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3" r:id="rId3"/>
    <p:sldId id="1854" r:id="rId4"/>
    <p:sldId id="1833" r:id="rId5"/>
    <p:sldId id="1847" r:id="rId7"/>
    <p:sldId id="308" r:id="rId8"/>
    <p:sldId id="1842" r:id="rId9"/>
    <p:sldId id="1853" r:id="rId10"/>
    <p:sldId id="1841" r:id="rId11"/>
    <p:sldId id="1862" r:id="rId12"/>
    <p:sldId id="1840" r:id="rId13"/>
    <p:sldId id="1849" r:id="rId14"/>
    <p:sldId id="1832" r:id="rId15"/>
    <p:sldId id="1846" r:id="rId16"/>
    <p:sldId id="1844" r:id="rId17"/>
    <p:sldId id="1837" r:id="rId18"/>
    <p:sldId id="1850" r:id="rId19"/>
    <p:sldId id="267" r:id="rId20"/>
    <p:sldId id="287" r:id="rId21"/>
    <p:sldId id="1838" r:id="rId22"/>
    <p:sldId id="1839" r:id="rId23"/>
    <p:sldId id="1836" r:id="rId24"/>
    <p:sldId id="1851" r:id="rId25"/>
    <p:sldId id="1834" r:id="rId26"/>
    <p:sldId id="1845" r:id="rId27"/>
    <p:sldId id="1835" r:id="rId28"/>
    <p:sldId id="1852" r:id="rId29"/>
    <p:sldId id="256" r:id="rId30"/>
    <p:sldId id="1843" r:id="rId31"/>
    <p:sldId id="264" r:id="rId32"/>
    <p:sldId id="1863" r:id="rId33"/>
    <p:sldId id="1864" r:id="rId34"/>
    <p:sldId id="1868" r:id="rId35"/>
    <p:sldId id="1867" r:id="rId36"/>
    <p:sldId id="288" r:id="rId37"/>
    <p:sldId id="1866" r:id="rId38"/>
    <p:sldId id="1848" r:id="rId39"/>
    <p:sldId id="273" r:id="rId40"/>
    <p:sldId id="274" r:id="rId41"/>
    <p:sldId id="2152" r:id="rId42"/>
    <p:sldId id="2154" r:id="rId43"/>
    <p:sldId id="2156" r:id="rId44"/>
    <p:sldId id="2160" r:id="rId45"/>
    <p:sldId id="2162" r:id="rId46"/>
    <p:sldId id="1955" r:id="rId47"/>
    <p:sldId id="2144" r:id="rId48"/>
    <p:sldId id="2146" r:id="rId49"/>
    <p:sldId id="2148" r:id="rId50"/>
    <p:sldId id="2150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 配色方案及使用说明" id="{685232BE-E770-4011-917F-B33BC99B6FD3}">
          <p14:sldIdLst>
            <p14:sldId id="263"/>
            <p14:sldId id="1854"/>
          </p14:sldIdLst>
        </p14:section>
        <p14:section name="航空学院样式01" id="{DE87021C-8F0A-46E2-B069-BC1688DB2A22}">
          <p14:sldIdLst>
            <p14:sldId id="1833"/>
            <p14:sldId id="1847"/>
            <p14:sldId id="308"/>
            <p14:sldId id="1842"/>
            <p14:sldId id="1853"/>
            <p14:sldId id="1841"/>
            <p14:sldId id="1862"/>
            <p14:sldId id="1840"/>
          </p14:sldIdLst>
        </p14:section>
        <p14:section name="航空学院样式02" id="{B96FDA0D-2ED0-4624-92D4-0C5169FDACE8}">
          <p14:sldIdLst>
            <p14:sldId id="1849"/>
            <p14:sldId id="1832"/>
            <p14:sldId id="1846"/>
            <p14:sldId id="1844"/>
            <p14:sldId id="1837"/>
          </p14:sldIdLst>
        </p14:section>
        <p14:section name="航空学院样式03" id="{4BB71C03-1EA4-4CCE-8E75-3673A0C84170}">
          <p14:sldIdLst>
            <p14:sldId id="1850"/>
            <p14:sldId id="267"/>
            <p14:sldId id="287"/>
            <p14:sldId id="1838"/>
            <p14:sldId id="1839"/>
            <p14:sldId id="1836"/>
          </p14:sldIdLst>
        </p14:section>
        <p14:section name="航空学院样式04" id="{6576E0B9-C021-44DC-8823-09F359948B64}">
          <p14:sldIdLst>
            <p14:sldId id="1851"/>
            <p14:sldId id="1834"/>
            <p14:sldId id="1845"/>
            <p14:sldId id="1835"/>
          </p14:sldIdLst>
        </p14:section>
        <p14:section name="航空学院样式05" id="{36F79095-3E7E-4AF1-8D9D-48597D5ED939}">
          <p14:sldIdLst>
            <p14:sldId id="1852"/>
            <p14:sldId id="256"/>
            <p14:sldId id="1843"/>
            <p14:sldId id="264"/>
          </p14:sldIdLst>
        </p14:section>
        <p14:section name="党建样式" id="{692DD7E7-4DD3-42AF-BFA8-A037EBC59730}">
          <p14:sldIdLst>
            <p14:sldId id="1863"/>
            <p14:sldId id="1864"/>
            <p14:sldId id="1868"/>
            <p14:sldId id="1867"/>
            <p14:sldId id="288"/>
            <p14:sldId id="1866"/>
          </p14:sldIdLst>
        </p14:section>
        <p14:section name="可用素材" id="{F139E4D9-BC3B-4EFA-9187-5198482AF872}">
          <p14:sldIdLst>
            <p14:sldId id="1848"/>
            <p14:sldId id="273"/>
            <p14:sldId id="274"/>
            <p14:sldId id="2152"/>
            <p14:sldId id="2154"/>
            <p14:sldId id="2156"/>
            <p14:sldId id="2160"/>
            <p14:sldId id="2162"/>
            <p14:sldId id="1955"/>
            <p14:sldId id="2144"/>
            <p14:sldId id="2146"/>
            <p14:sldId id="2148"/>
            <p14:sldId id="215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884D"/>
    <a:srgbClr val="4841A1"/>
    <a:srgbClr val="3690AC"/>
    <a:srgbClr val="AC7936"/>
    <a:srgbClr val="205FB0"/>
    <a:srgbClr val="1E218C"/>
    <a:srgbClr val="2160B1"/>
    <a:srgbClr val="23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C3A66-D651-459B-859B-BF3F648EB3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849E1-7C9F-4471-9C27-80D5F8FAD3D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、选中图标可进行颜色、透明度设置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2BA4-A6C5-42BC-BFA2-C8BE8DE10FB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rgbClr val="205FB0"/>
                </a:solidFill>
              </a:defRPr>
            </a:lvl1pPr>
          </a:lstStyle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1334-AEDC-4204-8272-722508A9301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1EC4-BEB7-44B7-8658-E3B6EC9DD70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D652B-34F1-40E9-B2E5-A3A7A5C73D5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1856-335C-4386-9F2F-CCCB3D2263E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C7D0B-B375-49C4-B24A-9ECB8E79826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3829-0F2A-4D0C-9BD3-4A15DB637549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0A75-DD6A-44F3-A2AF-D66E73A59E1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11667-4504-4FA6-9A9B-71721DE7827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2315-CED8-421F-BB69-BDCA5B6D06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23162-5410-4D6E-8F20-98D01DDFA78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15400" y="6254750"/>
            <a:ext cx="2743200" cy="365125"/>
          </a:xfrm>
        </p:spPr>
        <p:txBody>
          <a:bodyPr/>
          <a:lstStyle>
            <a:lvl1pPr>
              <a:defRPr sz="1600" b="1">
                <a:solidFill>
                  <a:srgbClr val="205FB0"/>
                </a:solidFill>
              </a:defRPr>
            </a:lvl1pPr>
          </a:lstStyle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F1F75-BF44-4A73-96A1-F781D17DCF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15.png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9.pn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tags" Target="../tags/tag2.xml"/><Relationship Id="rId4" Type="http://schemas.openxmlformats.org/officeDocument/2006/relationships/image" Target="../media/image2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png"/><Relationship Id="rId7" Type="http://schemas.openxmlformats.org/officeDocument/2006/relationships/image" Target="../media/image8.png"/><Relationship Id="rId6" Type="http://schemas.openxmlformats.org/officeDocument/2006/relationships/image" Target="../media/image21.png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7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microsoft.com/office/2007/relationships/hdphoto" Target="../media/image24.wdp"/><Relationship Id="rId5" Type="http://schemas.openxmlformats.org/officeDocument/2006/relationships/image" Target="../media/image23.png"/><Relationship Id="rId4" Type="http://schemas.openxmlformats.org/officeDocument/2006/relationships/image" Target="../media/image2.png"/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9" Type="http://schemas.microsoft.com/office/2007/relationships/hdphoto" Target="../media/image7.wdp"/><Relationship Id="rId8" Type="http://schemas.openxmlformats.org/officeDocument/2006/relationships/image" Target="../media/image6.png"/><Relationship Id="rId7" Type="http://schemas.openxmlformats.org/officeDocument/2006/relationships/image" Target="../media/image3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25.jpe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9.png"/><Relationship Id="rId10" Type="http://schemas.openxmlformats.org/officeDocument/2006/relationships/image" Target="../media/image26.png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tags" Target="../tags/tag10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13.png"/><Relationship Id="rId5" Type="http://schemas.microsoft.com/office/2007/relationships/hdphoto" Target="../media/image24.wdp"/><Relationship Id="rId4" Type="http://schemas.openxmlformats.org/officeDocument/2006/relationships/image" Target="../media/image23.png"/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0" Type="http://schemas.openxmlformats.org/officeDocument/2006/relationships/notesSlide" Target="../notesSlides/notesSlide1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.xml"/><Relationship Id="rId5" Type="http://schemas.microsoft.com/office/2007/relationships/hdphoto" Target="../media/image31.wdp"/><Relationship Id="rId4" Type="http://schemas.openxmlformats.org/officeDocument/2006/relationships/image" Target="../media/image30.png"/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.xml"/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4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microsoft.com/office/2007/relationships/hdphoto" Target="../media/image34.wdp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microsoft.com/office/2007/relationships/hdphoto" Target="../media/image34.wdp"/><Relationship Id="rId2" Type="http://schemas.openxmlformats.org/officeDocument/2006/relationships/image" Target="../media/image33.png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image" Target="../media/image3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microsoft.com/office/2007/relationships/hdphoto" Target="../media/image7.wdp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microsoft.com/office/2007/relationships/hdphoto" Target="../media/image41.wdp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image" Target="../media/image1.png"/><Relationship Id="rId2" Type="http://schemas.microsoft.com/office/2007/relationships/hdphoto" Target="../media/image34.wdp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microsoft.com/office/2007/relationships/hdphoto" Target="../media/image7.wdp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microsoft.com/office/2007/relationships/hdphoto" Target="../media/image41.wdp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microsoft.com/office/2007/relationships/hdphoto" Target="../media/image44.wdp"/><Relationship Id="rId4" Type="http://schemas.openxmlformats.org/officeDocument/2006/relationships/image" Target="../media/image43.png"/><Relationship Id="rId3" Type="http://schemas.openxmlformats.org/officeDocument/2006/relationships/image" Target="../media/image13.png"/><Relationship Id="rId2" Type="http://schemas.microsoft.com/office/2007/relationships/hdphoto" Target="../media/image34.wdp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13.png"/><Relationship Id="rId6" Type="http://schemas.openxmlformats.org/officeDocument/2006/relationships/image" Target="../media/image3.png"/><Relationship Id="rId5" Type="http://schemas.microsoft.com/office/2007/relationships/hdphoto" Target="../media/image34.wdp"/><Relationship Id="rId4" Type="http://schemas.openxmlformats.org/officeDocument/2006/relationships/image" Target="../media/image33.png"/><Relationship Id="rId3" Type="http://schemas.openxmlformats.org/officeDocument/2006/relationships/image" Target="../media/image8.png"/><Relationship Id="rId2" Type="http://schemas.microsoft.com/office/2007/relationships/hdphoto" Target="../media/image41.wdp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1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-15876" y="3429000"/>
            <a:ext cx="12207875" cy="3492351"/>
            <a:chOff x="-15876" y="5556656"/>
            <a:chExt cx="12207875" cy="1364695"/>
          </a:xfrm>
        </p:grpSpPr>
        <p:sp>
          <p:nvSpPr>
            <p:cNvPr id="30" name="矩形 22"/>
            <p:cNvSpPr/>
            <p:nvPr/>
          </p:nvSpPr>
          <p:spPr>
            <a:xfrm>
              <a:off x="-15876" y="6247948"/>
              <a:ext cx="12207875" cy="667061"/>
            </a:xfrm>
            <a:custGeom>
              <a:avLst/>
              <a:gdLst>
                <a:gd name="connsiteX0" fmla="*/ 0 w 12192000"/>
                <a:gd name="connsiteY0" fmla="*/ 0 h 343352"/>
                <a:gd name="connsiteX1" fmla="*/ 12192000 w 12192000"/>
                <a:gd name="connsiteY1" fmla="*/ 0 h 343352"/>
                <a:gd name="connsiteX2" fmla="*/ 12192000 w 12192000"/>
                <a:gd name="connsiteY2" fmla="*/ 343352 h 343352"/>
                <a:gd name="connsiteX3" fmla="*/ 0 w 12192000"/>
                <a:gd name="connsiteY3" fmla="*/ 343352 h 343352"/>
                <a:gd name="connsiteX4" fmla="*/ 0 w 12192000"/>
                <a:gd name="connsiteY4" fmla="*/ 0 h 343352"/>
                <a:gd name="connsiteX0-1" fmla="*/ 12700 w 12192000"/>
                <a:gd name="connsiteY0-2" fmla="*/ 0 h 495752"/>
                <a:gd name="connsiteX1-3" fmla="*/ 12192000 w 12192000"/>
                <a:gd name="connsiteY1-4" fmla="*/ 152400 h 495752"/>
                <a:gd name="connsiteX2-5" fmla="*/ 12192000 w 12192000"/>
                <a:gd name="connsiteY2-6" fmla="*/ 495752 h 495752"/>
                <a:gd name="connsiteX3-7" fmla="*/ 0 w 12192000"/>
                <a:gd name="connsiteY3-8" fmla="*/ 495752 h 495752"/>
                <a:gd name="connsiteX4-9" fmla="*/ 12700 w 12192000"/>
                <a:gd name="connsiteY4-10" fmla="*/ 0 h 495752"/>
                <a:gd name="connsiteX0-11" fmla="*/ 12700 w 12192000"/>
                <a:gd name="connsiteY0-12" fmla="*/ 114300 h 610052"/>
                <a:gd name="connsiteX1-13" fmla="*/ 12192000 w 12192000"/>
                <a:gd name="connsiteY1-14" fmla="*/ 0 h 610052"/>
                <a:gd name="connsiteX2-15" fmla="*/ 12192000 w 12192000"/>
                <a:gd name="connsiteY2-16" fmla="*/ 610052 h 610052"/>
                <a:gd name="connsiteX3-17" fmla="*/ 0 w 12192000"/>
                <a:gd name="connsiteY3-18" fmla="*/ 610052 h 610052"/>
                <a:gd name="connsiteX4-19" fmla="*/ 12700 w 12192000"/>
                <a:gd name="connsiteY4-20" fmla="*/ 114300 h 610052"/>
                <a:gd name="connsiteX0-21" fmla="*/ 12700 w 12192000"/>
                <a:gd name="connsiteY0-22" fmla="*/ 76200 h 610052"/>
                <a:gd name="connsiteX1-23" fmla="*/ 12192000 w 12192000"/>
                <a:gd name="connsiteY1-24" fmla="*/ 0 h 610052"/>
                <a:gd name="connsiteX2-25" fmla="*/ 12192000 w 12192000"/>
                <a:gd name="connsiteY2-26" fmla="*/ 610052 h 610052"/>
                <a:gd name="connsiteX3-27" fmla="*/ 0 w 12192000"/>
                <a:gd name="connsiteY3-28" fmla="*/ 610052 h 610052"/>
                <a:gd name="connsiteX4-29" fmla="*/ 12700 w 12192000"/>
                <a:gd name="connsiteY4-30" fmla="*/ 76200 h 610052"/>
                <a:gd name="connsiteX0-31" fmla="*/ 12700 w 12192000"/>
                <a:gd name="connsiteY0-32" fmla="*/ 38100 h 610052"/>
                <a:gd name="connsiteX1-33" fmla="*/ 12192000 w 12192000"/>
                <a:gd name="connsiteY1-34" fmla="*/ 0 h 610052"/>
                <a:gd name="connsiteX2-35" fmla="*/ 12192000 w 12192000"/>
                <a:gd name="connsiteY2-36" fmla="*/ 610052 h 610052"/>
                <a:gd name="connsiteX3-37" fmla="*/ 0 w 12192000"/>
                <a:gd name="connsiteY3-38" fmla="*/ 610052 h 610052"/>
                <a:gd name="connsiteX4-39" fmla="*/ 12700 w 12192000"/>
                <a:gd name="connsiteY4-40" fmla="*/ 38100 h 610052"/>
                <a:gd name="connsiteX0-41" fmla="*/ 0 w 12207875"/>
                <a:gd name="connsiteY0-42" fmla="*/ 38100 h 610052"/>
                <a:gd name="connsiteX1-43" fmla="*/ 12207875 w 12207875"/>
                <a:gd name="connsiteY1-44" fmla="*/ 0 h 610052"/>
                <a:gd name="connsiteX2-45" fmla="*/ 12207875 w 12207875"/>
                <a:gd name="connsiteY2-46" fmla="*/ 610052 h 610052"/>
                <a:gd name="connsiteX3-47" fmla="*/ 15875 w 12207875"/>
                <a:gd name="connsiteY3-48" fmla="*/ 610052 h 610052"/>
                <a:gd name="connsiteX4-49" fmla="*/ 0 w 12207875"/>
                <a:gd name="connsiteY4-50" fmla="*/ 38100 h 610052"/>
                <a:gd name="connsiteX0-51" fmla="*/ 0 w 12207875"/>
                <a:gd name="connsiteY0-52" fmla="*/ 38100 h 610052"/>
                <a:gd name="connsiteX1-53" fmla="*/ 12207875 w 12207875"/>
                <a:gd name="connsiteY1-54" fmla="*/ 0 h 610052"/>
                <a:gd name="connsiteX2-55" fmla="*/ 12207875 w 12207875"/>
                <a:gd name="connsiteY2-56" fmla="*/ 610052 h 610052"/>
                <a:gd name="connsiteX3-57" fmla="*/ 15875 w 12207875"/>
                <a:gd name="connsiteY3-58" fmla="*/ 610052 h 610052"/>
                <a:gd name="connsiteX4-59" fmla="*/ 0 w 12207875"/>
                <a:gd name="connsiteY4-60" fmla="*/ 38100 h 610052"/>
                <a:gd name="connsiteX0-61" fmla="*/ 0 w 12207875"/>
                <a:gd name="connsiteY0-62" fmla="*/ 38100 h 610052"/>
                <a:gd name="connsiteX1-63" fmla="*/ 12207875 w 12207875"/>
                <a:gd name="connsiteY1-64" fmla="*/ 0 h 610052"/>
                <a:gd name="connsiteX2-65" fmla="*/ 12207875 w 12207875"/>
                <a:gd name="connsiteY2-66" fmla="*/ 610052 h 610052"/>
                <a:gd name="connsiteX3-67" fmla="*/ 15875 w 12207875"/>
                <a:gd name="connsiteY3-68" fmla="*/ 610052 h 610052"/>
                <a:gd name="connsiteX4-69" fmla="*/ 0 w 12207875"/>
                <a:gd name="connsiteY4-70" fmla="*/ 38100 h 6100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207875" h="610052">
                  <a:moveTo>
                    <a:pt x="0" y="38100"/>
                  </a:moveTo>
                  <a:cubicBezTo>
                    <a:pt x="4164542" y="434975"/>
                    <a:pt x="8186208" y="441325"/>
                    <a:pt x="12207875" y="0"/>
                  </a:cubicBezTo>
                  <a:lnTo>
                    <a:pt x="12207875" y="610052"/>
                  </a:lnTo>
                  <a:lnTo>
                    <a:pt x="15875" y="610052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1E218C"/>
                </a:gs>
                <a:gs pos="100000">
                  <a:srgbClr val="2160B1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22"/>
            <p:cNvSpPr/>
            <p:nvPr/>
          </p:nvSpPr>
          <p:spPr>
            <a:xfrm>
              <a:off x="-3176" y="5556656"/>
              <a:ext cx="12195175" cy="1364695"/>
            </a:xfrm>
            <a:custGeom>
              <a:avLst/>
              <a:gdLst>
                <a:gd name="connsiteX0" fmla="*/ 0 w 12192000"/>
                <a:gd name="connsiteY0" fmla="*/ 0 h 343352"/>
                <a:gd name="connsiteX1" fmla="*/ 12192000 w 12192000"/>
                <a:gd name="connsiteY1" fmla="*/ 0 h 343352"/>
                <a:gd name="connsiteX2" fmla="*/ 12192000 w 12192000"/>
                <a:gd name="connsiteY2" fmla="*/ 343352 h 343352"/>
                <a:gd name="connsiteX3" fmla="*/ 0 w 12192000"/>
                <a:gd name="connsiteY3" fmla="*/ 343352 h 343352"/>
                <a:gd name="connsiteX4" fmla="*/ 0 w 12192000"/>
                <a:gd name="connsiteY4" fmla="*/ 0 h 343352"/>
                <a:gd name="connsiteX0-1" fmla="*/ 12700 w 12192000"/>
                <a:gd name="connsiteY0-2" fmla="*/ 0 h 495752"/>
                <a:gd name="connsiteX1-3" fmla="*/ 12192000 w 12192000"/>
                <a:gd name="connsiteY1-4" fmla="*/ 152400 h 495752"/>
                <a:gd name="connsiteX2-5" fmla="*/ 12192000 w 12192000"/>
                <a:gd name="connsiteY2-6" fmla="*/ 495752 h 495752"/>
                <a:gd name="connsiteX3-7" fmla="*/ 0 w 12192000"/>
                <a:gd name="connsiteY3-8" fmla="*/ 495752 h 495752"/>
                <a:gd name="connsiteX4-9" fmla="*/ 12700 w 12192000"/>
                <a:gd name="connsiteY4-10" fmla="*/ 0 h 495752"/>
                <a:gd name="connsiteX0-11" fmla="*/ 12700 w 12192000"/>
                <a:gd name="connsiteY0-12" fmla="*/ 114300 h 610052"/>
                <a:gd name="connsiteX1-13" fmla="*/ 12192000 w 12192000"/>
                <a:gd name="connsiteY1-14" fmla="*/ 0 h 610052"/>
                <a:gd name="connsiteX2-15" fmla="*/ 12192000 w 12192000"/>
                <a:gd name="connsiteY2-16" fmla="*/ 610052 h 610052"/>
                <a:gd name="connsiteX3-17" fmla="*/ 0 w 12192000"/>
                <a:gd name="connsiteY3-18" fmla="*/ 610052 h 610052"/>
                <a:gd name="connsiteX4-19" fmla="*/ 12700 w 12192000"/>
                <a:gd name="connsiteY4-20" fmla="*/ 114300 h 610052"/>
                <a:gd name="connsiteX0-21" fmla="*/ 12700 w 12192000"/>
                <a:gd name="connsiteY0-22" fmla="*/ 76200 h 610052"/>
                <a:gd name="connsiteX1-23" fmla="*/ 12192000 w 12192000"/>
                <a:gd name="connsiteY1-24" fmla="*/ 0 h 610052"/>
                <a:gd name="connsiteX2-25" fmla="*/ 12192000 w 12192000"/>
                <a:gd name="connsiteY2-26" fmla="*/ 610052 h 610052"/>
                <a:gd name="connsiteX3-27" fmla="*/ 0 w 12192000"/>
                <a:gd name="connsiteY3-28" fmla="*/ 610052 h 610052"/>
                <a:gd name="connsiteX4-29" fmla="*/ 12700 w 12192000"/>
                <a:gd name="connsiteY4-30" fmla="*/ 76200 h 610052"/>
                <a:gd name="connsiteX0-31" fmla="*/ 12700 w 12192000"/>
                <a:gd name="connsiteY0-32" fmla="*/ 38100 h 610052"/>
                <a:gd name="connsiteX1-33" fmla="*/ 12192000 w 12192000"/>
                <a:gd name="connsiteY1-34" fmla="*/ 0 h 610052"/>
                <a:gd name="connsiteX2-35" fmla="*/ 12192000 w 12192000"/>
                <a:gd name="connsiteY2-36" fmla="*/ 610052 h 610052"/>
                <a:gd name="connsiteX3-37" fmla="*/ 0 w 12192000"/>
                <a:gd name="connsiteY3-38" fmla="*/ 610052 h 610052"/>
                <a:gd name="connsiteX4-39" fmla="*/ 12700 w 12192000"/>
                <a:gd name="connsiteY4-40" fmla="*/ 38100 h 610052"/>
                <a:gd name="connsiteX0-41" fmla="*/ 0 w 12207875"/>
                <a:gd name="connsiteY0-42" fmla="*/ 38100 h 610052"/>
                <a:gd name="connsiteX1-43" fmla="*/ 12207875 w 12207875"/>
                <a:gd name="connsiteY1-44" fmla="*/ 0 h 610052"/>
                <a:gd name="connsiteX2-45" fmla="*/ 12207875 w 12207875"/>
                <a:gd name="connsiteY2-46" fmla="*/ 610052 h 610052"/>
                <a:gd name="connsiteX3-47" fmla="*/ 15875 w 12207875"/>
                <a:gd name="connsiteY3-48" fmla="*/ 610052 h 610052"/>
                <a:gd name="connsiteX4-49" fmla="*/ 0 w 12207875"/>
                <a:gd name="connsiteY4-50" fmla="*/ 38100 h 610052"/>
                <a:gd name="connsiteX0-51" fmla="*/ 0 w 12207875"/>
                <a:gd name="connsiteY0-52" fmla="*/ 38100 h 610052"/>
                <a:gd name="connsiteX1-53" fmla="*/ 12207875 w 12207875"/>
                <a:gd name="connsiteY1-54" fmla="*/ 0 h 610052"/>
                <a:gd name="connsiteX2-55" fmla="*/ 12207875 w 12207875"/>
                <a:gd name="connsiteY2-56" fmla="*/ 610052 h 610052"/>
                <a:gd name="connsiteX3-57" fmla="*/ 15875 w 12207875"/>
                <a:gd name="connsiteY3-58" fmla="*/ 610052 h 610052"/>
                <a:gd name="connsiteX4-59" fmla="*/ 0 w 12207875"/>
                <a:gd name="connsiteY4-60" fmla="*/ 38100 h 610052"/>
                <a:gd name="connsiteX0-61" fmla="*/ 0 w 12207875"/>
                <a:gd name="connsiteY0-62" fmla="*/ 38100 h 610052"/>
                <a:gd name="connsiteX1-63" fmla="*/ 12207875 w 12207875"/>
                <a:gd name="connsiteY1-64" fmla="*/ 0 h 610052"/>
                <a:gd name="connsiteX2-65" fmla="*/ 12207875 w 12207875"/>
                <a:gd name="connsiteY2-66" fmla="*/ 610052 h 610052"/>
                <a:gd name="connsiteX3-67" fmla="*/ 15875 w 12207875"/>
                <a:gd name="connsiteY3-68" fmla="*/ 610052 h 610052"/>
                <a:gd name="connsiteX4-69" fmla="*/ 0 w 12207875"/>
                <a:gd name="connsiteY4-70" fmla="*/ 38100 h 610052"/>
                <a:gd name="connsiteX0-71" fmla="*/ 0 w 12195175"/>
                <a:gd name="connsiteY0-72" fmla="*/ 0 h 719384"/>
                <a:gd name="connsiteX1-73" fmla="*/ 12195175 w 12195175"/>
                <a:gd name="connsiteY1-74" fmla="*/ 109332 h 719384"/>
                <a:gd name="connsiteX2-75" fmla="*/ 12195175 w 12195175"/>
                <a:gd name="connsiteY2-76" fmla="*/ 719384 h 719384"/>
                <a:gd name="connsiteX3-77" fmla="*/ 3175 w 12195175"/>
                <a:gd name="connsiteY3-78" fmla="*/ 719384 h 719384"/>
                <a:gd name="connsiteX4-79" fmla="*/ 0 w 12195175"/>
                <a:gd name="connsiteY4-80" fmla="*/ 0 h 719384"/>
                <a:gd name="connsiteX0-81" fmla="*/ 0 w 12195175"/>
                <a:gd name="connsiteY0-82" fmla="*/ 0 h 719384"/>
                <a:gd name="connsiteX1-83" fmla="*/ 12195175 w 12195175"/>
                <a:gd name="connsiteY1-84" fmla="*/ 109332 h 719384"/>
                <a:gd name="connsiteX2-85" fmla="*/ 12195175 w 12195175"/>
                <a:gd name="connsiteY2-86" fmla="*/ 719384 h 719384"/>
                <a:gd name="connsiteX3-87" fmla="*/ 3175 w 12195175"/>
                <a:gd name="connsiteY3-88" fmla="*/ 719384 h 719384"/>
                <a:gd name="connsiteX4-89" fmla="*/ 0 w 12195175"/>
                <a:gd name="connsiteY4-90" fmla="*/ 0 h 719384"/>
                <a:gd name="connsiteX0-91" fmla="*/ 0 w 12195175"/>
                <a:gd name="connsiteY0-92" fmla="*/ 0 h 719384"/>
                <a:gd name="connsiteX1-93" fmla="*/ 12195175 w 12195175"/>
                <a:gd name="connsiteY1-94" fmla="*/ 109332 h 719384"/>
                <a:gd name="connsiteX2-95" fmla="*/ 12195175 w 12195175"/>
                <a:gd name="connsiteY2-96" fmla="*/ 719384 h 719384"/>
                <a:gd name="connsiteX3-97" fmla="*/ 3175 w 12195175"/>
                <a:gd name="connsiteY3-98" fmla="*/ 719384 h 719384"/>
                <a:gd name="connsiteX4-99" fmla="*/ 0 w 12195175"/>
                <a:gd name="connsiteY4-100" fmla="*/ 0 h 719384"/>
                <a:gd name="connsiteX0-101" fmla="*/ 0 w 12195175"/>
                <a:gd name="connsiteY0-102" fmla="*/ 0 h 754405"/>
                <a:gd name="connsiteX1-103" fmla="*/ 12195175 w 12195175"/>
                <a:gd name="connsiteY1-104" fmla="*/ 109332 h 754405"/>
                <a:gd name="connsiteX2-105" fmla="*/ 12195175 w 12195175"/>
                <a:gd name="connsiteY2-106" fmla="*/ 719384 h 754405"/>
                <a:gd name="connsiteX3-107" fmla="*/ 3175 w 12195175"/>
                <a:gd name="connsiteY3-108" fmla="*/ 719384 h 754405"/>
                <a:gd name="connsiteX4-109" fmla="*/ 0 w 12195175"/>
                <a:gd name="connsiteY4-110" fmla="*/ 0 h 7544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195175" h="754405">
                  <a:moveTo>
                    <a:pt x="0" y="0"/>
                  </a:moveTo>
                  <a:cubicBezTo>
                    <a:pt x="4012142" y="1112973"/>
                    <a:pt x="8376708" y="859562"/>
                    <a:pt x="12195175" y="109332"/>
                  </a:cubicBezTo>
                  <a:lnTo>
                    <a:pt x="12195175" y="719384"/>
                  </a:lnTo>
                  <a:lnTo>
                    <a:pt x="3175" y="719384"/>
                  </a:lnTo>
                  <a:cubicBezTo>
                    <a:pt x="2117" y="479589"/>
                    <a:pt x="1058" y="239795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1E218C">
                    <a:alpha val="40000"/>
                  </a:srgbClr>
                </a:gs>
                <a:gs pos="100000">
                  <a:srgbClr val="2160B1">
                    <a:alpha val="29000"/>
                  </a:srgb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矩形: 圆角 28"/>
          <p:cNvSpPr/>
          <p:nvPr/>
        </p:nvSpPr>
        <p:spPr>
          <a:xfrm>
            <a:off x="478970" y="671813"/>
            <a:ext cx="11335659" cy="5699958"/>
          </a:xfrm>
          <a:prstGeom prst="roundRect">
            <a:avLst>
              <a:gd name="adj" fmla="val 7643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899" y="1391985"/>
            <a:ext cx="1868715" cy="1868715"/>
          </a:xfrm>
          <a:prstGeom prst="rect">
            <a:avLst/>
          </a:prstGeom>
        </p:spPr>
      </p:pic>
      <p:sp>
        <p:nvSpPr>
          <p:cNvPr id="3" name="矩形: 圆角 2"/>
          <p:cNvSpPr/>
          <p:nvPr/>
        </p:nvSpPr>
        <p:spPr>
          <a:xfrm>
            <a:off x="1400628" y="3926398"/>
            <a:ext cx="580571" cy="598713"/>
          </a:xfrm>
          <a:prstGeom prst="roundRect">
            <a:avLst>
              <a:gd name="adj" fmla="val 50000"/>
            </a:avLst>
          </a:prstGeom>
          <a:solidFill>
            <a:srgbClr val="238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61028" y="3940912"/>
            <a:ext cx="163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#2383c6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4994623" y="3930026"/>
            <a:ext cx="580571" cy="598713"/>
          </a:xfrm>
          <a:prstGeom prst="roundRect">
            <a:avLst>
              <a:gd name="adj" fmla="val 50000"/>
            </a:avLst>
          </a:prstGeom>
          <a:solidFill>
            <a:srgbClr val="216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55023" y="3942778"/>
            <a:ext cx="163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#2160b1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13" y="1391984"/>
            <a:ext cx="1868715" cy="186871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545770" y="4746171"/>
            <a:ext cx="200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原配色</a:t>
            </a:r>
            <a:endParaRPr lang="zh-CN" altLang="en-US" sz="28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69965" y="4746171"/>
            <a:ext cx="200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中间色</a:t>
            </a:r>
            <a:endParaRPr lang="zh-CN" altLang="en-US" sz="28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588618" y="3903165"/>
            <a:ext cx="580571" cy="598713"/>
          </a:xfrm>
          <a:prstGeom prst="roundRect">
            <a:avLst>
              <a:gd name="adj" fmla="val 50000"/>
            </a:avLst>
          </a:prstGeom>
          <a:solidFill>
            <a:srgbClr val="1E21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249018" y="3964720"/>
            <a:ext cx="1632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#1e218c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070" y="1391985"/>
            <a:ext cx="1868715" cy="186871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063960" y="4746171"/>
            <a:ext cx="200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南航蓝</a:t>
            </a:r>
            <a:endParaRPr lang="zh-CN" altLang="en-US" sz="28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74485" y="5867348"/>
            <a:ext cx="3374571" cy="141463"/>
          </a:xfrm>
          <a:prstGeom prst="rect">
            <a:avLst/>
          </a:prstGeom>
          <a:solidFill>
            <a:srgbClr val="238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437325" y="5867348"/>
            <a:ext cx="3374571" cy="141463"/>
          </a:xfrm>
          <a:prstGeom prst="rect">
            <a:avLst/>
          </a:prstGeom>
          <a:solidFill>
            <a:srgbClr val="216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000165" y="5867348"/>
            <a:ext cx="3374571" cy="141463"/>
          </a:xfrm>
          <a:prstGeom prst="rect">
            <a:avLst/>
          </a:prstGeom>
          <a:solidFill>
            <a:srgbClr val="1E21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4361539" y="1016000"/>
            <a:ext cx="0" cy="465898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891720" y="1016000"/>
            <a:ext cx="0" cy="465898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院徽配色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-15876" y="3429000"/>
            <a:ext cx="12207875" cy="3492351"/>
            <a:chOff x="-15876" y="5556656"/>
            <a:chExt cx="12207875" cy="1364695"/>
          </a:xfrm>
        </p:grpSpPr>
        <p:sp>
          <p:nvSpPr>
            <p:cNvPr id="30" name="矩形 22"/>
            <p:cNvSpPr/>
            <p:nvPr/>
          </p:nvSpPr>
          <p:spPr>
            <a:xfrm>
              <a:off x="-15876" y="6247948"/>
              <a:ext cx="12207875" cy="667061"/>
            </a:xfrm>
            <a:custGeom>
              <a:avLst/>
              <a:gdLst>
                <a:gd name="connsiteX0" fmla="*/ 0 w 12192000"/>
                <a:gd name="connsiteY0" fmla="*/ 0 h 343352"/>
                <a:gd name="connsiteX1" fmla="*/ 12192000 w 12192000"/>
                <a:gd name="connsiteY1" fmla="*/ 0 h 343352"/>
                <a:gd name="connsiteX2" fmla="*/ 12192000 w 12192000"/>
                <a:gd name="connsiteY2" fmla="*/ 343352 h 343352"/>
                <a:gd name="connsiteX3" fmla="*/ 0 w 12192000"/>
                <a:gd name="connsiteY3" fmla="*/ 343352 h 343352"/>
                <a:gd name="connsiteX4" fmla="*/ 0 w 12192000"/>
                <a:gd name="connsiteY4" fmla="*/ 0 h 343352"/>
                <a:gd name="connsiteX0-1" fmla="*/ 12700 w 12192000"/>
                <a:gd name="connsiteY0-2" fmla="*/ 0 h 495752"/>
                <a:gd name="connsiteX1-3" fmla="*/ 12192000 w 12192000"/>
                <a:gd name="connsiteY1-4" fmla="*/ 152400 h 495752"/>
                <a:gd name="connsiteX2-5" fmla="*/ 12192000 w 12192000"/>
                <a:gd name="connsiteY2-6" fmla="*/ 495752 h 495752"/>
                <a:gd name="connsiteX3-7" fmla="*/ 0 w 12192000"/>
                <a:gd name="connsiteY3-8" fmla="*/ 495752 h 495752"/>
                <a:gd name="connsiteX4-9" fmla="*/ 12700 w 12192000"/>
                <a:gd name="connsiteY4-10" fmla="*/ 0 h 495752"/>
                <a:gd name="connsiteX0-11" fmla="*/ 12700 w 12192000"/>
                <a:gd name="connsiteY0-12" fmla="*/ 114300 h 610052"/>
                <a:gd name="connsiteX1-13" fmla="*/ 12192000 w 12192000"/>
                <a:gd name="connsiteY1-14" fmla="*/ 0 h 610052"/>
                <a:gd name="connsiteX2-15" fmla="*/ 12192000 w 12192000"/>
                <a:gd name="connsiteY2-16" fmla="*/ 610052 h 610052"/>
                <a:gd name="connsiteX3-17" fmla="*/ 0 w 12192000"/>
                <a:gd name="connsiteY3-18" fmla="*/ 610052 h 610052"/>
                <a:gd name="connsiteX4-19" fmla="*/ 12700 w 12192000"/>
                <a:gd name="connsiteY4-20" fmla="*/ 114300 h 610052"/>
                <a:gd name="connsiteX0-21" fmla="*/ 12700 w 12192000"/>
                <a:gd name="connsiteY0-22" fmla="*/ 76200 h 610052"/>
                <a:gd name="connsiteX1-23" fmla="*/ 12192000 w 12192000"/>
                <a:gd name="connsiteY1-24" fmla="*/ 0 h 610052"/>
                <a:gd name="connsiteX2-25" fmla="*/ 12192000 w 12192000"/>
                <a:gd name="connsiteY2-26" fmla="*/ 610052 h 610052"/>
                <a:gd name="connsiteX3-27" fmla="*/ 0 w 12192000"/>
                <a:gd name="connsiteY3-28" fmla="*/ 610052 h 610052"/>
                <a:gd name="connsiteX4-29" fmla="*/ 12700 w 12192000"/>
                <a:gd name="connsiteY4-30" fmla="*/ 76200 h 610052"/>
                <a:gd name="connsiteX0-31" fmla="*/ 12700 w 12192000"/>
                <a:gd name="connsiteY0-32" fmla="*/ 38100 h 610052"/>
                <a:gd name="connsiteX1-33" fmla="*/ 12192000 w 12192000"/>
                <a:gd name="connsiteY1-34" fmla="*/ 0 h 610052"/>
                <a:gd name="connsiteX2-35" fmla="*/ 12192000 w 12192000"/>
                <a:gd name="connsiteY2-36" fmla="*/ 610052 h 610052"/>
                <a:gd name="connsiteX3-37" fmla="*/ 0 w 12192000"/>
                <a:gd name="connsiteY3-38" fmla="*/ 610052 h 610052"/>
                <a:gd name="connsiteX4-39" fmla="*/ 12700 w 12192000"/>
                <a:gd name="connsiteY4-40" fmla="*/ 38100 h 610052"/>
                <a:gd name="connsiteX0-41" fmla="*/ 0 w 12207875"/>
                <a:gd name="connsiteY0-42" fmla="*/ 38100 h 610052"/>
                <a:gd name="connsiteX1-43" fmla="*/ 12207875 w 12207875"/>
                <a:gd name="connsiteY1-44" fmla="*/ 0 h 610052"/>
                <a:gd name="connsiteX2-45" fmla="*/ 12207875 w 12207875"/>
                <a:gd name="connsiteY2-46" fmla="*/ 610052 h 610052"/>
                <a:gd name="connsiteX3-47" fmla="*/ 15875 w 12207875"/>
                <a:gd name="connsiteY3-48" fmla="*/ 610052 h 610052"/>
                <a:gd name="connsiteX4-49" fmla="*/ 0 w 12207875"/>
                <a:gd name="connsiteY4-50" fmla="*/ 38100 h 610052"/>
                <a:gd name="connsiteX0-51" fmla="*/ 0 w 12207875"/>
                <a:gd name="connsiteY0-52" fmla="*/ 38100 h 610052"/>
                <a:gd name="connsiteX1-53" fmla="*/ 12207875 w 12207875"/>
                <a:gd name="connsiteY1-54" fmla="*/ 0 h 610052"/>
                <a:gd name="connsiteX2-55" fmla="*/ 12207875 w 12207875"/>
                <a:gd name="connsiteY2-56" fmla="*/ 610052 h 610052"/>
                <a:gd name="connsiteX3-57" fmla="*/ 15875 w 12207875"/>
                <a:gd name="connsiteY3-58" fmla="*/ 610052 h 610052"/>
                <a:gd name="connsiteX4-59" fmla="*/ 0 w 12207875"/>
                <a:gd name="connsiteY4-60" fmla="*/ 38100 h 610052"/>
                <a:gd name="connsiteX0-61" fmla="*/ 0 w 12207875"/>
                <a:gd name="connsiteY0-62" fmla="*/ 38100 h 610052"/>
                <a:gd name="connsiteX1-63" fmla="*/ 12207875 w 12207875"/>
                <a:gd name="connsiteY1-64" fmla="*/ 0 h 610052"/>
                <a:gd name="connsiteX2-65" fmla="*/ 12207875 w 12207875"/>
                <a:gd name="connsiteY2-66" fmla="*/ 610052 h 610052"/>
                <a:gd name="connsiteX3-67" fmla="*/ 15875 w 12207875"/>
                <a:gd name="connsiteY3-68" fmla="*/ 610052 h 610052"/>
                <a:gd name="connsiteX4-69" fmla="*/ 0 w 12207875"/>
                <a:gd name="connsiteY4-70" fmla="*/ 38100 h 6100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207875" h="610052">
                  <a:moveTo>
                    <a:pt x="0" y="38100"/>
                  </a:moveTo>
                  <a:cubicBezTo>
                    <a:pt x="4164542" y="434975"/>
                    <a:pt x="8186208" y="441325"/>
                    <a:pt x="12207875" y="0"/>
                  </a:cubicBezTo>
                  <a:lnTo>
                    <a:pt x="12207875" y="610052"/>
                  </a:lnTo>
                  <a:lnTo>
                    <a:pt x="15875" y="610052"/>
                  </a:lnTo>
                  <a:lnTo>
                    <a:pt x="0" y="38100"/>
                  </a:lnTo>
                  <a:close/>
                </a:path>
              </a:pathLst>
            </a:custGeom>
            <a:gradFill>
              <a:gsLst>
                <a:gs pos="0">
                  <a:srgbClr val="1E218C"/>
                </a:gs>
                <a:gs pos="100000">
                  <a:srgbClr val="2160B1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22"/>
            <p:cNvSpPr/>
            <p:nvPr/>
          </p:nvSpPr>
          <p:spPr>
            <a:xfrm>
              <a:off x="-3176" y="5556656"/>
              <a:ext cx="12195175" cy="1364695"/>
            </a:xfrm>
            <a:custGeom>
              <a:avLst/>
              <a:gdLst>
                <a:gd name="connsiteX0" fmla="*/ 0 w 12192000"/>
                <a:gd name="connsiteY0" fmla="*/ 0 h 343352"/>
                <a:gd name="connsiteX1" fmla="*/ 12192000 w 12192000"/>
                <a:gd name="connsiteY1" fmla="*/ 0 h 343352"/>
                <a:gd name="connsiteX2" fmla="*/ 12192000 w 12192000"/>
                <a:gd name="connsiteY2" fmla="*/ 343352 h 343352"/>
                <a:gd name="connsiteX3" fmla="*/ 0 w 12192000"/>
                <a:gd name="connsiteY3" fmla="*/ 343352 h 343352"/>
                <a:gd name="connsiteX4" fmla="*/ 0 w 12192000"/>
                <a:gd name="connsiteY4" fmla="*/ 0 h 343352"/>
                <a:gd name="connsiteX0-1" fmla="*/ 12700 w 12192000"/>
                <a:gd name="connsiteY0-2" fmla="*/ 0 h 495752"/>
                <a:gd name="connsiteX1-3" fmla="*/ 12192000 w 12192000"/>
                <a:gd name="connsiteY1-4" fmla="*/ 152400 h 495752"/>
                <a:gd name="connsiteX2-5" fmla="*/ 12192000 w 12192000"/>
                <a:gd name="connsiteY2-6" fmla="*/ 495752 h 495752"/>
                <a:gd name="connsiteX3-7" fmla="*/ 0 w 12192000"/>
                <a:gd name="connsiteY3-8" fmla="*/ 495752 h 495752"/>
                <a:gd name="connsiteX4-9" fmla="*/ 12700 w 12192000"/>
                <a:gd name="connsiteY4-10" fmla="*/ 0 h 495752"/>
                <a:gd name="connsiteX0-11" fmla="*/ 12700 w 12192000"/>
                <a:gd name="connsiteY0-12" fmla="*/ 114300 h 610052"/>
                <a:gd name="connsiteX1-13" fmla="*/ 12192000 w 12192000"/>
                <a:gd name="connsiteY1-14" fmla="*/ 0 h 610052"/>
                <a:gd name="connsiteX2-15" fmla="*/ 12192000 w 12192000"/>
                <a:gd name="connsiteY2-16" fmla="*/ 610052 h 610052"/>
                <a:gd name="connsiteX3-17" fmla="*/ 0 w 12192000"/>
                <a:gd name="connsiteY3-18" fmla="*/ 610052 h 610052"/>
                <a:gd name="connsiteX4-19" fmla="*/ 12700 w 12192000"/>
                <a:gd name="connsiteY4-20" fmla="*/ 114300 h 610052"/>
                <a:gd name="connsiteX0-21" fmla="*/ 12700 w 12192000"/>
                <a:gd name="connsiteY0-22" fmla="*/ 76200 h 610052"/>
                <a:gd name="connsiteX1-23" fmla="*/ 12192000 w 12192000"/>
                <a:gd name="connsiteY1-24" fmla="*/ 0 h 610052"/>
                <a:gd name="connsiteX2-25" fmla="*/ 12192000 w 12192000"/>
                <a:gd name="connsiteY2-26" fmla="*/ 610052 h 610052"/>
                <a:gd name="connsiteX3-27" fmla="*/ 0 w 12192000"/>
                <a:gd name="connsiteY3-28" fmla="*/ 610052 h 610052"/>
                <a:gd name="connsiteX4-29" fmla="*/ 12700 w 12192000"/>
                <a:gd name="connsiteY4-30" fmla="*/ 76200 h 610052"/>
                <a:gd name="connsiteX0-31" fmla="*/ 12700 w 12192000"/>
                <a:gd name="connsiteY0-32" fmla="*/ 38100 h 610052"/>
                <a:gd name="connsiteX1-33" fmla="*/ 12192000 w 12192000"/>
                <a:gd name="connsiteY1-34" fmla="*/ 0 h 610052"/>
                <a:gd name="connsiteX2-35" fmla="*/ 12192000 w 12192000"/>
                <a:gd name="connsiteY2-36" fmla="*/ 610052 h 610052"/>
                <a:gd name="connsiteX3-37" fmla="*/ 0 w 12192000"/>
                <a:gd name="connsiteY3-38" fmla="*/ 610052 h 610052"/>
                <a:gd name="connsiteX4-39" fmla="*/ 12700 w 12192000"/>
                <a:gd name="connsiteY4-40" fmla="*/ 38100 h 610052"/>
                <a:gd name="connsiteX0-41" fmla="*/ 0 w 12207875"/>
                <a:gd name="connsiteY0-42" fmla="*/ 38100 h 610052"/>
                <a:gd name="connsiteX1-43" fmla="*/ 12207875 w 12207875"/>
                <a:gd name="connsiteY1-44" fmla="*/ 0 h 610052"/>
                <a:gd name="connsiteX2-45" fmla="*/ 12207875 w 12207875"/>
                <a:gd name="connsiteY2-46" fmla="*/ 610052 h 610052"/>
                <a:gd name="connsiteX3-47" fmla="*/ 15875 w 12207875"/>
                <a:gd name="connsiteY3-48" fmla="*/ 610052 h 610052"/>
                <a:gd name="connsiteX4-49" fmla="*/ 0 w 12207875"/>
                <a:gd name="connsiteY4-50" fmla="*/ 38100 h 610052"/>
                <a:gd name="connsiteX0-51" fmla="*/ 0 w 12207875"/>
                <a:gd name="connsiteY0-52" fmla="*/ 38100 h 610052"/>
                <a:gd name="connsiteX1-53" fmla="*/ 12207875 w 12207875"/>
                <a:gd name="connsiteY1-54" fmla="*/ 0 h 610052"/>
                <a:gd name="connsiteX2-55" fmla="*/ 12207875 w 12207875"/>
                <a:gd name="connsiteY2-56" fmla="*/ 610052 h 610052"/>
                <a:gd name="connsiteX3-57" fmla="*/ 15875 w 12207875"/>
                <a:gd name="connsiteY3-58" fmla="*/ 610052 h 610052"/>
                <a:gd name="connsiteX4-59" fmla="*/ 0 w 12207875"/>
                <a:gd name="connsiteY4-60" fmla="*/ 38100 h 610052"/>
                <a:gd name="connsiteX0-61" fmla="*/ 0 w 12207875"/>
                <a:gd name="connsiteY0-62" fmla="*/ 38100 h 610052"/>
                <a:gd name="connsiteX1-63" fmla="*/ 12207875 w 12207875"/>
                <a:gd name="connsiteY1-64" fmla="*/ 0 h 610052"/>
                <a:gd name="connsiteX2-65" fmla="*/ 12207875 w 12207875"/>
                <a:gd name="connsiteY2-66" fmla="*/ 610052 h 610052"/>
                <a:gd name="connsiteX3-67" fmla="*/ 15875 w 12207875"/>
                <a:gd name="connsiteY3-68" fmla="*/ 610052 h 610052"/>
                <a:gd name="connsiteX4-69" fmla="*/ 0 w 12207875"/>
                <a:gd name="connsiteY4-70" fmla="*/ 38100 h 610052"/>
                <a:gd name="connsiteX0-71" fmla="*/ 0 w 12195175"/>
                <a:gd name="connsiteY0-72" fmla="*/ 0 h 719384"/>
                <a:gd name="connsiteX1-73" fmla="*/ 12195175 w 12195175"/>
                <a:gd name="connsiteY1-74" fmla="*/ 109332 h 719384"/>
                <a:gd name="connsiteX2-75" fmla="*/ 12195175 w 12195175"/>
                <a:gd name="connsiteY2-76" fmla="*/ 719384 h 719384"/>
                <a:gd name="connsiteX3-77" fmla="*/ 3175 w 12195175"/>
                <a:gd name="connsiteY3-78" fmla="*/ 719384 h 719384"/>
                <a:gd name="connsiteX4-79" fmla="*/ 0 w 12195175"/>
                <a:gd name="connsiteY4-80" fmla="*/ 0 h 719384"/>
                <a:gd name="connsiteX0-81" fmla="*/ 0 w 12195175"/>
                <a:gd name="connsiteY0-82" fmla="*/ 0 h 719384"/>
                <a:gd name="connsiteX1-83" fmla="*/ 12195175 w 12195175"/>
                <a:gd name="connsiteY1-84" fmla="*/ 109332 h 719384"/>
                <a:gd name="connsiteX2-85" fmla="*/ 12195175 w 12195175"/>
                <a:gd name="connsiteY2-86" fmla="*/ 719384 h 719384"/>
                <a:gd name="connsiteX3-87" fmla="*/ 3175 w 12195175"/>
                <a:gd name="connsiteY3-88" fmla="*/ 719384 h 719384"/>
                <a:gd name="connsiteX4-89" fmla="*/ 0 w 12195175"/>
                <a:gd name="connsiteY4-90" fmla="*/ 0 h 719384"/>
                <a:gd name="connsiteX0-91" fmla="*/ 0 w 12195175"/>
                <a:gd name="connsiteY0-92" fmla="*/ 0 h 719384"/>
                <a:gd name="connsiteX1-93" fmla="*/ 12195175 w 12195175"/>
                <a:gd name="connsiteY1-94" fmla="*/ 109332 h 719384"/>
                <a:gd name="connsiteX2-95" fmla="*/ 12195175 w 12195175"/>
                <a:gd name="connsiteY2-96" fmla="*/ 719384 h 719384"/>
                <a:gd name="connsiteX3-97" fmla="*/ 3175 w 12195175"/>
                <a:gd name="connsiteY3-98" fmla="*/ 719384 h 719384"/>
                <a:gd name="connsiteX4-99" fmla="*/ 0 w 12195175"/>
                <a:gd name="connsiteY4-100" fmla="*/ 0 h 719384"/>
                <a:gd name="connsiteX0-101" fmla="*/ 0 w 12195175"/>
                <a:gd name="connsiteY0-102" fmla="*/ 0 h 754405"/>
                <a:gd name="connsiteX1-103" fmla="*/ 12195175 w 12195175"/>
                <a:gd name="connsiteY1-104" fmla="*/ 109332 h 754405"/>
                <a:gd name="connsiteX2-105" fmla="*/ 12195175 w 12195175"/>
                <a:gd name="connsiteY2-106" fmla="*/ 719384 h 754405"/>
                <a:gd name="connsiteX3-107" fmla="*/ 3175 w 12195175"/>
                <a:gd name="connsiteY3-108" fmla="*/ 719384 h 754405"/>
                <a:gd name="connsiteX4-109" fmla="*/ 0 w 12195175"/>
                <a:gd name="connsiteY4-110" fmla="*/ 0 h 7544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2195175" h="754405">
                  <a:moveTo>
                    <a:pt x="0" y="0"/>
                  </a:moveTo>
                  <a:cubicBezTo>
                    <a:pt x="4012142" y="1112973"/>
                    <a:pt x="8376708" y="859562"/>
                    <a:pt x="12195175" y="109332"/>
                  </a:cubicBezTo>
                  <a:lnTo>
                    <a:pt x="12195175" y="719384"/>
                  </a:lnTo>
                  <a:lnTo>
                    <a:pt x="3175" y="719384"/>
                  </a:lnTo>
                  <a:cubicBezTo>
                    <a:pt x="2117" y="479589"/>
                    <a:pt x="1058" y="239795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1E218C">
                    <a:alpha val="40000"/>
                  </a:srgbClr>
                </a:gs>
                <a:gs pos="100000">
                  <a:srgbClr val="2160B1">
                    <a:alpha val="29000"/>
                  </a:srgb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矩形: 圆角 28"/>
          <p:cNvSpPr/>
          <p:nvPr/>
        </p:nvSpPr>
        <p:spPr>
          <a:xfrm>
            <a:off x="478971" y="671813"/>
            <a:ext cx="11186556" cy="5571969"/>
          </a:xfrm>
          <a:prstGeom prst="roundRect">
            <a:avLst>
              <a:gd name="adj" fmla="val 3830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83855" y="2025606"/>
            <a:ext cx="4544290" cy="23756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45738" y="969398"/>
            <a:ext cx="3103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配色建议</a:t>
            </a:r>
            <a:endParaRPr lang="zh-CN" altLang="en-US" sz="2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17264" y="5934269"/>
            <a:ext cx="10536536" cy="72377"/>
          </a:xfrm>
          <a:prstGeom prst="rect">
            <a:avLst/>
          </a:prstGeom>
          <a:solidFill>
            <a:srgbClr val="216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配色建议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30" y="1860644"/>
            <a:ext cx="4487863" cy="232529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矩形: 圆角 5"/>
          <p:cNvSpPr/>
          <p:nvPr/>
        </p:nvSpPr>
        <p:spPr>
          <a:xfrm>
            <a:off x="8816596" y="1233695"/>
            <a:ext cx="451950" cy="466073"/>
          </a:xfrm>
          <a:prstGeom prst="roundRect">
            <a:avLst>
              <a:gd name="adj" fmla="val 50000"/>
            </a:avLst>
          </a:prstGeom>
          <a:solidFill>
            <a:srgbClr val="216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565622" y="1288607"/>
            <a:ext cx="1632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#2160b1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40346" y="1127731"/>
            <a:ext cx="157661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主色调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040346" y="2077776"/>
            <a:ext cx="177625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渐变色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816596" y="2123851"/>
            <a:ext cx="451950" cy="46607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564358" y="2127544"/>
            <a:ext cx="1632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#2160b1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#1e218c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816596" y="3137716"/>
            <a:ext cx="451950" cy="46607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565622" y="3192628"/>
            <a:ext cx="1632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#ac3636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040346" y="3031752"/>
            <a:ext cx="191221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强调红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223306" y="1605344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文字强调色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7223305" y="2577400"/>
            <a:ext cx="1776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色块或标题色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7336156" y="3521489"/>
            <a:ext cx="1512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较刺眼</a:t>
            </a:r>
            <a:r>
              <a: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少用</a:t>
            </a:r>
            <a:endParaRPr lang="zh-CN" altLang="en-US" dirty="0"/>
          </a:p>
        </p:txBody>
      </p:sp>
      <p:sp>
        <p:nvSpPr>
          <p:cNvPr id="43" name="矩形: 圆角 42"/>
          <p:cNvSpPr/>
          <p:nvPr/>
        </p:nvSpPr>
        <p:spPr>
          <a:xfrm>
            <a:off x="8816596" y="4107308"/>
            <a:ext cx="451950" cy="46607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9565622" y="4162220"/>
            <a:ext cx="1632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#f2f2f2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040346" y="4001344"/>
            <a:ext cx="157661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背景灰</a:t>
            </a:r>
            <a:endParaRPr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310651" y="4478957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spc="3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装饰性背景</a:t>
            </a:r>
            <a:endParaRPr lang="zh-CN" altLang="en-US" dirty="0"/>
          </a:p>
        </p:txBody>
      </p:sp>
      <p:sp>
        <p:nvSpPr>
          <p:cNvPr id="13" name="标注: 弯曲线形(无边框) 12"/>
          <p:cNvSpPr/>
          <p:nvPr/>
        </p:nvSpPr>
        <p:spPr>
          <a:xfrm flipH="1">
            <a:off x="4645890" y="2576945"/>
            <a:ext cx="389659" cy="203200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15056"/>
              <a:gd name="adj5" fmla="val 373023"/>
              <a:gd name="adj6" fmla="val -460556"/>
            </a:avLst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注: 弯曲线形(无边框) 46"/>
          <p:cNvSpPr/>
          <p:nvPr/>
        </p:nvSpPr>
        <p:spPr>
          <a:xfrm flipH="1">
            <a:off x="3351874" y="2576945"/>
            <a:ext cx="546253" cy="203200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40165"/>
              <a:gd name="adj5" fmla="val -547411"/>
              <a:gd name="adj6" fmla="val -542507"/>
            </a:avLst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标注: 弯曲线形(无边框) 47"/>
          <p:cNvSpPr/>
          <p:nvPr/>
        </p:nvSpPr>
        <p:spPr>
          <a:xfrm flipH="1">
            <a:off x="1340193" y="3877333"/>
            <a:ext cx="1075346" cy="287441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40165"/>
              <a:gd name="adj5" fmla="val -502405"/>
              <a:gd name="adj6" fmla="val -409418"/>
            </a:avLst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标注: 弯曲线形(无边框) 48"/>
          <p:cNvSpPr/>
          <p:nvPr/>
        </p:nvSpPr>
        <p:spPr>
          <a:xfrm flipH="1">
            <a:off x="4654433" y="3873533"/>
            <a:ext cx="820064" cy="182374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46682"/>
              <a:gd name="adj5" fmla="val 236040"/>
              <a:gd name="adj6" fmla="val -168150"/>
            </a:avLst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040346" y="4947349"/>
            <a:ext cx="4158133" cy="785390"/>
            <a:chOff x="1275135" y="4573381"/>
            <a:chExt cx="4158133" cy="785390"/>
          </a:xfrm>
        </p:grpSpPr>
        <p:sp>
          <p:nvSpPr>
            <p:cNvPr id="50" name="矩形: 圆角 49"/>
            <p:cNvSpPr/>
            <p:nvPr/>
          </p:nvSpPr>
          <p:spPr>
            <a:xfrm>
              <a:off x="3051385" y="4679345"/>
              <a:ext cx="451950" cy="4660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800411" y="4734257"/>
              <a:ext cx="16328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#7f7f7f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275135" y="4573381"/>
              <a:ext cx="1576615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37775" y="5050994"/>
              <a:ext cx="15136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prstClr val="white">
                      <a:lumMod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辅助文字颜色</a:t>
              </a:r>
              <a:endParaRPr lang="zh-CN" altLang="en-US" dirty="0"/>
            </a:p>
          </p:txBody>
        </p:sp>
      </p:grpSp>
      <p:sp>
        <p:nvSpPr>
          <p:cNvPr id="15" name="矩形 14"/>
          <p:cNvSpPr/>
          <p:nvPr/>
        </p:nvSpPr>
        <p:spPr>
          <a:xfrm>
            <a:off x="1124194" y="1042619"/>
            <a:ext cx="150425" cy="407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0123435" y="2750991"/>
            <a:ext cx="935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spc="3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南航蓝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292189" y="5197161"/>
            <a:ext cx="414316" cy="392176"/>
          </a:xfrm>
          <a:prstGeom prst="rect">
            <a:avLst/>
          </a:prstGeom>
          <a:solidFill>
            <a:srgbClr val="216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774005" y="5197161"/>
            <a:ext cx="414316" cy="3921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2256152" y="5197161"/>
            <a:ext cx="414316" cy="392176"/>
          </a:xfrm>
          <a:prstGeom prst="rect">
            <a:avLst/>
          </a:prstGeom>
          <a:solidFill>
            <a:srgbClr val="A98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738299" y="5197161"/>
            <a:ext cx="414316" cy="392176"/>
          </a:xfrm>
          <a:prstGeom prst="rect">
            <a:avLst/>
          </a:prstGeom>
          <a:solidFill>
            <a:srgbClr val="36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3207059" y="5197161"/>
            <a:ext cx="414316" cy="392176"/>
          </a:xfrm>
          <a:prstGeom prst="rect">
            <a:avLst/>
          </a:prstGeom>
          <a:solidFill>
            <a:srgbClr val="4841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99405" y="4410238"/>
            <a:ext cx="3752104" cy="730375"/>
            <a:chOff x="1199405" y="4467238"/>
            <a:chExt cx="3752104" cy="730375"/>
          </a:xfrm>
        </p:grpSpPr>
        <p:sp>
          <p:nvSpPr>
            <p:cNvPr id="55" name="文本框 54"/>
            <p:cNvSpPr txBox="1"/>
            <p:nvPr/>
          </p:nvSpPr>
          <p:spPr>
            <a:xfrm>
              <a:off x="1199405" y="4467238"/>
              <a:ext cx="3455028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其他可搭配颜色</a:t>
              </a:r>
              <a:endPara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07125" y="4889836"/>
              <a:ext cx="37443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zh-CN" altLang="en-US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套</a:t>
              </a: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中不建议使用三种以上颜色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4548909" y="3837709"/>
            <a:ext cx="5271366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 47"/>
          <p:cNvSpPr txBox="1"/>
          <p:nvPr/>
        </p:nvSpPr>
        <p:spPr>
          <a:xfrm>
            <a:off x="1750533" y="2007989"/>
            <a:ext cx="4068376" cy="16304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8800" spc="600" dirty="0">
                <a:solidFill>
                  <a:srgbClr val="2160B1"/>
                </a:solidFill>
              </a:rPr>
              <a:t>样式</a:t>
            </a:r>
            <a:r>
              <a:rPr lang="en-US" altLang="zh-CN" sz="8800" spc="600" dirty="0">
                <a:solidFill>
                  <a:srgbClr val="2160B1"/>
                </a:solidFill>
              </a:rPr>
              <a:t>01</a:t>
            </a:r>
            <a:endParaRPr lang="zh-CN" altLang="en-US" sz="8800" spc="600" dirty="0">
              <a:solidFill>
                <a:srgbClr val="2160B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56509" y="3837709"/>
            <a:ext cx="3619500" cy="12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标题 47"/>
          <p:cNvSpPr txBox="1"/>
          <p:nvPr/>
        </p:nvSpPr>
        <p:spPr>
          <a:xfrm>
            <a:off x="5818909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02 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0" name="标题 47"/>
          <p:cNvSpPr txBox="1"/>
          <p:nvPr/>
        </p:nvSpPr>
        <p:spPr>
          <a:xfrm>
            <a:off x="5818909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04 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" name="标题 47"/>
          <p:cNvSpPr txBox="1"/>
          <p:nvPr/>
        </p:nvSpPr>
        <p:spPr>
          <a:xfrm>
            <a:off x="7953496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05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2" name="标题 47"/>
          <p:cNvSpPr txBox="1"/>
          <p:nvPr/>
        </p:nvSpPr>
        <p:spPr>
          <a:xfrm>
            <a:off x="7953496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03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1E218C"/>
              </a:gs>
              <a:gs pos="47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任意多边形: 形状 83"/>
          <p:cNvSpPr/>
          <p:nvPr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" y="1276350"/>
            <a:ext cx="12192001" cy="5581651"/>
            <a:chOff x="-2" y="3019587"/>
            <a:chExt cx="12192001" cy="3838414"/>
          </a:xfrm>
        </p:grpSpPr>
        <p:sp>
          <p:nvSpPr>
            <p:cNvPr id="22" name="任意多边形: 形状 83"/>
            <p:cNvSpPr/>
            <p:nvPr/>
          </p:nvSpPr>
          <p:spPr>
            <a:xfrm>
              <a:off x="-2" y="3019587"/>
              <a:ext cx="12191999" cy="3656014"/>
            </a:xfrm>
            <a:custGeom>
              <a:avLst/>
              <a:gdLst>
                <a:gd name="connsiteX0" fmla="*/ 6096002 w 12191999"/>
                <a:gd name="connsiteY0" fmla="*/ 0 h 3656014"/>
                <a:gd name="connsiteX1" fmla="*/ 11517301 w 12191999"/>
                <a:gd name="connsiteY1" fmla="*/ 568339 h 3656014"/>
                <a:gd name="connsiteX2" fmla="*/ 12191999 w 12191999"/>
                <a:gd name="connsiteY2" fmla="*/ 741496 h 3656014"/>
                <a:gd name="connsiteX3" fmla="*/ 12191999 w 12191999"/>
                <a:gd name="connsiteY3" fmla="*/ 3656014 h 3656014"/>
                <a:gd name="connsiteX4" fmla="*/ 0 w 12191999"/>
                <a:gd name="connsiteY4" fmla="*/ 3656014 h 3656014"/>
                <a:gd name="connsiteX5" fmla="*/ 0 w 12191999"/>
                <a:gd name="connsiteY5" fmla="*/ 741497 h 3656014"/>
                <a:gd name="connsiteX6" fmla="*/ 674702 w 12191999"/>
                <a:gd name="connsiteY6" fmla="*/ 568339 h 3656014"/>
                <a:gd name="connsiteX7" fmla="*/ 6096002 w 12191999"/>
                <a:gd name="connsiteY7" fmla="*/ 0 h 365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99" h="3656014">
                  <a:moveTo>
                    <a:pt x="6096002" y="0"/>
                  </a:moveTo>
                  <a:cubicBezTo>
                    <a:pt x="8104174" y="0"/>
                    <a:pt x="9969760" y="209519"/>
                    <a:pt x="11517301" y="568339"/>
                  </a:cubicBezTo>
                  <a:lnTo>
                    <a:pt x="12191999" y="741496"/>
                  </a:lnTo>
                  <a:lnTo>
                    <a:pt x="12191999" y="3656014"/>
                  </a:lnTo>
                  <a:lnTo>
                    <a:pt x="0" y="3656014"/>
                  </a:lnTo>
                  <a:lnTo>
                    <a:pt x="0" y="741497"/>
                  </a:lnTo>
                  <a:lnTo>
                    <a:pt x="674702" y="568339"/>
                  </a:lnTo>
                  <a:cubicBezTo>
                    <a:pt x="2222243" y="209519"/>
                    <a:pt x="4087830" y="0"/>
                    <a:pt x="609600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>
                <a:cs typeface="+mn-ea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0" y="3201976"/>
              <a:ext cx="12191999" cy="3656025"/>
            </a:xfrm>
            <a:custGeom>
              <a:avLst/>
              <a:gdLst>
                <a:gd name="connsiteX0" fmla="*/ 6096002 w 12191999"/>
                <a:gd name="connsiteY0" fmla="*/ 0 h 3656014"/>
                <a:gd name="connsiteX1" fmla="*/ 11517301 w 12191999"/>
                <a:gd name="connsiteY1" fmla="*/ 568339 h 3656014"/>
                <a:gd name="connsiteX2" fmla="*/ 12191999 w 12191999"/>
                <a:gd name="connsiteY2" fmla="*/ 741496 h 3656014"/>
                <a:gd name="connsiteX3" fmla="*/ 12191999 w 12191999"/>
                <a:gd name="connsiteY3" fmla="*/ 3656014 h 3656014"/>
                <a:gd name="connsiteX4" fmla="*/ 0 w 12191999"/>
                <a:gd name="connsiteY4" fmla="*/ 3656014 h 3656014"/>
                <a:gd name="connsiteX5" fmla="*/ 0 w 12191999"/>
                <a:gd name="connsiteY5" fmla="*/ 741497 h 3656014"/>
                <a:gd name="connsiteX6" fmla="*/ 674702 w 12191999"/>
                <a:gd name="connsiteY6" fmla="*/ 568339 h 3656014"/>
                <a:gd name="connsiteX7" fmla="*/ 6096002 w 12191999"/>
                <a:gd name="connsiteY7" fmla="*/ 0 h 3656014"/>
                <a:gd name="connsiteX0-1" fmla="*/ 6096002 w 12191999"/>
                <a:gd name="connsiteY0-2" fmla="*/ 0 h 3656014"/>
                <a:gd name="connsiteX1-3" fmla="*/ 11517301 w 12191999"/>
                <a:gd name="connsiteY1-4" fmla="*/ 568339 h 3656014"/>
                <a:gd name="connsiteX2-5" fmla="*/ 12191999 w 12191999"/>
                <a:gd name="connsiteY2-6" fmla="*/ 741496 h 3656014"/>
                <a:gd name="connsiteX3-7" fmla="*/ 12191999 w 12191999"/>
                <a:gd name="connsiteY3-8" fmla="*/ 3656014 h 3656014"/>
                <a:gd name="connsiteX4-9" fmla="*/ 0 w 12191999"/>
                <a:gd name="connsiteY4-10" fmla="*/ 3656014 h 3656014"/>
                <a:gd name="connsiteX5-11" fmla="*/ 0 w 12191999"/>
                <a:gd name="connsiteY5-12" fmla="*/ 636694 h 3656014"/>
                <a:gd name="connsiteX6-13" fmla="*/ 674702 w 12191999"/>
                <a:gd name="connsiteY6-14" fmla="*/ 568339 h 3656014"/>
                <a:gd name="connsiteX7-15" fmla="*/ 6096002 w 12191999"/>
                <a:gd name="connsiteY7-16" fmla="*/ 0 h 3656014"/>
                <a:gd name="connsiteX0-17" fmla="*/ 6096002 w 12191999"/>
                <a:gd name="connsiteY0-18" fmla="*/ 1349 h 3657363"/>
                <a:gd name="connsiteX1-19" fmla="*/ 11517301 w 12191999"/>
                <a:gd name="connsiteY1-20" fmla="*/ 569688 h 3657363"/>
                <a:gd name="connsiteX2-21" fmla="*/ 12191999 w 12191999"/>
                <a:gd name="connsiteY2-22" fmla="*/ 742845 h 3657363"/>
                <a:gd name="connsiteX3-23" fmla="*/ 12191999 w 12191999"/>
                <a:gd name="connsiteY3-24" fmla="*/ 3657363 h 3657363"/>
                <a:gd name="connsiteX4-25" fmla="*/ 0 w 12191999"/>
                <a:gd name="connsiteY4-26" fmla="*/ 3657363 h 3657363"/>
                <a:gd name="connsiteX5-27" fmla="*/ 0 w 12191999"/>
                <a:gd name="connsiteY5-28" fmla="*/ 638043 h 3657363"/>
                <a:gd name="connsiteX6-29" fmla="*/ 663816 w 12191999"/>
                <a:gd name="connsiteY6-30" fmla="*/ 472371 h 3657363"/>
                <a:gd name="connsiteX7-31" fmla="*/ 6096002 w 12191999"/>
                <a:gd name="connsiteY7-32" fmla="*/ 1349 h 3657363"/>
                <a:gd name="connsiteX0-33" fmla="*/ 6096002 w 12191999"/>
                <a:gd name="connsiteY0-34" fmla="*/ 1349 h 3657363"/>
                <a:gd name="connsiteX1-35" fmla="*/ 11517301 w 12191999"/>
                <a:gd name="connsiteY1-36" fmla="*/ 569688 h 3657363"/>
                <a:gd name="connsiteX2-37" fmla="*/ 12191999 w 12191999"/>
                <a:gd name="connsiteY2-38" fmla="*/ 653013 h 3657363"/>
                <a:gd name="connsiteX3-39" fmla="*/ 12191999 w 12191999"/>
                <a:gd name="connsiteY3-40" fmla="*/ 3657363 h 3657363"/>
                <a:gd name="connsiteX4-41" fmla="*/ 0 w 12191999"/>
                <a:gd name="connsiteY4-42" fmla="*/ 3657363 h 3657363"/>
                <a:gd name="connsiteX5-43" fmla="*/ 0 w 12191999"/>
                <a:gd name="connsiteY5-44" fmla="*/ 638043 h 3657363"/>
                <a:gd name="connsiteX6-45" fmla="*/ 663816 w 12191999"/>
                <a:gd name="connsiteY6-46" fmla="*/ 472371 h 3657363"/>
                <a:gd name="connsiteX7-47" fmla="*/ 6096002 w 12191999"/>
                <a:gd name="connsiteY7-48" fmla="*/ 1349 h 3657363"/>
                <a:gd name="connsiteX0-49" fmla="*/ 6096002 w 12191999"/>
                <a:gd name="connsiteY0-50" fmla="*/ 1349 h 3657363"/>
                <a:gd name="connsiteX1-51" fmla="*/ 11517301 w 12191999"/>
                <a:gd name="connsiteY1-52" fmla="*/ 569688 h 3657363"/>
                <a:gd name="connsiteX2-53" fmla="*/ 12191999 w 12191999"/>
                <a:gd name="connsiteY2-54" fmla="*/ 623069 h 3657363"/>
                <a:gd name="connsiteX3-55" fmla="*/ 12191999 w 12191999"/>
                <a:gd name="connsiteY3-56" fmla="*/ 3657363 h 3657363"/>
                <a:gd name="connsiteX4-57" fmla="*/ 0 w 12191999"/>
                <a:gd name="connsiteY4-58" fmla="*/ 3657363 h 3657363"/>
                <a:gd name="connsiteX5-59" fmla="*/ 0 w 12191999"/>
                <a:gd name="connsiteY5-60" fmla="*/ 638043 h 3657363"/>
                <a:gd name="connsiteX6-61" fmla="*/ 663816 w 12191999"/>
                <a:gd name="connsiteY6-62" fmla="*/ 472371 h 3657363"/>
                <a:gd name="connsiteX7-63" fmla="*/ 6096002 w 12191999"/>
                <a:gd name="connsiteY7-64" fmla="*/ 1349 h 3657363"/>
                <a:gd name="connsiteX0-65" fmla="*/ 6096002 w 12191999"/>
                <a:gd name="connsiteY0-66" fmla="*/ 11 h 3656025"/>
                <a:gd name="connsiteX1-67" fmla="*/ 11571730 w 12191999"/>
                <a:gd name="connsiteY1-68" fmla="*/ 463547 h 3656025"/>
                <a:gd name="connsiteX2-69" fmla="*/ 12191999 w 12191999"/>
                <a:gd name="connsiteY2-70" fmla="*/ 621731 h 3656025"/>
                <a:gd name="connsiteX3-71" fmla="*/ 12191999 w 12191999"/>
                <a:gd name="connsiteY3-72" fmla="*/ 3656025 h 3656025"/>
                <a:gd name="connsiteX4-73" fmla="*/ 0 w 12191999"/>
                <a:gd name="connsiteY4-74" fmla="*/ 3656025 h 3656025"/>
                <a:gd name="connsiteX5-75" fmla="*/ 0 w 12191999"/>
                <a:gd name="connsiteY5-76" fmla="*/ 636705 h 3656025"/>
                <a:gd name="connsiteX6-77" fmla="*/ 663816 w 12191999"/>
                <a:gd name="connsiteY6-78" fmla="*/ 471033 h 3656025"/>
                <a:gd name="connsiteX7-79" fmla="*/ 6096002 w 12191999"/>
                <a:gd name="connsiteY7-80" fmla="*/ 11 h 3656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2191999" h="3656025">
                  <a:moveTo>
                    <a:pt x="6096002" y="11"/>
                  </a:moveTo>
                  <a:cubicBezTo>
                    <a:pt x="7913988" y="-1237"/>
                    <a:pt x="10024189" y="104727"/>
                    <a:pt x="11571730" y="463547"/>
                  </a:cubicBezTo>
                  <a:lnTo>
                    <a:pt x="12191999" y="621731"/>
                  </a:lnTo>
                  <a:lnTo>
                    <a:pt x="12191999" y="3656025"/>
                  </a:lnTo>
                  <a:lnTo>
                    <a:pt x="0" y="3656025"/>
                  </a:lnTo>
                  <a:lnTo>
                    <a:pt x="0" y="636705"/>
                  </a:lnTo>
                  <a:lnTo>
                    <a:pt x="663816" y="471033"/>
                  </a:lnTo>
                  <a:cubicBezTo>
                    <a:pt x="2211357" y="112213"/>
                    <a:pt x="4278016" y="1259"/>
                    <a:pt x="6096002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>
                <a:lnSpc>
                  <a:spcPct val="130000"/>
                </a:lnSpc>
              </a:pPr>
              <a:endParaRPr lang="zh-CN" altLang="en-US">
                <a:cs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1899" b="57235"/>
          <a:stretch>
            <a:fillRect/>
          </a:stretch>
        </p:blipFill>
        <p:spPr>
          <a:xfrm>
            <a:off x="-36948" y="498222"/>
            <a:ext cx="10741212" cy="2683778"/>
          </a:xfrm>
          <a:prstGeom prst="rect">
            <a:avLst/>
          </a:prstGeom>
        </p:spPr>
      </p:pic>
      <p:grpSp>
        <p:nvGrpSpPr>
          <p:cNvPr id="72" name="组合 71"/>
          <p:cNvGrpSpPr/>
          <p:nvPr/>
        </p:nvGrpSpPr>
        <p:grpSpPr>
          <a:xfrm>
            <a:off x="3088515" y="318307"/>
            <a:ext cx="5335441" cy="743960"/>
            <a:chOff x="2391333" y="28738"/>
            <a:chExt cx="5968114" cy="832177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333" y="32077"/>
              <a:ext cx="825500" cy="825500"/>
            </a:xfrm>
            <a:prstGeom prst="rect">
              <a:avLst/>
            </a:prstGeom>
          </p:spPr>
        </p:pic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347" y="28738"/>
              <a:ext cx="4991100" cy="832177"/>
            </a:xfrm>
            <a:prstGeom prst="rect">
              <a:avLst/>
            </a:prstGeom>
          </p:spPr>
        </p:pic>
      </p:grpSp>
      <p:sp>
        <p:nvSpPr>
          <p:cNvPr id="75" name="标题 47"/>
          <p:cNvSpPr txBox="1"/>
          <p:nvPr/>
        </p:nvSpPr>
        <p:spPr>
          <a:xfrm>
            <a:off x="1410808" y="2583530"/>
            <a:ext cx="9370378" cy="207492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5400" dirty="0"/>
              <a:t>南京航空航天大学航空学院</a:t>
            </a:r>
            <a:br>
              <a:rPr lang="zh-CN" altLang="en-US" sz="5400" dirty="0"/>
            </a:br>
            <a:r>
              <a:rPr lang="zh-CN" altLang="en-US" sz="5400" dirty="0"/>
              <a:t>答辩</a:t>
            </a:r>
            <a:r>
              <a:rPr lang="en-US" altLang="zh-CN" sz="5400" dirty="0"/>
              <a:t>/</a:t>
            </a:r>
            <a:r>
              <a:rPr lang="zh-CN" altLang="en-US" sz="5400" dirty="0"/>
              <a:t>汇报通用模板</a:t>
            </a:r>
            <a:endParaRPr lang="zh-CN" altLang="en-US" sz="5400" dirty="0"/>
          </a:p>
        </p:txBody>
      </p:sp>
      <p:sp>
        <p:nvSpPr>
          <p:cNvPr id="76" name="文本占位符 87"/>
          <p:cNvSpPr txBox="1"/>
          <p:nvPr/>
        </p:nvSpPr>
        <p:spPr>
          <a:xfrm>
            <a:off x="3518707" y="2049952"/>
            <a:ext cx="5154585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200" kern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年南京航空航天大学航空学院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51923" y="5023969"/>
            <a:ext cx="7088154" cy="576477"/>
            <a:chOff x="2551923" y="5295418"/>
            <a:chExt cx="7088154" cy="576477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2551923" y="5295418"/>
              <a:ext cx="689034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/>
            <p:cNvGrpSpPr/>
            <p:nvPr/>
          </p:nvGrpSpPr>
          <p:grpSpPr>
            <a:xfrm>
              <a:off x="2551923" y="5459665"/>
              <a:ext cx="7088154" cy="412230"/>
              <a:chOff x="2123796" y="4672465"/>
              <a:chExt cx="7616003" cy="412230"/>
            </a:xfrm>
          </p:grpSpPr>
          <p:sp>
            <p:nvSpPr>
              <p:cNvPr id="81" name="文本框 80"/>
              <p:cNvSpPr txBox="1"/>
              <p:nvPr/>
            </p:nvSpPr>
            <p:spPr>
              <a:xfrm>
                <a:off x="2123796" y="4672466"/>
                <a:ext cx="2685493" cy="41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答辩人：晓 南</a:t>
                </a:r>
                <a:endParaRPr lang="zh-CN" altLang="en-US" sz="1050" dirty="0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4705934" y="4672466"/>
                <a:ext cx="2685493" cy="41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导师：晓 航</a:t>
                </a:r>
                <a:endParaRPr lang="zh-CN" altLang="en-US" sz="1050" dirty="0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6937094" y="4672465"/>
                <a:ext cx="2802705" cy="41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日期：</a:t>
                </a:r>
                <a:r>
                  <a:rPr lang="en-US" altLang="zh-CN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2022</a:t>
                </a: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r>
                  <a:rPr lang="en-US" altLang="zh-CN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日</a:t>
                </a:r>
                <a:endParaRPr lang="zh-CN" altLang="en-US" sz="1050" dirty="0"/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/>
          <a:srcRect r="20154" b="27351"/>
          <a:stretch>
            <a:fillRect/>
          </a:stretch>
        </p:blipFill>
        <p:spPr>
          <a:xfrm>
            <a:off x="8788227" y="3767929"/>
            <a:ext cx="3403773" cy="3090072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封面样式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8826" y="6190927"/>
            <a:ext cx="3017782" cy="499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49" y="5002204"/>
            <a:ext cx="2633853" cy="1855795"/>
          </a:xfrm>
          <a:prstGeom prst="rect">
            <a:avLst/>
          </a:prstGeom>
        </p:spPr>
      </p:pic>
      <p:sp>
        <p:nvSpPr>
          <p:cNvPr id="52" name="矩形 4"/>
          <p:cNvSpPr/>
          <p:nvPr/>
        </p:nvSpPr>
        <p:spPr>
          <a:xfrm rot="16200000">
            <a:off x="18120" y="191181"/>
            <a:ext cx="6880860" cy="6452779"/>
          </a:xfrm>
          <a:custGeom>
            <a:avLst/>
            <a:gdLst>
              <a:gd name="connsiteX0" fmla="*/ 0 w 6880860"/>
              <a:gd name="connsiteY0" fmla="*/ 0 h 5930265"/>
              <a:gd name="connsiteX1" fmla="*/ 6880860 w 6880860"/>
              <a:gd name="connsiteY1" fmla="*/ 0 h 5930265"/>
              <a:gd name="connsiteX2" fmla="*/ 6880860 w 6880860"/>
              <a:gd name="connsiteY2" fmla="*/ 5930265 h 5930265"/>
              <a:gd name="connsiteX3" fmla="*/ 0 w 6880860"/>
              <a:gd name="connsiteY3" fmla="*/ 5930265 h 5930265"/>
              <a:gd name="connsiteX4" fmla="*/ 0 w 6880860"/>
              <a:gd name="connsiteY4" fmla="*/ 0 h 5930265"/>
              <a:gd name="connsiteX0-1" fmla="*/ 0 w 6880860"/>
              <a:gd name="connsiteY0-2" fmla="*/ 0 h 5930265"/>
              <a:gd name="connsiteX1-3" fmla="*/ 6880860 w 6880860"/>
              <a:gd name="connsiteY1-4" fmla="*/ 0 h 5930265"/>
              <a:gd name="connsiteX2-5" fmla="*/ 6880860 w 6880860"/>
              <a:gd name="connsiteY2-6" fmla="*/ 5930265 h 5930265"/>
              <a:gd name="connsiteX3-7" fmla="*/ 0 w 6880860"/>
              <a:gd name="connsiteY3-8" fmla="*/ 5930265 h 5930265"/>
              <a:gd name="connsiteX4-9" fmla="*/ 0 w 6880860"/>
              <a:gd name="connsiteY4-10" fmla="*/ 0 h 5930265"/>
              <a:gd name="connsiteX0-11" fmla="*/ 0 w 6880860"/>
              <a:gd name="connsiteY0-12" fmla="*/ 0 h 5930265"/>
              <a:gd name="connsiteX1-13" fmla="*/ 6880860 w 6880860"/>
              <a:gd name="connsiteY1-14" fmla="*/ 0 h 5930265"/>
              <a:gd name="connsiteX2-15" fmla="*/ 6880860 w 6880860"/>
              <a:gd name="connsiteY2-16" fmla="*/ 5930265 h 5930265"/>
              <a:gd name="connsiteX3-17" fmla="*/ 0 w 6880860"/>
              <a:gd name="connsiteY3-18" fmla="*/ 5930265 h 5930265"/>
              <a:gd name="connsiteX4-19" fmla="*/ 0 w 6880860"/>
              <a:gd name="connsiteY4-20" fmla="*/ 0 h 5930265"/>
              <a:gd name="connsiteX0-21" fmla="*/ 0 w 6880860"/>
              <a:gd name="connsiteY0-22" fmla="*/ 0 h 5946958"/>
              <a:gd name="connsiteX1-23" fmla="*/ 6880860 w 6880860"/>
              <a:gd name="connsiteY1-24" fmla="*/ 0 h 5946958"/>
              <a:gd name="connsiteX2-25" fmla="*/ 6880860 w 6880860"/>
              <a:gd name="connsiteY2-26" fmla="*/ 5930265 h 5946958"/>
              <a:gd name="connsiteX3-27" fmla="*/ 0 w 6880860"/>
              <a:gd name="connsiteY3-28" fmla="*/ 5930265 h 5946958"/>
              <a:gd name="connsiteX4-29" fmla="*/ 0 w 6880860"/>
              <a:gd name="connsiteY4-30" fmla="*/ 0 h 5946958"/>
              <a:gd name="connsiteX0-31" fmla="*/ 0 w 6880860"/>
              <a:gd name="connsiteY0-32" fmla="*/ 0 h 6452779"/>
              <a:gd name="connsiteX1-33" fmla="*/ 6880860 w 6880860"/>
              <a:gd name="connsiteY1-34" fmla="*/ 0 h 6452779"/>
              <a:gd name="connsiteX2-35" fmla="*/ 6851832 w 6880860"/>
              <a:gd name="connsiteY2-36" fmla="*/ 6452779 h 6452779"/>
              <a:gd name="connsiteX3-37" fmla="*/ 0 w 6880860"/>
              <a:gd name="connsiteY3-38" fmla="*/ 5930265 h 6452779"/>
              <a:gd name="connsiteX4-39" fmla="*/ 0 w 6880860"/>
              <a:gd name="connsiteY4-40" fmla="*/ 0 h 6452779"/>
              <a:gd name="connsiteX0-41" fmla="*/ 0 w 6880860"/>
              <a:gd name="connsiteY0-42" fmla="*/ 0 h 6452779"/>
              <a:gd name="connsiteX1-43" fmla="*/ 6880860 w 6880860"/>
              <a:gd name="connsiteY1-44" fmla="*/ 0 h 6452779"/>
              <a:gd name="connsiteX2-45" fmla="*/ 6851832 w 6880860"/>
              <a:gd name="connsiteY2-46" fmla="*/ 6452779 h 6452779"/>
              <a:gd name="connsiteX3-47" fmla="*/ 0 w 6880860"/>
              <a:gd name="connsiteY3-48" fmla="*/ 5930265 h 6452779"/>
              <a:gd name="connsiteX4-49" fmla="*/ 0 w 6880860"/>
              <a:gd name="connsiteY4-50" fmla="*/ 0 h 6452779"/>
              <a:gd name="connsiteX0-51" fmla="*/ 0 w 6880860"/>
              <a:gd name="connsiteY0-52" fmla="*/ 0 h 6452779"/>
              <a:gd name="connsiteX1-53" fmla="*/ 6880860 w 6880860"/>
              <a:gd name="connsiteY1-54" fmla="*/ 0 h 6452779"/>
              <a:gd name="connsiteX2-55" fmla="*/ 6851832 w 6880860"/>
              <a:gd name="connsiteY2-56" fmla="*/ 6452779 h 6452779"/>
              <a:gd name="connsiteX3-57" fmla="*/ 14514 w 6880860"/>
              <a:gd name="connsiteY3-58" fmla="*/ 6264097 h 6452779"/>
              <a:gd name="connsiteX4-59" fmla="*/ 0 w 6880860"/>
              <a:gd name="connsiteY4-60" fmla="*/ 0 h 6452779"/>
              <a:gd name="connsiteX0-61" fmla="*/ 0 w 6880860"/>
              <a:gd name="connsiteY0-62" fmla="*/ 0 h 6452779"/>
              <a:gd name="connsiteX1-63" fmla="*/ 6880860 w 6880860"/>
              <a:gd name="connsiteY1-64" fmla="*/ 0 h 6452779"/>
              <a:gd name="connsiteX2-65" fmla="*/ 6851832 w 6880860"/>
              <a:gd name="connsiteY2-66" fmla="*/ 6452779 h 6452779"/>
              <a:gd name="connsiteX3-67" fmla="*/ 14514 w 6880860"/>
              <a:gd name="connsiteY3-68" fmla="*/ 6264097 h 6452779"/>
              <a:gd name="connsiteX4-69" fmla="*/ 0 w 6880860"/>
              <a:gd name="connsiteY4-70" fmla="*/ 0 h 6452779"/>
              <a:gd name="connsiteX0-71" fmla="*/ 0 w 6880860"/>
              <a:gd name="connsiteY0-72" fmla="*/ 0 h 6452779"/>
              <a:gd name="connsiteX1-73" fmla="*/ 6880860 w 6880860"/>
              <a:gd name="connsiteY1-74" fmla="*/ 0 h 6452779"/>
              <a:gd name="connsiteX2-75" fmla="*/ 6851832 w 6880860"/>
              <a:gd name="connsiteY2-76" fmla="*/ 6452779 h 6452779"/>
              <a:gd name="connsiteX3-77" fmla="*/ 14514 w 6880860"/>
              <a:gd name="connsiteY3-78" fmla="*/ 6264097 h 6452779"/>
              <a:gd name="connsiteX4-79" fmla="*/ 0 w 6880860"/>
              <a:gd name="connsiteY4-80" fmla="*/ 0 h 64527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80860" h="6452779">
                <a:moveTo>
                  <a:pt x="0" y="0"/>
                </a:moveTo>
                <a:lnTo>
                  <a:pt x="6880860" y="0"/>
                </a:lnTo>
                <a:lnTo>
                  <a:pt x="6851832" y="6452779"/>
                </a:lnTo>
                <a:cubicBezTo>
                  <a:pt x="4529183" y="5015871"/>
                  <a:pt x="1785620" y="5625480"/>
                  <a:pt x="14514" y="626409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2"/>
          <a:srcRect r="20154" b="27351"/>
          <a:stretch>
            <a:fillRect/>
          </a:stretch>
        </p:blipFill>
        <p:spPr>
          <a:xfrm>
            <a:off x="9734804" y="4627267"/>
            <a:ext cx="2457196" cy="2230734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6200000">
            <a:off x="-214039" y="191180"/>
            <a:ext cx="6880860" cy="6452779"/>
          </a:xfrm>
          <a:custGeom>
            <a:avLst/>
            <a:gdLst>
              <a:gd name="connsiteX0" fmla="*/ 0 w 6880860"/>
              <a:gd name="connsiteY0" fmla="*/ 0 h 5930265"/>
              <a:gd name="connsiteX1" fmla="*/ 6880860 w 6880860"/>
              <a:gd name="connsiteY1" fmla="*/ 0 h 5930265"/>
              <a:gd name="connsiteX2" fmla="*/ 6880860 w 6880860"/>
              <a:gd name="connsiteY2" fmla="*/ 5930265 h 5930265"/>
              <a:gd name="connsiteX3" fmla="*/ 0 w 6880860"/>
              <a:gd name="connsiteY3" fmla="*/ 5930265 h 5930265"/>
              <a:gd name="connsiteX4" fmla="*/ 0 w 6880860"/>
              <a:gd name="connsiteY4" fmla="*/ 0 h 5930265"/>
              <a:gd name="connsiteX0-1" fmla="*/ 0 w 6880860"/>
              <a:gd name="connsiteY0-2" fmla="*/ 0 h 5930265"/>
              <a:gd name="connsiteX1-3" fmla="*/ 6880860 w 6880860"/>
              <a:gd name="connsiteY1-4" fmla="*/ 0 h 5930265"/>
              <a:gd name="connsiteX2-5" fmla="*/ 6880860 w 6880860"/>
              <a:gd name="connsiteY2-6" fmla="*/ 5930265 h 5930265"/>
              <a:gd name="connsiteX3-7" fmla="*/ 0 w 6880860"/>
              <a:gd name="connsiteY3-8" fmla="*/ 5930265 h 5930265"/>
              <a:gd name="connsiteX4-9" fmla="*/ 0 w 6880860"/>
              <a:gd name="connsiteY4-10" fmla="*/ 0 h 5930265"/>
              <a:gd name="connsiteX0-11" fmla="*/ 0 w 6880860"/>
              <a:gd name="connsiteY0-12" fmla="*/ 0 h 5930265"/>
              <a:gd name="connsiteX1-13" fmla="*/ 6880860 w 6880860"/>
              <a:gd name="connsiteY1-14" fmla="*/ 0 h 5930265"/>
              <a:gd name="connsiteX2-15" fmla="*/ 6880860 w 6880860"/>
              <a:gd name="connsiteY2-16" fmla="*/ 5930265 h 5930265"/>
              <a:gd name="connsiteX3-17" fmla="*/ 0 w 6880860"/>
              <a:gd name="connsiteY3-18" fmla="*/ 5930265 h 5930265"/>
              <a:gd name="connsiteX4-19" fmla="*/ 0 w 6880860"/>
              <a:gd name="connsiteY4-20" fmla="*/ 0 h 5930265"/>
              <a:gd name="connsiteX0-21" fmla="*/ 0 w 6880860"/>
              <a:gd name="connsiteY0-22" fmla="*/ 0 h 5946958"/>
              <a:gd name="connsiteX1-23" fmla="*/ 6880860 w 6880860"/>
              <a:gd name="connsiteY1-24" fmla="*/ 0 h 5946958"/>
              <a:gd name="connsiteX2-25" fmla="*/ 6880860 w 6880860"/>
              <a:gd name="connsiteY2-26" fmla="*/ 5930265 h 5946958"/>
              <a:gd name="connsiteX3-27" fmla="*/ 0 w 6880860"/>
              <a:gd name="connsiteY3-28" fmla="*/ 5930265 h 5946958"/>
              <a:gd name="connsiteX4-29" fmla="*/ 0 w 6880860"/>
              <a:gd name="connsiteY4-30" fmla="*/ 0 h 5946958"/>
              <a:gd name="connsiteX0-31" fmla="*/ 0 w 6880860"/>
              <a:gd name="connsiteY0-32" fmla="*/ 0 h 6452779"/>
              <a:gd name="connsiteX1-33" fmla="*/ 6880860 w 6880860"/>
              <a:gd name="connsiteY1-34" fmla="*/ 0 h 6452779"/>
              <a:gd name="connsiteX2-35" fmla="*/ 6851832 w 6880860"/>
              <a:gd name="connsiteY2-36" fmla="*/ 6452779 h 6452779"/>
              <a:gd name="connsiteX3-37" fmla="*/ 0 w 6880860"/>
              <a:gd name="connsiteY3-38" fmla="*/ 5930265 h 6452779"/>
              <a:gd name="connsiteX4-39" fmla="*/ 0 w 6880860"/>
              <a:gd name="connsiteY4-40" fmla="*/ 0 h 6452779"/>
              <a:gd name="connsiteX0-41" fmla="*/ 0 w 6880860"/>
              <a:gd name="connsiteY0-42" fmla="*/ 0 h 6452779"/>
              <a:gd name="connsiteX1-43" fmla="*/ 6880860 w 6880860"/>
              <a:gd name="connsiteY1-44" fmla="*/ 0 h 6452779"/>
              <a:gd name="connsiteX2-45" fmla="*/ 6851832 w 6880860"/>
              <a:gd name="connsiteY2-46" fmla="*/ 6452779 h 6452779"/>
              <a:gd name="connsiteX3-47" fmla="*/ 0 w 6880860"/>
              <a:gd name="connsiteY3-48" fmla="*/ 5930265 h 6452779"/>
              <a:gd name="connsiteX4-49" fmla="*/ 0 w 6880860"/>
              <a:gd name="connsiteY4-50" fmla="*/ 0 h 6452779"/>
              <a:gd name="connsiteX0-51" fmla="*/ 0 w 6880860"/>
              <a:gd name="connsiteY0-52" fmla="*/ 0 h 6452779"/>
              <a:gd name="connsiteX1-53" fmla="*/ 6880860 w 6880860"/>
              <a:gd name="connsiteY1-54" fmla="*/ 0 h 6452779"/>
              <a:gd name="connsiteX2-55" fmla="*/ 6851832 w 6880860"/>
              <a:gd name="connsiteY2-56" fmla="*/ 6452779 h 6452779"/>
              <a:gd name="connsiteX3-57" fmla="*/ 14514 w 6880860"/>
              <a:gd name="connsiteY3-58" fmla="*/ 6264097 h 6452779"/>
              <a:gd name="connsiteX4-59" fmla="*/ 0 w 6880860"/>
              <a:gd name="connsiteY4-60" fmla="*/ 0 h 6452779"/>
              <a:gd name="connsiteX0-61" fmla="*/ 0 w 6880860"/>
              <a:gd name="connsiteY0-62" fmla="*/ 0 h 6452779"/>
              <a:gd name="connsiteX1-63" fmla="*/ 6880860 w 6880860"/>
              <a:gd name="connsiteY1-64" fmla="*/ 0 h 6452779"/>
              <a:gd name="connsiteX2-65" fmla="*/ 6851832 w 6880860"/>
              <a:gd name="connsiteY2-66" fmla="*/ 6452779 h 6452779"/>
              <a:gd name="connsiteX3-67" fmla="*/ 14514 w 6880860"/>
              <a:gd name="connsiteY3-68" fmla="*/ 6264097 h 6452779"/>
              <a:gd name="connsiteX4-69" fmla="*/ 0 w 6880860"/>
              <a:gd name="connsiteY4-70" fmla="*/ 0 h 6452779"/>
              <a:gd name="connsiteX0-71" fmla="*/ 0 w 6880860"/>
              <a:gd name="connsiteY0-72" fmla="*/ 0 h 6452779"/>
              <a:gd name="connsiteX1-73" fmla="*/ 6880860 w 6880860"/>
              <a:gd name="connsiteY1-74" fmla="*/ 0 h 6452779"/>
              <a:gd name="connsiteX2-75" fmla="*/ 6851832 w 6880860"/>
              <a:gd name="connsiteY2-76" fmla="*/ 6452779 h 6452779"/>
              <a:gd name="connsiteX3-77" fmla="*/ 14514 w 6880860"/>
              <a:gd name="connsiteY3-78" fmla="*/ 6264097 h 6452779"/>
              <a:gd name="connsiteX4-79" fmla="*/ 0 w 6880860"/>
              <a:gd name="connsiteY4-80" fmla="*/ 0 h 64527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80860" h="6452779">
                <a:moveTo>
                  <a:pt x="0" y="0"/>
                </a:moveTo>
                <a:lnTo>
                  <a:pt x="6880860" y="0"/>
                </a:lnTo>
                <a:lnTo>
                  <a:pt x="6851832" y="6452779"/>
                </a:lnTo>
                <a:cubicBezTo>
                  <a:pt x="4529183" y="5015871"/>
                  <a:pt x="1785620" y="5625480"/>
                  <a:pt x="14514" y="6264097"/>
                </a:cubicBezTo>
                <a:lnTo>
                  <a:pt x="0" y="0"/>
                </a:lnTo>
                <a:close/>
              </a:path>
            </a:pathLst>
          </a:custGeom>
          <a:solidFill>
            <a:srgbClr val="055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" y="2311431"/>
            <a:ext cx="5930188" cy="45719"/>
            <a:chOff x="3876675" y="2210577"/>
            <a:chExt cx="2053513" cy="37323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1" y="1172822"/>
            <a:ext cx="5930188" cy="45719"/>
            <a:chOff x="3876675" y="1172823"/>
            <a:chExt cx="2053513" cy="37322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3876675" y="1172823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876675" y="1210145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" y="3450040"/>
            <a:ext cx="5930188" cy="45719"/>
            <a:chOff x="3876675" y="2210577"/>
            <a:chExt cx="2053513" cy="37323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1" y="4588649"/>
            <a:ext cx="5930188" cy="45719"/>
            <a:chOff x="3876675" y="2210577"/>
            <a:chExt cx="2053513" cy="37323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1" y="5727257"/>
            <a:ext cx="5930188" cy="45719"/>
            <a:chOff x="3876675" y="2210577"/>
            <a:chExt cx="2053513" cy="37323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6444299" y="3977993"/>
            <a:ext cx="4851400" cy="973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南京航空航天大学</a:t>
            </a:r>
            <a:endParaRPr lang="en-US" altLang="zh-CN" sz="2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航空学院 </a:t>
            </a:r>
            <a:r>
              <a:rPr lang="en-US" altLang="zh-CN" sz="2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2022</a:t>
            </a:r>
            <a:endParaRPr lang="zh-CN" altLang="en-US" sz="2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7425254" y="1861668"/>
            <a:ext cx="2889490" cy="1688805"/>
            <a:chOff x="7304604" y="2107631"/>
            <a:chExt cx="2889490" cy="1688805"/>
          </a:xfrm>
        </p:grpSpPr>
        <p:sp>
          <p:nvSpPr>
            <p:cNvPr id="32" name="文本框 31"/>
            <p:cNvSpPr txBox="1"/>
            <p:nvPr/>
          </p:nvSpPr>
          <p:spPr>
            <a:xfrm>
              <a:off x="7368104" y="2107631"/>
              <a:ext cx="2825990" cy="1630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8800" b="1" kern="100" dirty="0">
                  <a:ln>
                    <a:solidFill>
                      <a:srgbClr val="0553A7"/>
                    </a:solidFill>
                  </a:ln>
                  <a:no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  <a:endParaRPr lang="zh-CN" altLang="zh-CN" sz="8800" b="1" kern="100" dirty="0">
                <a:ln>
                  <a:solidFill>
                    <a:srgbClr val="0553A7"/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304604" y="2165990"/>
              <a:ext cx="2825990" cy="1630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8800" b="1" kern="100" dirty="0">
                  <a:solidFill>
                    <a:srgbClr val="0553A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  <a:endParaRPr lang="zh-CN" altLang="zh-CN" sz="8800" b="1" kern="100" dirty="0">
                <a:solidFill>
                  <a:srgbClr val="0553A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 rot="18900000">
            <a:off x="7699745" y="743348"/>
            <a:ext cx="355788" cy="355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rot="18900000">
            <a:off x="11303469" y="446138"/>
            <a:ext cx="412387" cy="412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3"/>
          <a:srcRect l="11899" r="29806" b="65467"/>
          <a:stretch>
            <a:fillRect/>
          </a:stretch>
        </p:blipFill>
        <p:spPr>
          <a:xfrm rot="5400000">
            <a:off x="-1263544" y="1138959"/>
            <a:ext cx="7107342" cy="458008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457196" y="1468218"/>
            <a:ext cx="2520555" cy="4038291"/>
            <a:chOff x="2939810" y="1468218"/>
            <a:chExt cx="2520555" cy="4038291"/>
          </a:xfrm>
        </p:grpSpPr>
        <p:sp>
          <p:nvSpPr>
            <p:cNvPr id="6" name="文本框 5"/>
            <p:cNvSpPr txBox="1"/>
            <p:nvPr/>
          </p:nvSpPr>
          <p:spPr>
            <a:xfrm>
              <a:off x="3651856" y="1468218"/>
              <a:ext cx="16458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672840" y="3811598"/>
              <a:ext cx="16421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XXXXX</a:t>
              </a:r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72840" y="4983289"/>
              <a:ext cx="17875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XXXXX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672840" y="2639908"/>
              <a:ext cx="16421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XXXXX</a:t>
              </a:r>
              <a:endParaRPr lang="zh-CN" altLang="en-US" dirty="0"/>
            </a:p>
          </p:txBody>
        </p:sp>
        <p:sp>
          <p:nvSpPr>
            <p:cNvPr id="27" name="椭圆 26"/>
            <p:cNvSpPr/>
            <p:nvPr/>
          </p:nvSpPr>
          <p:spPr>
            <a:xfrm>
              <a:off x="2939810" y="1549944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0553A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200" b="1" dirty="0">
                <a:solidFill>
                  <a:srgbClr val="0553A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2939810" y="2706071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0553A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200" b="1" dirty="0">
                <a:solidFill>
                  <a:srgbClr val="0553A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2939810" y="3875683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0553A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200" b="1" dirty="0">
                <a:solidFill>
                  <a:srgbClr val="0553A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939810" y="5047374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0553A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200" b="1" dirty="0">
                <a:solidFill>
                  <a:srgbClr val="0553A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4"/>
          <a:srcRect r="88880"/>
          <a:stretch>
            <a:fillRect/>
          </a:stretch>
        </p:blipFill>
        <p:spPr>
          <a:xfrm flipH="1">
            <a:off x="10380247" y="2502353"/>
            <a:ext cx="465012" cy="66920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4"/>
          <a:srcRect r="88880"/>
          <a:stretch>
            <a:fillRect/>
          </a:stretch>
        </p:blipFill>
        <p:spPr>
          <a:xfrm>
            <a:off x="6822591" y="2502353"/>
            <a:ext cx="465012" cy="66920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96" y="248367"/>
            <a:ext cx="3298490" cy="549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537262" y="5818300"/>
            <a:ext cx="1866890" cy="346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r="20154" b="27351"/>
          <a:stretch>
            <a:fillRect/>
          </a:stretch>
        </p:blipFill>
        <p:spPr>
          <a:xfrm>
            <a:off x="8788227" y="3767929"/>
            <a:ext cx="3403773" cy="3090072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内页样式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9283" y="803564"/>
            <a:ext cx="2314035" cy="1936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61976" y="541634"/>
            <a:ext cx="648584" cy="461666"/>
            <a:chOff x="561975" y="363724"/>
            <a:chExt cx="898525" cy="639576"/>
          </a:xfrm>
        </p:grpSpPr>
        <p:sp>
          <p:nvSpPr>
            <p:cNvPr id="6" name="流程图: 手动输入 5"/>
            <p:cNvSpPr/>
            <p:nvPr/>
          </p:nvSpPr>
          <p:spPr>
            <a:xfrm rot="16200000" flipV="1">
              <a:off x="758854" y="301653"/>
              <a:ext cx="639574" cy="763719"/>
            </a:xfrm>
            <a:prstGeom prst="flowChartManualInput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61975" y="363724"/>
              <a:ext cx="88900" cy="6395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01145" y="541634"/>
            <a:ext cx="46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266579" y="479392"/>
            <a:ext cx="3223457" cy="523907"/>
            <a:chOff x="258164" y="247134"/>
            <a:chExt cx="3525158" cy="572942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339272" y="1094802"/>
            <a:ext cx="5781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小节标题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1089891" y="997527"/>
            <a:ext cx="2207491" cy="544946"/>
          </a:xfrm>
          <a:custGeom>
            <a:avLst/>
            <a:gdLst>
              <a:gd name="connsiteX0" fmla="*/ 0 w 2207491"/>
              <a:gd name="connsiteY0" fmla="*/ 0 h 544946"/>
              <a:gd name="connsiteX1" fmla="*/ 120073 w 2207491"/>
              <a:gd name="connsiteY1" fmla="*/ 544946 h 544946"/>
              <a:gd name="connsiteX2" fmla="*/ 2207491 w 2207491"/>
              <a:gd name="connsiteY2" fmla="*/ 544946 h 54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7491" h="544946">
                <a:moveTo>
                  <a:pt x="0" y="0"/>
                </a:moveTo>
                <a:lnTo>
                  <a:pt x="120073" y="544946"/>
                </a:lnTo>
                <a:lnTo>
                  <a:pt x="2207491" y="544946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  <a:tailEnd type="diamond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1380077" y="541634"/>
            <a:ext cx="231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章节标题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8"/>
          <p:cNvSpPr txBox="1">
            <a:spLocks noChangeArrowheads="1"/>
          </p:cNvSpPr>
          <p:nvPr/>
        </p:nvSpPr>
        <p:spPr bwMode="auto">
          <a:xfrm>
            <a:off x="1120126" y="1778304"/>
            <a:ext cx="9949523" cy="12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Bef>
                <a:spcPct val="0"/>
              </a:spcBef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indent="457200">
              <a:defRPr/>
            </a:pPr>
            <a:r>
              <a:rPr lang="zh-CN" altLang="en-US" dirty="0">
                <a:solidFill>
                  <a:prstClr val="black"/>
                </a:solidFill>
              </a:rPr>
              <a:t>这一段是文本样式，微软雅黑，大段正文文字字号</a:t>
            </a:r>
            <a:r>
              <a:rPr lang="en-US" altLang="zh-CN" dirty="0">
                <a:solidFill>
                  <a:prstClr val="black"/>
                </a:solidFill>
              </a:rPr>
              <a:t>18pt</a:t>
            </a:r>
            <a:r>
              <a:rPr lang="zh-CN" altLang="en-US" dirty="0">
                <a:solidFill>
                  <a:prstClr val="black"/>
                </a:solidFill>
              </a:rPr>
              <a:t>以上，行距</a:t>
            </a:r>
            <a:r>
              <a:rPr lang="en-US" altLang="zh-CN" dirty="0">
                <a:solidFill>
                  <a:prstClr val="black"/>
                </a:solidFill>
              </a:rPr>
              <a:t>1.25-1.5</a:t>
            </a:r>
            <a:r>
              <a:rPr lang="zh-CN" altLang="en-US" dirty="0">
                <a:solidFill>
                  <a:prstClr val="black"/>
                </a:solidFill>
              </a:rPr>
              <a:t>倍行距，字间距常规，首行缩进，两端对齐，需要强调的可以用 </a:t>
            </a:r>
            <a:r>
              <a:rPr lang="zh-CN" altLang="en-US" b="1" dirty="0">
                <a:solidFill>
                  <a:srgbClr val="2160B1"/>
                </a:solidFill>
              </a:rPr>
              <a:t>强调色加粗</a:t>
            </a:r>
            <a:r>
              <a:rPr lang="zh-CN" altLang="en-US" dirty="0">
                <a:solidFill>
                  <a:prstClr val="black"/>
                </a:solidFill>
              </a:rPr>
              <a:t>，需要额外强调的用 </a:t>
            </a:r>
            <a:r>
              <a:rPr lang="zh-CN" altLang="en-US" b="1" dirty="0">
                <a:solidFill>
                  <a:schemeClr val="accent6"/>
                </a:solidFill>
              </a:rPr>
              <a:t>这个颜色</a:t>
            </a:r>
            <a:r>
              <a:rPr lang="zh-CN" altLang="en-US" dirty="0">
                <a:solidFill>
                  <a:prstClr val="black"/>
                </a:solidFill>
              </a:rPr>
              <a:t>（尽量少用），强调的文本需要的话可以前后打个半角空格。图片及注释样式可以采用以下几种：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20126" y="3251055"/>
            <a:ext cx="2364500" cy="2875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3616184" y="3251055"/>
            <a:ext cx="2364500" cy="2567245"/>
          </a:xfrm>
          <a:prstGeom prst="roundRect">
            <a:avLst>
              <a:gd name="adj" fmla="val 7536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>
            <a:outerShdw blurRad="228600" dist="50800" dir="5400000" algn="ctr" rotWithShape="0">
              <a:schemeClr val="accent1">
                <a:lumMod val="75000"/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112242" y="3251055"/>
            <a:ext cx="2364500" cy="25672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608300" y="3251055"/>
            <a:ext cx="2364500" cy="2875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120126" y="5818300"/>
            <a:ext cx="2364500" cy="308302"/>
          </a:xfrm>
          <a:prstGeom prst="rect">
            <a:avLst/>
          </a:prstGeom>
          <a:gradFill>
            <a:gsLst>
              <a:gs pos="100000">
                <a:srgbClr val="182B77"/>
              </a:gs>
              <a:gs pos="0">
                <a:schemeClr val="accent1">
                  <a:alpha val="86000"/>
                  <a:lumMod val="8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图片样式①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583701" y="5853903"/>
            <a:ext cx="224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▲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图片样式②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93317" y="5818300"/>
            <a:ext cx="443945" cy="346200"/>
            <a:chOff x="6093317" y="5894500"/>
            <a:chExt cx="443945" cy="308302"/>
          </a:xfrm>
        </p:grpSpPr>
        <p:sp>
          <p:nvSpPr>
            <p:cNvPr id="38" name="矩形 37"/>
            <p:cNvSpPr/>
            <p:nvPr/>
          </p:nvSpPr>
          <p:spPr>
            <a:xfrm>
              <a:off x="6093317" y="5894500"/>
              <a:ext cx="331311" cy="308302"/>
            </a:xfrm>
            <a:prstGeom prst="rect">
              <a:avLst/>
            </a:prstGeom>
            <a:gradFill>
              <a:gsLst>
                <a:gs pos="100000">
                  <a:srgbClr val="182B77"/>
                </a:gs>
                <a:gs pos="0">
                  <a:schemeClr val="accent1">
                    <a:alpha val="86000"/>
                    <a:lumMod val="85000"/>
                  </a:scheme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6443554" y="5894500"/>
              <a:ext cx="93708" cy="308302"/>
            </a:xfrm>
            <a:prstGeom prst="rect">
              <a:avLst/>
            </a:prstGeom>
            <a:gradFill>
              <a:gsLst>
                <a:gs pos="100000">
                  <a:srgbClr val="182B77"/>
                </a:gs>
                <a:gs pos="0">
                  <a:schemeClr val="accent1">
                    <a:alpha val="86000"/>
                    <a:lumMod val="85000"/>
                  </a:scheme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6551801" y="5818300"/>
            <a:ext cx="1852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图片样式③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404152" y="5826003"/>
            <a:ext cx="93708" cy="346200"/>
          </a:xfrm>
          <a:prstGeom prst="rect">
            <a:avLst/>
          </a:prstGeom>
          <a:gradFill>
            <a:gsLst>
              <a:gs pos="100000">
                <a:srgbClr val="182B77"/>
              </a:gs>
              <a:gs pos="0">
                <a:schemeClr val="accent1">
                  <a:alpha val="86000"/>
                  <a:lumMod val="8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08300" y="5818300"/>
            <a:ext cx="2364500" cy="308302"/>
          </a:xfrm>
          <a:prstGeom prst="rect">
            <a:avLst/>
          </a:prstGeom>
          <a:gradFill>
            <a:gsLst>
              <a:gs pos="100000">
                <a:srgbClr val="182B77">
                  <a:alpha val="10000"/>
                </a:srgbClr>
              </a:gs>
              <a:gs pos="0">
                <a:schemeClr val="accent1">
                  <a:alpha val="86000"/>
                  <a:lumMod val="8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图片样式④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6" y="6190927"/>
            <a:ext cx="3017782" cy="499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2512359" y="1573648"/>
            <a:ext cx="4195264" cy="652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F3397"/>
              </a:gs>
              <a:gs pos="100000">
                <a:srgbClr val="2160B1"/>
              </a:gs>
            </a:gsLst>
            <a:lin ang="10200000" scaled="0"/>
          </a:gradFill>
          <a:ln w="28575">
            <a:solidFill>
              <a:schemeClr val="bg1"/>
            </a:solidFill>
          </a:ln>
          <a:effectLst>
            <a:outerShdw blurRad="50800" dist="50800" dir="5400000" algn="ctr" rotWithShape="0">
              <a:schemeClr val="accent1">
                <a:lumMod val="50000"/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r="20154" b="6391"/>
          <a:stretch>
            <a:fillRect/>
          </a:stretch>
        </p:blipFill>
        <p:spPr>
          <a:xfrm>
            <a:off x="4187783" y="2334770"/>
            <a:ext cx="3403773" cy="3981595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-3176" y="-523785"/>
            <a:ext cx="1434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内页案例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9283" y="803564"/>
            <a:ext cx="2314035" cy="1936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61976" y="541634"/>
            <a:ext cx="648584" cy="461666"/>
            <a:chOff x="561975" y="363724"/>
            <a:chExt cx="898525" cy="639576"/>
          </a:xfrm>
        </p:grpSpPr>
        <p:sp>
          <p:nvSpPr>
            <p:cNvPr id="6" name="流程图: 手动输入 5"/>
            <p:cNvSpPr/>
            <p:nvPr/>
          </p:nvSpPr>
          <p:spPr>
            <a:xfrm rot="16200000" flipV="1">
              <a:off x="758854" y="301653"/>
              <a:ext cx="639574" cy="763719"/>
            </a:xfrm>
            <a:prstGeom prst="flowChartManualInput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61975" y="363724"/>
              <a:ext cx="88900" cy="6395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01145" y="541634"/>
            <a:ext cx="46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266579" y="479392"/>
            <a:ext cx="3223457" cy="523907"/>
            <a:chOff x="258164" y="247134"/>
            <a:chExt cx="3525158" cy="572942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332726" y="541634"/>
            <a:ext cx="231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学院发展历史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437" y="429815"/>
            <a:ext cx="999831" cy="585267"/>
          </a:xfrm>
          <a:prstGeom prst="rect">
            <a:avLst/>
          </a:prstGeom>
        </p:spPr>
      </p:pic>
      <p:sp>
        <p:nvSpPr>
          <p:cNvPr id="26" name="íṣḻidè"/>
          <p:cNvSpPr>
            <a:spLocks noChangeArrowheads="1"/>
          </p:cNvSpPr>
          <p:nvPr/>
        </p:nvSpPr>
        <p:spPr bwMode="auto">
          <a:xfrm>
            <a:off x="4078288" y="1543001"/>
            <a:ext cx="2429884" cy="607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更名为航空学院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iśľiḍê"/>
          <p:cNvSpPr txBox="1">
            <a:spLocks noChangeArrowheads="1"/>
          </p:cNvSpPr>
          <p:nvPr/>
        </p:nvSpPr>
        <p:spPr bwMode="auto">
          <a:xfrm>
            <a:off x="2692921" y="1746408"/>
            <a:ext cx="993387" cy="37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íṩḷïḑè"/>
          <p:cNvSpPr txBox="1">
            <a:spLocks noChangeArrowheads="1"/>
          </p:cNvSpPr>
          <p:nvPr/>
        </p:nvSpPr>
        <p:spPr bwMode="auto">
          <a:xfrm>
            <a:off x="2688936" y="2526986"/>
            <a:ext cx="900000" cy="37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ṣḻidè"/>
          <p:cNvSpPr>
            <a:spLocks noChangeArrowheads="1"/>
          </p:cNvSpPr>
          <p:nvPr/>
        </p:nvSpPr>
        <p:spPr bwMode="auto">
          <a:xfrm>
            <a:off x="4084263" y="2445742"/>
            <a:ext cx="5510908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院系调整，合并组建成为航空宇航学院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ṩḷïḑè"/>
          <p:cNvSpPr txBox="1">
            <a:spLocks noChangeArrowheads="1"/>
          </p:cNvSpPr>
          <p:nvPr/>
        </p:nvSpPr>
        <p:spPr bwMode="auto">
          <a:xfrm>
            <a:off x="2688935" y="3282064"/>
            <a:ext cx="900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1993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íṩḷïḑè"/>
          <p:cNvSpPr txBox="1">
            <a:spLocks noChangeArrowheads="1"/>
          </p:cNvSpPr>
          <p:nvPr/>
        </p:nvSpPr>
        <p:spPr bwMode="auto">
          <a:xfrm>
            <a:off x="2688936" y="4854909"/>
            <a:ext cx="900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1956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íṣḻidè"/>
          <p:cNvSpPr>
            <a:spLocks noChangeArrowheads="1"/>
          </p:cNvSpPr>
          <p:nvPr/>
        </p:nvSpPr>
        <p:spPr bwMode="auto">
          <a:xfrm>
            <a:off x="4084263" y="4709318"/>
            <a:ext cx="4196978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整合设立飞机系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íṩḷïḑè"/>
          <p:cNvSpPr txBox="1">
            <a:spLocks noChangeArrowheads="1"/>
          </p:cNvSpPr>
          <p:nvPr/>
        </p:nvSpPr>
        <p:spPr bwMode="auto">
          <a:xfrm>
            <a:off x="2688936" y="4034347"/>
            <a:ext cx="900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1970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íṣḻidè"/>
          <p:cNvSpPr>
            <a:spLocks noChangeArrowheads="1"/>
          </p:cNvSpPr>
          <p:nvPr/>
        </p:nvSpPr>
        <p:spPr bwMode="auto">
          <a:xfrm>
            <a:off x="4077860" y="3935661"/>
            <a:ext cx="6765818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西工大直升机设计专业整体迁入，</a:t>
            </a:r>
            <a:r>
              <a:rPr lang="zh-CN" altLang="en-US" sz="18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建成全国唯一的直升机专业</a:t>
            </a:r>
            <a:endParaRPr lang="en-US" altLang="zh-CN" sz="18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ṣḻidè"/>
          <p:cNvSpPr>
            <a:spLocks noChangeArrowheads="1"/>
          </p:cNvSpPr>
          <p:nvPr/>
        </p:nvSpPr>
        <p:spPr bwMode="auto">
          <a:xfrm>
            <a:off x="4079447" y="3163591"/>
            <a:ext cx="419525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飞机系更名飞行器系，拓展了发展内涵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"/>
          <p:cNvSpPr>
            <a:spLocks noChangeArrowheads="1"/>
          </p:cNvSpPr>
          <p:nvPr/>
        </p:nvSpPr>
        <p:spPr bwMode="auto">
          <a:xfrm>
            <a:off x="3222770" y="5514474"/>
            <a:ext cx="466725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学院创建于</a:t>
            </a:r>
            <a:r>
              <a:rPr lang="en-US" altLang="zh-CN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1952</a:t>
            </a:r>
            <a:r>
              <a:rPr lang="zh-CN" altLang="en-US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年抗美援朝的烽火岁月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682324" y="1755869"/>
            <a:ext cx="220715" cy="220715"/>
            <a:chOff x="3187024" y="1755869"/>
            <a:chExt cx="220715" cy="220715"/>
          </a:xfrm>
        </p:grpSpPr>
        <p:sp>
          <p:nvSpPr>
            <p:cNvPr id="2" name="椭圆 1"/>
            <p:cNvSpPr/>
            <p:nvPr/>
          </p:nvSpPr>
          <p:spPr>
            <a:xfrm>
              <a:off x="3245362" y="1813004"/>
              <a:ext cx="104696" cy="1046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3187024" y="1755869"/>
              <a:ext cx="220715" cy="220715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682324" y="2594117"/>
            <a:ext cx="220715" cy="220715"/>
            <a:chOff x="3187024" y="1755869"/>
            <a:chExt cx="220715" cy="220715"/>
          </a:xfrm>
        </p:grpSpPr>
        <p:sp>
          <p:nvSpPr>
            <p:cNvPr id="51" name="椭圆 50"/>
            <p:cNvSpPr/>
            <p:nvPr/>
          </p:nvSpPr>
          <p:spPr>
            <a:xfrm>
              <a:off x="3245362" y="1813004"/>
              <a:ext cx="104696" cy="10469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3187024" y="1755869"/>
              <a:ext cx="220715" cy="220715"/>
            </a:xfrm>
            <a:prstGeom prst="ellipse">
              <a:avLst/>
            </a:prstGeom>
            <a:noFill/>
            <a:ln>
              <a:solidFill>
                <a:srgbClr val="2160B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682324" y="3329308"/>
            <a:ext cx="220715" cy="220715"/>
            <a:chOff x="3187024" y="1755869"/>
            <a:chExt cx="220715" cy="220715"/>
          </a:xfrm>
        </p:grpSpPr>
        <p:sp>
          <p:nvSpPr>
            <p:cNvPr id="54" name="椭圆 53"/>
            <p:cNvSpPr/>
            <p:nvPr/>
          </p:nvSpPr>
          <p:spPr>
            <a:xfrm>
              <a:off x="3245362" y="1813004"/>
              <a:ext cx="104696" cy="10469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187024" y="1755869"/>
              <a:ext cx="220715" cy="220715"/>
            </a:xfrm>
            <a:prstGeom prst="ellipse">
              <a:avLst/>
            </a:prstGeom>
            <a:noFill/>
            <a:ln>
              <a:solidFill>
                <a:srgbClr val="2160B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682324" y="4113451"/>
            <a:ext cx="220715" cy="220715"/>
            <a:chOff x="3187024" y="1755869"/>
            <a:chExt cx="220715" cy="220715"/>
          </a:xfrm>
        </p:grpSpPr>
        <p:sp>
          <p:nvSpPr>
            <p:cNvPr id="57" name="椭圆 56"/>
            <p:cNvSpPr/>
            <p:nvPr/>
          </p:nvSpPr>
          <p:spPr>
            <a:xfrm>
              <a:off x="3245362" y="1813004"/>
              <a:ext cx="104696" cy="10469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3187024" y="1755869"/>
              <a:ext cx="220715" cy="220715"/>
            </a:xfrm>
            <a:prstGeom prst="ellipse">
              <a:avLst/>
            </a:prstGeom>
            <a:noFill/>
            <a:ln>
              <a:solidFill>
                <a:srgbClr val="2160B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682324" y="4874031"/>
            <a:ext cx="220715" cy="220715"/>
            <a:chOff x="3187024" y="1755869"/>
            <a:chExt cx="220715" cy="220715"/>
          </a:xfrm>
        </p:grpSpPr>
        <p:sp>
          <p:nvSpPr>
            <p:cNvPr id="60" name="椭圆 59"/>
            <p:cNvSpPr/>
            <p:nvPr/>
          </p:nvSpPr>
          <p:spPr>
            <a:xfrm>
              <a:off x="3245362" y="1813004"/>
              <a:ext cx="104696" cy="10469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3187024" y="1755869"/>
              <a:ext cx="220715" cy="220715"/>
            </a:xfrm>
            <a:prstGeom prst="ellipse">
              <a:avLst/>
            </a:prstGeom>
            <a:noFill/>
            <a:ln>
              <a:solidFill>
                <a:srgbClr val="2160B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" name="直接箭头连接符 6"/>
          <p:cNvCxnSpPr>
            <a:stCxn id="61" idx="0"/>
            <a:endCxn id="58" idx="4"/>
          </p:cNvCxnSpPr>
          <p:nvPr/>
        </p:nvCxnSpPr>
        <p:spPr>
          <a:xfrm flipV="1">
            <a:off x="3792682" y="4334166"/>
            <a:ext cx="0" cy="539865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58" idx="0"/>
            <a:endCxn id="55" idx="4"/>
          </p:cNvCxnSpPr>
          <p:nvPr/>
        </p:nvCxnSpPr>
        <p:spPr>
          <a:xfrm flipV="1">
            <a:off x="3792682" y="3550023"/>
            <a:ext cx="0" cy="563428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5" idx="0"/>
            <a:endCxn id="52" idx="4"/>
          </p:cNvCxnSpPr>
          <p:nvPr/>
        </p:nvCxnSpPr>
        <p:spPr>
          <a:xfrm flipV="1">
            <a:off x="3792682" y="2814832"/>
            <a:ext cx="0" cy="514476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V="1">
            <a:off x="3792682" y="2033761"/>
            <a:ext cx="0" cy="560356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3792682" y="1966630"/>
            <a:ext cx="0" cy="204404"/>
          </a:xfrm>
          <a:prstGeom prst="straightConnector1">
            <a:avLst/>
          </a:prstGeom>
          <a:ln>
            <a:solidFill>
              <a:schemeClr val="bg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6919515" y="1433933"/>
            <a:ext cx="796874" cy="796874"/>
            <a:chOff x="4044514" y="307162"/>
            <a:chExt cx="1719904" cy="1719904"/>
          </a:xfrm>
        </p:grpSpPr>
        <p:sp>
          <p:nvSpPr>
            <p:cNvPr id="68" name="椭圆 67"/>
            <p:cNvSpPr/>
            <p:nvPr/>
          </p:nvSpPr>
          <p:spPr>
            <a:xfrm>
              <a:off x="4044514" y="307162"/>
              <a:ext cx="1719904" cy="17199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5400000" algn="ctr" rotWithShape="0">
                <a:srgbClr val="1E218C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97" y="365491"/>
              <a:ext cx="1610938" cy="1610938"/>
            </a:xfrm>
            <a:prstGeom prst="rect">
              <a:avLst/>
            </a:prstGeom>
          </p:spPr>
        </p:pic>
      </p:grpSp>
      <p:grpSp>
        <p:nvGrpSpPr>
          <p:cNvPr id="70" name="组合 69"/>
          <p:cNvGrpSpPr/>
          <p:nvPr/>
        </p:nvGrpSpPr>
        <p:grpSpPr>
          <a:xfrm>
            <a:off x="2687221" y="5509936"/>
            <a:ext cx="467523" cy="504601"/>
            <a:chOff x="2229507" y="3658528"/>
            <a:chExt cx="871002" cy="940078"/>
          </a:xfrm>
          <a:gradFill>
            <a:gsLst>
              <a:gs pos="0">
                <a:srgbClr val="1F3397"/>
              </a:gs>
              <a:gs pos="100000">
                <a:srgbClr val="2160B1"/>
              </a:gs>
            </a:gsLst>
            <a:lin ang="10200000" scaled="0"/>
          </a:gradFill>
        </p:grpSpPr>
        <p:sp>
          <p:nvSpPr>
            <p:cNvPr id="71" name="椭圆 70"/>
            <p:cNvSpPr/>
            <p:nvPr/>
          </p:nvSpPr>
          <p:spPr>
            <a:xfrm>
              <a:off x="2374900" y="3911134"/>
              <a:ext cx="687472" cy="687472"/>
            </a:xfrm>
            <a:prstGeom prst="ellipse">
              <a:avLst/>
            </a:prstGeom>
            <a:noFill/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two-black-flags_53308"/>
            <p:cNvSpPr>
              <a:spLocks noChangeAspect="1"/>
            </p:cNvSpPr>
            <p:nvPr/>
          </p:nvSpPr>
          <p:spPr bwMode="auto">
            <a:xfrm>
              <a:off x="2229507" y="3658528"/>
              <a:ext cx="871002" cy="879558"/>
            </a:xfrm>
            <a:custGeom>
              <a:avLst/>
              <a:gdLst>
                <a:gd name="connsiteX0" fmla="*/ 241560 w 600890"/>
                <a:gd name="connsiteY0" fmla="*/ 17123 h 606792"/>
                <a:gd name="connsiteX1" fmla="*/ 252977 w 600890"/>
                <a:gd name="connsiteY1" fmla="*/ 19518 h 606792"/>
                <a:gd name="connsiteX2" fmla="*/ 316684 w 600890"/>
                <a:gd name="connsiteY2" fmla="*/ 83083 h 606792"/>
                <a:gd name="connsiteX3" fmla="*/ 232494 w 600890"/>
                <a:gd name="connsiteY3" fmla="*/ 120399 h 606792"/>
                <a:gd name="connsiteX4" fmla="*/ 209851 w 600890"/>
                <a:gd name="connsiteY4" fmla="*/ 109717 h 606792"/>
                <a:gd name="connsiteX5" fmla="*/ 197714 w 600890"/>
                <a:gd name="connsiteY5" fmla="*/ 112303 h 606792"/>
                <a:gd name="connsiteX6" fmla="*/ 182411 w 600890"/>
                <a:gd name="connsiteY6" fmla="*/ 128686 h 606792"/>
                <a:gd name="connsiteX7" fmla="*/ 183178 w 600890"/>
                <a:gd name="connsiteY7" fmla="*/ 151056 h 606792"/>
                <a:gd name="connsiteX8" fmla="*/ 257919 w 600890"/>
                <a:gd name="connsiteY8" fmla="*/ 315454 h 606792"/>
                <a:gd name="connsiteX9" fmla="*/ 169411 w 600890"/>
                <a:gd name="connsiteY9" fmla="*/ 396935 h 606792"/>
                <a:gd name="connsiteX10" fmla="*/ 362305 w 600890"/>
                <a:gd name="connsiteY10" fmla="*/ 589548 h 606792"/>
                <a:gd name="connsiteX11" fmla="*/ 362305 w 600890"/>
                <a:gd name="connsiteY11" fmla="*/ 603822 h 606792"/>
                <a:gd name="connsiteX12" fmla="*/ 355157 w 600890"/>
                <a:gd name="connsiteY12" fmla="*/ 606792 h 606792"/>
                <a:gd name="connsiteX13" fmla="*/ 348009 w 600890"/>
                <a:gd name="connsiteY13" fmla="*/ 603822 h 606792"/>
                <a:gd name="connsiteX14" fmla="*/ 2949 w 600890"/>
                <a:gd name="connsiteY14" fmla="*/ 259313 h 606792"/>
                <a:gd name="connsiteX15" fmla="*/ 2949 w 600890"/>
                <a:gd name="connsiteY15" fmla="*/ 244991 h 606792"/>
                <a:gd name="connsiteX16" fmla="*/ 17293 w 600890"/>
                <a:gd name="connsiteY16" fmla="*/ 244991 h 606792"/>
                <a:gd name="connsiteX17" fmla="*/ 21323 w 600890"/>
                <a:gd name="connsiteY17" fmla="*/ 249062 h 606792"/>
                <a:gd name="connsiteX18" fmla="*/ 241560 w 600890"/>
                <a:gd name="connsiteY18" fmla="*/ 17123 h 606792"/>
                <a:gd name="connsiteX19" fmla="*/ 504185 w 600890"/>
                <a:gd name="connsiteY19" fmla="*/ 0 h 606792"/>
                <a:gd name="connsiteX20" fmla="*/ 509222 w 600890"/>
                <a:gd name="connsiteY20" fmla="*/ 96 h 606792"/>
                <a:gd name="connsiteX21" fmla="*/ 519104 w 600890"/>
                <a:gd name="connsiteY21" fmla="*/ 6324 h 606792"/>
                <a:gd name="connsiteX22" fmla="*/ 600417 w 600890"/>
                <a:gd name="connsiteY22" fmla="*/ 185105 h 606792"/>
                <a:gd name="connsiteX23" fmla="*/ 596196 w 600890"/>
                <a:gd name="connsiteY23" fmla="*/ 190470 h 606792"/>
                <a:gd name="connsiteX24" fmla="*/ 595860 w 600890"/>
                <a:gd name="connsiteY24" fmla="*/ 190470 h 606792"/>
                <a:gd name="connsiteX25" fmla="*/ 590823 w 600890"/>
                <a:gd name="connsiteY25" fmla="*/ 190374 h 606792"/>
                <a:gd name="connsiteX26" fmla="*/ 308987 w 600890"/>
                <a:gd name="connsiteY26" fmla="*/ 330400 h 606792"/>
                <a:gd name="connsiteX27" fmla="*/ 308075 w 600890"/>
                <a:gd name="connsiteY27" fmla="*/ 330400 h 606792"/>
                <a:gd name="connsiteX28" fmla="*/ 420906 w 600890"/>
                <a:gd name="connsiteY28" fmla="*/ 578404 h 606792"/>
                <a:gd name="connsiteX29" fmla="*/ 415869 w 600890"/>
                <a:gd name="connsiteY29" fmla="*/ 591769 h 606792"/>
                <a:gd name="connsiteX30" fmla="*/ 411695 w 600890"/>
                <a:gd name="connsiteY30" fmla="*/ 592679 h 606792"/>
                <a:gd name="connsiteX31" fmla="*/ 408097 w 600890"/>
                <a:gd name="connsiteY31" fmla="*/ 592056 h 606792"/>
                <a:gd name="connsiteX32" fmla="*/ 402436 w 600890"/>
                <a:gd name="connsiteY32" fmla="*/ 586787 h 606792"/>
                <a:gd name="connsiteX33" fmla="*/ 269890 w 600890"/>
                <a:gd name="connsiteY33" fmla="*/ 295286 h 606792"/>
                <a:gd name="connsiteX34" fmla="*/ 200666 w 600890"/>
                <a:gd name="connsiteY34" fmla="*/ 143140 h 606792"/>
                <a:gd name="connsiteX35" fmla="*/ 205703 w 600890"/>
                <a:gd name="connsiteY35" fmla="*/ 129774 h 606792"/>
                <a:gd name="connsiteX36" fmla="*/ 209877 w 600890"/>
                <a:gd name="connsiteY36" fmla="*/ 128864 h 606792"/>
                <a:gd name="connsiteX37" fmla="*/ 219087 w 600890"/>
                <a:gd name="connsiteY37" fmla="*/ 134757 h 606792"/>
                <a:gd name="connsiteX38" fmla="*/ 221438 w 600890"/>
                <a:gd name="connsiteY38" fmla="*/ 139978 h 606792"/>
                <a:gd name="connsiteX39" fmla="*/ 222397 w 600890"/>
                <a:gd name="connsiteY39" fmla="*/ 140026 h 606792"/>
                <a:gd name="connsiteX40" fmla="*/ 330430 w 600890"/>
                <a:gd name="connsiteY40" fmla="*/ 96768 h 606792"/>
                <a:gd name="connsiteX41" fmla="*/ 504185 w 600890"/>
                <a:gd name="connsiteY41" fmla="*/ 0 h 60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00890" h="606792">
                  <a:moveTo>
                    <a:pt x="241560" y="17123"/>
                  </a:moveTo>
                  <a:cubicBezTo>
                    <a:pt x="245302" y="15877"/>
                    <a:pt x="250483" y="17027"/>
                    <a:pt x="252977" y="19518"/>
                  </a:cubicBezTo>
                  <a:lnTo>
                    <a:pt x="316684" y="83083"/>
                  </a:lnTo>
                  <a:cubicBezTo>
                    <a:pt x="290827" y="102579"/>
                    <a:pt x="264107" y="117716"/>
                    <a:pt x="232494" y="120399"/>
                  </a:cubicBezTo>
                  <a:cubicBezTo>
                    <a:pt x="227025" y="113740"/>
                    <a:pt x="218726" y="109717"/>
                    <a:pt x="209851" y="109717"/>
                  </a:cubicBezTo>
                  <a:cubicBezTo>
                    <a:pt x="205630" y="109717"/>
                    <a:pt x="201552" y="110579"/>
                    <a:pt x="197714" y="112303"/>
                  </a:cubicBezTo>
                  <a:cubicBezTo>
                    <a:pt x="190614" y="115561"/>
                    <a:pt x="185145" y="121357"/>
                    <a:pt x="182411" y="128686"/>
                  </a:cubicBezTo>
                  <a:cubicBezTo>
                    <a:pt x="179677" y="136015"/>
                    <a:pt x="179916" y="143966"/>
                    <a:pt x="183178" y="151056"/>
                  </a:cubicBezTo>
                  <a:lnTo>
                    <a:pt x="257919" y="315454"/>
                  </a:lnTo>
                  <a:cubicBezTo>
                    <a:pt x="236331" y="350470"/>
                    <a:pt x="210858" y="381702"/>
                    <a:pt x="169411" y="396935"/>
                  </a:cubicBezTo>
                  <a:lnTo>
                    <a:pt x="362305" y="589548"/>
                  </a:lnTo>
                  <a:cubicBezTo>
                    <a:pt x="366238" y="593475"/>
                    <a:pt x="366238" y="599894"/>
                    <a:pt x="362305" y="603822"/>
                  </a:cubicBezTo>
                  <a:cubicBezTo>
                    <a:pt x="360338" y="605786"/>
                    <a:pt x="357747" y="606792"/>
                    <a:pt x="355157" y="606792"/>
                  </a:cubicBezTo>
                  <a:cubicBezTo>
                    <a:pt x="352566" y="606792"/>
                    <a:pt x="349976" y="605786"/>
                    <a:pt x="348009" y="603822"/>
                  </a:cubicBezTo>
                  <a:lnTo>
                    <a:pt x="2949" y="259313"/>
                  </a:lnTo>
                  <a:cubicBezTo>
                    <a:pt x="-984" y="255338"/>
                    <a:pt x="-984" y="248967"/>
                    <a:pt x="2949" y="244991"/>
                  </a:cubicBezTo>
                  <a:cubicBezTo>
                    <a:pt x="6931" y="241063"/>
                    <a:pt x="13311" y="241063"/>
                    <a:pt x="17293" y="244991"/>
                  </a:cubicBezTo>
                  <a:lnTo>
                    <a:pt x="21323" y="249062"/>
                  </a:lnTo>
                  <a:cubicBezTo>
                    <a:pt x="131609" y="208538"/>
                    <a:pt x="128635" y="54965"/>
                    <a:pt x="241560" y="17123"/>
                  </a:cubicBezTo>
                  <a:close/>
                  <a:moveTo>
                    <a:pt x="504185" y="0"/>
                  </a:moveTo>
                  <a:cubicBezTo>
                    <a:pt x="505864" y="0"/>
                    <a:pt x="507543" y="48"/>
                    <a:pt x="509222" y="96"/>
                  </a:cubicBezTo>
                  <a:cubicBezTo>
                    <a:pt x="513204" y="240"/>
                    <a:pt x="517665" y="3114"/>
                    <a:pt x="519104" y="6324"/>
                  </a:cubicBezTo>
                  <a:cubicBezTo>
                    <a:pt x="546209" y="65917"/>
                    <a:pt x="573313" y="125511"/>
                    <a:pt x="600417" y="185105"/>
                  </a:cubicBezTo>
                  <a:cubicBezTo>
                    <a:pt x="601856" y="188218"/>
                    <a:pt x="599889" y="190470"/>
                    <a:pt x="596196" y="190470"/>
                  </a:cubicBezTo>
                  <a:cubicBezTo>
                    <a:pt x="596052" y="190470"/>
                    <a:pt x="595956" y="190470"/>
                    <a:pt x="595860" y="190470"/>
                  </a:cubicBezTo>
                  <a:cubicBezTo>
                    <a:pt x="594133" y="190422"/>
                    <a:pt x="592454" y="190374"/>
                    <a:pt x="590823" y="190374"/>
                  </a:cubicBezTo>
                  <a:cubicBezTo>
                    <a:pt x="475642" y="190422"/>
                    <a:pt x="424168" y="330400"/>
                    <a:pt x="308987" y="330400"/>
                  </a:cubicBezTo>
                  <a:cubicBezTo>
                    <a:pt x="308699" y="330400"/>
                    <a:pt x="308363" y="330400"/>
                    <a:pt x="308075" y="330400"/>
                  </a:cubicBezTo>
                  <a:lnTo>
                    <a:pt x="420906" y="578404"/>
                  </a:lnTo>
                  <a:cubicBezTo>
                    <a:pt x="423208" y="583481"/>
                    <a:pt x="420954" y="589470"/>
                    <a:pt x="415869" y="591769"/>
                  </a:cubicBezTo>
                  <a:cubicBezTo>
                    <a:pt x="414477" y="592392"/>
                    <a:pt x="413086" y="592679"/>
                    <a:pt x="411695" y="592679"/>
                  </a:cubicBezTo>
                  <a:cubicBezTo>
                    <a:pt x="410448" y="592679"/>
                    <a:pt x="409248" y="592488"/>
                    <a:pt x="408097" y="592056"/>
                  </a:cubicBezTo>
                  <a:cubicBezTo>
                    <a:pt x="405698" y="591146"/>
                    <a:pt x="403636" y="589326"/>
                    <a:pt x="402436" y="586787"/>
                  </a:cubicBezTo>
                  <a:lnTo>
                    <a:pt x="269890" y="295286"/>
                  </a:lnTo>
                  <a:lnTo>
                    <a:pt x="200666" y="143140"/>
                  </a:lnTo>
                  <a:cubicBezTo>
                    <a:pt x="198363" y="138062"/>
                    <a:pt x="200618" y="132074"/>
                    <a:pt x="205703" y="129774"/>
                  </a:cubicBezTo>
                  <a:cubicBezTo>
                    <a:pt x="207046" y="129152"/>
                    <a:pt x="208485" y="128864"/>
                    <a:pt x="209877" y="128864"/>
                  </a:cubicBezTo>
                  <a:cubicBezTo>
                    <a:pt x="213714" y="128864"/>
                    <a:pt x="217408" y="131068"/>
                    <a:pt x="219087" y="134757"/>
                  </a:cubicBezTo>
                  <a:lnTo>
                    <a:pt x="221438" y="139978"/>
                  </a:lnTo>
                  <a:cubicBezTo>
                    <a:pt x="221774" y="139978"/>
                    <a:pt x="222061" y="140026"/>
                    <a:pt x="222397" y="140026"/>
                  </a:cubicBezTo>
                  <a:cubicBezTo>
                    <a:pt x="264948" y="140026"/>
                    <a:pt x="298817" y="120864"/>
                    <a:pt x="330430" y="96768"/>
                  </a:cubicBezTo>
                  <a:cubicBezTo>
                    <a:pt x="384303" y="55618"/>
                    <a:pt x="431603" y="0"/>
                    <a:pt x="504185" y="0"/>
                  </a:cubicBezTo>
                  <a:close/>
                </a:path>
              </a:pathLst>
            </a:custGeom>
            <a:grpFill/>
            <a:ln w="0">
              <a:noFill/>
            </a:ln>
            <a:effectLst>
              <a:glow rad="50800">
                <a:schemeClr val="bg1"/>
              </a:glow>
            </a:effectLst>
          </p:spPr>
        </p:sp>
      </p:grpSp>
      <p:sp>
        <p:nvSpPr>
          <p:cNvPr id="20" name="箭头: 下 19"/>
          <p:cNvSpPr/>
          <p:nvPr/>
        </p:nvSpPr>
        <p:spPr>
          <a:xfrm flipV="1">
            <a:off x="1826754" y="1664220"/>
            <a:ext cx="604997" cy="4350316"/>
          </a:xfrm>
          <a:prstGeom prst="downArrow">
            <a:avLst>
              <a:gd name="adj1" fmla="val 80062"/>
              <a:gd name="adj2" fmla="val 86640"/>
            </a:avLst>
          </a:prstGeom>
          <a:gradFill>
            <a:gsLst>
              <a:gs pos="0">
                <a:srgbClr val="1F3397">
                  <a:alpha val="0"/>
                </a:srgbClr>
              </a:gs>
              <a:gs pos="100000">
                <a:srgbClr val="2160B1">
                  <a:alpha val="4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箭头: 下 72"/>
          <p:cNvSpPr/>
          <p:nvPr/>
        </p:nvSpPr>
        <p:spPr>
          <a:xfrm flipV="1">
            <a:off x="9909833" y="3683348"/>
            <a:ext cx="1576526" cy="4662375"/>
          </a:xfrm>
          <a:prstGeom prst="downArrow">
            <a:avLst>
              <a:gd name="adj1" fmla="val 80062"/>
              <a:gd name="adj2" fmla="val 86640"/>
            </a:avLst>
          </a:prstGeom>
          <a:gradFill>
            <a:gsLst>
              <a:gs pos="0">
                <a:srgbClr val="1F3397">
                  <a:alpha val="0"/>
                </a:srgbClr>
              </a:gs>
              <a:gs pos="100000">
                <a:srgbClr val="2160B1">
                  <a:alpha val="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箭头: 下 73"/>
          <p:cNvSpPr/>
          <p:nvPr/>
        </p:nvSpPr>
        <p:spPr>
          <a:xfrm flipV="1">
            <a:off x="9331192" y="5590120"/>
            <a:ext cx="472333" cy="1432421"/>
          </a:xfrm>
          <a:prstGeom prst="downArrow">
            <a:avLst>
              <a:gd name="adj1" fmla="val 61625"/>
              <a:gd name="adj2" fmla="val 106928"/>
            </a:avLst>
          </a:prstGeom>
          <a:gradFill>
            <a:gsLst>
              <a:gs pos="0">
                <a:srgbClr val="1F3397">
                  <a:alpha val="21000"/>
                </a:srgbClr>
              </a:gs>
              <a:gs pos="100000">
                <a:srgbClr val="2160B1">
                  <a:alpha val="21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7"/>
          <a:srcRect r="75254"/>
          <a:stretch>
            <a:fillRect/>
          </a:stretch>
        </p:blipFill>
        <p:spPr>
          <a:xfrm>
            <a:off x="10721062" y="1986471"/>
            <a:ext cx="1470938" cy="2969009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6" y="6229027"/>
            <a:ext cx="3017782" cy="499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62512" y="2093903"/>
            <a:ext cx="10201784" cy="1950968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r="20154" b="27351"/>
          <a:stretch>
            <a:fillRect/>
          </a:stretch>
        </p:blipFill>
        <p:spPr>
          <a:xfrm>
            <a:off x="8788227" y="3767929"/>
            <a:ext cx="3403773" cy="3090072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-3176" y="-523785"/>
            <a:ext cx="1434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内页案例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9283" y="803564"/>
            <a:ext cx="2314035" cy="1936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61976" y="541634"/>
            <a:ext cx="648584" cy="461666"/>
            <a:chOff x="561975" y="363724"/>
            <a:chExt cx="898525" cy="639576"/>
          </a:xfrm>
        </p:grpSpPr>
        <p:sp>
          <p:nvSpPr>
            <p:cNvPr id="6" name="流程图: 手动输入 5"/>
            <p:cNvSpPr/>
            <p:nvPr/>
          </p:nvSpPr>
          <p:spPr>
            <a:xfrm rot="16200000" flipV="1">
              <a:off x="758854" y="301653"/>
              <a:ext cx="639574" cy="763719"/>
            </a:xfrm>
            <a:prstGeom prst="flowChartManualInput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61975" y="363724"/>
              <a:ext cx="88900" cy="6395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01145" y="541634"/>
            <a:ext cx="46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266579" y="479392"/>
            <a:ext cx="3223457" cy="523907"/>
            <a:chOff x="258164" y="247134"/>
            <a:chExt cx="3525158" cy="572942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339272" y="1094802"/>
            <a:ext cx="5781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张阿舟教授 </a:t>
            </a:r>
            <a:r>
              <a:rPr lang="en-US" altLang="zh-CN" sz="14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1920</a:t>
            </a:r>
            <a:r>
              <a:rPr lang="zh-CN" altLang="en-US" sz="14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1400" b="1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endParaRPr lang="en-US" altLang="zh-CN" sz="2000" b="1" dirty="0">
              <a:solidFill>
                <a:srgbClr val="2160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1089891" y="997527"/>
            <a:ext cx="2207491" cy="544946"/>
          </a:xfrm>
          <a:custGeom>
            <a:avLst/>
            <a:gdLst>
              <a:gd name="connsiteX0" fmla="*/ 0 w 2207491"/>
              <a:gd name="connsiteY0" fmla="*/ 0 h 544946"/>
              <a:gd name="connsiteX1" fmla="*/ 120073 w 2207491"/>
              <a:gd name="connsiteY1" fmla="*/ 544946 h 544946"/>
              <a:gd name="connsiteX2" fmla="*/ 2207491 w 2207491"/>
              <a:gd name="connsiteY2" fmla="*/ 544946 h 54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7491" h="544946">
                <a:moveTo>
                  <a:pt x="0" y="0"/>
                </a:moveTo>
                <a:lnTo>
                  <a:pt x="120073" y="544946"/>
                </a:lnTo>
                <a:lnTo>
                  <a:pt x="2207491" y="544946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  <a:tailEnd type="diamond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3"/>
          <p:cNvSpPr txBox="1">
            <a:spLocks noChangeArrowheads="1"/>
          </p:cNvSpPr>
          <p:nvPr/>
        </p:nvSpPr>
        <p:spPr bwMode="auto">
          <a:xfrm>
            <a:off x="1021700" y="4732476"/>
            <a:ext cx="9759486" cy="12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indent="457200" algn="just" eaLnBrk="1" hangingPunct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年获英国布里斯托尔大学航空哲学博士学位，我国第一架飞机强度总设计师，共和国首架飞机制造特等功臣，著名力学家、航空工程学家，国务院学位委员会第一、二届学科评议组成员。在本学院工作时间：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1955-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退休。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13" descr="张阿舟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77" y="1789182"/>
            <a:ext cx="2089150" cy="2689225"/>
          </a:xfrm>
          <a:prstGeom prst="roundRect">
            <a:avLst>
              <a:gd name="adj" fmla="val 6333"/>
            </a:avLst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73"/>
          <a:stretch>
            <a:fillRect/>
          </a:stretch>
        </p:blipFill>
        <p:spPr bwMode="auto">
          <a:xfrm>
            <a:off x="3540434" y="1786007"/>
            <a:ext cx="2911475" cy="1347787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图片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93" b="10655"/>
          <a:stretch>
            <a:fillRect/>
          </a:stretch>
        </p:blipFill>
        <p:spPr bwMode="auto">
          <a:xfrm>
            <a:off x="3540434" y="3152844"/>
            <a:ext cx="2911475" cy="1319213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516" y="1774894"/>
            <a:ext cx="4056063" cy="2700338"/>
          </a:xfrm>
          <a:prstGeom prst="roundRect">
            <a:avLst>
              <a:gd name="adj" fmla="val 3969"/>
            </a:avLst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文本框 47"/>
          <p:cNvSpPr txBox="1"/>
          <p:nvPr/>
        </p:nvSpPr>
        <p:spPr>
          <a:xfrm>
            <a:off x="2332726" y="541634"/>
            <a:ext cx="231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学院发展历史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3709874" y="501584"/>
            <a:ext cx="1000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b="0" dirty="0">
                <a:effectLst>
                  <a:glow rad="76200">
                    <a:schemeClr val="bg1"/>
                  </a:glow>
                  <a:outerShdw blurRad="50800" dist="38100" dir="5400000" algn="ctr" rotWithShape="0">
                    <a:schemeClr val="accent1">
                      <a:lumMod val="75000"/>
                      <a:alpha val="16000"/>
                    </a:schemeClr>
                  </a:outerShdw>
                </a:effectLst>
                <a:latin typeface="汉呈王久存行书" panose="00020600040101010101" pitchFamily="18" charset="-128"/>
                <a:ea typeface="汉呈王久存行书" panose="00020600040101010101" pitchFamily="18" charset="-128"/>
              </a:rPr>
              <a:t>过去</a:t>
            </a:r>
            <a:endParaRPr lang="zh-CN" altLang="en-US" sz="3200" b="0" dirty="0">
              <a:effectLst>
                <a:glow rad="76200">
                  <a:schemeClr val="bg1"/>
                </a:glow>
                <a:outerShdw blurRad="50800" dist="38100" dir="5400000" algn="ctr" rotWithShape="0">
                  <a:schemeClr val="accent1">
                    <a:lumMod val="75000"/>
                    <a:alpha val="16000"/>
                  </a:schemeClr>
                </a:outerShdw>
              </a:effectLst>
              <a:latin typeface="汉呈王久存行书" panose="00020600040101010101" pitchFamily="18" charset="-128"/>
              <a:ea typeface="汉呈王久存行书" panose="00020600040101010101" pitchFamily="18" charset="-128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1437" y="429815"/>
            <a:ext cx="999831" cy="58526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6" y="6229027"/>
            <a:ext cx="3017782" cy="499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-3176" y="-523785"/>
            <a:ext cx="1434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内页案例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9283" y="803564"/>
            <a:ext cx="2314035" cy="1936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61976" y="541634"/>
            <a:ext cx="648584" cy="461666"/>
            <a:chOff x="561975" y="363724"/>
            <a:chExt cx="898525" cy="639576"/>
          </a:xfrm>
        </p:grpSpPr>
        <p:sp>
          <p:nvSpPr>
            <p:cNvPr id="6" name="流程图: 手动输入 5"/>
            <p:cNvSpPr/>
            <p:nvPr/>
          </p:nvSpPr>
          <p:spPr>
            <a:xfrm rot="16200000" flipV="1">
              <a:off x="758854" y="301653"/>
              <a:ext cx="639574" cy="763719"/>
            </a:xfrm>
            <a:prstGeom prst="flowChartManualInpu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61975" y="363724"/>
              <a:ext cx="88900" cy="6395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01145" y="541634"/>
            <a:ext cx="46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266579" y="479392"/>
            <a:ext cx="3223457" cy="523907"/>
            <a:chOff x="258164" y="247134"/>
            <a:chExt cx="3525158" cy="572942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332726" y="541634"/>
            <a:ext cx="331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博士点、工程硕士领域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992" y="479832"/>
            <a:ext cx="993734" cy="585267"/>
          </a:xfrm>
          <a:prstGeom prst="rect">
            <a:avLst/>
          </a:prstGeom>
        </p:spPr>
      </p:pic>
      <p:graphicFrame>
        <p:nvGraphicFramePr>
          <p:cNvPr id="116" name="表格 115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59283" y="1379625"/>
          <a:ext cx="10952742" cy="45063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112742"/>
                <a:gridCol w="6840000"/>
              </a:tblGrid>
              <a:tr h="5939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学科点类别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>
                    <a:gradFill flip="none" rotWithShape="0">
                      <a:gsLst>
                        <a:gs pos="100000">
                          <a:srgbClr val="2160B1"/>
                        </a:gs>
                        <a:gs pos="0">
                          <a:srgbClr val="1F3899"/>
                        </a:gs>
                      </a:gsLst>
                      <a:lin ang="0" scaled="0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学科名称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>
                    <a:gradFill flip="none" rotWithShape="0">
                      <a:gsLst>
                        <a:gs pos="100000">
                          <a:srgbClr val="1F429F"/>
                        </a:gs>
                        <a:gs pos="0">
                          <a:srgbClr val="2160B1"/>
                        </a:gs>
                      </a:gsLst>
                      <a:lin ang="0" scaled="0"/>
                      <a:tileRect/>
                    </a:gradFill>
                  </a:tcPr>
                </a:tc>
              </a:tr>
              <a:tr h="770897">
                <a:tc>
                  <a:txBody>
                    <a:bodyPr/>
                    <a:lstStyle/>
                    <a:p>
                      <a:pPr marL="179705" lvl="1" algn="l" eaLnBrk="0" fontAlgn="auto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800" b="1" dirty="0">
                          <a:gradFill>
                            <a:gsLst>
                              <a:gs pos="100000">
                                <a:srgbClr val="1F429F"/>
                              </a:gs>
                              <a:gs pos="0">
                                <a:srgbClr val="2160B1"/>
                              </a:gs>
                            </a:gsLst>
                            <a:lin ang="0" scaled="0"/>
                          </a:gradFill>
                          <a:effectLst>
                            <a:glow rad="88900">
                              <a:schemeClr val="bg1"/>
                            </a:glo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一级学科博士点及博士后科研流动站</a:t>
                      </a:r>
                      <a:endParaRPr lang="en-US" altLang="zh-CN" sz="1800" b="1" dirty="0">
                        <a:gradFill>
                          <a:gsLst>
                            <a:gs pos="100000">
                              <a:srgbClr val="1F429F"/>
                            </a:gs>
                            <a:gs pos="0">
                              <a:srgbClr val="2160B1"/>
                            </a:gs>
                          </a:gsLst>
                          <a:lin ang="0" scaled="0"/>
                        </a:gradFill>
                        <a:effectLst>
                          <a:glow rad="88900">
                            <a:schemeClr val="bg1"/>
                          </a:glo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航空宇航科学与技术、力学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/>
                </a:tc>
              </a:tr>
              <a:tr h="1598631">
                <a:tc>
                  <a:txBody>
                    <a:bodyPr/>
                    <a:lstStyle/>
                    <a:p>
                      <a:pPr marL="179705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二级学科博士点（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个）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飞行器设计、直升机工程、人机与环境工程、固体力学、流体力学、工程力学、一般力学与力学基础、纳米力学、测试计量技术及仪器、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机械设计及理论、智能监测与控制、</a:t>
                      </a:r>
                      <a:r>
                        <a:rPr lang="zh-CN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精密驱动与振动利用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45721" marB="45721" anchor="ctr"/>
                </a:tc>
              </a:tr>
              <a:tr h="771473">
                <a:tc>
                  <a:txBody>
                    <a:bodyPr/>
                    <a:lstStyle/>
                    <a:p>
                      <a:pPr marL="179705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gradFill>
                            <a:gsLst>
                              <a:gs pos="100000">
                                <a:srgbClr val="1F429F"/>
                              </a:gs>
                              <a:gs pos="0">
                                <a:srgbClr val="2160B1"/>
                              </a:gs>
                            </a:gsLst>
                            <a:lin ang="0" scaled="0"/>
                          </a:gradFill>
                          <a:effectLst>
                            <a:glow rad="88900">
                              <a:schemeClr val="bg1"/>
                            </a:glo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一级学科硕士点</a:t>
                      </a:r>
                      <a:endParaRPr lang="zh-CN" altLang="en-US" sz="1800" b="1" dirty="0">
                        <a:gradFill>
                          <a:gsLst>
                            <a:gs pos="100000">
                              <a:srgbClr val="1F429F"/>
                            </a:gs>
                            <a:gs pos="0">
                              <a:srgbClr val="2160B1"/>
                            </a:gs>
                          </a:gsLst>
                          <a:lin ang="0" scaled="0"/>
                        </a:gradFill>
                        <a:effectLst>
                          <a:glow rad="88900">
                            <a:schemeClr val="bg1"/>
                          </a:glo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航空宇航科学与技术、力学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/>
                </a:tc>
              </a:tr>
              <a:tr h="771473">
                <a:tc>
                  <a:txBody>
                    <a:bodyPr/>
                    <a:lstStyle/>
                    <a:p>
                      <a:pPr marL="179705" marR="0" lvl="1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工程硕士领域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航空工程、航天工程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21" marB="45721"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7" name="图片 1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6" y="6229027"/>
            <a:ext cx="3017782" cy="499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1E218C"/>
              </a:gs>
              <a:gs pos="47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1" name="任意多边形: 形状 83"/>
          <p:cNvSpPr/>
          <p:nvPr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" y="1276350"/>
            <a:ext cx="12192001" cy="5581651"/>
            <a:chOff x="-2" y="3019587"/>
            <a:chExt cx="12192001" cy="3838414"/>
          </a:xfrm>
        </p:grpSpPr>
        <p:sp>
          <p:nvSpPr>
            <p:cNvPr id="22" name="任意多边形: 形状 83"/>
            <p:cNvSpPr/>
            <p:nvPr/>
          </p:nvSpPr>
          <p:spPr>
            <a:xfrm>
              <a:off x="-2" y="3019587"/>
              <a:ext cx="12191999" cy="3656014"/>
            </a:xfrm>
            <a:custGeom>
              <a:avLst/>
              <a:gdLst>
                <a:gd name="connsiteX0" fmla="*/ 6096002 w 12191999"/>
                <a:gd name="connsiteY0" fmla="*/ 0 h 3656014"/>
                <a:gd name="connsiteX1" fmla="*/ 11517301 w 12191999"/>
                <a:gd name="connsiteY1" fmla="*/ 568339 h 3656014"/>
                <a:gd name="connsiteX2" fmla="*/ 12191999 w 12191999"/>
                <a:gd name="connsiteY2" fmla="*/ 741496 h 3656014"/>
                <a:gd name="connsiteX3" fmla="*/ 12191999 w 12191999"/>
                <a:gd name="connsiteY3" fmla="*/ 3656014 h 3656014"/>
                <a:gd name="connsiteX4" fmla="*/ 0 w 12191999"/>
                <a:gd name="connsiteY4" fmla="*/ 3656014 h 3656014"/>
                <a:gd name="connsiteX5" fmla="*/ 0 w 12191999"/>
                <a:gd name="connsiteY5" fmla="*/ 741497 h 3656014"/>
                <a:gd name="connsiteX6" fmla="*/ 674702 w 12191999"/>
                <a:gd name="connsiteY6" fmla="*/ 568339 h 3656014"/>
                <a:gd name="connsiteX7" fmla="*/ 6096002 w 12191999"/>
                <a:gd name="connsiteY7" fmla="*/ 0 h 365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99" h="3656014">
                  <a:moveTo>
                    <a:pt x="6096002" y="0"/>
                  </a:moveTo>
                  <a:cubicBezTo>
                    <a:pt x="8104174" y="0"/>
                    <a:pt x="9969760" y="209519"/>
                    <a:pt x="11517301" y="568339"/>
                  </a:cubicBezTo>
                  <a:lnTo>
                    <a:pt x="12191999" y="741496"/>
                  </a:lnTo>
                  <a:lnTo>
                    <a:pt x="12191999" y="3656014"/>
                  </a:lnTo>
                  <a:lnTo>
                    <a:pt x="0" y="3656014"/>
                  </a:lnTo>
                  <a:lnTo>
                    <a:pt x="0" y="741497"/>
                  </a:lnTo>
                  <a:lnTo>
                    <a:pt x="674702" y="568339"/>
                  </a:lnTo>
                  <a:cubicBezTo>
                    <a:pt x="2222243" y="209519"/>
                    <a:pt x="4087830" y="0"/>
                    <a:pt x="609600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>
                <a:cs typeface="+mn-ea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0" y="3201976"/>
              <a:ext cx="12191999" cy="3656025"/>
            </a:xfrm>
            <a:custGeom>
              <a:avLst/>
              <a:gdLst>
                <a:gd name="connsiteX0" fmla="*/ 6096002 w 12191999"/>
                <a:gd name="connsiteY0" fmla="*/ 0 h 3656014"/>
                <a:gd name="connsiteX1" fmla="*/ 11517301 w 12191999"/>
                <a:gd name="connsiteY1" fmla="*/ 568339 h 3656014"/>
                <a:gd name="connsiteX2" fmla="*/ 12191999 w 12191999"/>
                <a:gd name="connsiteY2" fmla="*/ 741496 h 3656014"/>
                <a:gd name="connsiteX3" fmla="*/ 12191999 w 12191999"/>
                <a:gd name="connsiteY3" fmla="*/ 3656014 h 3656014"/>
                <a:gd name="connsiteX4" fmla="*/ 0 w 12191999"/>
                <a:gd name="connsiteY4" fmla="*/ 3656014 h 3656014"/>
                <a:gd name="connsiteX5" fmla="*/ 0 w 12191999"/>
                <a:gd name="connsiteY5" fmla="*/ 741497 h 3656014"/>
                <a:gd name="connsiteX6" fmla="*/ 674702 w 12191999"/>
                <a:gd name="connsiteY6" fmla="*/ 568339 h 3656014"/>
                <a:gd name="connsiteX7" fmla="*/ 6096002 w 12191999"/>
                <a:gd name="connsiteY7" fmla="*/ 0 h 3656014"/>
                <a:gd name="connsiteX0-1" fmla="*/ 6096002 w 12191999"/>
                <a:gd name="connsiteY0-2" fmla="*/ 0 h 3656014"/>
                <a:gd name="connsiteX1-3" fmla="*/ 11517301 w 12191999"/>
                <a:gd name="connsiteY1-4" fmla="*/ 568339 h 3656014"/>
                <a:gd name="connsiteX2-5" fmla="*/ 12191999 w 12191999"/>
                <a:gd name="connsiteY2-6" fmla="*/ 741496 h 3656014"/>
                <a:gd name="connsiteX3-7" fmla="*/ 12191999 w 12191999"/>
                <a:gd name="connsiteY3-8" fmla="*/ 3656014 h 3656014"/>
                <a:gd name="connsiteX4-9" fmla="*/ 0 w 12191999"/>
                <a:gd name="connsiteY4-10" fmla="*/ 3656014 h 3656014"/>
                <a:gd name="connsiteX5-11" fmla="*/ 0 w 12191999"/>
                <a:gd name="connsiteY5-12" fmla="*/ 636694 h 3656014"/>
                <a:gd name="connsiteX6-13" fmla="*/ 674702 w 12191999"/>
                <a:gd name="connsiteY6-14" fmla="*/ 568339 h 3656014"/>
                <a:gd name="connsiteX7-15" fmla="*/ 6096002 w 12191999"/>
                <a:gd name="connsiteY7-16" fmla="*/ 0 h 3656014"/>
                <a:gd name="connsiteX0-17" fmla="*/ 6096002 w 12191999"/>
                <a:gd name="connsiteY0-18" fmla="*/ 1349 h 3657363"/>
                <a:gd name="connsiteX1-19" fmla="*/ 11517301 w 12191999"/>
                <a:gd name="connsiteY1-20" fmla="*/ 569688 h 3657363"/>
                <a:gd name="connsiteX2-21" fmla="*/ 12191999 w 12191999"/>
                <a:gd name="connsiteY2-22" fmla="*/ 742845 h 3657363"/>
                <a:gd name="connsiteX3-23" fmla="*/ 12191999 w 12191999"/>
                <a:gd name="connsiteY3-24" fmla="*/ 3657363 h 3657363"/>
                <a:gd name="connsiteX4-25" fmla="*/ 0 w 12191999"/>
                <a:gd name="connsiteY4-26" fmla="*/ 3657363 h 3657363"/>
                <a:gd name="connsiteX5-27" fmla="*/ 0 w 12191999"/>
                <a:gd name="connsiteY5-28" fmla="*/ 638043 h 3657363"/>
                <a:gd name="connsiteX6-29" fmla="*/ 663816 w 12191999"/>
                <a:gd name="connsiteY6-30" fmla="*/ 472371 h 3657363"/>
                <a:gd name="connsiteX7-31" fmla="*/ 6096002 w 12191999"/>
                <a:gd name="connsiteY7-32" fmla="*/ 1349 h 3657363"/>
                <a:gd name="connsiteX0-33" fmla="*/ 6096002 w 12191999"/>
                <a:gd name="connsiteY0-34" fmla="*/ 1349 h 3657363"/>
                <a:gd name="connsiteX1-35" fmla="*/ 11517301 w 12191999"/>
                <a:gd name="connsiteY1-36" fmla="*/ 569688 h 3657363"/>
                <a:gd name="connsiteX2-37" fmla="*/ 12191999 w 12191999"/>
                <a:gd name="connsiteY2-38" fmla="*/ 653013 h 3657363"/>
                <a:gd name="connsiteX3-39" fmla="*/ 12191999 w 12191999"/>
                <a:gd name="connsiteY3-40" fmla="*/ 3657363 h 3657363"/>
                <a:gd name="connsiteX4-41" fmla="*/ 0 w 12191999"/>
                <a:gd name="connsiteY4-42" fmla="*/ 3657363 h 3657363"/>
                <a:gd name="connsiteX5-43" fmla="*/ 0 w 12191999"/>
                <a:gd name="connsiteY5-44" fmla="*/ 638043 h 3657363"/>
                <a:gd name="connsiteX6-45" fmla="*/ 663816 w 12191999"/>
                <a:gd name="connsiteY6-46" fmla="*/ 472371 h 3657363"/>
                <a:gd name="connsiteX7-47" fmla="*/ 6096002 w 12191999"/>
                <a:gd name="connsiteY7-48" fmla="*/ 1349 h 3657363"/>
                <a:gd name="connsiteX0-49" fmla="*/ 6096002 w 12191999"/>
                <a:gd name="connsiteY0-50" fmla="*/ 1349 h 3657363"/>
                <a:gd name="connsiteX1-51" fmla="*/ 11517301 w 12191999"/>
                <a:gd name="connsiteY1-52" fmla="*/ 569688 h 3657363"/>
                <a:gd name="connsiteX2-53" fmla="*/ 12191999 w 12191999"/>
                <a:gd name="connsiteY2-54" fmla="*/ 623069 h 3657363"/>
                <a:gd name="connsiteX3-55" fmla="*/ 12191999 w 12191999"/>
                <a:gd name="connsiteY3-56" fmla="*/ 3657363 h 3657363"/>
                <a:gd name="connsiteX4-57" fmla="*/ 0 w 12191999"/>
                <a:gd name="connsiteY4-58" fmla="*/ 3657363 h 3657363"/>
                <a:gd name="connsiteX5-59" fmla="*/ 0 w 12191999"/>
                <a:gd name="connsiteY5-60" fmla="*/ 638043 h 3657363"/>
                <a:gd name="connsiteX6-61" fmla="*/ 663816 w 12191999"/>
                <a:gd name="connsiteY6-62" fmla="*/ 472371 h 3657363"/>
                <a:gd name="connsiteX7-63" fmla="*/ 6096002 w 12191999"/>
                <a:gd name="connsiteY7-64" fmla="*/ 1349 h 3657363"/>
                <a:gd name="connsiteX0-65" fmla="*/ 6096002 w 12191999"/>
                <a:gd name="connsiteY0-66" fmla="*/ 11 h 3656025"/>
                <a:gd name="connsiteX1-67" fmla="*/ 11571730 w 12191999"/>
                <a:gd name="connsiteY1-68" fmla="*/ 463547 h 3656025"/>
                <a:gd name="connsiteX2-69" fmla="*/ 12191999 w 12191999"/>
                <a:gd name="connsiteY2-70" fmla="*/ 621731 h 3656025"/>
                <a:gd name="connsiteX3-71" fmla="*/ 12191999 w 12191999"/>
                <a:gd name="connsiteY3-72" fmla="*/ 3656025 h 3656025"/>
                <a:gd name="connsiteX4-73" fmla="*/ 0 w 12191999"/>
                <a:gd name="connsiteY4-74" fmla="*/ 3656025 h 3656025"/>
                <a:gd name="connsiteX5-75" fmla="*/ 0 w 12191999"/>
                <a:gd name="connsiteY5-76" fmla="*/ 636705 h 3656025"/>
                <a:gd name="connsiteX6-77" fmla="*/ 663816 w 12191999"/>
                <a:gd name="connsiteY6-78" fmla="*/ 471033 h 3656025"/>
                <a:gd name="connsiteX7-79" fmla="*/ 6096002 w 12191999"/>
                <a:gd name="connsiteY7-80" fmla="*/ 11 h 3656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2191999" h="3656025">
                  <a:moveTo>
                    <a:pt x="6096002" y="11"/>
                  </a:moveTo>
                  <a:cubicBezTo>
                    <a:pt x="7913988" y="-1237"/>
                    <a:pt x="10024189" y="104727"/>
                    <a:pt x="11571730" y="463547"/>
                  </a:cubicBezTo>
                  <a:lnTo>
                    <a:pt x="12191999" y="621731"/>
                  </a:lnTo>
                  <a:lnTo>
                    <a:pt x="12191999" y="3656025"/>
                  </a:lnTo>
                  <a:lnTo>
                    <a:pt x="0" y="3656025"/>
                  </a:lnTo>
                  <a:lnTo>
                    <a:pt x="0" y="636705"/>
                  </a:lnTo>
                  <a:lnTo>
                    <a:pt x="663816" y="471033"/>
                  </a:lnTo>
                  <a:cubicBezTo>
                    <a:pt x="2211357" y="112213"/>
                    <a:pt x="4278016" y="1259"/>
                    <a:pt x="6096002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>
                <a:lnSpc>
                  <a:spcPct val="130000"/>
                </a:lnSpc>
              </a:pPr>
              <a:endParaRPr lang="zh-CN" altLang="en-US">
                <a:cs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1899" b="57235"/>
          <a:stretch>
            <a:fillRect/>
          </a:stretch>
        </p:blipFill>
        <p:spPr>
          <a:xfrm>
            <a:off x="0" y="-259892"/>
            <a:ext cx="10741212" cy="2683778"/>
          </a:xfrm>
          <a:prstGeom prst="rect">
            <a:avLst/>
          </a:prstGeom>
        </p:spPr>
      </p:pic>
      <p:grpSp>
        <p:nvGrpSpPr>
          <p:cNvPr id="72" name="组合 71"/>
          <p:cNvGrpSpPr/>
          <p:nvPr/>
        </p:nvGrpSpPr>
        <p:grpSpPr>
          <a:xfrm>
            <a:off x="3088515" y="318307"/>
            <a:ext cx="5335441" cy="743960"/>
            <a:chOff x="2391333" y="28738"/>
            <a:chExt cx="5968114" cy="832177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333" y="32077"/>
              <a:ext cx="825500" cy="825500"/>
            </a:xfrm>
            <a:prstGeom prst="rect">
              <a:avLst/>
            </a:prstGeom>
          </p:spPr>
        </p:pic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347" y="28738"/>
              <a:ext cx="4991100" cy="832177"/>
            </a:xfrm>
            <a:prstGeom prst="rect">
              <a:avLst/>
            </a:prstGeom>
          </p:spPr>
        </p:pic>
      </p:grpSp>
      <p:sp>
        <p:nvSpPr>
          <p:cNvPr id="75" name="标题 47"/>
          <p:cNvSpPr txBox="1"/>
          <p:nvPr/>
        </p:nvSpPr>
        <p:spPr>
          <a:xfrm>
            <a:off x="1410808" y="2227657"/>
            <a:ext cx="9370378" cy="22952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6000" dirty="0"/>
              <a:t>感谢各位</a:t>
            </a:r>
            <a:r>
              <a:rPr lang="en-US" altLang="zh-CN" sz="6000" dirty="0"/>
              <a:t>XXXX</a:t>
            </a:r>
            <a:endParaRPr lang="zh-CN" altLang="en-US" sz="6000" dirty="0"/>
          </a:p>
          <a:p>
            <a:pPr algn="ctr">
              <a:lnSpc>
                <a:spcPct val="125000"/>
              </a:lnSpc>
            </a:pPr>
            <a:r>
              <a:rPr lang="zh-CN" altLang="en-US" sz="6000" dirty="0"/>
              <a:t>请您批评指正</a:t>
            </a:r>
            <a:endParaRPr lang="zh-CN" altLang="en-US" sz="6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2551923" y="5023969"/>
            <a:ext cx="7088154" cy="576477"/>
            <a:chOff x="2551923" y="5295418"/>
            <a:chExt cx="7088154" cy="576477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2551923" y="5295418"/>
              <a:ext cx="689034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/>
            <p:cNvGrpSpPr/>
            <p:nvPr/>
          </p:nvGrpSpPr>
          <p:grpSpPr>
            <a:xfrm>
              <a:off x="2551923" y="5459665"/>
              <a:ext cx="7088154" cy="412230"/>
              <a:chOff x="2123796" y="4672465"/>
              <a:chExt cx="7616003" cy="412230"/>
            </a:xfrm>
          </p:grpSpPr>
          <p:sp>
            <p:nvSpPr>
              <p:cNvPr id="81" name="文本框 80"/>
              <p:cNvSpPr txBox="1"/>
              <p:nvPr/>
            </p:nvSpPr>
            <p:spPr>
              <a:xfrm>
                <a:off x="2123796" y="4672466"/>
                <a:ext cx="2685493" cy="41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答辩人：晓 南</a:t>
                </a:r>
                <a:endParaRPr lang="zh-CN" altLang="en-US" sz="1050" dirty="0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4705934" y="4672466"/>
                <a:ext cx="2685493" cy="41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导师：晓 航</a:t>
                </a:r>
                <a:endParaRPr lang="zh-CN" altLang="en-US" sz="1050" dirty="0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6937094" y="4672465"/>
                <a:ext cx="2802705" cy="41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日期：</a:t>
                </a:r>
                <a:r>
                  <a:rPr lang="en-US" altLang="zh-CN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2022</a:t>
                </a: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</a:t>
                </a:r>
                <a:r>
                  <a:rPr lang="en-US" altLang="zh-CN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月</a:t>
                </a:r>
                <a:r>
                  <a:rPr lang="en-US" altLang="zh-CN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pc="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日</a:t>
                </a:r>
                <a:endParaRPr lang="zh-CN" altLang="en-US" sz="1050" dirty="0"/>
              </a:p>
            </p:txBody>
          </p:sp>
        </p:grpSp>
      </p:grpSp>
      <p:pic>
        <p:nvPicPr>
          <p:cNvPr id="84" name="图片 8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8871" y="6087568"/>
            <a:ext cx="3056018" cy="49435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/>
          <a:srcRect r="20154" b="27351"/>
          <a:stretch>
            <a:fillRect/>
          </a:stretch>
        </p:blipFill>
        <p:spPr>
          <a:xfrm>
            <a:off x="8788227" y="3767929"/>
            <a:ext cx="3403773" cy="3090072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1067909" y="3837709"/>
            <a:ext cx="10152542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 47"/>
          <p:cNvSpPr txBox="1"/>
          <p:nvPr/>
        </p:nvSpPr>
        <p:spPr>
          <a:xfrm>
            <a:off x="3150708" y="2007989"/>
            <a:ext cx="4068376" cy="16304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8800" spc="600" dirty="0">
                <a:solidFill>
                  <a:srgbClr val="2160B1"/>
                </a:solidFill>
              </a:rPr>
              <a:t>样式</a:t>
            </a:r>
            <a:r>
              <a:rPr lang="en-US" altLang="zh-CN" sz="8800" spc="600" dirty="0">
                <a:solidFill>
                  <a:srgbClr val="2160B1"/>
                </a:solidFill>
              </a:rPr>
              <a:t>02</a:t>
            </a:r>
            <a:endParaRPr lang="zh-CN" altLang="en-US" sz="8800" spc="600" dirty="0">
              <a:solidFill>
                <a:srgbClr val="2160B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56684" y="3837709"/>
            <a:ext cx="3619500" cy="12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标题 47"/>
          <p:cNvSpPr txBox="1"/>
          <p:nvPr/>
        </p:nvSpPr>
        <p:spPr>
          <a:xfrm>
            <a:off x="9353671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04 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" name="标题 47"/>
          <p:cNvSpPr txBox="1"/>
          <p:nvPr/>
        </p:nvSpPr>
        <p:spPr>
          <a:xfrm>
            <a:off x="7219084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05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2" name="标题 47"/>
          <p:cNvSpPr txBox="1"/>
          <p:nvPr/>
        </p:nvSpPr>
        <p:spPr>
          <a:xfrm>
            <a:off x="7219084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03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标题 47"/>
          <p:cNvSpPr txBox="1"/>
          <p:nvPr/>
        </p:nvSpPr>
        <p:spPr>
          <a:xfrm>
            <a:off x="1067908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01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>
            <p:custDataLst>
              <p:tags r:id="rId1"/>
            </p:custData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100000">
                <a:srgbClr val="1E218C"/>
              </a:gs>
              <a:gs pos="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grpSp>
        <p:nvGrpSpPr>
          <p:cNvPr id="48" name="组合 47"/>
          <p:cNvGrpSpPr/>
          <p:nvPr/>
        </p:nvGrpSpPr>
        <p:grpSpPr>
          <a:xfrm>
            <a:off x="-1" y="0"/>
            <a:ext cx="9899395" cy="6867525"/>
            <a:chOff x="-1" y="0"/>
            <a:chExt cx="9899395" cy="6867525"/>
          </a:xfrm>
        </p:grpSpPr>
        <p:sp>
          <p:nvSpPr>
            <p:cNvPr id="9" name="任意多边形: 形状 39"/>
            <p:cNvSpPr/>
            <p:nvPr/>
          </p:nvSpPr>
          <p:spPr>
            <a:xfrm>
              <a:off x="0" y="0"/>
              <a:ext cx="9899394" cy="6867525"/>
            </a:xfrm>
            <a:custGeom>
              <a:avLst/>
              <a:gdLst>
                <a:gd name="connsiteX0" fmla="*/ 0 w 7536857"/>
                <a:gd name="connsiteY0" fmla="*/ 0 h 6858000"/>
                <a:gd name="connsiteX1" fmla="*/ 6351816 w 7536857"/>
                <a:gd name="connsiteY1" fmla="*/ 0 h 6858000"/>
                <a:gd name="connsiteX2" fmla="*/ 6432300 w 7536857"/>
                <a:gd name="connsiteY2" fmla="*/ 102417 h 6858000"/>
                <a:gd name="connsiteX3" fmla="*/ 7536857 w 7536857"/>
                <a:gd name="connsiteY3" fmla="*/ 3429000 h 6858000"/>
                <a:gd name="connsiteX4" fmla="*/ 6432300 w 7536857"/>
                <a:gd name="connsiteY4" fmla="*/ 6755583 h 6858000"/>
                <a:gd name="connsiteX5" fmla="*/ 6351816 w 7536857"/>
                <a:gd name="connsiteY5" fmla="*/ 6858000 h 6858000"/>
                <a:gd name="connsiteX6" fmla="*/ 0 w 7536857"/>
                <a:gd name="connsiteY6" fmla="*/ 6858000 h 6858000"/>
                <a:gd name="connsiteX0-1" fmla="*/ 0 w 7537165"/>
                <a:gd name="connsiteY0-2" fmla="*/ 0 h 6858000"/>
                <a:gd name="connsiteX1-3" fmla="*/ 6351816 w 7537165"/>
                <a:gd name="connsiteY1-4" fmla="*/ 0 h 6858000"/>
                <a:gd name="connsiteX2-5" fmla="*/ 6432300 w 7537165"/>
                <a:gd name="connsiteY2-6" fmla="*/ 102417 h 6858000"/>
                <a:gd name="connsiteX3-7" fmla="*/ 7536857 w 7537165"/>
                <a:gd name="connsiteY3-8" fmla="*/ 3429000 h 6858000"/>
                <a:gd name="connsiteX4-9" fmla="*/ 6351816 w 7537165"/>
                <a:gd name="connsiteY4-10" fmla="*/ 6858000 h 6858000"/>
                <a:gd name="connsiteX5-11" fmla="*/ 0 w 7537165"/>
                <a:gd name="connsiteY5-12" fmla="*/ 6858000 h 6858000"/>
                <a:gd name="connsiteX6-13" fmla="*/ 0 w 7537165"/>
                <a:gd name="connsiteY6-14" fmla="*/ 0 h 6858000"/>
                <a:gd name="connsiteX0-15" fmla="*/ 0 w 8403299"/>
                <a:gd name="connsiteY0-16" fmla="*/ 0 h 6858000"/>
                <a:gd name="connsiteX1-17" fmla="*/ 6351816 w 8403299"/>
                <a:gd name="connsiteY1-18" fmla="*/ 0 h 6858000"/>
                <a:gd name="connsiteX2-19" fmla="*/ 6432300 w 8403299"/>
                <a:gd name="connsiteY2-20" fmla="*/ 102417 h 6858000"/>
                <a:gd name="connsiteX3-21" fmla="*/ 7536857 w 8403299"/>
                <a:gd name="connsiteY3-22" fmla="*/ 3429000 h 6858000"/>
                <a:gd name="connsiteX4-23" fmla="*/ 7876999 w 8403299"/>
                <a:gd name="connsiteY4-24" fmla="*/ 6848475 h 6858000"/>
                <a:gd name="connsiteX5-25" fmla="*/ 0 w 8403299"/>
                <a:gd name="connsiteY5-26" fmla="*/ 6858000 h 6858000"/>
                <a:gd name="connsiteX6-27" fmla="*/ 0 w 8403299"/>
                <a:gd name="connsiteY6-28" fmla="*/ 0 h 6858000"/>
                <a:gd name="connsiteX0-29" fmla="*/ 0 w 7876999"/>
                <a:gd name="connsiteY0-30" fmla="*/ 0 h 6858000"/>
                <a:gd name="connsiteX1-31" fmla="*/ 6351816 w 7876999"/>
                <a:gd name="connsiteY1-32" fmla="*/ 0 h 6858000"/>
                <a:gd name="connsiteX2-33" fmla="*/ 6432300 w 7876999"/>
                <a:gd name="connsiteY2-34" fmla="*/ 102417 h 6858000"/>
                <a:gd name="connsiteX3-35" fmla="*/ 7536857 w 7876999"/>
                <a:gd name="connsiteY3-36" fmla="*/ 3429000 h 6858000"/>
                <a:gd name="connsiteX4-37" fmla="*/ 7876999 w 7876999"/>
                <a:gd name="connsiteY4-38" fmla="*/ 6848475 h 6858000"/>
                <a:gd name="connsiteX5-39" fmla="*/ 0 w 7876999"/>
                <a:gd name="connsiteY5-40" fmla="*/ 6858000 h 6858000"/>
                <a:gd name="connsiteX6-41" fmla="*/ 0 w 7876999"/>
                <a:gd name="connsiteY6-42" fmla="*/ 0 h 6858000"/>
                <a:gd name="connsiteX0-43" fmla="*/ 0 w 8609431"/>
                <a:gd name="connsiteY0-44" fmla="*/ 0 h 6867525"/>
                <a:gd name="connsiteX1-45" fmla="*/ 6351816 w 8609431"/>
                <a:gd name="connsiteY1-46" fmla="*/ 0 h 6867525"/>
                <a:gd name="connsiteX2-47" fmla="*/ 6432300 w 8609431"/>
                <a:gd name="connsiteY2-48" fmla="*/ 102417 h 6867525"/>
                <a:gd name="connsiteX3-49" fmla="*/ 7536857 w 8609431"/>
                <a:gd name="connsiteY3-50" fmla="*/ 3429000 h 6867525"/>
                <a:gd name="connsiteX4-51" fmla="*/ 8609431 w 8609431"/>
                <a:gd name="connsiteY4-52" fmla="*/ 6867525 h 6867525"/>
                <a:gd name="connsiteX5-53" fmla="*/ 0 w 8609431"/>
                <a:gd name="connsiteY5-54" fmla="*/ 6858000 h 6867525"/>
                <a:gd name="connsiteX6-55" fmla="*/ 0 w 8609431"/>
                <a:gd name="connsiteY6-56" fmla="*/ 0 h 6867525"/>
                <a:gd name="connsiteX0-57" fmla="*/ 0 w 8609431"/>
                <a:gd name="connsiteY0-58" fmla="*/ 0 h 6867525"/>
                <a:gd name="connsiteX1-59" fmla="*/ 6351816 w 8609431"/>
                <a:gd name="connsiteY1-60" fmla="*/ 0 h 6867525"/>
                <a:gd name="connsiteX2-61" fmla="*/ 6432300 w 8609431"/>
                <a:gd name="connsiteY2-62" fmla="*/ 102417 h 6867525"/>
                <a:gd name="connsiteX3-63" fmla="*/ 7536857 w 8609431"/>
                <a:gd name="connsiteY3-64" fmla="*/ 3429000 h 6867525"/>
                <a:gd name="connsiteX4-65" fmla="*/ 8609431 w 8609431"/>
                <a:gd name="connsiteY4-66" fmla="*/ 6867525 h 6867525"/>
                <a:gd name="connsiteX5-67" fmla="*/ 0 w 8609431"/>
                <a:gd name="connsiteY5-68" fmla="*/ 6858000 h 6867525"/>
                <a:gd name="connsiteX6-69" fmla="*/ 0 w 8609431"/>
                <a:gd name="connsiteY6-70" fmla="*/ 0 h 6867525"/>
                <a:gd name="connsiteX0-71" fmla="*/ 0 w 8609431"/>
                <a:gd name="connsiteY0-72" fmla="*/ 0 h 6867525"/>
                <a:gd name="connsiteX1-73" fmla="*/ 6351816 w 8609431"/>
                <a:gd name="connsiteY1-74" fmla="*/ 0 h 6867525"/>
                <a:gd name="connsiteX2-75" fmla="*/ 6432300 w 8609431"/>
                <a:gd name="connsiteY2-76" fmla="*/ 102417 h 6867525"/>
                <a:gd name="connsiteX3-77" fmla="*/ 7536857 w 8609431"/>
                <a:gd name="connsiteY3-78" fmla="*/ 3429000 h 6867525"/>
                <a:gd name="connsiteX4-79" fmla="*/ 8609431 w 8609431"/>
                <a:gd name="connsiteY4-80" fmla="*/ 6867525 h 6867525"/>
                <a:gd name="connsiteX5-81" fmla="*/ 0 w 8609431"/>
                <a:gd name="connsiteY5-82" fmla="*/ 6858000 h 6867525"/>
                <a:gd name="connsiteX6-83" fmla="*/ 0 w 8609431"/>
                <a:gd name="connsiteY6-84" fmla="*/ 0 h 6867525"/>
                <a:gd name="connsiteX0-85" fmla="*/ 0 w 8609431"/>
                <a:gd name="connsiteY0-86" fmla="*/ 0 h 6867525"/>
                <a:gd name="connsiteX1-87" fmla="*/ 6351816 w 8609431"/>
                <a:gd name="connsiteY1-88" fmla="*/ 0 h 6867525"/>
                <a:gd name="connsiteX2-89" fmla="*/ 6432300 w 8609431"/>
                <a:gd name="connsiteY2-90" fmla="*/ 102417 h 6867525"/>
                <a:gd name="connsiteX3-91" fmla="*/ 7536857 w 8609431"/>
                <a:gd name="connsiteY3-92" fmla="*/ 3429000 h 6867525"/>
                <a:gd name="connsiteX4-93" fmla="*/ 8609431 w 8609431"/>
                <a:gd name="connsiteY4-94" fmla="*/ 6867525 h 6867525"/>
                <a:gd name="connsiteX5-95" fmla="*/ 0 w 8609431"/>
                <a:gd name="connsiteY5-96" fmla="*/ 6858000 h 6867525"/>
                <a:gd name="connsiteX6-97" fmla="*/ 0 w 8609431"/>
                <a:gd name="connsiteY6-98" fmla="*/ 0 h 6867525"/>
                <a:gd name="connsiteX0-99" fmla="*/ 0 w 8609431"/>
                <a:gd name="connsiteY0-100" fmla="*/ 0 h 6867525"/>
                <a:gd name="connsiteX1-101" fmla="*/ 6351816 w 8609431"/>
                <a:gd name="connsiteY1-102" fmla="*/ 0 h 6867525"/>
                <a:gd name="connsiteX2-103" fmla="*/ 6432300 w 8609431"/>
                <a:gd name="connsiteY2-104" fmla="*/ 102417 h 6867525"/>
                <a:gd name="connsiteX3-105" fmla="*/ 7657493 w 8609431"/>
                <a:gd name="connsiteY3-106" fmla="*/ 3028950 h 6867525"/>
                <a:gd name="connsiteX4-107" fmla="*/ 8609431 w 8609431"/>
                <a:gd name="connsiteY4-108" fmla="*/ 6867525 h 6867525"/>
                <a:gd name="connsiteX5-109" fmla="*/ 0 w 8609431"/>
                <a:gd name="connsiteY5-110" fmla="*/ 6858000 h 6867525"/>
                <a:gd name="connsiteX6-111" fmla="*/ 0 w 8609431"/>
                <a:gd name="connsiteY6-112" fmla="*/ 0 h 6867525"/>
                <a:gd name="connsiteX0-113" fmla="*/ 0 w 8609431"/>
                <a:gd name="connsiteY0-114" fmla="*/ 0 h 6867525"/>
                <a:gd name="connsiteX1-115" fmla="*/ 6351816 w 8609431"/>
                <a:gd name="connsiteY1-116" fmla="*/ 0 h 6867525"/>
                <a:gd name="connsiteX2-117" fmla="*/ 6432300 w 8609431"/>
                <a:gd name="connsiteY2-118" fmla="*/ 102417 h 6867525"/>
                <a:gd name="connsiteX3-119" fmla="*/ 7657493 w 8609431"/>
                <a:gd name="connsiteY3-120" fmla="*/ 3028950 h 6867525"/>
                <a:gd name="connsiteX4-121" fmla="*/ 8609431 w 8609431"/>
                <a:gd name="connsiteY4-122" fmla="*/ 6867525 h 6867525"/>
                <a:gd name="connsiteX5-123" fmla="*/ 0 w 8609431"/>
                <a:gd name="connsiteY5-124" fmla="*/ 6858000 h 6867525"/>
                <a:gd name="connsiteX6-125" fmla="*/ 0 w 8609431"/>
                <a:gd name="connsiteY6-126" fmla="*/ 0 h 6867525"/>
                <a:gd name="connsiteX0-127" fmla="*/ 0 w 8609431"/>
                <a:gd name="connsiteY0-128" fmla="*/ 0 h 6867525"/>
                <a:gd name="connsiteX1-129" fmla="*/ 6351816 w 8609431"/>
                <a:gd name="connsiteY1-130" fmla="*/ 0 h 6867525"/>
                <a:gd name="connsiteX2-131" fmla="*/ 6432300 w 8609431"/>
                <a:gd name="connsiteY2-132" fmla="*/ 102417 h 6867525"/>
                <a:gd name="connsiteX3-133" fmla="*/ 7657493 w 8609431"/>
                <a:gd name="connsiteY3-134" fmla="*/ 3028950 h 6867525"/>
                <a:gd name="connsiteX4-135" fmla="*/ 8609431 w 8609431"/>
                <a:gd name="connsiteY4-136" fmla="*/ 6867525 h 6867525"/>
                <a:gd name="connsiteX5-137" fmla="*/ 0 w 8609431"/>
                <a:gd name="connsiteY5-138" fmla="*/ 6858000 h 6867525"/>
                <a:gd name="connsiteX6-139" fmla="*/ 0 w 8609431"/>
                <a:gd name="connsiteY6-140" fmla="*/ 0 h 6867525"/>
                <a:gd name="connsiteX0-141" fmla="*/ 0 w 8609431"/>
                <a:gd name="connsiteY0-142" fmla="*/ 0 h 6867525"/>
                <a:gd name="connsiteX1-143" fmla="*/ 6351816 w 8609431"/>
                <a:gd name="connsiteY1-144" fmla="*/ 0 h 6867525"/>
                <a:gd name="connsiteX2-145" fmla="*/ 7657493 w 8609431"/>
                <a:gd name="connsiteY2-146" fmla="*/ 3028950 h 6867525"/>
                <a:gd name="connsiteX3-147" fmla="*/ 8609431 w 8609431"/>
                <a:gd name="connsiteY3-148" fmla="*/ 6867525 h 6867525"/>
                <a:gd name="connsiteX4-149" fmla="*/ 0 w 8609431"/>
                <a:gd name="connsiteY4-150" fmla="*/ 6858000 h 6867525"/>
                <a:gd name="connsiteX5-151" fmla="*/ 0 w 8609431"/>
                <a:gd name="connsiteY5-152" fmla="*/ 0 h 6867525"/>
                <a:gd name="connsiteX0-153" fmla="*/ 0 w 8609431"/>
                <a:gd name="connsiteY0-154" fmla="*/ 0 h 6867525"/>
                <a:gd name="connsiteX1-155" fmla="*/ 6351816 w 8609431"/>
                <a:gd name="connsiteY1-156" fmla="*/ 0 h 6867525"/>
                <a:gd name="connsiteX2-157" fmla="*/ 7657493 w 8609431"/>
                <a:gd name="connsiteY2-158" fmla="*/ 3028950 h 6867525"/>
                <a:gd name="connsiteX3-159" fmla="*/ 8609431 w 8609431"/>
                <a:gd name="connsiteY3-160" fmla="*/ 6867525 h 6867525"/>
                <a:gd name="connsiteX4-161" fmla="*/ 0 w 8609431"/>
                <a:gd name="connsiteY4-162" fmla="*/ 6858000 h 6867525"/>
                <a:gd name="connsiteX5-163" fmla="*/ 0 w 8609431"/>
                <a:gd name="connsiteY5-164" fmla="*/ 0 h 6867525"/>
                <a:gd name="connsiteX0-165" fmla="*/ 0 w 8609431"/>
                <a:gd name="connsiteY0-166" fmla="*/ 0 h 6867525"/>
                <a:gd name="connsiteX1-167" fmla="*/ 6351816 w 8609431"/>
                <a:gd name="connsiteY1-168" fmla="*/ 0 h 6867525"/>
                <a:gd name="connsiteX2-169" fmla="*/ 7657493 w 8609431"/>
                <a:gd name="connsiteY2-170" fmla="*/ 3028950 h 6867525"/>
                <a:gd name="connsiteX3-171" fmla="*/ 8609431 w 8609431"/>
                <a:gd name="connsiteY3-172" fmla="*/ 6867525 h 6867525"/>
                <a:gd name="connsiteX4-173" fmla="*/ 0 w 8609431"/>
                <a:gd name="connsiteY4-174" fmla="*/ 6858000 h 6867525"/>
                <a:gd name="connsiteX5-175" fmla="*/ 0 w 8609431"/>
                <a:gd name="connsiteY5-176" fmla="*/ 0 h 6867525"/>
                <a:gd name="connsiteX0-177" fmla="*/ 0 w 8609431"/>
                <a:gd name="connsiteY0-178" fmla="*/ 0 h 6867525"/>
                <a:gd name="connsiteX1-179" fmla="*/ 6351816 w 8609431"/>
                <a:gd name="connsiteY1-180" fmla="*/ 0 h 6867525"/>
                <a:gd name="connsiteX2-181" fmla="*/ 7657493 w 8609431"/>
                <a:gd name="connsiteY2-182" fmla="*/ 3028950 h 6867525"/>
                <a:gd name="connsiteX3-183" fmla="*/ 8609431 w 8609431"/>
                <a:gd name="connsiteY3-184" fmla="*/ 6867525 h 6867525"/>
                <a:gd name="connsiteX4-185" fmla="*/ 0 w 8609431"/>
                <a:gd name="connsiteY4-186" fmla="*/ 6858000 h 6867525"/>
                <a:gd name="connsiteX5-187" fmla="*/ 0 w 8609431"/>
                <a:gd name="connsiteY5-188" fmla="*/ 0 h 6867525"/>
                <a:gd name="connsiteX0-189" fmla="*/ 0 w 8609431"/>
                <a:gd name="connsiteY0-190" fmla="*/ 0 h 6867525"/>
                <a:gd name="connsiteX1-191" fmla="*/ 6351816 w 8609431"/>
                <a:gd name="connsiteY1-192" fmla="*/ 0 h 6867525"/>
                <a:gd name="connsiteX2-193" fmla="*/ 7855680 w 8609431"/>
                <a:gd name="connsiteY2-194" fmla="*/ 2981325 h 6867525"/>
                <a:gd name="connsiteX3-195" fmla="*/ 8609431 w 8609431"/>
                <a:gd name="connsiteY3-196" fmla="*/ 6867525 h 6867525"/>
                <a:gd name="connsiteX4-197" fmla="*/ 0 w 8609431"/>
                <a:gd name="connsiteY4-198" fmla="*/ 6858000 h 6867525"/>
                <a:gd name="connsiteX5-199" fmla="*/ 0 w 8609431"/>
                <a:gd name="connsiteY5-200" fmla="*/ 0 h 6867525"/>
                <a:gd name="connsiteX0-201" fmla="*/ 0 w 8609431"/>
                <a:gd name="connsiteY0-202" fmla="*/ 0 h 6867525"/>
                <a:gd name="connsiteX1-203" fmla="*/ 6351816 w 8609431"/>
                <a:gd name="connsiteY1-204" fmla="*/ 0 h 6867525"/>
                <a:gd name="connsiteX2-205" fmla="*/ 7855680 w 8609431"/>
                <a:gd name="connsiteY2-206" fmla="*/ 2981325 h 6867525"/>
                <a:gd name="connsiteX3-207" fmla="*/ 8609431 w 8609431"/>
                <a:gd name="connsiteY3-208" fmla="*/ 6867525 h 6867525"/>
                <a:gd name="connsiteX4-209" fmla="*/ 0 w 8609431"/>
                <a:gd name="connsiteY4-210" fmla="*/ 6858000 h 6867525"/>
                <a:gd name="connsiteX5-211" fmla="*/ 0 w 8609431"/>
                <a:gd name="connsiteY5-212" fmla="*/ 0 h 6867525"/>
                <a:gd name="connsiteX0-213" fmla="*/ 0 w 8609431"/>
                <a:gd name="connsiteY0-214" fmla="*/ 0 h 6867525"/>
                <a:gd name="connsiteX1-215" fmla="*/ 6351816 w 8609431"/>
                <a:gd name="connsiteY1-216" fmla="*/ 0 h 6867525"/>
                <a:gd name="connsiteX2-217" fmla="*/ 7743661 w 8609431"/>
                <a:gd name="connsiteY2-218" fmla="*/ 2990850 h 6867525"/>
                <a:gd name="connsiteX3-219" fmla="*/ 8609431 w 8609431"/>
                <a:gd name="connsiteY3-220" fmla="*/ 6867525 h 6867525"/>
                <a:gd name="connsiteX4-221" fmla="*/ 0 w 8609431"/>
                <a:gd name="connsiteY4-222" fmla="*/ 6858000 h 6867525"/>
                <a:gd name="connsiteX5-223" fmla="*/ 0 w 8609431"/>
                <a:gd name="connsiteY5-224" fmla="*/ 0 h 6867525"/>
                <a:gd name="connsiteX0-225" fmla="*/ 0 w 8609431"/>
                <a:gd name="connsiteY0-226" fmla="*/ 0 h 6867525"/>
                <a:gd name="connsiteX1-227" fmla="*/ 6351816 w 8609431"/>
                <a:gd name="connsiteY1-228" fmla="*/ 0 h 6867525"/>
                <a:gd name="connsiteX2-229" fmla="*/ 7743661 w 8609431"/>
                <a:gd name="connsiteY2-230" fmla="*/ 2990850 h 6867525"/>
                <a:gd name="connsiteX3-231" fmla="*/ 8609431 w 8609431"/>
                <a:gd name="connsiteY3-232" fmla="*/ 6867525 h 6867525"/>
                <a:gd name="connsiteX4-233" fmla="*/ 0 w 8609431"/>
                <a:gd name="connsiteY4-234" fmla="*/ 6858000 h 6867525"/>
                <a:gd name="connsiteX5-235" fmla="*/ 0 w 8609431"/>
                <a:gd name="connsiteY5-236" fmla="*/ 0 h 6867525"/>
                <a:gd name="connsiteX0-237" fmla="*/ 0 w 8919014"/>
                <a:gd name="connsiteY0-238" fmla="*/ 0 h 6867525"/>
                <a:gd name="connsiteX1-239" fmla="*/ 6351816 w 8919014"/>
                <a:gd name="connsiteY1-240" fmla="*/ 0 h 6867525"/>
                <a:gd name="connsiteX2-241" fmla="*/ 8609431 w 8919014"/>
                <a:gd name="connsiteY2-242" fmla="*/ 6867525 h 6867525"/>
                <a:gd name="connsiteX3-243" fmla="*/ 0 w 8919014"/>
                <a:gd name="connsiteY3-244" fmla="*/ 6858000 h 6867525"/>
                <a:gd name="connsiteX4-245" fmla="*/ 0 w 8919014"/>
                <a:gd name="connsiteY4-246" fmla="*/ 0 h 6867525"/>
                <a:gd name="connsiteX0-247" fmla="*/ 0 w 8609431"/>
                <a:gd name="connsiteY0-248" fmla="*/ 0 h 6867525"/>
                <a:gd name="connsiteX1-249" fmla="*/ 6351816 w 8609431"/>
                <a:gd name="connsiteY1-250" fmla="*/ 0 h 6867525"/>
                <a:gd name="connsiteX2-251" fmla="*/ 8609431 w 8609431"/>
                <a:gd name="connsiteY2-252" fmla="*/ 6867525 h 6867525"/>
                <a:gd name="connsiteX3-253" fmla="*/ 0 w 8609431"/>
                <a:gd name="connsiteY3-254" fmla="*/ 6858000 h 6867525"/>
                <a:gd name="connsiteX4-255" fmla="*/ 0 w 8609431"/>
                <a:gd name="connsiteY4-256" fmla="*/ 0 h 6867525"/>
                <a:gd name="connsiteX0-257" fmla="*/ 0 w 8609431"/>
                <a:gd name="connsiteY0-258" fmla="*/ 0 h 6867525"/>
                <a:gd name="connsiteX1-259" fmla="*/ 6351816 w 8609431"/>
                <a:gd name="connsiteY1-260" fmla="*/ 0 h 6867525"/>
                <a:gd name="connsiteX2-261" fmla="*/ 8609431 w 8609431"/>
                <a:gd name="connsiteY2-262" fmla="*/ 6867525 h 6867525"/>
                <a:gd name="connsiteX3-263" fmla="*/ 0 w 8609431"/>
                <a:gd name="connsiteY3-264" fmla="*/ 6858000 h 6867525"/>
                <a:gd name="connsiteX4-265" fmla="*/ 0 w 8609431"/>
                <a:gd name="connsiteY4-266" fmla="*/ 0 h 6867525"/>
                <a:gd name="connsiteX0-267" fmla="*/ 0 w 8609431"/>
                <a:gd name="connsiteY0-268" fmla="*/ 0 h 6867525"/>
                <a:gd name="connsiteX1-269" fmla="*/ 6351816 w 8609431"/>
                <a:gd name="connsiteY1-270" fmla="*/ 0 h 6867525"/>
                <a:gd name="connsiteX2-271" fmla="*/ 8609431 w 8609431"/>
                <a:gd name="connsiteY2-272" fmla="*/ 6867525 h 6867525"/>
                <a:gd name="connsiteX3-273" fmla="*/ 0 w 8609431"/>
                <a:gd name="connsiteY3-274" fmla="*/ 6858000 h 6867525"/>
                <a:gd name="connsiteX4-275" fmla="*/ 0 w 8609431"/>
                <a:gd name="connsiteY4-276" fmla="*/ 0 h 6867525"/>
                <a:gd name="connsiteX0-277" fmla="*/ 0 w 8609431"/>
                <a:gd name="connsiteY0-278" fmla="*/ 0 h 6867525"/>
                <a:gd name="connsiteX1-279" fmla="*/ 6351816 w 8609431"/>
                <a:gd name="connsiteY1-280" fmla="*/ 0 h 6867525"/>
                <a:gd name="connsiteX2-281" fmla="*/ 8609431 w 8609431"/>
                <a:gd name="connsiteY2-282" fmla="*/ 6867525 h 6867525"/>
                <a:gd name="connsiteX3-283" fmla="*/ 0 w 8609431"/>
                <a:gd name="connsiteY3-284" fmla="*/ 6858000 h 6867525"/>
                <a:gd name="connsiteX4-285" fmla="*/ 0 w 8609431"/>
                <a:gd name="connsiteY4-286" fmla="*/ 0 h 6867525"/>
                <a:gd name="connsiteX0-287" fmla="*/ 0 w 8609431"/>
                <a:gd name="connsiteY0-288" fmla="*/ 0 h 6867525"/>
                <a:gd name="connsiteX1-289" fmla="*/ 6351816 w 8609431"/>
                <a:gd name="connsiteY1-290" fmla="*/ 0 h 6867525"/>
                <a:gd name="connsiteX2-291" fmla="*/ 8609431 w 8609431"/>
                <a:gd name="connsiteY2-292" fmla="*/ 6867525 h 6867525"/>
                <a:gd name="connsiteX3-293" fmla="*/ 0 w 8609431"/>
                <a:gd name="connsiteY3-294" fmla="*/ 6858000 h 6867525"/>
                <a:gd name="connsiteX4-295" fmla="*/ 0 w 8609431"/>
                <a:gd name="connsiteY4-296" fmla="*/ 0 h 6867525"/>
                <a:gd name="connsiteX0-297" fmla="*/ 0 w 8609431"/>
                <a:gd name="connsiteY0-298" fmla="*/ 0 h 6867525"/>
                <a:gd name="connsiteX1-299" fmla="*/ 6351816 w 8609431"/>
                <a:gd name="connsiteY1-300" fmla="*/ 0 h 6867525"/>
                <a:gd name="connsiteX2-301" fmla="*/ 8609431 w 8609431"/>
                <a:gd name="connsiteY2-302" fmla="*/ 6867525 h 6867525"/>
                <a:gd name="connsiteX3-303" fmla="*/ 0 w 8609431"/>
                <a:gd name="connsiteY3-304" fmla="*/ 6858000 h 6867525"/>
                <a:gd name="connsiteX4-305" fmla="*/ 0 w 8609431"/>
                <a:gd name="connsiteY4-306" fmla="*/ 0 h 68675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09431" h="6867525">
                  <a:moveTo>
                    <a:pt x="0" y="0"/>
                  </a:moveTo>
                  <a:lnTo>
                    <a:pt x="6351816" y="0"/>
                  </a:lnTo>
                  <a:cubicBezTo>
                    <a:pt x="8769042" y="2744787"/>
                    <a:pt x="5058052" y="6829425"/>
                    <a:pt x="8609431" y="6867525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sx="101000" sy="101000" algn="l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53" name="任意多边形: 形状 39"/>
            <p:cNvSpPr/>
            <p:nvPr/>
          </p:nvSpPr>
          <p:spPr>
            <a:xfrm>
              <a:off x="-1" y="0"/>
              <a:ext cx="9670471" cy="6867525"/>
            </a:xfrm>
            <a:custGeom>
              <a:avLst/>
              <a:gdLst>
                <a:gd name="connsiteX0" fmla="*/ 0 w 7536857"/>
                <a:gd name="connsiteY0" fmla="*/ 0 h 6858000"/>
                <a:gd name="connsiteX1" fmla="*/ 6351816 w 7536857"/>
                <a:gd name="connsiteY1" fmla="*/ 0 h 6858000"/>
                <a:gd name="connsiteX2" fmla="*/ 6432300 w 7536857"/>
                <a:gd name="connsiteY2" fmla="*/ 102417 h 6858000"/>
                <a:gd name="connsiteX3" fmla="*/ 7536857 w 7536857"/>
                <a:gd name="connsiteY3" fmla="*/ 3429000 h 6858000"/>
                <a:gd name="connsiteX4" fmla="*/ 6432300 w 7536857"/>
                <a:gd name="connsiteY4" fmla="*/ 6755583 h 6858000"/>
                <a:gd name="connsiteX5" fmla="*/ 6351816 w 7536857"/>
                <a:gd name="connsiteY5" fmla="*/ 6858000 h 6858000"/>
                <a:gd name="connsiteX6" fmla="*/ 0 w 7536857"/>
                <a:gd name="connsiteY6" fmla="*/ 6858000 h 6858000"/>
                <a:gd name="connsiteX0-1" fmla="*/ 0 w 7537165"/>
                <a:gd name="connsiteY0-2" fmla="*/ 0 h 6858000"/>
                <a:gd name="connsiteX1-3" fmla="*/ 6351816 w 7537165"/>
                <a:gd name="connsiteY1-4" fmla="*/ 0 h 6858000"/>
                <a:gd name="connsiteX2-5" fmla="*/ 6432300 w 7537165"/>
                <a:gd name="connsiteY2-6" fmla="*/ 102417 h 6858000"/>
                <a:gd name="connsiteX3-7" fmla="*/ 7536857 w 7537165"/>
                <a:gd name="connsiteY3-8" fmla="*/ 3429000 h 6858000"/>
                <a:gd name="connsiteX4-9" fmla="*/ 6351816 w 7537165"/>
                <a:gd name="connsiteY4-10" fmla="*/ 6858000 h 6858000"/>
                <a:gd name="connsiteX5-11" fmla="*/ 0 w 7537165"/>
                <a:gd name="connsiteY5-12" fmla="*/ 6858000 h 6858000"/>
                <a:gd name="connsiteX6-13" fmla="*/ 0 w 7537165"/>
                <a:gd name="connsiteY6-14" fmla="*/ 0 h 6858000"/>
                <a:gd name="connsiteX0-15" fmla="*/ 0 w 8403299"/>
                <a:gd name="connsiteY0-16" fmla="*/ 0 h 6858000"/>
                <a:gd name="connsiteX1-17" fmla="*/ 6351816 w 8403299"/>
                <a:gd name="connsiteY1-18" fmla="*/ 0 h 6858000"/>
                <a:gd name="connsiteX2-19" fmla="*/ 6432300 w 8403299"/>
                <a:gd name="connsiteY2-20" fmla="*/ 102417 h 6858000"/>
                <a:gd name="connsiteX3-21" fmla="*/ 7536857 w 8403299"/>
                <a:gd name="connsiteY3-22" fmla="*/ 3429000 h 6858000"/>
                <a:gd name="connsiteX4-23" fmla="*/ 7876999 w 8403299"/>
                <a:gd name="connsiteY4-24" fmla="*/ 6848475 h 6858000"/>
                <a:gd name="connsiteX5-25" fmla="*/ 0 w 8403299"/>
                <a:gd name="connsiteY5-26" fmla="*/ 6858000 h 6858000"/>
                <a:gd name="connsiteX6-27" fmla="*/ 0 w 8403299"/>
                <a:gd name="connsiteY6-28" fmla="*/ 0 h 6858000"/>
                <a:gd name="connsiteX0-29" fmla="*/ 0 w 7876999"/>
                <a:gd name="connsiteY0-30" fmla="*/ 0 h 6858000"/>
                <a:gd name="connsiteX1-31" fmla="*/ 6351816 w 7876999"/>
                <a:gd name="connsiteY1-32" fmla="*/ 0 h 6858000"/>
                <a:gd name="connsiteX2-33" fmla="*/ 6432300 w 7876999"/>
                <a:gd name="connsiteY2-34" fmla="*/ 102417 h 6858000"/>
                <a:gd name="connsiteX3-35" fmla="*/ 7536857 w 7876999"/>
                <a:gd name="connsiteY3-36" fmla="*/ 3429000 h 6858000"/>
                <a:gd name="connsiteX4-37" fmla="*/ 7876999 w 7876999"/>
                <a:gd name="connsiteY4-38" fmla="*/ 6848475 h 6858000"/>
                <a:gd name="connsiteX5-39" fmla="*/ 0 w 7876999"/>
                <a:gd name="connsiteY5-40" fmla="*/ 6858000 h 6858000"/>
                <a:gd name="connsiteX6-41" fmla="*/ 0 w 7876999"/>
                <a:gd name="connsiteY6-42" fmla="*/ 0 h 6858000"/>
                <a:gd name="connsiteX0-43" fmla="*/ 0 w 8609431"/>
                <a:gd name="connsiteY0-44" fmla="*/ 0 h 6867525"/>
                <a:gd name="connsiteX1-45" fmla="*/ 6351816 w 8609431"/>
                <a:gd name="connsiteY1-46" fmla="*/ 0 h 6867525"/>
                <a:gd name="connsiteX2-47" fmla="*/ 6432300 w 8609431"/>
                <a:gd name="connsiteY2-48" fmla="*/ 102417 h 6867525"/>
                <a:gd name="connsiteX3-49" fmla="*/ 7536857 w 8609431"/>
                <a:gd name="connsiteY3-50" fmla="*/ 3429000 h 6867525"/>
                <a:gd name="connsiteX4-51" fmla="*/ 8609431 w 8609431"/>
                <a:gd name="connsiteY4-52" fmla="*/ 6867525 h 6867525"/>
                <a:gd name="connsiteX5-53" fmla="*/ 0 w 8609431"/>
                <a:gd name="connsiteY5-54" fmla="*/ 6858000 h 6867525"/>
                <a:gd name="connsiteX6-55" fmla="*/ 0 w 8609431"/>
                <a:gd name="connsiteY6-56" fmla="*/ 0 h 6867525"/>
                <a:gd name="connsiteX0-57" fmla="*/ 0 w 8609431"/>
                <a:gd name="connsiteY0-58" fmla="*/ 0 h 6867525"/>
                <a:gd name="connsiteX1-59" fmla="*/ 6351816 w 8609431"/>
                <a:gd name="connsiteY1-60" fmla="*/ 0 h 6867525"/>
                <a:gd name="connsiteX2-61" fmla="*/ 6432300 w 8609431"/>
                <a:gd name="connsiteY2-62" fmla="*/ 102417 h 6867525"/>
                <a:gd name="connsiteX3-63" fmla="*/ 7536857 w 8609431"/>
                <a:gd name="connsiteY3-64" fmla="*/ 3429000 h 6867525"/>
                <a:gd name="connsiteX4-65" fmla="*/ 8609431 w 8609431"/>
                <a:gd name="connsiteY4-66" fmla="*/ 6867525 h 6867525"/>
                <a:gd name="connsiteX5-67" fmla="*/ 0 w 8609431"/>
                <a:gd name="connsiteY5-68" fmla="*/ 6858000 h 6867525"/>
                <a:gd name="connsiteX6-69" fmla="*/ 0 w 8609431"/>
                <a:gd name="connsiteY6-70" fmla="*/ 0 h 6867525"/>
                <a:gd name="connsiteX0-71" fmla="*/ 0 w 8609431"/>
                <a:gd name="connsiteY0-72" fmla="*/ 0 h 6867525"/>
                <a:gd name="connsiteX1-73" fmla="*/ 6351816 w 8609431"/>
                <a:gd name="connsiteY1-74" fmla="*/ 0 h 6867525"/>
                <a:gd name="connsiteX2-75" fmla="*/ 6432300 w 8609431"/>
                <a:gd name="connsiteY2-76" fmla="*/ 102417 h 6867525"/>
                <a:gd name="connsiteX3-77" fmla="*/ 7536857 w 8609431"/>
                <a:gd name="connsiteY3-78" fmla="*/ 3429000 h 6867525"/>
                <a:gd name="connsiteX4-79" fmla="*/ 8609431 w 8609431"/>
                <a:gd name="connsiteY4-80" fmla="*/ 6867525 h 6867525"/>
                <a:gd name="connsiteX5-81" fmla="*/ 0 w 8609431"/>
                <a:gd name="connsiteY5-82" fmla="*/ 6858000 h 6867525"/>
                <a:gd name="connsiteX6-83" fmla="*/ 0 w 8609431"/>
                <a:gd name="connsiteY6-84" fmla="*/ 0 h 6867525"/>
                <a:gd name="connsiteX0-85" fmla="*/ 0 w 8609431"/>
                <a:gd name="connsiteY0-86" fmla="*/ 0 h 6867525"/>
                <a:gd name="connsiteX1-87" fmla="*/ 6351816 w 8609431"/>
                <a:gd name="connsiteY1-88" fmla="*/ 0 h 6867525"/>
                <a:gd name="connsiteX2-89" fmla="*/ 6432300 w 8609431"/>
                <a:gd name="connsiteY2-90" fmla="*/ 102417 h 6867525"/>
                <a:gd name="connsiteX3-91" fmla="*/ 7536857 w 8609431"/>
                <a:gd name="connsiteY3-92" fmla="*/ 3429000 h 6867525"/>
                <a:gd name="connsiteX4-93" fmla="*/ 8609431 w 8609431"/>
                <a:gd name="connsiteY4-94" fmla="*/ 6867525 h 6867525"/>
                <a:gd name="connsiteX5-95" fmla="*/ 0 w 8609431"/>
                <a:gd name="connsiteY5-96" fmla="*/ 6858000 h 6867525"/>
                <a:gd name="connsiteX6-97" fmla="*/ 0 w 8609431"/>
                <a:gd name="connsiteY6-98" fmla="*/ 0 h 6867525"/>
                <a:gd name="connsiteX0-99" fmla="*/ 0 w 8609431"/>
                <a:gd name="connsiteY0-100" fmla="*/ 0 h 6867525"/>
                <a:gd name="connsiteX1-101" fmla="*/ 6351816 w 8609431"/>
                <a:gd name="connsiteY1-102" fmla="*/ 0 h 6867525"/>
                <a:gd name="connsiteX2-103" fmla="*/ 6432300 w 8609431"/>
                <a:gd name="connsiteY2-104" fmla="*/ 102417 h 6867525"/>
                <a:gd name="connsiteX3-105" fmla="*/ 7657493 w 8609431"/>
                <a:gd name="connsiteY3-106" fmla="*/ 3028950 h 6867525"/>
                <a:gd name="connsiteX4-107" fmla="*/ 8609431 w 8609431"/>
                <a:gd name="connsiteY4-108" fmla="*/ 6867525 h 6867525"/>
                <a:gd name="connsiteX5-109" fmla="*/ 0 w 8609431"/>
                <a:gd name="connsiteY5-110" fmla="*/ 6858000 h 6867525"/>
                <a:gd name="connsiteX6-111" fmla="*/ 0 w 8609431"/>
                <a:gd name="connsiteY6-112" fmla="*/ 0 h 6867525"/>
                <a:gd name="connsiteX0-113" fmla="*/ 0 w 8609431"/>
                <a:gd name="connsiteY0-114" fmla="*/ 0 h 6867525"/>
                <a:gd name="connsiteX1-115" fmla="*/ 6351816 w 8609431"/>
                <a:gd name="connsiteY1-116" fmla="*/ 0 h 6867525"/>
                <a:gd name="connsiteX2-117" fmla="*/ 6432300 w 8609431"/>
                <a:gd name="connsiteY2-118" fmla="*/ 102417 h 6867525"/>
                <a:gd name="connsiteX3-119" fmla="*/ 7657493 w 8609431"/>
                <a:gd name="connsiteY3-120" fmla="*/ 3028950 h 6867525"/>
                <a:gd name="connsiteX4-121" fmla="*/ 8609431 w 8609431"/>
                <a:gd name="connsiteY4-122" fmla="*/ 6867525 h 6867525"/>
                <a:gd name="connsiteX5-123" fmla="*/ 0 w 8609431"/>
                <a:gd name="connsiteY5-124" fmla="*/ 6858000 h 6867525"/>
                <a:gd name="connsiteX6-125" fmla="*/ 0 w 8609431"/>
                <a:gd name="connsiteY6-126" fmla="*/ 0 h 6867525"/>
                <a:gd name="connsiteX0-127" fmla="*/ 0 w 8609431"/>
                <a:gd name="connsiteY0-128" fmla="*/ 0 h 6867525"/>
                <a:gd name="connsiteX1-129" fmla="*/ 6351816 w 8609431"/>
                <a:gd name="connsiteY1-130" fmla="*/ 0 h 6867525"/>
                <a:gd name="connsiteX2-131" fmla="*/ 6432300 w 8609431"/>
                <a:gd name="connsiteY2-132" fmla="*/ 102417 h 6867525"/>
                <a:gd name="connsiteX3-133" fmla="*/ 7657493 w 8609431"/>
                <a:gd name="connsiteY3-134" fmla="*/ 3028950 h 6867525"/>
                <a:gd name="connsiteX4-135" fmla="*/ 8609431 w 8609431"/>
                <a:gd name="connsiteY4-136" fmla="*/ 6867525 h 6867525"/>
                <a:gd name="connsiteX5-137" fmla="*/ 0 w 8609431"/>
                <a:gd name="connsiteY5-138" fmla="*/ 6858000 h 6867525"/>
                <a:gd name="connsiteX6-139" fmla="*/ 0 w 8609431"/>
                <a:gd name="connsiteY6-140" fmla="*/ 0 h 6867525"/>
                <a:gd name="connsiteX0-141" fmla="*/ 0 w 8609431"/>
                <a:gd name="connsiteY0-142" fmla="*/ 0 h 6867525"/>
                <a:gd name="connsiteX1-143" fmla="*/ 6351816 w 8609431"/>
                <a:gd name="connsiteY1-144" fmla="*/ 0 h 6867525"/>
                <a:gd name="connsiteX2-145" fmla="*/ 7657493 w 8609431"/>
                <a:gd name="connsiteY2-146" fmla="*/ 3028950 h 6867525"/>
                <a:gd name="connsiteX3-147" fmla="*/ 8609431 w 8609431"/>
                <a:gd name="connsiteY3-148" fmla="*/ 6867525 h 6867525"/>
                <a:gd name="connsiteX4-149" fmla="*/ 0 w 8609431"/>
                <a:gd name="connsiteY4-150" fmla="*/ 6858000 h 6867525"/>
                <a:gd name="connsiteX5-151" fmla="*/ 0 w 8609431"/>
                <a:gd name="connsiteY5-152" fmla="*/ 0 h 6867525"/>
                <a:gd name="connsiteX0-153" fmla="*/ 0 w 8609431"/>
                <a:gd name="connsiteY0-154" fmla="*/ 0 h 6867525"/>
                <a:gd name="connsiteX1-155" fmla="*/ 6351816 w 8609431"/>
                <a:gd name="connsiteY1-156" fmla="*/ 0 h 6867525"/>
                <a:gd name="connsiteX2-157" fmla="*/ 7657493 w 8609431"/>
                <a:gd name="connsiteY2-158" fmla="*/ 3028950 h 6867525"/>
                <a:gd name="connsiteX3-159" fmla="*/ 8609431 w 8609431"/>
                <a:gd name="connsiteY3-160" fmla="*/ 6867525 h 6867525"/>
                <a:gd name="connsiteX4-161" fmla="*/ 0 w 8609431"/>
                <a:gd name="connsiteY4-162" fmla="*/ 6858000 h 6867525"/>
                <a:gd name="connsiteX5-163" fmla="*/ 0 w 8609431"/>
                <a:gd name="connsiteY5-164" fmla="*/ 0 h 6867525"/>
                <a:gd name="connsiteX0-165" fmla="*/ 0 w 8609431"/>
                <a:gd name="connsiteY0-166" fmla="*/ 0 h 6867525"/>
                <a:gd name="connsiteX1-167" fmla="*/ 6351816 w 8609431"/>
                <a:gd name="connsiteY1-168" fmla="*/ 0 h 6867525"/>
                <a:gd name="connsiteX2-169" fmla="*/ 7657493 w 8609431"/>
                <a:gd name="connsiteY2-170" fmla="*/ 3028950 h 6867525"/>
                <a:gd name="connsiteX3-171" fmla="*/ 8609431 w 8609431"/>
                <a:gd name="connsiteY3-172" fmla="*/ 6867525 h 6867525"/>
                <a:gd name="connsiteX4-173" fmla="*/ 0 w 8609431"/>
                <a:gd name="connsiteY4-174" fmla="*/ 6858000 h 6867525"/>
                <a:gd name="connsiteX5-175" fmla="*/ 0 w 8609431"/>
                <a:gd name="connsiteY5-176" fmla="*/ 0 h 6867525"/>
                <a:gd name="connsiteX0-177" fmla="*/ 0 w 8609431"/>
                <a:gd name="connsiteY0-178" fmla="*/ 0 h 6867525"/>
                <a:gd name="connsiteX1-179" fmla="*/ 6351816 w 8609431"/>
                <a:gd name="connsiteY1-180" fmla="*/ 0 h 6867525"/>
                <a:gd name="connsiteX2-181" fmla="*/ 7657493 w 8609431"/>
                <a:gd name="connsiteY2-182" fmla="*/ 3028950 h 6867525"/>
                <a:gd name="connsiteX3-183" fmla="*/ 8609431 w 8609431"/>
                <a:gd name="connsiteY3-184" fmla="*/ 6867525 h 6867525"/>
                <a:gd name="connsiteX4-185" fmla="*/ 0 w 8609431"/>
                <a:gd name="connsiteY4-186" fmla="*/ 6858000 h 6867525"/>
                <a:gd name="connsiteX5-187" fmla="*/ 0 w 8609431"/>
                <a:gd name="connsiteY5-188" fmla="*/ 0 h 6867525"/>
                <a:gd name="connsiteX0-189" fmla="*/ 0 w 8609431"/>
                <a:gd name="connsiteY0-190" fmla="*/ 0 h 6867525"/>
                <a:gd name="connsiteX1-191" fmla="*/ 6351816 w 8609431"/>
                <a:gd name="connsiteY1-192" fmla="*/ 0 h 6867525"/>
                <a:gd name="connsiteX2-193" fmla="*/ 7855680 w 8609431"/>
                <a:gd name="connsiteY2-194" fmla="*/ 2981325 h 6867525"/>
                <a:gd name="connsiteX3-195" fmla="*/ 8609431 w 8609431"/>
                <a:gd name="connsiteY3-196" fmla="*/ 6867525 h 6867525"/>
                <a:gd name="connsiteX4-197" fmla="*/ 0 w 8609431"/>
                <a:gd name="connsiteY4-198" fmla="*/ 6858000 h 6867525"/>
                <a:gd name="connsiteX5-199" fmla="*/ 0 w 8609431"/>
                <a:gd name="connsiteY5-200" fmla="*/ 0 h 6867525"/>
                <a:gd name="connsiteX0-201" fmla="*/ 0 w 8609431"/>
                <a:gd name="connsiteY0-202" fmla="*/ 0 h 6867525"/>
                <a:gd name="connsiteX1-203" fmla="*/ 6351816 w 8609431"/>
                <a:gd name="connsiteY1-204" fmla="*/ 0 h 6867525"/>
                <a:gd name="connsiteX2-205" fmla="*/ 7855680 w 8609431"/>
                <a:gd name="connsiteY2-206" fmla="*/ 2981325 h 6867525"/>
                <a:gd name="connsiteX3-207" fmla="*/ 8609431 w 8609431"/>
                <a:gd name="connsiteY3-208" fmla="*/ 6867525 h 6867525"/>
                <a:gd name="connsiteX4-209" fmla="*/ 0 w 8609431"/>
                <a:gd name="connsiteY4-210" fmla="*/ 6858000 h 6867525"/>
                <a:gd name="connsiteX5-211" fmla="*/ 0 w 8609431"/>
                <a:gd name="connsiteY5-212" fmla="*/ 0 h 6867525"/>
                <a:gd name="connsiteX0-213" fmla="*/ 0 w 8609431"/>
                <a:gd name="connsiteY0-214" fmla="*/ 0 h 6867525"/>
                <a:gd name="connsiteX1-215" fmla="*/ 6351816 w 8609431"/>
                <a:gd name="connsiteY1-216" fmla="*/ 0 h 6867525"/>
                <a:gd name="connsiteX2-217" fmla="*/ 7743661 w 8609431"/>
                <a:gd name="connsiteY2-218" fmla="*/ 2990850 h 6867525"/>
                <a:gd name="connsiteX3-219" fmla="*/ 8609431 w 8609431"/>
                <a:gd name="connsiteY3-220" fmla="*/ 6867525 h 6867525"/>
                <a:gd name="connsiteX4-221" fmla="*/ 0 w 8609431"/>
                <a:gd name="connsiteY4-222" fmla="*/ 6858000 h 6867525"/>
                <a:gd name="connsiteX5-223" fmla="*/ 0 w 8609431"/>
                <a:gd name="connsiteY5-224" fmla="*/ 0 h 6867525"/>
                <a:gd name="connsiteX0-225" fmla="*/ 0 w 8609431"/>
                <a:gd name="connsiteY0-226" fmla="*/ 0 h 6867525"/>
                <a:gd name="connsiteX1-227" fmla="*/ 6351816 w 8609431"/>
                <a:gd name="connsiteY1-228" fmla="*/ 0 h 6867525"/>
                <a:gd name="connsiteX2-229" fmla="*/ 7743661 w 8609431"/>
                <a:gd name="connsiteY2-230" fmla="*/ 2990850 h 6867525"/>
                <a:gd name="connsiteX3-231" fmla="*/ 8609431 w 8609431"/>
                <a:gd name="connsiteY3-232" fmla="*/ 6867525 h 6867525"/>
                <a:gd name="connsiteX4-233" fmla="*/ 0 w 8609431"/>
                <a:gd name="connsiteY4-234" fmla="*/ 6858000 h 6867525"/>
                <a:gd name="connsiteX5-235" fmla="*/ 0 w 8609431"/>
                <a:gd name="connsiteY5-236" fmla="*/ 0 h 6867525"/>
                <a:gd name="connsiteX0-237" fmla="*/ 0 w 8919014"/>
                <a:gd name="connsiteY0-238" fmla="*/ 0 h 6867525"/>
                <a:gd name="connsiteX1-239" fmla="*/ 6351816 w 8919014"/>
                <a:gd name="connsiteY1-240" fmla="*/ 0 h 6867525"/>
                <a:gd name="connsiteX2-241" fmla="*/ 8609431 w 8919014"/>
                <a:gd name="connsiteY2-242" fmla="*/ 6867525 h 6867525"/>
                <a:gd name="connsiteX3-243" fmla="*/ 0 w 8919014"/>
                <a:gd name="connsiteY3-244" fmla="*/ 6858000 h 6867525"/>
                <a:gd name="connsiteX4-245" fmla="*/ 0 w 8919014"/>
                <a:gd name="connsiteY4-246" fmla="*/ 0 h 6867525"/>
                <a:gd name="connsiteX0-247" fmla="*/ 0 w 8609431"/>
                <a:gd name="connsiteY0-248" fmla="*/ 0 h 6867525"/>
                <a:gd name="connsiteX1-249" fmla="*/ 6351816 w 8609431"/>
                <a:gd name="connsiteY1-250" fmla="*/ 0 h 6867525"/>
                <a:gd name="connsiteX2-251" fmla="*/ 8609431 w 8609431"/>
                <a:gd name="connsiteY2-252" fmla="*/ 6867525 h 6867525"/>
                <a:gd name="connsiteX3-253" fmla="*/ 0 w 8609431"/>
                <a:gd name="connsiteY3-254" fmla="*/ 6858000 h 6867525"/>
                <a:gd name="connsiteX4-255" fmla="*/ 0 w 8609431"/>
                <a:gd name="connsiteY4-256" fmla="*/ 0 h 6867525"/>
                <a:gd name="connsiteX0-257" fmla="*/ 0 w 8609431"/>
                <a:gd name="connsiteY0-258" fmla="*/ 0 h 6867525"/>
                <a:gd name="connsiteX1-259" fmla="*/ 6351816 w 8609431"/>
                <a:gd name="connsiteY1-260" fmla="*/ 0 h 6867525"/>
                <a:gd name="connsiteX2-261" fmla="*/ 8609431 w 8609431"/>
                <a:gd name="connsiteY2-262" fmla="*/ 6867525 h 6867525"/>
                <a:gd name="connsiteX3-263" fmla="*/ 0 w 8609431"/>
                <a:gd name="connsiteY3-264" fmla="*/ 6858000 h 6867525"/>
                <a:gd name="connsiteX4-265" fmla="*/ 0 w 8609431"/>
                <a:gd name="connsiteY4-266" fmla="*/ 0 h 6867525"/>
                <a:gd name="connsiteX0-267" fmla="*/ 0 w 8609431"/>
                <a:gd name="connsiteY0-268" fmla="*/ 0 h 6867525"/>
                <a:gd name="connsiteX1-269" fmla="*/ 6351816 w 8609431"/>
                <a:gd name="connsiteY1-270" fmla="*/ 0 h 6867525"/>
                <a:gd name="connsiteX2-271" fmla="*/ 8609431 w 8609431"/>
                <a:gd name="connsiteY2-272" fmla="*/ 6867525 h 6867525"/>
                <a:gd name="connsiteX3-273" fmla="*/ 0 w 8609431"/>
                <a:gd name="connsiteY3-274" fmla="*/ 6858000 h 6867525"/>
                <a:gd name="connsiteX4-275" fmla="*/ 0 w 8609431"/>
                <a:gd name="connsiteY4-276" fmla="*/ 0 h 6867525"/>
                <a:gd name="connsiteX0-277" fmla="*/ 0 w 8609431"/>
                <a:gd name="connsiteY0-278" fmla="*/ 0 h 6867525"/>
                <a:gd name="connsiteX1-279" fmla="*/ 6351816 w 8609431"/>
                <a:gd name="connsiteY1-280" fmla="*/ 0 h 6867525"/>
                <a:gd name="connsiteX2-281" fmla="*/ 8609431 w 8609431"/>
                <a:gd name="connsiteY2-282" fmla="*/ 6867525 h 6867525"/>
                <a:gd name="connsiteX3-283" fmla="*/ 0 w 8609431"/>
                <a:gd name="connsiteY3-284" fmla="*/ 6858000 h 6867525"/>
                <a:gd name="connsiteX4-285" fmla="*/ 0 w 8609431"/>
                <a:gd name="connsiteY4-286" fmla="*/ 0 h 6867525"/>
                <a:gd name="connsiteX0-287" fmla="*/ 0 w 8609431"/>
                <a:gd name="connsiteY0-288" fmla="*/ 0 h 6867525"/>
                <a:gd name="connsiteX1-289" fmla="*/ 6351816 w 8609431"/>
                <a:gd name="connsiteY1-290" fmla="*/ 0 h 6867525"/>
                <a:gd name="connsiteX2-291" fmla="*/ 8609431 w 8609431"/>
                <a:gd name="connsiteY2-292" fmla="*/ 6867525 h 6867525"/>
                <a:gd name="connsiteX3-293" fmla="*/ 0 w 8609431"/>
                <a:gd name="connsiteY3-294" fmla="*/ 6858000 h 6867525"/>
                <a:gd name="connsiteX4-295" fmla="*/ 0 w 8609431"/>
                <a:gd name="connsiteY4-296" fmla="*/ 0 h 6867525"/>
                <a:gd name="connsiteX0-297" fmla="*/ 0 w 8609431"/>
                <a:gd name="connsiteY0-298" fmla="*/ 0 h 6867525"/>
                <a:gd name="connsiteX1-299" fmla="*/ 6351816 w 8609431"/>
                <a:gd name="connsiteY1-300" fmla="*/ 0 h 6867525"/>
                <a:gd name="connsiteX2-301" fmla="*/ 8609431 w 8609431"/>
                <a:gd name="connsiteY2-302" fmla="*/ 6867525 h 6867525"/>
                <a:gd name="connsiteX3-303" fmla="*/ 0 w 8609431"/>
                <a:gd name="connsiteY3-304" fmla="*/ 6858000 h 6867525"/>
                <a:gd name="connsiteX4-305" fmla="*/ 0 w 8609431"/>
                <a:gd name="connsiteY4-306" fmla="*/ 0 h 68675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09431" h="6867525">
                  <a:moveTo>
                    <a:pt x="0" y="0"/>
                  </a:moveTo>
                  <a:lnTo>
                    <a:pt x="6351816" y="0"/>
                  </a:lnTo>
                  <a:cubicBezTo>
                    <a:pt x="8769042" y="2744787"/>
                    <a:pt x="5058052" y="6829425"/>
                    <a:pt x="8609431" y="6867525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sx="101000" sy="101000" algn="l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3"/>
          <a:srcRect l="46279" t="15680" r="14728" b="29157"/>
          <a:stretch>
            <a:fillRect/>
          </a:stretch>
        </p:blipFill>
        <p:spPr>
          <a:xfrm>
            <a:off x="7336983" y="-62120"/>
            <a:ext cx="5154586" cy="6867525"/>
          </a:xfrm>
          <a:prstGeom prst="rect">
            <a:avLst/>
          </a:prstGeom>
        </p:spPr>
      </p:pic>
      <p:sp>
        <p:nvSpPr>
          <p:cNvPr id="10" name="任意多边形: 形状 74"/>
          <p:cNvSpPr/>
          <p:nvPr/>
        </p:nvSpPr>
        <p:spPr>
          <a:xfrm flipV="1">
            <a:off x="993775" y="4079366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标题 47"/>
          <p:cNvSpPr txBox="1"/>
          <p:nvPr/>
        </p:nvSpPr>
        <p:spPr>
          <a:xfrm>
            <a:off x="963793" y="2182507"/>
            <a:ext cx="7055958" cy="156094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4000" dirty="0"/>
              <a:t>南京航空航天大学航空学院</a:t>
            </a:r>
            <a:br>
              <a:rPr lang="zh-CN" altLang="en-US" sz="4000" dirty="0"/>
            </a:br>
            <a:r>
              <a:rPr lang="zh-CN" altLang="en-US" sz="4000" dirty="0"/>
              <a:t>答辩</a:t>
            </a:r>
            <a:r>
              <a:rPr lang="en-US" altLang="zh-CN" sz="4000" dirty="0"/>
              <a:t>/</a:t>
            </a:r>
            <a:r>
              <a:rPr lang="zh-CN" altLang="en-US" sz="4000" dirty="0"/>
              <a:t>汇报通用模板</a:t>
            </a:r>
            <a:endParaRPr lang="zh-CN" altLang="en-US" sz="4000" dirty="0"/>
          </a:p>
        </p:txBody>
      </p:sp>
      <p:sp>
        <p:nvSpPr>
          <p:cNvPr id="12" name="文本占位符 87"/>
          <p:cNvSpPr txBox="1"/>
          <p:nvPr/>
        </p:nvSpPr>
        <p:spPr>
          <a:xfrm>
            <a:off x="989013" y="1792920"/>
            <a:ext cx="5154585" cy="3416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200" kern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/>
            <a:r>
              <a:rPr lang="en-US" altLang="zh-CN" sz="1800" dirty="0"/>
              <a:t>2022</a:t>
            </a:r>
            <a:r>
              <a:rPr lang="zh-CN" altLang="en-US" sz="1800" dirty="0"/>
              <a:t>年南京航空航天大学航空学院 </a:t>
            </a:r>
            <a:endParaRPr lang="zh-CN" altLang="en-US" sz="18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8713779" y="1855792"/>
            <a:ext cx="3095625" cy="3146414"/>
            <a:chOff x="8440737" y="2018711"/>
            <a:chExt cx="3095625" cy="3146414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6570" y="2018711"/>
              <a:ext cx="1801930" cy="180193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8440737" y="4334128"/>
              <a:ext cx="30956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航空学院</a:t>
              </a:r>
              <a:endParaRPr lang="zh-CN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746810" y="3991803"/>
              <a:ext cx="2524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南京航空航天大学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4748846" y="3655433"/>
            <a:ext cx="4551411" cy="4541042"/>
          </a:xfrm>
          <a:prstGeom prst="rect">
            <a:avLst/>
          </a:prstGeom>
          <a:blipFill dpi="0" rotWithShape="1">
            <a:blip r:embed="rId5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919528" y="4474162"/>
            <a:ext cx="6767147" cy="412230"/>
            <a:chOff x="2123796" y="4672465"/>
            <a:chExt cx="8568845" cy="412230"/>
          </a:xfrm>
        </p:grpSpPr>
        <p:sp>
          <p:nvSpPr>
            <p:cNvPr id="50" name="文本框 49"/>
            <p:cNvSpPr txBox="1"/>
            <p:nvPr/>
          </p:nvSpPr>
          <p:spPr>
            <a:xfrm>
              <a:off x="2123796" y="4672466"/>
              <a:ext cx="2685493" cy="41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050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705934" y="4672466"/>
              <a:ext cx="2685493" cy="41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050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937093" y="4672465"/>
              <a:ext cx="3755548" cy="41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日期：</a:t>
              </a:r>
              <a:r>
                <a:rPr lang="en-US" altLang="zh-CN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050" dirty="0"/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封面样式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01" y="5528687"/>
            <a:ext cx="3737621" cy="61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A-矩形 7"/>
          <p:cNvSpPr/>
          <p:nvPr>
            <p:custDataLst>
              <p:tags r:id="rId1"/>
            </p:custDataLst>
          </p:nvPr>
        </p:nvSpPr>
        <p:spPr>
          <a:xfrm>
            <a:off x="0" y="476772"/>
            <a:ext cx="12192000" cy="6068473"/>
          </a:xfrm>
          <a:prstGeom prst="rect">
            <a:avLst/>
          </a:prstGeom>
          <a:gradFill>
            <a:gsLst>
              <a:gs pos="100000">
                <a:srgbClr val="1E218C">
                  <a:alpha val="10000"/>
                </a:srgbClr>
              </a:gs>
              <a:gs pos="0">
                <a:schemeClr val="accent1">
                  <a:alpha val="69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58" name="PA-矩形 7"/>
          <p:cNvSpPr/>
          <p:nvPr>
            <p:custDataLst>
              <p:tags r:id="rId2"/>
            </p:custDataLst>
          </p:nvPr>
        </p:nvSpPr>
        <p:spPr>
          <a:xfrm>
            <a:off x="13203" y="457200"/>
            <a:ext cx="12064498" cy="6107617"/>
          </a:xfrm>
          <a:custGeom>
            <a:avLst/>
            <a:gdLst>
              <a:gd name="connsiteX0" fmla="*/ 0 w 3639040"/>
              <a:gd name="connsiteY0" fmla="*/ 0 h 6858000"/>
              <a:gd name="connsiteX1" fmla="*/ 3639040 w 3639040"/>
              <a:gd name="connsiteY1" fmla="*/ 0 h 6858000"/>
              <a:gd name="connsiteX2" fmla="*/ 3639040 w 3639040"/>
              <a:gd name="connsiteY2" fmla="*/ 6858000 h 6858000"/>
              <a:gd name="connsiteX3" fmla="*/ 0 w 3639040"/>
              <a:gd name="connsiteY3" fmla="*/ 6858000 h 6858000"/>
              <a:gd name="connsiteX4" fmla="*/ 0 w 3639040"/>
              <a:gd name="connsiteY4" fmla="*/ 0 h 6858000"/>
              <a:gd name="connsiteX0-1" fmla="*/ 0 w 3639040"/>
              <a:gd name="connsiteY0-2" fmla="*/ 0 h 6858000"/>
              <a:gd name="connsiteX1-3" fmla="*/ 2750040 w 3639040"/>
              <a:gd name="connsiteY1-4" fmla="*/ 0 h 6858000"/>
              <a:gd name="connsiteX2-5" fmla="*/ 3639040 w 3639040"/>
              <a:gd name="connsiteY2-6" fmla="*/ 6858000 h 6858000"/>
              <a:gd name="connsiteX3-7" fmla="*/ 0 w 3639040"/>
              <a:gd name="connsiteY3-8" fmla="*/ 6858000 h 6858000"/>
              <a:gd name="connsiteX4-9" fmla="*/ 0 w 3639040"/>
              <a:gd name="connsiteY4-10" fmla="*/ 0 h 6858000"/>
              <a:gd name="connsiteX0-11" fmla="*/ 0 w 3639040"/>
              <a:gd name="connsiteY0-12" fmla="*/ 0 h 6858000"/>
              <a:gd name="connsiteX1-13" fmla="*/ 2750040 w 3639040"/>
              <a:gd name="connsiteY1-14" fmla="*/ 0 h 6858000"/>
              <a:gd name="connsiteX2-15" fmla="*/ 3639040 w 3639040"/>
              <a:gd name="connsiteY2-16" fmla="*/ 6858000 h 6858000"/>
              <a:gd name="connsiteX3-17" fmla="*/ 0 w 3639040"/>
              <a:gd name="connsiteY3-18" fmla="*/ 6858000 h 6858000"/>
              <a:gd name="connsiteX4-19" fmla="*/ 0 w 3639040"/>
              <a:gd name="connsiteY4-20" fmla="*/ 0 h 6858000"/>
              <a:gd name="connsiteX0-21" fmla="*/ 0 w 3639040"/>
              <a:gd name="connsiteY0-22" fmla="*/ 0 h 6858000"/>
              <a:gd name="connsiteX1-23" fmla="*/ 2383715 w 3639040"/>
              <a:gd name="connsiteY1-24" fmla="*/ 0 h 6858000"/>
              <a:gd name="connsiteX2-25" fmla="*/ 3639040 w 3639040"/>
              <a:gd name="connsiteY2-26" fmla="*/ 6858000 h 6858000"/>
              <a:gd name="connsiteX3-27" fmla="*/ 0 w 3639040"/>
              <a:gd name="connsiteY3-28" fmla="*/ 6858000 h 6858000"/>
              <a:gd name="connsiteX4-29" fmla="*/ 0 w 3639040"/>
              <a:gd name="connsiteY4-30" fmla="*/ 0 h 6858000"/>
              <a:gd name="connsiteX0-31" fmla="*/ 0 w 4323908"/>
              <a:gd name="connsiteY0-32" fmla="*/ 0 h 6858000"/>
              <a:gd name="connsiteX1-33" fmla="*/ 2383715 w 4323908"/>
              <a:gd name="connsiteY1-34" fmla="*/ 0 h 6858000"/>
              <a:gd name="connsiteX2-35" fmla="*/ 4323908 w 4323908"/>
              <a:gd name="connsiteY2-36" fmla="*/ 6832600 h 6858000"/>
              <a:gd name="connsiteX3-37" fmla="*/ 0 w 4323908"/>
              <a:gd name="connsiteY3-38" fmla="*/ 6858000 h 6858000"/>
              <a:gd name="connsiteX4-39" fmla="*/ 0 w 4323908"/>
              <a:gd name="connsiteY4-40" fmla="*/ 0 h 6858000"/>
              <a:gd name="connsiteX0-41" fmla="*/ 0 w 4323908"/>
              <a:gd name="connsiteY0-42" fmla="*/ 0 h 6858000"/>
              <a:gd name="connsiteX1-43" fmla="*/ 2383715 w 4323908"/>
              <a:gd name="connsiteY1-44" fmla="*/ 0 h 6858000"/>
              <a:gd name="connsiteX2-45" fmla="*/ 4323908 w 4323908"/>
              <a:gd name="connsiteY2-46" fmla="*/ 6832600 h 6858000"/>
              <a:gd name="connsiteX3-47" fmla="*/ 0 w 4323908"/>
              <a:gd name="connsiteY3-48" fmla="*/ 6858000 h 6858000"/>
              <a:gd name="connsiteX4-49" fmla="*/ 0 w 4323908"/>
              <a:gd name="connsiteY4-50" fmla="*/ 0 h 6858000"/>
              <a:gd name="connsiteX0-51" fmla="*/ 0 w 4323908"/>
              <a:gd name="connsiteY0-52" fmla="*/ 0 h 6858000"/>
              <a:gd name="connsiteX1-53" fmla="*/ 2152771 w 4323908"/>
              <a:gd name="connsiteY1-54" fmla="*/ 12700 h 6858000"/>
              <a:gd name="connsiteX2-55" fmla="*/ 4323908 w 4323908"/>
              <a:gd name="connsiteY2-56" fmla="*/ 6832600 h 6858000"/>
              <a:gd name="connsiteX3-57" fmla="*/ 0 w 4323908"/>
              <a:gd name="connsiteY3-58" fmla="*/ 6858000 h 6858000"/>
              <a:gd name="connsiteX4-59" fmla="*/ 0 w 4323908"/>
              <a:gd name="connsiteY4-60" fmla="*/ 0 h 6858000"/>
              <a:gd name="connsiteX0-61" fmla="*/ 0 w 4037219"/>
              <a:gd name="connsiteY0-62" fmla="*/ 0 h 6858000"/>
              <a:gd name="connsiteX1-63" fmla="*/ 2152771 w 4037219"/>
              <a:gd name="connsiteY1-64" fmla="*/ 12700 h 6858000"/>
              <a:gd name="connsiteX2-65" fmla="*/ 4037219 w 4037219"/>
              <a:gd name="connsiteY2-66" fmla="*/ 6819900 h 6858000"/>
              <a:gd name="connsiteX3-67" fmla="*/ 0 w 4037219"/>
              <a:gd name="connsiteY3-68" fmla="*/ 6858000 h 6858000"/>
              <a:gd name="connsiteX4-69" fmla="*/ 0 w 4037219"/>
              <a:gd name="connsiteY4-70" fmla="*/ 0 h 6858000"/>
              <a:gd name="connsiteX0-71" fmla="*/ 0 w 4037219"/>
              <a:gd name="connsiteY0-72" fmla="*/ 0 h 6858000"/>
              <a:gd name="connsiteX1-73" fmla="*/ 1574787 w 4037219"/>
              <a:gd name="connsiteY1-74" fmla="*/ 26960 h 6858000"/>
              <a:gd name="connsiteX2-75" fmla="*/ 4037219 w 4037219"/>
              <a:gd name="connsiteY2-76" fmla="*/ 6819900 h 6858000"/>
              <a:gd name="connsiteX3-77" fmla="*/ 0 w 4037219"/>
              <a:gd name="connsiteY3-78" fmla="*/ 6858000 h 6858000"/>
              <a:gd name="connsiteX4-79" fmla="*/ 0 w 4037219"/>
              <a:gd name="connsiteY4-80" fmla="*/ 0 h 6858000"/>
              <a:gd name="connsiteX0-81" fmla="*/ 0 w 4037219"/>
              <a:gd name="connsiteY0-82" fmla="*/ 0 h 6858000"/>
              <a:gd name="connsiteX1-83" fmla="*/ 1574787 w 4037219"/>
              <a:gd name="connsiteY1-84" fmla="*/ 26960 h 6858000"/>
              <a:gd name="connsiteX2-85" fmla="*/ 4037219 w 4037219"/>
              <a:gd name="connsiteY2-86" fmla="*/ 6819900 h 6858000"/>
              <a:gd name="connsiteX3-87" fmla="*/ 0 w 4037219"/>
              <a:gd name="connsiteY3-88" fmla="*/ 6858000 h 6858000"/>
              <a:gd name="connsiteX4-89" fmla="*/ 0 w 4037219"/>
              <a:gd name="connsiteY4-90" fmla="*/ 0 h 6858000"/>
              <a:gd name="connsiteX0-91" fmla="*/ 0 w 4037219"/>
              <a:gd name="connsiteY0-92" fmla="*/ 0 h 6858000"/>
              <a:gd name="connsiteX1-93" fmla="*/ 1430291 w 4037219"/>
              <a:gd name="connsiteY1-94" fmla="*/ 41220 h 6858000"/>
              <a:gd name="connsiteX2-95" fmla="*/ 4037219 w 4037219"/>
              <a:gd name="connsiteY2-96" fmla="*/ 6819900 h 6858000"/>
              <a:gd name="connsiteX3-97" fmla="*/ 0 w 4037219"/>
              <a:gd name="connsiteY3-98" fmla="*/ 6858000 h 6858000"/>
              <a:gd name="connsiteX4-99" fmla="*/ 0 w 4037219"/>
              <a:gd name="connsiteY4-100" fmla="*/ 0 h 6858000"/>
              <a:gd name="connsiteX0-101" fmla="*/ 0 w 4037219"/>
              <a:gd name="connsiteY0-102" fmla="*/ 0 h 6858000"/>
              <a:gd name="connsiteX1-103" fmla="*/ 1430291 w 4037219"/>
              <a:gd name="connsiteY1-104" fmla="*/ 41220 h 6858000"/>
              <a:gd name="connsiteX2-105" fmla="*/ 4037219 w 4037219"/>
              <a:gd name="connsiteY2-106" fmla="*/ 6819900 h 6858000"/>
              <a:gd name="connsiteX3-107" fmla="*/ 0 w 4037219"/>
              <a:gd name="connsiteY3-108" fmla="*/ 6858000 h 6858000"/>
              <a:gd name="connsiteX4-109" fmla="*/ 0 w 4037219"/>
              <a:gd name="connsiteY4-110" fmla="*/ 0 h 6858000"/>
              <a:gd name="connsiteX0-111" fmla="*/ 0 w 4037219"/>
              <a:gd name="connsiteY0-112" fmla="*/ 0 h 6858000"/>
              <a:gd name="connsiteX1-113" fmla="*/ 1409042 w 4037219"/>
              <a:gd name="connsiteY1-114" fmla="*/ 26960 h 6858000"/>
              <a:gd name="connsiteX2-115" fmla="*/ 4037219 w 4037219"/>
              <a:gd name="connsiteY2-116" fmla="*/ 6819900 h 6858000"/>
              <a:gd name="connsiteX3-117" fmla="*/ 0 w 4037219"/>
              <a:gd name="connsiteY3-118" fmla="*/ 6858000 h 6858000"/>
              <a:gd name="connsiteX4-119" fmla="*/ 0 w 4037219"/>
              <a:gd name="connsiteY4-12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037219" h="6858000">
                <a:moveTo>
                  <a:pt x="0" y="0"/>
                </a:moveTo>
                <a:lnTo>
                  <a:pt x="1409042" y="26960"/>
                </a:lnTo>
                <a:cubicBezTo>
                  <a:pt x="1264351" y="3875060"/>
                  <a:pt x="3740886" y="4533900"/>
                  <a:pt x="4037219" y="68199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E218C">
                  <a:alpha val="43000"/>
                </a:srgbClr>
              </a:gs>
              <a:gs pos="0">
                <a:schemeClr val="accent1">
                  <a:alpha val="47000"/>
                </a:schemeClr>
              </a:gs>
            </a:gsLst>
            <a:lin ang="2400000" scaled="0"/>
          </a:gradFill>
          <a:ln>
            <a:noFill/>
          </a:ln>
          <a:effectLst>
            <a:glow rad="1104900">
              <a:schemeClr val="bg1">
                <a:alpha val="1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49" name="PA-矩形 7"/>
          <p:cNvSpPr/>
          <p:nvPr>
            <p:custDataLst>
              <p:tags r:id="rId3"/>
            </p:custDataLst>
          </p:nvPr>
        </p:nvSpPr>
        <p:spPr>
          <a:xfrm>
            <a:off x="0" y="476772"/>
            <a:ext cx="12192000" cy="6033684"/>
          </a:xfrm>
          <a:prstGeom prst="rect">
            <a:avLst/>
          </a:prstGeom>
          <a:blipFill dpi="0" rotWithShape="1">
            <a:blip r:embed="rId4">
              <a:alphaModFix amt="4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52" name="PA-矩形 7"/>
          <p:cNvSpPr/>
          <p:nvPr>
            <p:custDataLst>
              <p:tags r:id="rId5"/>
            </p:custDataLst>
          </p:nvPr>
        </p:nvSpPr>
        <p:spPr>
          <a:xfrm>
            <a:off x="13202" y="457200"/>
            <a:ext cx="6438397" cy="6107617"/>
          </a:xfrm>
          <a:custGeom>
            <a:avLst/>
            <a:gdLst>
              <a:gd name="connsiteX0" fmla="*/ 0 w 3639040"/>
              <a:gd name="connsiteY0" fmla="*/ 0 h 6858000"/>
              <a:gd name="connsiteX1" fmla="*/ 3639040 w 3639040"/>
              <a:gd name="connsiteY1" fmla="*/ 0 h 6858000"/>
              <a:gd name="connsiteX2" fmla="*/ 3639040 w 3639040"/>
              <a:gd name="connsiteY2" fmla="*/ 6858000 h 6858000"/>
              <a:gd name="connsiteX3" fmla="*/ 0 w 3639040"/>
              <a:gd name="connsiteY3" fmla="*/ 6858000 h 6858000"/>
              <a:gd name="connsiteX4" fmla="*/ 0 w 3639040"/>
              <a:gd name="connsiteY4" fmla="*/ 0 h 6858000"/>
              <a:gd name="connsiteX0-1" fmla="*/ 0 w 3639040"/>
              <a:gd name="connsiteY0-2" fmla="*/ 0 h 6858000"/>
              <a:gd name="connsiteX1-3" fmla="*/ 2750040 w 3639040"/>
              <a:gd name="connsiteY1-4" fmla="*/ 0 h 6858000"/>
              <a:gd name="connsiteX2-5" fmla="*/ 3639040 w 3639040"/>
              <a:gd name="connsiteY2-6" fmla="*/ 6858000 h 6858000"/>
              <a:gd name="connsiteX3-7" fmla="*/ 0 w 3639040"/>
              <a:gd name="connsiteY3-8" fmla="*/ 6858000 h 6858000"/>
              <a:gd name="connsiteX4-9" fmla="*/ 0 w 3639040"/>
              <a:gd name="connsiteY4-10" fmla="*/ 0 h 6858000"/>
              <a:gd name="connsiteX0-11" fmla="*/ 0 w 3639040"/>
              <a:gd name="connsiteY0-12" fmla="*/ 0 h 6858000"/>
              <a:gd name="connsiteX1-13" fmla="*/ 2750040 w 3639040"/>
              <a:gd name="connsiteY1-14" fmla="*/ 0 h 6858000"/>
              <a:gd name="connsiteX2-15" fmla="*/ 3639040 w 3639040"/>
              <a:gd name="connsiteY2-16" fmla="*/ 6858000 h 6858000"/>
              <a:gd name="connsiteX3-17" fmla="*/ 0 w 3639040"/>
              <a:gd name="connsiteY3-18" fmla="*/ 6858000 h 6858000"/>
              <a:gd name="connsiteX4-19" fmla="*/ 0 w 3639040"/>
              <a:gd name="connsiteY4-20" fmla="*/ 0 h 6858000"/>
              <a:gd name="connsiteX0-21" fmla="*/ 0 w 3639040"/>
              <a:gd name="connsiteY0-22" fmla="*/ 0 h 6858000"/>
              <a:gd name="connsiteX1-23" fmla="*/ 2383715 w 3639040"/>
              <a:gd name="connsiteY1-24" fmla="*/ 0 h 6858000"/>
              <a:gd name="connsiteX2-25" fmla="*/ 3639040 w 3639040"/>
              <a:gd name="connsiteY2-26" fmla="*/ 6858000 h 6858000"/>
              <a:gd name="connsiteX3-27" fmla="*/ 0 w 3639040"/>
              <a:gd name="connsiteY3-28" fmla="*/ 6858000 h 6858000"/>
              <a:gd name="connsiteX4-29" fmla="*/ 0 w 3639040"/>
              <a:gd name="connsiteY4-30" fmla="*/ 0 h 6858000"/>
              <a:gd name="connsiteX0-31" fmla="*/ 0 w 4323908"/>
              <a:gd name="connsiteY0-32" fmla="*/ 0 h 6858000"/>
              <a:gd name="connsiteX1-33" fmla="*/ 2383715 w 4323908"/>
              <a:gd name="connsiteY1-34" fmla="*/ 0 h 6858000"/>
              <a:gd name="connsiteX2-35" fmla="*/ 4323908 w 4323908"/>
              <a:gd name="connsiteY2-36" fmla="*/ 6832600 h 6858000"/>
              <a:gd name="connsiteX3-37" fmla="*/ 0 w 4323908"/>
              <a:gd name="connsiteY3-38" fmla="*/ 6858000 h 6858000"/>
              <a:gd name="connsiteX4-39" fmla="*/ 0 w 4323908"/>
              <a:gd name="connsiteY4-40" fmla="*/ 0 h 6858000"/>
              <a:gd name="connsiteX0-41" fmla="*/ 0 w 4323908"/>
              <a:gd name="connsiteY0-42" fmla="*/ 0 h 6858000"/>
              <a:gd name="connsiteX1-43" fmla="*/ 2383715 w 4323908"/>
              <a:gd name="connsiteY1-44" fmla="*/ 0 h 6858000"/>
              <a:gd name="connsiteX2-45" fmla="*/ 4323908 w 4323908"/>
              <a:gd name="connsiteY2-46" fmla="*/ 6832600 h 6858000"/>
              <a:gd name="connsiteX3-47" fmla="*/ 0 w 4323908"/>
              <a:gd name="connsiteY3-48" fmla="*/ 6858000 h 6858000"/>
              <a:gd name="connsiteX4-49" fmla="*/ 0 w 4323908"/>
              <a:gd name="connsiteY4-50" fmla="*/ 0 h 6858000"/>
              <a:gd name="connsiteX0-51" fmla="*/ 0 w 4323908"/>
              <a:gd name="connsiteY0-52" fmla="*/ 0 h 6858000"/>
              <a:gd name="connsiteX1-53" fmla="*/ 2152771 w 4323908"/>
              <a:gd name="connsiteY1-54" fmla="*/ 12700 h 6858000"/>
              <a:gd name="connsiteX2-55" fmla="*/ 4323908 w 4323908"/>
              <a:gd name="connsiteY2-56" fmla="*/ 6832600 h 6858000"/>
              <a:gd name="connsiteX3-57" fmla="*/ 0 w 4323908"/>
              <a:gd name="connsiteY3-58" fmla="*/ 6858000 h 6858000"/>
              <a:gd name="connsiteX4-59" fmla="*/ 0 w 4323908"/>
              <a:gd name="connsiteY4-60" fmla="*/ 0 h 6858000"/>
              <a:gd name="connsiteX0-61" fmla="*/ 0 w 4037219"/>
              <a:gd name="connsiteY0-62" fmla="*/ 0 h 6858000"/>
              <a:gd name="connsiteX1-63" fmla="*/ 2152771 w 4037219"/>
              <a:gd name="connsiteY1-64" fmla="*/ 12700 h 6858000"/>
              <a:gd name="connsiteX2-65" fmla="*/ 4037219 w 4037219"/>
              <a:gd name="connsiteY2-66" fmla="*/ 6819900 h 6858000"/>
              <a:gd name="connsiteX3-67" fmla="*/ 0 w 4037219"/>
              <a:gd name="connsiteY3-68" fmla="*/ 6858000 h 6858000"/>
              <a:gd name="connsiteX4-69" fmla="*/ 0 w 4037219"/>
              <a:gd name="connsiteY4-7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037219" h="6858000">
                <a:moveTo>
                  <a:pt x="0" y="0"/>
                </a:moveTo>
                <a:lnTo>
                  <a:pt x="2152771" y="12700"/>
                </a:lnTo>
                <a:cubicBezTo>
                  <a:pt x="1663839" y="3860800"/>
                  <a:pt x="3740886" y="4533900"/>
                  <a:pt x="4037219" y="68199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E218C">
                  <a:alpha val="70000"/>
                </a:srgbClr>
              </a:gs>
              <a:gs pos="0">
                <a:schemeClr val="accent1">
                  <a:alpha val="69000"/>
                </a:schemeClr>
              </a:gs>
            </a:gsLst>
            <a:lin ang="2400000" scaled="0"/>
          </a:gradFill>
          <a:ln>
            <a:noFill/>
          </a:ln>
          <a:effectLst>
            <a:glow rad="1104900">
              <a:schemeClr val="bg1">
                <a:alpha val="1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53" name="PA-矩形 7"/>
          <p:cNvSpPr/>
          <p:nvPr>
            <p:custDataLst>
              <p:tags r:id="rId6"/>
            </p:custDataLst>
          </p:nvPr>
        </p:nvSpPr>
        <p:spPr>
          <a:xfrm>
            <a:off x="0" y="457200"/>
            <a:ext cx="3252760" cy="6107617"/>
          </a:xfrm>
          <a:custGeom>
            <a:avLst/>
            <a:gdLst>
              <a:gd name="connsiteX0" fmla="*/ 0 w 3639040"/>
              <a:gd name="connsiteY0" fmla="*/ 0 h 6858000"/>
              <a:gd name="connsiteX1" fmla="*/ 3639040 w 3639040"/>
              <a:gd name="connsiteY1" fmla="*/ 0 h 6858000"/>
              <a:gd name="connsiteX2" fmla="*/ 3639040 w 3639040"/>
              <a:gd name="connsiteY2" fmla="*/ 6858000 h 6858000"/>
              <a:gd name="connsiteX3" fmla="*/ 0 w 3639040"/>
              <a:gd name="connsiteY3" fmla="*/ 6858000 h 6858000"/>
              <a:gd name="connsiteX4" fmla="*/ 0 w 3639040"/>
              <a:gd name="connsiteY4" fmla="*/ 0 h 6858000"/>
              <a:gd name="connsiteX0-1" fmla="*/ 0 w 3639040"/>
              <a:gd name="connsiteY0-2" fmla="*/ 0 h 6858000"/>
              <a:gd name="connsiteX1-3" fmla="*/ 2750040 w 3639040"/>
              <a:gd name="connsiteY1-4" fmla="*/ 0 h 6858000"/>
              <a:gd name="connsiteX2-5" fmla="*/ 3639040 w 3639040"/>
              <a:gd name="connsiteY2-6" fmla="*/ 6858000 h 6858000"/>
              <a:gd name="connsiteX3-7" fmla="*/ 0 w 3639040"/>
              <a:gd name="connsiteY3-8" fmla="*/ 6858000 h 6858000"/>
              <a:gd name="connsiteX4-9" fmla="*/ 0 w 3639040"/>
              <a:gd name="connsiteY4-10" fmla="*/ 0 h 6858000"/>
              <a:gd name="connsiteX0-11" fmla="*/ 0 w 3639040"/>
              <a:gd name="connsiteY0-12" fmla="*/ 0 h 6858000"/>
              <a:gd name="connsiteX1-13" fmla="*/ 2750040 w 3639040"/>
              <a:gd name="connsiteY1-14" fmla="*/ 0 h 6858000"/>
              <a:gd name="connsiteX2-15" fmla="*/ 3639040 w 3639040"/>
              <a:gd name="connsiteY2-16" fmla="*/ 6858000 h 6858000"/>
              <a:gd name="connsiteX3-17" fmla="*/ 0 w 3639040"/>
              <a:gd name="connsiteY3-18" fmla="*/ 6858000 h 6858000"/>
              <a:gd name="connsiteX4-19" fmla="*/ 0 w 3639040"/>
              <a:gd name="connsiteY4-2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39040" h="6858000">
                <a:moveTo>
                  <a:pt x="0" y="0"/>
                </a:moveTo>
                <a:lnTo>
                  <a:pt x="2750040" y="0"/>
                </a:lnTo>
                <a:cubicBezTo>
                  <a:pt x="2093873" y="4127500"/>
                  <a:pt x="3342707" y="4572000"/>
                  <a:pt x="3639040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E218C">
                  <a:alpha val="70000"/>
                </a:srgbClr>
              </a:gs>
              <a:gs pos="0">
                <a:schemeClr val="accent1">
                  <a:alpha val="69000"/>
                </a:schemeClr>
              </a:gs>
            </a:gsLst>
            <a:lin ang="2400000" scaled="0"/>
          </a:gradFill>
          <a:ln>
            <a:noFill/>
          </a:ln>
          <a:effectLst>
            <a:glow rad="1104900">
              <a:schemeClr val="bg1">
                <a:alpha val="1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6" name="文本框 85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目录样式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930978" y="2406303"/>
            <a:ext cx="1953738" cy="1953738"/>
            <a:chOff x="4044514" y="307162"/>
            <a:chExt cx="1719904" cy="1719904"/>
          </a:xfrm>
        </p:grpSpPr>
        <p:sp>
          <p:nvSpPr>
            <p:cNvPr id="32" name="椭圆 31"/>
            <p:cNvSpPr/>
            <p:nvPr/>
          </p:nvSpPr>
          <p:spPr>
            <a:xfrm>
              <a:off x="4044514" y="307162"/>
              <a:ext cx="1719904" cy="17199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5400000" algn="ctr" rotWithShape="0">
                <a:srgbClr val="1E218C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97" y="365491"/>
              <a:ext cx="1610938" cy="1610938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2508421" y="1587886"/>
            <a:ext cx="3732688" cy="3682228"/>
            <a:chOff x="3921193" y="1467646"/>
            <a:chExt cx="3732688" cy="3682228"/>
          </a:xfrm>
        </p:grpSpPr>
        <p:sp>
          <p:nvSpPr>
            <p:cNvPr id="35" name="文本框 34"/>
            <p:cNvSpPr txBox="1"/>
            <p:nvPr/>
          </p:nvSpPr>
          <p:spPr>
            <a:xfrm>
              <a:off x="3921193" y="1467646"/>
              <a:ext cx="31933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目录</a:t>
              </a:r>
              <a:endParaRPr lang="zh-CN" altLang="en-US" sz="48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6" name="矩形: 圆角 35"/>
            <p:cNvSpPr/>
            <p:nvPr/>
          </p:nvSpPr>
          <p:spPr>
            <a:xfrm flipV="1">
              <a:off x="4010093" y="2440330"/>
              <a:ext cx="1527409" cy="4571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 b="1" spc="300" dirty="0">
                <a:solidFill>
                  <a:srgbClr val="2160B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/>
            <p:cNvSpPr/>
            <p:nvPr/>
          </p:nvSpPr>
          <p:spPr>
            <a:xfrm>
              <a:off x="4010093" y="2869912"/>
              <a:ext cx="335894" cy="342899"/>
            </a:xfrm>
            <a:prstGeom prst="roundRect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550748" y="2801267"/>
              <a:ext cx="3103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XXXXXXX</a:t>
              </a:r>
              <a:endParaRPr lang="zh-CN" altLang="en-US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4010093" y="3497645"/>
              <a:ext cx="335894" cy="342899"/>
            </a:xfrm>
            <a:prstGeom prst="roundRect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550748" y="3429000"/>
              <a:ext cx="2904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XXXXXXXX</a:t>
              </a:r>
              <a:endParaRPr lang="zh-CN" altLang="en-US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4010093" y="4129121"/>
              <a:ext cx="335894" cy="342899"/>
            </a:xfrm>
            <a:prstGeom prst="roundRect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550748" y="4060476"/>
              <a:ext cx="2904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XXXXXXXX</a:t>
              </a:r>
              <a:endParaRPr lang="zh-CN" altLang="en-US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4010093" y="4756854"/>
              <a:ext cx="335894" cy="342899"/>
            </a:xfrm>
            <a:prstGeom prst="roundRect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550748" y="4688209"/>
              <a:ext cx="2904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  <a:sym typeface="+mn-lt"/>
                </a:rPr>
                <a:t>XXXXXXXX</a:t>
              </a:r>
              <a:endParaRPr lang="zh-CN" altLang="en-US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56" name="图片 55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799" y="-923824"/>
            <a:ext cx="3686421" cy="614646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10"/>
          <a:srcRect l="25279" t="10767" r="16544" b="25414"/>
          <a:stretch>
            <a:fillRect/>
          </a:stretch>
        </p:blipFill>
        <p:spPr>
          <a:xfrm>
            <a:off x="-9303" y="4411548"/>
            <a:ext cx="2149417" cy="235181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1">
            <a:biLevel thresh="25000"/>
          </a:blip>
          <a:stretch>
            <a:fillRect/>
          </a:stretch>
        </p:blipFill>
        <p:spPr>
          <a:xfrm>
            <a:off x="8907846" y="5928101"/>
            <a:ext cx="3017782" cy="499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内容样式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PA-矩形 7"/>
          <p:cNvSpPr/>
          <p:nvPr>
            <p:custDataLst>
              <p:tags r:id="rId2"/>
            </p:custDataLst>
          </p:nvPr>
        </p:nvSpPr>
        <p:spPr>
          <a:xfrm>
            <a:off x="-3177" y="446424"/>
            <a:ext cx="1019177" cy="432637"/>
          </a:xfrm>
          <a:prstGeom prst="rect">
            <a:avLst/>
          </a:prstGeom>
          <a:gradFill>
            <a:gsLst>
              <a:gs pos="100000">
                <a:srgbClr val="1E218C"/>
              </a:gs>
              <a:gs pos="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194882" y="395996"/>
            <a:ext cx="2315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章节标题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0366" y="432636"/>
            <a:ext cx="509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345477" y="471824"/>
            <a:ext cx="3223457" cy="523907"/>
            <a:chOff x="258164" y="247134"/>
            <a:chExt cx="3525158" cy="572942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30" name="矩形 29"/>
          <p:cNvSpPr/>
          <p:nvPr/>
        </p:nvSpPr>
        <p:spPr>
          <a:xfrm>
            <a:off x="2055293" y="6194531"/>
            <a:ext cx="104204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800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  <a:ea typeface="微软雅黑" panose="020B0503020204020204" pitchFamily="34" charset="-122"/>
              </a:rPr>
              <a:t>声明： 本文件含有南京航空航天大学航空学院的相关保密内容，未经南京航空航天大学航空学院批准，不可将本文件或其中部分复印或引用到其他文件中。</a:t>
            </a:r>
            <a:endParaRPr lang="en-US" altLang="zh-CN" sz="800" dirty="0">
              <a:solidFill>
                <a:prstClr val="white">
                  <a:lumMod val="65000"/>
                </a:prstClr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800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  <a:ea typeface="微软雅黑" panose="020B0503020204020204" pitchFamily="34" charset="-122"/>
              </a:rPr>
              <a:t> </a:t>
            </a:r>
            <a:r>
              <a:rPr lang="en-US" altLang="zh-CN" sz="800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  <a:ea typeface="微软雅黑" panose="020B0503020204020204" pitchFamily="34" charset="-122"/>
              </a:rPr>
              <a:t>NOTICE</a:t>
            </a:r>
            <a:r>
              <a:rPr lang="zh-CN" altLang="en-US" sz="800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  <a:ea typeface="微软雅黑" panose="020B0503020204020204" pitchFamily="34" charset="-122"/>
              </a:rPr>
              <a:t>：</a:t>
            </a:r>
            <a:r>
              <a:rPr lang="en-US" altLang="zh-CN" sz="800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  <a:ea typeface="微软雅黑" panose="020B0503020204020204" pitchFamily="34" charset="-122"/>
              </a:rPr>
              <a:t>THE INFORMATION CONTAINED HEREIN IS PROPRIETARY TO NUAA CAEN AND SHALL NOT BE REPRODUCED OR DISCLOSED OR USED FOR ANY PURPOSES EXCEPT AS SPECIFICALLY AUTHORIZED IN WRITING BY NUAA CAEN.</a:t>
            </a:r>
            <a:endParaRPr lang="en-US" altLang="zh-CN" sz="800" dirty="0">
              <a:solidFill>
                <a:prstClr val="white">
                  <a:lumMod val="65000"/>
                </a:prstClr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altLang="zh-CN" sz="800" dirty="0">
              <a:solidFill>
                <a:prstClr val="white">
                  <a:lumMod val="65000"/>
                </a:prstClr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>
            <p:custDataLst>
              <p:tags r:id="rId1"/>
            </p:custDataLst>
          </p:nvPr>
        </p:nvSpPr>
        <p:spPr>
          <a:xfrm flipH="1">
            <a:off x="0" y="-1"/>
            <a:ext cx="12192000" cy="6858000"/>
          </a:xfrm>
          <a:prstGeom prst="rect">
            <a:avLst/>
          </a:prstGeom>
          <a:gradFill>
            <a:gsLst>
              <a:gs pos="100000">
                <a:srgbClr val="1E218C"/>
              </a:gs>
              <a:gs pos="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2"/>
          <a:srcRect t="15680" r="14728" b="29157"/>
          <a:stretch>
            <a:fillRect/>
          </a:stretch>
        </p:blipFill>
        <p:spPr>
          <a:xfrm>
            <a:off x="919528" y="0"/>
            <a:ext cx="11272472" cy="6867525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 flipH="1">
            <a:off x="2292605" y="0"/>
            <a:ext cx="9899395" cy="6867525"/>
            <a:chOff x="-1" y="0"/>
            <a:chExt cx="9899395" cy="6867525"/>
          </a:xfrm>
        </p:grpSpPr>
        <p:sp>
          <p:nvSpPr>
            <p:cNvPr id="9" name="任意多边形: 形状 39"/>
            <p:cNvSpPr/>
            <p:nvPr/>
          </p:nvSpPr>
          <p:spPr>
            <a:xfrm>
              <a:off x="0" y="0"/>
              <a:ext cx="9899394" cy="6867525"/>
            </a:xfrm>
            <a:custGeom>
              <a:avLst/>
              <a:gdLst>
                <a:gd name="connsiteX0" fmla="*/ 0 w 7536857"/>
                <a:gd name="connsiteY0" fmla="*/ 0 h 6858000"/>
                <a:gd name="connsiteX1" fmla="*/ 6351816 w 7536857"/>
                <a:gd name="connsiteY1" fmla="*/ 0 h 6858000"/>
                <a:gd name="connsiteX2" fmla="*/ 6432300 w 7536857"/>
                <a:gd name="connsiteY2" fmla="*/ 102417 h 6858000"/>
                <a:gd name="connsiteX3" fmla="*/ 7536857 w 7536857"/>
                <a:gd name="connsiteY3" fmla="*/ 3429000 h 6858000"/>
                <a:gd name="connsiteX4" fmla="*/ 6432300 w 7536857"/>
                <a:gd name="connsiteY4" fmla="*/ 6755583 h 6858000"/>
                <a:gd name="connsiteX5" fmla="*/ 6351816 w 7536857"/>
                <a:gd name="connsiteY5" fmla="*/ 6858000 h 6858000"/>
                <a:gd name="connsiteX6" fmla="*/ 0 w 7536857"/>
                <a:gd name="connsiteY6" fmla="*/ 6858000 h 6858000"/>
                <a:gd name="connsiteX0-1" fmla="*/ 0 w 7537165"/>
                <a:gd name="connsiteY0-2" fmla="*/ 0 h 6858000"/>
                <a:gd name="connsiteX1-3" fmla="*/ 6351816 w 7537165"/>
                <a:gd name="connsiteY1-4" fmla="*/ 0 h 6858000"/>
                <a:gd name="connsiteX2-5" fmla="*/ 6432300 w 7537165"/>
                <a:gd name="connsiteY2-6" fmla="*/ 102417 h 6858000"/>
                <a:gd name="connsiteX3-7" fmla="*/ 7536857 w 7537165"/>
                <a:gd name="connsiteY3-8" fmla="*/ 3429000 h 6858000"/>
                <a:gd name="connsiteX4-9" fmla="*/ 6351816 w 7537165"/>
                <a:gd name="connsiteY4-10" fmla="*/ 6858000 h 6858000"/>
                <a:gd name="connsiteX5-11" fmla="*/ 0 w 7537165"/>
                <a:gd name="connsiteY5-12" fmla="*/ 6858000 h 6858000"/>
                <a:gd name="connsiteX6-13" fmla="*/ 0 w 7537165"/>
                <a:gd name="connsiteY6-14" fmla="*/ 0 h 6858000"/>
                <a:gd name="connsiteX0-15" fmla="*/ 0 w 8403299"/>
                <a:gd name="connsiteY0-16" fmla="*/ 0 h 6858000"/>
                <a:gd name="connsiteX1-17" fmla="*/ 6351816 w 8403299"/>
                <a:gd name="connsiteY1-18" fmla="*/ 0 h 6858000"/>
                <a:gd name="connsiteX2-19" fmla="*/ 6432300 w 8403299"/>
                <a:gd name="connsiteY2-20" fmla="*/ 102417 h 6858000"/>
                <a:gd name="connsiteX3-21" fmla="*/ 7536857 w 8403299"/>
                <a:gd name="connsiteY3-22" fmla="*/ 3429000 h 6858000"/>
                <a:gd name="connsiteX4-23" fmla="*/ 7876999 w 8403299"/>
                <a:gd name="connsiteY4-24" fmla="*/ 6848475 h 6858000"/>
                <a:gd name="connsiteX5-25" fmla="*/ 0 w 8403299"/>
                <a:gd name="connsiteY5-26" fmla="*/ 6858000 h 6858000"/>
                <a:gd name="connsiteX6-27" fmla="*/ 0 w 8403299"/>
                <a:gd name="connsiteY6-28" fmla="*/ 0 h 6858000"/>
                <a:gd name="connsiteX0-29" fmla="*/ 0 w 7876999"/>
                <a:gd name="connsiteY0-30" fmla="*/ 0 h 6858000"/>
                <a:gd name="connsiteX1-31" fmla="*/ 6351816 w 7876999"/>
                <a:gd name="connsiteY1-32" fmla="*/ 0 h 6858000"/>
                <a:gd name="connsiteX2-33" fmla="*/ 6432300 w 7876999"/>
                <a:gd name="connsiteY2-34" fmla="*/ 102417 h 6858000"/>
                <a:gd name="connsiteX3-35" fmla="*/ 7536857 w 7876999"/>
                <a:gd name="connsiteY3-36" fmla="*/ 3429000 h 6858000"/>
                <a:gd name="connsiteX4-37" fmla="*/ 7876999 w 7876999"/>
                <a:gd name="connsiteY4-38" fmla="*/ 6848475 h 6858000"/>
                <a:gd name="connsiteX5-39" fmla="*/ 0 w 7876999"/>
                <a:gd name="connsiteY5-40" fmla="*/ 6858000 h 6858000"/>
                <a:gd name="connsiteX6-41" fmla="*/ 0 w 7876999"/>
                <a:gd name="connsiteY6-42" fmla="*/ 0 h 6858000"/>
                <a:gd name="connsiteX0-43" fmla="*/ 0 w 8609431"/>
                <a:gd name="connsiteY0-44" fmla="*/ 0 h 6867525"/>
                <a:gd name="connsiteX1-45" fmla="*/ 6351816 w 8609431"/>
                <a:gd name="connsiteY1-46" fmla="*/ 0 h 6867525"/>
                <a:gd name="connsiteX2-47" fmla="*/ 6432300 w 8609431"/>
                <a:gd name="connsiteY2-48" fmla="*/ 102417 h 6867525"/>
                <a:gd name="connsiteX3-49" fmla="*/ 7536857 w 8609431"/>
                <a:gd name="connsiteY3-50" fmla="*/ 3429000 h 6867525"/>
                <a:gd name="connsiteX4-51" fmla="*/ 8609431 w 8609431"/>
                <a:gd name="connsiteY4-52" fmla="*/ 6867525 h 6867525"/>
                <a:gd name="connsiteX5-53" fmla="*/ 0 w 8609431"/>
                <a:gd name="connsiteY5-54" fmla="*/ 6858000 h 6867525"/>
                <a:gd name="connsiteX6-55" fmla="*/ 0 w 8609431"/>
                <a:gd name="connsiteY6-56" fmla="*/ 0 h 6867525"/>
                <a:gd name="connsiteX0-57" fmla="*/ 0 w 8609431"/>
                <a:gd name="connsiteY0-58" fmla="*/ 0 h 6867525"/>
                <a:gd name="connsiteX1-59" fmla="*/ 6351816 w 8609431"/>
                <a:gd name="connsiteY1-60" fmla="*/ 0 h 6867525"/>
                <a:gd name="connsiteX2-61" fmla="*/ 6432300 w 8609431"/>
                <a:gd name="connsiteY2-62" fmla="*/ 102417 h 6867525"/>
                <a:gd name="connsiteX3-63" fmla="*/ 7536857 w 8609431"/>
                <a:gd name="connsiteY3-64" fmla="*/ 3429000 h 6867525"/>
                <a:gd name="connsiteX4-65" fmla="*/ 8609431 w 8609431"/>
                <a:gd name="connsiteY4-66" fmla="*/ 6867525 h 6867525"/>
                <a:gd name="connsiteX5-67" fmla="*/ 0 w 8609431"/>
                <a:gd name="connsiteY5-68" fmla="*/ 6858000 h 6867525"/>
                <a:gd name="connsiteX6-69" fmla="*/ 0 w 8609431"/>
                <a:gd name="connsiteY6-70" fmla="*/ 0 h 6867525"/>
                <a:gd name="connsiteX0-71" fmla="*/ 0 w 8609431"/>
                <a:gd name="connsiteY0-72" fmla="*/ 0 h 6867525"/>
                <a:gd name="connsiteX1-73" fmla="*/ 6351816 w 8609431"/>
                <a:gd name="connsiteY1-74" fmla="*/ 0 h 6867525"/>
                <a:gd name="connsiteX2-75" fmla="*/ 6432300 w 8609431"/>
                <a:gd name="connsiteY2-76" fmla="*/ 102417 h 6867525"/>
                <a:gd name="connsiteX3-77" fmla="*/ 7536857 w 8609431"/>
                <a:gd name="connsiteY3-78" fmla="*/ 3429000 h 6867525"/>
                <a:gd name="connsiteX4-79" fmla="*/ 8609431 w 8609431"/>
                <a:gd name="connsiteY4-80" fmla="*/ 6867525 h 6867525"/>
                <a:gd name="connsiteX5-81" fmla="*/ 0 w 8609431"/>
                <a:gd name="connsiteY5-82" fmla="*/ 6858000 h 6867525"/>
                <a:gd name="connsiteX6-83" fmla="*/ 0 w 8609431"/>
                <a:gd name="connsiteY6-84" fmla="*/ 0 h 6867525"/>
                <a:gd name="connsiteX0-85" fmla="*/ 0 w 8609431"/>
                <a:gd name="connsiteY0-86" fmla="*/ 0 h 6867525"/>
                <a:gd name="connsiteX1-87" fmla="*/ 6351816 w 8609431"/>
                <a:gd name="connsiteY1-88" fmla="*/ 0 h 6867525"/>
                <a:gd name="connsiteX2-89" fmla="*/ 6432300 w 8609431"/>
                <a:gd name="connsiteY2-90" fmla="*/ 102417 h 6867525"/>
                <a:gd name="connsiteX3-91" fmla="*/ 7536857 w 8609431"/>
                <a:gd name="connsiteY3-92" fmla="*/ 3429000 h 6867525"/>
                <a:gd name="connsiteX4-93" fmla="*/ 8609431 w 8609431"/>
                <a:gd name="connsiteY4-94" fmla="*/ 6867525 h 6867525"/>
                <a:gd name="connsiteX5-95" fmla="*/ 0 w 8609431"/>
                <a:gd name="connsiteY5-96" fmla="*/ 6858000 h 6867525"/>
                <a:gd name="connsiteX6-97" fmla="*/ 0 w 8609431"/>
                <a:gd name="connsiteY6-98" fmla="*/ 0 h 6867525"/>
                <a:gd name="connsiteX0-99" fmla="*/ 0 w 8609431"/>
                <a:gd name="connsiteY0-100" fmla="*/ 0 h 6867525"/>
                <a:gd name="connsiteX1-101" fmla="*/ 6351816 w 8609431"/>
                <a:gd name="connsiteY1-102" fmla="*/ 0 h 6867525"/>
                <a:gd name="connsiteX2-103" fmla="*/ 6432300 w 8609431"/>
                <a:gd name="connsiteY2-104" fmla="*/ 102417 h 6867525"/>
                <a:gd name="connsiteX3-105" fmla="*/ 7657493 w 8609431"/>
                <a:gd name="connsiteY3-106" fmla="*/ 3028950 h 6867525"/>
                <a:gd name="connsiteX4-107" fmla="*/ 8609431 w 8609431"/>
                <a:gd name="connsiteY4-108" fmla="*/ 6867525 h 6867525"/>
                <a:gd name="connsiteX5-109" fmla="*/ 0 w 8609431"/>
                <a:gd name="connsiteY5-110" fmla="*/ 6858000 h 6867525"/>
                <a:gd name="connsiteX6-111" fmla="*/ 0 w 8609431"/>
                <a:gd name="connsiteY6-112" fmla="*/ 0 h 6867525"/>
                <a:gd name="connsiteX0-113" fmla="*/ 0 w 8609431"/>
                <a:gd name="connsiteY0-114" fmla="*/ 0 h 6867525"/>
                <a:gd name="connsiteX1-115" fmla="*/ 6351816 w 8609431"/>
                <a:gd name="connsiteY1-116" fmla="*/ 0 h 6867525"/>
                <a:gd name="connsiteX2-117" fmla="*/ 6432300 w 8609431"/>
                <a:gd name="connsiteY2-118" fmla="*/ 102417 h 6867525"/>
                <a:gd name="connsiteX3-119" fmla="*/ 7657493 w 8609431"/>
                <a:gd name="connsiteY3-120" fmla="*/ 3028950 h 6867525"/>
                <a:gd name="connsiteX4-121" fmla="*/ 8609431 w 8609431"/>
                <a:gd name="connsiteY4-122" fmla="*/ 6867525 h 6867525"/>
                <a:gd name="connsiteX5-123" fmla="*/ 0 w 8609431"/>
                <a:gd name="connsiteY5-124" fmla="*/ 6858000 h 6867525"/>
                <a:gd name="connsiteX6-125" fmla="*/ 0 w 8609431"/>
                <a:gd name="connsiteY6-126" fmla="*/ 0 h 6867525"/>
                <a:gd name="connsiteX0-127" fmla="*/ 0 w 8609431"/>
                <a:gd name="connsiteY0-128" fmla="*/ 0 h 6867525"/>
                <a:gd name="connsiteX1-129" fmla="*/ 6351816 w 8609431"/>
                <a:gd name="connsiteY1-130" fmla="*/ 0 h 6867525"/>
                <a:gd name="connsiteX2-131" fmla="*/ 6432300 w 8609431"/>
                <a:gd name="connsiteY2-132" fmla="*/ 102417 h 6867525"/>
                <a:gd name="connsiteX3-133" fmla="*/ 7657493 w 8609431"/>
                <a:gd name="connsiteY3-134" fmla="*/ 3028950 h 6867525"/>
                <a:gd name="connsiteX4-135" fmla="*/ 8609431 w 8609431"/>
                <a:gd name="connsiteY4-136" fmla="*/ 6867525 h 6867525"/>
                <a:gd name="connsiteX5-137" fmla="*/ 0 w 8609431"/>
                <a:gd name="connsiteY5-138" fmla="*/ 6858000 h 6867525"/>
                <a:gd name="connsiteX6-139" fmla="*/ 0 w 8609431"/>
                <a:gd name="connsiteY6-140" fmla="*/ 0 h 6867525"/>
                <a:gd name="connsiteX0-141" fmla="*/ 0 w 8609431"/>
                <a:gd name="connsiteY0-142" fmla="*/ 0 h 6867525"/>
                <a:gd name="connsiteX1-143" fmla="*/ 6351816 w 8609431"/>
                <a:gd name="connsiteY1-144" fmla="*/ 0 h 6867525"/>
                <a:gd name="connsiteX2-145" fmla="*/ 7657493 w 8609431"/>
                <a:gd name="connsiteY2-146" fmla="*/ 3028950 h 6867525"/>
                <a:gd name="connsiteX3-147" fmla="*/ 8609431 w 8609431"/>
                <a:gd name="connsiteY3-148" fmla="*/ 6867525 h 6867525"/>
                <a:gd name="connsiteX4-149" fmla="*/ 0 w 8609431"/>
                <a:gd name="connsiteY4-150" fmla="*/ 6858000 h 6867525"/>
                <a:gd name="connsiteX5-151" fmla="*/ 0 w 8609431"/>
                <a:gd name="connsiteY5-152" fmla="*/ 0 h 6867525"/>
                <a:gd name="connsiteX0-153" fmla="*/ 0 w 8609431"/>
                <a:gd name="connsiteY0-154" fmla="*/ 0 h 6867525"/>
                <a:gd name="connsiteX1-155" fmla="*/ 6351816 w 8609431"/>
                <a:gd name="connsiteY1-156" fmla="*/ 0 h 6867525"/>
                <a:gd name="connsiteX2-157" fmla="*/ 7657493 w 8609431"/>
                <a:gd name="connsiteY2-158" fmla="*/ 3028950 h 6867525"/>
                <a:gd name="connsiteX3-159" fmla="*/ 8609431 w 8609431"/>
                <a:gd name="connsiteY3-160" fmla="*/ 6867525 h 6867525"/>
                <a:gd name="connsiteX4-161" fmla="*/ 0 w 8609431"/>
                <a:gd name="connsiteY4-162" fmla="*/ 6858000 h 6867525"/>
                <a:gd name="connsiteX5-163" fmla="*/ 0 w 8609431"/>
                <a:gd name="connsiteY5-164" fmla="*/ 0 h 6867525"/>
                <a:gd name="connsiteX0-165" fmla="*/ 0 w 8609431"/>
                <a:gd name="connsiteY0-166" fmla="*/ 0 h 6867525"/>
                <a:gd name="connsiteX1-167" fmla="*/ 6351816 w 8609431"/>
                <a:gd name="connsiteY1-168" fmla="*/ 0 h 6867525"/>
                <a:gd name="connsiteX2-169" fmla="*/ 7657493 w 8609431"/>
                <a:gd name="connsiteY2-170" fmla="*/ 3028950 h 6867525"/>
                <a:gd name="connsiteX3-171" fmla="*/ 8609431 w 8609431"/>
                <a:gd name="connsiteY3-172" fmla="*/ 6867525 h 6867525"/>
                <a:gd name="connsiteX4-173" fmla="*/ 0 w 8609431"/>
                <a:gd name="connsiteY4-174" fmla="*/ 6858000 h 6867525"/>
                <a:gd name="connsiteX5-175" fmla="*/ 0 w 8609431"/>
                <a:gd name="connsiteY5-176" fmla="*/ 0 h 6867525"/>
                <a:gd name="connsiteX0-177" fmla="*/ 0 w 8609431"/>
                <a:gd name="connsiteY0-178" fmla="*/ 0 h 6867525"/>
                <a:gd name="connsiteX1-179" fmla="*/ 6351816 w 8609431"/>
                <a:gd name="connsiteY1-180" fmla="*/ 0 h 6867525"/>
                <a:gd name="connsiteX2-181" fmla="*/ 7657493 w 8609431"/>
                <a:gd name="connsiteY2-182" fmla="*/ 3028950 h 6867525"/>
                <a:gd name="connsiteX3-183" fmla="*/ 8609431 w 8609431"/>
                <a:gd name="connsiteY3-184" fmla="*/ 6867525 h 6867525"/>
                <a:gd name="connsiteX4-185" fmla="*/ 0 w 8609431"/>
                <a:gd name="connsiteY4-186" fmla="*/ 6858000 h 6867525"/>
                <a:gd name="connsiteX5-187" fmla="*/ 0 w 8609431"/>
                <a:gd name="connsiteY5-188" fmla="*/ 0 h 6867525"/>
                <a:gd name="connsiteX0-189" fmla="*/ 0 w 8609431"/>
                <a:gd name="connsiteY0-190" fmla="*/ 0 h 6867525"/>
                <a:gd name="connsiteX1-191" fmla="*/ 6351816 w 8609431"/>
                <a:gd name="connsiteY1-192" fmla="*/ 0 h 6867525"/>
                <a:gd name="connsiteX2-193" fmla="*/ 7855680 w 8609431"/>
                <a:gd name="connsiteY2-194" fmla="*/ 2981325 h 6867525"/>
                <a:gd name="connsiteX3-195" fmla="*/ 8609431 w 8609431"/>
                <a:gd name="connsiteY3-196" fmla="*/ 6867525 h 6867525"/>
                <a:gd name="connsiteX4-197" fmla="*/ 0 w 8609431"/>
                <a:gd name="connsiteY4-198" fmla="*/ 6858000 h 6867525"/>
                <a:gd name="connsiteX5-199" fmla="*/ 0 w 8609431"/>
                <a:gd name="connsiteY5-200" fmla="*/ 0 h 6867525"/>
                <a:gd name="connsiteX0-201" fmla="*/ 0 w 8609431"/>
                <a:gd name="connsiteY0-202" fmla="*/ 0 h 6867525"/>
                <a:gd name="connsiteX1-203" fmla="*/ 6351816 w 8609431"/>
                <a:gd name="connsiteY1-204" fmla="*/ 0 h 6867525"/>
                <a:gd name="connsiteX2-205" fmla="*/ 7855680 w 8609431"/>
                <a:gd name="connsiteY2-206" fmla="*/ 2981325 h 6867525"/>
                <a:gd name="connsiteX3-207" fmla="*/ 8609431 w 8609431"/>
                <a:gd name="connsiteY3-208" fmla="*/ 6867525 h 6867525"/>
                <a:gd name="connsiteX4-209" fmla="*/ 0 w 8609431"/>
                <a:gd name="connsiteY4-210" fmla="*/ 6858000 h 6867525"/>
                <a:gd name="connsiteX5-211" fmla="*/ 0 w 8609431"/>
                <a:gd name="connsiteY5-212" fmla="*/ 0 h 6867525"/>
                <a:gd name="connsiteX0-213" fmla="*/ 0 w 8609431"/>
                <a:gd name="connsiteY0-214" fmla="*/ 0 h 6867525"/>
                <a:gd name="connsiteX1-215" fmla="*/ 6351816 w 8609431"/>
                <a:gd name="connsiteY1-216" fmla="*/ 0 h 6867525"/>
                <a:gd name="connsiteX2-217" fmla="*/ 7743661 w 8609431"/>
                <a:gd name="connsiteY2-218" fmla="*/ 2990850 h 6867525"/>
                <a:gd name="connsiteX3-219" fmla="*/ 8609431 w 8609431"/>
                <a:gd name="connsiteY3-220" fmla="*/ 6867525 h 6867525"/>
                <a:gd name="connsiteX4-221" fmla="*/ 0 w 8609431"/>
                <a:gd name="connsiteY4-222" fmla="*/ 6858000 h 6867525"/>
                <a:gd name="connsiteX5-223" fmla="*/ 0 w 8609431"/>
                <a:gd name="connsiteY5-224" fmla="*/ 0 h 6867525"/>
                <a:gd name="connsiteX0-225" fmla="*/ 0 w 8609431"/>
                <a:gd name="connsiteY0-226" fmla="*/ 0 h 6867525"/>
                <a:gd name="connsiteX1-227" fmla="*/ 6351816 w 8609431"/>
                <a:gd name="connsiteY1-228" fmla="*/ 0 h 6867525"/>
                <a:gd name="connsiteX2-229" fmla="*/ 7743661 w 8609431"/>
                <a:gd name="connsiteY2-230" fmla="*/ 2990850 h 6867525"/>
                <a:gd name="connsiteX3-231" fmla="*/ 8609431 w 8609431"/>
                <a:gd name="connsiteY3-232" fmla="*/ 6867525 h 6867525"/>
                <a:gd name="connsiteX4-233" fmla="*/ 0 w 8609431"/>
                <a:gd name="connsiteY4-234" fmla="*/ 6858000 h 6867525"/>
                <a:gd name="connsiteX5-235" fmla="*/ 0 w 8609431"/>
                <a:gd name="connsiteY5-236" fmla="*/ 0 h 6867525"/>
                <a:gd name="connsiteX0-237" fmla="*/ 0 w 8919014"/>
                <a:gd name="connsiteY0-238" fmla="*/ 0 h 6867525"/>
                <a:gd name="connsiteX1-239" fmla="*/ 6351816 w 8919014"/>
                <a:gd name="connsiteY1-240" fmla="*/ 0 h 6867525"/>
                <a:gd name="connsiteX2-241" fmla="*/ 8609431 w 8919014"/>
                <a:gd name="connsiteY2-242" fmla="*/ 6867525 h 6867525"/>
                <a:gd name="connsiteX3-243" fmla="*/ 0 w 8919014"/>
                <a:gd name="connsiteY3-244" fmla="*/ 6858000 h 6867525"/>
                <a:gd name="connsiteX4-245" fmla="*/ 0 w 8919014"/>
                <a:gd name="connsiteY4-246" fmla="*/ 0 h 6867525"/>
                <a:gd name="connsiteX0-247" fmla="*/ 0 w 8609431"/>
                <a:gd name="connsiteY0-248" fmla="*/ 0 h 6867525"/>
                <a:gd name="connsiteX1-249" fmla="*/ 6351816 w 8609431"/>
                <a:gd name="connsiteY1-250" fmla="*/ 0 h 6867525"/>
                <a:gd name="connsiteX2-251" fmla="*/ 8609431 w 8609431"/>
                <a:gd name="connsiteY2-252" fmla="*/ 6867525 h 6867525"/>
                <a:gd name="connsiteX3-253" fmla="*/ 0 w 8609431"/>
                <a:gd name="connsiteY3-254" fmla="*/ 6858000 h 6867525"/>
                <a:gd name="connsiteX4-255" fmla="*/ 0 w 8609431"/>
                <a:gd name="connsiteY4-256" fmla="*/ 0 h 6867525"/>
                <a:gd name="connsiteX0-257" fmla="*/ 0 w 8609431"/>
                <a:gd name="connsiteY0-258" fmla="*/ 0 h 6867525"/>
                <a:gd name="connsiteX1-259" fmla="*/ 6351816 w 8609431"/>
                <a:gd name="connsiteY1-260" fmla="*/ 0 h 6867525"/>
                <a:gd name="connsiteX2-261" fmla="*/ 8609431 w 8609431"/>
                <a:gd name="connsiteY2-262" fmla="*/ 6867525 h 6867525"/>
                <a:gd name="connsiteX3-263" fmla="*/ 0 w 8609431"/>
                <a:gd name="connsiteY3-264" fmla="*/ 6858000 h 6867525"/>
                <a:gd name="connsiteX4-265" fmla="*/ 0 w 8609431"/>
                <a:gd name="connsiteY4-266" fmla="*/ 0 h 6867525"/>
                <a:gd name="connsiteX0-267" fmla="*/ 0 w 8609431"/>
                <a:gd name="connsiteY0-268" fmla="*/ 0 h 6867525"/>
                <a:gd name="connsiteX1-269" fmla="*/ 6351816 w 8609431"/>
                <a:gd name="connsiteY1-270" fmla="*/ 0 h 6867525"/>
                <a:gd name="connsiteX2-271" fmla="*/ 8609431 w 8609431"/>
                <a:gd name="connsiteY2-272" fmla="*/ 6867525 h 6867525"/>
                <a:gd name="connsiteX3-273" fmla="*/ 0 w 8609431"/>
                <a:gd name="connsiteY3-274" fmla="*/ 6858000 h 6867525"/>
                <a:gd name="connsiteX4-275" fmla="*/ 0 w 8609431"/>
                <a:gd name="connsiteY4-276" fmla="*/ 0 h 6867525"/>
                <a:gd name="connsiteX0-277" fmla="*/ 0 w 8609431"/>
                <a:gd name="connsiteY0-278" fmla="*/ 0 h 6867525"/>
                <a:gd name="connsiteX1-279" fmla="*/ 6351816 w 8609431"/>
                <a:gd name="connsiteY1-280" fmla="*/ 0 h 6867525"/>
                <a:gd name="connsiteX2-281" fmla="*/ 8609431 w 8609431"/>
                <a:gd name="connsiteY2-282" fmla="*/ 6867525 h 6867525"/>
                <a:gd name="connsiteX3-283" fmla="*/ 0 w 8609431"/>
                <a:gd name="connsiteY3-284" fmla="*/ 6858000 h 6867525"/>
                <a:gd name="connsiteX4-285" fmla="*/ 0 w 8609431"/>
                <a:gd name="connsiteY4-286" fmla="*/ 0 h 6867525"/>
                <a:gd name="connsiteX0-287" fmla="*/ 0 w 8609431"/>
                <a:gd name="connsiteY0-288" fmla="*/ 0 h 6867525"/>
                <a:gd name="connsiteX1-289" fmla="*/ 6351816 w 8609431"/>
                <a:gd name="connsiteY1-290" fmla="*/ 0 h 6867525"/>
                <a:gd name="connsiteX2-291" fmla="*/ 8609431 w 8609431"/>
                <a:gd name="connsiteY2-292" fmla="*/ 6867525 h 6867525"/>
                <a:gd name="connsiteX3-293" fmla="*/ 0 w 8609431"/>
                <a:gd name="connsiteY3-294" fmla="*/ 6858000 h 6867525"/>
                <a:gd name="connsiteX4-295" fmla="*/ 0 w 8609431"/>
                <a:gd name="connsiteY4-296" fmla="*/ 0 h 6867525"/>
                <a:gd name="connsiteX0-297" fmla="*/ 0 w 8609431"/>
                <a:gd name="connsiteY0-298" fmla="*/ 0 h 6867525"/>
                <a:gd name="connsiteX1-299" fmla="*/ 6351816 w 8609431"/>
                <a:gd name="connsiteY1-300" fmla="*/ 0 h 6867525"/>
                <a:gd name="connsiteX2-301" fmla="*/ 8609431 w 8609431"/>
                <a:gd name="connsiteY2-302" fmla="*/ 6867525 h 6867525"/>
                <a:gd name="connsiteX3-303" fmla="*/ 0 w 8609431"/>
                <a:gd name="connsiteY3-304" fmla="*/ 6858000 h 6867525"/>
                <a:gd name="connsiteX4-305" fmla="*/ 0 w 8609431"/>
                <a:gd name="connsiteY4-306" fmla="*/ 0 h 68675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09431" h="6867525">
                  <a:moveTo>
                    <a:pt x="0" y="0"/>
                  </a:moveTo>
                  <a:lnTo>
                    <a:pt x="6351816" y="0"/>
                  </a:lnTo>
                  <a:cubicBezTo>
                    <a:pt x="8769042" y="2744787"/>
                    <a:pt x="5058052" y="6829425"/>
                    <a:pt x="8609431" y="6867525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sx="101000" sy="101000" algn="l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53" name="任意多边形: 形状 39"/>
            <p:cNvSpPr/>
            <p:nvPr/>
          </p:nvSpPr>
          <p:spPr>
            <a:xfrm>
              <a:off x="-1" y="0"/>
              <a:ext cx="9670471" cy="6867525"/>
            </a:xfrm>
            <a:custGeom>
              <a:avLst/>
              <a:gdLst>
                <a:gd name="connsiteX0" fmla="*/ 0 w 7536857"/>
                <a:gd name="connsiteY0" fmla="*/ 0 h 6858000"/>
                <a:gd name="connsiteX1" fmla="*/ 6351816 w 7536857"/>
                <a:gd name="connsiteY1" fmla="*/ 0 h 6858000"/>
                <a:gd name="connsiteX2" fmla="*/ 6432300 w 7536857"/>
                <a:gd name="connsiteY2" fmla="*/ 102417 h 6858000"/>
                <a:gd name="connsiteX3" fmla="*/ 7536857 w 7536857"/>
                <a:gd name="connsiteY3" fmla="*/ 3429000 h 6858000"/>
                <a:gd name="connsiteX4" fmla="*/ 6432300 w 7536857"/>
                <a:gd name="connsiteY4" fmla="*/ 6755583 h 6858000"/>
                <a:gd name="connsiteX5" fmla="*/ 6351816 w 7536857"/>
                <a:gd name="connsiteY5" fmla="*/ 6858000 h 6858000"/>
                <a:gd name="connsiteX6" fmla="*/ 0 w 7536857"/>
                <a:gd name="connsiteY6" fmla="*/ 6858000 h 6858000"/>
                <a:gd name="connsiteX0-1" fmla="*/ 0 w 7537165"/>
                <a:gd name="connsiteY0-2" fmla="*/ 0 h 6858000"/>
                <a:gd name="connsiteX1-3" fmla="*/ 6351816 w 7537165"/>
                <a:gd name="connsiteY1-4" fmla="*/ 0 h 6858000"/>
                <a:gd name="connsiteX2-5" fmla="*/ 6432300 w 7537165"/>
                <a:gd name="connsiteY2-6" fmla="*/ 102417 h 6858000"/>
                <a:gd name="connsiteX3-7" fmla="*/ 7536857 w 7537165"/>
                <a:gd name="connsiteY3-8" fmla="*/ 3429000 h 6858000"/>
                <a:gd name="connsiteX4-9" fmla="*/ 6351816 w 7537165"/>
                <a:gd name="connsiteY4-10" fmla="*/ 6858000 h 6858000"/>
                <a:gd name="connsiteX5-11" fmla="*/ 0 w 7537165"/>
                <a:gd name="connsiteY5-12" fmla="*/ 6858000 h 6858000"/>
                <a:gd name="connsiteX6-13" fmla="*/ 0 w 7537165"/>
                <a:gd name="connsiteY6-14" fmla="*/ 0 h 6858000"/>
                <a:gd name="connsiteX0-15" fmla="*/ 0 w 8403299"/>
                <a:gd name="connsiteY0-16" fmla="*/ 0 h 6858000"/>
                <a:gd name="connsiteX1-17" fmla="*/ 6351816 w 8403299"/>
                <a:gd name="connsiteY1-18" fmla="*/ 0 h 6858000"/>
                <a:gd name="connsiteX2-19" fmla="*/ 6432300 w 8403299"/>
                <a:gd name="connsiteY2-20" fmla="*/ 102417 h 6858000"/>
                <a:gd name="connsiteX3-21" fmla="*/ 7536857 w 8403299"/>
                <a:gd name="connsiteY3-22" fmla="*/ 3429000 h 6858000"/>
                <a:gd name="connsiteX4-23" fmla="*/ 7876999 w 8403299"/>
                <a:gd name="connsiteY4-24" fmla="*/ 6848475 h 6858000"/>
                <a:gd name="connsiteX5-25" fmla="*/ 0 w 8403299"/>
                <a:gd name="connsiteY5-26" fmla="*/ 6858000 h 6858000"/>
                <a:gd name="connsiteX6-27" fmla="*/ 0 w 8403299"/>
                <a:gd name="connsiteY6-28" fmla="*/ 0 h 6858000"/>
                <a:gd name="connsiteX0-29" fmla="*/ 0 w 7876999"/>
                <a:gd name="connsiteY0-30" fmla="*/ 0 h 6858000"/>
                <a:gd name="connsiteX1-31" fmla="*/ 6351816 w 7876999"/>
                <a:gd name="connsiteY1-32" fmla="*/ 0 h 6858000"/>
                <a:gd name="connsiteX2-33" fmla="*/ 6432300 w 7876999"/>
                <a:gd name="connsiteY2-34" fmla="*/ 102417 h 6858000"/>
                <a:gd name="connsiteX3-35" fmla="*/ 7536857 w 7876999"/>
                <a:gd name="connsiteY3-36" fmla="*/ 3429000 h 6858000"/>
                <a:gd name="connsiteX4-37" fmla="*/ 7876999 w 7876999"/>
                <a:gd name="connsiteY4-38" fmla="*/ 6848475 h 6858000"/>
                <a:gd name="connsiteX5-39" fmla="*/ 0 w 7876999"/>
                <a:gd name="connsiteY5-40" fmla="*/ 6858000 h 6858000"/>
                <a:gd name="connsiteX6-41" fmla="*/ 0 w 7876999"/>
                <a:gd name="connsiteY6-42" fmla="*/ 0 h 6858000"/>
                <a:gd name="connsiteX0-43" fmla="*/ 0 w 8609431"/>
                <a:gd name="connsiteY0-44" fmla="*/ 0 h 6867525"/>
                <a:gd name="connsiteX1-45" fmla="*/ 6351816 w 8609431"/>
                <a:gd name="connsiteY1-46" fmla="*/ 0 h 6867525"/>
                <a:gd name="connsiteX2-47" fmla="*/ 6432300 w 8609431"/>
                <a:gd name="connsiteY2-48" fmla="*/ 102417 h 6867525"/>
                <a:gd name="connsiteX3-49" fmla="*/ 7536857 w 8609431"/>
                <a:gd name="connsiteY3-50" fmla="*/ 3429000 h 6867525"/>
                <a:gd name="connsiteX4-51" fmla="*/ 8609431 w 8609431"/>
                <a:gd name="connsiteY4-52" fmla="*/ 6867525 h 6867525"/>
                <a:gd name="connsiteX5-53" fmla="*/ 0 w 8609431"/>
                <a:gd name="connsiteY5-54" fmla="*/ 6858000 h 6867525"/>
                <a:gd name="connsiteX6-55" fmla="*/ 0 w 8609431"/>
                <a:gd name="connsiteY6-56" fmla="*/ 0 h 6867525"/>
                <a:gd name="connsiteX0-57" fmla="*/ 0 w 8609431"/>
                <a:gd name="connsiteY0-58" fmla="*/ 0 h 6867525"/>
                <a:gd name="connsiteX1-59" fmla="*/ 6351816 w 8609431"/>
                <a:gd name="connsiteY1-60" fmla="*/ 0 h 6867525"/>
                <a:gd name="connsiteX2-61" fmla="*/ 6432300 w 8609431"/>
                <a:gd name="connsiteY2-62" fmla="*/ 102417 h 6867525"/>
                <a:gd name="connsiteX3-63" fmla="*/ 7536857 w 8609431"/>
                <a:gd name="connsiteY3-64" fmla="*/ 3429000 h 6867525"/>
                <a:gd name="connsiteX4-65" fmla="*/ 8609431 w 8609431"/>
                <a:gd name="connsiteY4-66" fmla="*/ 6867525 h 6867525"/>
                <a:gd name="connsiteX5-67" fmla="*/ 0 w 8609431"/>
                <a:gd name="connsiteY5-68" fmla="*/ 6858000 h 6867525"/>
                <a:gd name="connsiteX6-69" fmla="*/ 0 w 8609431"/>
                <a:gd name="connsiteY6-70" fmla="*/ 0 h 6867525"/>
                <a:gd name="connsiteX0-71" fmla="*/ 0 w 8609431"/>
                <a:gd name="connsiteY0-72" fmla="*/ 0 h 6867525"/>
                <a:gd name="connsiteX1-73" fmla="*/ 6351816 w 8609431"/>
                <a:gd name="connsiteY1-74" fmla="*/ 0 h 6867525"/>
                <a:gd name="connsiteX2-75" fmla="*/ 6432300 w 8609431"/>
                <a:gd name="connsiteY2-76" fmla="*/ 102417 h 6867525"/>
                <a:gd name="connsiteX3-77" fmla="*/ 7536857 w 8609431"/>
                <a:gd name="connsiteY3-78" fmla="*/ 3429000 h 6867525"/>
                <a:gd name="connsiteX4-79" fmla="*/ 8609431 w 8609431"/>
                <a:gd name="connsiteY4-80" fmla="*/ 6867525 h 6867525"/>
                <a:gd name="connsiteX5-81" fmla="*/ 0 w 8609431"/>
                <a:gd name="connsiteY5-82" fmla="*/ 6858000 h 6867525"/>
                <a:gd name="connsiteX6-83" fmla="*/ 0 w 8609431"/>
                <a:gd name="connsiteY6-84" fmla="*/ 0 h 6867525"/>
                <a:gd name="connsiteX0-85" fmla="*/ 0 w 8609431"/>
                <a:gd name="connsiteY0-86" fmla="*/ 0 h 6867525"/>
                <a:gd name="connsiteX1-87" fmla="*/ 6351816 w 8609431"/>
                <a:gd name="connsiteY1-88" fmla="*/ 0 h 6867525"/>
                <a:gd name="connsiteX2-89" fmla="*/ 6432300 w 8609431"/>
                <a:gd name="connsiteY2-90" fmla="*/ 102417 h 6867525"/>
                <a:gd name="connsiteX3-91" fmla="*/ 7536857 w 8609431"/>
                <a:gd name="connsiteY3-92" fmla="*/ 3429000 h 6867525"/>
                <a:gd name="connsiteX4-93" fmla="*/ 8609431 w 8609431"/>
                <a:gd name="connsiteY4-94" fmla="*/ 6867525 h 6867525"/>
                <a:gd name="connsiteX5-95" fmla="*/ 0 w 8609431"/>
                <a:gd name="connsiteY5-96" fmla="*/ 6858000 h 6867525"/>
                <a:gd name="connsiteX6-97" fmla="*/ 0 w 8609431"/>
                <a:gd name="connsiteY6-98" fmla="*/ 0 h 6867525"/>
                <a:gd name="connsiteX0-99" fmla="*/ 0 w 8609431"/>
                <a:gd name="connsiteY0-100" fmla="*/ 0 h 6867525"/>
                <a:gd name="connsiteX1-101" fmla="*/ 6351816 w 8609431"/>
                <a:gd name="connsiteY1-102" fmla="*/ 0 h 6867525"/>
                <a:gd name="connsiteX2-103" fmla="*/ 6432300 w 8609431"/>
                <a:gd name="connsiteY2-104" fmla="*/ 102417 h 6867525"/>
                <a:gd name="connsiteX3-105" fmla="*/ 7657493 w 8609431"/>
                <a:gd name="connsiteY3-106" fmla="*/ 3028950 h 6867525"/>
                <a:gd name="connsiteX4-107" fmla="*/ 8609431 w 8609431"/>
                <a:gd name="connsiteY4-108" fmla="*/ 6867525 h 6867525"/>
                <a:gd name="connsiteX5-109" fmla="*/ 0 w 8609431"/>
                <a:gd name="connsiteY5-110" fmla="*/ 6858000 h 6867525"/>
                <a:gd name="connsiteX6-111" fmla="*/ 0 w 8609431"/>
                <a:gd name="connsiteY6-112" fmla="*/ 0 h 6867525"/>
                <a:gd name="connsiteX0-113" fmla="*/ 0 w 8609431"/>
                <a:gd name="connsiteY0-114" fmla="*/ 0 h 6867525"/>
                <a:gd name="connsiteX1-115" fmla="*/ 6351816 w 8609431"/>
                <a:gd name="connsiteY1-116" fmla="*/ 0 h 6867525"/>
                <a:gd name="connsiteX2-117" fmla="*/ 6432300 w 8609431"/>
                <a:gd name="connsiteY2-118" fmla="*/ 102417 h 6867525"/>
                <a:gd name="connsiteX3-119" fmla="*/ 7657493 w 8609431"/>
                <a:gd name="connsiteY3-120" fmla="*/ 3028950 h 6867525"/>
                <a:gd name="connsiteX4-121" fmla="*/ 8609431 w 8609431"/>
                <a:gd name="connsiteY4-122" fmla="*/ 6867525 h 6867525"/>
                <a:gd name="connsiteX5-123" fmla="*/ 0 w 8609431"/>
                <a:gd name="connsiteY5-124" fmla="*/ 6858000 h 6867525"/>
                <a:gd name="connsiteX6-125" fmla="*/ 0 w 8609431"/>
                <a:gd name="connsiteY6-126" fmla="*/ 0 h 6867525"/>
                <a:gd name="connsiteX0-127" fmla="*/ 0 w 8609431"/>
                <a:gd name="connsiteY0-128" fmla="*/ 0 h 6867525"/>
                <a:gd name="connsiteX1-129" fmla="*/ 6351816 w 8609431"/>
                <a:gd name="connsiteY1-130" fmla="*/ 0 h 6867525"/>
                <a:gd name="connsiteX2-131" fmla="*/ 6432300 w 8609431"/>
                <a:gd name="connsiteY2-132" fmla="*/ 102417 h 6867525"/>
                <a:gd name="connsiteX3-133" fmla="*/ 7657493 w 8609431"/>
                <a:gd name="connsiteY3-134" fmla="*/ 3028950 h 6867525"/>
                <a:gd name="connsiteX4-135" fmla="*/ 8609431 w 8609431"/>
                <a:gd name="connsiteY4-136" fmla="*/ 6867525 h 6867525"/>
                <a:gd name="connsiteX5-137" fmla="*/ 0 w 8609431"/>
                <a:gd name="connsiteY5-138" fmla="*/ 6858000 h 6867525"/>
                <a:gd name="connsiteX6-139" fmla="*/ 0 w 8609431"/>
                <a:gd name="connsiteY6-140" fmla="*/ 0 h 6867525"/>
                <a:gd name="connsiteX0-141" fmla="*/ 0 w 8609431"/>
                <a:gd name="connsiteY0-142" fmla="*/ 0 h 6867525"/>
                <a:gd name="connsiteX1-143" fmla="*/ 6351816 w 8609431"/>
                <a:gd name="connsiteY1-144" fmla="*/ 0 h 6867525"/>
                <a:gd name="connsiteX2-145" fmla="*/ 7657493 w 8609431"/>
                <a:gd name="connsiteY2-146" fmla="*/ 3028950 h 6867525"/>
                <a:gd name="connsiteX3-147" fmla="*/ 8609431 w 8609431"/>
                <a:gd name="connsiteY3-148" fmla="*/ 6867525 h 6867525"/>
                <a:gd name="connsiteX4-149" fmla="*/ 0 w 8609431"/>
                <a:gd name="connsiteY4-150" fmla="*/ 6858000 h 6867525"/>
                <a:gd name="connsiteX5-151" fmla="*/ 0 w 8609431"/>
                <a:gd name="connsiteY5-152" fmla="*/ 0 h 6867525"/>
                <a:gd name="connsiteX0-153" fmla="*/ 0 w 8609431"/>
                <a:gd name="connsiteY0-154" fmla="*/ 0 h 6867525"/>
                <a:gd name="connsiteX1-155" fmla="*/ 6351816 w 8609431"/>
                <a:gd name="connsiteY1-156" fmla="*/ 0 h 6867525"/>
                <a:gd name="connsiteX2-157" fmla="*/ 7657493 w 8609431"/>
                <a:gd name="connsiteY2-158" fmla="*/ 3028950 h 6867525"/>
                <a:gd name="connsiteX3-159" fmla="*/ 8609431 w 8609431"/>
                <a:gd name="connsiteY3-160" fmla="*/ 6867525 h 6867525"/>
                <a:gd name="connsiteX4-161" fmla="*/ 0 w 8609431"/>
                <a:gd name="connsiteY4-162" fmla="*/ 6858000 h 6867525"/>
                <a:gd name="connsiteX5-163" fmla="*/ 0 w 8609431"/>
                <a:gd name="connsiteY5-164" fmla="*/ 0 h 6867525"/>
                <a:gd name="connsiteX0-165" fmla="*/ 0 w 8609431"/>
                <a:gd name="connsiteY0-166" fmla="*/ 0 h 6867525"/>
                <a:gd name="connsiteX1-167" fmla="*/ 6351816 w 8609431"/>
                <a:gd name="connsiteY1-168" fmla="*/ 0 h 6867525"/>
                <a:gd name="connsiteX2-169" fmla="*/ 7657493 w 8609431"/>
                <a:gd name="connsiteY2-170" fmla="*/ 3028950 h 6867525"/>
                <a:gd name="connsiteX3-171" fmla="*/ 8609431 w 8609431"/>
                <a:gd name="connsiteY3-172" fmla="*/ 6867525 h 6867525"/>
                <a:gd name="connsiteX4-173" fmla="*/ 0 w 8609431"/>
                <a:gd name="connsiteY4-174" fmla="*/ 6858000 h 6867525"/>
                <a:gd name="connsiteX5-175" fmla="*/ 0 w 8609431"/>
                <a:gd name="connsiteY5-176" fmla="*/ 0 h 6867525"/>
                <a:gd name="connsiteX0-177" fmla="*/ 0 w 8609431"/>
                <a:gd name="connsiteY0-178" fmla="*/ 0 h 6867525"/>
                <a:gd name="connsiteX1-179" fmla="*/ 6351816 w 8609431"/>
                <a:gd name="connsiteY1-180" fmla="*/ 0 h 6867525"/>
                <a:gd name="connsiteX2-181" fmla="*/ 7657493 w 8609431"/>
                <a:gd name="connsiteY2-182" fmla="*/ 3028950 h 6867525"/>
                <a:gd name="connsiteX3-183" fmla="*/ 8609431 w 8609431"/>
                <a:gd name="connsiteY3-184" fmla="*/ 6867525 h 6867525"/>
                <a:gd name="connsiteX4-185" fmla="*/ 0 w 8609431"/>
                <a:gd name="connsiteY4-186" fmla="*/ 6858000 h 6867525"/>
                <a:gd name="connsiteX5-187" fmla="*/ 0 w 8609431"/>
                <a:gd name="connsiteY5-188" fmla="*/ 0 h 6867525"/>
                <a:gd name="connsiteX0-189" fmla="*/ 0 w 8609431"/>
                <a:gd name="connsiteY0-190" fmla="*/ 0 h 6867525"/>
                <a:gd name="connsiteX1-191" fmla="*/ 6351816 w 8609431"/>
                <a:gd name="connsiteY1-192" fmla="*/ 0 h 6867525"/>
                <a:gd name="connsiteX2-193" fmla="*/ 7855680 w 8609431"/>
                <a:gd name="connsiteY2-194" fmla="*/ 2981325 h 6867525"/>
                <a:gd name="connsiteX3-195" fmla="*/ 8609431 w 8609431"/>
                <a:gd name="connsiteY3-196" fmla="*/ 6867525 h 6867525"/>
                <a:gd name="connsiteX4-197" fmla="*/ 0 w 8609431"/>
                <a:gd name="connsiteY4-198" fmla="*/ 6858000 h 6867525"/>
                <a:gd name="connsiteX5-199" fmla="*/ 0 w 8609431"/>
                <a:gd name="connsiteY5-200" fmla="*/ 0 h 6867525"/>
                <a:gd name="connsiteX0-201" fmla="*/ 0 w 8609431"/>
                <a:gd name="connsiteY0-202" fmla="*/ 0 h 6867525"/>
                <a:gd name="connsiteX1-203" fmla="*/ 6351816 w 8609431"/>
                <a:gd name="connsiteY1-204" fmla="*/ 0 h 6867525"/>
                <a:gd name="connsiteX2-205" fmla="*/ 7855680 w 8609431"/>
                <a:gd name="connsiteY2-206" fmla="*/ 2981325 h 6867525"/>
                <a:gd name="connsiteX3-207" fmla="*/ 8609431 w 8609431"/>
                <a:gd name="connsiteY3-208" fmla="*/ 6867525 h 6867525"/>
                <a:gd name="connsiteX4-209" fmla="*/ 0 w 8609431"/>
                <a:gd name="connsiteY4-210" fmla="*/ 6858000 h 6867525"/>
                <a:gd name="connsiteX5-211" fmla="*/ 0 w 8609431"/>
                <a:gd name="connsiteY5-212" fmla="*/ 0 h 6867525"/>
                <a:gd name="connsiteX0-213" fmla="*/ 0 w 8609431"/>
                <a:gd name="connsiteY0-214" fmla="*/ 0 h 6867525"/>
                <a:gd name="connsiteX1-215" fmla="*/ 6351816 w 8609431"/>
                <a:gd name="connsiteY1-216" fmla="*/ 0 h 6867525"/>
                <a:gd name="connsiteX2-217" fmla="*/ 7743661 w 8609431"/>
                <a:gd name="connsiteY2-218" fmla="*/ 2990850 h 6867525"/>
                <a:gd name="connsiteX3-219" fmla="*/ 8609431 w 8609431"/>
                <a:gd name="connsiteY3-220" fmla="*/ 6867525 h 6867525"/>
                <a:gd name="connsiteX4-221" fmla="*/ 0 w 8609431"/>
                <a:gd name="connsiteY4-222" fmla="*/ 6858000 h 6867525"/>
                <a:gd name="connsiteX5-223" fmla="*/ 0 w 8609431"/>
                <a:gd name="connsiteY5-224" fmla="*/ 0 h 6867525"/>
                <a:gd name="connsiteX0-225" fmla="*/ 0 w 8609431"/>
                <a:gd name="connsiteY0-226" fmla="*/ 0 h 6867525"/>
                <a:gd name="connsiteX1-227" fmla="*/ 6351816 w 8609431"/>
                <a:gd name="connsiteY1-228" fmla="*/ 0 h 6867525"/>
                <a:gd name="connsiteX2-229" fmla="*/ 7743661 w 8609431"/>
                <a:gd name="connsiteY2-230" fmla="*/ 2990850 h 6867525"/>
                <a:gd name="connsiteX3-231" fmla="*/ 8609431 w 8609431"/>
                <a:gd name="connsiteY3-232" fmla="*/ 6867525 h 6867525"/>
                <a:gd name="connsiteX4-233" fmla="*/ 0 w 8609431"/>
                <a:gd name="connsiteY4-234" fmla="*/ 6858000 h 6867525"/>
                <a:gd name="connsiteX5-235" fmla="*/ 0 w 8609431"/>
                <a:gd name="connsiteY5-236" fmla="*/ 0 h 6867525"/>
                <a:gd name="connsiteX0-237" fmla="*/ 0 w 8919014"/>
                <a:gd name="connsiteY0-238" fmla="*/ 0 h 6867525"/>
                <a:gd name="connsiteX1-239" fmla="*/ 6351816 w 8919014"/>
                <a:gd name="connsiteY1-240" fmla="*/ 0 h 6867525"/>
                <a:gd name="connsiteX2-241" fmla="*/ 8609431 w 8919014"/>
                <a:gd name="connsiteY2-242" fmla="*/ 6867525 h 6867525"/>
                <a:gd name="connsiteX3-243" fmla="*/ 0 w 8919014"/>
                <a:gd name="connsiteY3-244" fmla="*/ 6858000 h 6867525"/>
                <a:gd name="connsiteX4-245" fmla="*/ 0 w 8919014"/>
                <a:gd name="connsiteY4-246" fmla="*/ 0 h 6867525"/>
                <a:gd name="connsiteX0-247" fmla="*/ 0 w 8609431"/>
                <a:gd name="connsiteY0-248" fmla="*/ 0 h 6867525"/>
                <a:gd name="connsiteX1-249" fmla="*/ 6351816 w 8609431"/>
                <a:gd name="connsiteY1-250" fmla="*/ 0 h 6867525"/>
                <a:gd name="connsiteX2-251" fmla="*/ 8609431 w 8609431"/>
                <a:gd name="connsiteY2-252" fmla="*/ 6867525 h 6867525"/>
                <a:gd name="connsiteX3-253" fmla="*/ 0 w 8609431"/>
                <a:gd name="connsiteY3-254" fmla="*/ 6858000 h 6867525"/>
                <a:gd name="connsiteX4-255" fmla="*/ 0 w 8609431"/>
                <a:gd name="connsiteY4-256" fmla="*/ 0 h 6867525"/>
                <a:gd name="connsiteX0-257" fmla="*/ 0 w 8609431"/>
                <a:gd name="connsiteY0-258" fmla="*/ 0 h 6867525"/>
                <a:gd name="connsiteX1-259" fmla="*/ 6351816 w 8609431"/>
                <a:gd name="connsiteY1-260" fmla="*/ 0 h 6867525"/>
                <a:gd name="connsiteX2-261" fmla="*/ 8609431 w 8609431"/>
                <a:gd name="connsiteY2-262" fmla="*/ 6867525 h 6867525"/>
                <a:gd name="connsiteX3-263" fmla="*/ 0 w 8609431"/>
                <a:gd name="connsiteY3-264" fmla="*/ 6858000 h 6867525"/>
                <a:gd name="connsiteX4-265" fmla="*/ 0 w 8609431"/>
                <a:gd name="connsiteY4-266" fmla="*/ 0 h 6867525"/>
                <a:gd name="connsiteX0-267" fmla="*/ 0 w 8609431"/>
                <a:gd name="connsiteY0-268" fmla="*/ 0 h 6867525"/>
                <a:gd name="connsiteX1-269" fmla="*/ 6351816 w 8609431"/>
                <a:gd name="connsiteY1-270" fmla="*/ 0 h 6867525"/>
                <a:gd name="connsiteX2-271" fmla="*/ 8609431 w 8609431"/>
                <a:gd name="connsiteY2-272" fmla="*/ 6867525 h 6867525"/>
                <a:gd name="connsiteX3-273" fmla="*/ 0 w 8609431"/>
                <a:gd name="connsiteY3-274" fmla="*/ 6858000 h 6867525"/>
                <a:gd name="connsiteX4-275" fmla="*/ 0 w 8609431"/>
                <a:gd name="connsiteY4-276" fmla="*/ 0 h 6867525"/>
                <a:gd name="connsiteX0-277" fmla="*/ 0 w 8609431"/>
                <a:gd name="connsiteY0-278" fmla="*/ 0 h 6867525"/>
                <a:gd name="connsiteX1-279" fmla="*/ 6351816 w 8609431"/>
                <a:gd name="connsiteY1-280" fmla="*/ 0 h 6867525"/>
                <a:gd name="connsiteX2-281" fmla="*/ 8609431 w 8609431"/>
                <a:gd name="connsiteY2-282" fmla="*/ 6867525 h 6867525"/>
                <a:gd name="connsiteX3-283" fmla="*/ 0 w 8609431"/>
                <a:gd name="connsiteY3-284" fmla="*/ 6858000 h 6867525"/>
                <a:gd name="connsiteX4-285" fmla="*/ 0 w 8609431"/>
                <a:gd name="connsiteY4-286" fmla="*/ 0 h 6867525"/>
                <a:gd name="connsiteX0-287" fmla="*/ 0 w 8609431"/>
                <a:gd name="connsiteY0-288" fmla="*/ 0 h 6867525"/>
                <a:gd name="connsiteX1-289" fmla="*/ 6351816 w 8609431"/>
                <a:gd name="connsiteY1-290" fmla="*/ 0 h 6867525"/>
                <a:gd name="connsiteX2-291" fmla="*/ 8609431 w 8609431"/>
                <a:gd name="connsiteY2-292" fmla="*/ 6867525 h 6867525"/>
                <a:gd name="connsiteX3-293" fmla="*/ 0 w 8609431"/>
                <a:gd name="connsiteY3-294" fmla="*/ 6858000 h 6867525"/>
                <a:gd name="connsiteX4-295" fmla="*/ 0 w 8609431"/>
                <a:gd name="connsiteY4-296" fmla="*/ 0 h 6867525"/>
                <a:gd name="connsiteX0-297" fmla="*/ 0 w 8609431"/>
                <a:gd name="connsiteY0-298" fmla="*/ 0 h 6867525"/>
                <a:gd name="connsiteX1-299" fmla="*/ 6351816 w 8609431"/>
                <a:gd name="connsiteY1-300" fmla="*/ 0 h 6867525"/>
                <a:gd name="connsiteX2-301" fmla="*/ 8609431 w 8609431"/>
                <a:gd name="connsiteY2-302" fmla="*/ 6867525 h 6867525"/>
                <a:gd name="connsiteX3-303" fmla="*/ 0 w 8609431"/>
                <a:gd name="connsiteY3-304" fmla="*/ 6858000 h 6867525"/>
                <a:gd name="connsiteX4-305" fmla="*/ 0 w 8609431"/>
                <a:gd name="connsiteY4-306" fmla="*/ 0 h 68675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09431" h="6867525">
                  <a:moveTo>
                    <a:pt x="0" y="0"/>
                  </a:moveTo>
                  <a:lnTo>
                    <a:pt x="6351816" y="0"/>
                  </a:lnTo>
                  <a:cubicBezTo>
                    <a:pt x="8769042" y="2744787"/>
                    <a:pt x="5058052" y="6829425"/>
                    <a:pt x="8609431" y="6867525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46100" sx="101000" sy="101000" algn="l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0" name="任意多边形: 形状 74"/>
          <p:cNvSpPr/>
          <p:nvPr/>
        </p:nvSpPr>
        <p:spPr>
          <a:xfrm flipV="1">
            <a:off x="4986083" y="4079366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标题 47"/>
          <p:cNvSpPr txBox="1"/>
          <p:nvPr/>
        </p:nvSpPr>
        <p:spPr>
          <a:xfrm>
            <a:off x="4986083" y="1859815"/>
            <a:ext cx="7055958" cy="18546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4800" dirty="0"/>
              <a:t>感谢各位</a:t>
            </a:r>
            <a:r>
              <a:rPr lang="en-US" altLang="zh-CN" sz="4800" dirty="0"/>
              <a:t>XXXX</a:t>
            </a:r>
            <a:endParaRPr lang="zh-CN" altLang="en-US" sz="4800" dirty="0"/>
          </a:p>
          <a:p>
            <a:pPr>
              <a:lnSpc>
                <a:spcPct val="125000"/>
              </a:lnSpc>
            </a:pPr>
            <a:r>
              <a:rPr lang="zh-CN" altLang="en-US" sz="4800" dirty="0"/>
              <a:t>请您批评指正</a:t>
            </a:r>
            <a:endParaRPr lang="zh-CN" altLang="en-US" sz="48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489231" y="1971906"/>
            <a:ext cx="3095625" cy="3146414"/>
            <a:chOff x="8440737" y="2018711"/>
            <a:chExt cx="3095625" cy="3146414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6570" y="2018711"/>
              <a:ext cx="1801930" cy="180193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8440737" y="4334128"/>
              <a:ext cx="30956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航空学院</a:t>
              </a:r>
              <a:endParaRPr lang="zh-CN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746810" y="3991803"/>
              <a:ext cx="2524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南京航空航天大学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1993843" y="3714490"/>
            <a:ext cx="4551411" cy="4541042"/>
          </a:xfrm>
          <a:prstGeom prst="rect">
            <a:avLst/>
          </a:prstGeom>
          <a:blipFill dpi="0" rotWithShape="1">
            <a:blip r:embed="rId4">
              <a:alphaModFix amt="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4911836" y="4474162"/>
            <a:ext cx="6767147" cy="412230"/>
            <a:chOff x="2123796" y="4672465"/>
            <a:chExt cx="8568845" cy="412230"/>
          </a:xfrm>
        </p:grpSpPr>
        <p:sp>
          <p:nvSpPr>
            <p:cNvPr id="50" name="文本框 49"/>
            <p:cNvSpPr txBox="1"/>
            <p:nvPr/>
          </p:nvSpPr>
          <p:spPr>
            <a:xfrm>
              <a:off x="2123796" y="4672466"/>
              <a:ext cx="2685493" cy="41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050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705934" y="4672466"/>
              <a:ext cx="2685493" cy="41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050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937093" y="4672465"/>
              <a:ext cx="3755548" cy="41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日期：</a:t>
              </a:r>
              <a:r>
                <a:rPr lang="en-US" altLang="zh-CN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050" dirty="0"/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981499" y="997555"/>
            <a:ext cx="3525158" cy="572942"/>
            <a:chOff x="258164" y="247134"/>
            <a:chExt cx="3525158" cy="57294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/>
          <a:srcRect l="50591" t="15680" r="14728" b="29157"/>
          <a:stretch>
            <a:fillRect/>
          </a:stretch>
        </p:blipFill>
        <p:spPr>
          <a:xfrm flipH="1">
            <a:off x="42804" y="-23439"/>
            <a:ext cx="4584619" cy="686752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974" y="5603859"/>
            <a:ext cx="3017782" cy="49991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146" y="4988291"/>
            <a:ext cx="2633853" cy="185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1590675" y="3837709"/>
            <a:ext cx="8410575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 47"/>
          <p:cNvSpPr txBox="1"/>
          <p:nvPr/>
        </p:nvSpPr>
        <p:spPr>
          <a:xfrm>
            <a:off x="3884133" y="2007989"/>
            <a:ext cx="4068376" cy="16304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8800" spc="600" dirty="0">
                <a:solidFill>
                  <a:srgbClr val="2160B1"/>
                </a:solidFill>
              </a:rPr>
              <a:t>样式</a:t>
            </a:r>
            <a:r>
              <a:rPr lang="en-US" altLang="zh-CN" sz="8800" spc="600" dirty="0">
                <a:solidFill>
                  <a:srgbClr val="2160B1"/>
                </a:solidFill>
              </a:rPr>
              <a:t>03</a:t>
            </a:r>
            <a:endParaRPr lang="zh-CN" altLang="en-US" sz="8800" spc="600" dirty="0">
              <a:solidFill>
                <a:srgbClr val="2160B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90109" y="3837709"/>
            <a:ext cx="3619500" cy="12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标题 47"/>
          <p:cNvSpPr txBox="1"/>
          <p:nvPr/>
        </p:nvSpPr>
        <p:spPr>
          <a:xfrm>
            <a:off x="7952509" y="2158899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04 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" name="标题 47"/>
          <p:cNvSpPr txBox="1"/>
          <p:nvPr/>
        </p:nvSpPr>
        <p:spPr>
          <a:xfrm>
            <a:off x="7952509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05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2" name="标题 47"/>
          <p:cNvSpPr txBox="1"/>
          <p:nvPr/>
        </p:nvSpPr>
        <p:spPr>
          <a:xfrm>
            <a:off x="1725133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02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标题 47"/>
          <p:cNvSpPr txBox="1"/>
          <p:nvPr/>
        </p:nvSpPr>
        <p:spPr>
          <a:xfrm>
            <a:off x="1725133" y="2158900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01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155861"/>
            <a:ext cx="12192000" cy="5016338"/>
          </a:xfrm>
          <a:prstGeom prst="rect">
            <a:avLst/>
          </a:prstGeom>
          <a:gradFill>
            <a:gsLst>
              <a:gs pos="100000">
                <a:srgbClr val="1E218C"/>
              </a:gs>
              <a:gs pos="0">
                <a:srgbClr val="2160B1"/>
              </a:gs>
            </a:gsLst>
            <a:lin ang="15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 rotWithShape="1">
          <a:blip r:embed="rId2"/>
          <a:srcRect l="12525" t="15680" r="14728" b="29157"/>
          <a:stretch>
            <a:fillRect/>
          </a:stretch>
        </p:blipFill>
        <p:spPr>
          <a:xfrm>
            <a:off x="1790904" y="1143539"/>
            <a:ext cx="10401095" cy="501633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229408" y="2522262"/>
            <a:ext cx="7799860" cy="186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8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南京航空航天大学航空学院</a:t>
            </a:r>
            <a:b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  <a:r>
              <a:rPr kumimoji="0" lang="en-US" altLang="zh-CN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汇报通用模板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29408" y="1802675"/>
            <a:ext cx="7799860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8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8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年南京航空航天大学航空学院 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863725" y="5094151"/>
            <a:ext cx="8464550" cy="518860"/>
            <a:chOff x="2123796" y="4672466"/>
            <a:chExt cx="8464550" cy="518860"/>
          </a:xfrm>
        </p:grpSpPr>
        <p:sp>
          <p:nvSpPr>
            <p:cNvPr id="24" name="文本框 23"/>
            <p:cNvSpPr txBox="1"/>
            <p:nvPr/>
          </p:nvSpPr>
          <p:spPr>
            <a:xfrm>
              <a:off x="2123796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1360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90285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任意多边形: 形状 29"/>
          <p:cNvSpPr/>
          <p:nvPr/>
        </p:nvSpPr>
        <p:spPr>
          <a:xfrm>
            <a:off x="2340203" y="4775264"/>
            <a:ext cx="7570416" cy="232456"/>
          </a:xfrm>
          <a:custGeom>
            <a:avLst/>
            <a:gdLst>
              <a:gd name="connsiteX0" fmla="*/ 0 w 7779657"/>
              <a:gd name="connsiteY0" fmla="*/ 0 h 246743"/>
              <a:gd name="connsiteX1" fmla="*/ 667657 w 7779657"/>
              <a:gd name="connsiteY1" fmla="*/ 0 h 246743"/>
              <a:gd name="connsiteX2" fmla="*/ 899886 w 7779657"/>
              <a:gd name="connsiteY2" fmla="*/ 246743 h 246743"/>
              <a:gd name="connsiteX3" fmla="*/ 1088572 w 7779657"/>
              <a:gd name="connsiteY3" fmla="*/ 14515 h 246743"/>
              <a:gd name="connsiteX4" fmla="*/ 7779657 w 7779657"/>
              <a:gd name="connsiteY4" fmla="*/ 14515 h 246743"/>
              <a:gd name="connsiteX0-1" fmla="*/ 0 w 7779657"/>
              <a:gd name="connsiteY0-2" fmla="*/ 0 h 246743"/>
              <a:gd name="connsiteX1-3" fmla="*/ 667657 w 7779657"/>
              <a:gd name="connsiteY1-4" fmla="*/ 14287 h 246743"/>
              <a:gd name="connsiteX2-5" fmla="*/ 899886 w 7779657"/>
              <a:gd name="connsiteY2-6" fmla="*/ 246743 h 246743"/>
              <a:gd name="connsiteX3-7" fmla="*/ 1088572 w 7779657"/>
              <a:gd name="connsiteY3-8" fmla="*/ 14515 h 246743"/>
              <a:gd name="connsiteX4-9" fmla="*/ 7779657 w 7779657"/>
              <a:gd name="connsiteY4-10" fmla="*/ 14515 h 246743"/>
              <a:gd name="connsiteX0-11" fmla="*/ 0 w 7784419"/>
              <a:gd name="connsiteY0-12" fmla="*/ 14288 h 232456"/>
              <a:gd name="connsiteX1-13" fmla="*/ 672419 w 7784419"/>
              <a:gd name="connsiteY1-14" fmla="*/ 0 h 232456"/>
              <a:gd name="connsiteX2-15" fmla="*/ 904648 w 7784419"/>
              <a:gd name="connsiteY2-16" fmla="*/ 232456 h 232456"/>
              <a:gd name="connsiteX3-17" fmla="*/ 1093334 w 7784419"/>
              <a:gd name="connsiteY3-18" fmla="*/ 228 h 232456"/>
              <a:gd name="connsiteX4-19" fmla="*/ 7784419 w 7784419"/>
              <a:gd name="connsiteY4-20" fmla="*/ 228 h 232456"/>
              <a:gd name="connsiteX0-21" fmla="*/ 0 w 7790769"/>
              <a:gd name="connsiteY0-22" fmla="*/ 4763 h 232456"/>
              <a:gd name="connsiteX1-23" fmla="*/ 678769 w 7790769"/>
              <a:gd name="connsiteY1-24" fmla="*/ 0 h 232456"/>
              <a:gd name="connsiteX2-25" fmla="*/ 910998 w 7790769"/>
              <a:gd name="connsiteY2-26" fmla="*/ 232456 h 232456"/>
              <a:gd name="connsiteX3-27" fmla="*/ 1099684 w 7790769"/>
              <a:gd name="connsiteY3-28" fmla="*/ 228 h 232456"/>
              <a:gd name="connsiteX4-29" fmla="*/ 7790769 w 7790769"/>
              <a:gd name="connsiteY4-30" fmla="*/ 228 h 2324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790769" h="232456">
                <a:moveTo>
                  <a:pt x="0" y="4763"/>
                </a:moveTo>
                <a:lnTo>
                  <a:pt x="678769" y="0"/>
                </a:lnTo>
                <a:lnTo>
                  <a:pt x="910998" y="232456"/>
                </a:lnTo>
                <a:lnTo>
                  <a:pt x="1099684" y="228"/>
                </a:lnTo>
                <a:lnTo>
                  <a:pt x="7790769" y="228"/>
                </a:ln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封面样式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374669" y="263247"/>
            <a:ext cx="3450509" cy="572942"/>
            <a:chOff x="893759" y="247134"/>
            <a:chExt cx="3450509" cy="572942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1554194" y="253762"/>
              <a:ext cx="2790074" cy="566314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893759" y="247134"/>
              <a:ext cx="610860" cy="566314"/>
            </a:xfrm>
            <a:prstGeom prst="rect">
              <a:avLst/>
            </a:prstGeom>
          </p:spPr>
        </p:pic>
      </p:grpSp>
      <p:cxnSp>
        <p:nvCxnSpPr>
          <p:cNvPr id="5" name="直接连接符 4"/>
          <p:cNvCxnSpPr/>
          <p:nvPr/>
        </p:nvCxnSpPr>
        <p:spPr>
          <a:xfrm>
            <a:off x="-3176" y="1304925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-3176" y="5981700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5426788" y="592273"/>
            <a:ext cx="1202612" cy="1202612"/>
            <a:chOff x="4044514" y="307162"/>
            <a:chExt cx="1719904" cy="1719904"/>
          </a:xfrm>
        </p:grpSpPr>
        <p:sp>
          <p:nvSpPr>
            <p:cNvPr id="6" name="椭圆 5"/>
            <p:cNvSpPr/>
            <p:nvPr/>
          </p:nvSpPr>
          <p:spPr>
            <a:xfrm>
              <a:off x="4044514" y="307162"/>
              <a:ext cx="1719904" cy="17199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5400000" algn="ctr" rotWithShape="0">
                <a:srgbClr val="1E218C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97" y="365491"/>
              <a:ext cx="1610938" cy="1610938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 flipH="1">
            <a:off x="12913112" y="176983"/>
            <a:ext cx="523712" cy="912152"/>
            <a:chOff x="614394" y="2770979"/>
            <a:chExt cx="1249331" cy="2175968"/>
          </a:xfrm>
        </p:grpSpPr>
        <p:sp>
          <p:nvSpPr>
            <p:cNvPr id="40" name="Freeform 5"/>
            <p:cNvSpPr>
              <a:spLocks noEditPoints="1"/>
            </p:cNvSpPr>
            <p:nvPr/>
          </p:nvSpPr>
          <p:spPr bwMode="auto">
            <a:xfrm flipH="1">
              <a:off x="673748" y="2770979"/>
              <a:ext cx="1189977" cy="1906787"/>
            </a:xfrm>
            <a:custGeom>
              <a:avLst/>
              <a:gdLst>
                <a:gd name="T0" fmla="*/ 0 w 7449"/>
                <a:gd name="T1" fmla="*/ 0 h 11906"/>
                <a:gd name="T2" fmla="*/ 7449 w 7449"/>
                <a:gd name="T3" fmla="*/ 4223 h 11906"/>
                <a:gd name="T4" fmla="*/ 0 w 7449"/>
                <a:gd name="T5" fmla="*/ 4223 h 11906"/>
                <a:gd name="T6" fmla="*/ 0 w 7449"/>
                <a:gd name="T7" fmla="*/ 0 h 11906"/>
                <a:gd name="T8" fmla="*/ 7449 w 7449"/>
                <a:gd name="T9" fmla="*/ 4302 h 11906"/>
                <a:gd name="T10" fmla="*/ 0 w 7449"/>
                <a:gd name="T11" fmla="*/ 8525 h 11906"/>
                <a:gd name="T12" fmla="*/ 0 w 7449"/>
                <a:gd name="T13" fmla="*/ 4302 h 11906"/>
                <a:gd name="T14" fmla="*/ 7449 w 7449"/>
                <a:gd name="T15" fmla="*/ 4302 h 11906"/>
                <a:gd name="T16" fmla="*/ 2857 w 7449"/>
                <a:gd name="T17" fmla="*/ 10038 h 11906"/>
                <a:gd name="T18" fmla="*/ 5 w 7449"/>
                <a:gd name="T19" fmla="*/ 11903 h 11906"/>
                <a:gd name="T20" fmla="*/ 0 w 7449"/>
                <a:gd name="T21" fmla="*/ 11906 h 11906"/>
                <a:gd name="T22" fmla="*/ 0 w 7449"/>
                <a:gd name="T23" fmla="*/ 8789 h 11906"/>
                <a:gd name="T24" fmla="*/ 2857 w 7449"/>
                <a:gd name="T25" fmla="*/ 7136 h 11906"/>
                <a:gd name="T26" fmla="*/ 2857 w 7449"/>
                <a:gd name="T27" fmla="*/ 10038 h 1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49" h="11906">
                  <a:moveTo>
                    <a:pt x="0" y="0"/>
                  </a:moveTo>
                  <a:lnTo>
                    <a:pt x="7449" y="4223"/>
                  </a:lnTo>
                  <a:lnTo>
                    <a:pt x="0" y="4223"/>
                  </a:lnTo>
                  <a:lnTo>
                    <a:pt x="0" y="0"/>
                  </a:lnTo>
                  <a:close/>
                  <a:moveTo>
                    <a:pt x="7449" y="4302"/>
                  </a:moveTo>
                  <a:lnTo>
                    <a:pt x="0" y="8525"/>
                  </a:lnTo>
                  <a:lnTo>
                    <a:pt x="0" y="4302"/>
                  </a:lnTo>
                  <a:lnTo>
                    <a:pt x="7449" y="4302"/>
                  </a:lnTo>
                  <a:close/>
                  <a:moveTo>
                    <a:pt x="2857" y="10038"/>
                  </a:moveTo>
                  <a:cubicBezTo>
                    <a:pt x="2537" y="11326"/>
                    <a:pt x="721" y="11825"/>
                    <a:pt x="5" y="11903"/>
                  </a:cubicBezTo>
                  <a:lnTo>
                    <a:pt x="0" y="11906"/>
                  </a:lnTo>
                  <a:lnTo>
                    <a:pt x="0" y="8789"/>
                  </a:lnTo>
                  <a:lnTo>
                    <a:pt x="2857" y="7136"/>
                  </a:lnTo>
                  <a:lnTo>
                    <a:pt x="2857" y="1003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5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6"/>
            <p:cNvSpPr>
              <a:spLocks noEditPoints="1"/>
            </p:cNvSpPr>
            <p:nvPr/>
          </p:nvSpPr>
          <p:spPr bwMode="auto">
            <a:xfrm>
              <a:off x="614394" y="3480149"/>
              <a:ext cx="118707" cy="1466798"/>
            </a:xfrm>
            <a:custGeom>
              <a:avLst/>
              <a:gdLst>
                <a:gd name="T0" fmla="*/ 246 w 571"/>
                <a:gd name="T1" fmla="*/ 0 h 7028"/>
                <a:gd name="T2" fmla="*/ 246 w 571"/>
                <a:gd name="T3" fmla="*/ 2716 h 7028"/>
                <a:gd name="T4" fmla="*/ 178 w 571"/>
                <a:gd name="T5" fmla="*/ 2816 h 7028"/>
                <a:gd name="T6" fmla="*/ 286 w 571"/>
                <a:gd name="T7" fmla="*/ 2924 h 7028"/>
                <a:gd name="T8" fmla="*/ 394 w 571"/>
                <a:gd name="T9" fmla="*/ 2816 h 7028"/>
                <a:gd name="T10" fmla="*/ 325 w 571"/>
                <a:gd name="T11" fmla="*/ 2716 h 7028"/>
                <a:gd name="T12" fmla="*/ 325 w 571"/>
                <a:gd name="T13" fmla="*/ 0 h 7028"/>
                <a:gd name="T14" fmla="*/ 246 w 571"/>
                <a:gd name="T15" fmla="*/ 0 h 7028"/>
                <a:gd name="T16" fmla="*/ 0 w 571"/>
                <a:gd name="T17" fmla="*/ 3749 h 7028"/>
                <a:gd name="T18" fmla="*/ 571 w 571"/>
                <a:gd name="T19" fmla="*/ 3749 h 7028"/>
                <a:gd name="T20" fmla="*/ 571 w 571"/>
                <a:gd name="T21" fmla="*/ 3790 h 7028"/>
                <a:gd name="T22" fmla="*/ 0 w 571"/>
                <a:gd name="T23" fmla="*/ 3790 h 7028"/>
                <a:gd name="T24" fmla="*/ 0 w 571"/>
                <a:gd name="T25" fmla="*/ 3749 h 7028"/>
                <a:gd name="T26" fmla="*/ 0 w 571"/>
                <a:gd name="T27" fmla="*/ 3323 h 7028"/>
                <a:gd name="T28" fmla="*/ 0 w 571"/>
                <a:gd name="T29" fmla="*/ 3323 h 7028"/>
                <a:gd name="T30" fmla="*/ 0 w 571"/>
                <a:gd name="T31" fmla="*/ 3323 h 7028"/>
                <a:gd name="T32" fmla="*/ 286 w 571"/>
                <a:gd name="T33" fmla="*/ 3037 h 7028"/>
                <a:gd name="T34" fmla="*/ 571 w 571"/>
                <a:gd name="T35" fmla="*/ 3323 h 7028"/>
                <a:gd name="T36" fmla="*/ 571 w 571"/>
                <a:gd name="T37" fmla="*/ 3323 h 7028"/>
                <a:gd name="T38" fmla="*/ 571 w 571"/>
                <a:gd name="T39" fmla="*/ 3323 h 7028"/>
                <a:gd name="T40" fmla="*/ 571 w 571"/>
                <a:gd name="T41" fmla="*/ 3683 h 7028"/>
                <a:gd name="T42" fmla="*/ 0 w 571"/>
                <a:gd name="T43" fmla="*/ 3683 h 7028"/>
                <a:gd name="T44" fmla="*/ 0 w 571"/>
                <a:gd name="T45" fmla="*/ 3323 h 7028"/>
                <a:gd name="T46" fmla="*/ 37 w 571"/>
                <a:gd name="T47" fmla="*/ 3885 h 7028"/>
                <a:gd name="T48" fmla="*/ 0 w 571"/>
                <a:gd name="T49" fmla="*/ 3885 h 7028"/>
                <a:gd name="T50" fmla="*/ 0 w 571"/>
                <a:gd name="T51" fmla="*/ 7028 h 7028"/>
                <a:gd name="T52" fmla="*/ 37 w 571"/>
                <a:gd name="T53" fmla="*/ 7028 h 7028"/>
                <a:gd name="T54" fmla="*/ 37 w 571"/>
                <a:gd name="T55" fmla="*/ 3885 h 7028"/>
                <a:gd name="T56" fmla="*/ 126 w 571"/>
                <a:gd name="T57" fmla="*/ 3885 h 7028"/>
                <a:gd name="T58" fmla="*/ 89 w 571"/>
                <a:gd name="T59" fmla="*/ 3885 h 7028"/>
                <a:gd name="T60" fmla="*/ 89 w 571"/>
                <a:gd name="T61" fmla="*/ 7028 h 7028"/>
                <a:gd name="T62" fmla="*/ 126 w 571"/>
                <a:gd name="T63" fmla="*/ 7028 h 7028"/>
                <a:gd name="T64" fmla="*/ 126 w 571"/>
                <a:gd name="T65" fmla="*/ 3885 h 7028"/>
                <a:gd name="T66" fmla="*/ 215 w 571"/>
                <a:gd name="T67" fmla="*/ 3885 h 7028"/>
                <a:gd name="T68" fmla="*/ 178 w 571"/>
                <a:gd name="T69" fmla="*/ 3885 h 7028"/>
                <a:gd name="T70" fmla="*/ 178 w 571"/>
                <a:gd name="T71" fmla="*/ 7028 h 7028"/>
                <a:gd name="T72" fmla="*/ 215 w 571"/>
                <a:gd name="T73" fmla="*/ 7028 h 7028"/>
                <a:gd name="T74" fmla="*/ 215 w 571"/>
                <a:gd name="T75" fmla="*/ 3885 h 7028"/>
                <a:gd name="T76" fmla="*/ 304 w 571"/>
                <a:gd name="T77" fmla="*/ 3885 h 7028"/>
                <a:gd name="T78" fmla="*/ 267 w 571"/>
                <a:gd name="T79" fmla="*/ 3885 h 7028"/>
                <a:gd name="T80" fmla="*/ 267 w 571"/>
                <a:gd name="T81" fmla="*/ 7028 h 7028"/>
                <a:gd name="T82" fmla="*/ 304 w 571"/>
                <a:gd name="T83" fmla="*/ 7028 h 7028"/>
                <a:gd name="T84" fmla="*/ 304 w 571"/>
                <a:gd name="T85" fmla="*/ 3885 h 7028"/>
                <a:gd name="T86" fmla="*/ 393 w 571"/>
                <a:gd name="T87" fmla="*/ 3885 h 7028"/>
                <a:gd name="T88" fmla="*/ 356 w 571"/>
                <a:gd name="T89" fmla="*/ 3885 h 7028"/>
                <a:gd name="T90" fmla="*/ 356 w 571"/>
                <a:gd name="T91" fmla="*/ 7028 h 7028"/>
                <a:gd name="T92" fmla="*/ 393 w 571"/>
                <a:gd name="T93" fmla="*/ 7028 h 7028"/>
                <a:gd name="T94" fmla="*/ 393 w 571"/>
                <a:gd name="T95" fmla="*/ 3885 h 7028"/>
                <a:gd name="T96" fmla="*/ 482 w 571"/>
                <a:gd name="T97" fmla="*/ 3885 h 7028"/>
                <a:gd name="T98" fmla="*/ 445 w 571"/>
                <a:gd name="T99" fmla="*/ 3885 h 7028"/>
                <a:gd name="T100" fmla="*/ 445 w 571"/>
                <a:gd name="T101" fmla="*/ 7028 h 7028"/>
                <a:gd name="T102" fmla="*/ 482 w 571"/>
                <a:gd name="T103" fmla="*/ 7028 h 7028"/>
                <a:gd name="T104" fmla="*/ 482 w 571"/>
                <a:gd name="T105" fmla="*/ 3885 h 7028"/>
                <a:gd name="T106" fmla="*/ 571 w 571"/>
                <a:gd name="T107" fmla="*/ 3885 h 7028"/>
                <a:gd name="T108" fmla="*/ 534 w 571"/>
                <a:gd name="T109" fmla="*/ 3885 h 7028"/>
                <a:gd name="T110" fmla="*/ 534 w 571"/>
                <a:gd name="T111" fmla="*/ 7028 h 7028"/>
                <a:gd name="T112" fmla="*/ 571 w 571"/>
                <a:gd name="T113" fmla="*/ 7028 h 7028"/>
                <a:gd name="T114" fmla="*/ 571 w 571"/>
                <a:gd name="T115" fmla="*/ 3885 h 7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71" h="7028">
                  <a:moveTo>
                    <a:pt x="246" y="0"/>
                  </a:moveTo>
                  <a:lnTo>
                    <a:pt x="246" y="2716"/>
                  </a:lnTo>
                  <a:cubicBezTo>
                    <a:pt x="206" y="2731"/>
                    <a:pt x="178" y="2770"/>
                    <a:pt x="178" y="2816"/>
                  </a:cubicBezTo>
                  <a:cubicBezTo>
                    <a:pt x="178" y="2876"/>
                    <a:pt x="226" y="2924"/>
                    <a:pt x="286" y="2924"/>
                  </a:cubicBezTo>
                  <a:cubicBezTo>
                    <a:pt x="345" y="2924"/>
                    <a:pt x="394" y="2876"/>
                    <a:pt x="394" y="2816"/>
                  </a:cubicBezTo>
                  <a:cubicBezTo>
                    <a:pt x="394" y="2770"/>
                    <a:pt x="365" y="2731"/>
                    <a:pt x="325" y="2716"/>
                  </a:cubicBezTo>
                  <a:lnTo>
                    <a:pt x="325" y="0"/>
                  </a:lnTo>
                  <a:lnTo>
                    <a:pt x="246" y="0"/>
                  </a:lnTo>
                  <a:close/>
                  <a:moveTo>
                    <a:pt x="0" y="3749"/>
                  </a:moveTo>
                  <a:lnTo>
                    <a:pt x="571" y="3749"/>
                  </a:lnTo>
                  <a:lnTo>
                    <a:pt x="571" y="3790"/>
                  </a:lnTo>
                  <a:lnTo>
                    <a:pt x="0" y="3790"/>
                  </a:lnTo>
                  <a:lnTo>
                    <a:pt x="0" y="3749"/>
                  </a:lnTo>
                  <a:close/>
                  <a:moveTo>
                    <a:pt x="0" y="3323"/>
                  </a:moveTo>
                  <a:lnTo>
                    <a:pt x="0" y="3323"/>
                  </a:lnTo>
                  <a:lnTo>
                    <a:pt x="0" y="3323"/>
                  </a:lnTo>
                  <a:cubicBezTo>
                    <a:pt x="0" y="3165"/>
                    <a:pt x="128" y="3037"/>
                    <a:pt x="286" y="3037"/>
                  </a:cubicBezTo>
                  <a:cubicBezTo>
                    <a:pt x="443" y="3037"/>
                    <a:pt x="571" y="3165"/>
                    <a:pt x="571" y="3323"/>
                  </a:cubicBezTo>
                  <a:lnTo>
                    <a:pt x="571" y="3323"/>
                  </a:lnTo>
                  <a:lnTo>
                    <a:pt x="571" y="3323"/>
                  </a:lnTo>
                  <a:lnTo>
                    <a:pt x="571" y="3683"/>
                  </a:lnTo>
                  <a:lnTo>
                    <a:pt x="0" y="3683"/>
                  </a:lnTo>
                  <a:lnTo>
                    <a:pt x="0" y="3323"/>
                  </a:lnTo>
                  <a:close/>
                  <a:moveTo>
                    <a:pt x="37" y="3885"/>
                  </a:moveTo>
                  <a:lnTo>
                    <a:pt x="0" y="3885"/>
                  </a:lnTo>
                  <a:lnTo>
                    <a:pt x="0" y="7028"/>
                  </a:lnTo>
                  <a:lnTo>
                    <a:pt x="37" y="7028"/>
                  </a:lnTo>
                  <a:lnTo>
                    <a:pt x="37" y="3885"/>
                  </a:lnTo>
                  <a:close/>
                  <a:moveTo>
                    <a:pt x="126" y="3885"/>
                  </a:moveTo>
                  <a:lnTo>
                    <a:pt x="89" y="3885"/>
                  </a:lnTo>
                  <a:lnTo>
                    <a:pt x="89" y="7028"/>
                  </a:lnTo>
                  <a:lnTo>
                    <a:pt x="126" y="7028"/>
                  </a:lnTo>
                  <a:lnTo>
                    <a:pt x="126" y="3885"/>
                  </a:lnTo>
                  <a:close/>
                  <a:moveTo>
                    <a:pt x="215" y="3885"/>
                  </a:moveTo>
                  <a:lnTo>
                    <a:pt x="178" y="3885"/>
                  </a:lnTo>
                  <a:lnTo>
                    <a:pt x="178" y="7028"/>
                  </a:lnTo>
                  <a:lnTo>
                    <a:pt x="215" y="7028"/>
                  </a:lnTo>
                  <a:lnTo>
                    <a:pt x="215" y="3885"/>
                  </a:lnTo>
                  <a:close/>
                  <a:moveTo>
                    <a:pt x="304" y="3885"/>
                  </a:moveTo>
                  <a:lnTo>
                    <a:pt x="267" y="3885"/>
                  </a:lnTo>
                  <a:lnTo>
                    <a:pt x="267" y="7028"/>
                  </a:lnTo>
                  <a:lnTo>
                    <a:pt x="304" y="7028"/>
                  </a:lnTo>
                  <a:lnTo>
                    <a:pt x="304" y="3885"/>
                  </a:lnTo>
                  <a:close/>
                  <a:moveTo>
                    <a:pt x="393" y="3885"/>
                  </a:moveTo>
                  <a:lnTo>
                    <a:pt x="356" y="3885"/>
                  </a:lnTo>
                  <a:lnTo>
                    <a:pt x="356" y="7028"/>
                  </a:lnTo>
                  <a:lnTo>
                    <a:pt x="393" y="7028"/>
                  </a:lnTo>
                  <a:lnTo>
                    <a:pt x="393" y="3885"/>
                  </a:lnTo>
                  <a:close/>
                  <a:moveTo>
                    <a:pt x="482" y="3885"/>
                  </a:moveTo>
                  <a:lnTo>
                    <a:pt x="445" y="3885"/>
                  </a:lnTo>
                  <a:lnTo>
                    <a:pt x="445" y="7028"/>
                  </a:lnTo>
                  <a:lnTo>
                    <a:pt x="482" y="7028"/>
                  </a:lnTo>
                  <a:lnTo>
                    <a:pt x="482" y="3885"/>
                  </a:lnTo>
                  <a:close/>
                  <a:moveTo>
                    <a:pt x="571" y="3885"/>
                  </a:moveTo>
                  <a:lnTo>
                    <a:pt x="534" y="3885"/>
                  </a:lnTo>
                  <a:lnTo>
                    <a:pt x="534" y="7028"/>
                  </a:lnTo>
                  <a:lnTo>
                    <a:pt x="571" y="7028"/>
                  </a:lnTo>
                  <a:lnTo>
                    <a:pt x="571" y="3885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67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783" y="976367"/>
            <a:ext cx="2672115" cy="168531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4764" y="4486882"/>
            <a:ext cx="2672115" cy="168531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0927" y="2680612"/>
            <a:ext cx="2672115" cy="1685317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740"/>
            <a:ext cx="12192000" cy="586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/>
          <p:cNvGrpSpPr/>
          <p:nvPr/>
        </p:nvGrpSpPr>
        <p:grpSpPr>
          <a:xfrm flipH="1">
            <a:off x="0" y="604390"/>
            <a:ext cx="12192000" cy="5881450"/>
            <a:chOff x="-2232338" y="431801"/>
            <a:chExt cx="14424338" cy="5881450"/>
          </a:xfrm>
        </p:grpSpPr>
        <p:sp>
          <p:nvSpPr>
            <p:cNvPr id="23" name="矩形 4"/>
            <p:cNvSpPr/>
            <p:nvPr/>
          </p:nvSpPr>
          <p:spPr>
            <a:xfrm>
              <a:off x="2329746" y="431801"/>
              <a:ext cx="9862254" cy="5881450"/>
            </a:xfrm>
            <a:custGeom>
              <a:avLst/>
              <a:gdLst>
                <a:gd name="connsiteX0" fmla="*/ 0 w 10305143"/>
                <a:gd name="connsiteY0" fmla="*/ 0 h 5856050"/>
                <a:gd name="connsiteX1" fmla="*/ 10305143 w 10305143"/>
                <a:gd name="connsiteY1" fmla="*/ 0 h 5856050"/>
                <a:gd name="connsiteX2" fmla="*/ 10305143 w 10305143"/>
                <a:gd name="connsiteY2" fmla="*/ 5856050 h 5856050"/>
                <a:gd name="connsiteX3" fmla="*/ 0 w 10305143"/>
                <a:gd name="connsiteY3" fmla="*/ 5856050 h 5856050"/>
                <a:gd name="connsiteX4" fmla="*/ 0 w 10305143"/>
                <a:gd name="connsiteY4" fmla="*/ 0 h 5856050"/>
                <a:gd name="connsiteX0-1" fmla="*/ 943429 w 10305143"/>
                <a:gd name="connsiteY0-2" fmla="*/ 0 h 5856050"/>
                <a:gd name="connsiteX1-3" fmla="*/ 10305143 w 10305143"/>
                <a:gd name="connsiteY1-4" fmla="*/ 0 h 5856050"/>
                <a:gd name="connsiteX2-5" fmla="*/ 10305143 w 10305143"/>
                <a:gd name="connsiteY2-6" fmla="*/ 5856050 h 5856050"/>
                <a:gd name="connsiteX3-7" fmla="*/ 0 w 10305143"/>
                <a:gd name="connsiteY3-8" fmla="*/ 5856050 h 5856050"/>
                <a:gd name="connsiteX4-9" fmla="*/ 943429 w 10305143"/>
                <a:gd name="connsiteY4-10" fmla="*/ 0 h 5856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305143" h="5856050">
                  <a:moveTo>
                    <a:pt x="943429" y="0"/>
                  </a:moveTo>
                  <a:lnTo>
                    <a:pt x="10305143" y="0"/>
                  </a:lnTo>
                  <a:lnTo>
                    <a:pt x="10305143" y="5856050"/>
                  </a:lnTo>
                  <a:lnTo>
                    <a:pt x="0" y="5856050"/>
                  </a:lnTo>
                  <a:lnTo>
                    <a:pt x="943429" y="0"/>
                  </a:lnTo>
                  <a:close/>
                </a:path>
              </a:pathLst>
            </a:custGeom>
            <a:gradFill>
              <a:gsLst>
                <a:gs pos="100000">
                  <a:srgbClr val="1E218C"/>
                </a:gs>
                <a:gs pos="0">
                  <a:srgbClr val="2160B1">
                    <a:alpha val="70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1650104" y="457201"/>
              <a:ext cx="10516922" cy="5856050"/>
            </a:xfrm>
            <a:custGeom>
              <a:avLst/>
              <a:gdLst>
                <a:gd name="connsiteX0" fmla="*/ 0 w 10305143"/>
                <a:gd name="connsiteY0" fmla="*/ 0 h 5856050"/>
                <a:gd name="connsiteX1" fmla="*/ 10305143 w 10305143"/>
                <a:gd name="connsiteY1" fmla="*/ 0 h 5856050"/>
                <a:gd name="connsiteX2" fmla="*/ 10305143 w 10305143"/>
                <a:gd name="connsiteY2" fmla="*/ 5856050 h 5856050"/>
                <a:gd name="connsiteX3" fmla="*/ 0 w 10305143"/>
                <a:gd name="connsiteY3" fmla="*/ 5856050 h 5856050"/>
                <a:gd name="connsiteX4" fmla="*/ 0 w 10305143"/>
                <a:gd name="connsiteY4" fmla="*/ 0 h 5856050"/>
                <a:gd name="connsiteX0-1" fmla="*/ 943429 w 10305143"/>
                <a:gd name="connsiteY0-2" fmla="*/ 0 h 5856050"/>
                <a:gd name="connsiteX1-3" fmla="*/ 10305143 w 10305143"/>
                <a:gd name="connsiteY1-4" fmla="*/ 0 h 5856050"/>
                <a:gd name="connsiteX2-5" fmla="*/ 10305143 w 10305143"/>
                <a:gd name="connsiteY2-6" fmla="*/ 5856050 h 5856050"/>
                <a:gd name="connsiteX3-7" fmla="*/ 0 w 10305143"/>
                <a:gd name="connsiteY3-8" fmla="*/ 5856050 h 5856050"/>
                <a:gd name="connsiteX4-9" fmla="*/ 943429 w 10305143"/>
                <a:gd name="connsiteY4-10" fmla="*/ 0 h 5856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305143" h="5856050">
                  <a:moveTo>
                    <a:pt x="943429" y="0"/>
                  </a:moveTo>
                  <a:lnTo>
                    <a:pt x="10305143" y="0"/>
                  </a:lnTo>
                  <a:lnTo>
                    <a:pt x="10305143" y="5856050"/>
                  </a:lnTo>
                  <a:lnTo>
                    <a:pt x="0" y="5856050"/>
                  </a:lnTo>
                  <a:lnTo>
                    <a:pt x="943429" y="0"/>
                  </a:lnTo>
                  <a:close/>
                </a:path>
              </a:pathLst>
            </a:custGeom>
            <a:gradFill>
              <a:gsLst>
                <a:gs pos="100000">
                  <a:srgbClr val="1E218C">
                    <a:alpha val="36000"/>
                  </a:srgbClr>
                </a:gs>
                <a:gs pos="0">
                  <a:srgbClr val="2160B1">
                    <a:alpha val="43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-2232338" y="544749"/>
              <a:ext cx="14424338" cy="0"/>
            </a:xfrm>
            <a:prstGeom prst="line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-2232338" y="6183549"/>
              <a:ext cx="14424338" cy="0"/>
            </a:xfrm>
            <a:prstGeom prst="line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21552" t="20291" b="28541"/>
          <a:stretch>
            <a:fillRect/>
          </a:stretch>
        </p:blipFill>
        <p:spPr>
          <a:xfrm>
            <a:off x="-3176" y="0"/>
            <a:ext cx="10528514" cy="685800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-3176" y="865887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-3176" y="6224343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023" y="865887"/>
            <a:ext cx="2672115" cy="168531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208" y="5255156"/>
            <a:ext cx="2672115" cy="168531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039008" y="1850997"/>
            <a:ext cx="3193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目录</a:t>
            </a:r>
            <a:endParaRPr lang="zh-CN" altLang="en-US" sz="4000" b="1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9" name="矩形: 圆角 18"/>
          <p:cNvSpPr/>
          <p:nvPr/>
        </p:nvSpPr>
        <p:spPr>
          <a:xfrm flipV="1">
            <a:off x="2127908" y="2678288"/>
            <a:ext cx="1527409" cy="457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000" b="1" spc="300" dirty="0">
              <a:solidFill>
                <a:srgbClr val="2E4A7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2127908" y="3107870"/>
            <a:ext cx="335894" cy="342899"/>
          </a:xfrm>
          <a:prstGeom prst="roundRect">
            <a:avLst/>
          </a:prstGeom>
          <a:gradFill>
            <a:gsLst>
              <a:gs pos="100000">
                <a:srgbClr val="1E218C">
                  <a:alpha val="36000"/>
                </a:srgbClr>
              </a:gs>
              <a:gs pos="0">
                <a:srgbClr val="2160B1">
                  <a:alpha val="43000"/>
                </a:srgbClr>
              </a:gs>
            </a:gsLst>
            <a:lin ang="150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68563" y="3039225"/>
            <a:ext cx="3103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XXXXXXX</a:t>
            </a:r>
            <a:endParaRPr lang="zh-CN" altLang="en-US" sz="2400" b="1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127908" y="3735603"/>
            <a:ext cx="335894" cy="342899"/>
          </a:xfrm>
          <a:prstGeom prst="roundRect">
            <a:avLst/>
          </a:prstGeom>
          <a:gradFill>
            <a:gsLst>
              <a:gs pos="100000">
                <a:srgbClr val="1E218C">
                  <a:alpha val="36000"/>
                </a:srgbClr>
              </a:gs>
              <a:gs pos="0">
                <a:srgbClr val="2160B1">
                  <a:alpha val="43000"/>
                </a:srgbClr>
              </a:gs>
            </a:gsLst>
            <a:lin ang="150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68563" y="3666958"/>
            <a:ext cx="4901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XXXXXXXX</a:t>
            </a:r>
            <a:endParaRPr lang="zh-CN" altLang="en-US" sz="2400" b="1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127908" y="4367079"/>
            <a:ext cx="335894" cy="342899"/>
          </a:xfrm>
          <a:prstGeom prst="roundRect">
            <a:avLst/>
          </a:prstGeom>
          <a:gradFill>
            <a:gsLst>
              <a:gs pos="100000">
                <a:srgbClr val="1E218C">
                  <a:alpha val="36000"/>
                </a:srgbClr>
              </a:gs>
              <a:gs pos="0">
                <a:srgbClr val="2160B1">
                  <a:alpha val="43000"/>
                </a:srgbClr>
              </a:gs>
            </a:gsLst>
            <a:lin ang="150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668563" y="4298434"/>
            <a:ext cx="4901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XXXXXXXX</a:t>
            </a:r>
            <a:endParaRPr lang="zh-CN" altLang="en-US" sz="2400" b="1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2127908" y="4994812"/>
            <a:ext cx="335894" cy="342899"/>
          </a:xfrm>
          <a:prstGeom prst="roundRect">
            <a:avLst/>
          </a:prstGeom>
          <a:gradFill>
            <a:gsLst>
              <a:gs pos="100000">
                <a:srgbClr val="1E218C">
                  <a:alpha val="36000"/>
                </a:srgbClr>
              </a:gs>
              <a:gs pos="0">
                <a:srgbClr val="2160B1">
                  <a:alpha val="43000"/>
                </a:srgbClr>
              </a:gs>
            </a:gsLst>
            <a:lin ang="15000000" scaled="0"/>
          </a:gra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68563" y="4926167"/>
            <a:ext cx="4901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XXXXXXXX</a:t>
            </a:r>
            <a:endParaRPr lang="zh-CN" altLang="en-US" sz="2400" b="1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9269" y="1274952"/>
            <a:ext cx="3103133" cy="445047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目录样式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740"/>
            <a:ext cx="12192000" cy="586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/>
          <p:cNvGrpSpPr/>
          <p:nvPr/>
        </p:nvGrpSpPr>
        <p:grpSpPr>
          <a:xfrm flipH="1">
            <a:off x="0" y="604390"/>
            <a:ext cx="12192000" cy="5881450"/>
            <a:chOff x="-2232338" y="431801"/>
            <a:chExt cx="14424338" cy="5881450"/>
          </a:xfrm>
        </p:grpSpPr>
        <p:sp>
          <p:nvSpPr>
            <p:cNvPr id="23" name="矩形 4"/>
            <p:cNvSpPr/>
            <p:nvPr/>
          </p:nvSpPr>
          <p:spPr>
            <a:xfrm>
              <a:off x="2329746" y="431801"/>
              <a:ext cx="9862254" cy="5881450"/>
            </a:xfrm>
            <a:custGeom>
              <a:avLst/>
              <a:gdLst>
                <a:gd name="connsiteX0" fmla="*/ 0 w 10305143"/>
                <a:gd name="connsiteY0" fmla="*/ 0 h 5856050"/>
                <a:gd name="connsiteX1" fmla="*/ 10305143 w 10305143"/>
                <a:gd name="connsiteY1" fmla="*/ 0 h 5856050"/>
                <a:gd name="connsiteX2" fmla="*/ 10305143 w 10305143"/>
                <a:gd name="connsiteY2" fmla="*/ 5856050 h 5856050"/>
                <a:gd name="connsiteX3" fmla="*/ 0 w 10305143"/>
                <a:gd name="connsiteY3" fmla="*/ 5856050 h 5856050"/>
                <a:gd name="connsiteX4" fmla="*/ 0 w 10305143"/>
                <a:gd name="connsiteY4" fmla="*/ 0 h 5856050"/>
                <a:gd name="connsiteX0-1" fmla="*/ 943429 w 10305143"/>
                <a:gd name="connsiteY0-2" fmla="*/ 0 h 5856050"/>
                <a:gd name="connsiteX1-3" fmla="*/ 10305143 w 10305143"/>
                <a:gd name="connsiteY1-4" fmla="*/ 0 h 5856050"/>
                <a:gd name="connsiteX2-5" fmla="*/ 10305143 w 10305143"/>
                <a:gd name="connsiteY2-6" fmla="*/ 5856050 h 5856050"/>
                <a:gd name="connsiteX3-7" fmla="*/ 0 w 10305143"/>
                <a:gd name="connsiteY3-8" fmla="*/ 5856050 h 5856050"/>
                <a:gd name="connsiteX4-9" fmla="*/ 943429 w 10305143"/>
                <a:gd name="connsiteY4-10" fmla="*/ 0 h 5856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305143" h="5856050">
                  <a:moveTo>
                    <a:pt x="943429" y="0"/>
                  </a:moveTo>
                  <a:lnTo>
                    <a:pt x="10305143" y="0"/>
                  </a:lnTo>
                  <a:lnTo>
                    <a:pt x="10305143" y="5856050"/>
                  </a:lnTo>
                  <a:lnTo>
                    <a:pt x="0" y="5856050"/>
                  </a:lnTo>
                  <a:lnTo>
                    <a:pt x="943429" y="0"/>
                  </a:lnTo>
                  <a:close/>
                </a:path>
              </a:pathLst>
            </a:custGeom>
            <a:gradFill>
              <a:gsLst>
                <a:gs pos="100000">
                  <a:srgbClr val="1E218C"/>
                </a:gs>
                <a:gs pos="0">
                  <a:srgbClr val="2160B1">
                    <a:alpha val="70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1650104" y="457201"/>
              <a:ext cx="10516922" cy="5856050"/>
            </a:xfrm>
            <a:custGeom>
              <a:avLst/>
              <a:gdLst>
                <a:gd name="connsiteX0" fmla="*/ 0 w 10305143"/>
                <a:gd name="connsiteY0" fmla="*/ 0 h 5856050"/>
                <a:gd name="connsiteX1" fmla="*/ 10305143 w 10305143"/>
                <a:gd name="connsiteY1" fmla="*/ 0 h 5856050"/>
                <a:gd name="connsiteX2" fmla="*/ 10305143 w 10305143"/>
                <a:gd name="connsiteY2" fmla="*/ 5856050 h 5856050"/>
                <a:gd name="connsiteX3" fmla="*/ 0 w 10305143"/>
                <a:gd name="connsiteY3" fmla="*/ 5856050 h 5856050"/>
                <a:gd name="connsiteX4" fmla="*/ 0 w 10305143"/>
                <a:gd name="connsiteY4" fmla="*/ 0 h 5856050"/>
                <a:gd name="connsiteX0-1" fmla="*/ 943429 w 10305143"/>
                <a:gd name="connsiteY0-2" fmla="*/ 0 h 5856050"/>
                <a:gd name="connsiteX1-3" fmla="*/ 10305143 w 10305143"/>
                <a:gd name="connsiteY1-4" fmla="*/ 0 h 5856050"/>
                <a:gd name="connsiteX2-5" fmla="*/ 10305143 w 10305143"/>
                <a:gd name="connsiteY2-6" fmla="*/ 5856050 h 5856050"/>
                <a:gd name="connsiteX3-7" fmla="*/ 0 w 10305143"/>
                <a:gd name="connsiteY3-8" fmla="*/ 5856050 h 5856050"/>
                <a:gd name="connsiteX4-9" fmla="*/ 943429 w 10305143"/>
                <a:gd name="connsiteY4-10" fmla="*/ 0 h 5856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305143" h="5856050">
                  <a:moveTo>
                    <a:pt x="943429" y="0"/>
                  </a:moveTo>
                  <a:lnTo>
                    <a:pt x="10305143" y="0"/>
                  </a:lnTo>
                  <a:lnTo>
                    <a:pt x="10305143" y="5856050"/>
                  </a:lnTo>
                  <a:lnTo>
                    <a:pt x="0" y="5856050"/>
                  </a:lnTo>
                  <a:lnTo>
                    <a:pt x="943429" y="0"/>
                  </a:lnTo>
                  <a:close/>
                </a:path>
              </a:pathLst>
            </a:custGeom>
            <a:gradFill>
              <a:gsLst>
                <a:gs pos="100000">
                  <a:srgbClr val="1E218C">
                    <a:alpha val="36000"/>
                  </a:srgbClr>
                </a:gs>
                <a:gs pos="0">
                  <a:srgbClr val="2160B1">
                    <a:alpha val="43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-2232338" y="544749"/>
              <a:ext cx="14424338" cy="0"/>
            </a:xfrm>
            <a:prstGeom prst="line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-2232338" y="6183549"/>
              <a:ext cx="14424338" cy="0"/>
            </a:xfrm>
            <a:prstGeom prst="line">
              <a:avLst/>
            </a:prstGeom>
            <a:gradFill>
              <a:gsLst>
                <a:gs pos="100000">
                  <a:srgbClr val="1E218C"/>
                </a:gs>
                <a:gs pos="0">
                  <a:srgbClr val="2160B1"/>
                </a:gs>
              </a:gsLst>
              <a:lin ang="15000000" scaled="0"/>
            </a:gra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20291" b="28541"/>
          <a:stretch>
            <a:fillRect/>
          </a:stretch>
        </p:blipFill>
        <p:spPr>
          <a:xfrm>
            <a:off x="-2895648" y="0"/>
            <a:ext cx="13420986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32618" y="2714328"/>
            <a:ext cx="5422811" cy="103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这里是章节标题</a:t>
            </a:r>
            <a:endParaRPr lang="zh-CN" altLang="en-US" sz="5400" b="1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179035" y="2950320"/>
            <a:ext cx="1070680" cy="1093009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1E218C">
                  <a:alpha val="36000"/>
                </a:srgbClr>
              </a:gs>
              <a:gs pos="0">
                <a:srgbClr val="2160B1">
                  <a:alpha val="43000"/>
                </a:srgbClr>
              </a:gs>
            </a:gsLst>
            <a:lin ang="15000000" scaled="0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6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32618" y="3750509"/>
            <a:ext cx="5422811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TYPE TITLE HERE</a:t>
            </a:r>
            <a:endParaRPr lang="zh-CN" altLang="en-US" sz="3200" dirty="0">
              <a:solidFill>
                <a:schemeClr val="bg1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-3176" y="865887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-3176" y="6224343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023" y="865887"/>
            <a:ext cx="2672115" cy="168531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208" y="5255156"/>
            <a:ext cx="2672115" cy="168531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-3176" y="-5237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章节页样式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  <p:sp>
        <p:nvSpPr>
          <p:cNvPr id="22" name="airplane-pointing-up_18565"/>
          <p:cNvSpPr>
            <a:spLocks noChangeAspect="1"/>
          </p:cNvSpPr>
          <p:nvPr/>
        </p:nvSpPr>
        <p:spPr bwMode="auto">
          <a:xfrm>
            <a:off x="6152924" y="3793798"/>
            <a:ext cx="546822" cy="547077"/>
          </a:xfrm>
          <a:custGeom>
            <a:avLst/>
            <a:gdLst>
              <a:gd name="T0" fmla="*/ 5449 w 5542"/>
              <a:gd name="T1" fmla="*/ 3419 h 5553"/>
              <a:gd name="T2" fmla="*/ 3169 w 5542"/>
              <a:gd name="T3" fmla="*/ 2146 h 5553"/>
              <a:gd name="T4" fmla="*/ 3073 w 5542"/>
              <a:gd name="T5" fmla="*/ 1989 h 5553"/>
              <a:gd name="T6" fmla="*/ 3011 w 5542"/>
              <a:gd name="T7" fmla="*/ 284 h 5553"/>
              <a:gd name="T8" fmla="*/ 2771 w 5542"/>
              <a:gd name="T9" fmla="*/ 0 h 5553"/>
              <a:gd name="T10" fmla="*/ 2530 w 5542"/>
              <a:gd name="T11" fmla="*/ 284 h 5553"/>
              <a:gd name="T12" fmla="*/ 2469 w 5542"/>
              <a:gd name="T13" fmla="*/ 1989 h 5553"/>
              <a:gd name="T14" fmla="*/ 2373 w 5542"/>
              <a:gd name="T15" fmla="*/ 2146 h 5553"/>
              <a:gd name="T16" fmla="*/ 93 w 5542"/>
              <a:gd name="T17" fmla="*/ 3419 h 5553"/>
              <a:gd name="T18" fmla="*/ 0 w 5542"/>
              <a:gd name="T19" fmla="*/ 3576 h 5553"/>
              <a:gd name="T20" fmla="*/ 0 w 5542"/>
              <a:gd name="T21" fmla="*/ 3976 h 5553"/>
              <a:gd name="T22" fmla="*/ 102 w 5542"/>
              <a:gd name="T23" fmla="*/ 4051 h 5553"/>
              <a:gd name="T24" fmla="*/ 2336 w 5542"/>
              <a:gd name="T25" fmla="*/ 3371 h 5553"/>
              <a:gd name="T26" fmla="*/ 2437 w 5542"/>
              <a:gd name="T27" fmla="*/ 3446 h 5553"/>
              <a:gd name="T28" fmla="*/ 2437 w 5542"/>
              <a:gd name="T29" fmla="*/ 4543 h 5553"/>
              <a:gd name="T30" fmla="*/ 2356 w 5542"/>
              <a:gd name="T31" fmla="*/ 4717 h 5553"/>
              <a:gd name="T32" fmla="*/ 1972 w 5542"/>
              <a:gd name="T33" fmla="*/ 5040 h 5553"/>
              <a:gd name="T34" fmla="*/ 1891 w 5542"/>
              <a:gd name="T35" fmla="*/ 5214 h 5553"/>
              <a:gd name="T36" fmla="*/ 1891 w 5542"/>
              <a:gd name="T37" fmla="*/ 5459 h 5553"/>
              <a:gd name="T38" fmla="*/ 1994 w 5542"/>
              <a:gd name="T39" fmla="*/ 5539 h 5553"/>
              <a:gd name="T40" fmla="*/ 2771 w 5542"/>
              <a:gd name="T41" fmla="*/ 5346 h 5553"/>
              <a:gd name="T42" fmla="*/ 3548 w 5542"/>
              <a:gd name="T43" fmla="*/ 5539 h 5553"/>
              <a:gd name="T44" fmla="*/ 3651 w 5542"/>
              <a:gd name="T45" fmla="*/ 5459 h 5553"/>
              <a:gd name="T46" fmla="*/ 3651 w 5542"/>
              <a:gd name="T47" fmla="*/ 5214 h 5553"/>
              <a:gd name="T48" fmla="*/ 3569 w 5542"/>
              <a:gd name="T49" fmla="*/ 5040 h 5553"/>
              <a:gd name="T50" fmla="*/ 3186 w 5542"/>
              <a:gd name="T51" fmla="*/ 4717 h 5553"/>
              <a:gd name="T52" fmla="*/ 3105 w 5542"/>
              <a:gd name="T53" fmla="*/ 4543 h 5553"/>
              <a:gd name="T54" fmla="*/ 3105 w 5542"/>
              <a:gd name="T55" fmla="*/ 3446 h 5553"/>
              <a:gd name="T56" fmla="*/ 3206 w 5542"/>
              <a:gd name="T57" fmla="*/ 3371 h 5553"/>
              <a:gd name="T58" fmla="*/ 5440 w 5542"/>
              <a:gd name="T59" fmla="*/ 4051 h 5553"/>
              <a:gd name="T60" fmla="*/ 5542 w 5542"/>
              <a:gd name="T61" fmla="*/ 3975 h 5553"/>
              <a:gd name="T62" fmla="*/ 5542 w 5542"/>
              <a:gd name="T63" fmla="*/ 3576 h 5553"/>
              <a:gd name="T64" fmla="*/ 5449 w 5542"/>
              <a:gd name="T65" fmla="*/ 3419 h 5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542" h="5553">
                <a:moveTo>
                  <a:pt x="5449" y="3419"/>
                </a:moveTo>
                <a:lnTo>
                  <a:pt x="3169" y="2146"/>
                </a:lnTo>
                <a:cubicBezTo>
                  <a:pt x="3118" y="2118"/>
                  <a:pt x="3075" y="2047"/>
                  <a:pt x="3073" y="1989"/>
                </a:cubicBezTo>
                <a:lnTo>
                  <a:pt x="3011" y="284"/>
                </a:lnTo>
                <a:cubicBezTo>
                  <a:pt x="3005" y="108"/>
                  <a:pt x="2890" y="0"/>
                  <a:pt x="2771" y="0"/>
                </a:cubicBezTo>
                <a:cubicBezTo>
                  <a:pt x="2652" y="0"/>
                  <a:pt x="2537" y="108"/>
                  <a:pt x="2530" y="284"/>
                </a:cubicBezTo>
                <a:lnTo>
                  <a:pt x="2469" y="1989"/>
                </a:lnTo>
                <a:cubicBezTo>
                  <a:pt x="2467" y="2047"/>
                  <a:pt x="2424" y="2118"/>
                  <a:pt x="2373" y="2146"/>
                </a:cubicBezTo>
                <a:lnTo>
                  <a:pt x="93" y="3419"/>
                </a:lnTo>
                <a:cubicBezTo>
                  <a:pt x="42" y="3447"/>
                  <a:pt x="0" y="3518"/>
                  <a:pt x="0" y="3576"/>
                </a:cubicBezTo>
                <a:lnTo>
                  <a:pt x="0" y="3976"/>
                </a:lnTo>
                <a:cubicBezTo>
                  <a:pt x="0" y="4034"/>
                  <a:pt x="46" y="4068"/>
                  <a:pt x="102" y="4051"/>
                </a:cubicBezTo>
                <a:lnTo>
                  <a:pt x="2336" y="3371"/>
                </a:lnTo>
                <a:cubicBezTo>
                  <a:pt x="2392" y="3354"/>
                  <a:pt x="2437" y="3388"/>
                  <a:pt x="2437" y="3446"/>
                </a:cubicBezTo>
                <a:lnTo>
                  <a:pt x="2437" y="4543"/>
                </a:lnTo>
                <a:cubicBezTo>
                  <a:pt x="2437" y="4601"/>
                  <a:pt x="2401" y="4680"/>
                  <a:pt x="2356" y="4717"/>
                </a:cubicBezTo>
                <a:lnTo>
                  <a:pt x="1972" y="5040"/>
                </a:lnTo>
                <a:cubicBezTo>
                  <a:pt x="1928" y="5077"/>
                  <a:pt x="1891" y="5156"/>
                  <a:pt x="1891" y="5214"/>
                </a:cubicBezTo>
                <a:lnTo>
                  <a:pt x="1891" y="5459"/>
                </a:lnTo>
                <a:cubicBezTo>
                  <a:pt x="1891" y="5517"/>
                  <a:pt x="1937" y="5553"/>
                  <a:pt x="1994" y="5539"/>
                </a:cubicBezTo>
                <a:lnTo>
                  <a:pt x="2771" y="5346"/>
                </a:lnTo>
                <a:lnTo>
                  <a:pt x="3548" y="5539"/>
                </a:lnTo>
                <a:cubicBezTo>
                  <a:pt x="3604" y="5553"/>
                  <a:pt x="3651" y="5517"/>
                  <a:pt x="3651" y="5459"/>
                </a:cubicBezTo>
                <a:lnTo>
                  <a:pt x="3651" y="5214"/>
                </a:lnTo>
                <a:cubicBezTo>
                  <a:pt x="3651" y="5156"/>
                  <a:pt x="3614" y="5077"/>
                  <a:pt x="3569" y="5040"/>
                </a:cubicBezTo>
                <a:lnTo>
                  <a:pt x="3186" y="4717"/>
                </a:lnTo>
                <a:cubicBezTo>
                  <a:pt x="3141" y="4680"/>
                  <a:pt x="3105" y="4601"/>
                  <a:pt x="3105" y="4543"/>
                </a:cubicBezTo>
                <a:lnTo>
                  <a:pt x="3105" y="3446"/>
                </a:lnTo>
                <a:cubicBezTo>
                  <a:pt x="3105" y="3388"/>
                  <a:pt x="3150" y="3354"/>
                  <a:pt x="3206" y="3371"/>
                </a:cubicBezTo>
                <a:lnTo>
                  <a:pt x="5440" y="4051"/>
                </a:lnTo>
                <a:cubicBezTo>
                  <a:pt x="5496" y="4067"/>
                  <a:pt x="5542" y="4033"/>
                  <a:pt x="5542" y="3975"/>
                </a:cubicBezTo>
                <a:lnTo>
                  <a:pt x="5542" y="3576"/>
                </a:lnTo>
                <a:cubicBezTo>
                  <a:pt x="5542" y="3518"/>
                  <a:pt x="5500" y="3447"/>
                  <a:pt x="5449" y="3419"/>
                </a:cubicBezTo>
                <a:close/>
              </a:path>
            </a:pathLst>
          </a:custGeom>
          <a:gradFill>
            <a:gsLst>
              <a:gs pos="100000">
                <a:srgbClr val="1E218C"/>
              </a:gs>
              <a:gs pos="0">
                <a:srgbClr val="2160B1"/>
              </a:gs>
            </a:gsLst>
            <a:lin ang="15000000" scaled="0"/>
          </a:gra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 flipH="1">
            <a:off x="0" y="367114"/>
            <a:ext cx="1123905" cy="651651"/>
            <a:chOff x="1650104" y="431801"/>
            <a:chExt cx="10541896" cy="5881450"/>
          </a:xfrm>
        </p:grpSpPr>
        <p:sp>
          <p:nvSpPr>
            <p:cNvPr id="23" name="矩形 4"/>
            <p:cNvSpPr/>
            <p:nvPr/>
          </p:nvSpPr>
          <p:spPr>
            <a:xfrm>
              <a:off x="2329746" y="431801"/>
              <a:ext cx="9862254" cy="5881450"/>
            </a:xfrm>
            <a:custGeom>
              <a:avLst/>
              <a:gdLst>
                <a:gd name="connsiteX0" fmla="*/ 0 w 10305143"/>
                <a:gd name="connsiteY0" fmla="*/ 0 h 5856050"/>
                <a:gd name="connsiteX1" fmla="*/ 10305143 w 10305143"/>
                <a:gd name="connsiteY1" fmla="*/ 0 h 5856050"/>
                <a:gd name="connsiteX2" fmla="*/ 10305143 w 10305143"/>
                <a:gd name="connsiteY2" fmla="*/ 5856050 h 5856050"/>
                <a:gd name="connsiteX3" fmla="*/ 0 w 10305143"/>
                <a:gd name="connsiteY3" fmla="*/ 5856050 h 5856050"/>
                <a:gd name="connsiteX4" fmla="*/ 0 w 10305143"/>
                <a:gd name="connsiteY4" fmla="*/ 0 h 5856050"/>
                <a:gd name="connsiteX0-1" fmla="*/ 943429 w 10305143"/>
                <a:gd name="connsiteY0-2" fmla="*/ 0 h 5856050"/>
                <a:gd name="connsiteX1-3" fmla="*/ 10305143 w 10305143"/>
                <a:gd name="connsiteY1-4" fmla="*/ 0 h 5856050"/>
                <a:gd name="connsiteX2-5" fmla="*/ 10305143 w 10305143"/>
                <a:gd name="connsiteY2-6" fmla="*/ 5856050 h 5856050"/>
                <a:gd name="connsiteX3-7" fmla="*/ 0 w 10305143"/>
                <a:gd name="connsiteY3-8" fmla="*/ 5856050 h 5856050"/>
                <a:gd name="connsiteX4-9" fmla="*/ 943429 w 10305143"/>
                <a:gd name="connsiteY4-10" fmla="*/ 0 h 5856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305143" h="5856050">
                  <a:moveTo>
                    <a:pt x="943429" y="0"/>
                  </a:moveTo>
                  <a:lnTo>
                    <a:pt x="10305143" y="0"/>
                  </a:lnTo>
                  <a:lnTo>
                    <a:pt x="10305143" y="5856050"/>
                  </a:lnTo>
                  <a:lnTo>
                    <a:pt x="0" y="5856050"/>
                  </a:lnTo>
                  <a:lnTo>
                    <a:pt x="943429" y="0"/>
                  </a:lnTo>
                  <a:close/>
                </a:path>
              </a:pathLst>
            </a:custGeom>
            <a:gradFill>
              <a:gsLst>
                <a:gs pos="100000">
                  <a:srgbClr val="1E218C"/>
                </a:gs>
                <a:gs pos="0">
                  <a:srgbClr val="2160B1">
                    <a:alpha val="70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1650104" y="457201"/>
              <a:ext cx="10516922" cy="5856050"/>
            </a:xfrm>
            <a:custGeom>
              <a:avLst/>
              <a:gdLst>
                <a:gd name="connsiteX0" fmla="*/ 0 w 10305143"/>
                <a:gd name="connsiteY0" fmla="*/ 0 h 5856050"/>
                <a:gd name="connsiteX1" fmla="*/ 10305143 w 10305143"/>
                <a:gd name="connsiteY1" fmla="*/ 0 h 5856050"/>
                <a:gd name="connsiteX2" fmla="*/ 10305143 w 10305143"/>
                <a:gd name="connsiteY2" fmla="*/ 5856050 h 5856050"/>
                <a:gd name="connsiteX3" fmla="*/ 0 w 10305143"/>
                <a:gd name="connsiteY3" fmla="*/ 5856050 h 5856050"/>
                <a:gd name="connsiteX4" fmla="*/ 0 w 10305143"/>
                <a:gd name="connsiteY4" fmla="*/ 0 h 5856050"/>
                <a:gd name="connsiteX0-1" fmla="*/ 943429 w 10305143"/>
                <a:gd name="connsiteY0-2" fmla="*/ 0 h 5856050"/>
                <a:gd name="connsiteX1-3" fmla="*/ 10305143 w 10305143"/>
                <a:gd name="connsiteY1-4" fmla="*/ 0 h 5856050"/>
                <a:gd name="connsiteX2-5" fmla="*/ 10305143 w 10305143"/>
                <a:gd name="connsiteY2-6" fmla="*/ 5856050 h 5856050"/>
                <a:gd name="connsiteX3-7" fmla="*/ 0 w 10305143"/>
                <a:gd name="connsiteY3-8" fmla="*/ 5856050 h 5856050"/>
                <a:gd name="connsiteX4-9" fmla="*/ 943429 w 10305143"/>
                <a:gd name="connsiteY4-10" fmla="*/ 0 h 58560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305143" h="5856050">
                  <a:moveTo>
                    <a:pt x="943429" y="0"/>
                  </a:moveTo>
                  <a:lnTo>
                    <a:pt x="10305143" y="0"/>
                  </a:lnTo>
                  <a:lnTo>
                    <a:pt x="10305143" y="5856050"/>
                  </a:lnTo>
                  <a:lnTo>
                    <a:pt x="0" y="5856050"/>
                  </a:lnTo>
                  <a:lnTo>
                    <a:pt x="943429" y="0"/>
                  </a:lnTo>
                  <a:close/>
                </a:path>
              </a:pathLst>
            </a:custGeom>
            <a:gradFill>
              <a:gsLst>
                <a:gs pos="100000">
                  <a:srgbClr val="1E218C">
                    <a:alpha val="36000"/>
                  </a:srgbClr>
                </a:gs>
                <a:gs pos="0">
                  <a:srgbClr val="2160B1">
                    <a:alpha val="43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l="14801" t="48658" r="58383" b="39419"/>
          <a:stretch>
            <a:fillRect/>
          </a:stretch>
        </p:blipFill>
        <p:spPr>
          <a:xfrm>
            <a:off x="-36513" y="395871"/>
            <a:ext cx="1139032" cy="622894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-3176" y="6224343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内容样式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r="41821" b="47826"/>
          <a:stretch>
            <a:fillRect/>
          </a:stretch>
        </p:blipFill>
        <p:spPr>
          <a:xfrm>
            <a:off x="59903" y="428117"/>
            <a:ext cx="1009616" cy="56956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9267" y="395871"/>
            <a:ext cx="666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81145" y="428117"/>
            <a:ext cx="2315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章节标题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123372" y="4161971"/>
            <a:ext cx="12438743" cy="2696029"/>
          </a:xfrm>
          <a:prstGeom prst="rect">
            <a:avLst/>
          </a:prstGeom>
          <a:blipFill dpi="0" rotWithShape="1">
            <a:blip r:embed="rId3">
              <a:alphaModFix amt="14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637613" y="445823"/>
            <a:ext cx="3525158" cy="572942"/>
            <a:chOff x="258164" y="247134"/>
            <a:chExt cx="3525158" cy="572942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30" name="文本框 29"/>
          <p:cNvSpPr txBox="1"/>
          <p:nvPr/>
        </p:nvSpPr>
        <p:spPr>
          <a:xfrm>
            <a:off x="852642" y="1207804"/>
            <a:ext cx="231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E21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400" b="1" dirty="0">
                <a:solidFill>
                  <a:srgbClr val="1E21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小节标题</a:t>
            </a:r>
            <a:endParaRPr lang="zh-CN" altLang="en-US" sz="2400" b="1" dirty="0">
              <a:solidFill>
                <a:srgbClr val="1E21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6" y="6229027"/>
            <a:ext cx="3017782" cy="4999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5002204"/>
            <a:ext cx="2633853" cy="185579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155861"/>
            <a:ext cx="12192000" cy="5016338"/>
          </a:xfrm>
          <a:prstGeom prst="rect">
            <a:avLst/>
          </a:prstGeom>
          <a:gradFill>
            <a:gsLst>
              <a:gs pos="100000">
                <a:srgbClr val="1E218C"/>
              </a:gs>
              <a:gs pos="0">
                <a:srgbClr val="2160B1"/>
              </a:gs>
            </a:gsLst>
            <a:lin ang="15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 rotWithShape="1">
          <a:blip r:embed="rId2"/>
          <a:srcRect l="12525" t="15680" r="14728" b="29157"/>
          <a:stretch>
            <a:fillRect/>
          </a:stretch>
        </p:blipFill>
        <p:spPr>
          <a:xfrm>
            <a:off x="1790904" y="1143539"/>
            <a:ext cx="10401095" cy="501633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187550" y="2029526"/>
            <a:ext cx="7799860" cy="229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60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感谢各位</a:t>
            </a:r>
            <a:r>
              <a:rPr lang="en-US" altLang="zh-CN" sz="60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6000" b="1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60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请您批评指正</a:t>
            </a:r>
            <a:endParaRPr lang="zh-CN" altLang="en-US" sz="6000" b="1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863725" y="5094151"/>
            <a:ext cx="8464550" cy="518860"/>
            <a:chOff x="2123796" y="4672466"/>
            <a:chExt cx="8464550" cy="518860"/>
          </a:xfrm>
        </p:grpSpPr>
        <p:sp>
          <p:nvSpPr>
            <p:cNvPr id="24" name="文本框 23"/>
            <p:cNvSpPr txBox="1"/>
            <p:nvPr/>
          </p:nvSpPr>
          <p:spPr>
            <a:xfrm>
              <a:off x="2123796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1360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90285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任意多边形: 形状 29"/>
          <p:cNvSpPr/>
          <p:nvPr/>
        </p:nvSpPr>
        <p:spPr>
          <a:xfrm>
            <a:off x="2340203" y="4775264"/>
            <a:ext cx="7570416" cy="232456"/>
          </a:xfrm>
          <a:custGeom>
            <a:avLst/>
            <a:gdLst>
              <a:gd name="connsiteX0" fmla="*/ 0 w 7779657"/>
              <a:gd name="connsiteY0" fmla="*/ 0 h 246743"/>
              <a:gd name="connsiteX1" fmla="*/ 667657 w 7779657"/>
              <a:gd name="connsiteY1" fmla="*/ 0 h 246743"/>
              <a:gd name="connsiteX2" fmla="*/ 899886 w 7779657"/>
              <a:gd name="connsiteY2" fmla="*/ 246743 h 246743"/>
              <a:gd name="connsiteX3" fmla="*/ 1088572 w 7779657"/>
              <a:gd name="connsiteY3" fmla="*/ 14515 h 246743"/>
              <a:gd name="connsiteX4" fmla="*/ 7779657 w 7779657"/>
              <a:gd name="connsiteY4" fmla="*/ 14515 h 246743"/>
              <a:gd name="connsiteX0-1" fmla="*/ 0 w 7779657"/>
              <a:gd name="connsiteY0-2" fmla="*/ 0 h 246743"/>
              <a:gd name="connsiteX1-3" fmla="*/ 667657 w 7779657"/>
              <a:gd name="connsiteY1-4" fmla="*/ 14287 h 246743"/>
              <a:gd name="connsiteX2-5" fmla="*/ 899886 w 7779657"/>
              <a:gd name="connsiteY2-6" fmla="*/ 246743 h 246743"/>
              <a:gd name="connsiteX3-7" fmla="*/ 1088572 w 7779657"/>
              <a:gd name="connsiteY3-8" fmla="*/ 14515 h 246743"/>
              <a:gd name="connsiteX4-9" fmla="*/ 7779657 w 7779657"/>
              <a:gd name="connsiteY4-10" fmla="*/ 14515 h 246743"/>
              <a:gd name="connsiteX0-11" fmla="*/ 0 w 7784419"/>
              <a:gd name="connsiteY0-12" fmla="*/ 14288 h 232456"/>
              <a:gd name="connsiteX1-13" fmla="*/ 672419 w 7784419"/>
              <a:gd name="connsiteY1-14" fmla="*/ 0 h 232456"/>
              <a:gd name="connsiteX2-15" fmla="*/ 904648 w 7784419"/>
              <a:gd name="connsiteY2-16" fmla="*/ 232456 h 232456"/>
              <a:gd name="connsiteX3-17" fmla="*/ 1093334 w 7784419"/>
              <a:gd name="connsiteY3-18" fmla="*/ 228 h 232456"/>
              <a:gd name="connsiteX4-19" fmla="*/ 7784419 w 7784419"/>
              <a:gd name="connsiteY4-20" fmla="*/ 228 h 232456"/>
              <a:gd name="connsiteX0-21" fmla="*/ 0 w 7790769"/>
              <a:gd name="connsiteY0-22" fmla="*/ 4763 h 232456"/>
              <a:gd name="connsiteX1-23" fmla="*/ 678769 w 7790769"/>
              <a:gd name="connsiteY1-24" fmla="*/ 0 h 232456"/>
              <a:gd name="connsiteX2-25" fmla="*/ 910998 w 7790769"/>
              <a:gd name="connsiteY2-26" fmla="*/ 232456 h 232456"/>
              <a:gd name="connsiteX3-27" fmla="*/ 1099684 w 7790769"/>
              <a:gd name="connsiteY3-28" fmla="*/ 228 h 232456"/>
              <a:gd name="connsiteX4-29" fmla="*/ 7790769 w 7790769"/>
              <a:gd name="connsiteY4-30" fmla="*/ 228 h 2324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790769" h="232456">
                <a:moveTo>
                  <a:pt x="0" y="4763"/>
                </a:moveTo>
                <a:lnTo>
                  <a:pt x="678769" y="0"/>
                </a:lnTo>
                <a:lnTo>
                  <a:pt x="910998" y="232456"/>
                </a:lnTo>
                <a:lnTo>
                  <a:pt x="1099684" y="228"/>
                </a:lnTo>
                <a:lnTo>
                  <a:pt x="7790769" y="228"/>
                </a:lnTo>
              </a:path>
            </a:pathLst>
          </a:custGeom>
          <a:noFill/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374669" y="263247"/>
            <a:ext cx="3450509" cy="572942"/>
            <a:chOff x="893759" y="247134"/>
            <a:chExt cx="3450509" cy="572942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1554194" y="253762"/>
              <a:ext cx="2790074" cy="566314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893759" y="247134"/>
              <a:ext cx="610860" cy="566314"/>
            </a:xfrm>
            <a:prstGeom prst="rect">
              <a:avLst/>
            </a:prstGeom>
          </p:spPr>
        </p:pic>
      </p:grpSp>
      <p:cxnSp>
        <p:nvCxnSpPr>
          <p:cNvPr id="5" name="直接连接符 4"/>
          <p:cNvCxnSpPr/>
          <p:nvPr/>
        </p:nvCxnSpPr>
        <p:spPr>
          <a:xfrm>
            <a:off x="-3176" y="1304925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-3176" y="5981700"/>
            <a:ext cx="12195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5426788" y="592273"/>
            <a:ext cx="1202612" cy="1202612"/>
            <a:chOff x="4044514" y="307162"/>
            <a:chExt cx="1719904" cy="1719904"/>
          </a:xfrm>
        </p:grpSpPr>
        <p:sp>
          <p:nvSpPr>
            <p:cNvPr id="6" name="椭圆 5"/>
            <p:cNvSpPr/>
            <p:nvPr/>
          </p:nvSpPr>
          <p:spPr>
            <a:xfrm>
              <a:off x="4044514" y="307162"/>
              <a:ext cx="1719904" cy="17199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5400000" algn="ctr" rotWithShape="0">
                <a:srgbClr val="1E218C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97" y="365491"/>
              <a:ext cx="1610938" cy="1610938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 flipH="1">
            <a:off x="12913112" y="176983"/>
            <a:ext cx="523712" cy="912152"/>
            <a:chOff x="614394" y="2770979"/>
            <a:chExt cx="1249331" cy="2175968"/>
          </a:xfrm>
        </p:grpSpPr>
        <p:sp>
          <p:nvSpPr>
            <p:cNvPr id="40" name="Freeform 5"/>
            <p:cNvSpPr>
              <a:spLocks noEditPoints="1"/>
            </p:cNvSpPr>
            <p:nvPr/>
          </p:nvSpPr>
          <p:spPr bwMode="auto">
            <a:xfrm flipH="1">
              <a:off x="673748" y="2770979"/>
              <a:ext cx="1189977" cy="1906787"/>
            </a:xfrm>
            <a:custGeom>
              <a:avLst/>
              <a:gdLst>
                <a:gd name="T0" fmla="*/ 0 w 7449"/>
                <a:gd name="T1" fmla="*/ 0 h 11906"/>
                <a:gd name="T2" fmla="*/ 7449 w 7449"/>
                <a:gd name="T3" fmla="*/ 4223 h 11906"/>
                <a:gd name="T4" fmla="*/ 0 w 7449"/>
                <a:gd name="T5" fmla="*/ 4223 h 11906"/>
                <a:gd name="T6" fmla="*/ 0 w 7449"/>
                <a:gd name="T7" fmla="*/ 0 h 11906"/>
                <a:gd name="T8" fmla="*/ 7449 w 7449"/>
                <a:gd name="T9" fmla="*/ 4302 h 11906"/>
                <a:gd name="T10" fmla="*/ 0 w 7449"/>
                <a:gd name="T11" fmla="*/ 8525 h 11906"/>
                <a:gd name="T12" fmla="*/ 0 w 7449"/>
                <a:gd name="T13" fmla="*/ 4302 h 11906"/>
                <a:gd name="T14" fmla="*/ 7449 w 7449"/>
                <a:gd name="T15" fmla="*/ 4302 h 11906"/>
                <a:gd name="T16" fmla="*/ 2857 w 7449"/>
                <a:gd name="T17" fmla="*/ 10038 h 11906"/>
                <a:gd name="T18" fmla="*/ 5 w 7449"/>
                <a:gd name="T19" fmla="*/ 11903 h 11906"/>
                <a:gd name="T20" fmla="*/ 0 w 7449"/>
                <a:gd name="T21" fmla="*/ 11906 h 11906"/>
                <a:gd name="T22" fmla="*/ 0 w 7449"/>
                <a:gd name="T23" fmla="*/ 8789 h 11906"/>
                <a:gd name="T24" fmla="*/ 2857 w 7449"/>
                <a:gd name="T25" fmla="*/ 7136 h 11906"/>
                <a:gd name="T26" fmla="*/ 2857 w 7449"/>
                <a:gd name="T27" fmla="*/ 10038 h 1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49" h="11906">
                  <a:moveTo>
                    <a:pt x="0" y="0"/>
                  </a:moveTo>
                  <a:lnTo>
                    <a:pt x="7449" y="4223"/>
                  </a:lnTo>
                  <a:lnTo>
                    <a:pt x="0" y="4223"/>
                  </a:lnTo>
                  <a:lnTo>
                    <a:pt x="0" y="0"/>
                  </a:lnTo>
                  <a:close/>
                  <a:moveTo>
                    <a:pt x="7449" y="4302"/>
                  </a:moveTo>
                  <a:lnTo>
                    <a:pt x="0" y="8525"/>
                  </a:lnTo>
                  <a:lnTo>
                    <a:pt x="0" y="4302"/>
                  </a:lnTo>
                  <a:lnTo>
                    <a:pt x="7449" y="4302"/>
                  </a:lnTo>
                  <a:close/>
                  <a:moveTo>
                    <a:pt x="2857" y="10038"/>
                  </a:moveTo>
                  <a:cubicBezTo>
                    <a:pt x="2537" y="11326"/>
                    <a:pt x="721" y="11825"/>
                    <a:pt x="5" y="11903"/>
                  </a:cubicBezTo>
                  <a:lnTo>
                    <a:pt x="0" y="11906"/>
                  </a:lnTo>
                  <a:lnTo>
                    <a:pt x="0" y="8789"/>
                  </a:lnTo>
                  <a:lnTo>
                    <a:pt x="2857" y="7136"/>
                  </a:lnTo>
                  <a:lnTo>
                    <a:pt x="2857" y="1003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5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6"/>
            <p:cNvSpPr>
              <a:spLocks noEditPoints="1"/>
            </p:cNvSpPr>
            <p:nvPr/>
          </p:nvSpPr>
          <p:spPr bwMode="auto">
            <a:xfrm>
              <a:off x="614394" y="3480149"/>
              <a:ext cx="118707" cy="1466798"/>
            </a:xfrm>
            <a:custGeom>
              <a:avLst/>
              <a:gdLst>
                <a:gd name="T0" fmla="*/ 246 w 571"/>
                <a:gd name="T1" fmla="*/ 0 h 7028"/>
                <a:gd name="T2" fmla="*/ 246 w 571"/>
                <a:gd name="T3" fmla="*/ 2716 h 7028"/>
                <a:gd name="T4" fmla="*/ 178 w 571"/>
                <a:gd name="T5" fmla="*/ 2816 h 7028"/>
                <a:gd name="T6" fmla="*/ 286 w 571"/>
                <a:gd name="T7" fmla="*/ 2924 h 7028"/>
                <a:gd name="T8" fmla="*/ 394 w 571"/>
                <a:gd name="T9" fmla="*/ 2816 h 7028"/>
                <a:gd name="T10" fmla="*/ 325 w 571"/>
                <a:gd name="T11" fmla="*/ 2716 h 7028"/>
                <a:gd name="T12" fmla="*/ 325 w 571"/>
                <a:gd name="T13" fmla="*/ 0 h 7028"/>
                <a:gd name="T14" fmla="*/ 246 w 571"/>
                <a:gd name="T15" fmla="*/ 0 h 7028"/>
                <a:gd name="T16" fmla="*/ 0 w 571"/>
                <a:gd name="T17" fmla="*/ 3749 h 7028"/>
                <a:gd name="T18" fmla="*/ 571 w 571"/>
                <a:gd name="T19" fmla="*/ 3749 h 7028"/>
                <a:gd name="T20" fmla="*/ 571 w 571"/>
                <a:gd name="T21" fmla="*/ 3790 h 7028"/>
                <a:gd name="T22" fmla="*/ 0 w 571"/>
                <a:gd name="T23" fmla="*/ 3790 h 7028"/>
                <a:gd name="T24" fmla="*/ 0 w 571"/>
                <a:gd name="T25" fmla="*/ 3749 h 7028"/>
                <a:gd name="T26" fmla="*/ 0 w 571"/>
                <a:gd name="T27" fmla="*/ 3323 h 7028"/>
                <a:gd name="T28" fmla="*/ 0 w 571"/>
                <a:gd name="T29" fmla="*/ 3323 h 7028"/>
                <a:gd name="T30" fmla="*/ 0 w 571"/>
                <a:gd name="T31" fmla="*/ 3323 h 7028"/>
                <a:gd name="T32" fmla="*/ 286 w 571"/>
                <a:gd name="T33" fmla="*/ 3037 h 7028"/>
                <a:gd name="T34" fmla="*/ 571 w 571"/>
                <a:gd name="T35" fmla="*/ 3323 h 7028"/>
                <a:gd name="T36" fmla="*/ 571 w 571"/>
                <a:gd name="T37" fmla="*/ 3323 h 7028"/>
                <a:gd name="T38" fmla="*/ 571 w 571"/>
                <a:gd name="T39" fmla="*/ 3323 h 7028"/>
                <a:gd name="T40" fmla="*/ 571 w 571"/>
                <a:gd name="T41" fmla="*/ 3683 h 7028"/>
                <a:gd name="T42" fmla="*/ 0 w 571"/>
                <a:gd name="T43" fmla="*/ 3683 h 7028"/>
                <a:gd name="T44" fmla="*/ 0 w 571"/>
                <a:gd name="T45" fmla="*/ 3323 h 7028"/>
                <a:gd name="T46" fmla="*/ 37 w 571"/>
                <a:gd name="T47" fmla="*/ 3885 h 7028"/>
                <a:gd name="T48" fmla="*/ 0 w 571"/>
                <a:gd name="T49" fmla="*/ 3885 h 7028"/>
                <a:gd name="T50" fmla="*/ 0 w 571"/>
                <a:gd name="T51" fmla="*/ 7028 h 7028"/>
                <a:gd name="T52" fmla="*/ 37 w 571"/>
                <a:gd name="T53" fmla="*/ 7028 h 7028"/>
                <a:gd name="T54" fmla="*/ 37 w 571"/>
                <a:gd name="T55" fmla="*/ 3885 h 7028"/>
                <a:gd name="T56" fmla="*/ 126 w 571"/>
                <a:gd name="T57" fmla="*/ 3885 h 7028"/>
                <a:gd name="T58" fmla="*/ 89 w 571"/>
                <a:gd name="T59" fmla="*/ 3885 h 7028"/>
                <a:gd name="T60" fmla="*/ 89 w 571"/>
                <a:gd name="T61" fmla="*/ 7028 h 7028"/>
                <a:gd name="T62" fmla="*/ 126 w 571"/>
                <a:gd name="T63" fmla="*/ 7028 h 7028"/>
                <a:gd name="T64" fmla="*/ 126 w 571"/>
                <a:gd name="T65" fmla="*/ 3885 h 7028"/>
                <a:gd name="T66" fmla="*/ 215 w 571"/>
                <a:gd name="T67" fmla="*/ 3885 h 7028"/>
                <a:gd name="T68" fmla="*/ 178 w 571"/>
                <a:gd name="T69" fmla="*/ 3885 h 7028"/>
                <a:gd name="T70" fmla="*/ 178 w 571"/>
                <a:gd name="T71" fmla="*/ 7028 h 7028"/>
                <a:gd name="T72" fmla="*/ 215 w 571"/>
                <a:gd name="T73" fmla="*/ 7028 h 7028"/>
                <a:gd name="T74" fmla="*/ 215 w 571"/>
                <a:gd name="T75" fmla="*/ 3885 h 7028"/>
                <a:gd name="T76" fmla="*/ 304 w 571"/>
                <a:gd name="T77" fmla="*/ 3885 h 7028"/>
                <a:gd name="T78" fmla="*/ 267 w 571"/>
                <a:gd name="T79" fmla="*/ 3885 h 7028"/>
                <a:gd name="T80" fmla="*/ 267 w 571"/>
                <a:gd name="T81" fmla="*/ 7028 h 7028"/>
                <a:gd name="T82" fmla="*/ 304 w 571"/>
                <a:gd name="T83" fmla="*/ 7028 h 7028"/>
                <a:gd name="T84" fmla="*/ 304 w 571"/>
                <a:gd name="T85" fmla="*/ 3885 h 7028"/>
                <a:gd name="T86" fmla="*/ 393 w 571"/>
                <a:gd name="T87" fmla="*/ 3885 h 7028"/>
                <a:gd name="T88" fmla="*/ 356 w 571"/>
                <a:gd name="T89" fmla="*/ 3885 h 7028"/>
                <a:gd name="T90" fmla="*/ 356 w 571"/>
                <a:gd name="T91" fmla="*/ 7028 h 7028"/>
                <a:gd name="T92" fmla="*/ 393 w 571"/>
                <a:gd name="T93" fmla="*/ 7028 h 7028"/>
                <a:gd name="T94" fmla="*/ 393 w 571"/>
                <a:gd name="T95" fmla="*/ 3885 h 7028"/>
                <a:gd name="T96" fmla="*/ 482 w 571"/>
                <a:gd name="T97" fmla="*/ 3885 h 7028"/>
                <a:gd name="T98" fmla="*/ 445 w 571"/>
                <a:gd name="T99" fmla="*/ 3885 h 7028"/>
                <a:gd name="T100" fmla="*/ 445 w 571"/>
                <a:gd name="T101" fmla="*/ 7028 h 7028"/>
                <a:gd name="T102" fmla="*/ 482 w 571"/>
                <a:gd name="T103" fmla="*/ 7028 h 7028"/>
                <a:gd name="T104" fmla="*/ 482 w 571"/>
                <a:gd name="T105" fmla="*/ 3885 h 7028"/>
                <a:gd name="T106" fmla="*/ 571 w 571"/>
                <a:gd name="T107" fmla="*/ 3885 h 7028"/>
                <a:gd name="T108" fmla="*/ 534 w 571"/>
                <a:gd name="T109" fmla="*/ 3885 h 7028"/>
                <a:gd name="T110" fmla="*/ 534 w 571"/>
                <a:gd name="T111" fmla="*/ 7028 h 7028"/>
                <a:gd name="T112" fmla="*/ 571 w 571"/>
                <a:gd name="T113" fmla="*/ 7028 h 7028"/>
                <a:gd name="T114" fmla="*/ 571 w 571"/>
                <a:gd name="T115" fmla="*/ 3885 h 7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71" h="7028">
                  <a:moveTo>
                    <a:pt x="246" y="0"/>
                  </a:moveTo>
                  <a:lnTo>
                    <a:pt x="246" y="2716"/>
                  </a:lnTo>
                  <a:cubicBezTo>
                    <a:pt x="206" y="2731"/>
                    <a:pt x="178" y="2770"/>
                    <a:pt x="178" y="2816"/>
                  </a:cubicBezTo>
                  <a:cubicBezTo>
                    <a:pt x="178" y="2876"/>
                    <a:pt x="226" y="2924"/>
                    <a:pt x="286" y="2924"/>
                  </a:cubicBezTo>
                  <a:cubicBezTo>
                    <a:pt x="345" y="2924"/>
                    <a:pt x="394" y="2876"/>
                    <a:pt x="394" y="2816"/>
                  </a:cubicBezTo>
                  <a:cubicBezTo>
                    <a:pt x="394" y="2770"/>
                    <a:pt x="365" y="2731"/>
                    <a:pt x="325" y="2716"/>
                  </a:cubicBezTo>
                  <a:lnTo>
                    <a:pt x="325" y="0"/>
                  </a:lnTo>
                  <a:lnTo>
                    <a:pt x="246" y="0"/>
                  </a:lnTo>
                  <a:close/>
                  <a:moveTo>
                    <a:pt x="0" y="3749"/>
                  </a:moveTo>
                  <a:lnTo>
                    <a:pt x="571" y="3749"/>
                  </a:lnTo>
                  <a:lnTo>
                    <a:pt x="571" y="3790"/>
                  </a:lnTo>
                  <a:lnTo>
                    <a:pt x="0" y="3790"/>
                  </a:lnTo>
                  <a:lnTo>
                    <a:pt x="0" y="3749"/>
                  </a:lnTo>
                  <a:close/>
                  <a:moveTo>
                    <a:pt x="0" y="3323"/>
                  </a:moveTo>
                  <a:lnTo>
                    <a:pt x="0" y="3323"/>
                  </a:lnTo>
                  <a:lnTo>
                    <a:pt x="0" y="3323"/>
                  </a:lnTo>
                  <a:cubicBezTo>
                    <a:pt x="0" y="3165"/>
                    <a:pt x="128" y="3037"/>
                    <a:pt x="286" y="3037"/>
                  </a:cubicBezTo>
                  <a:cubicBezTo>
                    <a:pt x="443" y="3037"/>
                    <a:pt x="571" y="3165"/>
                    <a:pt x="571" y="3323"/>
                  </a:cubicBezTo>
                  <a:lnTo>
                    <a:pt x="571" y="3323"/>
                  </a:lnTo>
                  <a:lnTo>
                    <a:pt x="571" y="3323"/>
                  </a:lnTo>
                  <a:lnTo>
                    <a:pt x="571" y="3683"/>
                  </a:lnTo>
                  <a:lnTo>
                    <a:pt x="0" y="3683"/>
                  </a:lnTo>
                  <a:lnTo>
                    <a:pt x="0" y="3323"/>
                  </a:lnTo>
                  <a:close/>
                  <a:moveTo>
                    <a:pt x="37" y="3885"/>
                  </a:moveTo>
                  <a:lnTo>
                    <a:pt x="0" y="3885"/>
                  </a:lnTo>
                  <a:lnTo>
                    <a:pt x="0" y="7028"/>
                  </a:lnTo>
                  <a:lnTo>
                    <a:pt x="37" y="7028"/>
                  </a:lnTo>
                  <a:lnTo>
                    <a:pt x="37" y="3885"/>
                  </a:lnTo>
                  <a:close/>
                  <a:moveTo>
                    <a:pt x="126" y="3885"/>
                  </a:moveTo>
                  <a:lnTo>
                    <a:pt x="89" y="3885"/>
                  </a:lnTo>
                  <a:lnTo>
                    <a:pt x="89" y="7028"/>
                  </a:lnTo>
                  <a:lnTo>
                    <a:pt x="126" y="7028"/>
                  </a:lnTo>
                  <a:lnTo>
                    <a:pt x="126" y="3885"/>
                  </a:lnTo>
                  <a:close/>
                  <a:moveTo>
                    <a:pt x="215" y="3885"/>
                  </a:moveTo>
                  <a:lnTo>
                    <a:pt x="178" y="3885"/>
                  </a:lnTo>
                  <a:lnTo>
                    <a:pt x="178" y="7028"/>
                  </a:lnTo>
                  <a:lnTo>
                    <a:pt x="215" y="7028"/>
                  </a:lnTo>
                  <a:lnTo>
                    <a:pt x="215" y="3885"/>
                  </a:lnTo>
                  <a:close/>
                  <a:moveTo>
                    <a:pt x="304" y="3885"/>
                  </a:moveTo>
                  <a:lnTo>
                    <a:pt x="267" y="3885"/>
                  </a:lnTo>
                  <a:lnTo>
                    <a:pt x="267" y="7028"/>
                  </a:lnTo>
                  <a:lnTo>
                    <a:pt x="304" y="7028"/>
                  </a:lnTo>
                  <a:lnTo>
                    <a:pt x="304" y="3885"/>
                  </a:lnTo>
                  <a:close/>
                  <a:moveTo>
                    <a:pt x="393" y="3885"/>
                  </a:moveTo>
                  <a:lnTo>
                    <a:pt x="356" y="3885"/>
                  </a:lnTo>
                  <a:lnTo>
                    <a:pt x="356" y="7028"/>
                  </a:lnTo>
                  <a:lnTo>
                    <a:pt x="393" y="7028"/>
                  </a:lnTo>
                  <a:lnTo>
                    <a:pt x="393" y="3885"/>
                  </a:lnTo>
                  <a:close/>
                  <a:moveTo>
                    <a:pt x="482" y="3885"/>
                  </a:moveTo>
                  <a:lnTo>
                    <a:pt x="445" y="3885"/>
                  </a:lnTo>
                  <a:lnTo>
                    <a:pt x="445" y="7028"/>
                  </a:lnTo>
                  <a:lnTo>
                    <a:pt x="482" y="7028"/>
                  </a:lnTo>
                  <a:lnTo>
                    <a:pt x="482" y="3885"/>
                  </a:lnTo>
                  <a:close/>
                  <a:moveTo>
                    <a:pt x="571" y="3885"/>
                  </a:moveTo>
                  <a:lnTo>
                    <a:pt x="534" y="3885"/>
                  </a:lnTo>
                  <a:lnTo>
                    <a:pt x="534" y="7028"/>
                  </a:lnTo>
                  <a:lnTo>
                    <a:pt x="571" y="7028"/>
                  </a:lnTo>
                  <a:lnTo>
                    <a:pt x="571" y="3885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67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783" y="976367"/>
            <a:ext cx="2672115" cy="168531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4764" y="4486882"/>
            <a:ext cx="2672115" cy="168531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0927" y="2680612"/>
            <a:ext cx="2672115" cy="16853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838321" y="3837709"/>
            <a:ext cx="10152542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 47"/>
          <p:cNvSpPr txBox="1"/>
          <p:nvPr/>
        </p:nvSpPr>
        <p:spPr>
          <a:xfrm>
            <a:off x="4969983" y="2007989"/>
            <a:ext cx="4068376" cy="16304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8800" spc="600" dirty="0">
                <a:solidFill>
                  <a:srgbClr val="2160B1"/>
                </a:solidFill>
              </a:rPr>
              <a:t>样式</a:t>
            </a:r>
            <a:r>
              <a:rPr lang="en-US" altLang="zh-CN" sz="8800" spc="600" dirty="0">
                <a:solidFill>
                  <a:srgbClr val="2160B1"/>
                </a:solidFill>
              </a:rPr>
              <a:t>04</a:t>
            </a:r>
            <a:endParaRPr lang="zh-CN" altLang="en-US" sz="8800" spc="600" dirty="0">
              <a:solidFill>
                <a:srgbClr val="2160B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75959" y="3837709"/>
            <a:ext cx="3619500" cy="12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标题 47"/>
          <p:cNvSpPr txBox="1"/>
          <p:nvPr/>
        </p:nvSpPr>
        <p:spPr>
          <a:xfrm>
            <a:off x="2887183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02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" name="标题 47"/>
          <p:cNvSpPr txBox="1"/>
          <p:nvPr/>
        </p:nvSpPr>
        <p:spPr>
          <a:xfrm>
            <a:off x="2887183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03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2" name="标题 47"/>
          <p:cNvSpPr txBox="1"/>
          <p:nvPr/>
        </p:nvSpPr>
        <p:spPr>
          <a:xfrm>
            <a:off x="752596" y="288176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01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标题 47"/>
          <p:cNvSpPr txBox="1"/>
          <p:nvPr/>
        </p:nvSpPr>
        <p:spPr>
          <a:xfrm>
            <a:off x="9038359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05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" r="19777" b="7715"/>
          <a:stretch>
            <a:fillRect/>
          </a:stretch>
        </p:blipFill>
        <p:spPr>
          <a:xfrm>
            <a:off x="3375727" y="0"/>
            <a:ext cx="8816273" cy="6857999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封面样式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 flipH="1">
            <a:off x="12913112" y="176983"/>
            <a:ext cx="523712" cy="912152"/>
            <a:chOff x="614394" y="2770979"/>
            <a:chExt cx="1249331" cy="2175968"/>
          </a:xfrm>
        </p:grpSpPr>
        <p:sp>
          <p:nvSpPr>
            <p:cNvPr id="40" name="Freeform 5"/>
            <p:cNvSpPr>
              <a:spLocks noEditPoints="1"/>
            </p:cNvSpPr>
            <p:nvPr/>
          </p:nvSpPr>
          <p:spPr bwMode="auto">
            <a:xfrm flipH="1">
              <a:off x="673748" y="2770979"/>
              <a:ext cx="1189977" cy="1906787"/>
            </a:xfrm>
            <a:custGeom>
              <a:avLst/>
              <a:gdLst>
                <a:gd name="T0" fmla="*/ 0 w 7449"/>
                <a:gd name="T1" fmla="*/ 0 h 11906"/>
                <a:gd name="T2" fmla="*/ 7449 w 7449"/>
                <a:gd name="T3" fmla="*/ 4223 h 11906"/>
                <a:gd name="T4" fmla="*/ 0 w 7449"/>
                <a:gd name="T5" fmla="*/ 4223 h 11906"/>
                <a:gd name="T6" fmla="*/ 0 w 7449"/>
                <a:gd name="T7" fmla="*/ 0 h 11906"/>
                <a:gd name="T8" fmla="*/ 7449 w 7449"/>
                <a:gd name="T9" fmla="*/ 4302 h 11906"/>
                <a:gd name="T10" fmla="*/ 0 w 7449"/>
                <a:gd name="T11" fmla="*/ 8525 h 11906"/>
                <a:gd name="T12" fmla="*/ 0 w 7449"/>
                <a:gd name="T13" fmla="*/ 4302 h 11906"/>
                <a:gd name="T14" fmla="*/ 7449 w 7449"/>
                <a:gd name="T15" fmla="*/ 4302 h 11906"/>
                <a:gd name="T16" fmla="*/ 2857 w 7449"/>
                <a:gd name="T17" fmla="*/ 10038 h 11906"/>
                <a:gd name="T18" fmla="*/ 5 w 7449"/>
                <a:gd name="T19" fmla="*/ 11903 h 11906"/>
                <a:gd name="T20" fmla="*/ 0 w 7449"/>
                <a:gd name="T21" fmla="*/ 11906 h 11906"/>
                <a:gd name="T22" fmla="*/ 0 w 7449"/>
                <a:gd name="T23" fmla="*/ 8789 h 11906"/>
                <a:gd name="T24" fmla="*/ 2857 w 7449"/>
                <a:gd name="T25" fmla="*/ 7136 h 11906"/>
                <a:gd name="T26" fmla="*/ 2857 w 7449"/>
                <a:gd name="T27" fmla="*/ 10038 h 1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49" h="11906">
                  <a:moveTo>
                    <a:pt x="0" y="0"/>
                  </a:moveTo>
                  <a:lnTo>
                    <a:pt x="7449" y="4223"/>
                  </a:lnTo>
                  <a:lnTo>
                    <a:pt x="0" y="4223"/>
                  </a:lnTo>
                  <a:lnTo>
                    <a:pt x="0" y="0"/>
                  </a:lnTo>
                  <a:close/>
                  <a:moveTo>
                    <a:pt x="7449" y="4302"/>
                  </a:moveTo>
                  <a:lnTo>
                    <a:pt x="0" y="8525"/>
                  </a:lnTo>
                  <a:lnTo>
                    <a:pt x="0" y="4302"/>
                  </a:lnTo>
                  <a:lnTo>
                    <a:pt x="7449" y="4302"/>
                  </a:lnTo>
                  <a:close/>
                  <a:moveTo>
                    <a:pt x="2857" y="10038"/>
                  </a:moveTo>
                  <a:cubicBezTo>
                    <a:pt x="2537" y="11326"/>
                    <a:pt x="721" y="11825"/>
                    <a:pt x="5" y="11903"/>
                  </a:cubicBezTo>
                  <a:lnTo>
                    <a:pt x="0" y="11906"/>
                  </a:lnTo>
                  <a:lnTo>
                    <a:pt x="0" y="8789"/>
                  </a:lnTo>
                  <a:lnTo>
                    <a:pt x="2857" y="7136"/>
                  </a:lnTo>
                  <a:lnTo>
                    <a:pt x="2857" y="1003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5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6"/>
            <p:cNvSpPr>
              <a:spLocks noEditPoints="1"/>
            </p:cNvSpPr>
            <p:nvPr/>
          </p:nvSpPr>
          <p:spPr bwMode="auto">
            <a:xfrm>
              <a:off x="614394" y="3480149"/>
              <a:ext cx="118707" cy="1466798"/>
            </a:xfrm>
            <a:custGeom>
              <a:avLst/>
              <a:gdLst>
                <a:gd name="T0" fmla="*/ 246 w 571"/>
                <a:gd name="T1" fmla="*/ 0 h 7028"/>
                <a:gd name="T2" fmla="*/ 246 w 571"/>
                <a:gd name="T3" fmla="*/ 2716 h 7028"/>
                <a:gd name="T4" fmla="*/ 178 w 571"/>
                <a:gd name="T5" fmla="*/ 2816 h 7028"/>
                <a:gd name="T6" fmla="*/ 286 w 571"/>
                <a:gd name="T7" fmla="*/ 2924 h 7028"/>
                <a:gd name="T8" fmla="*/ 394 w 571"/>
                <a:gd name="T9" fmla="*/ 2816 h 7028"/>
                <a:gd name="T10" fmla="*/ 325 w 571"/>
                <a:gd name="T11" fmla="*/ 2716 h 7028"/>
                <a:gd name="T12" fmla="*/ 325 w 571"/>
                <a:gd name="T13" fmla="*/ 0 h 7028"/>
                <a:gd name="T14" fmla="*/ 246 w 571"/>
                <a:gd name="T15" fmla="*/ 0 h 7028"/>
                <a:gd name="T16" fmla="*/ 0 w 571"/>
                <a:gd name="T17" fmla="*/ 3749 h 7028"/>
                <a:gd name="T18" fmla="*/ 571 w 571"/>
                <a:gd name="T19" fmla="*/ 3749 h 7028"/>
                <a:gd name="T20" fmla="*/ 571 w 571"/>
                <a:gd name="T21" fmla="*/ 3790 h 7028"/>
                <a:gd name="T22" fmla="*/ 0 w 571"/>
                <a:gd name="T23" fmla="*/ 3790 h 7028"/>
                <a:gd name="T24" fmla="*/ 0 w 571"/>
                <a:gd name="T25" fmla="*/ 3749 h 7028"/>
                <a:gd name="T26" fmla="*/ 0 w 571"/>
                <a:gd name="T27" fmla="*/ 3323 h 7028"/>
                <a:gd name="T28" fmla="*/ 0 w 571"/>
                <a:gd name="T29" fmla="*/ 3323 h 7028"/>
                <a:gd name="T30" fmla="*/ 0 w 571"/>
                <a:gd name="T31" fmla="*/ 3323 h 7028"/>
                <a:gd name="T32" fmla="*/ 286 w 571"/>
                <a:gd name="T33" fmla="*/ 3037 h 7028"/>
                <a:gd name="T34" fmla="*/ 571 w 571"/>
                <a:gd name="T35" fmla="*/ 3323 h 7028"/>
                <a:gd name="T36" fmla="*/ 571 w 571"/>
                <a:gd name="T37" fmla="*/ 3323 h 7028"/>
                <a:gd name="T38" fmla="*/ 571 w 571"/>
                <a:gd name="T39" fmla="*/ 3323 h 7028"/>
                <a:gd name="T40" fmla="*/ 571 w 571"/>
                <a:gd name="T41" fmla="*/ 3683 h 7028"/>
                <a:gd name="T42" fmla="*/ 0 w 571"/>
                <a:gd name="T43" fmla="*/ 3683 h 7028"/>
                <a:gd name="T44" fmla="*/ 0 w 571"/>
                <a:gd name="T45" fmla="*/ 3323 h 7028"/>
                <a:gd name="T46" fmla="*/ 37 w 571"/>
                <a:gd name="T47" fmla="*/ 3885 h 7028"/>
                <a:gd name="T48" fmla="*/ 0 w 571"/>
                <a:gd name="T49" fmla="*/ 3885 h 7028"/>
                <a:gd name="T50" fmla="*/ 0 w 571"/>
                <a:gd name="T51" fmla="*/ 7028 h 7028"/>
                <a:gd name="T52" fmla="*/ 37 w 571"/>
                <a:gd name="T53" fmla="*/ 7028 h 7028"/>
                <a:gd name="T54" fmla="*/ 37 w 571"/>
                <a:gd name="T55" fmla="*/ 3885 h 7028"/>
                <a:gd name="T56" fmla="*/ 126 w 571"/>
                <a:gd name="T57" fmla="*/ 3885 h 7028"/>
                <a:gd name="T58" fmla="*/ 89 w 571"/>
                <a:gd name="T59" fmla="*/ 3885 h 7028"/>
                <a:gd name="T60" fmla="*/ 89 w 571"/>
                <a:gd name="T61" fmla="*/ 7028 h 7028"/>
                <a:gd name="T62" fmla="*/ 126 w 571"/>
                <a:gd name="T63" fmla="*/ 7028 h 7028"/>
                <a:gd name="T64" fmla="*/ 126 w 571"/>
                <a:gd name="T65" fmla="*/ 3885 h 7028"/>
                <a:gd name="T66" fmla="*/ 215 w 571"/>
                <a:gd name="T67" fmla="*/ 3885 h 7028"/>
                <a:gd name="T68" fmla="*/ 178 w 571"/>
                <a:gd name="T69" fmla="*/ 3885 h 7028"/>
                <a:gd name="T70" fmla="*/ 178 w 571"/>
                <a:gd name="T71" fmla="*/ 7028 h 7028"/>
                <a:gd name="T72" fmla="*/ 215 w 571"/>
                <a:gd name="T73" fmla="*/ 7028 h 7028"/>
                <a:gd name="T74" fmla="*/ 215 w 571"/>
                <a:gd name="T75" fmla="*/ 3885 h 7028"/>
                <a:gd name="T76" fmla="*/ 304 w 571"/>
                <a:gd name="T77" fmla="*/ 3885 h 7028"/>
                <a:gd name="T78" fmla="*/ 267 w 571"/>
                <a:gd name="T79" fmla="*/ 3885 h 7028"/>
                <a:gd name="T80" fmla="*/ 267 w 571"/>
                <a:gd name="T81" fmla="*/ 7028 h 7028"/>
                <a:gd name="T82" fmla="*/ 304 w 571"/>
                <a:gd name="T83" fmla="*/ 7028 h 7028"/>
                <a:gd name="T84" fmla="*/ 304 w 571"/>
                <a:gd name="T85" fmla="*/ 3885 h 7028"/>
                <a:gd name="T86" fmla="*/ 393 w 571"/>
                <a:gd name="T87" fmla="*/ 3885 h 7028"/>
                <a:gd name="T88" fmla="*/ 356 w 571"/>
                <a:gd name="T89" fmla="*/ 3885 h 7028"/>
                <a:gd name="T90" fmla="*/ 356 w 571"/>
                <a:gd name="T91" fmla="*/ 7028 h 7028"/>
                <a:gd name="T92" fmla="*/ 393 w 571"/>
                <a:gd name="T93" fmla="*/ 7028 h 7028"/>
                <a:gd name="T94" fmla="*/ 393 w 571"/>
                <a:gd name="T95" fmla="*/ 3885 h 7028"/>
                <a:gd name="T96" fmla="*/ 482 w 571"/>
                <a:gd name="T97" fmla="*/ 3885 h 7028"/>
                <a:gd name="T98" fmla="*/ 445 w 571"/>
                <a:gd name="T99" fmla="*/ 3885 h 7028"/>
                <a:gd name="T100" fmla="*/ 445 w 571"/>
                <a:gd name="T101" fmla="*/ 7028 h 7028"/>
                <a:gd name="T102" fmla="*/ 482 w 571"/>
                <a:gd name="T103" fmla="*/ 7028 h 7028"/>
                <a:gd name="T104" fmla="*/ 482 w 571"/>
                <a:gd name="T105" fmla="*/ 3885 h 7028"/>
                <a:gd name="T106" fmla="*/ 571 w 571"/>
                <a:gd name="T107" fmla="*/ 3885 h 7028"/>
                <a:gd name="T108" fmla="*/ 534 w 571"/>
                <a:gd name="T109" fmla="*/ 3885 h 7028"/>
                <a:gd name="T110" fmla="*/ 534 w 571"/>
                <a:gd name="T111" fmla="*/ 7028 h 7028"/>
                <a:gd name="T112" fmla="*/ 571 w 571"/>
                <a:gd name="T113" fmla="*/ 7028 h 7028"/>
                <a:gd name="T114" fmla="*/ 571 w 571"/>
                <a:gd name="T115" fmla="*/ 3885 h 7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71" h="7028">
                  <a:moveTo>
                    <a:pt x="246" y="0"/>
                  </a:moveTo>
                  <a:lnTo>
                    <a:pt x="246" y="2716"/>
                  </a:lnTo>
                  <a:cubicBezTo>
                    <a:pt x="206" y="2731"/>
                    <a:pt x="178" y="2770"/>
                    <a:pt x="178" y="2816"/>
                  </a:cubicBezTo>
                  <a:cubicBezTo>
                    <a:pt x="178" y="2876"/>
                    <a:pt x="226" y="2924"/>
                    <a:pt x="286" y="2924"/>
                  </a:cubicBezTo>
                  <a:cubicBezTo>
                    <a:pt x="345" y="2924"/>
                    <a:pt x="394" y="2876"/>
                    <a:pt x="394" y="2816"/>
                  </a:cubicBezTo>
                  <a:cubicBezTo>
                    <a:pt x="394" y="2770"/>
                    <a:pt x="365" y="2731"/>
                    <a:pt x="325" y="2716"/>
                  </a:cubicBezTo>
                  <a:lnTo>
                    <a:pt x="325" y="0"/>
                  </a:lnTo>
                  <a:lnTo>
                    <a:pt x="246" y="0"/>
                  </a:lnTo>
                  <a:close/>
                  <a:moveTo>
                    <a:pt x="0" y="3749"/>
                  </a:moveTo>
                  <a:lnTo>
                    <a:pt x="571" y="3749"/>
                  </a:lnTo>
                  <a:lnTo>
                    <a:pt x="571" y="3790"/>
                  </a:lnTo>
                  <a:lnTo>
                    <a:pt x="0" y="3790"/>
                  </a:lnTo>
                  <a:lnTo>
                    <a:pt x="0" y="3749"/>
                  </a:lnTo>
                  <a:close/>
                  <a:moveTo>
                    <a:pt x="0" y="3323"/>
                  </a:moveTo>
                  <a:lnTo>
                    <a:pt x="0" y="3323"/>
                  </a:lnTo>
                  <a:lnTo>
                    <a:pt x="0" y="3323"/>
                  </a:lnTo>
                  <a:cubicBezTo>
                    <a:pt x="0" y="3165"/>
                    <a:pt x="128" y="3037"/>
                    <a:pt x="286" y="3037"/>
                  </a:cubicBezTo>
                  <a:cubicBezTo>
                    <a:pt x="443" y="3037"/>
                    <a:pt x="571" y="3165"/>
                    <a:pt x="571" y="3323"/>
                  </a:cubicBezTo>
                  <a:lnTo>
                    <a:pt x="571" y="3323"/>
                  </a:lnTo>
                  <a:lnTo>
                    <a:pt x="571" y="3323"/>
                  </a:lnTo>
                  <a:lnTo>
                    <a:pt x="571" y="3683"/>
                  </a:lnTo>
                  <a:lnTo>
                    <a:pt x="0" y="3683"/>
                  </a:lnTo>
                  <a:lnTo>
                    <a:pt x="0" y="3323"/>
                  </a:lnTo>
                  <a:close/>
                  <a:moveTo>
                    <a:pt x="37" y="3885"/>
                  </a:moveTo>
                  <a:lnTo>
                    <a:pt x="0" y="3885"/>
                  </a:lnTo>
                  <a:lnTo>
                    <a:pt x="0" y="7028"/>
                  </a:lnTo>
                  <a:lnTo>
                    <a:pt x="37" y="7028"/>
                  </a:lnTo>
                  <a:lnTo>
                    <a:pt x="37" y="3885"/>
                  </a:lnTo>
                  <a:close/>
                  <a:moveTo>
                    <a:pt x="126" y="3885"/>
                  </a:moveTo>
                  <a:lnTo>
                    <a:pt x="89" y="3885"/>
                  </a:lnTo>
                  <a:lnTo>
                    <a:pt x="89" y="7028"/>
                  </a:lnTo>
                  <a:lnTo>
                    <a:pt x="126" y="7028"/>
                  </a:lnTo>
                  <a:lnTo>
                    <a:pt x="126" y="3885"/>
                  </a:lnTo>
                  <a:close/>
                  <a:moveTo>
                    <a:pt x="215" y="3885"/>
                  </a:moveTo>
                  <a:lnTo>
                    <a:pt x="178" y="3885"/>
                  </a:lnTo>
                  <a:lnTo>
                    <a:pt x="178" y="7028"/>
                  </a:lnTo>
                  <a:lnTo>
                    <a:pt x="215" y="7028"/>
                  </a:lnTo>
                  <a:lnTo>
                    <a:pt x="215" y="3885"/>
                  </a:lnTo>
                  <a:close/>
                  <a:moveTo>
                    <a:pt x="304" y="3885"/>
                  </a:moveTo>
                  <a:lnTo>
                    <a:pt x="267" y="3885"/>
                  </a:lnTo>
                  <a:lnTo>
                    <a:pt x="267" y="7028"/>
                  </a:lnTo>
                  <a:lnTo>
                    <a:pt x="304" y="7028"/>
                  </a:lnTo>
                  <a:lnTo>
                    <a:pt x="304" y="3885"/>
                  </a:lnTo>
                  <a:close/>
                  <a:moveTo>
                    <a:pt x="393" y="3885"/>
                  </a:moveTo>
                  <a:lnTo>
                    <a:pt x="356" y="3885"/>
                  </a:lnTo>
                  <a:lnTo>
                    <a:pt x="356" y="7028"/>
                  </a:lnTo>
                  <a:lnTo>
                    <a:pt x="393" y="7028"/>
                  </a:lnTo>
                  <a:lnTo>
                    <a:pt x="393" y="3885"/>
                  </a:lnTo>
                  <a:close/>
                  <a:moveTo>
                    <a:pt x="482" y="3885"/>
                  </a:moveTo>
                  <a:lnTo>
                    <a:pt x="445" y="3885"/>
                  </a:lnTo>
                  <a:lnTo>
                    <a:pt x="445" y="7028"/>
                  </a:lnTo>
                  <a:lnTo>
                    <a:pt x="482" y="7028"/>
                  </a:lnTo>
                  <a:lnTo>
                    <a:pt x="482" y="3885"/>
                  </a:lnTo>
                  <a:close/>
                  <a:moveTo>
                    <a:pt x="571" y="3885"/>
                  </a:moveTo>
                  <a:lnTo>
                    <a:pt x="534" y="3885"/>
                  </a:lnTo>
                  <a:lnTo>
                    <a:pt x="534" y="7028"/>
                  </a:lnTo>
                  <a:lnTo>
                    <a:pt x="571" y="7028"/>
                  </a:lnTo>
                  <a:lnTo>
                    <a:pt x="571" y="3885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67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-3177" y="1"/>
            <a:ext cx="12195175" cy="6858000"/>
          </a:xfrm>
          <a:prstGeom prst="rect">
            <a:avLst/>
          </a:prstGeom>
          <a:gradFill>
            <a:gsLst>
              <a:gs pos="0">
                <a:srgbClr val="1E218C"/>
              </a:gs>
              <a:gs pos="53000">
                <a:srgbClr val="2045A1"/>
              </a:gs>
              <a:gs pos="100000">
                <a:srgbClr val="2160B1">
                  <a:alpha val="0"/>
                </a:srgb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-3176" y="6560457"/>
            <a:ext cx="12195176" cy="0"/>
          </a:xfrm>
          <a:prstGeom prst="line">
            <a:avLst/>
          </a:prstGeom>
          <a:ln w="34925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25279" t="10767" r="16544" b="25414"/>
          <a:stretch>
            <a:fillRect/>
          </a:stretch>
        </p:blipFill>
        <p:spPr>
          <a:xfrm>
            <a:off x="0" y="-62120"/>
            <a:ext cx="6267800" cy="6857999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482205" y="2372553"/>
            <a:ext cx="9193335" cy="186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8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南京航空航天大学航空学院</a:t>
            </a:r>
            <a:b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  <a:r>
              <a:rPr kumimoji="0" lang="en-US" altLang="zh-CN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汇报通用模板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273050" y="4658505"/>
            <a:ext cx="7985738" cy="518860"/>
            <a:chOff x="2123796" y="4672466"/>
            <a:chExt cx="7985738" cy="518860"/>
          </a:xfrm>
        </p:grpSpPr>
        <p:sp>
          <p:nvSpPr>
            <p:cNvPr id="38" name="文本框 37"/>
            <p:cNvSpPr txBox="1"/>
            <p:nvPr/>
          </p:nvSpPr>
          <p:spPr>
            <a:xfrm>
              <a:off x="2123796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687990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424042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422" y="1410075"/>
            <a:ext cx="3988039" cy="66493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3149" y="-171400"/>
            <a:ext cx="2672115" cy="1685317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78063" y="2586340"/>
            <a:ext cx="2672115" cy="1685317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186" y="5984281"/>
            <a:ext cx="2672115" cy="16853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内页样式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 flipH="1">
            <a:off x="12913112" y="176983"/>
            <a:ext cx="523712" cy="912152"/>
            <a:chOff x="614394" y="2770979"/>
            <a:chExt cx="1249331" cy="2175968"/>
          </a:xfrm>
        </p:grpSpPr>
        <p:sp>
          <p:nvSpPr>
            <p:cNvPr id="40" name="Freeform 5"/>
            <p:cNvSpPr>
              <a:spLocks noEditPoints="1"/>
            </p:cNvSpPr>
            <p:nvPr/>
          </p:nvSpPr>
          <p:spPr bwMode="auto">
            <a:xfrm flipH="1">
              <a:off x="673748" y="2770979"/>
              <a:ext cx="1189977" cy="1906787"/>
            </a:xfrm>
            <a:custGeom>
              <a:avLst/>
              <a:gdLst>
                <a:gd name="T0" fmla="*/ 0 w 7449"/>
                <a:gd name="T1" fmla="*/ 0 h 11906"/>
                <a:gd name="T2" fmla="*/ 7449 w 7449"/>
                <a:gd name="T3" fmla="*/ 4223 h 11906"/>
                <a:gd name="T4" fmla="*/ 0 w 7449"/>
                <a:gd name="T5" fmla="*/ 4223 h 11906"/>
                <a:gd name="T6" fmla="*/ 0 w 7449"/>
                <a:gd name="T7" fmla="*/ 0 h 11906"/>
                <a:gd name="T8" fmla="*/ 7449 w 7449"/>
                <a:gd name="T9" fmla="*/ 4302 h 11906"/>
                <a:gd name="T10" fmla="*/ 0 w 7449"/>
                <a:gd name="T11" fmla="*/ 8525 h 11906"/>
                <a:gd name="T12" fmla="*/ 0 w 7449"/>
                <a:gd name="T13" fmla="*/ 4302 h 11906"/>
                <a:gd name="T14" fmla="*/ 7449 w 7449"/>
                <a:gd name="T15" fmla="*/ 4302 h 11906"/>
                <a:gd name="T16" fmla="*/ 2857 w 7449"/>
                <a:gd name="T17" fmla="*/ 10038 h 11906"/>
                <a:gd name="T18" fmla="*/ 5 w 7449"/>
                <a:gd name="T19" fmla="*/ 11903 h 11906"/>
                <a:gd name="T20" fmla="*/ 0 w 7449"/>
                <a:gd name="T21" fmla="*/ 11906 h 11906"/>
                <a:gd name="T22" fmla="*/ 0 w 7449"/>
                <a:gd name="T23" fmla="*/ 8789 h 11906"/>
                <a:gd name="T24" fmla="*/ 2857 w 7449"/>
                <a:gd name="T25" fmla="*/ 7136 h 11906"/>
                <a:gd name="T26" fmla="*/ 2857 w 7449"/>
                <a:gd name="T27" fmla="*/ 10038 h 1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49" h="11906">
                  <a:moveTo>
                    <a:pt x="0" y="0"/>
                  </a:moveTo>
                  <a:lnTo>
                    <a:pt x="7449" y="4223"/>
                  </a:lnTo>
                  <a:lnTo>
                    <a:pt x="0" y="4223"/>
                  </a:lnTo>
                  <a:lnTo>
                    <a:pt x="0" y="0"/>
                  </a:lnTo>
                  <a:close/>
                  <a:moveTo>
                    <a:pt x="7449" y="4302"/>
                  </a:moveTo>
                  <a:lnTo>
                    <a:pt x="0" y="8525"/>
                  </a:lnTo>
                  <a:lnTo>
                    <a:pt x="0" y="4302"/>
                  </a:lnTo>
                  <a:lnTo>
                    <a:pt x="7449" y="4302"/>
                  </a:lnTo>
                  <a:close/>
                  <a:moveTo>
                    <a:pt x="2857" y="10038"/>
                  </a:moveTo>
                  <a:cubicBezTo>
                    <a:pt x="2537" y="11326"/>
                    <a:pt x="721" y="11825"/>
                    <a:pt x="5" y="11903"/>
                  </a:cubicBezTo>
                  <a:lnTo>
                    <a:pt x="0" y="11906"/>
                  </a:lnTo>
                  <a:lnTo>
                    <a:pt x="0" y="8789"/>
                  </a:lnTo>
                  <a:lnTo>
                    <a:pt x="2857" y="7136"/>
                  </a:lnTo>
                  <a:lnTo>
                    <a:pt x="2857" y="1003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 w="5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6"/>
            <p:cNvSpPr>
              <a:spLocks noEditPoints="1"/>
            </p:cNvSpPr>
            <p:nvPr/>
          </p:nvSpPr>
          <p:spPr bwMode="auto">
            <a:xfrm>
              <a:off x="614394" y="3480149"/>
              <a:ext cx="118707" cy="1466798"/>
            </a:xfrm>
            <a:custGeom>
              <a:avLst/>
              <a:gdLst>
                <a:gd name="T0" fmla="*/ 246 w 571"/>
                <a:gd name="T1" fmla="*/ 0 h 7028"/>
                <a:gd name="T2" fmla="*/ 246 w 571"/>
                <a:gd name="T3" fmla="*/ 2716 h 7028"/>
                <a:gd name="T4" fmla="*/ 178 w 571"/>
                <a:gd name="T5" fmla="*/ 2816 h 7028"/>
                <a:gd name="T6" fmla="*/ 286 w 571"/>
                <a:gd name="T7" fmla="*/ 2924 h 7028"/>
                <a:gd name="T8" fmla="*/ 394 w 571"/>
                <a:gd name="T9" fmla="*/ 2816 h 7028"/>
                <a:gd name="T10" fmla="*/ 325 w 571"/>
                <a:gd name="T11" fmla="*/ 2716 h 7028"/>
                <a:gd name="T12" fmla="*/ 325 w 571"/>
                <a:gd name="T13" fmla="*/ 0 h 7028"/>
                <a:gd name="T14" fmla="*/ 246 w 571"/>
                <a:gd name="T15" fmla="*/ 0 h 7028"/>
                <a:gd name="T16" fmla="*/ 0 w 571"/>
                <a:gd name="T17" fmla="*/ 3749 h 7028"/>
                <a:gd name="T18" fmla="*/ 571 w 571"/>
                <a:gd name="T19" fmla="*/ 3749 h 7028"/>
                <a:gd name="T20" fmla="*/ 571 w 571"/>
                <a:gd name="T21" fmla="*/ 3790 h 7028"/>
                <a:gd name="T22" fmla="*/ 0 w 571"/>
                <a:gd name="T23" fmla="*/ 3790 h 7028"/>
                <a:gd name="T24" fmla="*/ 0 w 571"/>
                <a:gd name="T25" fmla="*/ 3749 h 7028"/>
                <a:gd name="T26" fmla="*/ 0 w 571"/>
                <a:gd name="T27" fmla="*/ 3323 h 7028"/>
                <a:gd name="T28" fmla="*/ 0 w 571"/>
                <a:gd name="T29" fmla="*/ 3323 h 7028"/>
                <a:gd name="T30" fmla="*/ 0 w 571"/>
                <a:gd name="T31" fmla="*/ 3323 h 7028"/>
                <a:gd name="T32" fmla="*/ 286 w 571"/>
                <a:gd name="T33" fmla="*/ 3037 h 7028"/>
                <a:gd name="T34" fmla="*/ 571 w 571"/>
                <a:gd name="T35" fmla="*/ 3323 h 7028"/>
                <a:gd name="T36" fmla="*/ 571 w 571"/>
                <a:gd name="T37" fmla="*/ 3323 h 7028"/>
                <a:gd name="T38" fmla="*/ 571 w 571"/>
                <a:gd name="T39" fmla="*/ 3323 h 7028"/>
                <a:gd name="T40" fmla="*/ 571 w 571"/>
                <a:gd name="T41" fmla="*/ 3683 h 7028"/>
                <a:gd name="T42" fmla="*/ 0 w 571"/>
                <a:gd name="T43" fmla="*/ 3683 h 7028"/>
                <a:gd name="T44" fmla="*/ 0 w 571"/>
                <a:gd name="T45" fmla="*/ 3323 h 7028"/>
                <a:gd name="T46" fmla="*/ 37 w 571"/>
                <a:gd name="T47" fmla="*/ 3885 h 7028"/>
                <a:gd name="T48" fmla="*/ 0 w 571"/>
                <a:gd name="T49" fmla="*/ 3885 h 7028"/>
                <a:gd name="T50" fmla="*/ 0 w 571"/>
                <a:gd name="T51" fmla="*/ 7028 h 7028"/>
                <a:gd name="T52" fmla="*/ 37 w 571"/>
                <a:gd name="T53" fmla="*/ 7028 h 7028"/>
                <a:gd name="T54" fmla="*/ 37 w 571"/>
                <a:gd name="T55" fmla="*/ 3885 h 7028"/>
                <a:gd name="T56" fmla="*/ 126 w 571"/>
                <a:gd name="T57" fmla="*/ 3885 h 7028"/>
                <a:gd name="T58" fmla="*/ 89 w 571"/>
                <a:gd name="T59" fmla="*/ 3885 h 7028"/>
                <a:gd name="T60" fmla="*/ 89 w 571"/>
                <a:gd name="T61" fmla="*/ 7028 h 7028"/>
                <a:gd name="T62" fmla="*/ 126 w 571"/>
                <a:gd name="T63" fmla="*/ 7028 h 7028"/>
                <a:gd name="T64" fmla="*/ 126 w 571"/>
                <a:gd name="T65" fmla="*/ 3885 h 7028"/>
                <a:gd name="T66" fmla="*/ 215 w 571"/>
                <a:gd name="T67" fmla="*/ 3885 h 7028"/>
                <a:gd name="T68" fmla="*/ 178 w 571"/>
                <a:gd name="T69" fmla="*/ 3885 h 7028"/>
                <a:gd name="T70" fmla="*/ 178 w 571"/>
                <a:gd name="T71" fmla="*/ 7028 h 7028"/>
                <a:gd name="T72" fmla="*/ 215 w 571"/>
                <a:gd name="T73" fmla="*/ 7028 h 7028"/>
                <a:gd name="T74" fmla="*/ 215 w 571"/>
                <a:gd name="T75" fmla="*/ 3885 h 7028"/>
                <a:gd name="T76" fmla="*/ 304 w 571"/>
                <a:gd name="T77" fmla="*/ 3885 h 7028"/>
                <a:gd name="T78" fmla="*/ 267 w 571"/>
                <a:gd name="T79" fmla="*/ 3885 h 7028"/>
                <a:gd name="T80" fmla="*/ 267 w 571"/>
                <a:gd name="T81" fmla="*/ 7028 h 7028"/>
                <a:gd name="T82" fmla="*/ 304 w 571"/>
                <a:gd name="T83" fmla="*/ 7028 h 7028"/>
                <a:gd name="T84" fmla="*/ 304 w 571"/>
                <a:gd name="T85" fmla="*/ 3885 h 7028"/>
                <a:gd name="T86" fmla="*/ 393 w 571"/>
                <a:gd name="T87" fmla="*/ 3885 h 7028"/>
                <a:gd name="T88" fmla="*/ 356 w 571"/>
                <a:gd name="T89" fmla="*/ 3885 h 7028"/>
                <a:gd name="T90" fmla="*/ 356 w 571"/>
                <a:gd name="T91" fmla="*/ 7028 h 7028"/>
                <a:gd name="T92" fmla="*/ 393 w 571"/>
                <a:gd name="T93" fmla="*/ 7028 h 7028"/>
                <a:gd name="T94" fmla="*/ 393 w 571"/>
                <a:gd name="T95" fmla="*/ 3885 h 7028"/>
                <a:gd name="T96" fmla="*/ 482 w 571"/>
                <a:gd name="T97" fmla="*/ 3885 h 7028"/>
                <a:gd name="T98" fmla="*/ 445 w 571"/>
                <a:gd name="T99" fmla="*/ 3885 h 7028"/>
                <a:gd name="T100" fmla="*/ 445 w 571"/>
                <a:gd name="T101" fmla="*/ 7028 h 7028"/>
                <a:gd name="T102" fmla="*/ 482 w 571"/>
                <a:gd name="T103" fmla="*/ 7028 h 7028"/>
                <a:gd name="T104" fmla="*/ 482 w 571"/>
                <a:gd name="T105" fmla="*/ 3885 h 7028"/>
                <a:gd name="T106" fmla="*/ 571 w 571"/>
                <a:gd name="T107" fmla="*/ 3885 h 7028"/>
                <a:gd name="T108" fmla="*/ 534 w 571"/>
                <a:gd name="T109" fmla="*/ 3885 h 7028"/>
                <a:gd name="T110" fmla="*/ 534 w 571"/>
                <a:gd name="T111" fmla="*/ 7028 h 7028"/>
                <a:gd name="T112" fmla="*/ 571 w 571"/>
                <a:gd name="T113" fmla="*/ 7028 h 7028"/>
                <a:gd name="T114" fmla="*/ 571 w 571"/>
                <a:gd name="T115" fmla="*/ 3885 h 7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71" h="7028">
                  <a:moveTo>
                    <a:pt x="246" y="0"/>
                  </a:moveTo>
                  <a:lnTo>
                    <a:pt x="246" y="2716"/>
                  </a:lnTo>
                  <a:cubicBezTo>
                    <a:pt x="206" y="2731"/>
                    <a:pt x="178" y="2770"/>
                    <a:pt x="178" y="2816"/>
                  </a:cubicBezTo>
                  <a:cubicBezTo>
                    <a:pt x="178" y="2876"/>
                    <a:pt x="226" y="2924"/>
                    <a:pt x="286" y="2924"/>
                  </a:cubicBezTo>
                  <a:cubicBezTo>
                    <a:pt x="345" y="2924"/>
                    <a:pt x="394" y="2876"/>
                    <a:pt x="394" y="2816"/>
                  </a:cubicBezTo>
                  <a:cubicBezTo>
                    <a:pt x="394" y="2770"/>
                    <a:pt x="365" y="2731"/>
                    <a:pt x="325" y="2716"/>
                  </a:cubicBezTo>
                  <a:lnTo>
                    <a:pt x="325" y="0"/>
                  </a:lnTo>
                  <a:lnTo>
                    <a:pt x="246" y="0"/>
                  </a:lnTo>
                  <a:close/>
                  <a:moveTo>
                    <a:pt x="0" y="3749"/>
                  </a:moveTo>
                  <a:lnTo>
                    <a:pt x="571" y="3749"/>
                  </a:lnTo>
                  <a:lnTo>
                    <a:pt x="571" y="3790"/>
                  </a:lnTo>
                  <a:lnTo>
                    <a:pt x="0" y="3790"/>
                  </a:lnTo>
                  <a:lnTo>
                    <a:pt x="0" y="3749"/>
                  </a:lnTo>
                  <a:close/>
                  <a:moveTo>
                    <a:pt x="0" y="3323"/>
                  </a:moveTo>
                  <a:lnTo>
                    <a:pt x="0" y="3323"/>
                  </a:lnTo>
                  <a:lnTo>
                    <a:pt x="0" y="3323"/>
                  </a:lnTo>
                  <a:cubicBezTo>
                    <a:pt x="0" y="3165"/>
                    <a:pt x="128" y="3037"/>
                    <a:pt x="286" y="3037"/>
                  </a:cubicBezTo>
                  <a:cubicBezTo>
                    <a:pt x="443" y="3037"/>
                    <a:pt x="571" y="3165"/>
                    <a:pt x="571" y="3323"/>
                  </a:cubicBezTo>
                  <a:lnTo>
                    <a:pt x="571" y="3323"/>
                  </a:lnTo>
                  <a:lnTo>
                    <a:pt x="571" y="3323"/>
                  </a:lnTo>
                  <a:lnTo>
                    <a:pt x="571" y="3683"/>
                  </a:lnTo>
                  <a:lnTo>
                    <a:pt x="0" y="3683"/>
                  </a:lnTo>
                  <a:lnTo>
                    <a:pt x="0" y="3323"/>
                  </a:lnTo>
                  <a:close/>
                  <a:moveTo>
                    <a:pt x="37" y="3885"/>
                  </a:moveTo>
                  <a:lnTo>
                    <a:pt x="0" y="3885"/>
                  </a:lnTo>
                  <a:lnTo>
                    <a:pt x="0" y="7028"/>
                  </a:lnTo>
                  <a:lnTo>
                    <a:pt x="37" y="7028"/>
                  </a:lnTo>
                  <a:lnTo>
                    <a:pt x="37" y="3885"/>
                  </a:lnTo>
                  <a:close/>
                  <a:moveTo>
                    <a:pt x="126" y="3885"/>
                  </a:moveTo>
                  <a:lnTo>
                    <a:pt x="89" y="3885"/>
                  </a:lnTo>
                  <a:lnTo>
                    <a:pt x="89" y="7028"/>
                  </a:lnTo>
                  <a:lnTo>
                    <a:pt x="126" y="7028"/>
                  </a:lnTo>
                  <a:lnTo>
                    <a:pt x="126" y="3885"/>
                  </a:lnTo>
                  <a:close/>
                  <a:moveTo>
                    <a:pt x="215" y="3885"/>
                  </a:moveTo>
                  <a:lnTo>
                    <a:pt x="178" y="3885"/>
                  </a:lnTo>
                  <a:lnTo>
                    <a:pt x="178" y="7028"/>
                  </a:lnTo>
                  <a:lnTo>
                    <a:pt x="215" y="7028"/>
                  </a:lnTo>
                  <a:lnTo>
                    <a:pt x="215" y="3885"/>
                  </a:lnTo>
                  <a:close/>
                  <a:moveTo>
                    <a:pt x="304" y="3885"/>
                  </a:moveTo>
                  <a:lnTo>
                    <a:pt x="267" y="3885"/>
                  </a:lnTo>
                  <a:lnTo>
                    <a:pt x="267" y="7028"/>
                  </a:lnTo>
                  <a:lnTo>
                    <a:pt x="304" y="7028"/>
                  </a:lnTo>
                  <a:lnTo>
                    <a:pt x="304" y="3885"/>
                  </a:lnTo>
                  <a:close/>
                  <a:moveTo>
                    <a:pt x="393" y="3885"/>
                  </a:moveTo>
                  <a:lnTo>
                    <a:pt x="356" y="3885"/>
                  </a:lnTo>
                  <a:lnTo>
                    <a:pt x="356" y="7028"/>
                  </a:lnTo>
                  <a:lnTo>
                    <a:pt x="393" y="7028"/>
                  </a:lnTo>
                  <a:lnTo>
                    <a:pt x="393" y="3885"/>
                  </a:lnTo>
                  <a:close/>
                  <a:moveTo>
                    <a:pt x="482" y="3885"/>
                  </a:moveTo>
                  <a:lnTo>
                    <a:pt x="445" y="3885"/>
                  </a:lnTo>
                  <a:lnTo>
                    <a:pt x="445" y="7028"/>
                  </a:lnTo>
                  <a:lnTo>
                    <a:pt x="482" y="7028"/>
                  </a:lnTo>
                  <a:lnTo>
                    <a:pt x="482" y="3885"/>
                  </a:lnTo>
                  <a:close/>
                  <a:moveTo>
                    <a:pt x="571" y="3885"/>
                  </a:moveTo>
                  <a:lnTo>
                    <a:pt x="534" y="3885"/>
                  </a:lnTo>
                  <a:lnTo>
                    <a:pt x="534" y="7028"/>
                  </a:lnTo>
                  <a:lnTo>
                    <a:pt x="571" y="7028"/>
                  </a:lnTo>
                  <a:lnTo>
                    <a:pt x="571" y="3885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67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95895" y="-13885"/>
            <a:ext cx="807063" cy="890185"/>
          </a:xfrm>
          <a:prstGeom prst="rect">
            <a:avLst/>
          </a:prstGeom>
          <a:gradFill>
            <a:gsLst>
              <a:gs pos="0">
                <a:srgbClr val="1E218C"/>
              </a:gs>
              <a:gs pos="100000">
                <a:srgbClr val="1F3B9B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41059" y="-13885"/>
            <a:ext cx="139904" cy="8901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646821" y="850900"/>
            <a:ext cx="6328779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8243493" y="524128"/>
            <a:ext cx="3169530" cy="515142"/>
            <a:chOff x="258164" y="247134"/>
            <a:chExt cx="3525158" cy="572942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993248" y="253762"/>
              <a:ext cx="2790074" cy="566314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258164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28" name="文本框 27"/>
          <p:cNvSpPr txBox="1"/>
          <p:nvPr/>
        </p:nvSpPr>
        <p:spPr>
          <a:xfrm>
            <a:off x="778977" y="291525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646821" y="368200"/>
            <a:ext cx="231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章节标题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-123372" y="4161971"/>
            <a:ext cx="12438743" cy="2696029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l="65162" t="43866"/>
          <a:stretch>
            <a:fillRect/>
          </a:stretch>
        </p:blipFill>
        <p:spPr>
          <a:xfrm>
            <a:off x="592936" y="0"/>
            <a:ext cx="611147" cy="620514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-1165172" y="-13885"/>
            <a:ext cx="1542176" cy="972429"/>
            <a:chOff x="-717552" y="82398"/>
            <a:chExt cx="2937070" cy="1851988"/>
          </a:xfrm>
          <a:gradFill>
            <a:gsLst>
              <a:gs pos="0">
                <a:srgbClr val="1E218C">
                  <a:alpha val="27000"/>
                </a:srgbClr>
              </a:gs>
              <a:gs pos="100000">
                <a:srgbClr val="2160B1">
                  <a:alpha val="0"/>
                </a:srgbClr>
              </a:gs>
            </a:gsLst>
            <a:lin ang="5400000" scaled="1"/>
          </a:gradFill>
        </p:grpSpPr>
        <p:sp>
          <p:nvSpPr>
            <p:cNvPr id="45" name="椭圆 44"/>
            <p:cNvSpPr/>
            <p:nvPr/>
          </p:nvSpPr>
          <p:spPr>
            <a:xfrm>
              <a:off x="-717552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-361759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-5965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349828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705621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061414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7207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773001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2128793" y="8239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-717552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-361759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-5965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349828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705621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061414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417207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773001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2128793" y="43803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-717552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-361759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-5965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349828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705621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061414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17207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773001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2128793" y="793678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-717552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-361759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-5965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349828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705621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061414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17207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773001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2128793" y="113238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-717552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-361759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-5965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349828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705621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1061414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1417207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1773001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128793" y="148802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-717552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-361759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-5965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349828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705621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061414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417207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773001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2128793" y="1843661"/>
              <a:ext cx="90725" cy="907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5"/>
          <a:srcRect r="64743"/>
          <a:stretch>
            <a:fillRect/>
          </a:stretch>
        </p:blipFill>
        <p:spPr>
          <a:xfrm>
            <a:off x="11254843" y="2010155"/>
            <a:ext cx="937157" cy="1676545"/>
          </a:xfrm>
          <a:prstGeom prst="rect">
            <a:avLst/>
          </a:prstGeom>
        </p:spPr>
      </p:pic>
      <p:pic>
        <p:nvPicPr>
          <p:cNvPr id="213" name="图片 212"/>
          <p:cNvPicPr>
            <a:picLocks noChangeAspect="1"/>
          </p:cNvPicPr>
          <p:nvPr/>
        </p:nvPicPr>
        <p:blipFill rotWithShape="1">
          <a:blip r:embed="rId5"/>
          <a:srcRect r="82372"/>
          <a:stretch>
            <a:fillRect/>
          </a:stretch>
        </p:blipFill>
        <p:spPr>
          <a:xfrm>
            <a:off x="11957710" y="4798798"/>
            <a:ext cx="468579" cy="1676545"/>
          </a:xfrm>
          <a:prstGeom prst="rect">
            <a:avLst/>
          </a:prstGeom>
        </p:spPr>
      </p:pic>
      <p:sp>
        <p:nvSpPr>
          <p:cNvPr id="214" name="文本框 213"/>
          <p:cNvSpPr txBox="1"/>
          <p:nvPr/>
        </p:nvSpPr>
        <p:spPr>
          <a:xfrm>
            <a:off x="1511011" y="1193305"/>
            <a:ext cx="231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小节标题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airplane-pointing-up_18565"/>
          <p:cNvSpPr>
            <a:spLocks noChangeAspect="1"/>
          </p:cNvSpPr>
          <p:nvPr/>
        </p:nvSpPr>
        <p:spPr bwMode="auto">
          <a:xfrm>
            <a:off x="1102560" y="1193305"/>
            <a:ext cx="300398" cy="300538"/>
          </a:xfrm>
          <a:custGeom>
            <a:avLst/>
            <a:gdLst>
              <a:gd name="T0" fmla="*/ 5449 w 5542"/>
              <a:gd name="T1" fmla="*/ 3419 h 5553"/>
              <a:gd name="T2" fmla="*/ 3169 w 5542"/>
              <a:gd name="T3" fmla="*/ 2146 h 5553"/>
              <a:gd name="T4" fmla="*/ 3073 w 5542"/>
              <a:gd name="T5" fmla="*/ 1989 h 5553"/>
              <a:gd name="T6" fmla="*/ 3011 w 5542"/>
              <a:gd name="T7" fmla="*/ 284 h 5553"/>
              <a:gd name="T8" fmla="*/ 2771 w 5542"/>
              <a:gd name="T9" fmla="*/ 0 h 5553"/>
              <a:gd name="T10" fmla="*/ 2530 w 5542"/>
              <a:gd name="T11" fmla="*/ 284 h 5553"/>
              <a:gd name="T12" fmla="*/ 2469 w 5542"/>
              <a:gd name="T13" fmla="*/ 1989 h 5553"/>
              <a:gd name="T14" fmla="*/ 2373 w 5542"/>
              <a:gd name="T15" fmla="*/ 2146 h 5553"/>
              <a:gd name="T16" fmla="*/ 93 w 5542"/>
              <a:gd name="T17" fmla="*/ 3419 h 5553"/>
              <a:gd name="T18" fmla="*/ 0 w 5542"/>
              <a:gd name="T19" fmla="*/ 3576 h 5553"/>
              <a:gd name="T20" fmla="*/ 0 w 5542"/>
              <a:gd name="T21" fmla="*/ 3976 h 5553"/>
              <a:gd name="T22" fmla="*/ 102 w 5542"/>
              <a:gd name="T23" fmla="*/ 4051 h 5553"/>
              <a:gd name="T24" fmla="*/ 2336 w 5542"/>
              <a:gd name="T25" fmla="*/ 3371 h 5553"/>
              <a:gd name="T26" fmla="*/ 2437 w 5542"/>
              <a:gd name="T27" fmla="*/ 3446 h 5553"/>
              <a:gd name="T28" fmla="*/ 2437 w 5542"/>
              <a:gd name="T29" fmla="*/ 4543 h 5553"/>
              <a:gd name="T30" fmla="*/ 2356 w 5542"/>
              <a:gd name="T31" fmla="*/ 4717 h 5553"/>
              <a:gd name="T32" fmla="*/ 1972 w 5542"/>
              <a:gd name="T33" fmla="*/ 5040 h 5553"/>
              <a:gd name="T34" fmla="*/ 1891 w 5542"/>
              <a:gd name="T35" fmla="*/ 5214 h 5553"/>
              <a:gd name="T36" fmla="*/ 1891 w 5542"/>
              <a:gd name="T37" fmla="*/ 5459 h 5553"/>
              <a:gd name="T38" fmla="*/ 1994 w 5542"/>
              <a:gd name="T39" fmla="*/ 5539 h 5553"/>
              <a:gd name="T40" fmla="*/ 2771 w 5542"/>
              <a:gd name="T41" fmla="*/ 5346 h 5553"/>
              <a:gd name="T42" fmla="*/ 3548 w 5542"/>
              <a:gd name="T43" fmla="*/ 5539 h 5553"/>
              <a:gd name="T44" fmla="*/ 3651 w 5542"/>
              <a:gd name="T45" fmla="*/ 5459 h 5553"/>
              <a:gd name="T46" fmla="*/ 3651 w 5542"/>
              <a:gd name="T47" fmla="*/ 5214 h 5553"/>
              <a:gd name="T48" fmla="*/ 3569 w 5542"/>
              <a:gd name="T49" fmla="*/ 5040 h 5553"/>
              <a:gd name="T50" fmla="*/ 3186 w 5542"/>
              <a:gd name="T51" fmla="*/ 4717 h 5553"/>
              <a:gd name="T52" fmla="*/ 3105 w 5542"/>
              <a:gd name="T53" fmla="*/ 4543 h 5553"/>
              <a:gd name="T54" fmla="*/ 3105 w 5542"/>
              <a:gd name="T55" fmla="*/ 3446 h 5553"/>
              <a:gd name="T56" fmla="*/ 3206 w 5542"/>
              <a:gd name="T57" fmla="*/ 3371 h 5553"/>
              <a:gd name="T58" fmla="*/ 5440 w 5542"/>
              <a:gd name="T59" fmla="*/ 4051 h 5553"/>
              <a:gd name="T60" fmla="*/ 5542 w 5542"/>
              <a:gd name="T61" fmla="*/ 3975 h 5553"/>
              <a:gd name="T62" fmla="*/ 5542 w 5542"/>
              <a:gd name="T63" fmla="*/ 3576 h 5553"/>
              <a:gd name="T64" fmla="*/ 5449 w 5542"/>
              <a:gd name="T65" fmla="*/ 3419 h 5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542" h="5553">
                <a:moveTo>
                  <a:pt x="5449" y="3419"/>
                </a:moveTo>
                <a:lnTo>
                  <a:pt x="3169" y="2146"/>
                </a:lnTo>
                <a:cubicBezTo>
                  <a:pt x="3118" y="2118"/>
                  <a:pt x="3075" y="2047"/>
                  <a:pt x="3073" y="1989"/>
                </a:cubicBezTo>
                <a:lnTo>
                  <a:pt x="3011" y="284"/>
                </a:lnTo>
                <a:cubicBezTo>
                  <a:pt x="3005" y="108"/>
                  <a:pt x="2890" y="0"/>
                  <a:pt x="2771" y="0"/>
                </a:cubicBezTo>
                <a:cubicBezTo>
                  <a:pt x="2652" y="0"/>
                  <a:pt x="2537" y="108"/>
                  <a:pt x="2530" y="284"/>
                </a:cubicBezTo>
                <a:lnTo>
                  <a:pt x="2469" y="1989"/>
                </a:lnTo>
                <a:cubicBezTo>
                  <a:pt x="2467" y="2047"/>
                  <a:pt x="2424" y="2118"/>
                  <a:pt x="2373" y="2146"/>
                </a:cubicBezTo>
                <a:lnTo>
                  <a:pt x="93" y="3419"/>
                </a:lnTo>
                <a:cubicBezTo>
                  <a:pt x="42" y="3447"/>
                  <a:pt x="0" y="3518"/>
                  <a:pt x="0" y="3576"/>
                </a:cubicBezTo>
                <a:lnTo>
                  <a:pt x="0" y="3976"/>
                </a:lnTo>
                <a:cubicBezTo>
                  <a:pt x="0" y="4034"/>
                  <a:pt x="46" y="4068"/>
                  <a:pt x="102" y="4051"/>
                </a:cubicBezTo>
                <a:lnTo>
                  <a:pt x="2336" y="3371"/>
                </a:lnTo>
                <a:cubicBezTo>
                  <a:pt x="2392" y="3354"/>
                  <a:pt x="2437" y="3388"/>
                  <a:pt x="2437" y="3446"/>
                </a:cubicBezTo>
                <a:lnTo>
                  <a:pt x="2437" y="4543"/>
                </a:lnTo>
                <a:cubicBezTo>
                  <a:pt x="2437" y="4601"/>
                  <a:pt x="2401" y="4680"/>
                  <a:pt x="2356" y="4717"/>
                </a:cubicBezTo>
                <a:lnTo>
                  <a:pt x="1972" y="5040"/>
                </a:lnTo>
                <a:cubicBezTo>
                  <a:pt x="1928" y="5077"/>
                  <a:pt x="1891" y="5156"/>
                  <a:pt x="1891" y="5214"/>
                </a:cubicBezTo>
                <a:lnTo>
                  <a:pt x="1891" y="5459"/>
                </a:lnTo>
                <a:cubicBezTo>
                  <a:pt x="1891" y="5517"/>
                  <a:pt x="1937" y="5553"/>
                  <a:pt x="1994" y="5539"/>
                </a:cubicBezTo>
                <a:lnTo>
                  <a:pt x="2771" y="5346"/>
                </a:lnTo>
                <a:lnTo>
                  <a:pt x="3548" y="5539"/>
                </a:lnTo>
                <a:cubicBezTo>
                  <a:pt x="3604" y="5553"/>
                  <a:pt x="3651" y="5517"/>
                  <a:pt x="3651" y="5459"/>
                </a:cubicBezTo>
                <a:lnTo>
                  <a:pt x="3651" y="5214"/>
                </a:lnTo>
                <a:cubicBezTo>
                  <a:pt x="3651" y="5156"/>
                  <a:pt x="3614" y="5077"/>
                  <a:pt x="3569" y="5040"/>
                </a:cubicBezTo>
                <a:lnTo>
                  <a:pt x="3186" y="4717"/>
                </a:lnTo>
                <a:cubicBezTo>
                  <a:pt x="3141" y="4680"/>
                  <a:pt x="3105" y="4601"/>
                  <a:pt x="3105" y="4543"/>
                </a:cubicBezTo>
                <a:lnTo>
                  <a:pt x="3105" y="3446"/>
                </a:lnTo>
                <a:cubicBezTo>
                  <a:pt x="3105" y="3388"/>
                  <a:pt x="3150" y="3354"/>
                  <a:pt x="3206" y="3371"/>
                </a:cubicBezTo>
                <a:lnTo>
                  <a:pt x="5440" y="4051"/>
                </a:lnTo>
                <a:cubicBezTo>
                  <a:pt x="5496" y="4067"/>
                  <a:pt x="5542" y="4033"/>
                  <a:pt x="5542" y="3975"/>
                </a:cubicBezTo>
                <a:lnTo>
                  <a:pt x="5542" y="3576"/>
                </a:lnTo>
                <a:cubicBezTo>
                  <a:pt x="5542" y="3518"/>
                  <a:pt x="5500" y="3447"/>
                  <a:pt x="5449" y="3419"/>
                </a:cubicBezTo>
                <a:close/>
              </a:path>
            </a:pathLst>
          </a:custGeom>
          <a:gradFill>
            <a:gsLst>
              <a:gs pos="100000">
                <a:srgbClr val="1E218C"/>
              </a:gs>
              <a:gs pos="0">
                <a:srgbClr val="2160B1"/>
              </a:gs>
            </a:gsLst>
            <a:lin ang="15000000" scaled="0"/>
          </a:gra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6" y="6229027"/>
            <a:ext cx="3017782" cy="4999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07" y="0"/>
            <a:ext cx="12228034" cy="685800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6400" y="1"/>
            <a:ext cx="11758626" cy="6858000"/>
          </a:xfrm>
          <a:prstGeom prst="rect">
            <a:avLst/>
          </a:prstGeom>
          <a:gradFill>
            <a:gsLst>
              <a:gs pos="100000">
                <a:srgbClr val="1E218C"/>
              </a:gs>
              <a:gs pos="53000">
                <a:srgbClr val="2045A1"/>
              </a:gs>
              <a:gs pos="0">
                <a:srgbClr val="2160B1">
                  <a:alpha val="0"/>
                </a:srgb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-3176" y="6560457"/>
            <a:ext cx="12195176" cy="0"/>
          </a:xfrm>
          <a:prstGeom prst="line">
            <a:avLst/>
          </a:prstGeom>
          <a:ln w="34925">
            <a:gradFill>
              <a:gsLst>
                <a:gs pos="64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25279" t="10767" r="16544" b="25414"/>
          <a:stretch>
            <a:fillRect/>
          </a:stretch>
        </p:blipFill>
        <p:spPr>
          <a:xfrm>
            <a:off x="7386968" y="-62120"/>
            <a:ext cx="6267800" cy="6857999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758216" y="2223213"/>
            <a:ext cx="9193335" cy="229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zh-CN" altLang="en-US" sz="60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感谢各位</a:t>
            </a:r>
            <a:r>
              <a:rPr lang="en-US" altLang="zh-CN" sz="60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6000" b="1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25000"/>
              </a:lnSpc>
            </a:pPr>
            <a:r>
              <a:rPr lang="zh-CN" altLang="en-US" sz="60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请您批评指正</a:t>
            </a:r>
            <a:endParaRPr lang="zh-CN" altLang="en-US" sz="6000" b="1" spc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051010" y="4965340"/>
            <a:ext cx="5249686" cy="518860"/>
            <a:chOff x="2123796" y="4672466"/>
            <a:chExt cx="5249686" cy="518860"/>
          </a:xfrm>
        </p:grpSpPr>
        <p:sp>
          <p:nvSpPr>
            <p:cNvPr id="38" name="文本框 37"/>
            <p:cNvSpPr txBox="1"/>
            <p:nvPr/>
          </p:nvSpPr>
          <p:spPr>
            <a:xfrm>
              <a:off x="2123796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687990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986" y="1292734"/>
            <a:ext cx="3988039" cy="66493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008" y="133637"/>
            <a:ext cx="2672115" cy="1685317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2352" y="6015340"/>
            <a:ext cx="2672115" cy="16853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409" y="-292953"/>
            <a:ext cx="2672115" cy="168531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1952746" y="3837709"/>
            <a:ext cx="7857138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标题 47"/>
          <p:cNvSpPr txBox="1"/>
          <p:nvPr/>
        </p:nvSpPr>
        <p:spPr>
          <a:xfrm>
            <a:off x="6237890" y="2007989"/>
            <a:ext cx="4068376" cy="16304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8800" spc="600" dirty="0">
                <a:solidFill>
                  <a:srgbClr val="2160B1"/>
                </a:solidFill>
              </a:rPr>
              <a:t>样式</a:t>
            </a:r>
            <a:r>
              <a:rPr lang="en-US" altLang="zh-CN" sz="8800" spc="600" dirty="0">
                <a:solidFill>
                  <a:srgbClr val="2160B1"/>
                </a:solidFill>
              </a:rPr>
              <a:t>05</a:t>
            </a:r>
            <a:endParaRPr lang="zh-CN" altLang="en-US" sz="8800" spc="600" dirty="0">
              <a:solidFill>
                <a:srgbClr val="2160B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90383" y="3837709"/>
            <a:ext cx="3877541" cy="12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标题 47"/>
          <p:cNvSpPr txBox="1"/>
          <p:nvPr/>
        </p:nvSpPr>
        <p:spPr>
          <a:xfrm>
            <a:off x="4001608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02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1" name="标题 47"/>
          <p:cNvSpPr txBox="1"/>
          <p:nvPr/>
        </p:nvSpPr>
        <p:spPr>
          <a:xfrm>
            <a:off x="4001608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04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2" name="标题 47"/>
          <p:cNvSpPr txBox="1"/>
          <p:nvPr/>
        </p:nvSpPr>
        <p:spPr>
          <a:xfrm>
            <a:off x="1867021" y="2158901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01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标题 47"/>
          <p:cNvSpPr txBox="1"/>
          <p:nvPr/>
        </p:nvSpPr>
        <p:spPr>
          <a:xfrm>
            <a:off x="1867021" y="2876682"/>
            <a:ext cx="1952504" cy="7914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4000" spc="0" dirty="0">
                <a:solidFill>
                  <a:schemeClr val="bg1">
                    <a:lumMod val="85000"/>
                  </a:schemeClr>
                </a:solidFill>
              </a:rPr>
              <a:t>样式</a:t>
            </a:r>
            <a:r>
              <a:rPr lang="en-US" altLang="zh-CN" sz="4000" spc="0" dirty="0">
                <a:solidFill>
                  <a:schemeClr val="bg1">
                    <a:lumMod val="85000"/>
                  </a:schemeClr>
                </a:solidFill>
              </a:rPr>
              <a:t>03</a:t>
            </a:r>
            <a:endParaRPr lang="zh-CN" altLang="en-US" sz="4000" spc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3918858"/>
            <a:ext cx="4171403" cy="2939142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2"/>
          <a:srcRect t="25758" b="25009"/>
          <a:stretch>
            <a:fillRect/>
          </a:stretch>
        </p:blipFill>
        <p:spPr>
          <a:xfrm>
            <a:off x="1" y="728975"/>
            <a:ext cx="12191998" cy="6002466"/>
          </a:xfrm>
          <a:prstGeom prst="rect">
            <a:avLst/>
          </a:prstGeom>
        </p:spPr>
      </p:pic>
      <p:sp>
        <p:nvSpPr>
          <p:cNvPr id="32" name="矩形 18"/>
          <p:cNvSpPr/>
          <p:nvPr/>
        </p:nvSpPr>
        <p:spPr>
          <a:xfrm>
            <a:off x="0" y="126560"/>
            <a:ext cx="12192000" cy="1077768"/>
          </a:xfrm>
          <a:custGeom>
            <a:avLst/>
            <a:gdLst>
              <a:gd name="connsiteX0" fmla="*/ 0 w 12192000"/>
              <a:gd name="connsiteY0" fmla="*/ 0 h 854460"/>
              <a:gd name="connsiteX1" fmla="*/ 12192000 w 12192000"/>
              <a:gd name="connsiteY1" fmla="*/ 0 h 854460"/>
              <a:gd name="connsiteX2" fmla="*/ 12192000 w 12192000"/>
              <a:gd name="connsiteY2" fmla="*/ 854460 h 854460"/>
              <a:gd name="connsiteX3" fmla="*/ 0 w 12192000"/>
              <a:gd name="connsiteY3" fmla="*/ 854460 h 854460"/>
              <a:gd name="connsiteX4" fmla="*/ 0 w 12192000"/>
              <a:gd name="connsiteY4" fmla="*/ 0 h 854460"/>
              <a:gd name="connsiteX0-1" fmla="*/ 0 w 12192000"/>
              <a:gd name="connsiteY0-2" fmla="*/ 0 h 854460"/>
              <a:gd name="connsiteX1-3" fmla="*/ 12192000 w 12192000"/>
              <a:gd name="connsiteY1-4" fmla="*/ 0 h 854460"/>
              <a:gd name="connsiteX2-5" fmla="*/ 12192000 w 12192000"/>
              <a:gd name="connsiteY2-6" fmla="*/ 854460 h 854460"/>
              <a:gd name="connsiteX3-7" fmla="*/ 5855855 w 12192000"/>
              <a:gd name="connsiteY3-8" fmla="*/ 849745 h 854460"/>
              <a:gd name="connsiteX4-9" fmla="*/ 0 w 12192000"/>
              <a:gd name="connsiteY4-10" fmla="*/ 854460 h 854460"/>
              <a:gd name="connsiteX5" fmla="*/ 0 w 12192000"/>
              <a:gd name="connsiteY5" fmla="*/ 0 h 854460"/>
              <a:gd name="connsiteX0-11" fmla="*/ 0 w 12192000"/>
              <a:gd name="connsiteY0-12" fmla="*/ 0 h 858982"/>
              <a:gd name="connsiteX1-13" fmla="*/ 12192000 w 12192000"/>
              <a:gd name="connsiteY1-14" fmla="*/ 0 h 858982"/>
              <a:gd name="connsiteX2-15" fmla="*/ 12192000 w 12192000"/>
              <a:gd name="connsiteY2-16" fmla="*/ 854460 h 858982"/>
              <a:gd name="connsiteX3-17" fmla="*/ 6096000 w 12192000"/>
              <a:gd name="connsiteY3-18" fmla="*/ 858982 h 858982"/>
              <a:gd name="connsiteX4-19" fmla="*/ 5855855 w 12192000"/>
              <a:gd name="connsiteY4-20" fmla="*/ 849745 h 858982"/>
              <a:gd name="connsiteX5-21" fmla="*/ 0 w 12192000"/>
              <a:gd name="connsiteY5-22" fmla="*/ 854460 h 858982"/>
              <a:gd name="connsiteX6" fmla="*/ 0 w 12192000"/>
              <a:gd name="connsiteY6" fmla="*/ 0 h 858982"/>
              <a:gd name="connsiteX0-23" fmla="*/ 0 w 12192000"/>
              <a:gd name="connsiteY0-24" fmla="*/ 0 h 858982"/>
              <a:gd name="connsiteX1-25" fmla="*/ 12192000 w 12192000"/>
              <a:gd name="connsiteY1-26" fmla="*/ 0 h 858982"/>
              <a:gd name="connsiteX2-27" fmla="*/ 12192000 w 12192000"/>
              <a:gd name="connsiteY2-28" fmla="*/ 854460 h 858982"/>
              <a:gd name="connsiteX3-29" fmla="*/ 6363855 w 12192000"/>
              <a:gd name="connsiteY3-30" fmla="*/ 849745 h 858982"/>
              <a:gd name="connsiteX4-31" fmla="*/ 6096000 w 12192000"/>
              <a:gd name="connsiteY4-32" fmla="*/ 858982 h 858982"/>
              <a:gd name="connsiteX5-33" fmla="*/ 5855855 w 12192000"/>
              <a:gd name="connsiteY5-34" fmla="*/ 849745 h 858982"/>
              <a:gd name="connsiteX6-35" fmla="*/ 0 w 12192000"/>
              <a:gd name="connsiteY6-36" fmla="*/ 854460 h 858982"/>
              <a:gd name="connsiteX7" fmla="*/ 0 w 12192000"/>
              <a:gd name="connsiteY7" fmla="*/ 0 h 858982"/>
              <a:gd name="connsiteX0-37" fmla="*/ 0 w 12192000"/>
              <a:gd name="connsiteY0-38" fmla="*/ 0 h 1071418"/>
              <a:gd name="connsiteX1-39" fmla="*/ 12192000 w 12192000"/>
              <a:gd name="connsiteY1-40" fmla="*/ 0 h 1071418"/>
              <a:gd name="connsiteX2-41" fmla="*/ 12192000 w 12192000"/>
              <a:gd name="connsiteY2-42" fmla="*/ 854460 h 1071418"/>
              <a:gd name="connsiteX3-43" fmla="*/ 6363855 w 12192000"/>
              <a:gd name="connsiteY3-44" fmla="*/ 849745 h 1071418"/>
              <a:gd name="connsiteX4-45" fmla="*/ 6086763 w 12192000"/>
              <a:gd name="connsiteY4-46" fmla="*/ 1071418 h 1071418"/>
              <a:gd name="connsiteX5-47" fmla="*/ 5855855 w 12192000"/>
              <a:gd name="connsiteY5-48" fmla="*/ 849745 h 1071418"/>
              <a:gd name="connsiteX6-49" fmla="*/ 0 w 12192000"/>
              <a:gd name="connsiteY6-50" fmla="*/ 854460 h 1071418"/>
              <a:gd name="connsiteX7-51" fmla="*/ 0 w 12192000"/>
              <a:gd name="connsiteY7-52" fmla="*/ 0 h 1071418"/>
              <a:gd name="connsiteX0-53" fmla="*/ 0 w 12192000"/>
              <a:gd name="connsiteY0-54" fmla="*/ 0 h 1071418"/>
              <a:gd name="connsiteX1-55" fmla="*/ 12192000 w 12192000"/>
              <a:gd name="connsiteY1-56" fmla="*/ 0 h 1071418"/>
              <a:gd name="connsiteX2-57" fmla="*/ 12192000 w 12192000"/>
              <a:gd name="connsiteY2-58" fmla="*/ 854460 h 1071418"/>
              <a:gd name="connsiteX3-59" fmla="*/ 6341630 w 12192000"/>
              <a:gd name="connsiteY3-60" fmla="*/ 849745 h 1071418"/>
              <a:gd name="connsiteX4-61" fmla="*/ 6086763 w 12192000"/>
              <a:gd name="connsiteY4-62" fmla="*/ 1071418 h 1071418"/>
              <a:gd name="connsiteX5-63" fmla="*/ 5855855 w 12192000"/>
              <a:gd name="connsiteY5-64" fmla="*/ 849745 h 1071418"/>
              <a:gd name="connsiteX6-65" fmla="*/ 0 w 12192000"/>
              <a:gd name="connsiteY6-66" fmla="*/ 854460 h 1071418"/>
              <a:gd name="connsiteX7-67" fmla="*/ 0 w 12192000"/>
              <a:gd name="connsiteY7-68" fmla="*/ 0 h 1071418"/>
              <a:gd name="connsiteX0-69" fmla="*/ 0 w 12192000"/>
              <a:gd name="connsiteY0-70" fmla="*/ 0 h 1077768"/>
              <a:gd name="connsiteX1-71" fmla="*/ 12192000 w 12192000"/>
              <a:gd name="connsiteY1-72" fmla="*/ 0 h 1077768"/>
              <a:gd name="connsiteX2-73" fmla="*/ 12192000 w 12192000"/>
              <a:gd name="connsiteY2-74" fmla="*/ 854460 h 1077768"/>
              <a:gd name="connsiteX3-75" fmla="*/ 6341630 w 12192000"/>
              <a:gd name="connsiteY3-76" fmla="*/ 849745 h 1077768"/>
              <a:gd name="connsiteX4-77" fmla="*/ 6102638 w 12192000"/>
              <a:gd name="connsiteY4-78" fmla="*/ 1077768 h 1077768"/>
              <a:gd name="connsiteX5-79" fmla="*/ 5855855 w 12192000"/>
              <a:gd name="connsiteY5-80" fmla="*/ 849745 h 1077768"/>
              <a:gd name="connsiteX6-81" fmla="*/ 0 w 12192000"/>
              <a:gd name="connsiteY6-82" fmla="*/ 854460 h 1077768"/>
              <a:gd name="connsiteX7-83" fmla="*/ 0 w 12192000"/>
              <a:gd name="connsiteY7-84" fmla="*/ 0 h 1077768"/>
              <a:gd name="connsiteX0-85" fmla="*/ 0 w 12192000"/>
              <a:gd name="connsiteY0-86" fmla="*/ 0 h 1077768"/>
              <a:gd name="connsiteX1-87" fmla="*/ 12192000 w 12192000"/>
              <a:gd name="connsiteY1-88" fmla="*/ 0 h 1077768"/>
              <a:gd name="connsiteX2-89" fmla="*/ 12192000 w 12192000"/>
              <a:gd name="connsiteY2-90" fmla="*/ 854460 h 1077768"/>
              <a:gd name="connsiteX3-91" fmla="*/ 6341630 w 12192000"/>
              <a:gd name="connsiteY3-92" fmla="*/ 849745 h 1077768"/>
              <a:gd name="connsiteX4-93" fmla="*/ 6102638 w 12192000"/>
              <a:gd name="connsiteY4-94" fmla="*/ 1077768 h 1077768"/>
              <a:gd name="connsiteX5-95" fmla="*/ 5678055 w 12192000"/>
              <a:gd name="connsiteY5-96" fmla="*/ 837045 h 1077768"/>
              <a:gd name="connsiteX6-97" fmla="*/ 0 w 12192000"/>
              <a:gd name="connsiteY6-98" fmla="*/ 854460 h 1077768"/>
              <a:gd name="connsiteX7-99" fmla="*/ 0 w 12192000"/>
              <a:gd name="connsiteY7-100" fmla="*/ 0 h 1077768"/>
              <a:gd name="connsiteX0-101" fmla="*/ 0 w 12192000"/>
              <a:gd name="connsiteY0-102" fmla="*/ 0 h 1077768"/>
              <a:gd name="connsiteX1-103" fmla="*/ 12192000 w 12192000"/>
              <a:gd name="connsiteY1-104" fmla="*/ 0 h 1077768"/>
              <a:gd name="connsiteX2-105" fmla="*/ 12192000 w 12192000"/>
              <a:gd name="connsiteY2-106" fmla="*/ 854460 h 1077768"/>
              <a:gd name="connsiteX3-107" fmla="*/ 6519430 w 12192000"/>
              <a:gd name="connsiteY3-108" fmla="*/ 837045 h 1077768"/>
              <a:gd name="connsiteX4-109" fmla="*/ 6102638 w 12192000"/>
              <a:gd name="connsiteY4-110" fmla="*/ 1077768 h 1077768"/>
              <a:gd name="connsiteX5-111" fmla="*/ 5678055 w 12192000"/>
              <a:gd name="connsiteY5-112" fmla="*/ 837045 h 1077768"/>
              <a:gd name="connsiteX6-113" fmla="*/ 0 w 12192000"/>
              <a:gd name="connsiteY6-114" fmla="*/ 854460 h 1077768"/>
              <a:gd name="connsiteX7-115" fmla="*/ 0 w 12192000"/>
              <a:gd name="connsiteY7-116" fmla="*/ 0 h 10777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192000" h="1077768">
                <a:moveTo>
                  <a:pt x="0" y="0"/>
                </a:moveTo>
                <a:lnTo>
                  <a:pt x="12192000" y="0"/>
                </a:lnTo>
                <a:lnTo>
                  <a:pt x="12192000" y="854460"/>
                </a:lnTo>
                <a:lnTo>
                  <a:pt x="6519430" y="837045"/>
                </a:lnTo>
                <a:lnTo>
                  <a:pt x="6102638" y="1077768"/>
                </a:lnTo>
                <a:lnTo>
                  <a:pt x="5678055" y="837045"/>
                </a:lnTo>
                <a:lnTo>
                  <a:pt x="0" y="8544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E218C">
                  <a:alpha val="31000"/>
                </a:srgbClr>
              </a:gs>
              <a:gs pos="100000">
                <a:srgbClr val="2160B1">
                  <a:alpha val="17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871318" y="1571995"/>
            <a:ext cx="4191316" cy="4225117"/>
          </a:xfrm>
          <a:prstGeom prst="rect">
            <a:avLst/>
          </a:prstGeom>
          <a:blipFill dpi="0" rotWithShape="1">
            <a:blip r:embed="rId3">
              <a:alphaModFix amt="12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12192000" cy="1077768"/>
          </a:xfrm>
          <a:custGeom>
            <a:avLst/>
            <a:gdLst>
              <a:gd name="connsiteX0" fmla="*/ 0 w 12192000"/>
              <a:gd name="connsiteY0" fmla="*/ 0 h 854460"/>
              <a:gd name="connsiteX1" fmla="*/ 12192000 w 12192000"/>
              <a:gd name="connsiteY1" fmla="*/ 0 h 854460"/>
              <a:gd name="connsiteX2" fmla="*/ 12192000 w 12192000"/>
              <a:gd name="connsiteY2" fmla="*/ 854460 h 854460"/>
              <a:gd name="connsiteX3" fmla="*/ 0 w 12192000"/>
              <a:gd name="connsiteY3" fmla="*/ 854460 h 854460"/>
              <a:gd name="connsiteX4" fmla="*/ 0 w 12192000"/>
              <a:gd name="connsiteY4" fmla="*/ 0 h 854460"/>
              <a:gd name="connsiteX0-1" fmla="*/ 0 w 12192000"/>
              <a:gd name="connsiteY0-2" fmla="*/ 0 h 854460"/>
              <a:gd name="connsiteX1-3" fmla="*/ 12192000 w 12192000"/>
              <a:gd name="connsiteY1-4" fmla="*/ 0 h 854460"/>
              <a:gd name="connsiteX2-5" fmla="*/ 12192000 w 12192000"/>
              <a:gd name="connsiteY2-6" fmla="*/ 854460 h 854460"/>
              <a:gd name="connsiteX3-7" fmla="*/ 5855855 w 12192000"/>
              <a:gd name="connsiteY3-8" fmla="*/ 849745 h 854460"/>
              <a:gd name="connsiteX4-9" fmla="*/ 0 w 12192000"/>
              <a:gd name="connsiteY4-10" fmla="*/ 854460 h 854460"/>
              <a:gd name="connsiteX5" fmla="*/ 0 w 12192000"/>
              <a:gd name="connsiteY5" fmla="*/ 0 h 854460"/>
              <a:gd name="connsiteX0-11" fmla="*/ 0 w 12192000"/>
              <a:gd name="connsiteY0-12" fmla="*/ 0 h 858982"/>
              <a:gd name="connsiteX1-13" fmla="*/ 12192000 w 12192000"/>
              <a:gd name="connsiteY1-14" fmla="*/ 0 h 858982"/>
              <a:gd name="connsiteX2-15" fmla="*/ 12192000 w 12192000"/>
              <a:gd name="connsiteY2-16" fmla="*/ 854460 h 858982"/>
              <a:gd name="connsiteX3-17" fmla="*/ 6096000 w 12192000"/>
              <a:gd name="connsiteY3-18" fmla="*/ 858982 h 858982"/>
              <a:gd name="connsiteX4-19" fmla="*/ 5855855 w 12192000"/>
              <a:gd name="connsiteY4-20" fmla="*/ 849745 h 858982"/>
              <a:gd name="connsiteX5-21" fmla="*/ 0 w 12192000"/>
              <a:gd name="connsiteY5-22" fmla="*/ 854460 h 858982"/>
              <a:gd name="connsiteX6" fmla="*/ 0 w 12192000"/>
              <a:gd name="connsiteY6" fmla="*/ 0 h 858982"/>
              <a:gd name="connsiteX0-23" fmla="*/ 0 w 12192000"/>
              <a:gd name="connsiteY0-24" fmla="*/ 0 h 858982"/>
              <a:gd name="connsiteX1-25" fmla="*/ 12192000 w 12192000"/>
              <a:gd name="connsiteY1-26" fmla="*/ 0 h 858982"/>
              <a:gd name="connsiteX2-27" fmla="*/ 12192000 w 12192000"/>
              <a:gd name="connsiteY2-28" fmla="*/ 854460 h 858982"/>
              <a:gd name="connsiteX3-29" fmla="*/ 6363855 w 12192000"/>
              <a:gd name="connsiteY3-30" fmla="*/ 849745 h 858982"/>
              <a:gd name="connsiteX4-31" fmla="*/ 6096000 w 12192000"/>
              <a:gd name="connsiteY4-32" fmla="*/ 858982 h 858982"/>
              <a:gd name="connsiteX5-33" fmla="*/ 5855855 w 12192000"/>
              <a:gd name="connsiteY5-34" fmla="*/ 849745 h 858982"/>
              <a:gd name="connsiteX6-35" fmla="*/ 0 w 12192000"/>
              <a:gd name="connsiteY6-36" fmla="*/ 854460 h 858982"/>
              <a:gd name="connsiteX7" fmla="*/ 0 w 12192000"/>
              <a:gd name="connsiteY7" fmla="*/ 0 h 858982"/>
              <a:gd name="connsiteX0-37" fmla="*/ 0 w 12192000"/>
              <a:gd name="connsiteY0-38" fmla="*/ 0 h 1071418"/>
              <a:gd name="connsiteX1-39" fmla="*/ 12192000 w 12192000"/>
              <a:gd name="connsiteY1-40" fmla="*/ 0 h 1071418"/>
              <a:gd name="connsiteX2-41" fmla="*/ 12192000 w 12192000"/>
              <a:gd name="connsiteY2-42" fmla="*/ 854460 h 1071418"/>
              <a:gd name="connsiteX3-43" fmla="*/ 6363855 w 12192000"/>
              <a:gd name="connsiteY3-44" fmla="*/ 849745 h 1071418"/>
              <a:gd name="connsiteX4-45" fmla="*/ 6086763 w 12192000"/>
              <a:gd name="connsiteY4-46" fmla="*/ 1071418 h 1071418"/>
              <a:gd name="connsiteX5-47" fmla="*/ 5855855 w 12192000"/>
              <a:gd name="connsiteY5-48" fmla="*/ 849745 h 1071418"/>
              <a:gd name="connsiteX6-49" fmla="*/ 0 w 12192000"/>
              <a:gd name="connsiteY6-50" fmla="*/ 854460 h 1071418"/>
              <a:gd name="connsiteX7-51" fmla="*/ 0 w 12192000"/>
              <a:gd name="connsiteY7-52" fmla="*/ 0 h 1071418"/>
              <a:gd name="connsiteX0-53" fmla="*/ 0 w 12192000"/>
              <a:gd name="connsiteY0-54" fmla="*/ 0 h 1071418"/>
              <a:gd name="connsiteX1-55" fmla="*/ 12192000 w 12192000"/>
              <a:gd name="connsiteY1-56" fmla="*/ 0 h 1071418"/>
              <a:gd name="connsiteX2-57" fmla="*/ 12192000 w 12192000"/>
              <a:gd name="connsiteY2-58" fmla="*/ 854460 h 1071418"/>
              <a:gd name="connsiteX3-59" fmla="*/ 6341630 w 12192000"/>
              <a:gd name="connsiteY3-60" fmla="*/ 849745 h 1071418"/>
              <a:gd name="connsiteX4-61" fmla="*/ 6086763 w 12192000"/>
              <a:gd name="connsiteY4-62" fmla="*/ 1071418 h 1071418"/>
              <a:gd name="connsiteX5-63" fmla="*/ 5855855 w 12192000"/>
              <a:gd name="connsiteY5-64" fmla="*/ 849745 h 1071418"/>
              <a:gd name="connsiteX6-65" fmla="*/ 0 w 12192000"/>
              <a:gd name="connsiteY6-66" fmla="*/ 854460 h 1071418"/>
              <a:gd name="connsiteX7-67" fmla="*/ 0 w 12192000"/>
              <a:gd name="connsiteY7-68" fmla="*/ 0 h 1071418"/>
              <a:gd name="connsiteX0-69" fmla="*/ 0 w 12192000"/>
              <a:gd name="connsiteY0-70" fmla="*/ 0 h 1077768"/>
              <a:gd name="connsiteX1-71" fmla="*/ 12192000 w 12192000"/>
              <a:gd name="connsiteY1-72" fmla="*/ 0 h 1077768"/>
              <a:gd name="connsiteX2-73" fmla="*/ 12192000 w 12192000"/>
              <a:gd name="connsiteY2-74" fmla="*/ 854460 h 1077768"/>
              <a:gd name="connsiteX3-75" fmla="*/ 6341630 w 12192000"/>
              <a:gd name="connsiteY3-76" fmla="*/ 849745 h 1077768"/>
              <a:gd name="connsiteX4-77" fmla="*/ 6102638 w 12192000"/>
              <a:gd name="connsiteY4-78" fmla="*/ 1077768 h 1077768"/>
              <a:gd name="connsiteX5-79" fmla="*/ 5855855 w 12192000"/>
              <a:gd name="connsiteY5-80" fmla="*/ 849745 h 1077768"/>
              <a:gd name="connsiteX6-81" fmla="*/ 0 w 12192000"/>
              <a:gd name="connsiteY6-82" fmla="*/ 854460 h 1077768"/>
              <a:gd name="connsiteX7-83" fmla="*/ 0 w 12192000"/>
              <a:gd name="connsiteY7-84" fmla="*/ 0 h 10777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192000" h="1077768">
                <a:moveTo>
                  <a:pt x="0" y="0"/>
                </a:moveTo>
                <a:lnTo>
                  <a:pt x="12192000" y="0"/>
                </a:lnTo>
                <a:lnTo>
                  <a:pt x="12192000" y="854460"/>
                </a:lnTo>
                <a:lnTo>
                  <a:pt x="6341630" y="849745"/>
                </a:lnTo>
                <a:lnTo>
                  <a:pt x="6102638" y="1077768"/>
                </a:lnTo>
                <a:lnTo>
                  <a:pt x="5855855" y="849745"/>
                </a:lnTo>
                <a:lnTo>
                  <a:pt x="0" y="8544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E218C"/>
              </a:gs>
              <a:gs pos="100000">
                <a:srgbClr val="2160B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229408" y="2522262"/>
            <a:ext cx="7799860" cy="186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800" b="1" spc="100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effectLst>
                  <a:glow rad="76200">
                    <a:schemeClr val="bg1"/>
                  </a:glow>
                  <a:outerShdw blurRad="609600" dist="50800" dir="5400000" algn="ctr" rotWithShape="0">
                    <a:srgbClr val="1E218C">
                      <a:alpha val="1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南京航空航天大学航空学院</a:t>
            </a:r>
            <a:b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effectLst>
                  <a:glow rad="76200">
                    <a:schemeClr val="bg1"/>
                  </a:glow>
                  <a:outerShdw blurRad="609600" dist="50800" dir="5400000" algn="ctr" rotWithShape="0">
                    <a:srgbClr val="1E218C">
                      <a:alpha val="1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effectLst>
                  <a:glow rad="76200">
                    <a:schemeClr val="bg1"/>
                  </a:glow>
                  <a:outerShdw blurRad="609600" dist="50800" dir="5400000" algn="ctr" rotWithShape="0">
                    <a:srgbClr val="1E218C">
                      <a:alpha val="1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  <a:r>
              <a:rPr kumimoji="0" lang="en-US" altLang="zh-CN" sz="4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effectLst>
                  <a:glow rad="76200">
                    <a:schemeClr val="bg1"/>
                  </a:glow>
                  <a:outerShdw blurRad="609600" dist="50800" dir="5400000" algn="ctr" rotWithShape="0">
                    <a:srgbClr val="1E218C">
                      <a:alpha val="1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4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effectLst>
                  <a:glow rad="76200">
                    <a:schemeClr val="bg1"/>
                  </a:glow>
                  <a:outerShdw blurRad="609600" dist="50800" dir="5400000" algn="ctr" rotWithShape="0">
                    <a:srgbClr val="1E218C">
                      <a:alpha val="1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汇报通用模板</a:t>
            </a:r>
            <a:endParaRPr lang="zh-CN" altLang="en-US" sz="2800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10200000" scaled="0"/>
              </a:gradFill>
              <a:effectLst>
                <a:glow rad="76200">
                  <a:schemeClr val="bg1"/>
                </a:glow>
                <a:outerShdw blurRad="609600" dist="50800" dir="5400000" algn="ctr" rotWithShape="0">
                  <a:srgbClr val="1E218C">
                    <a:alpha val="10000"/>
                  </a:srgbClr>
                </a:outerShdw>
              </a:effectLst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0451" y="155152"/>
            <a:ext cx="4131849" cy="576134"/>
            <a:chOff x="2391333" y="28738"/>
            <a:chExt cx="5968114" cy="83217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333" y="32077"/>
              <a:ext cx="825500" cy="82550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347" y="28738"/>
              <a:ext cx="4991100" cy="83217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2229408" y="1964097"/>
            <a:ext cx="7799860" cy="51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4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4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年南京航空航天大学航空学院 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-15876" y="6247948"/>
            <a:ext cx="12207875" cy="610052"/>
          </a:xfrm>
          <a:custGeom>
            <a:avLst/>
            <a:gdLst>
              <a:gd name="connsiteX0" fmla="*/ 0 w 12192000"/>
              <a:gd name="connsiteY0" fmla="*/ 0 h 343352"/>
              <a:gd name="connsiteX1" fmla="*/ 12192000 w 12192000"/>
              <a:gd name="connsiteY1" fmla="*/ 0 h 343352"/>
              <a:gd name="connsiteX2" fmla="*/ 12192000 w 12192000"/>
              <a:gd name="connsiteY2" fmla="*/ 343352 h 343352"/>
              <a:gd name="connsiteX3" fmla="*/ 0 w 12192000"/>
              <a:gd name="connsiteY3" fmla="*/ 343352 h 343352"/>
              <a:gd name="connsiteX4" fmla="*/ 0 w 12192000"/>
              <a:gd name="connsiteY4" fmla="*/ 0 h 343352"/>
              <a:gd name="connsiteX0-1" fmla="*/ 12700 w 12192000"/>
              <a:gd name="connsiteY0-2" fmla="*/ 0 h 495752"/>
              <a:gd name="connsiteX1-3" fmla="*/ 12192000 w 12192000"/>
              <a:gd name="connsiteY1-4" fmla="*/ 152400 h 495752"/>
              <a:gd name="connsiteX2-5" fmla="*/ 12192000 w 12192000"/>
              <a:gd name="connsiteY2-6" fmla="*/ 495752 h 495752"/>
              <a:gd name="connsiteX3-7" fmla="*/ 0 w 12192000"/>
              <a:gd name="connsiteY3-8" fmla="*/ 495752 h 495752"/>
              <a:gd name="connsiteX4-9" fmla="*/ 12700 w 12192000"/>
              <a:gd name="connsiteY4-10" fmla="*/ 0 h 495752"/>
              <a:gd name="connsiteX0-11" fmla="*/ 12700 w 12192000"/>
              <a:gd name="connsiteY0-12" fmla="*/ 114300 h 610052"/>
              <a:gd name="connsiteX1-13" fmla="*/ 12192000 w 12192000"/>
              <a:gd name="connsiteY1-14" fmla="*/ 0 h 610052"/>
              <a:gd name="connsiteX2-15" fmla="*/ 12192000 w 12192000"/>
              <a:gd name="connsiteY2-16" fmla="*/ 610052 h 610052"/>
              <a:gd name="connsiteX3-17" fmla="*/ 0 w 12192000"/>
              <a:gd name="connsiteY3-18" fmla="*/ 610052 h 610052"/>
              <a:gd name="connsiteX4-19" fmla="*/ 12700 w 12192000"/>
              <a:gd name="connsiteY4-20" fmla="*/ 114300 h 610052"/>
              <a:gd name="connsiteX0-21" fmla="*/ 12700 w 12192000"/>
              <a:gd name="connsiteY0-22" fmla="*/ 76200 h 610052"/>
              <a:gd name="connsiteX1-23" fmla="*/ 12192000 w 12192000"/>
              <a:gd name="connsiteY1-24" fmla="*/ 0 h 610052"/>
              <a:gd name="connsiteX2-25" fmla="*/ 12192000 w 12192000"/>
              <a:gd name="connsiteY2-26" fmla="*/ 610052 h 610052"/>
              <a:gd name="connsiteX3-27" fmla="*/ 0 w 12192000"/>
              <a:gd name="connsiteY3-28" fmla="*/ 610052 h 610052"/>
              <a:gd name="connsiteX4-29" fmla="*/ 12700 w 12192000"/>
              <a:gd name="connsiteY4-30" fmla="*/ 76200 h 610052"/>
              <a:gd name="connsiteX0-31" fmla="*/ 12700 w 12192000"/>
              <a:gd name="connsiteY0-32" fmla="*/ 38100 h 610052"/>
              <a:gd name="connsiteX1-33" fmla="*/ 12192000 w 12192000"/>
              <a:gd name="connsiteY1-34" fmla="*/ 0 h 610052"/>
              <a:gd name="connsiteX2-35" fmla="*/ 12192000 w 12192000"/>
              <a:gd name="connsiteY2-36" fmla="*/ 610052 h 610052"/>
              <a:gd name="connsiteX3-37" fmla="*/ 0 w 12192000"/>
              <a:gd name="connsiteY3-38" fmla="*/ 610052 h 610052"/>
              <a:gd name="connsiteX4-39" fmla="*/ 12700 w 12192000"/>
              <a:gd name="connsiteY4-40" fmla="*/ 38100 h 610052"/>
              <a:gd name="connsiteX0-41" fmla="*/ 0 w 12207875"/>
              <a:gd name="connsiteY0-42" fmla="*/ 38100 h 610052"/>
              <a:gd name="connsiteX1-43" fmla="*/ 12207875 w 12207875"/>
              <a:gd name="connsiteY1-44" fmla="*/ 0 h 610052"/>
              <a:gd name="connsiteX2-45" fmla="*/ 12207875 w 12207875"/>
              <a:gd name="connsiteY2-46" fmla="*/ 610052 h 610052"/>
              <a:gd name="connsiteX3-47" fmla="*/ 15875 w 12207875"/>
              <a:gd name="connsiteY3-48" fmla="*/ 610052 h 610052"/>
              <a:gd name="connsiteX4-49" fmla="*/ 0 w 12207875"/>
              <a:gd name="connsiteY4-50" fmla="*/ 38100 h 610052"/>
              <a:gd name="connsiteX0-51" fmla="*/ 0 w 12207875"/>
              <a:gd name="connsiteY0-52" fmla="*/ 38100 h 610052"/>
              <a:gd name="connsiteX1-53" fmla="*/ 12207875 w 12207875"/>
              <a:gd name="connsiteY1-54" fmla="*/ 0 h 610052"/>
              <a:gd name="connsiteX2-55" fmla="*/ 12207875 w 12207875"/>
              <a:gd name="connsiteY2-56" fmla="*/ 610052 h 610052"/>
              <a:gd name="connsiteX3-57" fmla="*/ 15875 w 12207875"/>
              <a:gd name="connsiteY3-58" fmla="*/ 610052 h 610052"/>
              <a:gd name="connsiteX4-59" fmla="*/ 0 w 12207875"/>
              <a:gd name="connsiteY4-60" fmla="*/ 38100 h 610052"/>
              <a:gd name="connsiteX0-61" fmla="*/ 0 w 12207875"/>
              <a:gd name="connsiteY0-62" fmla="*/ 38100 h 610052"/>
              <a:gd name="connsiteX1-63" fmla="*/ 12207875 w 12207875"/>
              <a:gd name="connsiteY1-64" fmla="*/ 0 h 610052"/>
              <a:gd name="connsiteX2-65" fmla="*/ 12207875 w 12207875"/>
              <a:gd name="connsiteY2-66" fmla="*/ 610052 h 610052"/>
              <a:gd name="connsiteX3-67" fmla="*/ 15875 w 12207875"/>
              <a:gd name="connsiteY3-68" fmla="*/ 610052 h 610052"/>
              <a:gd name="connsiteX4-69" fmla="*/ 0 w 12207875"/>
              <a:gd name="connsiteY4-70" fmla="*/ 38100 h 6100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7875" h="610052">
                <a:moveTo>
                  <a:pt x="0" y="38100"/>
                </a:moveTo>
                <a:cubicBezTo>
                  <a:pt x="4164542" y="434975"/>
                  <a:pt x="8186208" y="441325"/>
                  <a:pt x="12207875" y="0"/>
                </a:cubicBezTo>
                <a:lnTo>
                  <a:pt x="12207875" y="610052"/>
                </a:lnTo>
                <a:lnTo>
                  <a:pt x="15875" y="610052"/>
                </a:lnTo>
                <a:lnTo>
                  <a:pt x="0" y="38100"/>
                </a:lnTo>
                <a:close/>
              </a:path>
            </a:pathLst>
          </a:custGeom>
          <a:gradFill>
            <a:gsLst>
              <a:gs pos="0">
                <a:srgbClr val="1E218C"/>
              </a:gs>
              <a:gs pos="100000">
                <a:srgbClr val="2160B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1863725" y="5183279"/>
            <a:ext cx="8464550" cy="518860"/>
            <a:chOff x="2123796" y="4672466"/>
            <a:chExt cx="8464550" cy="518860"/>
          </a:xfrm>
        </p:grpSpPr>
        <p:sp>
          <p:nvSpPr>
            <p:cNvPr id="24" name="文本框 23"/>
            <p:cNvSpPr txBox="1"/>
            <p:nvPr/>
          </p:nvSpPr>
          <p:spPr>
            <a:xfrm>
              <a:off x="2123796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1360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2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90285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200" dirty="0"/>
            </a:p>
          </p:txBody>
        </p:sp>
      </p:grpSp>
      <p:sp>
        <p:nvSpPr>
          <p:cNvPr id="30" name="任意多边形: 形状 29"/>
          <p:cNvSpPr/>
          <p:nvPr/>
        </p:nvSpPr>
        <p:spPr>
          <a:xfrm>
            <a:off x="2340203" y="4775264"/>
            <a:ext cx="7570416" cy="232456"/>
          </a:xfrm>
          <a:custGeom>
            <a:avLst/>
            <a:gdLst>
              <a:gd name="connsiteX0" fmla="*/ 0 w 7779657"/>
              <a:gd name="connsiteY0" fmla="*/ 0 h 246743"/>
              <a:gd name="connsiteX1" fmla="*/ 667657 w 7779657"/>
              <a:gd name="connsiteY1" fmla="*/ 0 h 246743"/>
              <a:gd name="connsiteX2" fmla="*/ 899886 w 7779657"/>
              <a:gd name="connsiteY2" fmla="*/ 246743 h 246743"/>
              <a:gd name="connsiteX3" fmla="*/ 1088572 w 7779657"/>
              <a:gd name="connsiteY3" fmla="*/ 14515 h 246743"/>
              <a:gd name="connsiteX4" fmla="*/ 7779657 w 7779657"/>
              <a:gd name="connsiteY4" fmla="*/ 14515 h 246743"/>
              <a:gd name="connsiteX0-1" fmla="*/ 0 w 7779657"/>
              <a:gd name="connsiteY0-2" fmla="*/ 0 h 246743"/>
              <a:gd name="connsiteX1-3" fmla="*/ 667657 w 7779657"/>
              <a:gd name="connsiteY1-4" fmla="*/ 14287 h 246743"/>
              <a:gd name="connsiteX2-5" fmla="*/ 899886 w 7779657"/>
              <a:gd name="connsiteY2-6" fmla="*/ 246743 h 246743"/>
              <a:gd name="connsiteX3-7" fmla="*/ 1088572 w 7779657"/>
              <a:gd name="connsiteY3-8" fmla="*/ 14515 h 246743"/>
              <a:gd name="connsiteX4-9" fmla="*/ 7779657 w 7779657"/>
              <a:gd name="connsiteY4-10" fmla="*/ 14515 h 246743"/>
              <a:gd name="connsiteX0-11" fmla="*/ 0 w 7784419"/>
              <a:gd name="connsiteY0-12" fmla="*/ 14288 h 232456"/>
              <a:gd name="connsiteX1-13" fmla="*/ 672419 w 7784419"/>
              <a:gd name="connsiteY1-14" fmla="*/ 0 h 232456"/>
              <a:gd name="connsiteX2-15" fmla="*/ 904648 w 7784419"/>
              <a:gd name="connsiteY2-16" fmla="*/ 232456 h 232456"/>
              <a:gd name="connsiteX3-17" fmla="*/ 1093334 w 7784419"/>
              <a:gd name="connsiteY3-18" fmla="*/ 228 h 232456"/>
              <a:gd name="connsiteX4-19" fmla="*/ 7784419 w 7784419"/>
              <a:gd name="connsiteY4-20" fmla="*/ 228 h 232456"/>
              <a:gd name="connsiteX0-21" fmla="*/ 0 w 7790769"/>
              <a:gd name="connsiteY0-22" fmla="*/ 4763 h 232456"/>
              <a:gd name="connsiteX1-23" fmla="*/ 678769 w 7790769"/>
              <a:gd name="connsiteY1-24" fmla="*/ 0 h 232456"/>
              <a:gd name="connsiteX2-25" fmla="*/ 910998 w 7790769"/>
              <a:gd name="connsiteY2-26" fmla="*/ 232456 h 232456"/>
              <a:gd name="connsiteX3-27" fmla="*/ 1099684 w 7790769"/>
              <a:gd name="connsiteY3-28" fmla="*/ 228 h 232456"/>
              <a:gd name="connsiteX4-29" fmla="*/ 7790769 w 7790769"/>
              <a:gd name="connsiteY4-30" fmla="*/ 228 h 2324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790769" h="232456">
                <a:moveTo>
                  <a:pt x="0" y="4763"/>
                </a:moveTo>
                <a:lnTo>
                  <a:pt x="678769" y="0"/>
                </a:lnTo>
                <a:lnTo>
                  <a:pt x="910998" y="232456"/>
                </a:lnTo>
                <a:lnTo>
                  <a:pt x="1099684" y="228"/>
                </a:lnTo>
                <a:lnTo>
                  <a:pt x="7790769" y="228"/>
                </a:lnTo>
              </a:path>
            </a:pathLst>
          </a:custGeom>
          <a:noFill/>
          <a:ln w="25400">
            <a:gradFill>
              <a:gsLst>
                <a:gs pos="0">
                  <a:srgbClr val="2160B1"/>
                </a:gs>
                <a:gs pos="100000">
                  <a:srgbClr val="1E218C"/>
                </a:gs>
              </a:gsLst>
              <a:lin ang="2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22"/>
          <p:cNvSpPr/>
          <p:nvPr/>
        </p:nvSpPr>
        <p:spPr>
          <a:xfrm>
            <a:off x="-3176" y="5556656"/>
            <a:ext cx="12195175" cy="1364695"/>
          </a:xfrm>
          <a:custGeom>
            <a:avLst/>
            <a:gdLst>
              <a:gd name="connsiteX0" fmla="*/ 0 w 12192000"/>
              <a:gd name="connsiteY0" fmla="*/ 0 h 343352"/>
              <a:gd name="connsiteX1" fmla="*/ 12192000 w 12192000"/>
              <a:gd name="connsiteY1" fmla="*/ 0 h 343352"/>
              <a:gd name="connsiteX2" fmla="*/ 12192000 w 12192000"/>
              <a:gd name="connsiteY2" fmla="*/ 343352 h 343352"/>
              <a:gd name="connsiteX3" fmla="*/ 0 w 12192000"/>
              <a:gd name="connsiteY3" fmla="*/ 343352 h 343352"/>
              <a:gd name="connsiteX4" fmla="*/ 0 w 12192000"/>
              <a:gd name="connsiteY4" fmla="*/ 0 h 343352"/>
              <a:gd name="connsiteX0-1" fmla="*/ 12700 w 12192000"/>
              <a:gd name="connsiteY0-2" fmla="*/ 0 h 495752"/>
              <a:gd name="connsiteX1-3" fmla="*/ 12192000 w 12192000"/>
              <a:gd name="connsiteY1-4" fmla="*/ 152400 h 495752"/>
              <a:gd name="connsiteX2-5" fmla="*/ 12192000 w 12192000"/>
              <a:gd name="connsiteY2-6" fmla="*/ 495752 h 495752"/>
              <a:gd name="connsiteX3-7" fmla="*/ 0 w 12192000"/>
              <a:gd name="connsiteY3-8" fmla="*/ 495752 h 495752"/>
              <a:gd name="connsiteX4-9" fmla="*/ 12700 w 12192000"/>
              <a:gd name="connsiteY4-10" fmla="*/ 0 h 495752"/>
              <a:gd name="connsiteX0-11" fmla="*/ 12700 w 12192000"/>
              <a:gd name="connsiteY0-12" fmla="*/ 114300 h 610052"/>
              <a:gd name="connsiteX1-13" fmla="*/ 12192000 w 12192000"/>
              <a:gd name="connsiteY1-14" fmla="*/ 0 h 610052"/>
              <a:gd name="connsiteX2-15" fmla="*/ 12192000 w 12192000"/>
              <a:gd name="connsiteY2-16" fmla="*/ 610052 h 610052"/>
              <a:gd name="connsiteX3-17" fmla="*/ 0 w 12192000"/>
              <a:gd name="connsiteY3-18" fmla="*/ 610052 h 610052"/>
              <a:gd name="connsiteX4-19" fmla="*/ 12700 w 12192000"/>
              <a:gd name="connsiteY4-20" fmla="*/ 114300 h 610052"/>
              <a:gd name="connsiteX0-21" fmla="*/ 12700 w 12192000"/>
              <a:gd name="connsiteY0-22" fmla="*/ 76200 h 610052"/>
              <a:gd name="connsiteX1-23" fmla="*/ 12192000 w 12192000"/>
              <a:gd name="connsiteY1-24" fmla="*/ 0 h 610052"/>
              <a:gd name="connsiteX2-25" fmla="*/ 12192000 w 12192000"/>
              <a:gd name="connsiteY2-26" fmla="*/ 610052 h 610052"/>
              <a:gd name="connsiteX3-27" fmla="*/ 0 w 12192000"/>
              <a:gd name="connsiteY3-28" fmla="*/ 610052 h 610052"/>
              <a:gd name="connsiteX4-29" fmla="*/ 12700 w 12192000"/>
              <a:gd name="connsiteY4-30" fmla="*/ 76200 h 610052"/>
              <a:gd name="connsiteX0-31" fmla="*/ 12700 w 12192000"/>
              <a:gd name="connsiteY0-32" fmla="*/ 38100 h 610052"/>
              <a:gd name="connsiteX1-33" fmla="*/ 12192000 w 12192000"/>
              <a:gd name="connsiteY1-34" fmla="*/ 0 h 610052"/>
              <a:gd name="connsiteX2-35" fmla="*/ 12192000 w 12192000"/>
              <a:gd name="connsiteY2-36" fmla="*/ 610052 h 610052"/>
              <a:gd name="connsiteX3-37" fmla="*/ 0 w 12192000"/>
              <a:gd name="connsiteY3-38" fmla="*/ 610052 h 610052"/>
              <a:gd name="connsiteX4-39" fmla="*/ 12700 w 12192000"/>
              <a:gd name="connsiteY4-40" fmla="*/ 38100 h 610052"/>
              <a:gd name="connsiteX0-41" fmla="*/ 0 w 12207875"/>
              <a:gd name="connsiteY0-42" fmla="*/ 38100 h 610052"/>
              <a:gd name="connsiteX1-43" fmla="*/ 12207875 w 12207875"/>
              <a:gd name="connsiteY1-44" fmla="*/ 0 h 610052"/>
              <a:gd name="connsiteX2-45" fmla="*/ 12207875 w 12207875"/>
              <a:gd name="connsiteY2-46" fmla="*/ 610052 h 610052"/>
              <a:gd name="connsiteX3-47" fmla="*/ 15875 w 12207875"/>
              <a:gd name="connsiteY3-48" fmla="*/ 610052 h 610052"/>
              <a:gd name="connsiteX4-49" fmla="*/ 0 w 12207875"/>
              <a:gd name="connsiteY4-50" fmla="*/ 38100 h 610052"/>
              <a:gd name="connsiteX0-51" fmla="*/ 0 w 12207875"/>
              <a:gd name="connsiteY0-52" fmla="*/ 38100 h 610052"/>
              <a:gd name="connsiteX1-53" fmla="*/ 12207875 w 12207875"/>
              <a:gd name="connsiteY1-54" fmla="*/ 0 h 610052"/>
              <a:gd name="connsiteX2-55" fmla="*/ 12207875 w 12207875"/>
              <a:gd name="connsiteY2-56" fmla="*/ 610052 h 610052"/>
              <a:gd name="connsiteX3-57" fmla="*/ 15875 w 12207875"/>
              <a:gd name="connsiteY3-58" fmla="*/ 610052 h 610052"/>
              <a:gd name="connsiteX4-59" fmla="*/ 0 w 12207875"/>
              <a:gd name="connsiteY4-60" fmla="*/ 38100 h 610052"/>
              <a:gd name="connsiteX0-61" fmla="*/ 0 w 12207875"/>
              <a:gd name="connsiteY0-62" fmla="*/ 38100 h 610052"/>
              <a:gd name="connsiteX1-63" fmla="*/ 12207875 w 12207875"/>
              <a:gd name="connsiteY1-64" fmla="*/ 0 h 610052"/>
              <a:gd name="connsiteX2-65" fmla="*/ 12207875 w 12207875"/>
              <a:gd name="connsiteY2-66" fmla="*/ 610052 h 610052"/>
              <a:gd name="connsiteX3-67" fmla="*/ 15875 w 12207875"/>
              <a:gd name="connsiteY3-68" fmla="*/ 610052 h 610052"/>
              <a:gd name="connsiteX4-69" fmla="*/ 0 w 12207875"/>
              <a:gd name="connsiteY4-70" fmla="*/ 38100 h 610052"/>
              <a:gd name="connsiteX0-71" fmla="*/ 0 w 12195175"/>
              <a:gd name="connsiteY0-72" fmla="*/ 0 h 719384"/>
              <a:gd name="connsiteX1-73" fmla="*/ 12195175 w 12195175"/>
              <a:gd name="connsiteY1-74" fmla="*/ 109332 h 719384"/>
              <a:gd name="connsiteX2-75" fmla="*/ 12195175 w 12195175"/>
              <a:gd name="connsiteY2-76" fmla="*/ 719384 h 719384"/>
              <a:gd name="connsiteX3-77" fmla="*/ 3175 w 12195175"/>
              <a:gd name="connsiteY3-78" fmla="*/ 719384 h 719384"/>
              <a:gd name="connsiteX4-79" fmla="*/ 0 w 12195175"/>
              <a:gd name="connsiteY4-80" fmla="*/ 0 h 719384"/>
              <a:gd name="connsiteX0-81" fmla="*/ 0 w 12195175"/>
              <a:gd name="connsiteY0-82" fmla="*/ 0 h 719384"/>
              <a:gd name="connsiteX1-83" fmla="*/ 12195175 w 12195175"/>
              <a:gd name="connsiteY1-84" fmla="*/ 109332 h 719384"/>
              <a:gd name="connsiteX2-85" fmla="*/ 12195175 w 12195175"/>
              <a:gd name="connsiteY2-86" fmla="*/ 719384 h 719384"/>
              <a:gd name="connsiteX3-87" fmla="*/ 3175 w 12195175"/>
              <a:gd name="connsiteY3-88" fmla="*/ 719384 h 719384"/>
              <a:gd name="connsiteX4-89" fmla="*/ 0 w 12195175"/>
              <a:gd name="connsiteY4-90" fmla="*/ 0 h 719384"/>
              <a:gd name="connsiteX0-91" fmla="*/ 0 w 12195175"/>
              <a:gd name="connsiteY0-92" fmla="*/ 0 h 719384"/>
              <a:gd name="connsiteX1-93" fmla="*/ 12195175 w 12195175"/>
              <a:gd name="connsiteY1-94" fmla="*/ 109332 h 719384"/>
              <a:gd name="connsiteX2-95" fmla="*/ 12195175 w 12195175"/>
              <a:gd name="connsiteY2-96" fmla="*/ 719384 h 719384"/>
              <a:gd name="connsiteX3-97" fmla="*/ 3175 w 12195175"/>
              <a:gd name="connsiteY3-98" fmla="*/ 719384 h 719384"/>
              <a:gd name="connsiteX4-99" fmla="*/ 0 w 12195175"/>
              <a:gd name="connsiteY4-100" fmla="*/ 0 h 719384"/>
              <a:gd name="connsiteX0-101" fmla="*/ 0 w 12195175"/>
              <a:gd name="connsiteY0-102" fmla="*/ 0 h 754405"/>
              <a:gd name="connsiteX1-103" fmla="*/ 12195175 w 12195175"/>
              <a:gd name="connsiteY1-104" fmla="*/ 109332 h 754405"/>
              <a:gd name="connsiteX2-105" fmla="*/ 12195175 w 12195175"/>
              <a:gd name="connsiteY2-106" fmla="*/ 719384 h 754405"/>
              <a:gd name="connsiteX3-107" fmla="*/ 3175 w 12195175"/>
              <a:gd name="connsiteY3-108" fmla="*/ 719384 h 754405"/>
              <a:gd name="connsiteX4-109" fmla="*/ 0 w 12195175"/>
              <a:gd name="connsiteY4-110" fmla="*/ 0 h 7544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5175" h="754405">
                <a:moveTo>
                  <a:pt x="0" y="0"/>
                </a:moveTo>
                <a:cubicBezTo>
                  <a:pt x="4012142" y="1112973"/>
                  <a:pt x="8376708" y="859562"/>
                  <a:pt x="12195175" y="109332"/>
                </a:cubicBezTo>
                <a:lnTo>
                  <a:pt x="12195175" y="719384"/>
                </a:lnTo>
                <a:lnTo>
                  <a:pt x="3175" y="719384"/>
                </a:lnTo>
                <a:cubicBezTo>
                  <a:pt x="2117" y="479589"/>
                  <a:pt x="1058" y="239795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E218C">
                  <a:alpha val="40000"/>
                </a:srgbClr>
              </a:gs>
              <a:gs pos="100000">
                <a:srgbClr val="2160B1">
                  <a:alpha val="29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封面样式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灯片编号占位符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9661" y="1447622"/>
            <a:ext cx="2133600" cy="135955"/>
          </a:xfrm>
          <a:prstGeom prst="rect">
            <a:avLst/>
          </a:prstGeom>
          <a:gradFill>
            <a:gsLst>
              <a:gs pos="0">
                <a:srgbClr val="1E218C">
                  <a:alpha val="0"/>
                </a:srgbClr>
              </a:gs>
              <a:gs pos="100000">
                <a:srgbClr val="2160B1">
                  <a:alpha val="23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-15876" y="4161971"/>
            <a:ext cx="12438743" cy="2696029"/>
          </a:xfrm>
          <a:prstGeom prst="rect">
            <a:avLst/>
          </a:prstGeom>
          <a:blipFill dpi="0" rotWithShape="1">
            <a:blip r:embed="rId1">
              <a:alphaModFix amt="14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18"/>
          <p:cNvSpPr/>
          <p:nvPr/>
        </p:nvSpPr>
        <p:spPr>
          <a:xfrm>
            <a:off x="0" y="126560"/>
            <a:ext cx="12192000" cy="854460"/>
          </a:xfrm>
          <a:custGeom>
            <a:avLst/>
            <a:gdLst>
              <a:gd name="connsiteX0" fmla="*/ 0 w 12192000"/>
              <a:gd name="connsiteY0" fmla="*/ 0 h 854460"/>
              <a:gd name="connsiteX1" fmla="*/ 12192000 w 12192000"/>
              <a:gd name="connsiteY1" fmla="*/ 0 h 854460"/>
              <a:gd name="connsiteX2" fmla="*/ 12192000 w 12192000"/>
              <a:gd name="connsiteY2" fmla="*/ 854460 h 854460"/>
              <a:gd name="connsiteX3" fmla="*/ 0 w 12192000"/>
              <a:gd name="connsiteY3" fmla="*/ 854460 h 854460"/>
              <a:gd name="connsiteX4" fmla="*/ 0 w 12192000"/>
              <a:gd name="connsiteY4" fmla="*/ 0 h 854460"/>
              <a:gd name="connsiteX0-1" fmla="*/ 0 w 12192000"/>
              <a:gd name="connsiteY0-2" fmla="*/ 0 h 854460"/>
              <a:gd name="connsiteX1-3" fmla="*/ 12192000 w 12192000"/>
              <a:gd name="connsiteY1-4" fmla="*/ 0 h 854460"/>
              <a:gd name="connsiteX2-5" fmla="*/ 12192000 w 12192000"/>
              <a:gd name="connsiteY2-6" fmla="*/ 854460 h 854460"/>
              <a:gd name="connsiteX3-7" fmla="*/ 5855855 w 12192000"/>
              <a:gd name="connsiteY3-8" fmla="*/ 849745 h 854460"/>
              <a:gd name="connsiteX4-9" fmla="*/ 0 w 12192000"/>
              <a:gd name="connsiteY4-10" fmla="*/ 854460 h 854460"/>
              <a:gd name="connsiteX5" fmla="*/ 0 w 12192000"/>
              <a:gd name="connsiteY5" fmla="*/ 0 h 854460"/>
              <a:gd name="connsiteX0-11" fmla="*/ 0 w 12192000"/>
              <a:gd name="connsiteY0-12" fmla="*/ 0 h 858982"/>
              <a:gd name="connsiteX1-13" fmla="*/ 12192000 w 12192000"/>
              <a:gd name="connsiteY1-14" fmla="*/ 0 h 858982"/>
              <a:gd name="connsiteX2-15" fmla="*/ 12192000 w 12192000"/>
              <a:gd name="connsiteY2-16" fmla="*/ 854460 h 858982"/>
              <a:gd name="connsiteX3-17" fmla="*/ 6096000 w 12192000"/>
              <a:gd name="connsiteY3-18" fmla="*/ 858982 h 858982"/>
              <a:gd name="connsiteX4-19" fmla="*/ 5855855 w 12192000"/>
              <a:gd name="connsiteY4-20" fmla="*/ 849745 h 858982"/>
              <a:gd name="connsiteX5-21" fmla="*/ 0 w 12192000"/>
              <a:gd name="connsiteY5-22" fmla="*/ 854460 h 858982"/>
              <a:gd name="connsiteX6" fmla="*/ 0 w 12192000"/>
              <a:gd name="connsiteY6" fmla="*/ 0 h 858982"/>
              <a:gd name="connsiteX0-23" fmla="*/ 0 w 12192000"/>
              <a:gd name="connsiteY0-24" fmla="*/ 0 h 858982"/>
              <a:gd name="connsiteX1-25" fmla="*/ 12192000 w 12192000"/>
              <a:gd name="connsiteY1-26" fmla="*/ 0 h 858982"/>
              <a:gd name="connsiteX2-27" fmla="*/ 12192000 w 12192000"/>
              <a:gd name="connsiteY2-28" fmla="*/ 854460 h 858982"/>
              <a:gd name="connsiteX3-29" fmla="*/ 6363855 w 12192000"/>
              <a:gd name="connsiteY3-30" fmla="*/ 849745 h 858982"/>
              <a:gd name="connsiteX4-31" fmla="*/ 6096000 w 12192000"/>
              <a:gd name="connsiteY4-32" fmla="*/ 858982 h 858982"/>
              <a:gd name="connsiteX5-33" fmla="*/ 5855855 w 12192000"/>
              <a:gd name="connsiteY5-34" fmla="*/ 849745 h 858982"/>
              <a:gd name="connsiteX6-35" fmla="*/ 0 w 12192000"/>
              <a:gd name="connsiteY6-36" fmla="*/ 854460 h 858982"/>
              <a:gd name="connsiteX7" fmla="*/ 0 w 12192000"/>
              <a:gd name="connsiteY7" fmla="*/ 0 h 858982"/>
              <a:gd name="connsiteX0-37" fmla="*/ 0 w 12192000"/>
              <a:gd name="connsiteY0-38" fmla="*/ 0 h 1071418"/>
              <a:gd name="connsiteX1-39" fmla="*/ 12192000 w 12192000"/>
              <a:gd name="connsiteY1-40" fmla="*/ 0 h 1071418"/>
              <a:gd name="connsiteX2-41" fmla="*/ 12192000 w 12192000"/>
              <a:gd name="connsiteY2-42" fmla="*/ 854460 h 1071418"/>
              <a:gd name="connsiteX3-43" fmla="*/ 6363855 w 12192000"/>
              <a:gd name="connsiteY3-44" fmla="*/ 849745 h 1071418"/>
              <a:gd name="connsiteX4-45" fmla="*/ 6086763 w 12192000"/>
              <a:gd name="connsiteY4-46" fmla="*/ 1071418 h 1071418"/>
              <a:gd name="connsiteX5-47" fmla="*/ 5855855 w 12192000"/>
              <a:gd name="connsiteY5-48" fmla="*/ 849745 h 1071418"/>
              <a:gd name="connsiteX6-49" fmla="*/ 0 w 12192000"/>
              <a:gd name="connsiteY6-50" fmla="*/ 854460 h 1071418"/>
              <a:gd name="connsiteX7-51" fmla="*/ 0 w 12192000"/>
              <a:gd name="connsiteY7-52" fmla="*/ 0 h 1071418"/>
              <a:gd name="connsiteX0-53" fmla="*/ 0 w 12192000"/>
              <a:gd name="connsiteY0-54" fmla="*/ 0 h 1071418"/>
              <a:gd name="connsiteX1-55" fmla="*/ 12192000 w 12192000"/>
              <a:gd name="connsiteY1-56" fmla="*/ 0 h 1071418"/>
              <a:gd name="connsiteX2-57" fmla="*/ 12192000 w 12192000"/>
              <a:gd name="connsiteY2-58" fmla="*/ 854460 h 1071418"/>
              <a:gd name="connsiteX3-59" fmla="*/ 6341630 w 12192000"/>
              <a:gd name="connsiteY3-60" fmla="*/ 849745 h 1071418"/>
              <a:gd name="connsiteX4-61" fmla="*/ 6086763 w 12192000"/>
              <a:gd name="connsiteY4-62" fmla="*/ 1071418 h 1071418"/>
              <a:gd name="connsiteX5-63" fmla="*/ 5855855 w 12192000"/>
              <a:gd name="connsiteY5-64" fmla="*/ 849745 h 1071418"/>
              <a:gd name="connsiteX6-65" fmla="*/ 0 w 12192000"/>
              <a:gd name="connsiteY6-66" fmla="*/ 854460 h 1071418"/>
              <a:gd name="connsiteX7-67" fmla="*/ 0 w 12192000"/>
              <a:gd name="connsiteY7-68" fmla="*/ 0 h 1071418"/>
              <a:gd name="connsiteX0-69" fmla="*/ 0 w 12192000"/>
              <a:gd name="connsiteY0-70" fmla="*/ 0 h 1077768"/>
              <a:gd name="connsiteX1-71" fmla="*/ 12192000 w 12192000"/>
              <a:gd name="connsiteY1-72" fmla="*/ 0 h 1077768"/>
              <a:gd name="connsiteX2-73" fmla="*/ 12192000 w 12192000"/>
              <a:gd name="connsiteY2-74" fmla="*/ 854460 h 1077768"/>
              <a:gd name="connsiteX3-75" fmla="*/ 6341630 w 12192000"/>
              <a:gd name="connsiteY3-76" fmla="*/ 849745 h 1077768"/>
              <a:gd name="connsiteX4-77" fmla="*/ 6102638 w 12192000"/>
              <a:gd name="connsiteY4-78" fmla="*/ 1077768 h 1077768"/>
              <a:gd name="connsiteX5-79" fmla="*/ 5855855 w 12192000"/>
              <a:gd name="connsiteY5-80" fmla="*/ 849745 h 1077768"/>
              <a:gd name="connsiteX6-81" fmla="*/ 0 w 12192000"/>
              <a:gd name="connsiteY6-82" fmla="*/ 854460 h 1077768"/>
              <a:gd name="connsiteX7-83" fmla="*/ 0 w 12192000"/>
              <a:gd name="connsiteY7-84" fmla="*/ 0 h 1077768"/>
              <a:gd name="connsiteX0-85" fmla="*/ 0 w 12192000"/>
              <a:gd name="connsiteY0-86" fmla="*/ 0 h 1077768"/>
              <a:gd name="connsiteX1-87" fmla="*/ 12192000 w 12192000"/>
              <a:gd name="connsiteY1-88" fmla="*/ 0 h 1077768"/>
              <a:gd name="connsiteX2-89" fmla="*/ 12192000 w 12192000"/>
              <a:gd name="connsiteY2-90" fmla="*/ 854460 h 1077768"/>
              <a:gd name="connsiteX3-91" fmla="*/ 6341630 w 12192000"/>
              <a:gd name="connsiteY3-92" fmla="*/ 849745 h 1077768"/>
              <a:gd name="connsiteX4-93" fmla="*/ 6102638 w 12192000"/>
              <a:gd name="connsiteY4-94" fmla="*/ 1077768 h 1077768"/>
              <a:gd name="connsiteX5-95" fmla="*/ 5678055 w 12192000"/>
              <a:gd name="connsiteY5-96" fmla="*/ 837045 h 1077768"/>
              <a:gd name="connsiteX6-97" fmla="*/ 0 w 12192000"/>
              <a:gd name="connsiteY6-98" fmla="*/ 854460 h 1077768"/>
              <a:gd name="connsiteX7-99" fmla="*/ 0 w 12192000"/>
              <a:gd name="connsiteY7-100" fmla="*/ 0 h 1077768"/>
              <a:gd name="connsiteX0-101" fmla="*/ 0 w 12192000"/>
              <a:gd name="connsiteY0-102" fmla="*/ 0 h 1077768"/>
              <a:gd name="connsiteX1-103" fmla="*/ 12192000 w 12192000"/>
              <a:gd name="connsiteY1-104" fmla="*/ 0 h 1077768"/>
              <a:gd name="connsiteX2-105" fmla="*/ 12192000 w 12192000"/>
              <a:gd name="connsiteY2-106" fmla="*/ 854460 h 1077768"/>
              <a:gd name="connsiteX3-107" fmla="*/ 6519430 w 12192000"/>
              <a:gd name="connsiteY3-108" fmla="*/ 837045 h 1077768"/>
              <a:gd name="connsiteX4-109" fmla="*/ 6102638 w 12192000"/>
              <a:gd name="connsiteY4-110" fmla="*/ 1077768 h 1077768"/>
              <a:gd name="connsiteX5-111" fmla="*/ 5678055 w 12192000"/>
              <a:gd name="connsiteY5-112" fmla="*/ 837045 h 1077768"/>
              <a:gd name="connsiteX6-113" fmla="*/ 0 w 12192000"/>
              <a:gd name="connsiteY6-114" fmla="*/ 854460 h 1077768"/>
              <a:gd name="connsiteX7-115" fmla="*/ 0 w 12192000"/>
              <a:gd name="connsiteY7-116" fmla="*/ 0 h 1077768"/>
              <a:gd name="connsiteX0-117" fmla="*/ 0 w 12192000"/>
              <a:gd name="connsiteY0-118" fmla="*/ 0 h 854460"/>
              <a:gd name="connsiteX1-119" fmla="*/ 12192000 w 12192000"/>
              <a:gd name="connsiteY1-120" fmla="*/ 0 h 854460"/>
              <a:gd name="connsiteX2-121" fmla="*/ 12192000 w 12192000"/>
              <a:gd name="connsiteY2-122" fmla="*/ 854460 h 854460"/>
              <a:gd name="connsiteX3-123" fmla="*/ 6519430 w 12192000"/>
              <a:gd name="connsiteY3-124" fmla="*/ 837045 h 854460"/>
              <a:gd name="connsiteX4-125" fmla="*/ 5678055 w 12192000"/>
              <a:gd name="connsiteY4-126" fmla="*/ 837045 h 854460"/>
              <a:gd name="connsiteX5-127" fmla="*/ 0 w 12192000"/>
              <a:gd name="connsiteY5-128" fmla="*/ 854460 h 854460"/>
              <a:gd name="connsiteX6-129" fmla="*/ 0 w 12192000"/>
              <a:gd name="connsiteY6-130" fmla="*/ 0 h 854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</a:cxnLst>
            <a:rect l="l" t="t" r="r" b="b"/>
            <a:pathLst>
              <a:path w="12192000" h="854460">
                <a:moveTo>
                  <a:pt x="0" y="0"/>
                </a:moveTo>
                <a:lnTo>
                  <a:pt x="12192000" y="0"/>
                </a:lnTo>
                <a:lnTo>
                  <a:pt x="12192000" y="854460"/>
                </a:lnTo>
                <a:lnTo>
                  <a:pt x="6519430" y="837045"/>
                </a:lnTo>
                <a:lnTo>
                  <a:pt x="5678055" y="837045"/>
                </a:lnTo>
                <a:lnTo>
                  <a:pt x="0" y="8544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E218C">
                  <a:alpha val="31000"/>
                </a:srgbClr>
              </a:gs>
              <a:gs pos="100000">
                <a:srgbClr val="2160B1">
                  <a:alpha val="17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12192000" cy="854460"/>
          </a:xfrm>
          <a:custGeom>
            <a:avLst/>
            <a:gdLst>
              <a:gd name="connsiteX0" fmla="*/ 0 w 12192000"/>
              <a:gd name="connsiteY0" fmla="*/ 0 h 854460"/>
              <a:gd name="connsiteX1" fmla="*/ 12192000 w 12192000"/>
              <a:gd name="connsiteY1" fmla="*/ 0 h 854460"/>
              <a:gd name="connsiteX2" fmla="*/ 12192000 w 12192000"/>
              <a:gd name="connsiteY2" fmla="*/ 854460 h 854460"/>
              <a:gd name="connsiteX3" fmla="*/ 0 w 12192000"/>
              <a:gd name="connsiteY3" fmla="*/ 854460 h 854460"/>
              <a:gd name="connsiteX4" fmla="*/ 0 w 12192000"/>
              <a:gd name="connsiteY4" fmla="*/ 0 h 854460"/>
              <a:gd name="connsiteX0-1" fmla="*/ 0 w 12192000"/>
              <a:gd name="connsiteY0-2" fmla="*/ 0 h 854460"/>
              <a:gd name="connsiteX1-3" fmla="*/ 12192000 w 12192000"/>
              <a:gd name="connsiteY1-4" fmla="*/ 0 h 854460"/>
              <a:gd name="connsiteX2-5" fmla="*/ 12192000 w 12192000"/>
              <a:gd name="connsiteY2-6" fmla="*/ 854460 h 854460"/>
              <a:gd name="connsiteX3-7" fmla="*/ 5855855 w 12192000"/>
              <a:gd name="connsiteY3-8" fmla="*/ 849745 h 854460"/>
              <a:gd name="connsiteX4-9" fmla="*/ 0 w 12192000"/>
              <a:gd name="connsiteY4-10" fmla="*/ 854460 h 854460"/>
              <a:gd name="connsiteX5" fmla="*/ 0 w 12192000"/>
              <a:gd name="connsiteY5" fmla="*/ 0 h 854460"/>
              <a:gd name="connsiteX0-11" fmla="*/ 0 w 12192000"/>
              <a:gd name="connsiteY0-12" fmla="*/ 0 h 858982"/>
              <a:gd name="connsiteX1-13" fmla="*/ 12192000 w 12192000"/>
              <a:gd name="connsiteY1-14" fmla="*/ 0 h 858982"/>
              <a:gd name="connsiteX2-15" fmla="*/ 12192000 w 12192000"/>
              <a:gd name="connsiteY2-16" fmla="*/ 854460 h 858982"/>
              <a:gd name="connsiteX3-17" fmla="*/ 6096000 w 12192000"/>
              <a:gd name="connsiteY3-18" fmla="*/ 858982 h 858982"/>
              <a:gd name="connsiteX4-19" fmla="*/ 5855855 w 12192000"/>
              <a:gd name="connsiteY4-20" fmla="*/ 849745 h 858982"/>
              <a:gd name="connsiteX5-21" fmla="*/ 0 w 12192000"/>
              <a:gd name="connsiteY5-22" fmla="*/ 854460 h 858982"/>
              <a:gd name="connsiteX6" fmla="*/ 0 w 12192000"/>
              <a:gd name="connsiteY6" fmla="*/ 0 h 858982"/>
              <a:gd name="connsiteX0-23" fmla="*/ 0 w 12192000"/>
              <a:gd name="connsiteY0-24" fmla="*/ 0 h 858982"/>
              <a:gd name="connsiteX1-25" fmla="*/ 12192000 w 12192000"/>
              <a:gd name="connsiteY1-26" fmla="*/ 0 h 858982"/>
              <a:gd name="connsiteX2-27" fmla="*/ 12192000 w 12192000"/>
              <a:gd name="connsiteY2-28" fmla="*/ 854460 h 858982"/>
              <a:gd name="connsiteX3-29" fmla="*/ 6363855 w 12192000"/>
              <a:gd name="connsiteY3-30" fmla="*/ 849745 h 858982"/>
              <a:gd name="connsiteX4-31" fmla="*/ 6096000 w 12192000"/>
              <a:gd name="connsiteY4-32" fmla="*/ 858982 h 858982"/>
              <a:gd name="connsiteX5-33" fmla="*/ 5855855 w 12192000"/>
              <a:gd name="connsiteY5-34" fmla="*/ 849745 h 858982"/>
              <a:gd name="connsiteX6-35" fmla="*/ 0 w 12192000"/>
              <a:gd name="connsiteY6-36" fmla="*/ 854460 h 858982"/>
              <a:gd name="connsiteX7" fmla="*/ 0 w 12192000"/>
              <a:gd name="connsiteY7" fmla="*/ 0 h 858982"/>
              <a:gd name="connsiteX0-37" fmla="*/ 0 w 12192000"/>
              <a:gd name="connsiteY0-38" fmla="*/ 0 h 1071418"/>
              <a:gd name="connsiteX1-39" fmla="*/ 12192000 w 12192000"/>
              <a:gd name="connsiteY1-40" fmla="*/ 0 h 1071418"/>
              <a:gd name="connsiteX2-41" fmla="*/ 12192000 w 12192000"/>
              <a:gd name="connsiteY2-42" fmla="*/ 854460 h 1071418"/>
              <a:gd name="connsiteX3-43" fmla="*/ 6363855 w 12192000"/>
              <a:gd name="connsiteY3-44" fmla="*/ 849745 h 1071418"/>
              <a:gd name="connsiteX4-45" fmla="*/ 6086763 w 12192000"/>
              <a:gd name="connsiteY4-46" fmla="*/ 1071418 h 1071418"/>
              <a:gd name="connsiteX5-47" fmla="*/ 5855855 w 12192000"/>
              <a:gd name="connsiteY5-48" fmla="*/ 849745 h 1071418"/>
              <a:gd name="connsiteX6-49" fmla="*/ 0 w 12192000"/>
              <a:gd name="connsiteY6-50" fmla="*/ 854460 h 1071418"/>
              <a:gd name="connsiteX7-51" fmla="*/ 0 w 12192000"/>
              <a:gd name="connsiteY7-52" fmla="*/ 0 h 1071418"/>
              <a:gd name="connsiteX0-53" fmla="*/ 0 w 12192000"/>
              <a:gd name="connsiteY0-54" fmla="*/ 0 h 1071418"/>
              <a:gd name="connsiteX1-55" fmla="*/ 12192000 w 12192000"/>
              <a:gd name="connsiteY1-56" fmla="*/ 0 h 1071418"/>
              <a:gd name="connsiteX2-57" fmla="*/ 12192000 w 12192000"/>
              <a:gd name="connsiteY2-58" fmla="*/ 854460 h 1071418"/>
              <a:gd name="connsiteX3-59" fmla="*/ 6341630 w 12192000"/>
              <a:gd name="connsiteY3-60" fmla="*/ 849745 h 1071418"/>
              <a:gd name="connsiteX4-61" fmla="*/ 6086763 w 12192000"/>
              <a:gd name="connsiteY4-62" fmla="*/ 1071418 h 1071418"/>
              <a:gd name="connsiteX5-63" fmla="*/ 5855855 w 12192000"/>
              <a:gd name="connsiteY5-64" fmla="*/ 849745 h 1071418"/>
              <a:gd name="connsiteX6-65" fmla="*/ 0 w 12192000"/>
              <a:gd name="connsiteY6-66" fmla="*/ 854460 h 1071418"/>
              <a:gd name="connsiteX7-67" fmla="*/ 0 w 12192000"/>
              <a:gd name="connsiteY7-68" fmla="*/ 0 h 1071418"/>
              <a:gd name="connsiteX0-69" fmla="*/ 0 w 12192000"/>
              <a:gd name="connsiteY0-70" fmla="*/ 0 h 1077768"/>
              <a:gd name="connsiteX1-71" fmla="*/ 12192000 w 12192000"/>
              <a:gd name="connsiteY1-72" fmla="*/ 0 h 1077768"/>
              <a:gd name="connsiteX2-73" fmla="*/ 12192000 w 12192000"/>
              <a:gd name="connsiteY2-74" fmla="*/ 854460 h 1077768"/>
              <a:gd name="connsiteX3-75" fmla="*/ 6341630 w 12192000"/>
              <a:gd name="connsiteY3-76" fmla="*/ 849745 h 1077768"/>
              <a:gd name="connsiteX4-77" fmla="*/ 6102638 w 12192000"/>
              <a:gd name="connsiteY4-78" fmla="*/ 1077768 h 1077768"/>
              <a:gd name="connsiteX5-79" fmla="*/ 5855855 w 12192000"/>
              <a:gd name="connsiteY5-80" fmla="*/ 849745 h 1077768"/>
              <a:gd name="connsiteX6-81" fmla="*/ 0 w 12192000"/>
              <a:gd name="connsiteY6-82" fmla="*/ 854460 h 1077768"/>
              <a:gd name="connsiteX7-83" fmla="*/ 0 w 12192000"/>
              <a:gd name="connsiteY7-84" fmla="*/ 0 h 1077768"/>
              <a:gd name="connsiteX0-85" fmla="*/ 0 w 12192000"/>
              <a:gd name="connsiteY0-86" fmla="*/ 0 h 854460"/>
              <a:gd name="connsiteX1-87" fmla="*/ 12192000 w 12192000"/>
              <a:gd name="connsiteY1-88" fmla="*/ 0 h 854460"/>
              <a:gd name="connsiteX2-89" fmla="*/ 12192000 w 12192000"/>
              <a:gd name="connsiteY2-90" fmla="*/ 854460 h 854460"/>
              <a:gd name="connsiteX3-91" fmla="*/ 6341630 w 12192000"/>
              <a:gd name="connsiteY3-92" fmla="*/ 849745 h 854460"/>
              <a:gd name="connsiteX4-93" fmla="*/ 5855855 w 12192000"/>
              <a:gd name="connsiteY4-94" fmla="*/ 849745 h 854460"/>
              <a:gd name="connsiteX5-95" fmla="*/ 0 w 12192000"/>
              <a:gd name="connsiteY5-96" fmla="*/ 854460 h 854460"/>
              <a:gd name="connsiteX6-97" fmla="*/ 0 w 12192000"/>
              <a:gd name="connsiteY6-98" fmla="*/ 0 h 854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</a:cxnLst>
            <a:rect l="l" t="t" r="r" b="b"/>
            <a:pathLst>
              <a:path w="12192000" h="854460">
                <a:moveTo>
                  <a:pt x="0" y="0"/>
                </a:moveTo>
                <a:lnTo>
                  <a:pt x="12192000" y="0"/>
                </a:lnTo>
                <a:lnTo>
                  <a:pt x="12192000" y="854460"/>
                </a:lnTo>
                <a:lnTo>
                  <a:pt x="6341630" y="849745"/>
                </a:lnTo>
                <a:lnTo>
                  <a:pt x="5855855" y="849745"/>
                </a:lnTo>
                <a:lnTo>
                  <a:pt x="0" y="8544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E218C"/>
              </a:gs>
              <a:gs pos="100000">
                <a:srgbClr val="2160B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7691851" y="155152"/>
            <a:ext cx="4131849" cy="576134"/>
            <a:chOff x="2391333" y="28738"/>
            <a:chExt cx="5968114" cy="83217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333" y="32077"/>
              <a:ext cx="825500" cy="82550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347" y="28738"/>
              <a:ext cx="4991100" cy="832177"/>
            </a:xfrm>
            <a:prstGeom prst="rect">
              <a:avLst/>
            </a:prstGeom>
          </p:spPr>
        </p:pic>
      </p:grpSp>
      <p:sp>
        <p:nvSpPr>
          <p:cNvPr id="23" name="矩形 22"/>
          <p:cNvSpPr/>
          <p:nvPr/>
        </p:nvSpPr>
        <p:spPr>
          <a:xfrm>
            <a:off x="-15876" y="6247948"/>
            <a:ext cx="12207875" cy="610052"/>
          </a:xfrm>
          <a:custGeom>
            <a:avLst/>
            <a:gdLst>
              <a:gd name="connsiteX0" fmla="*/ 0 w 12192000"/>
              <a:gd name="connsiteY0" fmla="*/ 0 h 343352"/>
              <a:gd name="connsiteX1" fmla="*/ 12192000 w 12192000"/>
              <a:gd name="connsiteY1" fmla="*/ 0 h 343352"/>
              <a:gd name="connsiteX2" fmla="*/ 12192000 w 12192000"/>
              <a:gd name="connsiteY2" fmla="*/ 343352 h 343352"/>
              <a:gd name="connsiteX3" fmla="*/ 0 w 12192000"/>
              <a:gd name="connsiteY3" fmla="*/ 343352 h 343352"/>
              <a:gd name="connsiteX4" fmla="*/ 0 w 12192000"/>
              <a:gd name="connsiteY4" fmla="*/ 0 h 343352"/>
              <a:gd name="connsiteX0-1" fmla="*/ 12700 w 12192000"/>
              <a:gd name="connsiteY0-2" fmla="*/ 0 h 495752"/>
              <a:gd name="connsiteX1-3" fmla="*/ 12192000 w 12192000"/>
              <a:gd name="connsiteY1-4" fmla="*/ 152400 h 495752"/>
              <a:gd name="connsiteX2-5" fmla="*/ 12192000 w 12192000"/>
              <a:gd name="connsiteY2-6" fmla="*/ 495752 h 495752"/>
              <a:gd name="connsiteX3-7" fmla="*/ 0 w 12192000"/>
              <a:gd name="connsiteY3-8" fmla="*/ 495752 h 495752"/>
              <a:gd name="connsiteX4-9" fmla="*/ 12700 w 12192000"/>
              <a:gd name="connsiteY4-10" fmla="*/ 0 h 495752"/>
              <a:gd name="connsiteX0-11" fmla="*/ 12700 w 12192000"/>
              <a:gd name="connsiteY0-12" fmla="*/ 114300 h 610052"/>
              <a:gd name="connsiteX1-13" fmla="*/ 12192000 w 12192000"/>
              <a:gd name="connsiteY1-14" fmla="*/ 0 h 610052"/>
              <a:gd name="connsiteX2-15" fmla="*/ 12192000 w 12192000"/>
              <a:gd name="connsiteY2-16" fmla="*/ 610052 h 610052"/>
              <a:gd name="connsiteX3-17" fmla="*/ 0 w 12192000"/>
              <a:gd name="connsiteY3-18" fmla="*/ 610052 h 610052"/>
              <a:gd name="connsiteX4-19" fmla="*/ 12700 w 12192000"/>
              <a:gd name="connsiteY4-20" fmla="*/ 114300 h 610052"/>
              <a:gd name="connsiteX0-21" fmla="*/ 12700 w 12192000"/>
              <a:gd name="connsiteY0-22" fmla="*/ 76200 h 610052"/>
              <a:gd name="connsiteX1-23" fmla="*/ 12192000 w 12192000"/>
              <a:gd name="connsiteY1-24" fmla="*/ 0 h 610052"/>
              <a:gd name="connsiteX2-25" fmla="*/ 12192000 w 12192000"/>
              <a:gd name="connsiteY2-26" fmla="*/ 610052 h 610052"/>
              <a:gd name="connsiteX3-27" fmla="*/ 0 w 12192000"/>
              <a:gd name="connsiteY3-28" fmla="*/ 610052 h 610052"/>
              <a:gd name="connsiteX4-29" fmla="*/ 12700 w 12192000"/>
              <a:gd name="connsiteY4-30" fmla="*/ 76200 h 610052"/>
              <a:gd name="connsiteX0-31" fmla="*/ 12700 w 12192000"/>
              <a:gd name="connsiteY0-32" fmla="*/ 38100 h 610052"/>
              <a:gd name="connsiteX1-33" fmla="*/ 12192000 w 12192000"/>
              <a:gd name="connsiteY1-34" fmla="*/ 0 h 610052"/>
              <a:gd name="connsiteX2-35" fmla="*/ 12192000 w 12192000"/>
              <a:gd name="connsiteY2-36" fmla="*/ 610052 h 610052"/>
              <a:gd name="connsiteX3-37" fmla="*/ 0 w 12192000"/>
              <a:gd name="connsiteY3-38" fmla="*/ 610052 h 610052"/>
              <a:gd name="connsiteX4-39" fmla="*/ 12700 w 12192000"/>
              <a:gd name="connsiteY4-40" fmla="*/ 38100 h 610052"/>
              <a:gd name="connsiteX0-41" fmla="*/ 0 w 12207875"/>
              <a:gd name="connsiteY0-42" fmla="*/ 38100 h 610052"/>
              <a:gd name="connsiteX1-43" fmla="*/ 12207875 w 12207875"/>
              <a:gd name="connsiteY1-44" fmla="*/ 0 h 610052"/>
              <a:gd name="connsiteX2-45" fmla="*/ 12207875 w 12207875"/>
              <a:gd name="connsiteY2-46" fmla="*/ 610052 h 610052"/>
              <a:gd name="connsiteX3-47" fmla="*/ 15875 w 12207875"/>
              <a:gd name="connsiteY3-48" fmla="*/ 610052 h 610052"/>
              <a:gd name="connsiteX4-49" fmla="*/ 0 w 12207875"/>
              <a:gd name="connsiteY4-50" fmla="*/ 38100 h 610052"/>
              <a:gd name="connsiteX0-51" fmla="*/ 0 w 12207875"/>
              <a:gd name="connsiteY0-52" fmla="*/ 38100 h 610052"/>
              <a:gd name="connsiteX1-53" fmla="*/ 12207875 w 12207875"/>
              <a:gd name="connsiteY1-54" fmla="*/ 0 h 610052"/>
              <a:gd name="connsiteX2-55" fmla="*/ 12207875 w 12207875"/>
              <a:gd name="connsiteY2-56" fmla="*/ 610052 h 610052"/>
              <a:gd name="connsiteX3-57" fmla="*/ 15875 w 12207875"/>
              <a:gd name="connsiteY3-58" fmla="*/ 610052 h 610052"/>
              <a:gd name="connsiteX4-59" fmla="*/ 0 w 12207875"/>
              <a:gd name="connsiteY4-60" fmla="*/ 38100 h 610052"/>
              <a:gd name="connsiteX0-61" fmla="*/ 0 w 12207875"/>
              <a:gd name="connsiteY0-62" fmla="*/ 38100 h 610052"/>
              <a:gd name="connsiteX1-63" fmla="*/ 12207875 w 12207875"/>
              <a:gd name="connsiteY1-64" fmla="*/ 0 h 610052"/>
              <a:gd name="connsiteX2-65" fmla="*/ 12207875 w 12207875"/>
              <a:gd name="connsiteY2-66" fmla="*/ 610052 h 610052"/>
              <a:gd name="connsiteX3-67" fmla="*/ 15875 w 12207875"/>
              <a:gd name="connsiteY3-68" fmla="*/ 610052 h 610052"/>
              <a:gd name="connsiteX4-69" fmla="*/ 0 w 12207875"/>
              <a:gd name="connsiteY4-70" fmla="*/ 38100 h 6100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7875" h="610052">
                <a:moveTo>
                  <a:pt x="0" y="38100"/>
                </a:moveTo>
                <a:cubicBezTo>
                  <a:pt x="4164542" y="434975"/>
                  <a:pt x="8186208" y="441325"/>
                  <a:pt x="12207875" y="0"/>
                </a:cubicBezTo>
                <a:lnTo>
                  <a:pt x="12207875" y="610052"/>
                </a:lnTo>
                <a:lnTo>
                  <a:pt x="15875" y="610052"/>
                </a:lnTo>
                <a:lnTo>
                  <a:pt x="0" y="38100"/>
                </a:lnTo>
                <a:close/>
              </a:path>
            </a:pathLst>
          </a:custGeom>
          <a:gradFill>
            <a:gsLst>
              <a:gs pos="0">
                <a:srgbClr val="1E218C"/>
              </a:gs>
              <a:gs pos="100000">
                <a:srgbClr val="2160B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22"/>
          <p:cNvSpPr/>
          <p:nvPr/>
        </p:nvSpPr>
        <p:spPr>
          <a:xfrm>
            <a:off x="-3176" y="5556656"/>
            <a:ext cx="12195175" cy="1364695"/>
          </a:xfrm>
          <a:custGeom>
            <a:avLst/>
            <a:gdLst>
              <a:gd name="connsiteX0" fmla="*/ 0 w 12192000"/>
              <a:gd name="connsiteY0" fmla="*/ 0 h 343352"/>
              <a:gd name="connsiteX1" fmla="*/ 12192000 w 12192000"/>
              <a:gd name="connsiteY1" fmla="*/ 0 h 343352"/>
              <a:gd name="connsiteX2" fmla="*/ 12192000 w 12192000"/>
              <a:gd name="connsiteY2" fmla="*/ 343352 h 343352"/>
              <a:gd name="connsiteX3" fmla="*/ 0 w 12192000"/>
              <a:gd name="connsiteY3" fmla="*/ 343352 h 343352"/>
              <a:gd name="connsiteX4" fmla="*/ 0 w 12192000"/>
              <a:gd name="connsiteY4" fmla="*/ 0 h 343352"/>
              <a:gd name="connsiteX0-1" fmla="*/ 12700 w 12192000"/>
              <a:gd name="connsiteY0-2" fmla="*/ 0 h 495752"/>
              <a:gd name="connsiteX1-3" fmla="*/ 12192000 w 12192000"/>
              <a:gd name="connsiteY1-4" fmla="*/ 152400 h 495752"/>
              <a:gd name="connsiteX2-5" fmla="*/ 12192000 w 12192000"/>
              <a:gd name="connsiteY2-6" fmla="*/ 495752 h 495752"/>
              <a:gd name="connsiteX3-7" fmla="*/ 0 w 12192000"/>
              <a:gd name="connsiteY3-8" fmla="*/ 495752 h 495752"/>
              <a:gd name="connsiteX4-9" fmla="*/ 12700 w 12192000"/>
              <a:gd name="connsiteY4-10" fmla="*/ 0 h 495752"/>
              <a:gd name="connsiteX0-11" fmla="*/ 12700 w 12192000"/>
              <a:gd name="connsiteY0-12" fmla="*/ 114300 h 610052"/>
              <a:gd name="connsiteX1-13" fmla="*/ 12192000 w 12192000"/>
              <a:gd name="connsiteY1-14" fmla="*/ 0 h 610052"/>
              <a:gd name="connsiteX2-15" fmla="*/ 12192000 w 12192000"/>
              <a:gd name="connsiteY2-16" fmla="*/ 610052 h 610052"/>
              <a:gd name="connsiteX3-17" fmla="*/ 0 w 12192000"/>
              <a:gd name="connsiteY3-18" fmla="*/ 610052 h 610052"/>
              <a:gd name="connsiteX4-19" fmla="*/ 12700 w 12192000"/>
              <a:gd name="connsiteY4-20" fmla="*/ 114300 h 610052"/>
              <a:gd name="connsiteX0-21" fmla="*/ 12700 w 12192000"/>
              <a:gd name="connsiteY0-22" fmla="*/ 76200 h 610052"/>
              <a:gd name="connsiteX1-23" fmla="*/ 12192000 w 12192000"/>
              <a:gd name="connsiteY1-24" fmla="*/ 0 h 610052"/>
              <a:gd name="connsiteX2-25" fmla="*/ 12192000 w 12192000"/>
              <a:gd name="connsiteY2-26" fmla="*/ 610052 h 610052"/>
              <a:gd name="connsiteX3-27" fmla="*/ 0 w 12192000"/>
              <a:gd name="connsiteY3-28" fmla="*/ 610052 h 610052"/>
              <a:gd name="connsiteX4-29" fmla="*/ 12700 w 12192000"/>
              <a:gd name="connsiteY4-30" fmla="*/ 76200 h 610052"/>
              <a:gd name="connsiteX0-31" fmla="*/ 12700 w 12192000"/>
              <a:gd name="connsiteY0-32" fmla="*/ 38100 h 610052"/>
              <a:gd name="connsiteX1-33" fmla="*/ 12192000 w 12192000"/>
              <a:gd name="connsiteY1-34" fmla="*/ 0 h 610052"/>
              <a:gd name="connsiteX2-35" fmla="*/ 12192000 w 12192000"/>
              <a:gd name="connsiteY2-36" fmla="*/ 610052 h 610052"/>
              <a:gd name="connsiteX3-37" fmla="*/ 0 w 12192000"/>
              <a:gd name="connsiteY3-38" fmla="*/ 610052 h 610052"/>
              <a:gd name="connsiteX4-39" fmla="*/ 12700 w 12192000"/>
              <a:gd name="connsiteY4-40" fmla="*/ 38100 h 610052"/>
              <a:gd name="connsiteX0-41" fmla="*/ 0 w 12207875"/>
              <a:gd name="connsiteY0-42" fmla="*/ 38100 h 610052"/>
              <a:gd name="connsiteX1-43" fmla="*/ 12207875 w 12207875"/>
              <a:gd name="connsiteY1-44" fmla="*/ 0 h 610052"/>
              <a:gd name="connsiteX2-45" fmla="*/ 12207875 w 12207875"/>
              <a:gd name="connsiteY2-46" fmla="*/ 610052 h 610052"/>
              <a:gd name="connsiteX3-47" fmla="*/ 15875 w 12207875"/>
              <a:gd name="connsiteY3-48" fmla="*/ 610052 h 610052"/>
              <a:gd name="connsiteX4-49" fmla="*/ 0 w 12207875"/>
              <a:gd name="connsiteY4-50" fmla="*/ 38100 h 610052"/>
              <a:gd name="connsiteX0-51" fmla="*/ 0 w 12207875"/>
              <a:gd name="connsiteY0-52" fmla="*/ 38100 h 610052"/>
              <a:gd name="connsiteX1-53" fmla="*/ 12207875 w 12207875"/>
              <a:gd name="connsiteY1-54" fmla="*/ 0 h 610052"/>
              <a:gd name="connsiteX2-55" fmla="*/ 12207875 w 12207875"/>
              <a:gd name="connsiteY2-56" fmla="*/ 610052 h 610052"/>
              <a:gd name="connsiteX3-57" fmla="*/ 15875 w 12207875"/>
              <a:gd name="connsiteY3-58" fmla="*/ 610052 h 610052"/>
              <a:gd name="connsiteX4-59" fmla="*/ 0 w 12207875"/>
              <a:gd name="connsiteY4-60" fmla="*/ 38100 h 610052"/>
              <a:gd name="connsiteX0-61" fmla="*/ 0 w 12207875"/>
              <a:gd name="connsiteY0-62" fmla="*/ 38100 h 610052"/>
              <a:gd name="connsiteX1-63" fmla="*/ 12207875 w 12207875"/>
              <a:gd name="connsiteY1-64" fmla="*/ 0 h 610052"/>
              <a:gd name="connsiteX2-65" fmla="*/ 12207875 w 12207875"/>
              <a:gd name="connsiteY2-66" fmla="*/ 610052 h 610052"/>
              <a:gd name="connsiteX3-67" fmla="*/ 15875 w 12207875"/>
              <a:gd name="connsiteY3-68" fmla="*/ 610052 h 610052"/>
              <a:gd name="connsiteX4-69" fmla="*/ 0 w 12207875"/>
              <a:gd name="connsiteY4-70" fmla="*/ 38100 h 610052"/>
              <a:gd name="connsiteX0-71" fmla="*/ 0 w 12195175"/>
              <a:gd name="connsiteY0-72" fmla="*/ 0 h 719384"/>
              <a:gd name="connsiteX1-73" fmla="*/ 12195175 w 12195175"/>
              <a:gd name="connsiteY1-74" fmla="*/ 109332 h 719384"/>
              <a:gd name="connsiteX2-75" fmla="*/ 12195175 w 12195175"/>
              <a:gd name="connsiteY2-76" fmla="*/ 719384 h 719384"/>
              <a:gd name="connsiteX3-77" fmla="*/ 3175 w 12195175"/>
              <a:gd name="connsiteY3-78" fmla="*/ 719384 h 719384"/>
              <a:gd name="connsiteX4-79" fmla="*/ 0 w 12195175"/>
              <a:gd name="connsiteY4-80" fmla="*/ 0 h 719384"/>
              <a:gd name="connsiteX0-81" fmla="*/ 0 w 12195175"/>
              <a:gd name="connsiteY0-82" fmla="*/ 0 h 719384"/>
              <a:gd name="connsiteX1-83" fmla="*/ 12195175 w 12195175"/>
              <a:gd name="connsiteY1-84" fmla="*/ 109332 h 719384"/>
              <a:gd name="connsiteX2-85" fmla="*/ 12195175 w 12195175"/>
              <a:gd name="connsiteY2-86" fmla="*/ 719384 h 719384"/>
              <a:gd name="connsiteX3-87" fmla="*/ 3175 w 12195175"/>
              <a:gd name="connsiteY3-88" fmla="*/ 719384 h 719384"/>
              <a:gd name="connsiteX4-89" fmla="*/ 0 w 12195175"/>
              <a:gd name="connsiteY4-90" fmla="*/ 0 h 719384"/>
              <a:gd name="connsiteX0-91" fmla="*/ 0 w 12195175"/>
              <a:gd name="connsiteY0-92" fmla="*/ 0 h 719384"/>
              <a:gd name="connsiteX1-93" fmla="*/ 12195175 w 12195175"/>
              <a:gd name="connsiteY1-94" fmla="*/ 109332 h 719384"/>
              <a:gd name="connsiteX2-95" fmla="*/ 12195175 w 12195175"/>
              <a:gd name="connsiteY2-96" fmla="*/ 719384 h 719384"/>
              <a:gd name="connsiteX3-97" fmla="*/ 3175 w 12195175"/>
              <a:gd name="connsiteY3-98" fmla="*/ 719384 h 719384"/>
              <a:gd name="connsiteX4-99" fmla="*/ 0 w 12195175"/>
              <a:gd name="connsiteY4-100" fmla="*/ 0 h 719384"/>
              <a:gd name="connsiteX0-101" fmla="*/ 0 w 12195175"/>
              <a:gd name="connsiteY0-102" fmla="*/ 0 h 754405"/>
              <a:gd name="connsiteX1-103" fmla="*/ 12195175 w 12195175"/>
              <a:gd name="connsiteY1-104" fmla="*/ 109332 h 754405"/>
              <a:gd name="connsiteX2-105" fmla="*/ 12195175 w 12195175"/>
              <a:gd name="connsiteY2-106" fmla="*/ 719384 h 754405"/>
              <a:gd name="connsiteX3-107" fmla="*/ 3175 w 12195175"/>
              <a:gd name="connsiteY3-108" fmla="*/ 719384 h 754405"/>
              <a:gd name="connsiteX4-109" fmla="*/ 0 w 12195175"/>
              <a:gd name="connsiteY4-110" fmla="*/ 0 h 7544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5175" h="754405">
                <a:moveTo>
                  <a:pt x="0" y="0"/>
                </a:moveTo>
                <a:cubicBezTo>
                  <a:pt x="4012142" y="1112973"/>
                  <a:pt x="8376708" y="859562"/>
                  <a:pt x="12195175" y="109332"/>
                </a:cubicBezTo>
                <a:lnTo>
                  <a:pt x="12195175" y="719384"/>
                </a:lnTo>
                <a:lnTo>
                  <a:pt x="3175" y="719384"/>
                </a:lnTo>
                <a:cubicBezTo>
                  <a:pt x="2117" y="479589"/>
                  <a:pt x="1058" y="239795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E218C">
                  <a:alpha val="40000"/>
                </a:srgbClr>
              </a:gs>
              <a:gs pos="100000">
                <a:srgbClr val="2160B1">
                  <a:alpha val="29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内页样式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灯片编号占位符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75344" y="203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章节标题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8775" y="273572"/>
            <a:ext cx="355600" cy="355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2160B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800" b="1" dirty="0">
              <a:solidFill>
                <a:srgbClr val="2160B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14375" y="1178965"/>
            <a:ext cx="1973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小节标题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3956502"/>
            <a:ext cx="4117976" cy="290149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2"/>
          <a:srcRect t="25758" b="25009"/>
          <a:stretch>
            <a:fillRect/>
          </a:stretch>
        </p:blipFill>
        <p:spPr>
          <a:xfrm>
            <a:off x="1" y="728975"/>
            <a:ext cx="12191998" cy="6002466"/>
          </a:xfrm>
          <a:prstGeom prst="rect">
            <a:avLst/>
          </a:prstGeom>
        </p:spPr>
      </p:pic>
      <p:sp>
        <p:nvSpPr>
          <p:cNvPr id="32" name="矩形 18"/>
          <p:cNvSpPr/>
          <p:nvPr/>
        </p:nvSpPr>
        <p:spPr>
          <a:xfrm>
            <a:off x="0" y="126560"/>
            <a:ext cx="12192000" cy="1077768"/>
          </a:xfrm>
          <a:custGeom>
            <a:avLst/>
            <a:gdLst>
              <a:gd name="connsiteX0" fmla="*/ 0 w 12192000"/>
              <a:gd name="connsiteY0" fmla="*/ 0 h 854460"/>
              <a:gd name="connsiteX1" fmla="*/ 12192000 w 12192000"/>
              <a:gd name="connsiteY1" fmla="*/ 0 h 854460"/>
              <a:gd name="connsiteX2" fmla="*/ 12192000 w 12192000"/>
              <a:gd name="connsiteY2" fmla="*/ 854460 h 854460"/>
              <a:gd name="connsiteX3" fmla="*/ 0 w 12192000"/>
              <a:gd name="connsiteY3" fmla="*/ 854460 h 854460"/>
              <a:gd name="connsiteX4" fmla="*/ 0 w 12192000"/>
              <a:gd name="connsiteY4" fmla="*/ 0 h 854460"/>
              <a:gd name="connsiteX0-1" fmla="*/ 0 w 12192000"/>
              <a:gd name="connsiteY0-2" fmla="*/ 0 h 854460"/>
              <a:gd name="connsiteX1-3" fmla="*/ 12192000 w 12192000"/>
              <a:gd name="connsiteY1-4" fmla="*/ 0 h 854460"/>
              <a:gd name="connsiteX2-5" fmla="*/ 12192000 w 12192000"/>
              <a:gd name="connsiteY2-6" fmla="*/ 854460 h 854460"/>
              <a:gd name="connsiteX3-7" fmla="*/ 5855855 w 12192000"/>
              <a:gd name="connsiteY3-8" fmla="*/ 849745 h 854460"/>
              <a:gd name="connsiteX4-9" fmla="*/ 0 w 12192000"/>
              <a:gd name="connsiteY4-10" fmla="*/ 854460 h 854460"/>
              <a:gd name="connsiteX5" fmla="*/ 0 w 12192000"/>
              <a:gd name="connsiteY5" fmla="*/ 0 h 854460"/>
              <a:gd name="connsiteX0-11" fmla="*/ 0 w 12192000"/>
              <a:gd name="connsiteY0-12" fmla="*/ 0 h 858982"/>
              <a:gd name="connsiteX1-13" fmla="*/ 12192000 w 12192000"/>
              <a:gd name="connsiteY1-14" fmla="*/ 0 h 858982"/>
              <a:gd name="connsiteX2-15" fmla="*/ 12192000 w 12192000"/>
              <a:gd name="connsiteY2-16" fmla="*/ 854460 h 858982"/>
              <a:gd name="connsiteX3-17" fmla="*/ 6096000 w 12192000"/>
              <a:gd name="connsiteY3-18" fmla="*/ 858982 h 858982"/>
              <a:gd name="connsiteX4-19" fmla="*/ 5855855 w 12192000"/>
              <a:gd name="connsiteY4-20" fmla="*/ 849745 h 858982"/>
              <a:gd name="connsiteX5-21" fmla="*/ 0 w 12192000"/>
              <a:gd name="connsiteY5-22" fmla="*/ 854460 h 858982"/>
              <a:gd name="connsiteX6" fmla="*/ 0 w 12192000"/>
              <a:gd name="connsiteY6" fmla="*/ 0 h 858982"/>
              <a:gd name="connsiteX0-23" fmla="*/ 0 w 12192000"/>
              <a:gd name="connsiteY0-24" fmla="*/ 0 h 858982"/>
              <a:gd name="connsiteX1-25" fmla="*/ 12192000 w 12192000"/>
              <a:gd name="connsiteY1-26" fmla="*/ 0 h 858982"/>
              <a:gd name="connsiteX2-27" fmla="*/ 12192000 w 12192000"/>
              <a:gd name="connsiteY2-28" fmla="*/ 854460 h 858982"/>
              <a:gd name="connsiteX3-29" fmla="*/ 6363855 w 12192000"/>
              <a:gd name="connsiteY3-30" fmla="*/ 849745 h 858982"/>
              <a:gd name="connsiteX4-31" fmla="*/ 6096000 w 12192000"/>
              <a:gd name="connsiteY4-32" fmla="*/ 858982 h 858982"/>
              <a:gd name="connsiteX5-33" fmla="*/ 5855855 w 12192000"/>
              <a:gd name="connsiteY5-34" fmla="*/ 849745 h 858982"/>
              <a:gd name="connsiteX6-35" fmla="*/ 0 w 12192000"/>
              <a:gd name="connsiteY6-36" fmla="*/ 854460 h 858982"/>
              <a:gd name="connsiteX7" fmla="*/ 0 w 12192000"/>
              <a:gd name="connsiteY7" fmla="*/ 0 h 858982"/>
              <a:gd name="connsiteX0-37" fmla="*/ 0 w 12192000"/>
              <a:gd name="connsiteY0-38" fmla="*/ 0 h 1071418"/>
              <a:gd name="connsiteX1-39" fmla="*/ 12192000 w 12192000"/>
              <a:gd name="connsiteY1-40" fmla="*/ 0 h 1071418"/>
              <a:gd name="connsiteX2-41" fmla="*/ 12192000 w 12192000"/>
              <a:gd name="connsiteY2-42" fmla="*/ 854460 h 1071418"/>
              <a:gd name="connsiteX3-43" fmla="*/ 6363855 w 12192000"/>
              <a:gd name="connsiteY3-44" fmla="*/ 849745 h 1071418"/>
              <a:gd name="connsiteX4-45" fmla="*/ 6086763 w 12192000"/>
              <a:gd name="connsiteY4-46" fmla="*/ 1071418 h 1071418"/>
              <a:gd name="connsiteX5-47" fmla="*/ 5855855 w 12192000"/>
              <a:gd name="connsiteY5-48" fmla="*/ 849745 h 1071418"/>
              <a:gd name="connsiteX6-49" fmla="*/ 0 w 12192000"/>
              <a:gd name="connsiteY6-50" fmla="*/ 854460 h 1071418"/>
              <a:gd name="connsiteX7-51" fmla="*/ 0 w 12192000"/>
              <a:gd name="connsiteY7-52" fmla="*/ 0 h 1071418"/>
              <a:gd name="connsiteX0-53" fmla="*/ 0 w 12192000"/>
              <a:gd name="connsiteY0-54" fmla="*/ 0 h 1071418"/>
              <a:gd name="connsiteX1-55" fmla="*/ 12192000 w 12192000"/>
              <a:gd name="connsiteY1-56" fmla="*/ 0 h 1071418"/>
              <a:gd name="connsiteX2-57" fmla="*/ 12192000 w 12192000"/>
              <a:gd name="connsiteY2-58" fmla="*/ 854460 h 1071418"/>
              <a:gd name="connsiteX3-59" fmla="*/ 6341630 w 12192000"/>
              <a:gd name="connsiteY3-60" fmla="*/ 849745 h 1071418"/>
              <a:gd name="connsiteX4-61" fmla="*/ 6086763 w 12192000"/>
              <a:gd name="connsiteY4-62" fmla="*/ 1071418 h 1071418"/>
              <a:gd name="connsiteX5-63" fmla="*/ 5855855 w 12192000"/>
              <a:gd name="connsiteY5-64" fmla="*/ 849745 h 1071418"/>
              <a:gd name="connsiteX6-65" fmla="*/ 0 w 12192000"/>
              <a:gd name="connsiteY6-66" fmla="*/ 854460 h 1071418"/>
              <a:gd name="connsiteX7-67" fmla="*/ 0 w 12192000"/>
              <a:gd name="connsiteY7-68" fmla="*/ 0 h 1071418"/>
              <a:gd name="connsiteX0-69" fmla="*/ 0 w 12192000"/>
              <a:gd name="connsiteY0-70" fmla="*/ 0 h 1077768"/>
              <a:gd name="connsiteX1-71" fmla="*/ 12192000 w 12192000"/>
              <a:gd name="connsiteY1-72" fmla="*/ 0 h 1077768"/>
              <a:gd name="connsiteX2-73" fmla="*/ 12192000 w 12192000"/>
              <a:gd name="connsiteY2-74" fmla="*/ 854460 h 1077768"/>
              <a:gd name="connsiteX3-75" fmla="*/ 6341630 w 12192000"/>
              <a:gd name="connsiteY3-76" fmla="*/ 849745 h 1077768"/>
              <a:gd name="connsiteX4-77" fmla="*/ 6102638 w 12192000"/>
              <a:gd name="connsiteY4-78" fmla="*/ 1077768 h 1077768"/>
              <a:gd name="connsiteX5-79" fmla="*/ 5855855 w 12192000"/>
              <a:gd name="connsiteY5-80" fmla="*/ 849745 h 1077768"/>
              <a:gd name="connsiteX6-81" fmla="*/ 0 w 12192000"/>
              <a:gd name="connsiteY6-82" fmla="*/ 854460 h 1077768"/>
              <a:gd name="connsiteX7-83" fmla="*/ 0 w 12192000"/>
              <a:gd name="connsiteY7-84" fmla="*/ 0 h 1077768"/>
              <a:gd name="connsiteX0-85" fmla="*/ 0 w 12192000"/>
              <a:gd name="connsiteY0-86" fmla="*/ 0 h 1077768"/>
              <a:gd name="connsiteX1-87" fmla="*/ 12192000 w 12192000"/>
              <a:gd name="connsiteY1-88" fmla="*/ 0 h 1077768"/>
              <a:gd name="connsiteX2-89" fmla="*/ 12192000 w 12192000"/>
              <a:gd name="connsiteY2-90" fmla="*/ 854460 h 1077768"/>
              <a:gd name="connsiteX3-91" fmla="*/ 6341630 w 12192000"/>
              <a:gd name="connsiteY3-92" fmla="*/ 849745 h 1077768"/>
              <a:gd name="connsiteX4-93" fmla="*/ 6102638 w 12192000"/>
              <a:gd name="connsiteY4-94" fmla="*/ 1077768 h 1077768"/>
              <a:gd name="connsiteX5-95" fmla="*/ 5678055 w 12192000"/>
              <a:gd name="connsiteY5-96" fmla="*/ 837045 h 1077768"/>
              <a:gd name="connsiteX6-97" fmla="*/ 0 w 12192000"/>
              <a:gd name="connsiteY6-98" fmla="*/ 854460 h 1077768"/>
              <a:gd name="connsiteX7-99" fmla="*/ 0 w 12192000"/>
              <a:gd name="connsiteY7-100" fmla="*/ 0 h 1077768"/>
              <a:gd name="connsiteX0-101" fmla="*/ 0 w 12192000"/>
              <a:gd name="connsiteY0-102" fmla="*/ 0 h 1077768"/>
              <a:gd name="connsiteX1-103" fmla="*/ 12192000 w 12192000"/>
              <a:gd name="connsiteY1-104" fmla="*/ 0 h 1077768"/>
              <a:gd name="connsiteX2-105" fmla="*/ 12192000 w 12192000"/>
              <a:gd name="connsiteY2-106" fmla="*/ 854460 h 1077768"/>
              <a:gd name="connsiteX3-107" fmla="*/ 6519430 w 12192000"/>
              <a:gd name="connsiteY3-108" fmla="*/ 837045 h 1077768"/>
              <a:gd name="connsiteX4-109" fmla="*/ 6102638 w 12192000"/>
              <a:gd name="connsiteY4-110" fmla="*/ 1077768 h 1077768"/>
              <a:gd name="connsiteX5-111" fmla="*/ 5678055 w 12192000"/>
              <a:gd name="connsiteY5-112" fmla="*/ 837045 h 1077768"/>
              <a:gd name="connsiteX6-113" fmla="*/ 0 w 12192000"/>
              <a:gd name="connsiteY6-114" fmla="*/ 854460 h 1077768"/>
              <a:gd name="connsiteX7-115" fmla="*/ 0 w 12192000"/>
              <a:gd name="connsiteY7-116" fmla="*/ 0 h 10777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192000" h="1077768">
                <a:moveTo>
                  <a:pt x="0" y="0"/>
                </a:moveTo>
                <a:lnTo>
                  <a:pt x="12192000" y="0"/>
                </a:lnTo>
                <a:lnTo>
                  <a:pt x="12192000" y="854460"/>
                </a:lnTo>
                <a:lnTo>
                  <a:pt x="6519430" y="837045"/>
                </a:lnTo>
                <a:lnTo>
                  <a:pt x="6102638" y="1077768"/>
                </a:lnTo>
                <a:lnTo>
                  <a:pt x="5678055" y="837045"/>
                </a:lnTo>
                <a:lnTo>
                  <a:pt x="0" y="8544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E218C">
                  <a:alpha val="31000"/>
                </a:srgbClr>
              </a:gs>
              <a:gs pos="100000">
                <a:srgbClr val="2160B1">
                  <a:alpha val="17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871318" y="1571995"/>
            <a:ext cx="4191316" cy="4225117"/>
          </a:xfrm>
          <a:prstGeom prst="rect">
            <a:avLst/>
          </a:prstGeom>
          <a:blipFill dpi="0" rotWithShape="1">
            <a:blip r:embed="rId3">
              <a:alphaModFix amt="12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12192000" cy="1077768"/>
          </a:xfrm>
          <a:custGeom>
            <a:avLst/>
            <a:gdLst>
              <a:gd name="connsiteX0" fmla="*/ 0 w 12192000"/>
              <a:gd name="connsiteY0" fmla="*/ 0 h 854460"/>
              <a:gd name="connsiteX1" fmla="*/ 12192000 w 12192000"/>
              <a:gd name="connsiteY1" fmla="*/ 0 h 854460"/>
              <a:gd name="connsiteX2" fmla="*/ 12192000 w 12192000"/>
              <a:gd name="connsiteY2" fmla="*/ 854460 h 854460"/>
              <a:gd name="connsiteX3" fmla="*/ 0 w 12192000"/>
              <a:gd name="connsiteY3" fmla="*/ 854460 h 854460"/>
              <a:gd name="connsiteX4" fmla="*/ 0 w 12192000"/>
              <a:gd name="connsiteY4" fmla="*/ 0 h 854460"/>
              <a:gd name="connsiteX0-1" fmla="*/ 0 w 12192000"/>
              <a:gd name="connsiteY0-2" fmla="*/ 0 h 854460"/>
              <a:gd name="connsiteX1-3" fmla="*/ 12192000 w 12192000"/>
              <a:gd name="connsiteY1-4" fmla="*/ 0 h 854460"/>
              <a:gd name="connsiteX2-5" fmla="*/ 12192000 w 12192000"/>
              <a:gd name="connsiteY2-6" fmla="*/ 854460 h 854460"/>
              <a:gd name="connsiteX3-7" fmla="*/ 5855855 w 12192000"/>
              <a:gd name="connsiteY3-8" fmla="*/ 849745 h 854460"/>
              <a:gd name="connsiteX4-9" fmla="*/ 0 w 12192000"/>
              <a:gd name="connsiteY4-10" fmla="*/ 854460 h 854460"/>
              <a:gd name="connsiteX5" fmla="*/ 0 w 12192000"/>
              <a:gd name="connsiteY5" fmla="*/ 0 h 854460"/>
              <a:gd name="connsiteX0-11" fmla="*/ 0 w 12192000"/>
              <a:gd name="connsiteY0-12" fmla="*/ 0 h 858982"/>
              <a:gd name="connsiteX1-13" fmla="*/ 12192000 w 12192000"/>
              <a:gd name="connsiteY1-14" fmla="*/ 0 h 858982"/>
              <a:gd name="connsiteX2-15" fmla="*/ 12192000 w 12192000"/>
              <a:gd name="connsiteY2-16" fmla="*/ 854460 h 858982"/>
              <a:gd name="connsiteX3-17" fmla="*/ 6096000 w 12192000"/>
              <a:gd name="connsiteY3-18" fmla="*/ 858982 h 858982"/>
              <a:gd name="connsiteX4-19" fmla="*/ 5855855 w 12192000"/>
              <a:gd name="connsiteY4-20" fmla="*/ 849745 h 858982"/>
              <a:gd name="connsiteX5-21" fmla="*/ 0 w 12192000"/>
              <a:gd name="connsiteY5-22" fmla="*/ 854460 h 858982"/>
              <a:gd name="connsiteX6" fmla="*/ 0 w 12192000"/>
              <a:gd name="connsiteY6" fmla="*/ 0 h 858982"/>
              <a:gd name="connsiteX0-23" fmla="*/ 0 w 12192000"/>
              <a:gd name="connsiteY0-24" fmla="*/ 0 h 858982"/>
              <a:gd name="connsiteX1-25" fmla="*/ 12192000 w 12192000"/>
              <a:gd name="connsiteY1-26" fmla="*/ 0 h 858982"/>
              <a:gd name="connsiteX2-27" fmla="*/ 12192000 w 12192000"/>
              <a:gd name="connsiteY2-28" fmla="*/ 854460 h 858982"/>
              <a:gd name="connsiteX3-29" fmla="*/ 6363855 w 12192000"/>
              <a:gd name="connsiteY3-30" fmla="*/ 849745 h 858982"/>
              <a:gd name="connsiteX4-31" fmla="*/ 6096000 w 12192000"/>
              <a:gd name="connsiteY4-32" fmla="*/ 858982 h 858982"/>
              <a:gd name="connsiteX5-33" fmla="*/ 5855855 w 12192000"/>
              <a:gd name="connsiteY5-34" fmla="*/ 849745 h 858982"/>
              <a:gd name="connsiteX6-35" fmla="*/ 0 w 12192000"/>
              <a:gd name="connsiteY6-36" fmla="*/ 854460 h 858982"/>
              <a:gd name="connsiteX7" fmla="*/ 0 w 12192000"/>
              <a:gd name="connsiteY7" fmla="*/ 0 h 858982"/>
              <a:gd name="connsiteX0-37" fmla="*/ 0 w 12192000"/>
              <a:gd name="connsiteY0-38" fmla="*/ 0 h 1071418"/>
              <a:gd name="connsiteX1-39" fmla="*/ 12192000 w 12192000"/>
              <a:gd name="connsiteY1-40" fmla="*/ 0 h 1071418"/>
              <a:gd name="connsiteX2-41" fmla="*/ 12192000 w 12192000"/>
              <a:gd name="connsiteY2-42" fmla="*/ 854460 h 1071418"/>
              <a:gd name="connsiteX3-43" fmla="*/ 6363855 w 12192000"/>
              <a:gd name="connsiteY3-44" fmla="*/ 849745 h 1071418"/>
              <a:gd name="connsiteX4-45" fmla="*/ 6086763 w 12192000"/>
              <a:gd name="connsiteY4-46" fmla="*/ 1071418 h 1071418"/>
              <a:gd name="connsiteX5-47" fmla="*/ 5855855 w 12192000"/>
              <a:gd name="connsiteY5-48" fmla="*/ 849745 h 1071418"/>
              <a:gd name="connsiteX6-49" fmla="*/ 0 w 12192000"/>
              <a:gd name="connsiteY6-50" fmla="*/ 854460 h 1071418"/>
              <a:gd name="connsiteX7-51" fmla="*/ 0 w 12192000"/>
              <a:gd name="connsiteY7-52" fmla="*/ 0 h 1071418"/>
              <a:gd name="connsiteX0-53" fmla="*/ 0 w 12192000"/>
              <a:gd name="connsiteY0-54" fmla="*/ 0 h 1071418"/>
              <a:gd name="connsiteX1-55" fmla="*/ 12192000 w 12192000"/>
              <a:gd name="connsiteY1-56" fmla="*/ 0 h 1071418"/>
              <a:gd name="connsiteX2-57" fmla="*/ 12192000 w 12192000"/>
              <a:gd name="connsiteY2-58" fmla="*/ 854460 h 1071418"/>
              <a:gd name="connsiteX3-59" fmla="*/ 6341630 w 12192000"/>
              <a:gd name="connsiteY3-60" fmla="*/ 849745 h 1071418"/>
              <a:gd name="connsiteX4-61" fmla="*/ 6086763 w 12192000"/>
              <a:gd name="connsiteY4-62" fmla="*/ 1071418 h 1071418"/>
              <a:gd name="connsiteX5-63" fmla="*/ 5855855 w 12192000"/>
              <a:gd name="connsiteY5-64" fmla="*/ 849745 h 1071418"/>
              <a:gd name="connsiteX6-65" fmla="*/ 0 w 12192000"/>
              <a:gd name="connsiteY6-66" fmla="*/ 854460 h 1071418"/>
              <a:gd name="connsiteX7-67" fmla="*/ 0 w 12192000"/>
              <a:gd name="connsiteY7-68" fmla="*/ 0 h 1071418"/>
              <a:gd name="connsiteX0-69" fmla="*/ 0 w 12192000"/>
              <a:gd name="connsiteY0-70" fmla="*/ 0 h 1077768"/>
              <a:gd name="connsiteX1-71" fmla="*/ 12192000 w 12192000"/>
              <a:gd name="connsiteY1-72" fmla="*/ 0 h 1077768"/>
              <a:gd name="connsiteX2-73" fmla="*/ 12192000 w 12192000"/>
              <a:gd name="connsiteY2-74" fmla="*/ 854460 h 1077768"/>
              <a:gd name="connsiteX3-75" fmla="*/ 6341630 w 12192000"/>
              <a:gd name="connsiteY3-76" fmla="*/ 849745 h 1077768"/>
              <a:gd name="connsiteX4-77" fmla="*/ 6102638 w 12192000"/>
              <a:gd name="connsiteY4-78" fmla="*/ 1077768 h 1077768"/>
              <a:gd name="connsiteX5-79" fmla="*/ 5855855 w 12192000"/>
              <a:gd name="connsiteY5-80" fmla="*/ 849745 h 1077768"/>
              <a:gd name="connsiteX6-81" fmla="*/ 0 w 12192000"/>
              <a:gd name="connsiteY6-82" fmla="*/ 854460 h 1077768"/>
              <a:gd name="connsiteX7-83" fmla="*/ 0 w 12192000"/>
              <a:gd name="connsiteY7-84" fmla="*/ 0 h 10777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192000" h="1077768">
                <a:moveTo>
                  <a:pt x="0" y="0"/>
                </a:moveTo>
                <a:lnTo>
                  <a:pt x="12192000" y="0"/>
                </a:lnTo>
                <a:lnTo>
                  <a:pt x="12192000" y="854460"/>
                </a:lnTo>
                <a:lnTo>
                  <a:pt x="6341630" y="849745"/>
                </a:lnTo>
                <a:lnTo>
                  <a:pt x="6102638" y="1077768"/>
                </a:lnTo>
                <a:lnTo>
                  <a:pt x="5855855" y="849745"/>
                </a:lnTo>
                <a:lnTo>
                  <a:pt x="0" y="85446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E218C"/>
              </a:gs>
              <a:gs pos="100000">
                <a:srgbClr val="2160B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229408" y="2536931"/>
            <a:ext cx="7799860" cy="229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6000" b="1" spc="100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</a:t>
            </a:r>
            <a:r>
              <a:rPr lang="en-US" altLang="zh-CN" sz="6000" b="1" spc="100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6000" b="1" spc="100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102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6000" b="1" spc="100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102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请您批评指正</a:t>
            </a:r>
            <a:endParaRPr lang="zh-CN" altLang="en-US" sz="6000" b="1" spc="100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102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0451" y="155152"/>
            <a:ext cx="4131849" cy="576134"/>
            <a:chOff x="2391333" y="28738"/>
            <a:chExt cx="5968114" cy="83217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1333" y="32077"/>
              <a:ext cx="825500" cy="82550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347" y="28738"/>
              <a:ext cx="4991100" cy="83217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2229408" y="1840687"/>
            <a:ext cx="7799860" cy="51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4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4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年南京航空航天大学航空学院 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-15876" y="6247948"/>
            <a:ext cx="12207875" cy="610052"/>
          </a:xfrm>
          <a:custGeom>
            <a:avLst/>
            <a:gdLst>
              <a:gd name="connsiteX0" fmla="*/ 0 w 12192000"/>
              <a:gd name="connsiteY0" fmla="*/ 0 h 343352"/>
              <a:gd name="connsiteX1" fmla="*/ 12192000 w 12192000"/>
              <a:gd name="connsiteY1" fmla="*/ 0 h 343352"/>
              <a:gd name="connsiteX2" fmla="*/ 12192000 w 12192000"/>
              <a:gd name="connsiteY2" fmla="*/ 343352 h 343352"/>
              <a:gd name="connsiteX3" fmla="*/ 0 w 12192000"/>
              <a:gd name="connsiteY3" fmla="*/ 343352 h 343352"/>
              <a:gd name="connsiteX4" fmla="*/ 0 w 12192000"/>
              <a:gd name="connsiteY4" fmla="*/ 0 h 343352"/>
              <a:gd name="connsiteX0-1" fmla="*/ 12700 w 12192000"/>
              <a:gd name="connsiteY0-2" fmla="*/ 0 h 495752"/>
              <a:gd name="connsiteX1-3" fmla="*/ 12192000 w 12192000"/>
              <a:gd name="connsiteY1-4" fmla="*/ 152400 h 495752"/>
              <a:gd name="connsiteX2-5" fmla="*/ 12192000 w 12192000"/>
              <a:gd name="connsiteY2-6" fmla="*/ 495752 h 495752"/>
              <a:gd name="connsiteX3-7" fmla="*/ 0 w 12192000"/>
              <a:gd name="connsiteY3-8" fmla="*/ 495752 h 495752"/>
              <a:gd name="connsiteX4-9" fmla="*/ 12700 w 12192000"/>
              <a:gd name="connsiteY4-10" fmla="*/ 0 h 495752"/>
              <a:gd name="connsiteX0-11" fmla="*/ 12700 w 12192000"/>
              <a:gd name="connsiteY0-12" fmla="*/ 114300 h 610052"/>
              <a:gd name="connsiteX1-13" fmla="*/ 12192000 w 12192000"/>
              <a:gd name="connsiteY1-14" fmla="*/ 0 h 610052"/>
              <a:gd name="connsiteX2-15" fmla="*/ 12192000 w 12192000"/>
              <a:gd name="connsiteY2-16" fmla="*/ 610052 h 610052"/>
              <a:gd name="connsiteX3-17" fmla="*/ 0 w 12192000"/>
              <a:gd name="connsiteY3-18" fmla="*/ 610052 h 610052"/>
              <a:gd name="connsiteX4-19" fmla="*/ 12700 w 12192000"/>
              <a:gd name="connsiteY4-20" fmla="*/ 114300 h 610052"/>
              <a:gd name="connsiteX0-21" fmla="*/ 12700 w 12192000"/>
              <a:gd name="connsiteY0-22" fmla="*/ 76200 h 610052"/>
              <a:gd name="connsiteX1-23" fmla="*/ 12192000 w 12192000"/>
              <a:gd name="connsiteY1-24" fmla="*/ 0 h 610052"/>
              <a:gd name="connsiteX2-25" fmla="*/ 12192000 w 12192000"/>
              <a:gd name="connsiteY2-26" fmla="*/ 610052 h 610052"/>
              <a:gd name="connsiteX3-27" fmla="*/ 0 w 12192000"/>
              <a:gd name="connsiteY3-28" fmla="*/ 610052 h 610052"/>
              <a:gd name="connsiteX4-29" fmla="*/ 12700 w 12192000"/>
              <a:gd name="connsiteY4-30" fmla="*/ 76200 h 610052"/>
              <a:gd name="connsiteX0-31" fmla="*/ 12700 w 12192000"/>
              <a:gd name="connsiteY0-32" fmla="*/ 38100 h 610052"/>
              <a:gd name="connsiteX1-33" fmla="*/ 12192000 w 12192000"/>
              <a:gd name="connsiteY1-34" fmla="*/ 0 h 610052"/>
              <a:gd name="connsiteX2-35" fmla="*/ 12192000 w 12192000"/>
              <a:gd name="connsiteY2-36" fmla="*/ 610052 h 610052"/>
              <a:gd name="connsiteX3-37" fmla="*/ 0 w 12192000"/>
              <a:gd name="connsiteY3-38" fmla="*/ 610052 h 610052"/>
              <a:gd name="connsiteX4-39" fmla="*/ 12700 w 12192000"/>
              <a:gd name="connsiteY4-40" fmla="*/ 38100 h 610052"/>
              <a:gd name="connsiteX0-41" fmla="*/ 0 w 12207875"/>
              <a:gd name="connsiteY0-42" fmla="*/ 38100 h 610052"/>
              <a:gd name="connsiteX1-43" fmla="*/ 12207875 w 12207875"/>
              <a:gd name="connsiteY1-44" fmla="*/ 0 h 610052"/>
              <a:gd name="connsiteX2-45" fmla="*/ 12207875 w 12207875"/>
              <a:gd name="connsiteY2-46" fmla="*/ 610052 h 610052"/>
              <a:gd name="connsiteX3-47" fmla="*/ 15875 w 12207875"/>
              <a:gd name="connsiteY3-48" fmla="*/ 610052 h 610052"/>
              <a:gd name="connsiteX4-49" fmla="*/ 0 w 12207875"/>
              <a:gd name="connsiteY4-50" fmla="*/ 38100 h 610052"/>
              <a:gd name="connsiteX0-51" fmla="*/ 0 w 12207875"/>
              <a:gd name="connsiteY0-52" fmla="*/ 38100 h 610052"/>
              <a:gd name="connsiteX1-53" fmla="*/ 12207875 w 12207875"/>
              <a:gd name="connsiteY1-54" fmla="*/ 0 h 610052"/>
              <a:gd name="connsiteX2-55" fmla="*/ 12207875 w 12207875"/>
              <a:gd name="connsiteY2-56" fmla="*/ 610052 h 610052"/>
              <a:gd name="connsiteX3-57" fmla="*/ 15875 w 12207875"/>
              <a:gd name="connsiteY3-58" fmla="*/ 610052 h 610052"/>
              <a:gd name="connsiteX4-59" fmla="*/ 0 w 12207875"/>
              <a:gd name="connsiteY4-60" fmla="*/ 38100 h 610052"/>
              <a:gd name="connsiteX0-61" fmla="*/ 0 w 12207875"/>
              <a:gd name="connsiteY0-62" fmla="*/ 38100 h 610052"/>
              <a:gd name="connsiteX1-63" fmla="*/ 12207875 w 12207875"/>
              <a:gd name="connsiteY1-64" fmla="*/ 0 h 610052"/>
              <a:gd name="connsiteX2-65" fmla="*/ 12207875 w 12207875"/>
              <a:gd name="connsiteY2-66" fmla="*/ 610052 h 610052"/>
              <a:gd name="connsiteX3-67" fmla="*/ 15875 w 12207875"/>
              <a:gd name="connsiteY3-68" fmla="*/ 610052 h 610052"/>
              <a:gd name="connsiteX4-69" fmla="*/ 0 w 12207875"/>
              <a:gd name="connsiteY4-70" fmla="*/ 38100 h 6100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7875" h="610052">
                <a:moveTo>
                  <a:pt x="0" y="38100"/>
                </a:moveTo>
                <a:cubicBezTo>
                  <a:pt x="4164542" y="434975"/>
                  <a:pt x="8186208" y="441325"/>
                  <a:pt x="12207875" y="0"/>
                </a:cubicBezTo>
                <a:lnTo>
                  <a:pt x="12207875" y="610052"/>
                </a:lnTo>
                <a:lnTo>
                  <a:pt x="15875" y="610052"/>
                </a:lnTo>
                <a:lnTo>
                  <a:pt x="0" y="38100"/>
                </a:lnTo>
                <a:close/>
              </a:path>
            </a:pathLst>
          </a:custGeom>
          <a:gradFill>
            <a:gsLst>
              <a:gs pos="0">
                <a:srgbClr val="1E218C"/>
              </a:gs>
              <a:gs pos="100000">
                <a:srgbClr val="2160B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1863725" y="5312684"/>
            <a:ext cx="8464550" cy="518860"/>
            <a:chOff x="2123796" y="4672466"/>
            <a:chExt cx="8464550" cy="518860"/>
          </a:xfrm>
        </p:grpSpPr>
        <p:sp>
          <p:nvSpPr>
            <p:cNvPr id="24" name="文本框 23"/>
            <p:cNvSpPr txBox="1"/>
            <p:nvPr/>
          </p:nvSpPr>
          <p:spPr>
            <a:xfrm>
              <a:off x="2123796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答辩人：晓 南</a:t>
              </a:r>
              <a:endParaRPr lang="zh-CN" altLang="en-US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1360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导师：晓 航</a:t>
              </a:r>
              <a:endParaRPr lang="zh-CN" altLang="en-US" sz="12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902854" y="4672466"/>
              <a:ext cx="2685492" cy="518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spc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zh-CN" altLang="en-US" sz="1200" dirty="0"/>
            </a:p>
          </p:txBody>
        </p:sp>
      </p:grpSp>
      <p:sp>
        <p:nvSpPr>
          <p:cNvPr id="31" name="矩形 22"/>
          <p:cNvSpPr/>
          <p:nvPr/>
        </p:nvSpPr>
        <p:spPr>
          <a:xfrm>
            <a:off x="-3176" y="5556656"/>
            <a:ext cx="12195175" cy="1364695"/>
          </a:xfrm>
          <a:custGeom>
            <a:avLst/>
            <a:gdLst>
              <a:gd name="connsiteX0" fmla="*/ 0 w 12192000"/>
              <a:gd name="connsiteY0" fmla="*/ 0 h 343352"/>
              <a:gd name="connsiteX1" fmla="*/ 12192000 w 12192000"/>
              <a:gd name="connsiteY1" fmla="*/ 0 h 343352"/>
              <a:gd name="connsiteX2" fmla="*/ 12192000 w 12192000"/>
              <a:gd name="connsiteY2" fmla="*/ 343352 h 343352"/>
              <a:gd name="connsiteX3" fmla="*/ 0 w 12192000"/>
              <a:gd name="connsiteY3" fmla="*/ 343352 h 343352"/>
              <a:gd name="connsiteX4" fmla="*/ 0 w 12192000"/>
              <a:gd name="connsiteY4" fmla="*/ 0 h 343352"/>
              <a:gd name="connsiteX0-1" fmla="*/ 12700 w 12192000"/>
              <a:gd name="connsiteY0-2" fmla="*/ 0 h 495752"/>
              <a:gd name="connsiteX1-3" fmla="*/ 12192000 w 12192000"/>
              <a:gd name="connsiteY1-4" fmla="*/ 152400 h 495752"/>
              <a:gd name="connsiteX2-5" fmla="*/ 12192000 w 12192000"/>
              <a:gd name="connsiteY2-6" fmla="*/ 495752 h 495752"/>
              <a:gd name="connsiteX3-7" fmla="*/ 0 w 12192000"/>
              <a:gd name="connsiteY3-8" fmla="*/ 495752 h 495752"/>
              <a:gd name="connsiteX4-9" fmla="*/ 12700 w 12192000"/>
              <a:gd name="connsiteY4-10" fmla="*/ 0 h 495752"/>
              <a:gd name="connsiteX0-11" fmla="*/ 12700 w 12192000"/>
              <a:gd name="connsiteY0-12" fmla="*/ 114300 h 610052"/>
              <a:gd name="connsiteX1-13" fmla="*/ 12192000 w 12192000"/>
              <a:gd name="connsiteY1-14" fmla="*/ 0 h 610052"/>
              <a:gd name="connsiteX2-15" fmla="*/ 12192000 w 12192000"/>
              <a:gd name="connsiteY2-16" fmla="*/ 610052 h 610052"/>
              <a:gd name="connsiteX3-17" fmla="*/ 0 w 12192000"/>
              <a:gd name="connsiteY3-18" fmla="*/ 610052 h 610052"/>
              <a:gd name="connsiteX4-19" fmla="*/ 12700 w 12192000"/>
              <a:gd name="connsiteY4-20" fmla="*/ 114300 h 610052"/>
              <a:gd name="connsiteX0-21" fmla="*/ 12700 w 12192000"/>
              <a:gd name="connsiteY0-22" fmla="*/ 76200 h 610052"/>
              <a:gd name="connsiteX1-23" fmla="*/ 12192000 w 12192000"/>
              <a:gd name="connsiteY1-24" fmla="*/ 0 h 610052"/>
              <a:gd name="connsiteX2-25" fmla="*/ 12192000 w 12192000"/>
              <a:gd name="connsiteY2-26" fmla="*/ 610052 h 610052"/>
              <a:gd name="connsiteX3-27" fmla="*/ 0 w 12192000"/>
              <a:gd name="connsiteY3-28" fmla="*/ 610052 h 610052"/>
              <a:gd name="connsiteX4-29" fmla="*/ 12700 w 12192000"/>
              <a:gd name="connsiteY4-30" fmla="*/ 76200 h 610052"/>
              <a:gd name="connsiteX0-31" fmla="*/ 12700 w 12192000"/>
              <a:gd name="connsiteY0-32" fmla="*/ 38100 h 610052"/>
              <a:gd name="connsiteX1-33" fmla="*/ 12192000 w 12192000"/>
              <a:gd name="connsiteY1-34" fmla="*/ 0 h 610052"/>
              <a:gd name="connsiteX2-35" fmla="*/ 12192000 w 12192000"/>
              <a:gd name="connsiteY2-36" fmla="*/ 610052 h 610052"/>
              <a:gd name="connsiteX3-37" fmla="*/ 0 w 12192000"/>
              <a:gd name="connsiteY3-38" fmla="*/ 610052 h 610052"/>
              <a:gd name="connsiteX4-39" fmla="*/ 12700 w 12192000"/>
              <a:gd name="connsiteY4-40" fmla="*/ 38100 h 610052"/>
              <a:gd name="connsiteX0-41" fmla="*/ 0 w 12207875"/>
              <a:gd name="connsiteY0-42" fmla="*/ 38100 h 610052"/>
              <a:gd name="connsiteX1-43" fmla="*/ 12207875 w 12207875"/>
              <a:gd name="connsiteY1-44" fmla="*/ 0 h 610052"/>
              <a:gd name="connsiteX2-45" fmla="*/ 12207875 w 12207875"/>
              <a:gd name="connsiteY2-46" fmla="*/ 610052 h 610052"/>
              <a:gd name="connsiteX3-47" fmla="*/ 15875 w 12207875"/>
              <a:gd name="connsiteY3-48" fmla="*/ 610052 h 610052"/>
              <a:gd name="connsiteX4-49" fmla="*/ 0 w 12207875"/>
              <a:gd name="connsiteY4-50" fmla="*/ 38100 h 610052"/>
              <a:gd name="connsiteX0-51" fmla="*/ 0 w 12207875"/>
              <a:gd name="connsiteY0-52" fmla="*/ 38100 h 610052"/>
              <a:gd name="connsiteX1-53" fmla="*/ 12207875 w 12207875"/>
              <a:gd name="connsiteY1-54" fmla="*/ 0 h 610052"/>
              <a:gd name="connsiteX2-55" fmla="*/ 12207875 w 12207875"/>
              <a:gd name="connsiteY2-56" fmla="*/ 610052 h 610052"/>
              <a:gd name="connsiteX3-57" fmla="*/ 15875 w 12207875"/>
              <a:gd name="connsiteY3-58" fmla="*/ 610052 h 610052"/>
              <a:gd name="connsiteX4-59" fmla="*/ 0 w 12207875"/>
              <a:gd name="connsiteY4-60" fmla="*/ 38100 h 610052"/>
              <a:gd name="connsiteX0-61" fmla="*/ 0 w 12207875"/>
              <a:gd name="connsiteY0-62" fmla="*/ 38100 h 610052"/>
              <a:gd name="connsiteX1-63" fmla="*/ 12207875 w 12207875"/>
              <a:gd name="connsiteY1-64" fmla="*/ 0 h 610052"/>
              <a:gd name="connsiteX2-65" fmla="*/ 12207875 w 12207875"/>
              <a:gd name="connsiteY2-66" fmla="*/ 610052 h 610052"/>
              <a:gd name="connsiteX3-67" fmla="*/ 15875 w 12207875"/>
              <a:gd name="connsiteY3-68" fmla="*/ 610052 h 610052"/>
              <a:gd name="connsiteX4-69" fmla="*/ 0 w 12207875"/>
              <a:gd name="connsiteY4-70" fmla="*/ 38100 h 610052"/>
              <a:gd name="connsiteX0-71" fmla="*/ 0 w 12195175"/>
              <a:gd name="connsiteY0-72" fmla="*/ 0 h 719384"/>
              <a:gd name="connsiteX1-73" fmla="*/ 12195175 w 12195175"/>
              <a:gd name="connsiteY1-74" fmla="*/ 109332 h 719384"/>
              <a:gd name="connsiteX2-75" fmla="*/ 12195175 w 12195175"/>
              <a:gd name="connsiteY2-76" fmla="*/ 719384 h 719384"/>
              <a:gd name="connsiteX3-77" fmla="*/ 3175 w 12195175"/>
              <a:gd name="connsiteY3-78" fmla="*/ 719384 h 719384"/>
              <a:gd name="connsiteX4-79" fmla="*/ 0 w 12195175"/>
              <a:gd name="connsiteY4-80" fmla="*/ 0 h 719384"/>
              <a:gd name="connsiteX0-81" fmla="*/ 0 w 12195175"/>
              <a:gd name="connsiteY0-82" fmla="*/ 0 h 719384"/>
              <a:gd name="connsiteX1-83" fmla="*/ 12195175 w 12195175"/>
              <a:gd name="connsiteY1-84" fmla="*/ 109332 h 719384"/>
              <a:gd name="connsiteX2-85" fmla="*/ 12195175 w 12195175"/>
              <a:gd name="connsiteY2-86" fmla="*/ 719384 h 719384"/>
              <a:gd name="connsiteX3-87" fmla="*/ 3175 w 12195175"/>
              <a:gd name="connsiteY3-88" fmla="*/ 719384 h 719384"/>
              <a:gd name="connsiteX4-89" fmla="*/ 0 w 12195175"/>
              <a:gd name="connsiteY4-90" fmla="*/ 0 h 719384"/>
              <a:gd name="connsiteX0-91" fmla="*/ 0 w 12195175"/>
              <a:gd name="connsiteY0-92" fmla="*/ 0 h 719384"/>
              <a:gd name="connsiteX1-93" fmla="*/ 12195175 w 12195175"/>
              <a:gd name="connsiteY1-94" fmla="*/ 109332 h 719384"/>
              <a:gd name="connsiteX2-95" fmla="*/ 12195175 w 12195175"/>
              <a:gd name="connsiteY2-96" fmla="*/ 719384 h 719384"/>
              <a:gd name="connsiteX3-97" fmla="*/ 3175 w 12195175"/>
              <a:gd name="connsiteY3-98" fmla="*/ 719384 h 719384"/>
              <a:gd name="connsiteX4-99" fmla="*/ 0 w 12195175"/>
              <a:gd name="connsiteY4-100" fmla="*/ 0 h 719384"/>
              <a:gd name="connsiteX0-101" fmla="*/ 0 w 12195175"/>
              <a:gd name="connsiteY0-102" fmla="*/ 0 h 754405"/>
              <a:gd name="connsiteX1-103" fmla="*/ 12195175 w 12195175"/>
              <a:gd name="connsiteY1-104" fmla="*/ 109332 h 754405"/>
              <a:gd name="connsiteX2-105" fmla="*/ 12195175 w 12195175"/>
              <a:gd name="connsiteY2-106" fmla="*/ 719384 h 754405"/>
              <a:gd name="connsiteX3-107" fmla="*/ 3175 w 12195175"/>
              <a:gd name="connsiteY3-108" fmla="*/ 719384 h 754405"/>
              <a:gd name="connsiteX4-109" fmla="*/ 0 w 12195175"/>
              <a:gd name="connsiteY4-110" fmla="*/ 0 h 7544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5175" h="754405">
                <a:moveTo>
                  <a:pt x="0" y="0"/>
                </a:moveTo>
                <a:cubicBezTo>
                  <a:pt x="4012142" y="1112973"/>
                  <a:pt x="8376708" y="859562"/>
                  <a:pt x="12195175" y="109332"/>
                </a:cubicBezTo>
                <a:lnTo>
                  <a:pt x="12195175" y="719384"/>
                </a:lnTo>
                <a:lnTo>
                  <a:pt x="3175" y="719384"/>
                </a:lnTo>
                <a:cubicBezTo>
                  <a:pt x="2117" y="479589"/>
                  <a:pt x="1058" y="239795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E218C">
                  <a:alpha val="40000"/>
                </a:srgbClr>
              </a:gs>
              <a:gs pos="100000">
                <a:srgbClr val="2160B1">
                  <a:alpha val="29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封底样式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8"/>
          <a:srcRect r="88880"/>
          <a:stretch>
            <a:fillRect/>
          </a:stretch>
        </p:blipFill>
        <p:spPr>
          <a:xfrm>
            <a:off x="1833502" y="3033072"/>
            <a:ext cx="1054841" cy="1518036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8"/>
          <a:srcRect r="88880"/>
          <a:stretch>
            <a:fillRect/>
          </a:stretch>
        </p:blipFill>
        <p:spPr>
          <a:xfrm flipH="1">
            <a:off x="9430323" y="3033072"/>
            <a:ext cx="1054841" cy="151803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 47"/>
          <p:cNvSpPr txBox="1"/>
          <p:nvPr/>
        </p:nvSpPr>
        <p:spPr>
          <a:xfrm>
            <a:off x="3635267" y="2007989"/>
            <a:ext cx="4921466" cy="163044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zh-CN" altLang="en-US" sz="8800" spc="600" dirty="0">
                <a:solidFill>
                  <a:schemeClr val="accent6"/>
                </a:solidFill>
              </a:rPr>
              <a:t>党建样式</a:t>
            </a:r>
            <a:endParaRPr lang="zh-CN" altLang="en-US" sz="8800" spc="600" dirty="0">
              <a:solidFill>
                <a:schemeClr val="accent6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18116" y="3826419"/>
            <a:ext cx="4545351" cy="1472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0" y="654756"/>
            <a:ext cx="12221858" cy="6203244"/>
            <a:chOff x="0" y="220133"/>
            <a:chExt cx="12221858" cy="6637867"/>
          </a:xfrm>
        </p:grpSpPr>
        <p:sp>
          <p:nvSpPr>
            <p:cNvPr id="4" name="矩形 3"/>
            <p:cNvSpPr/>
            <p:nvPr/>
          </p:nvSpPr>
          <p:spPr>
            <a:xfrm>
              <a:off x="0" y="220133"/>
              <a:ext cx="12192000" cy="6637867"/>
            </a:xfrm>
            <a:custGeom>
              <a:avLst/>
              <a:gdLst>
                <a:gd name="connsiteX0" fmla="*/ 0 w 12192000"/>
                <a:gd name="connsiteY0" fmla="*/ 0 h 5875867"/>
                <a:gd name="connsiteX1" fmla="*/ 12192000 w 12192000"/>
                <a:gd name="connsiteY1" fmla="*/ 0 h 5875867"/>
                <a:gd name="connsiteX2" fmla="*/ 12192000 w 12192000"/>
                <a:gd name="connsiteY2" fmla="*/ 5875867 h 5875867"/>
                <a:gd name="connsiteX3" fmla="*/ 0 w 12192000"/>
                <a:gd name="connsiteY3" fmla="*/ 5875867 h 5875867"/>
                <a:gd name="connsiteX4" fmla="*/ 0 w 12192000"/>
                <a:gd name="connsiteY4" fmla="*/ 0 h 5875867"/>
                <a:gd name="connsiteX0-1" fmla="*/ 0 w 12192000"/>
                <a:gd name="connsiteY0-2" fmla="*/ 0 h 5875867"/>
                <a:gd name="connsiteX1-3" fmla="*/ 6220178 w 12192000"/>
                <a:gd name="connsiteY1-4" fmla="*/ 1083734 h 5875867"/>
                <a:gd name="connsiteX2-5" fmla="*/ 12192000 w 12192000"/>
                <a:gd name="connsiteY2-6" fmla="*/ 0 h 5875867"/>
                <a:gd name="connsiteX3-7" fmla="*/ 12192000 w 12192000"/>
                <a:gd name="connsiteY3-8" fmla="*/ 5875867 h 5875867"/>
                <a:gd name="connsiteX4-9" fmla="*/ 0 w 12192000"/>
                <a:gd name="connsiteY4-10" fmla="*/ 5875867 h 5875867"/>
                <a:gd name="connsiteX5" fmla="*/ 0 w 12192000"/>
                <a:gd name="connsiteY5" fmla="*/ 0 h 5875867"/>
                <a:gd name="connsiteX0-11" fmla="*/ 0 w 12192000"/>
                <a:gd name="connsiteY0-12" fmla="*/ 0 h 5875867"/>
                <a:gd name="connsiteX1-13" fmla="*/ 6220178 w 12192000"/>
                <a:gd name="connsiteY1-14" fmla="*/ 1083734 h 5875867"/>
                <a:gd name="connsiteX2-15" fmla="*/ 12192000 w 12192000"/>
                <a:gd name="connsiteY2-16" fmla="*/ 0 h 5875867"/>
                <a:gd name="connsiteX3-17" fmla="*/ 12192000 w 12192000"/>
                <a:gd name="connsiteY3-18" fmla="*/ 5875867 h 5875867"/>
                <a:gd name="connsiteX4-19" fmla="*/ 0 w 12192000"/>
                <a:gd name="connsiteY4-20" fmla="*/ 5875867 h 5875867"/>
                <a:gd name="connsiteX5-21" fmla="*/ 0 w 12192000"/>
                <a:gd name="connsiteY5-22" fmla="*/ 0 h 5875867"/>
                <a:gd name="connsiteX0-23" fmla="*/ 0 w 12192000"/>
                <a:gd name="connsiteY0-24" fmla="*/ 0 h 5875867"/>
                <a:gd name="connsiteX1-25" fmla="*/ 6220178 w 12192000"/>
                <a:gd name="connsiteY1-26" fmla="*/ 1083734 h 5875867"/>
                <a:gd name="connsiteX2-27" fmla="*/ 12192000 w 12192000"/>
                <a:gd name="connsiteY2-28" fmla="*/ 0 h 5875867"/>
                <a:gd name="connsiteX3-29" fmla="*/ 12192000 w 12192000"/>
                <a:gd name="connsiteY3-30" fmla="*/ 5875867 h 5875867"/>
                <a:gd name="connsiteX4-31" fmla="*/ 0 w 12192000"/>
                <a:gd name="connsiteY4-32" fmla="*/ 5875867 h 5875867"/>
                <a:gd name="connsiteX5-33" fmla="*/ 0 w 12192000"/>
                <a:gd name="connsiteY5-34" fmla="*/ 0 h 5875867"/>
                <a:gd name="connsiteX0-35" fmla="*/ 0 w 12192000"/>
                <a:gd name="connsiteY0-36" fmla="*/ 0 h 5875867"/>
                <a:gd name="connsiteX1-37" fmla="*/ 6231467 w 12192000"/>
                <a:gd name="connsiteY1-38" fmla="*/ 857956 h 5875867"/>
                <a:gd name="connsiteX2-39" fmla="*/ 12192000 w 12192000"/>
                <a:gd name="connsiteY2-40" fmla="*/ 0 h 5875867"/>
                <a:gd name="connsiteX3-41" fmla="*/ 12192000 w 12192000"/>
                <a:gd name="connsiteY3-42" fmla="*/ 5875867 h 5875867"/>
                <a:gd name="connsiteX4-43" fmla="*/ 0 w 12192000"/>
                <a:gd name="connsiteY4-44" fmla="*/ 5875867 h 5875867"/>
                <a:gd name="connsiteX5-45" fmla="*/ 0 w 12192000"/>
                <a:gd name="connsiteY5-46" fmla="*/ 0 h 5875867"/>
                <a:gd name="connsiteX0-47" fmla="*/ 0 w 12192000"/>
                <a:gd name="connsiteY0-48" fmla="*/ 0 h 5875867"/>
                <a:gd name="connsiteX1-49" fmla="*/ 6231467 w 12192000"/>
                <a:gd name="connsiteY1-50" fmla="*/ 903112 h 5875867"/>
                <a:gd name="connsiteX2-51" fmla="*/ 12192000 w 12192000"/>
                <a:gd name="connsiteY2-52" fmla="*/ 0 h 5875867"/>
                <a:gd name="connsiteX3-53" fmla="*/ 12192000 w 12192000"/>
                <a:gd name="connsiteY3-54" fmla="*/ 5875867 h 5875867"/>
                <a:gd name="connsiteX4-55" fmla="*/ 0 w 12192000"/>
                <a:gd name="connsiteY4-56" fmla="*/ 5875867 h 5875867"/>
                <a:gd name="connsiteX5-57" fmla="*/ 0 w 12192000"/>
                <a:gd name="connsiteY5-58" fmla="*/ 0 h 587586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12192000" h="5875867">
                  <a:moveTo>
                    <a:pt x="0" y="0"/>
                  </a:moveTo>
                  <a:lnTo>
                    <a:pt x="6231467" y="903112"/>
                  </a:lnTo>
                  <a:lnTo>
                    <a:pt x="12192000" y="0"/>
                  </a:lnTo>
                  <a:lnTo>
                    <a:pt x="12192000" y="5875867"/>
                  </a:lnTo>
                  <a:lnTo>
                    <a:pt x="0" y="58758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6">
                    <a:lumMod val="79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468489"/>
              <a:ext cx="12221858" cy="6183199"/>
              <a:chOff x="0" y="1230489"/>
              <a:chExt cx="12221858" cy="5525417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0" y="1230489"/>
                <a:ext cx="6096000" cy="948267"/>
              </a:xfrm>
              <a:prstGeom prst="line">
                <a:avLst/>
              </a:prstGeom>
              <a:ln w="698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6125858" y="1230489"/>
                <a:ext cx="6096000" cy="948267"/>
              </a:xfrm>
              <a:prstGeom prst="line">
                <a:avLst/>
              </a:prstGeom>
              <a:ln w="698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0" y="6728123"/>
                <a:ext cx="12192000" cy="27783"/>
              </a:xfrm>
              <a:prstGeom prst="line">
                <a:avLst/>
              </a:prstGeom>
              <a:ln w="698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/>
          <p:cNvGrpSpPr/>
          <p:nvPr/>
        </p:nvGrpSpPr>
        <p:grpSpPr>
          <a:xfrm>
            <a:off x="5222746" y="418722"/>
            <a:ext cx="2007760" cy="2007760"/>
            <a:chOff x="5358214" y="825751"/>
            <a:chExt cx="2007760" cy="2007760"/>
          </a:xfrm>
        </p:grpSpPr>
        <p:sp>
          <p:nvSpPr>
            <p:cNvPr id="5" name="椭圆 4"/>
            <p:cNvSpPr/>
            <p:nvPr/>
          </p:nvSpPr>
          <p:spPr>
            <a:xfrm>
              <a:off x="5358214" y="825751"/>
              <a:ext cx="2007760" cy="2007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5400000" algn="ctr" rotWithShape="0">
                <a:schemeClr val="accent6">
                  <a:lumMod val="50000"/>
                  <a:alpha val="1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7737" y="895274"/>
              <a:ext cx="1868715" cy="1868715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8410221" y="195892"/>
            <a:ext cx="3052067" cy="499321"/>
            <a:chOff x="842196" y="247134"/>
            <a:chExt cx="3502072" cy="572942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1554194" y="253762"/>
              <a:ext cx="2790074" cy="566314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842196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39" name="矩形 38"/>
          <p:cNvSpPr/>
          <p:nvPr/>
        </p:nvSpPr>
        <p:spPr>
          <a:xfrm>
            <a:off x="0" y="3845232"/>
            <a:ext cx="12192000" cy="3012768"/>
          </a:xfrm>
          <a:prstGeom prst="rect">
            <a:avLst/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4"/>
          <a:srcRect l="49574" t="20290" r="3042" b="23983"/>
          <a:stretch>
            <a:fillRect/>
          </a:stretch>
        </p:blipFill>
        <p:spPr>
          <a:xfrm>
            <a:off x="-69522" y="553065"/>
            <a:ext cx="5204126" cy="6112132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4"/>
          <a:srcRect l="49574" t="20290" r="3042" b="23983"/>
          <a:stretch>
            <a:fillRect/>
          </a:stretch>
        </p:blipFill>
        <p:spPr>
          <a:xfrm flipH="1">
            <a:off x="7050946" y="553065"/>
            <a:ext cx="5204126" cy="611213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46183" y="2549993"/>
            <a:ext cx="9560885" cy="229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航空学院</a:t>
            </a:r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  <a:endParaRPr lang="en-US" altLang="zh-CN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党建工作汇报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11580" y="5185887"/>
            <a:ext cx="2775861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汇报人：晓航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40278" y="5185887"/>
            <a:ext cx="2775861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189" y="5002204"/>
            <a:ext cx="2633853" cy="185579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2"/>
          <a:srcRect r="20154" b="27351"/>
          <a:stretch>
            <a:fillRect/>
          </a:stretch>
        </p:blipFill>
        <p:spPr>
          <a:xfrm>
            <a:off x="9734804" y="4627267"/>
            <a:ext cx="2457196" cy="2230734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F65D-4E0E-4CB1-9506-915C84E5AE0F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6200000">
            <a:off x="-214039" y="191180"/>
            <a:ext cx="6880860" cy="6452779"/>
          </a:xfrm>
          <a:custGeom>
            <a:avLst/>
            <a:gdLst>
              <a:gd name="connsiteX0" fmla="*/ 0 w 6880860"/>
              <a:gd name="connsiteY0" fmla="*/ 0 h 5930265"/>
              <a:gd name="connsiteX1" fmla="*/ 6880860 w 6880860"/>
              <a:gd name="connsiteY1" fmla="*/ 0 h 5930265"/>
              <a:gd name="connsiteX2" fmla="*/ 6880860 w 6880860"/>
              <a:gd name="connsiteY2" fmla="*/ 5930265 h 5930265"/>
              <a:gd name="connsiteX3" fmla="*/ 0 w 6880860"/>
              <a:gd name="connsiteY3" fmla="*/ 5930265 h 5930265"/>
              <a:gd name="connsiteX4" fmla="*/ 0 w 6880860"/>
              <a:gd name="connsiteY4" fmla="*/ 0 h 5930265"/>
              <a:gd name="connsiteX0-1" fmla="*/ 0 w 6880860"/>
              <a:gd name="connsiteY0-2" fmla="*/ 0 h 5930265"/>
              <a:gd name="connsiteX1-3" fmla="*/ 6880860 w 6880860"/>
              <a:gd name="connsiteY1-4" fmla="*/ 0 h 5930265"/>
              <a:gd name="connsiteX2-5" fmla="*/ 6880860 w 6880860"/>
              <a:gd name="connsiteY2-6" fmla="*/ 5930265 h 5930265"/>
              <a:gd name="connsiteX3-7" fmla="*/ 0 w 6880860"/>
              <a:gd name="connsiteY3-8" fmla="*/ 5930265 h 5930265"/>
              <a:gd name="connsiteX4-9" fmla="*/ 0 w 6880860"/>
              <a:gd name="connsiteY4-10" fmla="*/ 0 h 5930265"/>
              <a:gd name="connsiteX0-11" fmla="*/ 0 w 6880860"/>
              <a:gd name="connsiteY0-12" fmla="*/ 0 h 5930265"/>
              <a:gd name="connsiteX1-13" fmla="*/ 6880860 w 6880860"/>
              <a:gd name="connsiteY1-14" fmla="*/ 0 h 5930265"/>
              <a:gd name="connsiteX2-15" fmla="*/ 6880860 w 6880860"/>
              <a:gd name="connsiteY2-16" fmla="*/ 5930265 h 5930265"/>
              <a:gd name="connsiteX3-17" fmla="*/ 0 w 6880860"/>
              <a:gd name="connsiteY3-18" fmla="*/ 5930265 h 5930265"/>
              <a:gd name="connsiteX4-19" fmla="*/ 0 w 6880860"/>
              <a:gd name="connsiteY4-20" fmla="*/ 0 h 5930265"/>
              <a:gd name="connsiteX0-21" fmla="*/ 0 w 6880860"/>
              <a:gd name="connsiteY0-22" fmla="*/ 0 h 5946958"/>
              <a:gd name="connsiteX1-23" fmla="*/ 6880860 w 6880860"/>
              <a:gd name="connsiteY1-24" fmla="*/ 0 h 5946958"/>
              <a:gd name="connsiteX2-25" fmla="*/ 6880860 w 6880860"/>
              <a:gd name="connsiteY2-26" fmla="*/ 5930265 h 5946958"/>
              <a:gd name="connsiteX3-27" fmla="*/ 0 w 6880860"/>
              <a:gd name="connsiteY3-28" fmla="*/ 5930265 h 5946958"/>
              <a:gd name="connsiteX4-29" fmla="*/ 0 w 6880860"/>
              <a:gd name="connsiteY4-30" fmla="*/ 0 h 5946958"/>
              <a:gd name="connsiteX0-31" fmla="*/ 0 w 6880860"/>
              <a:gd name="connsiteY0-32" fmla="*/ 0 h 6452779"/>
              <a:gd name="connsiteX1-33" fmla="*/ 6880860 w 6880860"/>
              <a:gd name="connsiteY1-34" fmla="*/ 0 h 6452779"/>
              <a:gd name="connsiteX2-35" fmla="*/ 6851832 w 6880860"/>
              <a:gd name="connsiteY2-36" fmla="*/ 6452779 h 6452779"/>
              <a:gd name="connsiteX3-37" fmla="*/ 0 w 6880860"/>
              <a:gd name="connsiteY3-38" fmla="*/ 5930265 h 6452779"/>
              <a:gd name="connsiteX4-39" fmla="*/ 0 w 6880860"/>
              <a:gd name="connsiteY4-40" fmla="*/ 0 h 6452779"/>
              <a:gd name="connsiteX0-41" fmla="*/ 0 w 6880860"/>
              <a:gd name="connsiteY0-42" fmla="*/ 0 h 6452779"/>
              <a:gd name="connsiteX1-43" fmla="*/ 6880860 w 6880860"/>
              <a:gd name="connsiteY1-44" fmla="*/ 0 h 6452779"/>
              <a:gd name="connsiteX2-45" fmla="*/ 6851832 w 6880860"/>
              <a:gd name="connsiteY2-46" fmla="*/ 6452779 h 6452779"/>
              <a:gd name="connsiteX3-47" fmla="*/ 0 w 6880860"/>
              <a:gd name="connsiteY3-48" fmla="*/ 5930265 h 6452779"/>
              <a:gd name="connsiteX4-49" fmla="*/ 0 w 6880860"/>
              <a:gd name="connsiteY4-50" fmla="*/ 0 h 6452779"/>
              <a:gd name="connsiteX0-51" fmla="*/ 0 w 6880860"/>
              <a:gd name="connsiteY0-52" fmla="*/ 0 h 6452779"/>
              <a:gd name="connsiteX1-53" fmla="*/ 6880860 w 6880860"/>
              <a:gd name="connsiteY1-54" fmla="*/ 0 h 6452779"/>
              <a:gd name="connsiteX2-55" fmla="*/ 6851832 w 6880860"/>
              <a:gd name="connsiteY2-56" fmla="*/ 6452779 h 6452779"/>
              <a:gd name="connsiteX3-57" fmla="*/ 14514 w 6880860"/>
              <a:gd name="connsiteY3-58" fmla="*/ 6264097 h 6452779"/>
              <a:gd name="connsiteX4-59" fmla="*/ 0 w 6880860"/>
              <a:gd name="connsiteY4-60" fmla="*/ 0 h 6452779"/>
              <a:gd name="connsiteX0-61" fmla="*/ 0 w 6880860"/>
              <a:gd name="connsiteY0-62" fmla="*/ 0 h 6452779"/>
              <a:gd name="connsiteX1-63" fmla="*/ 6880860 w 6880860"/>
              <a:gd name="connsiteY1-64" fmla="*/ 0 h 6452779"/>
              <a:gd name="connsiteX2-65" fmla="*/ 6851832 w 6880860"/>
              <a:gd name="connsiteY2-66" fmla="*/ 6452779 h 6452779"/>
              <a:gd name="connsiteX3-67" fmla="*/ 14514 w 6880860"/>
              <a:gd name="connsiteY3-68" fmla="*/ 6264097 h 6452779"/>
              <a:gd name="connsiteX4-69" fmla="*/ 0 w 6880860"/>
              <a:gd name="connsiteY4-70" fmla="*/ 0 h 6452779"/>
              <a:gd name="connsiteX0-71" fmla="*/ 0 w 6880860"/>
              <a:gd name="connsiteY0-72" fmla="*/ 0 h 6452779"/>
              <a:gd name="connsiteX1-73" fmla="*/ 6880860 w 6880860"/>
              <a:gd name="connsiteY1-74" fmla="*/ 0 h 6452779"/>
              <a:gd name="connsiteX2-75" fmla="*/ 6851832 w 6880860"/>
              <a:gd name="connsiteY2-76" fmla="*/ 6452779 h 6452779"/>
              <a:gd name="connsiteX3-77" fmla="*/ 14514 w 6880860"/>
              <a:gd name="connsiteY3-78" fmla="*/ 6264097 h 6452779"/>
              <a:gd name="connsiteX4-79" fmla="*/ 0 w 6880860"/>
              <a:gd name="connsiteY4-80" fmla="*/ 0 h 6452779"/>
              <a:gd name="connsiteX0-81" fmla="*/ 0 w 6880860"/>
              <a:gd name="connsiteY0-82" fmla="*/ 0 h 6722402"/>
              <a:gd name="connsiteX1-83" fmla="*/ 6880860 w 6880860"/>
              <a:gd name="connsiteY1-84" fmla="*/ 0 h 6722402"/>
              <a:gd name="connsiteX2-85" fmla="*/ 6851832 w 6880860"/>
              <a:gd name="connsiteY2-86" fmla="*/ 6452779 h 6722402"/>
              <a:gd name="connsiteX3-87" fmla="*/ 3470987 w 6880860"/>
              <a:gd name="connsiteY3-88" fmla="*/ 5579705 h 6722402"/>
              <a:gd name="connsiteX4-89" fmla="*/ 14514 w 6880860"/>
              <a:gd name="connsiteY4-90" fmla="*/ 6264097 h 6722402"/>
              <a:gd name="connsiteX5" fmla="*/ 0 w 6880860"/>
              <a:gd name="connsiteY5" fmla="*/ 0 h 6722402"/>
              <a:gd name="connsiteX0-91" fmla="*/ 0 w 6880860"/>
              <a:gd name="connsiteY0-92" fmla="*/ 0 h 6770210"/>
              <a:gd name="connsiteX1-93" fmla="*/ 6880860 w 6880860"/>
              <a:gd name="connsiteY1-94" fmla="*/ 0 h 6770210"/>
              <a:gd name="connsiteX2-95" fmla="*/ 6851832 w 6880860"/>
              <a:gd name="connsiteY2-96" fmla="*/ 6452779 h 6770210"/>
              <a:gd name="connsiteX3-97" fmla="*/ 3470987 w 6880860"/>
              <a:gd name="connsiteY3-98" fmla="*/ 5579705 h 6770210"/>
              <a:gd name="connsiteX4-99" fmla="*/ 14514 w 6880860"/>
              <a:gd name="connsiteY4-100" fmla="*/ 6264097 h 6770210"/>
              <a:gd name="connsiteX5-101" fmla="*/ 0 w 6880860"/>
              <a:gd name="connsiteY5-102" fmla="*/ 0 h 6770210"/>
              <a:gd name="connsiteX0-103" fmla="*/ 0 w 6880860"/>
              <a:gd name="connsiteY0-104" fmla="*/ 0 h 6549155"/>
              <a:gd name="connsiteX1-105" fmla="*/ 6880860 w 6880860"/>
              <a:gd name="connsiteY1-106" fmla="*/ 0 h 6549155"/>
              <a:gd name="connsiteX2-107" fmla="*/ 6851832 w 6880860"/>
              <a:gd name="connsiteY2-108" fmla="*/ 6452779 h 6549155"/>
              <a:gd name="connsiteX3-109" fmla="*/ 3470987 w 6880860"/>
              <a:gd name="connsiteY3-110" fmla="*/ 5579705 h 6549155"/>
              <a:gd name="connsiteX4-111" fmla="*/ 14514 w 6880860"/>
              <a:gd name="connsiteY4-112" fmla="*/ 6264097 h 6549155"/>
              <a:gd name="connsiteX5-113" fmla="*/ 0 w 6880860"/>
              <a:gd name="connsiteY5-114" fmla="*/ 0 h 6549155"/>
              <a:gd name="connsiteX0-115" fmla="*/ 0 w 6880860"/>
              <a:gd name="connsiteY0-116" fmla="*/ 0 h 6452779"/>
              <a:gd name="connsiteX1-117" fmla="*/ 6880860 w 6880860"/>
              <a:gd name="connsiteY1-118" fmla="*/ 0 h 6452779"/>
              <a:gd name="connsiteX2-119" fmla="*/ 6851832 w 6880860"/>
              <a:gd name="connsiteY2-120" fmla="*/ 6452779 h 6452779"/>
              <a:gd name="connsiteX3-121" fmla="*/ 3470987 w 6880860"/>
              <a:gd name="connsiteY3-122" fmla="*/ 5579705 h 6452779"/>
              <a:gd name="connsiteX4-123" fmla="*/ 14514 w 6880860"/>
              <a:gd name="connsiteY4-124" fmla="*/ 6264097 h 6452779"/>
              <a:gd name="connsiteX5-125" fmla="*/ 0 w 6880860"/>
              <a:gd name="connsiteY5-126" fmla="*/ 0 h 6452779"/>
              <a:gd name="connsiteX0-127" fmla="*/ 0 w 6880860"/>
              <a:gd name="connsiteY0-128" fmla="*/ 0 h 6452779"/>
              <a:gd name="connsiteX1-129" fmla="*/ 6880860 w 6880860"/>
              <a:gd name="connsiteY1-130" fmla="*/ 0 h 6452779"/>
              <a:gd name="connsiteX2-131" fmla="*/ 6851832 w 6880860"/>
              <a:gd name="connsiteY2-132" fmla="*/ 6452779 h 6452779"/>
              <a:gd name="connsiteX3-133" fmla="*/ 3470987 w 6880860"/>
              <a:gd name="connsiteY3-134" fmla="*/ 5579705 h 6452779"/>
              <a:gd name="connsiteX4-135" fmla="*/ 14514 w 6880860"/>
              <a:gd name="connsiteY4-136" fmla="*/ 6264097 h 6452779"/>
              <a:gd name="connsiteX5-137" fmla="*/ 0 w 6880860"/>
              <a:gd name="connsiteY5-138" fmla="*/ 0 h 6452779"/>
              <a:gd name="connsiteX0-139" fmla="*/ 0 w 6880860"/>
              <a:gd name="connsiteY0-140" fmla="*/ 0 h 6452779"/>
              <a:gd name="connsiteX1-141" fmla="*/ 6880860 w 6880860"/>
              <a:gd name="connsiteY1-142" fmla="*/ 0 h 6452779"/>
              <a:gd name="connsiteX2-143" fmla="*/ 6851832 w 6880860"/>
              <a:gd name="connsiteY2-144" fmla="*/ 6452779 h 6452779"/>
              <a:gd name="connsiteX3-145" fmla="*/ 3349689 w 6880860"/>
              <a:gd name="connsiteY3-146" fmla="*/ 5570378 h 6452779"/>
              <a:gd name="connsiteX4-147" fmla="*/ 14514 w 6880860"/>
              <a:gd name="connsiteY4-148" fmla="*/ 6264097 h 6452779"/>
              <a:gd name="connsiteX5-149" fmla="*/ 0 w 6880860"/>
              <a:gd name="connsiteY5-150" fmla="*/ 0 h 6452779"/>
              <a:gd name="connsiteX0-151" fmla="*/ 0 w 6880860"/>
              <a:gd name="connsiteY0-152" fmla="*/ 0 h 6452779"/>
              <a:gd name="connsiteX1-153" fmla="*/ 6880860 w 6880860"/>
              <a:gd name="connsiteY1-154" fmla="*/ 0 h 6452779"/>
              <a:gd name="connsiteX2-155" fmla="*/ 6851832 w 6880860"/>
              <a:gd name="connsiteY2-156" fmla="*/ 6452779 h 6452779"/>
              <a:gd name="connsiteX3-157" fmla="*/ 3405672 w 6880860"/>
              <a:gd name="connsiteY3-158" fmla="*/ 5514397 h 6452779"/>
              <a:gd name="connsiteX4-159" fmla="*/ 14514 w 6880860"/>
              <a:gd name="connsiteY4-160" fmla="*/ 6264097 h 6452779"/>
              <a:gd name="connsiteX5-161" fmla="*/ 0 w 6880860"/>
              <a:gd name="connsiteY5-162" fmla="*/ 0 h 64527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01" y="connsiteY5-102"/>
              </a:cxn>
            </a:cxnLst>
            <a:rect l="l" t="t" r="r" b="b"/>
            <a:pathLst>
              <a:path w="6880860" h="6452779">
                <a:moveTo>
                  <a:pt x="0" y="0"/>
                </a:moveTo>
                <a:lnTo>
                  <a:pt x="6880860" y="0"/>
                </a:lnTo>
                <a:lnTo>
                  <a:pt x="6851832" y="6452779"/>
                </a:lnTo>
                <a:lnTo>
                  <a:pt x="3405672" y="5514397"/>
                </a:lnTo>
                <a:lnTo>
                  <a:pt x="14514" y="626409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6">
                  <a:lumMod val="79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" y="2311431"/>
            <a:ext cx="5930188" cy="45719"/>
            <a:chOff x="3876675" y="2210577"/>
            <a:chExt cx="2053513" cy="37323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0" y="1172823"/>
            <a:ext cx="6095999" cy="45719"/>
            <a:chOff x="3876675" y="1172823"/>
            <a:chExt cx="2053513" cy="37322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3876675" y="1172823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876675" y="1210145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" y="3450040"/>
            <a:ext cx="5930188" cy="45719"/>
            <a:chOff x="3876675" y="2210577"/>
            <a:chExt cx="2053513" cy="37323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1" y="4588649"/>
            <a:ext cx="5930188" cy="45719"/>
            <a:chOff x="3876675" y="2210577"/>
            <a:chExt cx="2053513" cy="37323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1" y="5727257"/>
            <a:ext cx="5930188" cy="45719"/>
            <a:chOff x="3876675" y="2210577"/>
            <a:chExt cx="2053513" cy="37323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3876675" y="2247900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876675" y="2210577"/>
              <a:ext cx="2053513" cy="0"/>
            </a:xfrm>
            <a:prstGeom prst="line">
              <a:avLst/>
            </a:prstGeom>
            <a:ln>
              <a:solidFill>
                <a:schemeClr val="bg1">
                  <a:alpha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6444299" y="3977993"/>
            <a:ext cx="4851400" cy="973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南京航空航天大学</a:t>
            </a:r>
            <a:endParaRPr lang="en-US" altLang="zh-CN" sz="2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航空学院 </a:t>
            </a:r>
            <a:r>
              <a:rPr lang="en-US" altLang="zh-CN" sz="2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2022</a:t>
            </a:r>
            <a:endParaRPr lang="zh-CN" altLang="en-US" sz="2400" kern="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7454276" y="1861668"/>
            <a:ext cx="2860468" cy="1688805"/>
            <a:chOff x="7333626" y="2107631"/>
            <a:chExt cx="2860468" cy="1688805"/>
          </a:xfrm>
        </p:grpSpPr>
        <p:sp>
          <p:nvSpPr>
            <p:cNvPr id="32" name="文本框 31"/>
            <p:cNvSpPr txBox="1"/>
            <p:nvPr/>
          </p:nvSpPr>
          <p:spPr>
            <a:xfrm>
              <a:off x="7368104" y="2107631"/>
              <a:ext cx="2825990" cy="1630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8800" b="1" kern="100" dirty="0">
                  <a:ln>
                    <a:solidFill>
                      <a:schemeClr val="accent6">
                        <a:lumMod val="75000"/>
                      </a:schemeClr>
                    </a:solidFill>
                  </a:ln>
                  <a:no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  <a:endParaRPr lang="zh-CN" altLang="zh-CN" sz="8800" b="1" kern="100" dirty="0">
                <a:ln>
                  <a:solidFill>
                    <a:schemeClr val="accent6">
                      <a:lumMod val="75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333626" y="2165990"/>
              <a:ext cx="2825990" cy="1630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8800" b="1" kern="1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  <a:endParaRPr lang="zh-CN" altLang="zh-CN" sz="8800" b="1" kern="1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 rot="18900000">
            <a:off x="7699745" y="743348"/>
            <a:ext cx="355788" cy="355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 rot="18900000">
            <a:off x="11303469" y="446138"/>
            <a:ext cx="412387" cy="412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457196" y="1468218"/>
            <a:ext cx="2520555" cy="4038291"/>
            <a:chOff x="2939810" y="1468218"/>
            <a:chExt cx="2520555" cy="4038291"/>
          </a:xfrm>
        </p:grpSpPr>
        <p:sp>
          <p:nvSpPr>
            <p:cNvPr id="6" name="文本框 5"/>
            <p:cNvSpPr txBox="1"/>
            <p:nvPr/>
          </p:nvSpPr>
          <p:spPr>
            <a:xfrm>
              <a:off x="3651856" y="1468218"/>
              <a:ext cx="16458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672840" y="3811598"/>
              <a:ext cx="16421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XXXXX</a:t>
              </a:r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72840" y="4983289"/>
              <a:ext cx="17875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XXXXX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672840" y="2639908"/>
              <a:ext cx="16421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XXXXX</a:t>
              </a:r>
              <a:endParaRPr lang="zh-CN" altLang="en-US" dirty="0"/>
            </a:p>
          </p:txBody>
        </p:sp>
        <p:sp>
          <p:nvSpPr>
            <p:cNvPr id="27" name="椭圆 26"/>
            <p:cNvSpPr/>
            <p:nvPr/>
          </p:nvSpPr>
          <p:spPr>
            <a:xfrm>
              <a:off x="2939810" y="1549944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2939810" y="2706071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2939810" y="3875683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939810" y="5047374"/>
              <a:ext cx="395049" cy="395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88880"/>
          <a:stretch>
            <a:fillRect/>
          </a:stretch>
        </p:blipFill>
        <p:spPr>
          <a:xfrm flipH="1">
            <a:off x="10380247" y="2502353"/>
            <a:ext cx="465012" cy="66920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88880"/>
          <a:stretch>
            <a:fillRect/>
          </a:stretch>
        </p:blipFill>
        <p:spPr>
          <a:xfrm>
            <a:off x="6822591" y="2502353"/>
            <a:ext cx="465012" cy="66920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96" y="248367"/>
            <a:ext cx="3298490" cy="549965"/>
          </a:xfrm>
          <a:prstGeom prst="rect">
            <a:avLst/>
          </a:prstGeom>
        </p:spPr>
      </p:pic>
      <p:cxnSp>
        <p:nvCxnSpPr>
          <p:cNvPr id="45" name="直接连接符 44"/>
          <p:cNvCxnSpPr/>
          <p:nvPr/>
        </p:nvCxnSpPr>
        <p:spPr>
          <a:xfrm flipH="1">
            <a:off x="5329978" y="-22861"/>
            <a:ext cx="970021" cy="3481381"/>
          </a:xfrm>
          <a:prstGeom prst="line">
            <a:avLst/>
          </a:prstGeom>
          <a:ln w="698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5329978" y="3435514"/>
            <a:ext cx="803855" cy="3459280"/>
          </a:xfrm>
          <a:prstGeom prst="line">
            <a:avLst/>
          </a:prstGeom>
          <a:ln w="698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0" y="895064"/>
            <a:ext cx="12221858" cy="4926894"/>
            <a:chOff x="0" y="220133"/>
            <a:chExt cx="12221858" cy="6637867"/>
          </a:xfrm>
        </p:grpSpPr>
        <p:sp>
          <p:nvSpPr>
            <p:cNvPr id="4" name="矩形 3"/>
            <p:cNvSpPr/>
            <p:nvPr/>
          </p:nvSpPr>
          <p:spPr>
            <a:xfrm>
              <a:off x="0" y="220133"/>
              <a:ext cx="12192000" cy="6637867"/>
            </a:xfrm>
            <a:custGeom>
              <a:avLst/>
              <a:gdLst>
                <a:gd name="connsiteX0" fmla="*/ 0 w 12192000"/>
                <a:gd name="connsiteY0" fmla="*/ 0 h 5875867"/>
                <a:gd name="connsiteX1" fmla="*/ 12192000 w 12192000"/>
                <a:gd name="connsiteY1" fmla="*/ 0 h 5875867"/>
                <a:gd name="connsiteX2" fmla="*/ 12192000 w 12192000"/>
                <a:gd name="connsiteY2" fmla="*/ 5875867 h 5875867"/>
                <a:gd name="connsiteX3" fmla="*/ 0 w 12192000"/>
                <a:gd name="connsiteY3" fmla="*/ 5875867 h 5875867"/>
                <a:gd name="connsiteX4" fmla="*/ 0 w 12192000"/>
                <a:gd name="connsiteY4" fmla="*/ 0 h 5875867"/>
                <a:gd name="connsiteX0-1" fmla="*/ 0 w 12192000"/>
                <a:gd name="connsiteY0-2" fmla="*/ 0 h 5875867"/>
                <a:gd name="connsiteX1-3" fmla="*/ 6220178 w 12192000"/>
                <a:gd name="connsiteY1-4" fmla="*/ 1083734 h 5875867"/>
                <a:gd name="connsiteX2-5" fmla="*/ 12192000 w 12192000"/>
                <a:gd name="connsiteY2-6" fmla="*/ 0 h 5875867"/>
                <a:gd name="connsiteX3-7" fmla="*/ 12192000 w 12192000"/>
                <a:gd name="connsiteY3-8" fmla="*/ 5875867 h 5875867"/>
                <a:gd name="connsiteX4-9" fmla="*/ 0 w 12192000"/>
                <a:gd name="connsiteY4-10" fmla="*/ 5875867 h 5875867"/>
                <a:gd name="connsiteX5" fmla="*/ 0 w 12192000"/>
                <a:gd name="connsiteY5" fmla="*/ 0 h 5875867"/>
                <a:gd name="connsiteX0-11" fmla="*/ 0 w 12192000"/>
                <a:gd name="connsiteY0-12" fmla="*/ 0 h 5875867"/>
                <a:gd name="connsiteX1-13" fmla="*/ 6220178 w 12192000"/>
                <a:gd name="connsiteY1-14" fmla="*/ 1083734 h 5875867"/>
                <a:gd name="connsiteX2-15" fmla="*/ 12192000 w 12192000"/>
                <a:gd name="connsiteY2-16" fmla="*/ 0 h 5875867"/>
                <a:gd name="connsiteX3-17" fmla="*/ 12192000 w 12192000"/>
                <a:gd name="connsiteY3-18" fmla="*/ 5875867 h 5875867"/>
                <a:gd name="connsiteX4-19" fmla="*/ 0 w 12192000"/>
                <a:gd name="connsiteY4-20" fmla="*/ 5875867 h 5875867"/>
                <a:gd name="connsiteX5-21" fmla="*/ 0 w 12192000"/>
                <a:gd name="connsiteY5-22" fmla="*/ 0 h 5875867"/>
                <a:gd name="connsiteX0-23" fmla="*/ 0 w 12192000"/>
                <a:gd name="connsiteY0-24" fmla="*/ 0 h 5875867"/>
                <a:gd name="connsiteX1-25" fmla="*/ 6220178 w 12192000"/>
                <a:gd name="connsiteY1-26" fmla="*/ 1083734 h 5875867"/>
                <a:gd name="connsiteX2-27" fmla="*/ 12192000 w 12192000"/>
                <a:gd name="connsiteY2-28" fmla="*/ 0 h 5875867"/>
                <a:gd name="connsiteX3-29" fmla="*/ 12192000 w 12192000"/>
                <a:gd name="connsiteY3-30" fmla="*/ 5875867 h 5875867"/>
                <a:gd name="connsiteX4-31" fmla="*/ 0 w 12192000"/>
                <a:gd name="connsiteY4-32" fmla="*/ 5875867 h 5875867"/>
                <a:gd name="connsiteX5-33" fmla="*/ 0 w 12192000"/>
                <a:gd name="connsiteY5-34" fmla="*/ 0 h 5875867"/>
                <a:gd name="connsiteX0-35" fmla="*/ 0 w 12192000"/>
                <a:gd name="connsiteY0-36" fmla="*/ 0 h 5875867"/>
                <a:gd name="connsiteX1-37" fmla="*/ 6231467 w 12192000"/>
                <a:gd name="connsiteY1-38" fmla="*/ 857956 h 5875867"/>
                <a:gd name="connsiteX2-39" fmla="*/ 12192000 w 12192000"/>
                <a:gd name="connsiteY2-40" fmla="*/ 0 h 5875867"/>
                <a:gd name="connsiteX3-41" fmla="*/ 12192000 w 12192000"/>
                <a:gd name="connsiteY3-42" fmla="*/ 5875867 h 5875867"/>
                <a:gd name="connsiteX4-43" fmla="*/ 0 w 12192000"/>
                <a:gd name="connsiteY4-44" fmla="*/ 5875867 h 5875867"/>
                <a:gd name="connsiteX5-45" fmla="*/ 0 w 12192000"/>
                <a:gd name="connsiteY5-46" fmla="*/ 0 h 5875867"/>
                <a:gd name="connsiteX0-47" fmla="*/ 0 w 12192000"/>
                <a:gd name="connsiteY0-48" fmla="*/ 0 h 5875867"/>
                <a:gd name="connsiteX1-49" fmla="*/ 6231467 w 12192000"/>
                <a:gd name="connsiteY1-50" fmla="*/ 903112 h 5875867"/>
                <a:gd name="connsiteX2-51" fmla="*/ 12192000 w 12192000"/>
                <a:gd name="connsiteY2-52" fmla="*/ 0 h 5875867"/>
                <a:gd name="connsiteX3-53" fmla="*/ 12192000 w 12192000"/>
                <a:gd name="connsiteY3-54" fmla="*/ 5875867 h 5875867"/>
                <a:gd name="connsiteX4-55" fmla="*/ 0 w 12192000"/>
                <a:gd name="connsiteY4-56" fmla="*/ 5875867 h 5875867"/>
                <a:gd name="connsiteX5-57" fmla="*/ 0 w 12192000"/>
                <a:gd name="connsiteY5-58" fmla="*/ 0 h 587586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12192000" h="5875867">
                  <a:moveTo>
                    <a:pt x="0" y="0"/>
                  </a:moveTo>
                  <a:lnTo>
                    <a:pt x="6231467" y="903112"/>
                  </a:lnTo>
                  <a:lnTo>
                    <a:pt x="12192000" y="0"/>
                  </a:lnTo>
                  <a:lnTo>
                    <a:pt x="12192000" y="5875867"/>
                  </a:lnTo>
                  <a:lnTo>
                    <a:pt x="0" y="58758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6">
                    <a:lumMod val="79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468489"/>
              <a:ext cx="12221858" cy="6183199"/>
              <a:chOff x="0" y="1230489"/>
              <a:chExt cx="12221858" cy="5525417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0" y="1230489"/>
                <a:ext cx="6096000" cy="948267"/>
              </a:xfrm>
              <a:prstGeom prst="line">
                <a:avLst/>
              </a:prstGeom>
              <a:ln w="698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6125858" y="1230489"/>
                <a:ext cx="6096000" cy="948267"/>
              </a:xfrm>
              <a:prstGeom prst="line">
                <a:avLst/>
              </a:prstGeom>
              <a:ln w="698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0" y="6728123"/>
                <a:ext cx="12192000" cy="27783"/>
              </a:xfrm>
              <a:prstGeom prst="line">
                <a:avLst/>
              </a:prstGeom>
              <a:ln w="698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/>
          <p:cNvGrpSpPr/>
          <p:nvPr/>
        </p:nvGrpSpPr>
        <p:grpSpPr>
          <a:xfrm>
            <a:off x="5222746" y="418722"/>
            <a:ext cx="2007760" cy="2007760"/>
            <a:chOff x="5358214" y="825751"/>
            <a:chExt cx="2007760" cy="2007760"/>
          </a:xfrm>
        </p:grpSpPr>
        <p:sp>
          <p:nvSpPr>
            <p:cNvPr id="5" name="椭圆 4"/>
            <p:cNvSpPr/>
            <p:nvPr/>
          </p:nvSpPr>
          <p:spPr>
            <a:xfrm>
              <a:off x="5358214" y="825751"/>
              <a:ext cx="2007760" cy="2007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5400000" algn="ctr" rotWithShape="0">
                <a:schemeClr val="accent6">
                  <a:lumMod val="50000"/>
                  <a:alpha val="1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7737" y="895274"/>
              <a:ext cx="1868715" cy="1868715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8410221" y="195892"/>
            <a:ext cx="3052067" cy="499321"/>
            <a:chOff x="842196" y="247134"/>
            <a:chExt cx="3502072" cy="572942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1554194" y="253762"/>
              <a:ext cx="2790074" cy="566314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842196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39" name="矩形 38"/>
          <p:cNvSpPr/>
          <p:nvPr/>
        </p:nvSpPr>
        <p:spPr>
          <a:xfrm>
            <a:off x="0" y="4123506"/>
            <a:ext cx="12192000" cy="2734494"/>
          </a:xfrm>
          <a:prstGeom prst="rect">
            <a:avLst/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4"/>
          <a:srcRect l="49574" t="20290" r="3042" b="23983"/>
          <a:stretch>
            <a:fillRect/>
          </a:stretch>
        </p:blipFill>
        <p:spPr>
          <a:xfrm>
            <a:off x="-69522" y="553065"/>
            <a:ext cx="5204126" cy="6112132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4"/>
          <a:srcRect l="49574" t="20290" r="3042" b="23983"/>
          <a:stretch>
            <a:fillRect/>
          </a:stretch>
        </p:blipFill>
        <p:spPr>
          <a:xfrm flipH="1">
            <a:off x="7050946" y="372934"/>
            <a:ext cx="5204126" cy="611213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64829" y="2858459"/>
            <a:ext cx="9560885" cy="1141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XXXXXXX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17"/>
          <p:cNvSpPr/>
          <p:nvPr/>
        </p:nvSpPr>
        <p:spPr>
          <a:xfrm flipV="1">
            <a:off x="510554" y="622300"/>
            <a:ext cx="3657600" cy="330779"/>
          </a:xfrm>
          <a:custGeom>
            <a:avLst/>
            <a:gdLst>
              <a:gd name="connsiteX0" fmla="*/ 0 w 3657600"/>
              <a:gd name="connsiteY0" fmla="*/ 0 h 247254"/>
              <a:gd name="connsiteX1" fmla="*/ 3657600 w 3657600"/>
              <a:gd name="connsiteY1" fmla="*/ 0 h 247254"/>
              <a:gd name="connsiteX2" fmla="*/ 3657600 w 3657600"/>
              <a:gd name="connsiteY2" fmla="*/ 247254 h 247254"/>
              <a:gd name="connsiteX3" fmla="*/ 0 w 3657600"/>
              <a:gd name="connsiteY3" fmla="*/ 247254 h 247254"/>
              <a:gd name="connsiteX4" fmla="*/ 0 w 3657600"/>
              <a:gd name="connsiteY4" fmla="*/ 0 h 247254"/>
              <a:gd name="connsiteX0-1" fmla="*/ 0 w 3657600"/>
              <a:gd name="connsiteY0-2" fmla="*/ 0 h 247254"/>
              <a:gd name="connsiteX1-3" fmla="*/ 3657600 w 3657600"/>
              <a:gd name="connsiteY1-4" fmla="*/ 0 h 247254"/>
              <a:gd name="connsiteX2-5" fmla="*/ 3556000 w 3657600"/>
              <a:gd name="connsiteY2-6" fmla="*/ 237094 h 247254"/>
              <a:gd name="connsiteX3-7" fmla="*/ 0 w 3657600"/>
              <a:gd name="connsiteY3-8" fmla="*/ 247254 h 247254"/>
              <a:gd name="connsiteX4-9" fmla="*/ 0 w 3657600"/>
              <a:gd name="connsiteY4-10" fmla="*/ 0 h 2472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57600" h="247254">
                <a:moveTo>
                  <a:pt x="0" y="0"/>
                </a:moveTo>
                <a:lnTo>
                  <a:pt x="3657600" y="0"/>
                </a:lnTo>
                <a:lnTo>
                  <a:pt x="3556000" y="237094"/>
                </a:lnTo>
                <a:lnTo>
                  <a:pt x="0" y="24725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4"/>
          <p:cNvSpPr/>
          <p:nvPr/>
        </p:nvSpPr>
        <p:spPr>
          <a:xfrm rot="10800000" flipV="1">
            <a:off x="375562" y="357869"/>
            <a:ext cx="902303" cy="595209"/>
          </a:xfrm>
          <a:custGeom>
            <a:avLst/>
            <a:gdLst>
              <a:gd name="connsiteX0" fmla="*/ 0 w 10305143"/>
              <a:gd name="connsiteY0" fmla="*/ 0 h 5856050"/>
              <a:gd name="connsiteX1" fmla="*/ 10305143 w 10305143"/>
              <a:gd name="connsiteY1" fmla="*/ 0 h 5856050"/>
              <a:gd name="connsiteX2" fmla="*/ 10305143 w 10305143"/>
              <a:gd name="connsiteY2" fmla="*/ 5856050 h 5856050"/>
              <a:gd name="connsiteX3" fmla="*/ 0 w 10305143"/>
              <a:gd name="connsiteY3" fmla="*/ 5856050 h 5856050"/>
              <a:gd name="connsiteX4" fmla="*/ 0 w 10305143"/>
              <a:gd name="connsiteY4" fmla="*/ 0 h 5856050"/>
              <a:gd name="connsiteX0-1" fmla="*/ 943429 w 10305143"/>
              <a:gd name="connsiteY0-2" fmla="*/ 0 h 5856050"/>
              <a:gd name="connsiteX1-3" fmla="*/ 10305143 w 10305143"/>
              <a:gd name="connsiteY1-4" fmla="*/ 0 h 5856050"/>
              <a:gd name="connsiteX2-5" fmla="*/ 10305143 w 10305143"/>
              <a:gd name="connsiteY2-6" fmla="*/ 5856050 h 5856050"/>
              <a:gd name="connsiteX3-7" fmla="*/ 0 w 10305143"/>
              <a:gd name="connsiteY3-8" fmla="*/ 5856050 h 5856050"/>
              <a:gd name="connsiteX4-9" fmla="*/ 943429 w 10305143"/>
              <a:gd name="connsiteY4-10" fmla="*/ 0 h 5856050"/>
              <a:gd name="connsiteX0-11" fmla="*/ 1899677 w 10305143"/>
              <a:gd name="connsiteY0-12" fmla="*/ 0 h 5856050"/>
              <a:gd name="connsiteX1-13" fmla="*/ 10305143 w 10305143"/>
              <a:gd name="connsiteY1-14" fmla="*/ 0 h 5856050"/>
              <a:gd name="connsiteX2-15" fmla="*/ 10305143 w 10305143"/>
              <a:gd name="connsiteY2-16" fmla="*/ 5856050 h 5856050"/>
              <a:gd name="connsiteX3-17" fmla="*/ 0 w 10305143"/>
              <a:gd name="connsiteY3-18" fmla="*/ 5856050 h 5856050"/>
              <a:gd name="connsiteX4-19" fmla="*/ 1899677 w 10305143"/>
              <a:gd name="connsiteY4-20" fmla="*/ 0 h 5856050"/>
              <a:gd name="connsiteX0-21" fmla="*/ 1899677 w 10305143"/>
              <a:gd name="connsiteY0-22" fmla="*/ 0 h 5856050"/>
              <a:gd name="connsiteX1-23" fmla="*/ 10305143 w 10305143"/>
              <a:gd name="connsiteY1-24" fmla="*/ 0 h 5856050"/>
              <a:gd name="connsiteX2-25" fmla="*/ 10305143 w 10305143"/>
              <a:gd name="connsiteY2-26" fmla="*/ 5856050 h 5856050"/>
              <a:gd name="connsiteX3-27" fmla="*/ 0 w 10305143"/>
              <a:gd name="connsiteY3-28" fmla="*/ 5856050 h 5856050"/>
              <a:gd name="connsiteX4-29" fmla="*/ 1899677 w 10305143"/>
              <a:gd name="connsiteY4-30" fmla="*/ 0 h 5856050"/>
              <a:gd name="connsiteX0-31" fmla="*/ 1899677 w 10305143"/>
              <a:gd name="connsiteY0-32" fmla="*/ 0 h 5856050"/>
              <a:gd name="connsiteX1-33" fmla="*/ 10305143 w 10305143"/>
              <a:gd name="connsiteY1-34" fmla="*/ 0 h 5856050"/>
              <a:gd name="connsiteX2-35" fmla="*/ 10305143 w 10305143"/>
              <a:gd name="connsiteY2-36" fmla="*/ 5856050 h 5856050"/>
              <a:gd name="connsiteX3-37" fmla="*/ 0 w 10305143"/>
              <a:gd name="connsiteY3-38" fmla="*/ 5856050 h 5856050"/>
              <a:gd name="connsiteX4-39" fmla="*/ 1899677 w 10305143"/>
              <a:gd name="connsiteY4-40" fmla="*/ 0 h 5856050"/>
              <a:gd name="connsiteX0-41" fmla="*/ 5412991 w 10305143"/>
              <a:gd name="connsiteY0-42" fmla="*/ 0 h 5856050"/>
              <a:gd name="connsiteX1-43" fmla="*/ 10305143 w 10305143"/>
              <a:gd name="connsiteY1-44" fmla="*/ 0 h 5856050"/>
              <a:gd name="connsiteX2-45" fmla="*/ 10305143 w 10305143"/>
              <a:gd name="connsiteY2-46" fmla="*/ 5856050 h 5856050"/>
              <a:gd name="connsiteX3-47" fmla="*/ 0 w 10305143"/>
              <a:gd name="connsiteY3-48" fmla="*/ 5856050 h 5856050"/>
              <a:gd name="connsiteX4-49" fmla="*/ 5412991 w 10305143"/>
              <a:gd name="connsiteY4-50" fmla="*/ 0 h 5856050"/>
              <a:gd name="connsiteX0-51" fmla="*/ 4166341 w 9058493"/>
              <a:gd name="connsiteY0-52" fmla="*/ 0 h 5856050"/>
              <a:gd name="connsiteX1-53" fmla="*/ 9058493 w 9058493"/>
              <a:gd name="connsiteY1-54" fmla="*/ 0 h 5856050"/>
              <a:gd name="connsiteX2-55" fmla="*/ 9058493 w 9058493"/>
              <a:gd name="connsiteY2-56" fmla="*/ 5856050 h 5856050"/>
              <a:gd name="connsiteX3-57" fmla="*/ 0 w 9058493"/>
              <a:gd name="connsiteY3-58" fmla="*/ 5856050 h 5856050"/>
              <a:gd name="connsiteX4-59" fmla="*/ 4166341 w 9058493"/>
              <a:gd name="connsiteY4-60" fmla="*/ 0 h 5856050"/>
              <a:gd name="connsiteX0-61" fmla="*/ 4166341 w 9058493"/>
              <a:gd name="connsiteY0-62" fmla="*/ 0 h 5856050"/>
              <a:gd name="connsiteX1-63" fmla="*/ 9058493 w 9058493"/>
              <a:gd name="connsiteY1-64" fmla="*/ 0 h 5856050"/>
              <a:gd name="connsiteX2-65" fmla="*/ 9058493 w 9058493"/>
              <a:gd name="connsiteY2-66" fmla="*/ 5856050 h 5856050"/>
              <a:gd name="connsiteX3-67" fmla="*/ 0 w 9058493"/>
              <a:gd name="connsiteY3-68" fmla="*/ 5856050 h 5856050"/>
              <a:gd name="connsiteX4-69" fmla="*/ 4166341 w 9058493"/>
              <a:gd name="connsiteY4-70" fmla="*/ 0 h 58560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058493" h="5856050">
                <a:moveTo>
                  <a:pt x="4166341" y="0"/>
                </a:moveTo>
                <a:lnTo>
                  <a:pt x="9058493" y="0"/>
                </a:lnTo>
                <a:lnTo>
                  <a:pt x="9058493" y="5856050"/>
                </a:lnTo>
                <a:lnTo>
                  <a:pt x="0" y="5856050"/>
                </a:lnTo>
                <a:cubicBezTo>
                  <a:pt x="66571" y="3126564"/>
                  <a:pt x="813133" y="1174547"/>
                  <a:pt x="4166341" y="0"/>
                </a:cubicBezTo>
                <a:close/>
              </a:path>
            </a:pathLst>
          </a:custGeom>
          <a:gradFill>
            <a:gsLst>
              <a:gs pos="100000">
                <a:schemeClr val="accent6">
                  <a:alpha val="36000"/>
                </a:schemeClr>
              </a:gs>
              <a:gs pos="0">
                <a:schemeClr val="accent6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-130629" y="4161971"/>
            <a:ext cx="12438743" cy="2696029"/>
          </a:xfrm>
          <a:prstGeom prst="rect">
            <a:avLst/>
          </a:prstGeom>
          <a:blipFill dpi="0" rotWithShape="1">
            <a:blip r:embed="rId1">
              <a:alphaModFix amt="14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521987" y="298891"/>
            <a:ext cx="6173027" cy="58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glow rad="50800">
                    <a:schemeClr val="bg1"/>
                  </a:glow>
                  <a:outerShdw blurRad="165100" dist="12700" dir="2700000" algn="tl">
                    <a:schemeClr val="accent1">
                      <a:lumMod val="50000"/>
                      <a:alpha val="19000"/>
                    </a:schemeClr>
                  </a:outerShdw>
                </a:effectLst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章节标题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  <a:effectLst>
                <a:glow rad="50800">
                  <a:schemeClr val="bg1"/>
                </a:glow>
                <a:outerShdw blurRad="165100" dist="12700" dir="2700000" algn="tl">
                  <a:schemeClr val="accent1">
                    <a:lumMod val="50000"/>
                    <a:alpha val="19000"/>
                  </a:schemeClr>
                </a:outerShdw>
              </a:effectLst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4"/>
          <p:cNvSpPr/>
          <p:nvPr/>
        </p:nvSpPr>
        <p:spPr>
          <a:xfrm rot="10800000" flipV="1">
            <a:off x="390610" y="357869"/>
            <a:ext cx="721803" cy="595209"/>
          </a:xfrm>
          <a:custGeom>
            <a:avLst/>
            <a:gdLst>
              <a:gd name="connsiteX0" fmla="*/ 0 w 10305143"/>
              <a:gd name="connsiteY0" fmla="*/ 0 h 5856050"/>
              <a:gd name="connsiteX1" fmla="*/ 10305143 w 10305143"/>
              <a:gd name="connsiteY1" fmla="*/ 0 h 5856050"/>
              <a:gd name="connsiteX2" fmla="*/ 10305143 w 10305143"/>
              <a:gd name="connsiteY2" fmla="*/ 5856050 h 5856050"/>
              <a:gd name="connsiteX3" fmla="*/ 0 w 10305143"/>
              <a:gd name="connsiteY3" fmla="*/ 5856050 h 5856050"/>
              <a:gd name="connsiteX4" fmla="*/ 0 w 10305143"/>
              <a:gd name="connsiteY4" fmla="*/ 0 h 5856050"/>
              <a:gd name="connsiteX0-1" fmla="*/ 943429 w 10305143"/>
              <a:gd name="connsiteY0-2" fmla="*/ 0 h 5856050"/>
              <a:gd name="connsiteX1-3" fmla="*/ 10305143 w 10305143"/>
              <a:gd name="connsiteY1-4" fmla="*/ 0 h 5856050"/>
              <a:gd name="connsiteX2-5" fmla="*/ 10305143 w 10305143"/>
              <a:gd name="connsiteY2-6" fmla="*/ 5856050 h 5856050"/>
              <a:gd name="connsiteX3-7" fmla="*/ 0 w 10305143"/>
              <a:gd name="connsiteY3-8" fmla="*/ 5856050 h 5856050"/>
              <a:gd name="connsiteX4-9" fmla="*/ 943429 w 10305143"/>
              <a:gd name="connsiteY4-10" fmla="*/ 0 h 5856050"/>
              <a:gd name="connsiteX0-11" fmla="*/ 2988537 w 10305143"/>
              <a:gd name="connsiteY0-12" fmla="*/ 58645 h 5856050"/>
              <a:gd name="connsiteX1-13" fmla="*/ 10305143 w 10305143"/>
              <a:gd name="connsiteY1-14" fmla="*/ 0 h 5856050"/>
              <a:gd name="connsiteX2-15" fmla="*/ 10305143 w 10305143"/>
              <a:gd name="connsiteY2-16" fmla="*/ 5856050 h 5856050"/>
              <a:gd name="connsiteX3-17" fmla="*/ 0 w 10305143"/>
              <a:gd name="connsiteY3-18" fmla="*/ 5856050 h 5856050"/>
              <a:gd name="connsiteX4-19" fmla="*/ 2988537 w 10305143"/>
              <a:gd name="connsiteY4-20" fmla="*/ 58645 h 5856050"/>
              <a:gd name="connsiteX0-21" fmla="*/ 2988537 w 10305143"/>
              <a:gd name="connsiteY0-22" fmla="*/ 58645 h 5856050"/>
              <a:gd name="connsiteX1-23" fmla="*/ 10305143 w 10305143"/>
              <a:gd name="connsiteY1-24" fmla="*/ 0 h 5856050"/>
              <a:gd name="connsiteX2-25" fmla="*/ 10305143 w 10305143"/>
              <a:gd name="connsiteY2-26" fmla="*/ 5856050 h 5856050"/>
              <a:gd name="connsiteX3-27" fmla="*/ 0 w 10305143"/>
              <a:gd name="connsiteY3-28" fmla="*/ 5856050 h 5856050"/>
              <a:gd name="connsiteX4-29" fmla="*/ 2988537 w 10305143"/>
              <a:gd name="connsiteY4-30" fmla="*/ 58645 h 5856050"/>
              <a:gd name="connsiteX0-31" fmla="*/ 3039059 w 10355665"/>
              <a:gd name="connsiteY0-32" fmla="*/ 58645 h 5856050"/>
              <a:gd name="connsiteX1-33" fmla="*/ 10355665 w 10355665"/>
              <a:gd name="connsiteY1-34" fmla="*/ 0 h 5856050"/>
              <a:gd name="connsiteX2-35" fmla="*/ 10355665 w 10355665"/>
              <a:gd name="connsiteY2-36" fmla="*/ 5856050 h 5856050"/>
              <a:gd name="connsiteX3-37" fmla="*/ 50522 w 10355665"/>
              <a:gd name="connsiteY3-38" fmla="*/ 5856050 h 5856050"/>
              <a:gd name="connsiteX4-39" fmla="*/ 3039059 w 10355665"/>
              <a:gd name="connsiteY4-40" fmla="*/ 58645 h 5856050"/>
              <a:gd name="connsiteX0-41" fmla="*/ 3002190 w 10318796"/>
              <a:gd name="connsiteY0-42" fmla="*/ 58645 h 5856050"/>
              <a:gd name="connsiteX1-43" fmla="*/ 10318796 w 10318796"/>
              <a:gd name="connsiteY1-44" fmla="*/ 0 h 5856050"/>
              <a:gd name="connsiteX2-45" fmla="*/ 10318796 w 10318796"/>
              <a:gd name="connsiteY2-46" fmla="*/ 5856050 h 5856050"/>
              <a:gd name="connsiteX3-47" fmla="*/ 13653 w 10318796"/>
              <a:gd name="connsiteY3-48" fmla="*/ 5856050 h 5856050"/>
              <a:gd name="connsiteX4-49" fmla="*/ 3002190 w 10318796"/>
              <a:gd name="connsiteY4-50" fmla="*/ 58645 h 58560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318796" h="5856050">
                <a:moveTo>
                  <a:pt x="3002190" y="58645"/>
                </a:moveTo>
                <a:lnTo>
                  <a:pt x="10318796" y="0"/>
                </a:lnTo>
                <a:lnTo>
                  <a:pt x="10318796" y="5856050"/>
                </a:lnTo>
                <a:lnTo>
                  <a:pt x="13653" y="5856050"/>
                </a:lnTo>
                <a:cubicBezTo>
                  <a:pt x="-119856" y="3590377"/>
                  <a:pt x="714936" y="1880057"/>
                  <a:pt x="3002190" y="5864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10554" y="357869"/>
            <a:ext cx="432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009718" y="380137"/>
            <a:ext cx="3502072" cy="572942"/>
            <a:chOff x="842196" y="247134"/>
            <a:chExt cx="3502072" cy="572942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1554194" y="253762"/>
              <a:ext cx="2790074" cy="56631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842196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EC45C-23F4-4E01-AC3A-7484B4151C3D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956715" y="1142235"/>
            <a:ext cx="231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小节标题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176" y="6721475"/>
            <a:ext cx="12195176" cy="136525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 flipH="1">
            <a:off x="-27521" y="4514591"/>
            <a:ext cx="7448007" cy="1232358"/>
          </a:xfrm>
          <a:prstGeom prst="rect">
            <a:avLst/>
          </a:prstGeom>
          <a:gradFill>
            <a:gsLst>
              <a:gs pos="0">
                <a:srgbClr val="A40000">
                  <a:alpha val="0"/>
                </a:srgbClr>
              </a:gs>
              <a:gs pos="100000">
                <a:srgbClr val="A40000">
                  <a:alpha val="31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292" b="94850" l="5731" r="90831">
                        <a14:foregroundMark x1="8883" y1="7296" x2="10315" y2="91416"/>
                        <a14:foregroundMark x1="40401" y1="14592" x2="44413" y2="74464"/>
                        <a14:foregroundMark x1="14900" y1="10730" x2="49284" y2="14592"/>
                        <a14:foregroundMark x1="49284" y1="14592" x2="78797" y2="29185"/>
                        <a14:foregroundMark x1="78797" y1="29185" x2="73352" y2="53863"/>
                        <a14:foregroundMark x1="73352" y1="53863" x2="30372" y2="55150"/>
                        <a14:foregroundMark x1="30372" y1="55150" x2="26361" y2="11159"/>
                        <a14:foregroundMark x1="20057" y1="8369" x2="81948" y2="10515"/>
                        <a14:foregroundMark x1="81948" y1="10515" x2="79656" y2="73605"/>
                        <a14:foregroundMark x1="88539" y1="9013" x2="88539" y2="74464"/>
                        <a14:foregroundMark x1="13181" y1="5794" x2="43553" y2="8369"/>
                        <a14:foregroundMark x1="34384" y1="28541" x2="77077" y2="31330"/>
                        <a14:foregroundMark x1="45272" y1="37768" x2="71633" y2="38627"/>
                        <a14:foregroundMark x1="21203" y1="20386" x2="22923" y2="71030"/>
                        <a14:foregroundMark x1="6877" y1="18455" x2="6017" y2="30043"/>
                        <a14:foregroundMark x1="11461" y1="4506" x2="23496" y2="5794"/>
                        <a14:foregroundMark x1="89685" y1="62446" x2="89685" y2="53004"/>
                        <a14:foregroundMark x1="90258" y1="39270" x2="89398" y2="9442"/>
                        <a14:foregroundMark x1="88825" y1="48498" x2="91404" y2="31760"/>
                        <a14:foregroundMark x1="90258" y1="50429" x2="88825" y2="41631"/>
                        <a14:foregroundMark x1="91404" y1="56223" x2="91117" y2="35837"/>
                        <a14:foregroundMark x1="7736" y1="93562" x2="22636" y2="92918"/>
                        <a14:foregroundMark x1="10315" y1="94850" x2="26648" y2="93777"/>
                        <a14:foregroundMark x1="31805" y1="94206" x2="88825" y2="918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456" y="4031558"/>
            <a:ext cx="1500537" cy="2003583"/>
          </a:xfrm>
          <a:prstGeom prst="rect">
            <a:avLst/>
          </a:prstGeom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39" y="4134903"/>
            <a:ext cx="2489200" cy="1796891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outerShdw blurRad="190500" dist="50800" dir="5400000" algn="ctr" rotWithShape="0">
              <a:srgbClr val="000000">
                <a:alpha val="1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/>
          <p:cNvSpPr txBox="1"/>
          <p:nvPr/>
        </p:nvSpPr>
        <p:spPr>
          <a:xfrm>
            <a:off x="5350691" y="3852797"/>
            <a:ext cx="30091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专题</a:t>
            </a: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学习会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 </a:t>
            </a:r>
            <a:r>
              <a:rPr kumimoji="0" lang="en-US" altLang="zh-CN" sz="4800" b="1" i="0" u="none" strike="noStrike" kern="1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9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次</a:t>
            </a:r>
            <a:endParaRPr lang="en-US" altLang="zh-CN" sz="28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_GB2312" panose="02010609030101010101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29300" y="4767439"/>
            <a:ext cx="5450066" cy="1137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　　深入学习</a:t>
            </a:r>
            <a:r>
              <a:rPr kumimoji="0" lang="zh-CN" altLang="zh-CN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习近平总书记在庆祝中国共产党成立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100</a:t>
            </a:r>
            <a:r>
              <a:rPr kumimoji="0" lang="zh-CN" altLang="zh-CN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仿宋_GB2312" panose="02010609030101010101" pitchFamily="49" charset="-122"/>
              </a:rPr>
              <a:t>周年大会上讲话等系列重要讲话、回信精神、党史系列专题以及党的十九届六中全会精神等内容。</a:t>
            </a:r>
            <a:endParaRPr lang="en-US" altLang="zh-CN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_GB2312" panose="0201060903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86400" y="4851400"/>
            <a:ext cx="88900" cy="1042293"/>
          </a:xfrm>
          <a:prstGeom prst="rect">
            <a:avLst/>
          </a:pr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54756"/>
            <a:ext cx="12192000" cy="6203244"/>
          </a:xfrm>
          <a:custGeom>
            <a:avLst/>
            <a:gdLst>
              <a:gd name="connsiteX0" fmla="*/ 0 w 12192000"/>
              <a:gd name="connsiteY0" fmla="*/ 0 h 5875867"/>
              <a:gd name="connsiteX1" fmla="*/ 12192000 w 12192000"/>
              <a:gd name="connsiteY1" fmla="*/ 0 h 5875867"/>
              <a:gd name="connsiteX2" fmla="*/ 12192000 w 12192000"/>
              <a:gd name="connsiteY2" fmla="*/ 5875867 h 5875867"/>
              <a:gd name="connsiteX3" fmla="*/ 0 w 12192000"/>
              <a:gd name="connsiteY3" fmla="*/ 5875867 h 5875867"/>
              <a:gd name="connsiteX4" fmla="*/ 0 w 12192000"/>
              <a:gd name="connsiteY4" fmla="*/ 0 h 5875867"/>
              <a:gd name="connsiteX0-1" fmla="*/ 0 w 12192000"/>
              <a:gd name="connsiteY0-2" fmla="*/ 0 h 5875867"/>
              <a:gd name="connsiteX1-3" fmla="*/ 6220178 w 12192000"/>
              <a:gd name="connsiteY1-4" fmla="*/ 1083734 h 5875867"/>
              <a:gd name="connsiteX2-5" fmla="*/ 12192000 w 12192000"/>
              <a:gd name="connsiteY2-6" fmla="*/ 0 h 5875867"/>
              <a:gd name="connsiteX3-7" fmla="*/ 12192000 w 12192000"/>
              <a:gd name="connsiteY3-8" fmla="*/ 5875867 h 5875867"/>
              <a:gd name="connsiteX4-9" fmla="*/ 0 w 12192000"/>
              <a:gd name="connsiteY4-10" fmla="*/ 5875867 h 5875867"/>
              <a:gd name="connsiteX5" fmla="*/ 0 w 12192000"/>
              <a:gd name="connsiteY5" fmla="*/ 0 h 5875867"/>
              <a:gd name="connsiteX0-11" fmla="*/ 0 w 12192000"/>
              <a:gd name="connsiteY0-12" fmla="*/ 0 h 5875867"/>
              <a:gd name="connsiteX1-13" fmla="*/ 6220178 w 12192000"/>
              <a:gd name="connsiteY1-14" fmla="*/ 1083734 h 5875867"/>
              <a:gd name="connsiteX2-15" fmla="*/ 12192000 w 12192000"/>
              <a:gd name="connsiteY2-16" fmla="*/ 0 h 5875867"/>
              <a:gd name="connsiteX3-17" fmla="*/ 12192000 w 12192000"/>
              <a:gd name="connsiteY3-18" fmla="*/ 5875867 h 5875867"/>
              <a:gd name="connsiteX4-19" fmla="*/ 0 w 12192000"/>
              <a:gd name="connsiteY4-20" fmla="*/ 5875867 h 5875867"/>
              <a:gd name="connsiteX5-21" fmla="*/ 0 w 12192000"/>
              <a:gd name="connsiteY5-22" fmla="*/ 0 h 5875867"/>
              <a:gd name="connsiteX0-23" fmla="*/ 0 w 12192000"/>
              <a:gd name="connsiteY0-24" fmla="*/ 0 h 5875867"/>
              <a:gd name="connsiteX1-25" fmla="*/ 6220178 w 12192000"/>
              <a:gd name="connsiteY1-26" fmla="*/ 1083734 h 5875867"/>
              <a:gd name="connsiteX2-27" fmla="*/ 12192000 w 12192000"/>
              <a:gd name="connsiteY2-28" fmla="*/ 0 h 5875867"/>
              <a:gd name="connsiteX3-29" fmla="*/ 12192000 w 12192000"/>
              <a:gd name="connsiteY3-30" fmla="*/ 5875867 h 5875867"/>
              <a:gd name="connsiteX4-31" fmla="*/ 0 w 12192000"/>
              <a:gd name="connsiteY4-32" fmla="*/ 5875867 h 5875867"/>
              <a:gd name="connsiteX5-33" fmla="*/ 0 w 12192000"/>
              <a:gd name="connsiteY5-34" fmla="*/ 0 h 5875867"/>
              <a:gd name="connsiteX0-35" fmla="*/ 0 w 12192000"/>
              <a:gd name="connsiteY0-36" fmla="*/ 0 h 5875867"/>
              <a:gd name="connsiteX1-37" fmla="*/ 6231467 w 12192000"/>
              <a:gd name="connsiteY1-38" fmla="*/ 857956 h 5875867"/>
              <a:gd name="connsiteX2-39" fmla="*/ 12192000 w 12192000"/>
              <a:gd name="connsiteY2-40" fmla="*/ 0 h 5875867"/>
              <a:gd name="connsiteX3-41" fmla="*/ 12192000 w 12192000"/>
              <a:gd name="connsiteY3-42" fmla="*/ 5875867 h 5875867"/>
              <a:gd name="connsiteX4-43" fmla="*/ 0 w 12192000"/>
              <a:gd name="connsiteY4-44" fmla="*/ 5875867 h 5875867"/>
              <a:gd name="connsiteX5-45" fmla="*/ 0 w 12192000"/>
              <a:gd name="connsiteY5-46" fmla="*/ 0 h 5875867"/>
              <a:gd name="connsiteX0-47" fmla="*/ 0 w 12192000"/>
              <a:gd name="connsiteY0-48" fmla="*/ 0 h 5875867"/>
              <a:gd name="connsiteX1-49" fmla="*/ 6231467 w 12192000"/>
              <a:gd name="connsiteY1-50" fmla="*/ 903112 h 5875867"/>
              <a:gd name="connsiteX2-51" fmla="*/ 12192000 w 12192000"/>
              <a:gd name="connsiteY2-52" fmla="*/ 0 h 5875867"/>
              <a:gd name="connsiteX3-53" fmla="*/ 12192000 w 12192000"/>
              <a:gd name="connsiteY3-54" fmla="*/ 5875867 h 5875867"/>
              <a:gd name="connsiteX4-55" fmla="*/ 0 w 12192000"/>
              <a:gd name="connsiteY4-56" fmla="*/ 5875867 h 5875867"/>
              <a:gd name="connsiteX5-57" fmla="*/ 0 w 12192000"/>
              <a:gd name="connsiteY5-58" fmla="*/ 0 h 58758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12192000" h="5875867">
                <a:moveTo>
                  <a:pt x="0" y="0"/>
                </a:moveTo>
                <a:lnTo>
                  <a:pt x="6231467" y="903112"/>
                </a:lnTo>
                <a:lnTo>
                  <a:pt x="12192000" y="0"/>
                </a:lnTo>
                <a:lnTo>
                  <a:pt x="12192000" y="5875867"/>
                </a:lnTo>
                <a:lnTo>
                  <a:pt x="0" y="587586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6">
                  <a:lumMod val="79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0" y="886851"/>
            <a:ext cx="12221858" cy="5778346"/>
            <a:chOff x="0" y="1230489"/>
            <a:chExt cx="12221858" cy="5525417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0" y="1230489"/>
              <a:ext cx="6096000" cy="948267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6125858" y="1230489"/>
              <a:ext cx="6096000" cy="948267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0" y="6728123"/>
              <a:ext cx="12192000" cy="27783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5222746" y="418722"/>
            <a:ext cx="2007760" cy="2007760"/>
            <a:chOff x="5358214" y="825751"/>
            <a:chExt cx="2007760" cy="2007760"/>
          </a:xfrm>
        </p:grpSpPr>
        <p:sp>
          <p:nvSpPr>
            <p:cNvPr id="5" name="椭圆 4"/>
            <p:cNvSpPr/>
            <p:nvPr/>
          </p:nvSpPr>
          <p:spPr>
            <a:xfrm>
              <a:off x="5358214" y="825751"/>
              <a:ext cx="2007760" cy="2007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50800" dir="5400000" algn="ctr" rotWithShape="0">
                <a:schemeClr val="accent6">
                  <a:lumMod val="50000"/>
                  <a:alpha val="1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7737" y="895274"/>
              <a:ext cx="1868715" cy="1868715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8410221" y="195892"/>
            <a:ext cx="3052067" cy="499321"/>
            <a:chOff x="842196" y="247134"/>
            <a:chExt cx="3502072" cy="572942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/>
            <a:stretch>
              <a:fillRect/>
            </a:stretch>
          </p:blipFill>
          <p:spPr>
            <a:xfrm>
              <a:off x="1554194" y="253762"/>
              <a:ext cx="2790074" cy="566314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2" r="82107"/>
            <a:stretch>
              <a:fillRect/>
            </a:stretch>
          </p:blipFill>
          <p:spPr>
            <a:xfrm>
              <a:off x="842196" y="247134"/>
              <a:ext cx="610860" cy="566314"/>
            </a:xfrm>
            <a:prstGeom prst="rect">
              <a:avLst/>
            </a:prstGeom>
          </p:spPr>
        </p:pic>
      </p:grpSp>
      <p:sp>
        <p:nvSpPr>
          <p:cNvPr id="39" name="矩形 38"/>
          <p:cNvSpPr/>
          <p:nvPr/>
        </p:nvSpPr>
        <p:spPr>
          <a:xfrm>
            <a:off x="0" y="3845232"/>
            <a:ext cx="12192000" cy="3012768"/>
          </a:xfrm>
          <a:prstGeom prst="rect">
            <a:avLst/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4"/>
          <a:srcRect l="49574" t="20290" r="3042" b="23983"/>
          <a:stretch>
            <a:fillRect/>
          </a:stretch>
        </p:blipFill>
        <p:spPr>
          <a:xfrm>
            <a:off x="-69522" y="553065"/>
            <a:ext cx="5204126" cy="6112132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4"/>
          <a:srcRect l="49574" t="20290" r="3042" b="23983"/>
          <a:stretch>
            <a:fillRect/>
          </a:stretch>
        </p:blipFill>
        <p:spPr>
          <a:xfrm flipH="1">
            <a:off x="7050946" y="553065"/>
            <a:ext cx="5204126" cy="611213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7960" y="2857387"/>
            <a:ext cx="9560885" cy="1245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请提宝贵意见！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11580" y="5185887"/>
            <a:ext cx="2775861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汇报人：晓航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40278" y="5185887"/>
            <a:ext cx="2775861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53901" y="189325"/>
            <a:ext cx="3012082" cy="3036373"/>
          </a:xfrm>
          <a:prstGeom prst="rect">
            <a:avLst/>
          </a:prstGeom>
          <a:blipFill dpi="0" rotWithShape="1">
            <a:blip r:embed="rId1">
              <a:alphaModFix amt="12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6554" r="11221" b="8839"/>
          <a:stretch>
            <a:fillRect/>
          </a:stretch>
        </p:blipFill>
        <p:spPr>
          <a:xfrm>
            <a:off x="8638551" y="47384"/>
            <a:ext cx="3505200" cy="387747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30629" y="4161971"/>
            <a:ext cx="12438743" cy="2696029"/>
          </a:xfrm>
          <a:prstGeom prst="rect">
            <a:avLst/>
          </a:prstGeom>
          <a:blipFill dpi="0" rotWithShape="1">
            <a:blip r:embed="rId4">
              <a:alphaModFix amt="14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944900" y="2531081"/>
            <a:ext cx="1953738" cy="1953738"/>
            <a:chOff x="4044514" y="307162"/>
            <a:chExt cx="1719904" cy="1719904"/>
          </a:xfrm>
        </p:grpSpPr>
        <p:sp>
          <p:nvSpPr>
            <p:cNvPr id="9" name="椭圆 8"/>
            <p:cNvSpPr/>
            <p:nvPr/>
          </p:nvSpPr>
          <p:spPr>
            <a:xfrm>
              <a:off x="4044514" y="307162"/>
              <a:ext cx="1719904" cy="17199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5400000" algn="ctr" rotWithShape="0">
                <a:srgbClr val="1E218C">
                  <a:alpha val="3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97" y="365491"/>
              <a:ext cx="1610938" cy="161093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166" y="2437101"/>
            <a:ext cx="4743680" cy="79092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166" y="3659464"/>
            <a:ext cx="3012082" cy="8253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85" y="2580229"/>
            <a:ext cx="1953738" cy="188498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-3176" y="-5237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可用元素</a:t>
            </a:r>
            <a:endParaRPr lang="zh-CN" altLang="en-US" sz="2400" b="1" dirty="0">
              <a:gradFill>
                <a:gsLst>
                  <a:gs pos="0">
                    <a:srgbClr val="1E218C"/>
                  </a:gs>
                  <a:gs pos="100000">
                    <a:srgbClr val="2160B1"/>
                  </a:gs>
                </a:gsLst>
                <a:lin ang="6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80" y="473180"/>
            <a:ext cx="2633853" cy="18557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confont-1191-866882"/>
          <p:cNvSpPr>
            <a:spLocks noChangeAspect="1"/>
          </p:cNvSpPr>
          <p:nvPr/>
        </p:nvSpPr>
        <p:spPr bwMode="auto">
          <a:xfrm>
            <a:off x="772066" y="574066"/>
            <a:ext cx="609522" cy="609685"/>
          </a:xfrm>
          <a:custGeom>
            <a:avLst/>
            <a:gdLst>
              <a:gd name="T0" fmla="*/ 7771 w 7777"/>
              <a:gd name="T1" fmla="*/ 330 h 7778"/>
              <a:gd name="T2" fmla="*/ 7495 w 7777"/>
              <a:gd name="T3" fmla="*/ 23 h 7778"/>
              <a:gd name="T4" fmla="*/ 7388 w 7777"/>
              <a:gd name="T5" fmla="*/ 9 h 7778"/>
              <a:gd name="T6" fmla="*/ 7387 w 7777"/>
              <a:gd name="T7" fmla="*/ 9 h 7778"/>
              <a:gd name="T8" fmla="*/ 88 w 7777"/>
              <a:gd name="T9" fmla="*/ 3432 h 7778"/>
              <a:gd name="T10" fmla="*/ 47 w 7777"/>
              <a:gd name="T11" fmla="*/ 3499 h 7778"/>
              <a:gd name="T12" fmla="*/ 15 w 7777"/>
              <a:gd name="T13" fmla="*/ 3798 h 7778"/>
              <a:gd name="T14" fmla="*/ 44 w 7777"/>
              <a:gd name="T15" fmla="*/ 3905 h 7778"/>
              <a:gd name="T16" fmla="*/ 80 w 7777"/>
              <a:gd name="T17" fmla="*/ 3954 h 7778"/>
              <a:gd name="T18" fmla="*/ 2584 w 7777"/>
              <a:gd name="T19" fmla="*/ 5208 h 7778"/>
              <a:gd name="T20" fmla="*/ 3837 w 7777"/>
              <a:gd name="T21" fmla="*/ 7719 h 7778"/>
              <a:gd name="T22" fmla="*/ 3945 w 7777"/>
              <a:gd name="T23" fmla="*/ 7759 h 7778"/>
              <a:gd name="T24" fmla="*/ 4262 w 7777"/>
              <a:gd name="T25" fmla="*/ 7753 h 7778"/>
              <a:gd name="T26" fmla="*/ 4358 w 7777"/>
              <a:gd name="T27" fmla="*/ 7712 h 7778"/>
              <a:gd name="T28" fmla="*/ 7772 w 7777"/>
              <a:gd name="T29" fmla="*/ 394 h 7778"/>
              <a:gd name="T30" fmla="*/ 7771 w 7777"/>
              <a:gd name="T31" fmla="*/ 330 h 7778"/>
              <a:gd name="T32" fmla="*/ 2685 w 7777"/>
              <a:gd name="T33" fmla="*/ 4551 h 7778"/>
              <a:gd name="T34" fmla="*/ 1204 w 7777"/>
              <a:gd name="T35" fmla="*/ 3809 h 7778"/>
              <a:gd name="T36" fmla="*/ 1151 w 7777"/>
              <a:gd name="T37" fmla="*/ 3662 h 7778"/>
              <a:gd name="T38" fmla="*/ 1207 w 7777"/>
              <a:gd name="T39" fmla="*/ 3605 h 7778"/>
              <a:gd name="T40" fmla="*/ 5962 w 7777"/>
              <a:gd name="T41" fmla="*/ 1375 h 7778"/>
              <a:gd name="T42" fmla="*/ 2815 w 7777"/>
              <a:gd name="T43" fmla="*/ 4530 h 7778"/>
              <a:gd name="T44" fmla="*/ 2685 w 7777"/>
              <a:gd name="T45" fmla="*/ 4551 h 7778"/>
              <a:gd name="T46" fmla="*/ 6409 w 7777"/>
              <a:gd name="T47" fmla="*/ 1822 h 7778"/>
              <a:gd name="T48" fmla="*/ 4184 w 7777"/>
              <a:gd name="T49" fmla="*/ 6591 h 7778"/>
              <a:gd name="T50" fmla="*/ 3980 w 7777"/>
              <a:gd name="T51" fmla="*/ 6593 h 7778"/>
              <a:gd name="T52" fmla="*/ 3240 w 7777"/>
              <a:gd name="T53" fmla="*/ 5108 h 7778"/>
              <a:gd name="T54" fmla="*/ 3239 w 7777"/>
              <a:gd name="T55" fmla="*/ 5010 h 7778"/>
              <a:gd name="T56" fmla="*/ 3257 w 7777"/>
              <a:gd name="T57" fmla="*/ 4982 h 7778"/>
              <a:gd name="T58" fmla="*/ 3261 w 7777"/>
              <a:gd name="T59" fmla="*/ 4978 h 7778"/>
              <a:gd name="T60" fmla="*/ 6409 w 7777"/>
              <a:gd name="T61" fmla="*/ 1822 h 7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7777" h="7778">
                <a:moveTo>
                  <a:pt x="7771" y="330"/>
                </a:moveTo>
                <a:cubicBezTo>
                  <a:pt x="7745" y="184"/>
                  <a:pt x="7636" y="68"/>
                  <a:pt x="7495" y="23"/>
                </a:cubicBezTo>
                <a:cubicBezTo>
                  <a:pt x="7448" y="9"/>
                  <a:pt x="7406" y="0"/>
                  <a:pt x="7388" y="9"/>
                </a:cubicBezTo>
                <a:lnTo>
                  <a:pt x="7387" y="9"/>
                </a:lnTo>
                <a:lnTo>
                  <a:pt x="88" y="3432"/>
                </a:lnTo>
                <a:cubicBezTo>
                  <a:pt x="74" y="3438"/>
                  <a:pt x="59" y="3466"/>
                  <a:pt x="47" y="3499"/>
                </a:cubicBezTo>
                <a:cubicBezTo>
                  <a:pt x="10" y="3594"/>
                  <a:pt x="0" y="3697"/>
                  <a:pt x="15" y="3798"/>
                </a:cubicBezTo>
                <a:cubicBezTo>
                  <a:pt x="20" y="3838"/>
                  <a:pt x="29" y="3878"/>
                  <a:pt x="44" y="3905"/>
                </a:cubicBezTo>
                <a:cubicBezTo>
                  <a:pt x="56" y="3929"/>
                  <a:pt x="69" y="3948"/>
                  <a:pt x="80" y="3954"/>
                </a:cubicBezTo>
                <a:lnTo>
                  <a:pt x="2584" y="5208"/>
                </a:lnTo>
                <a:lnTo>
                  <a:pt x="3837" y="7719"/>
                </a:lnTo>
                <a:cubicBezTo>
                  <a:pt x="3845" y="7736"/>
                  <a:pt x="3893" y="7749"/>
                  <a:pt x="3945" y="7759"/>
                </a:cubicBezTo>
                <a:cubicBezTo>
                  <a:pt x="4050" y="7778"/>
                  <a:pt x="4158" y="7777"/>
                  <a:pt x="4262" y="7753"/>
                </a:cubicBezTo>
                <a:cubicBezTo>
                  <a:pt x="4310" y="7743"/>
                  <a:pt x="4350" y="7728"/>
                  <a:pt x="4358" y="7712"/>
                </a:cubicBezTo>
                <a:lnTo>
                  <a:pt x="7772" y="394"/>
                </a:lnTo>
                <a:cubicBezTo>
                  <a:pt x="7777" y="381"/>
                  <a:pt x="7777" y="358"/>
                  <a:pt x="7771" y="330"/>
                </a:cubicBezTo>
                <a:close/>
                <a:moveTo>
                  <a:pt x="2685" y="4551"/>
                </a:moveTo>
                <a:lnTo>
                  <a:pt x="1204" y="3809"/>
                </a:lnTo>
                <a:cubicBezTo>
                  <a:pt x="1146" y="3780"/>
                  <a:pt x="1128" y="3713"/>
                  <a:pt x="1151" y="3662"/>
                </a:cubicBezTo>
                <a:cubicBezTo>
                  <a:pt x="1161" y="3638"/>
                  <a:pt x="1180" y="3618"/>
                  <a:pt x="1207" y="3605"/>
                </a:cubicBezTo>
                <a:lnTo>
                  <a:pt x="5962" y="1375"/>
                </a:lnTo>
                <a:lnTo>
                  <a:pt x="2815" y="4530"/>
                </a:lnTo>
                <a:cubicBezTo>
                  <a:pt x="2781" y="4565"/>
                  <a:pt x="2728" y="4573"/>
                  <a:pt x="2685" y="4551"/>
                </a:cubicBezTo>
                <a:close/>
                <a:moveTo>
                  <a:pt x="6409" y="1822"/>
                </a:moveTo>
                <a:lnTo>
                  <a:pt x="4184" y="6591"/>
                </a:lnTo>
                <a:cubicBezTo>
                  <a:pt x="4144" y="6676"/>
                  <a:pt x="4023" y="6678"/>
                  <a:pt x="3980" y="6593"/>
                </a:cubicBezTo>
                <a:lnTo>
                  <a:pt x="3240" y="5108"/>
                </a:lnTo>
                <a:cubicBezTo>
                  <a:pt x="3224" y="5077"/>
                  <a:pt x="3225" y="5041"/>
                  <a:pt x="3239" y="5010"/>
                </a:cubicBezTo>
                <a:cubicBezTo>
                  <a:pt x="3243" y="5000"/>
                  <a:pt x="3250" y="4991"/>
                  <a:pt x="3257" y="4982"/>
                </a:cubicBezTo>
                <a:cubicBezTo>
                  <a:pt x="3258" y="4981"/>
                  <a:pt x="3260" y="4979"/>
                  <a:pt x="3261" y="4978"/>
                </a:cubicBezTo>
                <a:lnTo>
                  <a:pt x="6409" y="18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iconfont-1188-593313"/>
          <p:cNvSpPr>
            <a:spLocks noChangeAspect="1"/>
          </p:cNvSpPr>
          <p:nvPr/>
        </p:nvSpPr>
        <p:spPr bwMode="auto">
          <a:xfrm>
            <a:off x="1748770" y="574066"/>
            <a:ext cx="591237" cy="609685"/>
          </a:xfrm>
          <a:custGeom>
            <a:avLst/>
            <a:gdLst>
              <a:gd name="T0" fmla="*/ 5719 w 12417"/>
              <a:gd name="T1" fmla="*/ 2264 h 12804"/>
              <a:gd name="T2" fmla="*/ 5719 w 12417"/>
              <a:gd name="T3" fmla="*/ 5366 h 12804"/>
              <a:gd name="T4" fmla="*/ 5720 w 12417"/>
              <a:gd name="T5" fmla="*/ 2816 h 12804"/>
              <a:gd name="T6" fmla="*/ 4596 w 12417"/>
              <a:gd name="T7" fmla="*/ 3938 h 12804"/>
              <a:gd name="T8" fmla="*/ 5720 w 12417"/>
              <a:gd name="T9" fmla="*/ 5917 h 12804"/>
              <a:gd name="T10" fmla="*/ 7700 w 12417"/>
              <a:gd name="T11" fmla="*/ 6211 h 12804"/>
              <a:gd name="T12" fmla="*/ 5034 w 12417"/>
              <a:gd name="T13" fmla="*/ 5462 h 12804"/>
              <a:gd name="T14" fmla="*/ 5871 w 12417"/>
              <a:gd name="T15" fmla="*/ 8460 h 12804"/>
              <a:gd name="T16" fmla="*/ 5763 w 12417"/>
              <a:gd name="T17" fmla="*/ 5268 h 12804"/>
              <a:gd name="T18" fmla="*/ 6409 w 12417"/>
              <a:gd name="T19" fmla="*/ 5466 h 12804"/>
              <a:gd name="T20" fmla="*/ 8933 w 12417"/>
              <a:gd name="T21" fmla="*/ 10332 h 12804"/>
              <a:gd name="T22" fmla="*/ 9845 w 12417"/>
              <a:gd name="T23" fmla="*/ 9087 h 12804"/>
              <a:gd name="T24" fmla="*/ 12413 w 12417"/>
              <a:gd name="T25" fmla="*/ 9743 h 12804"/>
              <a:gd name="T26" fmla="*/ 11727 w 12417"/>
              <a:gd name="T27" fmla="*/ 9056 h 12804"/>
              <a:gd name="T28" fmla="*/ 11732 w 12417"/>
              <a:gd name="T29" fmla="*/ 7666 h 12804"/>
              <a:gd name="T30" fmla="*/ 10925 w 12417"/>
              <a:gd name="T31" fmla="*/ 6943 h 12804"/>
              <a:gd name="T32" fmla="*/ 9988 w 12417"/>
              <a:gd name="T33" fmla="*/ 7193 h 12804"/>
              <a:gd name="T34" fmla="*/ 9357 w 12417"/>
              <a:gd name="T35" fmla="*/ 6463 h 12804"/>
              <a:gd name="T36" fmla="*/ 8670 w 12417"/>
              <a:gd name="T37" fmla="*/ 7149 h 12804"/>
              <a:gd name="T38" fmla="*/ 7758 w 12417"/>
              <a:gd name="T39" fmla="*/ 6832 h 12804"/>
              <a:gd name="T40" fmla="*/ 7508 w 12417"/>
              <a:gd name="T41" fmla="*/ 7768 h 12804"/>
              <a:gd name="T42" fmla="*/ 6559 w 12417"/>
              <a:gd name="T43" fmla="*/ 7950 h 12804"/>
              <a:gd name="T44" fmla="*/ 6526 w 12417"/>
              <a:gd name="T45" fmla="*/ 8658 h 12804"/>
              <a:gd name="T46" fmla="*/ 6079 w 12417"/>
              <a:gd name="T47" fmla="*/ 9519 h 12804"/>
              <a:gd name="T48" fmla="*/ 6766 w 12417"/>
              <a:gd name="T49" fmla="*/ 10205 h 12804"/>
              <a:gd name="T50" fmla="*/ 6614 w 12417"/>
              <a:gd name="T51" fmla="*/ 10934 h 12804"/>
              <a:gd name="T52" fmla="*/ 7385 w 12417"/>
              <a:gd name="T53" fmla="*/ 11368 h 12804"/>
              <a:gd name="T54" fmla="*/ 8074 w 12417"/>
              <a:gd name="T55" fmla="*/ 12575 h 12804"/>
              <a:gd name="T56" fmla="*/ 9133 w 12417"/>
              <a:gd name="T57" fmla="*/ 12798 h 12804"/>
              <a:gd name="T58" fmla="*/ 9819 w 12417"/>
              <a:gd name="T59" fmla="*/ 12112 h 12804"/>
              <a:gd name="T60" fmla="*/ 11209 w 12417"/>
              <a:gd name="T61" fmla="*/ 12118 h 12804"/>
              <a:gd name="T62" fmla="*/ 11932 w 12417"/>
              <a:gd name="T63" fmla="*/ 11312 h 12804"/>
              <a:gd name="T64" fmla="*/ 11774 w 12417"/>
              <a:gd name="T65" fmla="*/ 9929 h 12804"/>
              <a:gd name="T66" fmla="*/ 7604 w 12417"/>
              <a:gd name="T67" fmla="*/ 10422 h 12804"/>
              <a:gd name="T68" fmla="*/ 8454 w 12417"/>
              <a:gd name="T69" fmla="*/ 7988 h 12804"/>
              <a:gd name="T70" fmla="*/ 10356 w 12417"/>
              <a:gd name="T71" fmla="*/ 8175 h 12804"/>
              <a:gd name="T72" fmla="*/ 4705 w 12417"/>
              <a:gd name="T73" fmla="*/ 9599 h 12804"/>
              <a:gd name="T74" fmla="*/ 800 w 12417"/>
              <a:gd name="T75" fmla="*/ 1920 h 12804"/>
              <a:gd name="T76" fmla="*/ 9600 w 12417"/>
              <a:gd name="T77" fmla="*/ 1920 h 12804"/>
              <a:gd name="T78" fmla="*/ 10400 w 12417"/>
              <a:gd name="T79" fmla="*/ 1600 h 12804"/>
              <a:gd name="T80" fmla="*/ 0 w 12417"/>
              <a:gd name="T81" fmla="*/ 1600 h 12804"/>
              <a:gd name="T82" fmla="*/ 4827 w 12417"/>
              <a:gd name="T83" fmla="*/ 10399 h 12804"/>
              <a:gd name="T84" fmla="*/ 1351 w 12417"/>
              <a:gd name="T85" fmla="*/ 7983 h 12804"/>
              <a:gd name="T86" fmla="*/ 4119 w 12417"/>
              <a:gd name="T87" fmla="*/ 4940 h 12804"/>
              <a:gd name="T88" fmla="*/ 4120 w 12417"/>
              <a:gd name="T89" fmla="*/ 5331 h 12804"/>
              <a:gd name="T90" fmla="*/ 4120 w 12417"/>
              <a:gd name="T91" fmla="*/ 2856 h 12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417" h="12804">
                <a:moveTo>
                  <a:pt x="6404" y="5462"/>
                </a:moveTo>
                <a:cubicBezTo>
                  <a:pt x="6986" y="5200"/>
                  <a:pt x="7394" y="4616"/>
                  <a:pt x="7394" y="3938"/>
                </a:cubicBezTo>
                <a:cubicBezTo>
                  <a:pt x="7394" y="3015"/>
                  <a:pt x="6642" y="2264"/>
                  <a:pt x="5719" y="2264"/>
                </a:cubicBezTo>
                <a:cubicBezTo>
                  <a:pt x="4796" y="2264"/>
                  <a:pt x="4045" y="3014"/>
                  <a:pt x="4045" y="3938"/>
                </a:cubicBezTo>
                <a:cubicBezTo>
                  <a:pt x="4045" y="4616"/>
                  <a:pt x="4452" y="5200"/>
                  <a:pt x="5034" y="5462"/>
                </a:cubicBezTo>
                <a:cubicBezTo>
                  <a:pt x="5254" y="5405"/>
                  <a:pt x="5482" y="5366"/>
                  <a:pt x="5719" y="5366"/>
                </a:cubicBezTo>
                <a:cubicBezTo>
                  <a:pt x="5958" y="5366"/>
                  <a:pt x="6184" y="5405"/>
                  <a:pt x="6404" y="5462"/>
                </a:cubicBezTo>
                <a:close/>
                <a:moveTo>
                  <a:pt x="4596" y="3938"/>
                </a:moveTo>
                <a:cubicBezTo>
                  <a:pt x="4596" y="3318"/>
                  <a:pt x="5100" y="2816"/>
                  <a:pt x="5720" y="2816"/>
                </a:cubicBezTo>
                <a:cubicBezTo>
                  <a:pt x="6339" y="2816"/>
                  <a:pt x="6843" y="3319"/>
                  <a:pt x="6843" y="3938"/>
                </a:cubicBezTo>
                <a:cubicBezTo>
                  <a:pt x="6843" y="4557"/>
                  <a:pt x="6339" y="5062"/>
                  <a:pt x="5720" y="5062"/>
                </a:cubicBezTo>
                <a:cubicBezTo>
                  <a:pt x="5100" y="5062"/>
                  <a:pt x="4596" y="4556"/>
                  <a:pt x="4596" y="3938"/>
                </a:cubicBezTo>
                <a:close/>
                <a:moveTo>
                  <a:pt x="6230" y="7859"/>
                </a:moveTo>
                <a:lnTo>
                  <a:pt x="3518" y="7859"/>
                </a:lnTo>
                <a:cubicBezTo>
                  <a:pt x="3655" y="6766"/>
                  <a:pt x="4590" y="5917"/>
                  <a:pt x="5720" y="5917"/>
                </a:cubicBezTo>
                <a:cubicBezTo>
                  <a:pt x="6300" y="5917"/>
                  <a:pt x="6826" y="6143"/>
                  <a:pt x="7221" y="6508"/>
                </a:cubicBezTo>
                <a:cubicBezTo>
                  <a:pt x="7341" y="6424"/>
                  <a:pt x="7460" y="6336"/>
                  <a:pt x="7584" y="6271"/>
                </a:cubicBezTo>
                <a:lnTo>
                  <a:pt x="7700" y="6211"/>
                </a:lnTo>
                <a:cubicBezTo>
                  <a:pt x="7350" y="5851"/>
                  <a:pt x="6905" y="5591"/>
                  <a:pt x="6404" y="5461"/>
                </a:cubicBezTo>
                <a:cubicBezTo>
                  <a:pt x="6195" y="5556"/>
                  <a:pt x="5964" y="5612"/>
                  <a:pt x="5720" y="5612"/>
                </a:cubicBezTo>
                <a:cubicBezTo>
                  <a:pt x="5476" y="5612"/>
                  <a:pt x="5244" y="5556"/>
                  <a:pt x="5034" y="5462"/>
                </a:cubicBezTo>
                <a:cubicBezTo>
                  <a:pt x="3840" y="5768"/>
                  <a:pt x="2951" y="6846"/>
                  <a:pt x="2951" y="8135"/>
                </a:cubicBezTo>
                <a:cubicBezTo>
                  <a:pt x="2951" y="8287"/>
                  <a:pt x="3075" y="8411"/>
                  <a:pt x="3226" y="8411"/>
                </a:cubicBezTo>
                <a:lnTo>
                  <a:pt x="5871" y="8460"/>
                </a:lnTo>
                <a:cubicBezTo>
                  <a:pt x="5871" y="8460"/>
                  <a:pt x="6198" y="7930"/>
                  <a:pt x="6230" y="7859"/>
                </a:cubicBezTo>
                <a:close/>
                <a:moveTo>
                  <a:pt x="6409" y="5466"/>
                </a:moveTo>
                <a:cubicBezTo>
                  <a:pt x="6224" y="5268"/>
                  <a:pt x="6001" y="5268"/>
                  <a:pt x="5763" y="5268"/>
                </a:cubicBezTo>
                <a:cubicBezTo>
                  <a:pt x="5526" y="5268"/>
                  <a:pt x="5210" y="5268"/>
                  <a:pt x="5038" y="5466"/>
                </a:cubicBezTo>
                <a:cubicBezTo>
                  <a:pt x="5249" y="5570"/>
                  <a:pt x="5480" y="5632"/>
                  <a:pt x="5724" y="5632"/>
                </a:cubicBezTo>
                <a:cubicBezTo>
                  <a:pt x="5969" y="5632"/>
                  <a:pt x="6199" y="5570"/>
                  <a:pt x="6409" y="5466"/>
                </a:cubicBezTo>
                <a:close/>
                <a:moveTo>
                  <a:pt x="9621" y="8916"/>
                </a:moveTo>
                <a:cubicBezTo>
                  <a:pt x="9231" y="8727"/>
                  <a:pt x="8760" y="8889"/>
                  <a:pt x="8569" y="9280"/>
                </a:cubicBezTo>
                <a:cubicBezTo>
                  <a:pt x="8380" y="9671"/>
                  <a:pt x="8542" y="10142"/>
                  <a:pt x="8933" y="10332"/>
                </a:cubicBezTo>
                <a:cubicBezTo>
                  <a:pt x="9005" y="10367"/>
                  <a:pt x="9079" y="10378"/>
                  <a:pt x="9154" y="10390"/>
                </a:cubicBezTo>
                <a:cubicBezTo>
                  <a:pt x="9488" y="10442"/>
                  <a:pt x="9830" y="10288"/>
                  <a:pt x="9986" y="9969"/>
                </a:cubicBezTo>
                <a:cubicBezTo>
                  <a:pt x="10132" y="9666"/>
                  <a:pt x="10064" y="9319"/>
                  <a:pt x="9845" y="9087"/>
                </a:cubicBezTo>
                <a:cubicBezTo>
                  <a:pt x="9782" y="9020"/>
                  <a:pt x="9709" y="8959"/>
                  <a:pt x="9621" y="8916"/>
                </a:cubicBezTo>
                <a:close/>
                <a:moveTo>
                  <a:pt x="11774" y="9929"/>
                </a:moveTo>
                <a:cubicBezTo>
                  <a:pt x="12032" y="9864"/>
                  <a:pt x="12245" y="9802"/>
                  <a:pt x="12413" y="9743"/>
                </a:cubicBezTo>
                <a:cubicBezTo>
                  <a:pt x="12417" y="9570"/>
                  <a:pt x="12412" y="9394"/>
                  <a:pt x="12386" y="9218"/>
                </a:cubicBezTo>
                <a:cubicBezTo>
                  <a:pt x="12385" y="9203"/>
                  <a:pt x="12383" y="9187"/>
                  <a:pt x="12381" y="9172"/>
                </a:cubicBezTo>
                <a:cubicBezTo>
                  <a:pt x="12207" y="9131"/>
                  <a:pt x="11991" y="9092"/>
                  <a:pt x="11727" y="9056"/>
                </a:cubicBezTo>
                <a:cubicBezTo>
                  <a:pt x="11692" y="8906"/>
                  <a:pt x="11644" y="8762"/>
                  <a:pt x="11586" y="8623"/>
                </a:cubicBezTo>
                <a:cubicBezTo>
                  <a:pt x="11776" y="8439"/>
                  <a:pt x="11929" y="8279"/>
                  <a:pt x="12044" y="8143"/>
                </a:cubicBezTo>
                <a:cubicBezTo>
                  <a:pt x="11953" y="7974"/>
                  <a:pt x="11848" y="7814"/>
                  <a:pt x="11732" y="7666"/>
                </a:cubicBezTo>
                <a:cubicBezTo>
                  <a:pt x="11560" y="7717"/>
                  <a:pt x="11352" y="7792"/>
                  <a:pt x="11106" y="7893"/>
                </a:cubicBezTo>
                <a:cubicBezTo>
                  <a:pt x="11004" y="7781"/>
                  <a:pt x="10889" y="7680"/>
                  <a:pt x="10768" y="7589"/>
                </a:cubicBezTo>
                <a:cubicBezTo>
                  <a:pt x="10840" y="7334"/>
                  <a:pt x="10892" y="7119"/>
                  <a:pt x="10925" y="6943"/>
                </a:cubicBezTo>
                <a:cubicBezTo>
                  <a:pt x="10764" y="6843"/>
                  <a:pt x="10592" y="6756"/>
                  <a:pt x="10417" y="6684"/>
                </a:cubicBezTo>
                <a:cubicBezTo>
                  <a:pt x="10398" y="6705"/>
                  <a:pt x="10375" y="6732"/>
                  <a:pt x="10355" y="6753"/>
                </a:cubicBezTo>
                <a:cubicBezTo>
                  <a:pt x="10246" y="6874"/>
                  <a:pt x="10126" y="7015"/>
                  <a:pt x="9988" y="7193"/>
                </a:cubicBezTo>
                <a:cubicBezTo>
                  <a:pt x="9941" y="7179"/>
                  <a:pt x="9892" y="7175"/>
                  <a:pt x="9845" y="7163"/>
                </a:cubicBezTo>
                <a:cubicBezTo>
                  <a:pt x="9745" y="7139"/>
                  <a:pt x="9646" y="7112"/>
                  <a:pt x="9544" y="7099"/>
                </a:cubicBezTo>
                <a:cubicBezTo>
                  <a:pt x="9478" y="6843"/>
                  <a:pt x="9417" y="6630"/>
                  <a:pt x="9357" y="6463"/>
                </a:cubicBezTo>
                <a:cubicBezTo>
                  <a:pt x="9184" y="6457"/>
                  <a:pt x="9009" y="6464"/>
                  <a:pt x="8833" y="6488"/>
                </a:cubicBezTo>
                <a:cubicBezTo>
                  <a:pt x="8815" y="6490"/>
                  <a:pt x="8801" y="6492"/>
                  <a:pt x="8785" y="6495"/>
                </a:cubicBezTo>
                <a:cubicBezTo>
                  <a:pt x="8746" y="6668"/>
                  <a:pt x="8705" y="6885"/>
                  <a:pt x="8670" y="7149"/>
                </a:cubicBezTo>
                <a:cubicBezTo>
                  <a:pt x="8531" y="7180"/>
                  <a:pt x="8397" y="7227"/>
                  <a:pt x="8269" y="7280"/>
                </a:cubicBezTo>
                <a:cubicBezTo>
                  <a:pt x="8258" y="7284"/>
                  <a:pt x="8248" y="7285"/>
                  <a:pt x="8238" y="7290"/>
                </a:cubicBezTo>
                <a:cubicBezTo>
                  <a:pt x="8053" y="7099"/>
                  <a:pt x="7894" y="6946"/>
                  <a:pt x="7758" y="6832"/>
                </a:cubicBezTo>
                <a:cubicBezTo>
                  <a:pt x="7657" y="6884"/>
                  <a:pt x="7568" y="6954"/>
                  <a:pt x="7474" y="7017"/>
                </a:cubicBezTo>
                <a:cubicBezTo>
                  <a:pt x="7410" y="7061"/>
                  <a:pt x="7341" y="7095"/>
                  <a:pt x="7281" y="7143"/>
                </a:cubicBezTo>
                <a:cubicBezTo>
                  <a:pt x="7332" y="7315"/>
                  <a:pt x="7407" y="7522"/>
                  <a:pt x="7508" y="7768"/>
                </a:cubicBezTo>
                <a:cubicBezTo>
                  <a:pt x="7402" y="7868"/>
                  <a:pt x="7305" y="7977"/>
                  <a:pt x="7218" y="8092"/>
                </a:cubicBezTo>
                <a:lnTo>
                  <a:pt x="7150" y="8092"/>
                </a:lnTo>
                <a:cubicBezTo>
                  <a:pt x="6921" y="8028"/>
                  <a:pt x="6721" y="7979"/>
                  <a:pt x="6559" y="7950"/>
                </a:cubicBezTo>
                <a:cubicBezTo>
                  <a:pt x="6531" y="7995"/>
                  <a:pt x="6513" y="8046"/>
                  <a:pt x="6487" y="8092"/>
                </a:cubicBezTo>
                <a:cubicBezTo>
                  <a:pt x="6420" y="8212"/>
                  <a:pt x="6352" y="8332"/>
                  <a:pt x="6301" y="8459"/>
                </a:cubicBezTo>
                <a:cubicBezTo>
                  <a:pt x="6366" y="8521"/>
                  <a:pt x="6441" y="8587"/>
                  <a:pt x="6526" y="8658"/>
                </a:cubicBezTo>
                <a:cubicBezTo>
                  <a:pt x="6610" y="8729"/>
                  <a:pt x="6705" y="8805"/>
                  <a:pt x="6810" y="8886"/>
                </a:cubicBezTo>
                <a:cubicBezTo>
                  <a:pt x="6768" y="9031"/>
                  <a:pt x="6734" y="9179"/>
                  <a:pt x="6718" y="9332"/>
                </a:cubicBezTo>
                <a:cubicBezTo>
                  <a:pt x="6460" y="9396"/>
                  <a:pt x="6247" y="9459"/>
                  <a:pt x="6079" y="9519"/>
                </a:cubicBezTo>
                <a:cubicBezTo>
                  <a:pt x="6073" y="9691"/>
                  <a:pt x="6082" y="9866"/>
                  <a:pt x="6104" y="10042"/>
                </a:cubicBezTo>
                <a:cubicBezTo>
                  <a:pt x="6106" y="10058"/>
                  <a:pt x="6109" y="10074"/>
                  <a:pt x="6111" y="10089"/>
                </a:cubicBezTo>
                <a:cubicBezTo>
                  <a:pt x="6284" y="10130"/>
                  <a:pt x="6502" y="10168"/>
                  <a:pt x="6766" y="10205"/>
                </a:cubicBezTo>
                <a:cubicBezTo>
                  <a:pt x="6783" y="10280"/>
                  <a:pt x="6814" y="10350"/>
                  <a:pt x="6837" y="10422"/>
                </a:cubicBezTo>
                <a:cubicBezTo>
                  <a:pt x="6860" y="10494"/>
                  <a:pt x="6877" y="10568"/>
                  <a:pt x="6906" y="10637"/>
                </a:cubicBezTo>
                <a:cubicBezTo>
                  <a:pt x="6795" y="10745"/>
                  <a:pt x="6700" y="10842"/>
                  <a:pt x="6614" y="10934"/>
                </a:cubicBezTo>
                <a:cubicBezTo>
                  <a:pt x="6552" y="10998"/>
                  <a:pt x="6494" y="11061"/>
                  <a:pt x="6446" y="11117"/>
                </a:cubicBezTo>
                <a:cubicBezTo>
                  <a:pt x="6537" y="11287"/>
                  <a:pt x="6641" y="11446"/>
                  <a:pt x="6759" y="11597"/>
                </a:cubicBezTo>
                <a:cubicBezTo>
                  <a:pt x="6929" y="11546"/>
                  <a:pt x="7139" y="11469"/>
                  <a:pt x="7385" y="11368"/>
                </a:cubicBezTo>
                <a:cubicBezTo>
                  <a:pt x="7487" y="11480"/>
                  <a:pt x="7602" y="11581"/>
                  <a:pt x="7723" y="11672"/>
                </a:cubicBezTo>
                <a:cubicBezTo>
                  <a:pt x="7650" y="11926"/>
                  <a:pt x="7597" y="12142"/>
                  <a:pt x="7566" y="12318"/>
                </a:cubicBezTo>
                <a:cubicBezTo>
                  <a:pt x="7726" y="12418"/>
                  <a:pt x="7897" y="12505"/>
                  <a:pt x="8074" y="12575"/>
                </a:cubicBezTo>
                <a:cubicBezTo>
                  <a:pt x="8197" y="12447"/>
                  <a:pt x="8338" y="12278"/>
                  <a:pt x="8501" y="12067"/>
                </a:cubicBezTo>
                <a:cubicBezTo>
                  <a:pt x="8646" y="12112"/>
                  <a:pt x="8794" y="12142"/>
                  <a:pt x="8947" y="12161"/>
                </a:cubicBezTo>
                <a:cubicBezTo>
                  <a:pt x="9012" y="12418"/>
                  <a:pt x="9074" y="12630"/>
                  <a:pt x="9133" y="12798"/>
                </a:cubicBezTo>
                <a:cubicBezTo>
                  <a:pt x="9305" y="12804"/>
                  <a:pt x="9481" y="12796"/>
                  <a:pt x="9658" y="12773"/>
                </a:cubicBezTo>
                <a:cubicBezTo>
                  <a:pt x="9673" y="12771"/>
                  <a:pt x="9689" y="12769"/>
                  <a:pt x="9705" y="12767"/>
                </a:cubicBezTo>
                <a:cubicBezTo>
                  <a:pt x="9745" y="12593"/>
                  <a:pt x="9784" y="12376"/>
                  <a:pt x="9819" y="12112"/>
                </a:cubicBezTo>
                <a:cubicBezTo>
                  <a:pt x="9969" y="12078"/>
                  <a:pt x="10113" y="12030"/>
                  <a:pt x="10251" y="11971"/>
                </a:cubicBezTo>
                <a:cubicBezTo>
                  <a:pt x="10436" y="12162"/>
                  <a:pt x="10596" y="12315"/>
                  <a:pt x="10732" y="12430"/>
                </a:cubicBezTo>
                <a:cubicBezTo>
                  <a:pt x="10902" y="12340"/>
                  <a:pt x="11061" y="12235"/>
                  <a:pt x="11209" y="12118"/>
                </a:cubicBezTo>
                <a:cubicBezTo>
                  <a:pt x="11160" y="11947"/>
                  <a:pt x="11084" y="11738"/>
                  <a:pt x="10982" y="11492"/>
                </a:cubicBezTo>
                <a:cubicBezTo>
                  <a:pt x="11093" y="11389"/>
                  <a:pt x="11194" y="11274"/>
                  <a:pt x="11285" y="11154"/>
                </a:cubicBezTo>
                <a:cubicBezTo>
                  <a:pt x="11540" y="11227"/>
                  <a:pt x="11756" y="11279"/>
                  <a:pt x="11932" y="11312"/>
                </a:cubicBezTo>
                <a:cubicBezTo>
                  <a:pt x="12032" y="11151"/>
                  <a:pt x="12120" y="10981"/>
                  <a:pt x="12190" y="10802"/>
                </a:cubicBezTo>
                <a:cubicBezTo>
                  <a:pt x="12060" y="10680"/>
                  <a:pt x="11891" y="10538"/>
                  <a:pt x="11680" y="10374"/>
                </a:cubicBezTo>
                <a:cubicBezTo>
                  <a:pt x="11726" y="10230"/>
                  <a:pt x="11757" y="10082"/>
                  <a:pt x="11774" y="9929"/>
                </a:cubicBezTo>
                <a:close/>
                <a:moveTo>
                  <a:pt x="9484" y="11445"/>
                </a:moveTo>
                <a:cubicBezTo>
                  <a:pt x="8905" y="11521"/>
                  <a:pt x="8358" y="11312"/>
                  <a:pt x="7970" y="10933"/>
                </a:cubicBezTo>
                <a:cubicBezTo>
                  <a:pt x="7820" y="10786"/>
                  <a:pt x="7697" y="10615"/>
                  <a:pt x="7604" y="10422"/>
                </a:cubicBezTo>
                <a:cubicBezTo>
                  <a:pt x="7521" y="10251"/>
                  <a:pt x="7457" y="10068"/>
                  <a:pt x="7430" y="9868"/>
                </a:cubicBezTo>
                <a:cubicBezTo>
                  <a:pt x="7372" y="9428"/>
                  <a:pt x="7484" y="9007"/>
                  <a:pt x="7704" y="8658"/>
                </a:cubicBezTo>
                <a:cubicBezTo>
                  <a:pt x="7885" y="8371"/>
                  <a:pt x="8142" y="8139"/>
                  <a:pt x="8454" y="7988"/>
                </a:cubicBezTo>
                <a:cubicBezTo>
                  <a:pt x="8626" y="7906"/>
                  <a:pt x="8809" y="7841"/>
                  <a:pt x="9008" y="7815"/>
                </a:cubicBezTo>
                <a:cubicBezTo>
                  <a:pt x="9301" y="7776"/>
                  <a:pt x="9585" y="7817"/>
                  <a:pt x="9846" y="7908"/>
                </a:cubicBezTo>
                <a:cubicBezTo>
                  <a:pt x="10029" y="7973"/>
                  <a:pt x="10203" y="8059"/>
                  <a:pt x="10356" y="8175"/>
                </a:cubicBezTo>
                <a:cubicBezTo>
                  <a:pt x="10730" y="8460"/>
                  <a:pt x="10996" y="8889"/>
                  <a:pt x="11062" y="9392"/>
                </a:cubicBezTo>
                <a:cubicBezTo>
                  <a:pt x="11193" y="10394"/>
                  <a:pt x="10485" y="11314"/>
                  <a:pt x="9484" y="11445"/>
                </a:cubicBezTo>
                <a:close/>
                <a:moveTo>
                  <a:pt x="4705" y="9599"/>
                </a:moveTo>
                <a:lnTo>
                  <a:pt x="1920" y="9599"/>
                </a:lnTo>
                <a:cubicBezTo>
                  <a:pt x="1302" y="9599"/>
                  <a:pt x="800" y="9098"/>
                  <a:pt x="800" y="8479"/>
                </a:cubicBezTo>
                <a:lnTo>
                  <a:pt x="800" y="1920"/>
                </a:lnTo>
                <a:cubicBezTo>
                  <a:pt x="800" y="1302"/>
                  <a:pt x="1302" y="800"/>
                  <a:pt x="1920" y="800"/>
                </a:cubicBezTo>
                <a:lnTo>
                  <a:pt x="8480" y="800"/>
                </a:lnTo>
                <a:cubicBezTo>
                  <a:pt x="9098" y="800"/>
                  <a:pt x="9600" y="1302"/>
                  <a:pt x="9600" y="1920"/>
                </a:cubicBezTo>
                <a:lnTo>
                  <a:pt x="9600" y="4872"/>
                </a:lnTo>
                <a:cubicBezTo>
                  <a:pt x="9600" y="4902"/>
                  <a:pt x="10182" y="4948"/>
                  <a:pt x="10400" y="5012"/>
                </a:cubicBezTo>
                <a:lnTo>
                  <a:pt x="10400" y="1600"/>
                </a:lnTo>
                <a:cubicBezTo>
                  <a:pt x="10400" y="716"/>
                  <a:pt x="9684" y="0"/>
                  <a:pt x="8800" y="0"/>
                </a:cubicBezTo>
                <a:lnTo>
                  <a:pt x="1600" y="0"/>
                </a:lnTo>
                <a:cubicBezTo>
                  <a:pt x="716" y="0"/>
                  <a:pt x="0" y="716"/>
                  <a:pt x="0" y="1600"/>
                </a:cubicBezTo>
                <a:lnTo>
                  <a:pt x="0" y="8799"/>
                </a:lnTo>
                <a:cubicBezTo>
                  <a:pt x="0" y="9683"/>
                  <a:pt x="716" y="10399"/>
                  <a:pt x="1600" y="10399"/>
                </a:cubicBezTo>
                <a:lnTo>
                  <a:pt x="4827" y="10399"/>
                </a:lnTo>
                <a:cubicBezTo>
                  <a:pt x="4771" y="10181"/>
                  <a:pt x="4727" y="9599"/>
                  <a:pt x="4705" y="9599"/>
                </a:cubicBezTo>
                <a:close/>
                <a:moveTo>
                  <a:pt x="4119" y="4940"/>
                </a:moveTo>
                <a:cubicBezTo>
                  <a:pt x="4119" y="4940"/>
                  <a:pt x="1349" y="4791"/>
                  <a:pt x="1351" y="7983"/>
                </a:cubicBezTo>
                <a:lnTo>
                  <a:pt x="1901" y="7983"/>
                </a:lnTo>
                <a:cubicBezTo>
                  <a:pt x="1901" y="7983"/>
                  <a:pt x="1726" y="5700"/>
                  <a:pt x="4120" y="5492"/>
                </a:cubicBezTo>
                <a:lnTo>
                  <a:pt x="4119" y="4940"/>
                </a:lnTo>
                <a:close/>
                <a:moveTo>
                  <a:pt x="4120" y="2395"/>
                </a:moveTo>
                <a:cubicBezTo>
                  <a:pt x="4120" y="2395"/>
                  <a:pt x="2651" y="2395"/>
                  <a:pt x="2651" y="3863"/>
                </a:cubicBezTo>
                <a:cubicBezTo>
                  <a:pt x="2651" y="3863"/>
                  <a:pt x="2651" y="5232"/>
                  <a:pt x="4120" y="5331"/>
                </a:cubicBezTo>
                <a:lnTo>
                  <a:pt x="4120" y="4831"/>
                </a:lnTo>
                <a:cubicBezTo>
                  <a:pt x="4120" y="4831"/>
                  <a:pt x="3265" y="4758"/>
                  <a:pt x="3190" y="3863"/>
                </a:cubicBezTo>
                <a:cubicBezTo>
                  <a:pt x="3190" y="3863"/>
                  <a:pt x="3151" y="2931"/>
                  <a:pt x="4120" y="2856"/>
                </a:cubicBezTo>
                <a:lnTo>
                  <a:pt x="4120" y="23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iconfont-1188-589513"/>
          <p:cNvSpPr>
            <a:spLocks noChangeAspect="1"/>
          </p:cNvSpPr>
          <p:nvPr/>
        </p:nvSpPr>
        <p:spPr bwMode="auto">
          <a:xfrm>
            <a:off x="2725474" y="574066"/>
            <a:ext cx="609685" cy="609685"/>
          </a:xfrm>
          <a:custGeom>
            <a:avLst/>
            <a:gdLst>
              <a:gd name="T0" fmla="*/ 6000 w 12800"/>
              <a:gd name="T1" fmla="*/ 9280 h 12800"/>
              <a:gd name="T2" fmla="*/ 6000 w 12800"/>
              <a:gd name="T3" fmla="*/ 9920 h 12800"/>
              <a:gd name="T4" fmla="*/ 6880 w 12800"/>
              <a:gd name="T5" fmla="*/ 10560 h 12800"/>
              <a:gd name="T6" fmla="*/ 6720 w 12800"/>
              <a:gd name="T7" fmla="*/ 11520 h 12800"/>
              <a:gd name="T8" fmla="*/ 7760 w 12800"/>
              <a:gd name="T9" fmla="*/ 11600 h 12800"/>
              <a:gd name="T10" fmla="*/ 8160 w 12800"/>
              <a:gd name="T11" fmla="*/ 12560 h 12800"/>
              <a:gd name="T12" fmla="*/ 9120 w 12800"/>
              <a:gd name="T13" fmla="*/ 12080 h 12800"/>
              <a:gd name="T14" fmla="*/ 9840 w 12800"/>
              <a:gd name="T15" fmla="*/ 12800 h 12800"/>
              <a:gd name="T16" fmla="*/ 10080 w 12800"/>
              <a:gd name="T17" fmla="*/ 12080 h 12800"/>
              <a:gd name="T18" fmla="*/ 11040 w 12800"/>
              <a:gd name="T19" fmla="*/ 12400 h 12800"/>
              <a:gd name="T20" fmla="*/ 11280 w 12800"/>
              <a:gd name="T21" fmla="*/ 11440 h 12800"/>
              <a:gd name="T22" fmla="*/ 12320 w 12800"/>
              <a:gd name="T23" fmla="*/ 11200 h 12800"/>
              <a:gd name="T24" fmla="*/ 12000 w 12800"/>
              <a:gd name="T25" fmla="*/ 10160 h 12800"/>
              <a:gd name="T26" fmla="*/ 12800 w 12800"/>
              <a:gd name="T27" fmla="*/ 9520 h 12800"/>
              <a:gd name="T28" fmla="*/ 12800 w 12800"/>
              <a:gd name="T29" fmla="*/ 8880 h 12800"/>
              <a:gd name="T30" fmla="*/ 11920 w 12800"/>
              <a:gd name="T31" fmla="*/ 8240 h 12800"/>
              <a:gd name="T32" fmla="*/ 12080 w 12800"/>
              <a:gd name="T33" fmla="*/ 7280 h 12800"/>
              <a:gd name="T34" fmla="*/ 11040 w 12800"/>
              <a:gd name="T35" fmla="*/ 7200 h 12800"/>
              <a:gd name="T36" fmla="*/ 10640 w 12800"/>
              <a:gd name="T37" fmla="*/ 6240 h 12800"/>
              <a:gd name="T38" fmla="*/ 9680 w 12800"/>
              <a:gd name="T39" fmla="*/ 6720 h 12800"/>
              <a:gd name="T40" fmla="*/ 8960 w 12800"/>
              <a:gd name="T41" fmla="*/ 6000 h 12800"/>
              <a:gd name="T42" fmla="*/ 8800 w 12800"/>
              <a:gd name="T43" fmla="*/ 6720 h 12800"/>
              <a:gd name="T44" fmla="*/ 7840 w 12800"/>
              <a:gd name="T45" fmla="*/ 6400 h 12800"/>
              <a:gd name="T46" fmla="*/ 7520 w 12800"/>
              <a:gd name="T47" fmla="*/ 7360 h 12800"/>
              <a:gd name="T48" fmla="*/ 6480 w 12800"/>
              <a:gd name="T49" fmla="*/ 7600 h 12800"/>
              <a:gd name="T50" fmla="*/ 6800 w 12800"/>
              <a:gd name="T51" fmla="*/ 8640 h 12800"/>
              <a:gd name="T52" fmla="*/ 9120 w 12800"/>
              <a:gd name="T53" fmla="*/ 7440 h 12800"/>
              <a:gd name="T54" fmla="*/ 9680 w 12800"/>
              <a:gd name="T55" fmla="*/ 11360 h 12800"/>
              <a:gd name="T56" fmla="*/ 9120 w 12800"/>
              <a:gd name="T57" fmla="*/ 7440 h 12800"/>
              <a:gd name="T58" fmla="*/ 8560 w 12800"/>
              <a:gd name="T59" fmla="*/ 9360 h 12800"/>
              <a:gd name="T60" fmla="*/ 10320 w 12800"/>
              <a:gd name="T61" fmla="*/ 9360 h 12800"/>
              <a:gd name="T62" fmla="*/ 8560 w 12800"/>
              <a:gd name="T63" fmla="*/ 9360 h 12800"/>
              <a:gd name="T64" fmla="*/ 1920 w 12800"/>
              <a:gd name="T65" fmla="*/ 9600 h 12800"/>
              <a:gd name="T66" fmla="*/ 800 w 12800"/>
              <a:gd name="T67" fmla="*/ 1920 h 12800"/>
              <a:gd name="T68" fmla="*/ 8480 w 12800"/>
              <a:gd name="T69" fmla="*/ 800 h 12800"/>
              <a:gd name="T70" fmla="*/ 9600 w 12800"/>
              <a:gd name="T71" fmla="*/ 4880 h 12800"/>
              <a:gd name="T72" fmla="*/ 10400 w 12800"/>
              <a:gd name="T73" fmla="*/ 1600 h 12800"/>
              <a:gd name="T74" fmla="*/ 1600 w 12800"/>
              <a:gd name="T75" fmla="*/ 0 h 12800"/>
              <a:gd name="T76" fmla="*/ 0 w 12800"/>
              <a:gd name="T77" fmla="*/ 8800 h 12800"/>
              <a:gd name="T78" fmla="*/ 4800 w 12800"/>
              <a:gd name="T79" fmla="*/ 10400 h 12800"/>
              <a:gd name="T80" fmla="*/ 800 w 12800"/>
              <a:gd name="T81" fmla="*/ 3200 h 12800"/>
              <a:gd name="T82" fmla="*/ 9600 w 12800"/>
              <a:gd name="T83" fmla="*/ 4000 h 12800"/>
              <a:gd name="T84" fmla="*/ 800 w 12800"/>
              <a:gd name="T85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800" h="12800">
                <a:moveTo>
                  <a:pt x="6720" y="9040"/>
                </a:moveTo>
                <a:lnTo>
                  <a:pt x="6000" y="9280"/>
                </a:lnTo>
                <a:lnTo>
                  <a:pt x="6000" y="9840"/>
                </a:lnTo>
                <a:lnTo>
                  <a:pt x="6000" y="9920"/>
                </a:lnTo>
                <a:cubicBezTo>
                  <a:pt x="6160" y="10000"/>
                  <a:pt x="6400" y="10000"/>
                  <a:pt x="6720" y="10080"/>
                </a:cubicBezTo>
                <a:cubicBezTo>
                  <a:pt x="6720" y="10240"/>
                  <a:pt x="6800" y="10400"/>
                  <a:pt x="6880" y="10560"/>
                </a:cubicBezTo>
                <a:cubicBezTo>
                  <a:pt x="6640" y="10720"/>
                  <a:pt x="6480" y="10960"/>
                  <a:pt x="6400" y="11040"/>
                </a:cubicBezTo>
                <a:cubicBezTo>
                  <a:pt x="6480" y="11200"/>
                  <a:pt x="6640" y="11360"/>
                  <a:pt x="6720" y="11520"/>
                </a:cubicBezTo>
                <a:cubicBezTo>
                  <a:pt x="6880" y="11440"/>
                  <a:pt x="7120" y="11360"/>
                  <a:pt x="7360" y="11280"/>
                </a:cubicBezTo>
                <a:cubicBezTo>
                  <a:pt x="7440" y="11440"/>
                  <a:pt x="7600" y="11520"/>
                  <a:pt x="7760" y="11600"/>
                </a:cubicBezTo>
                <a:cubicBezTo>
                  <a:pt x="7680" y="11840"/>
                  <a:pt x="7600" y="12080"/>
                  <a:pt x="7600" y="12320"/>
                </a:cubicBezTo>
                <a:cubicBezTo>
                  <a:pt x="7760" y="12400"/>
                  <a:pt x="7920" y="12560"/>
                  <a:pt x="8160" y="12560"/>
                </a:cubicBezTo>
                <a:cubicBezTo>
                  <a:pt x="8320" y="12400"/>
                  <a:pt x="8480" y="12240"/>
                  <a:pt x="8640" y="12000"/>
                </a:cubicBezTo>
                <a:cubicBezTo>
                  <a:pt x="8800" y="12080"/>
                  <a:pt x="8960" y="12080"/>
                  <a:pt x="9120" y="12080"/>
                </a:cubicBezTo>
                <a:cubicBezTo>
                  <a:pt x="9200" y="12320"/>
                  <a:pt x="9280" y="12560"/>
                  <a:pt x="9280" y="12800"/>
                </a:cubicBezTo>
                <a:lnTo>
                  <a:pt x="9840" y="12800"/>
                </a:lnTo>
                <a:lnTo>
                  <a:pt x="9920" y="12800"/>
                </a:lnTo>
                <a:cubicBezTo>
                  <a:pt x="10000" y="12640"/>
                  <a:pt x="10000" y="12400"/>
                  <a:pt x="10080" y="12080"/>
                </a:cubicBezTo>
                <a:cubicBezTo>
                  <a:pt x="10240" y="12080"/>
                  <a:pt x="10400" y="12000"/>
                  <a:pt x="10560" y="11920"/>
                </a:cubicBezTo>
                <a:cubicBezTo>
                  <a:pt x="10720" y="12160"/>
                  <a:pt x="10960" y="12320"/>
                  <a:pt x="11040" y="12400"/>
                </a:cubicBezTo>
                <a:cubicBezTo>
                  <a:pt x="11200" y="12320"/>
                  <a:pt x="11360" y="12160"/>
                  <a:pt x="11520" y="12080"/>
                </a:cubicBezTo>
                <a:cubicBezTo>
                  <a:pt x="11440" y="11920"/>
                  <a:pt x="11360" y="11680"/>
                  <a:pt x="11280" y="11440"/>
                </a:cubicBezTo>
                <a:cubicBezTo>
                  <a:pt x="11360" y="11360"/>
                  <a:pt x="11520" y="11200"/>
                  <a:pt x="11600" y="11040"/>
                </a:cubicBezTo>
                <a:cubicBezTo>
                  <a:pt x="11840" y="11120"/>
                  <a:pt x="12080" y="11200"/>
                  <a:pt x="12320" y="11200"/>
                </a:cubicBezTo>
                <a:cubicBezTo>
                  <a:pt x="12400" y="11040"/>
                  <a:pt x="12560" y="10880"/>
                  <a:pt x="12560" y="10640"/>
                </a:cubicBezTo>
                <a:cubicBezTo>
                  <a:pt x="12400" y="10480"/>
                  <a:pt x="12240" y="10320"/>
                  <a:pt x="12000" y="10160"/>
                </a:cubicBezTo>
                <a:cubicBezTo>
                  <a:pt x="12080" y="10000"/>
                  <a:pt x="12080" y="9840"/>
                  <a:pt x="12080" y="9680"/>
                </a:cubicBezTo>
                <a:cubicBezTo>
                  <a:pt x="12320" y="9600"/>
                  <a:pt x="12560" y="9520"/>
                  <a:pt x="12800" y="9520"/>
                </a:cubicBezTo>
                <a:lnTo>
                  <a:pt x="12800" y="8960"/>
                </a:lnTo>
                <a:lnTo>
                  <a:pt x="12800" y="8880"/>
                </a:lnTo>
                <a:cubicBezTo>
                  <a:pt x="12640" y="8800"/>
                  <a:pt x="12400" y="8800"/>
                  <a:pt x="12080" y="8720"/>
                </a:cubicBezTo>
                <a:cubicBezTo>
                  <a:pt x="12080" y="8560"/>
                  <a:pt x="12000" y="8400"/>
                  <a:pt x="11920" y="8240"/>
                </a:cubicBezTo>
                <a:cubicBezTo>
                  <a:pt x="12160" y="8080"/>
                  <a:pt x="12320" y="7840"/>
                  <a:pt x="12400" y="7760"/>
                </a:cubicBezTo>
                <a:cubicBezTo>
                  <a:pt x="12320" y="7600"/>
                  <a:pt x="12160" y="7440"/>
                  <a:pt x="12080" y="7280"/>
                </a:cubicBezTo>
                <a:cubicBezTo>
                  <a:pt x="11920" y="7360"/>
                  <a:pt x="11680" y="7440"/>
                  <a:pt x="11440" y="7520"/>
                </a:cubicBezTo>
                <a:cubicBezTo>
                  <a:pt x="11280" y="7440"/>
                  <a:pt x="11200" y="7280"/>
                  <a:pt x="11040" y="7200"/>
                </a:cubicBezTo>
                <a:cubicBezTo>
                  <a:pt x="11120" y="6960"/>
                  <a:pt x="11200" y="6720"/>
                  <a:pt x="11200" y="6480"/>
                </a:cubicBezTo>
                <a:cubicBezTo>
                  <a:pt x="11040" y="6400"/>
                  <a:pt x="10880" y="6240"/>
                  <a:pt x="10640" y="6240"/>
                </a:cubicBezTo>
                <a:cubicBezTo>
                  <a:pt x="10560" y="6400"/>
                  <a:pt x="10400" y="6560"/>
                  <a:pt x="10160" y="6800"/>
                </a:cubicBezTo>
                <a:cubicBezTo>
                  <a:pt x="10000" y="6720"/>
                  <a:pt x="9840" y="6720"/>
                  <a:pt x="9680" y="6720"/>
                </a:cubicBezTo>
                <a:cubicBezTo>
                  <a:pt x="9680" y="6400"/>
                  <a:pt x="9600" y="6160"/>
                  <a:pt x="9520" y="6000"/>
                </a:cubicBezTo>
                <a:lnTo>
                  <a:pt x="8960" y="6000"/>
                </a:lnTo>
                <a:lnTo>
                  <a:pt x="8880" y="6000"/>
                </a:lnTo>
                <a:cubicBezTo>
                  <a:pt x="8880" y="6240"/>
                  <a:pt x="8800" y="6480"/>
                  <a:pt x="8800" y="6720"/>
                </a:cubicBezTo>
                <a:cubicBezTo>
                  <a:pt x="8640" y="6720"/>
                  <a:pt x="8480" y="6800"/>
                  <a:pt x="8320" y="6880"/>
                </a:cubicBezTo>
                <a:lnTo>
                  <a:pt x="7840" y="6400"/>
                </a:lnTo>
                <a:cubicBezTo>
                  <a:pt x="7600" y="6480"/>
                  <a:pt x="7440" y="6640"/>
                  <a:pt x="7280" y="6720"/>
                </a:cubicBezTo>
                <a:cubicBezTo>
                  <a:pt x="7360" y="6880"/>
                  <a:pt x="7440" y="7120"/>
                  <a:pt x="7520" y="7360"/>
                </a:cubicBezTo>
                <a:cubicBezTo>
                  <a:pt x="7440" y="7520"/>
                  <a:pt x="7280" y="7600"/>
                  <a:pt x="7200" y="7760"/>
                </a:cubicBezTo>
                <a:cubicBezTo>
                  <a:pt x="6960" y="7680"/>
                  <a:pt x="6720" y="7600"/>
                  <a:pt x="6480" y="7600"/>
                </a:cubicBezTo>
                <a:cubicBezTo>
                  <a:pt x="6400" y="7760"/>
                  <a:pt x="6320" y="7920"/>
                  <a:pt x="6240" y="8160"/>
                </a:cubicBezTo>
                <a:cubicBezTo>
                  <a:pt x="6400" y="8320"/>
                  <a:pt x="6560" y="8480"/>
                  <a:pt x="6800" y="8640"/>
                </a:cubicBezTo>
                <a:cubicBezTo>
                  <a:pt x="6720" y="8720"/>
                  <a:pt x="6720" y="8880"/>
                  <a:pt x="6720" y="9040"/>
                </a:cubicBezTo>
                <a:close/>
                <a:moveTo>
                  <a:pt x="9120" y="7440"/>
                </a:moveTo>
                <a:cubicBezTo>
                  <a:pt x="10160" y="7280"/>
                  <a:pt x="11200" y="8080"/>
                  <a:pt x="11360" y="9120"/>
                </a:cubicBezTo>
                <a:cubicBezTo>
                  <a:pt x="11520" y="10160"/>
                  <a:pt x="10720" y="11200"/>
                  <a:pt x="9680" y="11360"/>
                </a:cubicBezTo>
                <a:cubicBezTo>
                  <a:pt x="8640" y="11520"/>
                  <a:pt x="7600" y="10720"/>
                  <a:pt x="7440" y="9680"/>
                </a:cubicBezTo>
                <a:cubicBezTo>
                  <a:pt x="7280" y="8560"/>
                  <a:pt x="8080" y="7600"/>
                  <a:pt x="9120" y="7440"/>
                </a:cubicBezTo>
                <a:close/>
                <a:moveTo>
                  <a:pt x="9440" y="9360"/>
                </a:moveTo>
                <a:close/>
                <a:moveTo>
                  <a:pt x="8560" y="9360"/>
                </a:moveTo>
                <a:cubicBezTo>
                  <a:pt x="8560" y="9846"/>
                  <a:pt x="8954" y="10240"/>
                  <a:pt x="9440" y="10240"/>
                </a:cubicBezTo>
                <a:cubicBezTo>
                  <a:pt x="9926" y="10240"/>
                  <a:pt x="10320" y="9846"/>
                  <a:pt x="10320" y="9360"/>
                </a:cubicBezTo>
                <a:cubicBezTo>
                  <a:pt x="10320" y="8874"/>
                  <a:pt x="9926" y="8480"/>
                  <a:pt x="9440" y="8480"/>
                </a:cubicBezTo>
                <a:cubicBezTo>
                  <a:pt x="8954" y="8480"/>
                  <a:pt x="8560" y="8874"/>
                  <a:pt x="8560" y="9360"/>
                </a:cubicBezTo>
                <a:close/>
                <a:moveTo>
                  <a:pt x="4720" y="9600"/>
                </a:moveTo>
                <a:lnTo>
                  <a:pt x="1920" y="9600"/>
                </a:lnTo>
                <a:cubicBezTo>
                  <a:pt x="1280" y="9600"/>
                  <a:pt x="800" y="9120"/>
                  <a:pt x="800" y="8480"/>
                </a:cubicBezTo>
                <a:lnTo>
                  <a:pt x="800" y="1920"/>
                </a:lnTo>
                <a:cubicBezTo>
                  <a:pt x="800" y="1280"/>
                  <a:pt x="1280" y="800"/>
                  <a:pt x="1920" y="800"/>
                </a:cubicBezTo>
                <a:lnTo>
                  <a:pt x="8480" y="800"/>
                </a:lnTo>
                <a:cubicBezTo>
                  <a:pt x="9120" y="800"/>
                  <a:pt x="9600" y="1280"/>
                  <a:pt x="9600" y="1920"/>
                </a:cubicBezTo>
                <a:lnTo>
                  <a:pt x="9600" y="4880"/>
                </a:lnTo>
                <a:cubicBezTo>
                  <a:pt x="9600" y="4880"/>
                  <a:pt x="10160" y="4960"/>
                  <a:pt x="10400" y="5040"/>
                </a:cubicBezTo>
                <a:lnTo>
                  <a:pt x="10400" y="1600"/>
                </a:lnTo>
                <a:cubicBezTo>
                  <a:pt x="10400" y="720"/>
                  <a:pt x="9680" y="0"/>
                  <a:pt x="8800" y="0"/>
                </a:cubicBezTo>
                <a:lnTo>
                  <a:pt x="1600" y="0"/>
                </a:lnTo>
                <a:cubicBezTo>
                  <a:pt x="720" y="0"/>
                  <a:pt x="0" y="720"/>
                  <a:pt x="0" y="1600"/>
                </a:cubicBezTo>
                <a:lnTo>
                  <a:pt x="0" y="8800"/>
                </a:lnTo>
                <a:cubicBezTo>
                  <a:pt x="0" y="9680"/>
                  <a:pt x="720" y="10400"/>
                  <a:pt x="1600" y="10400"/>
                </a:cubicBezTo>
                <a:lnTo>
                  <a:pt x="4800" y="10400"/>
                </a:lnTo>
                <a:cubicBezTo>
                  <a:pt x="4800" y="10160"/>
                  <a:pt x="4720" y="9600"/>
                  <a:pt x="4720" y="9600"/>
                </a:cubicBezTo>
                <a:close/>
                <a:moveTo>
                  <a:pt x="800" y="3200"/>
                </a:moveTo>
                <a:lnTo>
                  <a:pt x="9600" y="3200"/>
                </a:lnTo>
                <a:lnTo>
                  <a:pt x="9600" y="4000"/>
                </a:lnTo>
                <a:lnTo>
                  <a:pt x="800" y="4000"/>
                </a:lnTo>
                <a:lnTo>
                  <a:pt x="800" y="3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iconfont-1188-857684"/>
          <p:cNvSpPr>
            <a:spLocks noChangeAspect="1"/>
          </p:cNvSpPr>
          <p:nvPr/>
        </p:nvSpPr>
        <p:spPr bwMode="auto">
          <a:xfrm>
            <a:off x="3702178" y="574066"/>
            <a:ext cx="586964" cy="609685"/>
          </a:xfrm>
          <a:custGeom>
            <a:avLst/>
            <a:gdLst>
              <a:gd name="T0" fmla="*/ 795 w 12323"/>
              <a:gd name="T1" fmla="*/ 8427 h 12800"/>
              <a:gd name="T2" fmla="*/ 1908 w 12323"/>
              <a:gd name="T3" fmla="*/ 795 h 12800"/>
              <a:gd name="T4" fmla="*/ 9540 w 12323"/>
              <a:gd name="T5" fmla="*/ 1908 h 12800"/>
              <a:gd name="T6" fmla="*/ 10335 w 12323"/>
              <a:gd name="T7" fmla="*/ 5009 h 12800"/>
              <a:gd name="T8" fmla="*/ 8745 w 12323"/>
              <a:gd name="T9" fmla="*/ 0 h 12800"/>
              <a:gd name="T10" fmla="*/ 0 w 12323"/>
              <a:gd name="T11" fmla="*/ 1590 h 12800"/>
              <a:gd name="T12" fmla="*/ 1590 w 12323"/>
              <a:gd name="T13" fmla="*/ 10335 h 12800"/>
              <a:gd name="T14" fmla="*/ 4611 w 12323"/>
              <a:gd name="T15" fmla="*/ 9540 h 12800"/>
              <a:gd name="T16" fmla="*/ 5326 w 12323"/>
              <a:gd name="T17" fmla="*/ 5088 h 12800"/>
              <a:gd name="T18" fmla="*/ 6042 w 12323"/>
              <a:gd name="T19" fmla="*/ 5168 h 12800"/>
              <a:gd name="T20" fmla="*/ 6042 w 12323"/>
              <a:gd name="T21" fmla="*/ 5168 h 12800"/>
              <a:gd name="T22" fmla="*/ 7076 w 12323"/>
              <a:gd name="T23" fmla="*/ 2942 h 12800"/>
              <a:gd name="T24" fmla="*/ 3498 w 12323"/>
              <a:gd name="T25" fmla="*/ 3498 h 12800"/>
              <a:gd name="T26" fmla="*/ 4611 w 12323"/>
              <a:gd name="T27" fmla="*/ 5168 h 12800"/>
              <a:gd name="T28" fmla="*/ 2623 w 12323"/>
              <a:gd name="T29" fmla="*/ 8427 h 12800"/>
              <a:gd name="T30" fmla="*/ 5962 w 12323"/>
              <a:gd name="T31" fmla="*/ 7791 h 12800"/>
              <a:gd name="T32" fmla="*/ 5326 w 12323"/>
              <a:gd name="T33" fmla="*/ 5724 h 12800"/>
              <a:gd name="T34" fmla="*/ 7314 w 12323"/>
              <a:gd name="T35" fmla="*/ 6042 h 12800"/>
              <a:gd name="T36" fmla="*/ 6042 w 12323"/>
              <a:gd name="T37" fmla="*/ 5168 h 12800"/>
              <a:gd name="T38" fmla="*/ 5326 w 12323"/>
              <a:gd name="T39" fmla="*/ 2306 h 12800"/>
              <a:gd name="T40" fmla="*/ 5326 w 12323"/>
              <a:gd name="T41" fmla="*/ 4691 h 12800"/>
              <a:gd name="T42" fmla="*/ 9540 w 12323"/>
              <a:gd name="T43" fmla="*/ 8825 h 12800"/>
              <a:gd name="T44" fmla="*/ 8904 w 12323"/>
              <a:gd name="T45" fmla="*/ 10256 h 12800"/>
              <a:gd name="T46" fmla="*/ 9938 w 12323"/>
              <a:gd name="T47" fmla="*/ 9938 h 12800"/>
              <a:gd name="T48" fmla="*/ 9540 w 12323"/>
              <a:gd name="T49" fmla="*/ 8825 h 12800"/>
              <a:gd name="T50" fmla="*/ 12323 w 12323"/>
              <a:gd name="T51" fmla="*/ 9699 h 12800"/>
              <a:gd name="T52" fmla="*/ 12323 w 12323"/>
              <a:gd name="T53" fmla="*/ 9063 h 12800"/>
              <a:gd name="T54" fmla="*/ 11528 w 12323"/>
              <a:gd name="T55" fmla="*/ 8586 h 12800"/>
              <a:gd name="T56" fmla="*/ 11687 w 12323"/>
              <a:gd name="T57" fmla="*/ 7632 h 12800"/>
              <a:gd name="T58" fmla="*/ 10733 w 12323"/>
              <a:gd name="T59" fmla="*/ 7553 h 12800"/>
              <a:gd name="T60" fmla="*/ 10415 w 12323"/>
              <a:gd name="T61" fmla="*/ 6678 h 12800"/>
              <a:gd name="T62" fmla="*/ 9938 w 12323"/>
              <a:gd name="T63" fmla="*/ 7155 h 12800"/>
              <a:gd name="T64" fmla="*/ 9461 w 12323"/>
              <a:gd name="T65" fmla="*/ 7076 h 12800"/>
              <a:gd name="T66" fmla="*/ 8745 w 12323"/>
              <a:gd name="T67" fmla="*/ 6440 h 12800"/>
              <a:gd name="T68" fmla="*/ 8586 w 12323"/>
              <a:gd name="T69" fmla="*/ 7076 h 12800"/>
              <a:gd name="T70" fmla="*/ 8189 w 12323"/>
              <a:gd name="T71" fmla="*/ 7235 h 12800"/>
              <a:gd name="T72" fmla="*/ 7394 w 12323"/>
              <a:gd name="T73" fmla="*/ 6996 h 12800"/>
              <a:gd name="T74" fmla="*/ 7473 w 12323"/>
              <a:gd name="T75" fmla="*/ 7712 h 12800"/>
              <a:gd name="T76" fmla="*/ 7076 w 12323"/>
              <a:gd name="T77" fmla="*/ 8030 h 12800"/>
              <a:gd name="T78" fmla="*/ 6440 w 12323"/>
              <a:gd name="T79" fmla="*/ 8030 h 12800"/>
              <a:gd name="T80" fmla="*/ 6519 w 12323"/>
              <a:gd name="T81" fmla="*/ 8586 h 12800"/>
              <a:gd name="T82" fmla="*/ 6758 w 12323"/>
              <a:gd name="T83" fmla="*/ 9302 h 12800"/>
              <a:gd name="T84" fmla="*/ 6121 w 12323"/>
              <a:gd name="T85" fmla="*/ 10017 h 12800"/>
              <a:gd name="T86" fmla="*/ 6758 w 12323"/>
              <a:gd name="T87" fmla="*/ 10176 h 12800"/>
              <a:gd name="T88" fmla="*/ 6917 w 12323"/>
              <a:gd name="T89" fmla="*/ 10653 h 12800"/>
              <a:gd name="T90" fmla="*/ 6440 w 12323"/>
              <a:gd name="T91" fmla="*/ 11130 h 12800"/>
              <a:gd name="T92" fmla="*/ 7394 w 12323"/>
              <a:gd name="T93" fmla="*/ 11369 h 12800"/>
              <a:gd name="T94" fmla="*/ 7553 w 12323"/>
              <a:gd name="T95" fmla="*/ 12323 h 12800"/>
              <a:gd name="T96" fmla="*/ 8427 w 12323"/>
              <a:gd name="T97" fmla="*/ 12084 h 12800"/>
              <a:gd name="T98" fmla="*/ 9063 w 12323"/>
              <a:gd name="T99" fmla="*/ 12800 h 12800"/>
              <a:gd name="T100" fmla="*/ 9699 w 12323"/>
              <a:gd name="T101" fmla="*/ 12800 h 12800"/>
              <a:gd name="T102" fmla="*/ 10176 w 12323"/>
              <a:gd name="T103" fmla="*/ 12005 h 12800"/>
              <a:gd name="T104" fmla="*/ 11130 w 12323"/>
              <a:gd name="T105" fmla="*/ 12164 h 12800"/>
              <a:gd name="T106" fmla="*/ 11210 w 12323"/>
              <a:gd name="T107" fmla="*/ 11210 h 12800"/>
              <a:gd name="T108" fmla="*/ 12084 w 12323"/>
              <a:gd name="T109" fmla="*/ 10892 h 12800"/>
              <a:gd name="T110" fmla="*/ 11687 w 12323"/>
              <a:gd name="T111" fmla="*/ 9858 h 12800"/>
              <a:gd name="T112" fmla="*/ 7950 w 12323"/>
              <a:gd name="T113" fmla="*/ 10892 h 12800"/>
              <a:gd name="T114" fmla="*/ 7394 w 12323"/>
              <a:gd name="T115" fmla="*/ 9858 h 12800"/>
              <a:gd name="T116" fmla="*/ 8348 w 12323"/>
              <a:gd name="T117" fmla="*/ 8030 h 12800"/>
              <a:gd name="T118" fmla="*/ 9699 w 12323"/>
              <a:gd name="T119" fmla="*/ 7950 h 12800"/>
              <a:gd name="T120" fmla="*/ 10892 w 12323"/>
              <a:gd name="T121" fmla="*/ 9381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323" h="12800">
                <a:moveTo>
                  <a:pt x="1908" y="9540"/>
                </a:moveTo>
                <a:cubicBezTo>
                  <a:pt x="1272" y="9540"/>
                  <a:pt x="795" y="9063"/>
                  <a:pt x="795" y="8427"/>
                </a:cubicBezTo>
                <a:lnTo>
                  <a:pt x="795" y="1908"/>
                </a:lnTo>
                <a:cubicBezTo>
                  <a:pt x="795" y="1272"/>
                  <a:pt x="1272" y="795"/>
                  <a:pt x="1908" y="795"/>
                </a:cubicBezTo>
                <a:lnTo>
                  <a:pt x="8427" y="795"/>
                </a:lnTo>
                <a:cubicBezTo>
                  <a:pt x="9063" y="795"/>
                  <a:pt x="9540" y="1272"/>
                  <a:pt x="9540" y="1908"/>
                </a:cubicBezTo>
                <a:lnTo>
                  <a:pt x="9540" y="4850"/>
                </a:lnTo>
                <a:cubicBezTo>
                  <a:pt x="9540" y="4850"/>
                  <a:pt x="10097" y="4929"/>
                  <a:pt x="10335" y="5009"/>
                </a:cubicBezTo>
                <a:lnTo>
                  <a:pt x="10335" y="1590"/>
                </a:lnTo>
                <a:cubicBezTo>
                  <a:pt x="10335" y="716"/>
                  <a:pt x="9620" y="0"/>
                  <a:pt x="8745" y="0"/>
                </a:cubicBezTo>
                <a:lnTo>
                  <a:pt x="1590" y="0"/>
                </a:lnTo>
                <a:cubicBezTo>
                  <a:pt x="715" y="0"/>
                  <a:pt x="0" y="716"/>
                  <a:pt x="0" y="1590"/>
                </a:cubicBezTo>
                <a:lnTo>
                  <a:pt x="0" y="8745"/>
                </a:lnTo>
                <a:cubicBezTo>
                  <a:pt x="0" y="9620"/>
                  <a:pt x="715" y="10335"/>
                  <a:pt x="1590" y="10335"/>
                </a:cubicBezTo>
                <a:lnTo>
                  <a:pt x="4770" y="10335"/>
                </a:lnTo>
                <a:cubicBezTo>
                  <a:pt x="4690" y="10097"/>
                  <a:pt x="4690" y="9540"/>
                  <a:pt x="4611" y="9540"/>
                </a:cubicBezTo>
                <a:lnTo>
                  <a:pt x="1908" y="9540"/>
                </a:lnTo>
                <a:close/>
                <a:moveTo>
                  <a:pt x="5326" y="5088"/>
                </a:moveTo>
                <a:lnTo>
                  <a:pt x="5326" y="5088"/>
                </a:lnTo>
                <a:cubicBezTo>
                  <a:pt x="5565" y="5088"/>
                  <a:pt x="5803" y="5168"/>
                  <a:pt x="6042" y="5168"/>
                </a:cubicBezTo>
                <a:cubicBezTo>
                  <a:pt x="5803" y="5088"/>
                  <a:pt x="5565" y="5088"/>
                  <a:pt x="5326" y="5088"/>
                </a:cubicBezTo>
                <a:close/>
                <a:moveTo>
                  <a:pt x="6042" y="5168"/>
                </a:moveTo>
                <a:lnTo>
                  <a:pt x="5962" y="5168"/>
                </a:lnTo>
                <a:cubicBezTo>
                  <a:pt x="6758" y="4850"/>
                  <a:pt x="7314" y="3975"/>
                  <a:pt x="7076" y="2942"/>
                </a:cubicBezTo>
                <a:cubicBezTo>
                  <a:pt x="6917" y="2385"/>
                  <a:pt x="6360" y="1908"/>
                  <a:pt x="5803" y="1749"/>
                </a:cubicBezTo>
                <a:cubicBezTo>
                  <a:pt x="4611" y="1431"/>
                  <a:pt x="3498" y="2306"/>
                  <a:pt x="3498" y="3498"/>
                </a:cubicBezTo>
                <a:cubicBezTo>
                  <a:pt x="3498" y="4293"/>
                  <a:pt x="3975" y="4929"/>
                  <a:pt x="4690" y="5168"/>
                </a:cubicBezTo>
                <a:lnTo>
                  <a:pt x="4611" y="5168"/>
                </a:lnTo>
                <a:cubicBezTo>
                  <a:pt x="3259" y="5486"/>
                  <a:pt x="2305" y="6758"/>
                  <a:pt x="2385" y="8189"/>
                </a:cubicBezTo>
                <a:cubicBezTo>
                  <a:pt x="2385" y="8268"/>
                  <a:pt x="2464" y="8427"/>
                  <a:pt x="2623" y="8427"/>
                </a:cubicBezTo>
                <a:lnTo>
                  <a:pt x="5565" y="8427"/>
                </a:lnTo>
                <a:cubicBezTo>
                  <a:pt x="5565" y="8427"/>
                  <a:pt x="5883" y="7871"/>
                  <a:pt x="5962" y="7791"/>
                </a:cubicBezTo>
                <a:lnTo>
                  <a:pt x="2941" y="7791"/>
                </a:lnTo>
                <a:cubicBezTo>
                  <a:pt x="3100" y="6599"/>
                  <a:pt x="4134" y="5724"/>
                  <a:pt x="5326" y="5724"/>
                </a:cubicBezTo>
                <a:cubicBezTo>
                  <a:pt x="5962" y="5724"/>
                  <a:pt x="6519" y="5963"/>
                  <a:pt x="6917" y="6360"/>
                </a:cubicBezTo>
                <a:cubicBezTo>
                  <a:pt x="7076" y="6201"/>
                  <a:pt x="7155" y="6122"/>
                  <a:pt x="7314" y="6042"/>
                </a:cubicBezTo>
                <a:lnTo>
                  <a:pt x="7473" y="5963"/>
                </a:lnTo>
                <a:cubicBezTo>
                  <a:pt x="7076" y="5565"/>
                  <a:pt x="6599" y="5327"/>
                  <a:pt x="6042" y="5168"/>
                </a:cubicBezTo>
                <a:close/>
                <a:moveTo>
                  <a:pt x="4134" y="3498"/>
                </a:moveTo>
                <a:cubicBezTo>
                  <a:pt x="4134" y="2862"/>
                  <a:pt x="4690" y="2306"/>
                  <a:pt x="5326" y="2306"/>
                </a:cubicBezTo>
                <a:cubicBezTo>
                  <a:pt x="5962" y="2306"/>
                  <a:pt x="6519" y="2862"/>
                  <a:pt x="6519" y="3498"/>
                </a:cubicBezTo>
                <a:cubicBezTo>
                  <a:pt x="6519" y="4134"/>
                  <a:pt x="5962" y="4691"/>
                  <a:pt x="5326" y="4691"/>
                </a:cubicBezTo>
                <a:cubicBezTo>
                  <a:pt x="4690" y="4691"/>
                  <a:pt x="4134" y="4134"/>
                  <a:pt x="4134" y="3498"/>
                </a:cubicBezTo>
                <a:close/>
                <a:moveTo>
                  <a:pt x="9540" y="8825"/>
                </a:moveTo>
                <a:cubicBezTo>
                  <a:pt x="9143" y="8666"/>
                  <a:pt x="8666" y="8825"/>
                  <a:pt x="8507" y="9222"/>
                </a:cubicBezTo>
                <a:cubicBezTo>
                  <a:pt x="8348" y="9620"/>
                  <a:pt x="8507" y="10097"/>
                  <a:pt x="8904" y="10256"/>
                </a:cubicBezTo>
                <a:cubicBezTo>
                  <a:pt x="8984" y="10256"/>
                  <a:pt x="9063" y="10335"/>
                  <a:pt x="9143" y="10335"/>
                </a:cubicBezTo>
                <a:cubicBezTo>
                  <a:pt x="9461" y="10415"/>
                  <a:pt x="9779" y="10256"/>
                  <a:pt x="9938" y="9938"/>
                </a:cubicBezTo>
                <a:cubicBezTo>
                  <a:pt x="10097" y="9620"/>
                  <a:pt x="10017" y="9302"/>
                  <a:pt x="9779" y="9063"/>
                </a:cubicBezTo>
                <a:lnTo>
                  <a:pt x="9540" y="8825"/>
                </a:lnTo>
                <a:close/>
                <a:moveTo>
                  <a:pt x="11687" y="9858"/>
                </a:moveTo>
                <a:cubicBezTo>
                  <a:pt x="11925" y="9779"/>
                  <a:pt x="12164" y="9699"/>
                  <a:pt x="12323" y="9699"/>
                </a:cubicBezTo>
                <a:lnTo>
                  <a:pt x="12323" y="9143"/>
                </a:lnTo>
                <a:lnTo>
                  <a:pt x="12323" y="9063"/>
                </a:lnTo>
                <a:cubicBezTo>
                  <a:pt x="12164" y="8984"/>
                  <a:pt x="11925" y="8984"/>
                  <a:pt x="11687" y="8984"/>
                </a:cubicBezTo>
                <a:cubicBezTo>
                  <a:pt x="11687" y="8825"/>
                  <a:pt x="11607" y="8666"/>
                  <a:pt x="11528" y="8586"/>
                </a:cubicBezTo>
                <a:lnTo>
                  <a:pt x="12005" y="8109"/>
                </a:lnTo>
                <a:cubicBezTo>
                  <a:pt x="11925" y="7950"/>
                  <a:pt x="11846" y="7791"/>
                  <a:pt x="11687" y="7632"/>
                </a:cubicBezTo>
                <a:cubicBezTo>
                  <a:pt x="11528" y="7712"/>
                  <a:pt x="11289" y="7791"/>
                  <a:pt x="11051" y="7871"/>
                </a:cubicBezTo>
                <a:lnTo>
                  <a:pt x="10733" y="7553"/>
                </a:lnTo>
                <a:cubicBezTo>
                  <a:pt x="10812" y="7314"/>
                  <a:pt x="10892" y="7076"/>
                  <a:pt x="10892" y="6917"/>
                </a:cubicBezTo>
                <a:lnTo>
                  <a:pt x="10415" y="6678"/>
                </a:lnTo>
                <a:lnTo>
                  <a:pt x="10335" y="6758"/>
                </a:lnTo>
                <a:cubicBezTo>
                  <a:pt x="10256" y="6917"/>
                  <a:pt x="10097" y="6996"/>
                  <a:pt x="9938" y="7155"/>
                </a:cubicBezTo>
                <a:lnTo>
                  <a:pt x="9779" y="7155"/>
                </a:lnTo>
                <a:cubicBezTo>
                  <a:pt x="9699" y="7155"/>
                  <a:pt x="9620" y="7076"/>
                  <a:pt x="9461" y="7076"/>
                </a:cubicBezTo>
                <a:cubicBezTo>
                  <a:pt x="9381" y="6837"/>
                  <a:pt x="9302" y="6599"/>
                  <a:pt x="9302" y="6440"/>
                </a:cubicBezTo>
                <a:lnTo>
                  <a:pt x="8745" y="6440"/>
                </a:lnTo>
                <a:lnTo>
                  <a:pt x="8666" y="6440"/>
                </a:lnTo>
                <a:cubicBezTo>
                  <a:pt x="8666" y="6599"/>
                  <a:pt x="8586" y="6837"/>
                  <a:pt x="8586" y="7076"/>
                </a:cubicBezTo>
                <a:cubicBezTo>
                  <a:pt x="8427" y="7076"/>
                  <a:pt x="8348" y="7155"/>
                  <a:pt x="8189" y="7235"/>
                </a:cubicBezTo>
                <a:lnTo>
                  <a:pt x="8189" y="7235"/>
                </a:lnTo>
                <a:lnTo>
                  <a:pt x="7712" y="6758"/>
                </a:lnTo>
                <a:cubicBezTo>
                  <a:pt x="7632" y="6837"/>
                  <a:pt x="7553" y="6917"/>
                  <a:pt x="7394" y="6996"/>
                </a:cubicBezTo>
                <a:cubicBezTo>
                  <a:pt x="7394" y="6996"/>
                  <a:pt x="7314" y="7076"/>
                  <a:pt x="7235" y="7076"/>
                </a:cubicBezTo>
                <a:cubicBezTo>
                  <a:pt x="7314" y="7235"/>
                  <a:pt x="7394" y="7473"/>
                  <a:pt x="7473" y="7712"/>
                </a:cubicBezTo>
                <a:lnTo>
                  <a:pt x="7155" y="8030"/>
                </a:lnTo>
                <a:lnTo>
                  <a:pt x="7076" y="8030"/>
                </a:lnTo>
                <a:cubicBezTo>
                  <a:pt x="6917" y="7950"/>
                  <a:pt x="6678" y="7950"/>
                  <a:pt x="6519" y="7871"/>
                </a:cubicBezTo>
                <a:cubicBezTo>
                  <a:pt x="6519" y="7950"/>
                  <a:pt x="6440" y="7950"/>
                  <a:pt x="6440" y="8030"/>
                </a:cubicBezTo>
                <a:cubicBezTo>
                  <a:pt x="6360" y="8109"/>
                  <a:pt x="6280" y="8268"/>
                  <a:pt x="6280" y="8427"/>
                </a:cubicBezTo>
                <a:cubicBezTo>
                  <a:pt x="6360" y="8507"/>
                  <a:pt x="6440" y="8586"/>
                  <a:pt x="6519" y="8586"/>
                </a:cubicBezTo>
                <a:cubicBezTo>
                  <a:pt x="6599" y="8586"/>
                  <a:pt x="6678" y="8745"/>
                  <a:pt x="6837" y="8825"/>
                </a:cubicBezTo>
                <a:cubicBezTo>
                  <a:pt x="6758" y="8984"/>
                  <a:pt x="6758" y="9143"/>
                  <a:pt x="6758" y="9302"/>
                </a:cubicBezTo>
                <a:cubicBezTo>
                  <a:pt x="6519" y="9381"/>
                  <a:pt x="6280" y="9461"/>
                  <a:pt x="6121" y="9461"/>
                </a:cubicBezTo>
                <a:lnTo>
                  <a:pt x="6121" y="10017"/>
                </a:lnTo>
                <a:lnTo>
                  <a:pt x="6121" y="10097"/>
                </a:lnTo>
                <a:cubicBezTo>
                  <a:pt x="6280" y="10176"/>
                  <a:pt x="6519" y="10176"/>
                  <a:pt x="6758" y="10176"/>
                </a:cubicBezTo>
                <a:cubicBezTo>
                  <a:pt x="6758" y="10256"/>
                  <a:pt x="6837" y="10335"/>
                  <a:pt x="6837" y="10415"/>
                </a:cubicBezTo>
                <a:cubicBezTo>
                  <a:pt x="6837" y="10494"/>
                  <a:pt x="6837" y="10574"/>
                  <a:pt x="6917" y="10653"/>
                </a:cubicBezTo>
                <a:lnTo>
                  <a:pt x="6599" y="10971"/>
                </a:lnTo>
                <a:cubicBezTo>
                  <a:pt x="6519" y="11051"/>
                  <a:pt x="6519" y="11130"/>
                  <a:pt x="6440" y="11130"/>
                </a:cubicBezTo>
                <a:cubicBezTo>
                  <a:pt x="6519" y="11289"/>
                  <a:pt x="6599" y="11448"/>
                  <a:pt x="6758" y="11607"/>
                </a:cubicBezTo>
                <a:cubicBezTo>
                  <a:pt x="6917" y="11528"/>
                  <a:pt x="7155" y="11448"/>
                  <a:pt x="7394" y="11369"/>
                </a:cubicBezTo>
                <a:lnTo>
                  <a:pt x="7712" y="11687"/>
                </a:lnTo>
                <a:cubicBezTo>
                  <a:pt x="7632" y="11925"/>
                  <a:pt x="7553" y="12164"/>
                  <a:pt x="7553" y="12323"/>
                </a:cubicBezTo>
                <a:lnTo>
                  <a:pt x="8030" y="12561"/>
                </a:lnTo>
                <a:cubicBezTo>
                  <a:pt x="8189" y="12402"/>
                  <a:pt x="8268" y="12243"/>
                  <a:pt x="8427" y="12084"/>
                </a:cubicBezTo>
                <a:cubicBezTo>
                  <a:pt x="8586" y="12164"/>
                  <a:pt x="8745" y="12164"/>
                  <a:pt x="8904" y="12164"/>
                </a:cubicBezTo>
                <a:cubicBezTo>
                  <a:pt x="8984" y="12402"/>
                  <a:pt x="9063" y="12641"/>
                  <a:pt x="9063" y="12800"/>
                </a:cubicBezTo>
                <a:lnTo>
                  <a:pt x="9620" y="12800"/>
                </a:lnTo>
                <a:lnTo>
                  <a:pt x="9699" y="12800"/>
                </a:lnTo>
                <a:cubicBezTo>
                  <a:pt x="9779" y="12641"/>
                  <a:pt x="9779" y="12402"/>
                  <a:pt x="9779" y="12164"/>
                </a:cubicBezTo>
                <a:cubicBezTo>
                  <a:pt x="9938" y="12164"/>
                  <a:pt x="10097" y="12084"/>
                  <a:pt x="10176" y="12005"/>
                </a:cubicBezTo>
                <a:lnTo>
                  <a:pt x="10653" y="12482"/>
                </a:lnTo>
                <a:cubicBezTo>
                  <a:pt x="10812" y="12402"/>
                  <a:pt x="10971" y="12323"/>
                  <a:pt x="11130" y="12164"/>
                </a:cubicBezTo>
                <a:cubicBezTo>
                  <a:pt x="11051" y="12005"/>
                  <a:pt x="10971" y="11766"/>
                  <a:pt x="10892" y="11528"/>
                </a:cubicBezTo>
                <a:lnTo>
                  <a:pt x="11210" y="11210"/>
                </a:lnTo>
                <a:cubicBezTo>
                  <a:pt x="11448" y="11289"/>
                  <a:pt x="11687" y="11369"/>
                  <a:pt x="11846" y="11369"/>
                </a:cubicBezTo>
                <a:lnTo>
                  <a:pt x="12084" y="10892"/>
                </a:lnTo>
                <a:cubicBezTo>
                  <a:pt x="11925" y="10733"/>
                  <a:pt x="11766" y="10653"/>
                  <a:pt x="11607" y="10494"/>
                </a:cubicBezTo>
                <a:cubicBezTo>
                  <a:pt x="11687" y="10176"/>
                  <a:pt x="11687" y="10017"/>
                  <a:pt x="11687" y="9858"/>
                </a:cubicBezTo>
                <a:close/>
                <a:moveTo>
                  <a:pt x="9461" y="11369"/>
                </a:moveTo>
                <a:cubicBezTo>
                  <a:pt x="8904" y="11448"/>
                  <a:pt x="8348" y="11210"/>
                  <a:pt x="7950" y="10892"/>
                </a:cubicBezTo>
                <a:cubicBezTo>
                  <a:pt x="7791" y="10733"/>
                  <a:pt x="7712" y="10574"/>
                  <a:pt x="7553" y="10415"/>
                </a:cubicBezTo>
                <a:cubicBezTo>
                  <a:pt x="7473" y="10256"/>
                  <a:pt x="7394" y="10097"/>
                  <a:pt x="7394" y="9858"/>
                </a:cubicBezTo>
                <a:cubicBezTo>
                  <a:pt x="7314" y="9461"/>
                  <a:pt x="7473" y="8984"/>
                  <a:pt x="7632" y="8666"/>
                </a:cubicBezTo>
                <a:cubicBezTo>
                  <a:pt x="7791" y="8348"/>
                  <a:pt x="8030" y="8189"/>
                  <a:pt x="8348" y="8030"/>
                </a:cubicBezTo>
                <a:cubicBezTo>
                  <a:pt x="8507" y="7950"/>
                  <a:pt x="8666" y="7871"/>
                  <a:pt x="8904" y="7871"/>
                </a:cubicBezTo>
                <a:cubicBezTo>
                  <a:pt x="9222" y="7871"/>
                  <a:pt x="9461" y="7871"/>
                  <a:pt x="9699" y="7950"/>
                </a:cubicBezTo>
                <a:lnTo>
                  <a:pt x="10176" y="8189"/>
                </a:lnTo>
                <a:cubicBezTo>
                  <a:pt x="10574" y="8507"/>
                  <a:pt x="10812" y="8904"/>
                  <a:pt x="10892" y="9381"/>
                </a:cubicBezTo>
                <a:cubicBezTo>
                  <a:pt x="11130" y="10335"/>
                  <a:pt x="10415" y="11210"/>
                  <a:pt x="9461" y="113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iconfont-11432-4396316"/>
          <p:cNvSpPr>
            <a:spLocks noChangeAspect="1"/>
          </p:cNvSpPr>
          <p:nvPr/>
        </p:nvSpPr>
        <p:spPr bwMode="auto">
          <a:xfrm>
            <a:off x="4678882" y="574066"/>
            <a:ext cx="609685" cy="609664"/>
          </a:xfrm>
          <a:custGeom>
            <a:avLst/>
            <a:gdLst>
              <a:gd name="connsiteX0" fmla="*/ 17997 w 533389"/>
              <a:gd name="connsiteY0" fmla="*/ 351677 h 533371"/>
              <a:gd name="connsiteX1" fmla="*/ 36335 w 533389"/>
              <a:gd name="connsiteY1" fmla="*/ 353999 h 533371"/>
              <a:gd name="connsiteX2" fmla="*/ 266744 w 533389"/>
              <a:gd name="connsiteY2" fmla="*/ 482979 h 533371"/>
              <a:gd name="connsiteX3" fmla="*/ 497201 w 533389"/>
              <a:gd name="connsiteY3" fmla="*/ 353999 h 533371"/>
              <a:gd name="connsiteX4" fmla="*/ 530151 w 533389"/>
              <a:gd name="connsiteY4" fmla="*/ 362572 h 533371"/>
              <a:gd name="connsiteX5" fmla="*/ 521295 w 533389"/>
              <a:gd name="connsiteY5" fmla="*/ 394532 h 533371"/>
              <a:gd name="connsiteX6" fmla="*/ 278838 w 533389"/>
              <a:gd name="connsiteY6" fmla="*/ 530227 h 533371"/>
              <a:gd name="connsiteX7" fmla="*/ 278600 w 533389"/>
              <a:gd name="connsiteY7" fmla="*/ 530370 h 533371"/>
              <a:gd name="connsiteX8" fmla="*/ 278077 w 533389"/>
              <a:gd name="connsiteY8" fmla="*/ 530656 h 533371"/>
              <a:gd name="connsiteX9" fmla="*/ 277505 w 533389"/>
              <a:gd name="connsiteY9" fmla="*/ 530942 h 533371"/>
              <a:gd name="connsiteX10" fmla="*/ 277077 w 533389"/>
              <a:gd name="connsiteY10" fmla="*/ 531132 h 533371"/>
              <a:gd name="connsiteX11" fmla="*/ 276362 w 533389"/>
              <a:gd name="connsiteY11" fmla="*/ 531466 h 533371"/>
              <a:gd name="connsiteX12" fmla="*/ 276124 w 533389"/>
              <a:gd name="connsiteY12" fmla="*/ 531513 h 533371"/>
              <a:gd name="connsiteX13" fmla="*/ 267316 w 533389"/>
              <a:gd name="connsiteY13" fmla="*/ 533371 h 533371"/>
              <a:gd name="connsiteX14" fmla="*/ 266173 w 533389"/>
              <a:gd name="connsiteY14" fmla="*/ 533371 h 533371"/>
              <a:gd name="connsiteX15" fmla="*/ 257364 w 533389"/>
              <a:gd name="connsiteY15" fmla="*/ 531513 h 533371"/>
              <a:gd name="connsiteX16" fmla="*/ 257174 w 533389"/>
              <a:gd name="connsiteY16" fmla="*/ 531466 h 533371"/>
              <a:gd name="connsiteX17" fmla="*/ 256412 w 533389"/>
              <a:gd name="connsiteY17" fmla="*/ 531132 h 533371"/>
              <a:gd name="connsiteX18" fmla="*/ 256031 w 533389"/>
              <a:gd name="connsiteY18" fmla="*/ 530942 h 533371"/>
              <a:gd name="connsiteX19" fmla="*/ 255412 w 533389"/>
              <a:gd name="connsiteY19" fmla="*/ 530656 h 533371"/>
              <a:gd name="connsiteX20" fmla="*/ 254888 w 533389"/>
              <a:gd name="connsiteY20" fmla="*/ 530370 h 533371"/>
              <a:gd name="connsiteX21" fmla="*/ 254650 w 533389"/>
              <a:gd name="connsiteY21" fmla="*/ 530227 h 533371"/>
              <a:gd name="connsiteX22" fmla="*/ 12194 w 533389"/>
              <a:gd name="connsiteY22" fmla="*/ 394532 h 533371"/>
              <a:gd name="connsiteX23" fmla="*/ 3337 w 533389"/>
              <a:gd name="connsiteY23" fmla="*/ 362572 h 533371"/>
              <a:gd name="connsiteX24" fmla="*/ 17997 w 533389"/>
              <a:gd name="connsiteY24" fmla="*/ 351677 h 533371"/>
              <a:gd name="connsiteX25" fmla="*/ 515492 w 533389"/>
              <a:gd name="connsiteY25" fmla="*/ 244044 h 533371"/>
              <a:gd name="connsiteX26" fmla="*/ 530149 w 533389"/>
              <a:gd name="connsiteY26" fmla="*/ 254936 h 533371"/>
              <a:gd name="connsiteX27" fmla="*/ 521338 w 533389"/>
              <a:gd name="connsiteY27" fmla="*/ 286887 h 533371"/>
              <a:gd name="connsiteX28" fmla="*/ 279578 w 533389"/>
              <a:gd name="connsiteY28" fmla="*/ 422116 h 533371"/>
              <a:gd name="connsiteX29" fmla="*/ 273148 w 533389"/>
              <a:gd name="connsiteY29" fmla="*/ 424831 h 533371"/>
              <a:gd name="connsiteX30" fmla="*/ 272196 w 533389"/>
              <a:gd name="connsiteY30" fmla="*/ 425069 h 533371"/>
              <a:gd name="connsiteX31" fmla="*/ 271958 w 533389"/>
              <a:gd name="connsiteY31" fmla="*/ 425116 h 533371"/>
              <a:gd name="connsiteX32" fmla="*/ 271196 w 533389"/>
              <a:gd name="connsiteY32" fmla="*/ 425259 h 533371"/>
              <a:gd name="connsiteX33" fmla="*/ 270767 w 533389"/>
              <a:gd name="connsiteY33" fmla="*/ 425354 h 533371"/>
              <a:gd name="connsiteX34" fmla="*/ 270195 w 533389"/>
              <a:gd name="connsiteY34" fmla="*/ 425450 h 533371"/>
              <a:gd name="connsiteX35" fmla="*/ 269576 w 533389"/>
              <a:gd name="connsiteY35" fmla="*/ 425545 h 533371"/>
              <a:gd name="connsiteX36" fmla="*/ 269100 w 533389"/>
              <a:gd name="connsiteY36" fmla="*/ 425592 h 533371"/>
              <a:gd name="connsiteX37" fmla="*/ 268433 w 533389"/>
              <a:gd name="connsiteY37" fmla="*/ 425640 h 533371"/>
              <a:gd name="connsiteX38" fmla="*/ 267957 w 533389"/>
              <a:gd name="connsiteY38" fmla="*/ 425640 h 533371"/>
              <a:gd name="connsiteX39" fmla="*/ 267290 w 533389"/>
              <a:gd name="connsiteY39" fmla="*/ 425640 h 533371"/>
              <a:gd name="connsiteX40" fmla="*/ 266099 w 533389"/>
              <a:gd name="connsiteY40" fmla="*/ 425640 h 533371"/>
              <a:gd name="connsiteX41" fmla="*/ 265433 w 533389"/>
              <a:gd name="connsiteY41" fmla="*/ 425640 h 533371"/>
              <a:gd name="connsiteX42" fmla="*/ 264956 w 533389"/>
              <a:gd name="connsiteY42" fmla="*/ 425640 h 533371"/>
              <a:gd name="connsiteX43" fmla="*/ 264290 w 533389"/>
              <a:gd name="connsiteY43" fmla="*/ 425545 h 533371"/>
              <a:gd name="connsiteX44" fmla="*/ 263813 w 533389"/>
              <a:gd name="connsiteY44" fmla="*/ 425497 h 533371"/>
              <a:gd name="connsiteX45" fmla="*/ 263194 w 533389"/>
              <a:gd name="connsiteY45" fmla="*/ 425450 h 533371"/>
              <a:gd name="connsiteX46" fmla="*/ 262623 w 533389"/>
              <a:gd name="connsiteY46" fmla="*/ 425354 h 533371"/>
              <a:gd name="connsiteX47" fmla="*/ 262194 w 533389"/>
              <a:gd name="connsiteY47" fmla="*/ 425259 h 533371"/>
              <a:gd name="connsiteX48" fmla="*/ 261432 w 533389"/>
              <a:gd name="connsiteY48" fmla="*/ 425116 h 533371"/>
              <a:gd name="connsiteX49" fmla="*/ 261194 w 533389"/>
              <a:gd name="connsiteY49" fmla="*/ 425069 h 533371"/>
              <a:gd name="connsiteX50" fmla="*/ 260241 w 533389"/>
              <a:gd name="connsiteY50" fmla="*/ 424831 h 533371"/>
              <a:gd name="connsiteX51" fmla="*/ 253811 w 533389"/>
              <a:gd name="connsiteY51" fmla="*/ 422069 h 533371"/>
              <a:gd name="connsiteX52" fmla="*/ 12099 w 533389"/>
              <a:gd name="connsiteY52" fmla="*/ 286887 h 533371"/>
              <a:gd name="connsiteX53" fmla="*/ 3240 w 533389"/>
              <a:gd name="connsiteY53" fmla="*/ 254984 h 533371"/>
              <a:gd name="connsiteX54" fmla="*/ 36246 w 533389"/>
              <a:gd name="connsiteY54" fmla="*/ 246413 h 533371"/>
              <a:gd name="connsiteX55" fmla="*/ 266719 w 533389"/>
              <a:gd name="connsiteY55" fmla="*/ 375310 h 533371"/>
              <a:gd name="connsiteX56" fmla="*/ 497191 w 533389"/>
              <a:gd name="connsiteY56" fmla="*/ 246365 h 533371"/>
              <a:gd name="connsiteX57" fmla="*/ 515492 w 533389"/>
              <a:gd name="connsiteY57" fmla="*/ 244044 h 533371"/>
              <a:gd name="connsiteX58" fmla="*/ 266739 w 533389"/>
              <a:gd name="connsiteY58" fmla="*/ 50438 h 533371"/>
              <a:gd name="connsiteX59" fmla="*/ 72557 w 533389"/>
              <a:gd name="connsiteY59" fmla="*/ 159037 h 533371"/>
              <a:gd name="connsiteX60" fmla="*/ 266739 w 533389"/>
              <a:gd name="connsiteY60" fmla="*/ 267683 h 533371"/>
              <a:gd name="connsiteX61" fmla="*/ 460968 w 533389"/>
              <a:gd name="connsiteY61" fmla="*/ 159037 h 533371"/>
              <a:gd name="connsiteX62" fmla="*/ 277262 w 533389"/>
              <a:gd name="connsiteY62" fmla="*/ 2352 h 533371"/>
              <a:gd name="connsiteX63" fmla="*/ 277357 w 533389"/>
              <a:gd name="connsiteY63" fmla="*/ 2399 h 533371"/>
              <a:gd name="connsiteX64" fmla="*/ 278119 w 533389"/>
              <a:gd name="connsiteY64" fmla="*/ 2780 h 533371"/>
              <a:gd name="connsiteX65" fmla="*/ 278547 w 533389"/>
              <a:gd name="connsiteY65" fmla="*/ 3018 h 533371"/>
              <a:gd name="connsiteX66" fmla="*/ 278786 w 533389"/>
              <a:gd name="connsiteY66" fmla="*/ 3161 h 533371"/>
              <a:gd name="connsiteX67" fmla="*/ 521298 w 533389"/>
              <a:gd name="connsiteY67" fmla="*/ 138802 h 533371"/>
              <a:gd name="connsiteX68" fmla="*/ 521584 w 533389"/>
              <a:gd name="connsiteY68" fmla="*/ 138993 h 533371"/>
              <a:gd name="connsiteX69" fmla="*/ 522060 w 533389"/>
              <a:gd name="connsiteY69" fmla="*/ 139279 h 533371"/>
              <a:gd name="connsiteX70" fmla="*/ 522631 w 533389"/>
              <a:gd name="connsiteY70" fmla="*/ 139612 h 533371"/>
              <a:gd name="connsiteX71" fmla="*/ 523060 w 533389"/>
              <a:gd name="connsiteY71" fmla="*/ 139945 h 533371"/>
              <a:gd name="connsiteX72" fmla="*/ 523631 w 533389"/>
              <a:gd name="connsiteY72" fmla="*/ 140278 h 533371"/>
              <a:gd name="connsiteX73" fmla="*/ 524012 w 533389"/>
              <a:gd name="connsiteY73" fmla="*/ 140612 h 533371"/>
              <a:gd name="connsiteX74" fmla="*/ 524584 w 533389"/>
              <a:gd name="connsiteY74" fmla="*/ 141040 h 533371"/>
              <a:gd name="connsiteX75" fmla="*/ 524917 w 533389"/>
              <a:gd name="connsiteY75" fmla="*/ 141278 h 533371"/>
              <a:gd name="connsiteX76" fmla="*/ 525488 w 533389"/>
              <a:gd name="connsiteY76" fmla="*/ 141802 h 533371"/>
              <a:gd name="connsiteX77" fmla="*/ 525727 w 533389"/>
              <a:gd name="connsiteY77" fmla="*/ 141992 h 533371"/>
              <a:gd name="connsiteX78" fmla="*/ 526393 w 533389"/>
              <a:gd name="connsiteY78" fmla="*/ 142659 h 533371"/>
              <a:gd name="connsiteX79" fmla="*/ 526536 w 533389"/>
              <a:gd name="connsiteY79" fmla="*/ 142754 h 533371"/>
              <a:gd name="connsiteX80" fmla="*/ 527250 w 533389"/>
              <a:gd name="connsiteY80" fmla="*/ 143516 h 533371"/>
              <a:gd name="connsiteX81" fmla="*/ 527298 w 533389"/>
              <a:gd name="connsiteY81" fmla="*/ 143563 h 533371"/>
              <a:gd name="connsiteX82" fmla="*/ 530679 w 533389"/>
              <a:gd name="connsiteY82" fmla="*/ 148372 h 533371"/>
              <a:gd name="connsiteX83" fmla="*/ 530726 w 533389"/>
              <a:gd name="connsiteY83" fmla="*/ 148467 h 533371"/>
              <a:gd name="connsiteX84" fmla="*/ 531155 w 533389"/>
              <a:gd name="connsiteY84" fmla="*/ 149372 h 533371"/>
              <a:gd name="connsiteX85" fmla="*/ 531298 w 533389"/>
              <a:gd name="connsiteY85" fmla="*/ 149610 h 533371"/>
              <a:gd name="connsiteX86" fmla="*/ 531583 w 533389"/>
              <a:gd name="connsiteY86" fmla="*/ 150276 h 533371"/>
              <a:gd name="connsiteX87" fmla="*/ 531774 w 533389"/>
              <a:gd name="connsiteY87" fmla="*/ 150753 h 533371"/>
              <a:gd name="connsiteX88" fmla="*/ 531964 w 533389"/>
              <a:gd name="connsiteY88" fmla="*/ 151229 h 533371"/>
              <a:gd name="connsiteX89" fmla="*/ 532202 w 533389"/>
              <a:gd name="connsiteY89" fmla="*/ 151895 h 533371"/>
              <a:gd name="connsiteX90" fmla="*/ 532250 w 533389"/>
              <a:gd name="connsiteY90" fmla="*/ 152133 h 533371"/>
              <a:gd name="connsiteX91" fmla="*/ 532536 w 533389"/>
              <a:gd name="connsiteY91" fmla="*/ 153038 h 533371"/>
              <a:gd name="connsiteX92" fmla="*/ 533298 w 533389"/>
              <a:gd name="connsiteY92" fmla="*/ 157418 h 533371"/>
              <a:gd name="connsiteX93" fmla="*/ 533298 w 533389"/>
              <a:gd name="connsiteY93" fmla="*/ 157513 h 533371"/>
              <a:gd name="connsiteX94" fmla="*/ 533345 w 533389"/>
              <a:gd name="connsiteY94" fmla="*/ 158513 h 533371"/>
              <a:gd name="connsiteX95" fmla="*/ 533345 w 533389"/>
              <a:gd name="connsiteY95" fmla="*/ 159608 h 533371"/>
              <a:gd name="connsiteX96" fmla="*/ 533298 w 533389"/>
              <a:gd name="connsiteY96" fmla="*/ 160655 h 533371"/>
              <a:gd name="connsiteX97" fmla="*/ 533298 w 533389"/>
              <a:gd name="connsiteY97" fmla="*/ 160703 h 533371"/>
              <a:gd name="connsiteX98" fmla="*/ 532536 w 533389"/>
              <a:gd name="connsiteY98" fmla="*/ 165131 h 533371"/>
              <a:gd name="connsiteX99" fmla="*/ 532250 w 533389"/>
              <a:gd name="connsiteY99" fmla="*/ 166035 h 533371"/>
              <a:gd name="connsiteX100" fmla="*/ 532202 w 533389"/>
              <a:gd name="connsiteY100" fmla="*/ 166226 h 533371"/>
              <a:gd name="connsiteX101" fmla="*/ 531964 w 533389"/>
              <a:gd name="connsiteY101" fmla="*/ 166940 h 533371"/>
              <a:gd name="connsiteX102" fmla="*/ 531774 w 533389"/>
              <a:gd name="connsiteY102" fmla="*/ 167369 h 533371"/>
              <a:gd name="connsiteX103" fmla="*/ 531583 w 533389"/>
              <a:gd name="connsiteY103" fmla="*/ 167845 h 533371"/>
              <a:gd name="connsiteX104" fmla="*/ 531298 w 533389"/>
              <a:gd name="connsiteY104" fmla="*/ 168511 h 533371"/>
              <a:gd name="connsiteX105" fmla="*/ 531155 w 533389"/>
              <a:gd name="connsiteY105" fmla="*/ 168797 h 533371"/>
              <a:gd name="connsiteX106" fmla="*/ 530726 w 533389"/>
              <a:gd name="connsiteY106" fmla="*/ 169654 h 533371"/>
              <a:gd name="connsiteX107" fmla="*/ 530679 w 533389"/>
              <a:gd name="connsiteY107" fmla="*/ 169749 h 533371"/>
              <a:gd name="connsiteX108" fmla="*/ 527298 w 533389"/>
              <a:gd name="connsiteY108" fmla="*/ 174558 h 533371"/>
              <a:gd name="connsiteX109" fmla="*/ 527250 w 533389"/>
              <a:gd name="connsiteY109" fmla="*/ 174605 h 533371"/>
              <a:gd name="connsiteX110" fmla="*/ 526536 w 533389"/>
              <a:gd name="connsiteY110" fmla="*/ 175367 h 533371"/>
              <a:gd name="connsiteX111" fmla="*/ 526393 w 533389"/>
              <a:gd name="connsiteY111" fmla="*/ 175510 h 533371"/>
              <a:gd name="connsiteX112" fmla="*/ 525727 w 533389"/>
              <a:gd name="connsiteY112" fmla="*/ 176129 h 533371"/>
              <a:gd name="connsiteX113" fmla="*/ 525488 w 533389"/>
              <a:gd name="connsiteY113" fmla="*/ 176319 h 533371"/>
              <a:gd name="connsiteX114" fmla="*/ 524917 w 533389"/>
              <a:gd name="connsiteY114" fmla="*/ 176843 h 533371"/>
              <a:gd name="connsiteX115" fmla="*/ 524584 w 533389"/>
              <a:gd name="connsiteY115" fmla="*/ 177081 h 533371"/>
              <a:gd name="connsiteX116" fmla="*/ 524012 w 533389"/>
              <a:gd name="connsiteY116" fmla="*/ 177557 h 533371"/>
              <a:gd name="connsiteX117" fmla="*/ 523631 w 533389"/>
              <a:gd name="connsiteY117" fmla="*/ 177843 h 533371"/>
              <a:gd name="connsiteX118" fmla="*/ 523060 w 533389"/>
              <a:gd name="connsiteY118" fmla="*/ 178224 h 533371"/>
              <a:gd name="connsiteX119" fmla="*/ 522631 w 533389"/>
              <a:gd name="connsiteY119" fmla="*/ 178509 h 533371"/>
              <a:gd name="connsiteX120" fmla="*/ 522108 w 533389"/>
              <a:gd name="connsiteY120" fmla="*/ 178843 h 533371"/>
              <a:gd name="connsiteX121" fmla="*/ 521631 w 533389"/>
              <a:gd name="connsiteY121" fmla="*/ 179128 h 533371"/>
              <a:gd name="connsiteX122" fmla="*/ 521298 w 533389"/>
              <a:gd name="connsiteY122" fmla="*/ 179319 h 533371"/>
              <a:gd name="connsiteX123" fmla="*/ 279786 w 533389"/>
              <a:gd name="connsiteY123" fmla="*/ 314389 h 533371"/>
              <a:gd name="connsiteX124" fmla="*/ 269786 w 533389"/>
              <a:gd name="connsiteY124" fmla="*/ 317912 h 533371"/>
              <a:gd name="connsiteX125" fmla="*/ 269691 w 533389"/>
              <a:gd name="connsiteY125" fmla="*/ 317912 h 533371"/>
              <a:gd name="connsiteX126" fmla="*/ 268786 w 533389"/>
              <a:gd name="connsiteY126" fmla="*/ 318007 h 533371"/>
              <a:gd name="connsiteX127" fmla="*/ 268500 w 533389"/>
              <a:gd name="connsiteY127" fmla="*/ 318007 h 533371"/>
              <a:gd name="connsiteX128" fmla="*/ 267786 w 533389"/>
              <a:gd name="connsiteY128" fmla="*/ 318007 h 533371"/>
              <a:gd name="connsiteX129" fmla="*/ 265739 w 533389"/>
              <a:gd name="connsiteY129" fmla="*/ 318007 h 533371"/>
              <a:gd name="connsiteX130" fmla="*/ 264977 w 533389"/>
              <a:gd name="connsiteY130" fmla="*/ 318007 h 533371"/>
              <a:gd name="connsiteX131" fmla="*/ 264691 w 533389"/>
              <a:gd name="connsiteY131" fmla="*/ 318007 h 533371"/>
              <a:gd name="connsiteX132" fmla="*/ 263786 w 533389"/>
              <a:gd name="connsiteY132" fmla="*/ 317912 h 533371"/>
              <a:gd name="connsiteX133" fmla="*/ 263691 w 533389"/>
              <a:gd name="connsiteY133" fmla="*/ 317912 h 533371"/>
              <a:gd name="connsiteX134" fmla="*/ 253691 w 533389"/>
              <a:gd name="connsiteY134" fmla="*/ 314389 h 533371"/>
              <a:gd name="connsiteX135" fmla="*/ 13084 w 533389"/>
              <a:gd name="connsiteY135" fmla="*/ 179795 h 533371"/>
              <a:gd name="connsiteX136" fmla="*/ 3322 w 533389"/>
              <a:gd name="connsiteY136" fmla="*/ 170749 h 533371"/>
              <a:gd name="connsiteX137" fmla="*/ 3322 w 533389"/>
              <a:gd name="connsiteY137" fmla="*/ 170796 h 533371"/>
              <a:gd name="connsiteX138" fmla="*/ 8703 w 533389"/>
              <a:gd name="connsiteY138" fmla="*/ 141183 h 533371"/>
              <a:gd name="connsiteX139" fmla="*/ 8798 w 533389"/>
              <a:gd name="connsiteY139" fmla="*/ 141088 h 533371"/>
              <a:gd name="connsiteX140" fmla="*/ 9512 w 533389"/>
              <a:gd name="connsiteY140" fmla="*/ 140564 h 533371"/>
              <a:gd name="connsiteX141" fmla="*/ 9798 w 533389"/>
              <a:gd name="connsiteY141" fmla="*/ 140326 h 533371"/>
              <a:gd name="connsiteX142" fmla="*/ 10417 w 533389"/>
              <a:gd name="connsiteY142" fmla="*/ 139945 h 533371"/>
              <a:gd name="connsiteX143" fmla="*/ 10893 w 533389"/>
              <a:gd name="connsiteY143" fmla="*/ 139612 h 533371"/>
              <a:gd name="connsiteX144" fmla="*/ 11322 w 533389"/>
              <a:gd name="connsiteY144" fmla="*/ 139326 h 533371"/>
              <a:gd name="connsiteX145" fmla="*/ 11941 w 533389"/>
              <a:gd name="connsiteY145" fmla="*/ 138945 h 533371"/>
              <a:gd name="connsiteX146" fmla="*/ 12131 w 533389"/>
              <a:gd name="connsiteY146" fmla="*/ 138850 h 533371"/>
              <a:gd name="connsiteX147" fmla="*/ 253644 w 533389"/>
              <a:gd name="connsiteY147" fmla="*/ 3732 h 533371"/>
              <a:gd name="connsiteX148" fmla="*/ 277262 w 533389"/>
              <a:gd name="connsiteY148" fmla="*/ 2352 h 53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533389" h="533371">
                <a:moveTo>
                  <a:pt x="17997" y="351677"/>
                </a:moveTo>
                <a:cubicBezTo>
                  <a:pt x="23967" y="350129"/>
                  <a:pt x="30550" y="350784"/>
                  <a:pt x="36335" y="353999"/>
                </a:cubicBezTo>
                <a:lnTo>
                  <a:pt x="266744" y="482979"/>
                </a:lnTo>
                <a:lnTo>
                  <a:pt x="497201" y="353999"/>
                </a:lnTo>
                <a:cubicBezTo>
                  <a:pt x="508724" y="347569"/>
                  <a:pt x="523485" y="351379"/>
                  <a:pt x="530151" y="362572"/>
                </a:cubicBezTo>
                <a:cubicBezTo>
                  <a:pt x="536817" y="373765"/>
                  <a:pt x="532865" y="388102"/>
                  <a:pt x="521295" y="394532"/>
                </a:cubicBezTo>
                <a:lnTo>
                  <a:pt x="278838" y="530227"/>
                </a:lnTo>
                <a:lnTo>
                  <a:pt x="278600" y="530370"/>
                </a:lnTo>
                <a:lnTo>
                  <a:pt x="278077" y="530656"/>
                </a:lnTo>
                <a:lnTo>
                  <a:pt x="277505" y="530942"/>
                </a:lnTo>
                <a:lnTo>
                  <a:pt x="277077" y="531132"/>
                </a:lnTo>
                <a:cubicBezTo>
                  <a:pt x="276839" y="531228"/>
                  <a:pt x="276601" y="531323"/>
                  <a:pt x="276362" y="531466"/>
                </a:cubicBezTo>
                <a:lnTo>
                  <a:pt x="276124" y="531513"/>
                </a:lnTo>
                <a:cubicBezTo>
                  <a:pt x="273315" y="532704"/>
                  <a:pt x="270315" y="533323"/>
                  <a:pt x="267316" y="533371"/>
                </a:cubicBezTo>
                <a:lnTo>
                  <a:pt x="266173" y="533371"/>
                </a:lnTo>
                <a:cubicBezTo>
                  <a:pt x="263173" y="533323"/>
                  <a:pt x="260173" y="532657"/>
                  <a:pt x="257364" y="531513"/>
                </a:cubicBezTo>
                <a:lnTo>
                  <a:pt x="257174" y="531466"/>
                </a:lnTo>
                <a:cubicBezTo>
                  <a:pt x="256936" y="531323"/>
                  <a:pt x="256697" y="531228"/>
                  <a:pt x="256412" y="531132"/>
                </a:cubicBezTo>
                <a:lnTo>
                  <a:pt x="256031" y="530942"/>
                </a:lnTo>
                <a:lnTo>
                  <a:pt x="255412" y="530656"/>
                </a:lnTo>
                <a:lnTo>
                  <a:pt x="254888" y="530370"/>
                </a:lnTo>
                <a:lnTo>
                  <a:pt x="254650" y="530227"/>
                </a:lnTo>
                <a:lnTo>
                  <a:pt x="12194" y="394532"/>
                </a:lnTo>
                <a:cubicBezTo>
                  <a:pt x="623" y="388102"/>
                  <a:pt x="-3329" y="373765"/>
                  <a:pt x="3337" y="362572"/>
                </a:cubicBezTo>
                <a:cubicBezTo>
                  <a:pt x="6670" y="356976"/>
                  <a:pt x="12027" y="353225"/>
                  <a:pt x="17997" y="351677"/>
                </a:cubicBezTo>
                <a:close/>
                <a:moveTo>
                  <a:pt x="515492" y="244044"/>
                </a:moveTo>
                <a:cubicBezTo>
                  <a:pt x="521457" y="245591"/>
                  <a:pt x="526815" y="249341"/>
                  <a:pt x="530149" y="254936"/>
                </a:cubicBezTo>
                <a:cubicBezTo>
                  <a:pt x="536817" y="266126"/>
                  <a:pt x="532864" y="280411"/>
                  <a:pt x="521338" y="286887"/>
                </a:cubicBezTo>
                <a:lnTo>
                  <a:pt x="279578" y="422116"/>
                </a:lnTo>
                <a:cubicBezTo>
                  <a:pt x="277578" y="423307"/>
                  <a:pt x="275434" y="424259"/>
                  <a:pt x="273148" y="424831"/>
                </a:cubicBezTo>
                <a:lnTo>
                  <a:pt x="272196" y="425069"/>
                </a:lnTo>
                <a:lnTo>
                  <a:pt x="271958" y="425116"/>
                </a:lnTo>
                <a:cubicBezTo>
                  <a:pt x="271719" y="425211"/>
                  <a:pt x="271434" y="425211"/>
                  <a:pt x="271196" y="425259"/>
                </a:cubicBezTo>
                <a:lnTo>
                  <a:pt x="270767" y="425354"/>
                </a:lnTo>
                <a:lnTo>
                  <a:pt x="270195" y="425450"/>
                </a:lnTo>
                <a:lnTo>
                  <a:pt x="269576" y="425545"/>
                </a:lnTo>
                <a:lnTo>
                  <a:pt x="269100" y="425592"/>
                </a:lnTo>
                <a:lnTo>
                  <a:pt x="268433" y="425640"/>
                </a:lnTo>
                <a:lnTo>
                  <a:pt x="267957" y="425640"/>
                </a:lnTo>
                <a:lnTo>
                  <a:pt x="267290" y="425640"/>
                </a:lnTo>
                <a:lnTo>
                  <a:pt x="266099" y="425640"/>
                </a:lnTo>
                <a:lnTo>
                  <a:pt x="265433" y="425640"/>
                </a:lnTo>
                <a:lnTo>
                  <a:pt x="264956" y="425640"/>
                </a:lnTo>
                <a:lnTo>
                  <a:pt x="264290" y="425545"/>
                </a:lnTo>
                <a:lnTo>
                  <a:pt x="263813" y="425497"/>
                </a:lnTo>
                <a:lnTo>
                  <a:pt x="263194" y="425450"/>
                </a:lnTo>
                <a:cubicBezTo>
                  <a:pt x="263004" y="425402"/>
                  <a:pt x="262813" y="425402"/>
                  <a:pt x="262623" y="425354"/>
                </a:cubicBezTo>
                <a:lnTo>
                  <a:pt x="262194" y="425259"/>
                </a:lnTo>
                <a:cubicBezTo>
                  <a:pt x="261956" y="425211"/>
                  <a:pt x="261670" y="425164"/>
                  <a:pt x="261432" y="425116"/>
                </a:cubicBezTo>
                <a:lnTo>
                  <a:pt x="261194" y="425069"/>
                </a:lnTo>
                <a:lnTo>
                  <a:pt x="260241" y="424831"/>
                </a:lnTo>
                <a:cubicBezTo>
                  <a:pt x="257955" y="424212"/>
                  <a:pt x="255812" y="423307"/>
                  <a:pt x="253811" y="422069"/>
                </a:cubicBezTo>
                <a:lnTo>
                  <a:pt x="12099" y="286887"/>
                </a:lnTo>
                <a:cubicBezTo>
                  <a:pt x="525" y="280458"/>
                  <a:pt x="-3428" y="266126"/>
                  <a:pt x="3240" y="254984"/>
                </a:cubicBezTo>
                <a:cubicBezTo>
                  <a:pt x="9908" y="243794"/>
                  <a:pt x="24673" y="239937"/>
                  <a:pt x="36246" y="246413"/>
                </a:cubicBezTo>
                <a:lnTo>
                  <a:pt x="266719" y="375310"/>
                </a:lnTo>
                <a:lnTo>
                  <a:pt x="497191" y="246365"/>
                </a:lnTo>
                <a:cubicBezTo>
                  <a:pt x="502954" y="243151"/>
                  <a:pt x="509526" y="242496"/>
                  <a:pt x="515492" y="244044"/>
                </a:cubicBezTo>
                <a:close/>
                <a:moveTo>
                  <a:pt x="266739" y="50438"/>
                </a:moveTo>
                <a:lnTo>
                  <a:pt x="72557" y="159037"/>
                </a:lnTo>
                <a:lnTo>
                  <a:pt x="266739" y="267683"/>
                </a:lnTo>
                <a:lnTo>
                  <a:pt x="460968" y="159037"/>
                </a:lnTo>
                <a:close/>
                <a:moveTo>
                  <a:pt x="277262" y="2352"/>
                </a:moveTo>
                <a:lnTo>
                  <a:pt x="277357" y="2399"/>
                </a:lnTo>
                <a:lnTo>
                  <a:pt x="278119" y="2780"/>
                </a:lnTo>
                <a:lnTo>
                  <a:pt x="278547" y="3018"/>
                </a:lnTo>
                <a:cubicBezTo>
                  <a:pt x="278643" y="3066"/>
                  <a:pt x="278690" y="3114"/>
                  <a:pt x="278786" y="3161"/>
                </a:cubicBezTo>
                <a:lnTo>
                  <a:pt x="521298" y="138802"/>
                </a:lnTo>
                <a:lnTo>
                  <a:pt x="521584" y="138993"/>
                </a:lnTo>
                <a:lnTo>
                  <a:pt x="522060" y="139279"/>
                </a:lnTo>
                <a:lnTo>
                  <a:pt x="522631" y="139612"/>
                </a:lnTo>
                <a:lnTo>
                  <a:pt x="523060" y="139945"/>
                </a:lnTo>
                <a:lnTo>
                  <a:pt x="523631" y="140278"/>
                </a:lnTo>
                <a:lnTo>
                  <a:pt x="524012" y="140612"/>
                </a:lnTo>
                <a:cubicBezTo>
                  <a:pt x="524203" y="140754"/>
                  <a:pt x="524393" y="140897"/>
                  <a:pt x="524584" y="141040"/>
                </a:cubicBezTo>
                <a:lnTo>
                  <a:pt x="524917" y="141278"/>
                </a:lnTo>
                <a:cubicBezTo>
                  <a:pt x="525108" y="141469"/>
                  <a:pt x="525298" y="141659"/>
                  <a:pt x="525488" y="141802"/>
                </a:cubicBezTo>
                <a:lnTo>
                  <a:pt x="525727" y="141992"/>
                </a:lnTo>
                <a:cubicBezTo>
                  <a:pt x="525965" y="142230"/>
                  <a:pt x="526155" y="142421"/>
                  <a:pt x="526393" y="142659"/>
                </a:cubicBezTo>
                <a:lnTo>
                  <a:pt x="526536" y="142754"/>
                </a:lnTo>
                <a:cubicBezTo>
                  <a:pt x="526774" y="143040"/>
                  <a:pt x="527012" y="143278"/>
                  <a:pt x="527250" y="143516"/>
                </a:cubicBezTo>
                <a:lnTo>
                  <a:pt x="527298" y="143563"/>
                </a:lnTo>
                <a:cubicBezTo>
                  <a:pt x="528631" y="145039"/>
                  <a:pt x="529774" y="146658"/>
                  <a:pt x="530679" y="148372"/>
                </a:cubicBezTo>
                <a:lnTo>
                  <a:pt x="530726" y="148467"/>
                </a:lnTo>
                <a:cubicBezTo>
                  <a:pt x="530869" y="148753"/>
                  <a:pt x="531012" y="149086"/>
                  <a:pt x="531155" y="149372"/>
                </a:cubicBezTo>
                <a:lnTo>
                  <a:pt x="531298" y="149610"/>
                </a:lnTo>
                <a:cubicBezTo>
                  <a:pt x="531393" y="149848"/>
                  <a:pt x="531488" y="150086"/>
                  <a:pt x="531583" y="150276"/>
                </a:cubicBezTo>
                <a:lnTo>
                  <a:pt x="531774" y="150753"/>
                </a:lnTo>
                <a:cubicBezTo>
                  <a:pt x="531821" y="150895"/>
                  <a:pt x="531869" y="150991"/>
                  <a:pt x="531964" y="151229"/>
                </a:cubicBezTo>
                <a:cubicBezTo>
                  <a:pt x="532012" y="151419"/>
                  <a:pt x="532107" y="151657"/>
                  <a:pt x="532202" y="151895"/>
                </a:cubicBezTo>
                <a:lnTo>
                  <a:pt x="532250" y="152133"/>
                </a:lnTo>
                <a:cubicBezTo>
                  <a:pt x="532345" y="152419"/>
                  <a:pt x="532440" y="152705"/>
                  <a:pt x="532536" y="153038"/>
                </a:cubicBezTo>
                <a:cubicBezTo>
                  <a:pt x="532917" y="154466"/>
                  <a:pt x="533202" y="155942"/>
                  <a:pt x="533298" y="157418"/>
                </a:cubicBezTo>
                <a:lnTo>
                  <a:pt x="533298" y="157513"/>
                </a:lnTo>
                <a:cubicBezTo>
                  <a:pt x="533345" y="157846"/>
                  <a:pt x="533345" y="158180"/>
                  <a:pt x="533345" y="158513"/>
                </a:cubicBezTo>
                <a:lnTo>
                  <a:pt x="533345" y="159608"/>
                </a:lnTo>
                <a:cubicBezTo>
                  <a:pt x="533345" y="159941"/>
                  <a:pt x="533345" y="160322"/>
                  <a:pt x="533298" y="160655"/>
                </a:cubicBezTo>
                <a:lnTo>
                  <a:pt x="533298" y="160703"/>
                </a:lnTo>
                <a:cubicBezTo>
                  <a:pt x="533202" y="162179"/>
                  <a:pt x="532917" y="163655"/>
                  <a:pt x="532536" y="165131"/>
                </a:cubicBezTo>
                <a:cubicBezTo>
                  <a:pt x="532440" y="165416"/>
                  <a:pt x="532345" y="165702"/>
                  <a:pt x="532250" y="166035"/>
                </a:cubicBezTo>
                <a:lnTo>
                  <a:pt x="532202" y="166226"/>
                </a:lnTo>
                <a:cubicBezTo>
                  <a:pt x="532107" y="166464"/>
                  <a:pt x="532012" y="166750"/>
                  <a:pt x="531964" y="166940"/>
                </a:cubicBezTo>
                <a:cubicBezTo>
                  <a:pt x="531869" y="167083"/>
                  <a:pt x="531821" y="167226"/>
                  <a:pt x="531774" y="167369"/>
                </a:cubicBezTo>
                <a:lnTo>
                  <a:pt x="531583" y="167845"/>
                </a:lnTo>
                <a:cubicBezTo>
                  <a:pt x="531488" y="168083"/>
                  <a:pt x="531393" y="168273"/>
                  <a:pt x="531298" y="168511"/>
                </a:cubicBezTo>
                <a:lnTo>
                  <a:pt x="531155" y="168797"/>
                </a:lnTo>
                <a:cubicBezTo>
                  <a:pt x="531012" y="169035"/>
                  <a:pt x="530869" y="169368"/>
                  <a:pt x="530726" y="169654"/>
                </a:cubicBezTo>
                <a:lnTo>
                  <a:pt x="530679" y="169749"/>
                </a:lnTo>
                <a:cubicBezTo>
                  <a:pt x="529774" y="171463"/>
                  <a:pt x="528631" y="173082"/>
                  <a:pt x="527298" y="174558"/>
                </a:cubicBezTo>
                <a:lnTo>
                  <a:pt x="527250" y="174605"/>
                </a:lnTo>
                <a:cubicBezTo>
                  <a:pt x="527012" y="174891"/>
                  <a:pt x="526774" y="175129"/>
                  <a:pt x="526536" y="175367"/>
                </a:cubicBezTo>
                <a:lnTo>
                  <a:pt x="526393" y="175510"/>
                </a:lnTo>
                <a:cubicBezTo>
                  <a:pt x="526155" y="175700"/>
                  <a:pt x="525965" y="175891"/>
                  <a:pt x="525727" y="176129"/>
                </a:cubicBezTo>
                <a:lnTo>
                  <a:pt x="525488" y="176319"/>
                </a:lnTo>
                <a:cubicBezTo>
                  <a:pt x="525298" y="176510"/>
                  <a:pt x="525108" y="176652"/>
                  <a:pt x="524917" y="176843"/>
                </a:cubicBezTo>
                <a:lnTo>
                  <a:pt x="524584" y="177081"/>
                </a:lnTo>
                <a:lnTo>
                  <a:pt x="524012" y="177557"/>
                </a:lnTo>
                <a:lnTo>
                  <a:pt x="523631" y="177843"/>
                </a:lnTo>
                <a:lnTo>
                  <a:pt x="523060" y="178224"/>
                </a:lnTo>
                <a:lnTo>
                  <a:pt x="522631" y="178509"/>
                </a:lnTo>
                <a:lnTo>
                  <a:pt x="522108" y="178843"/>
                </a:lnTo>
                <a:lnTo>
                  <a:pt x="521631" y="179128"/>
                </a:lnTo>
                <a:lnTo>
                  <a:pt x="521298" y="179319"/>
                </a:lnTo>
                <a:lnTo>
                  <a:pt x="279786" y="314389"/>
                </a:lnTo>
                <a:cubicBezTo>
                  <a:pt x="276738" y="316293"/>
                  <a:pt x="273310" y="317483"/>
                  <a:pt x="269786" y="317912"/>
                </a:cubicBezTo>
                <a:lnTo>
                  <a:pt x="269691" y="317912"/>
                </a:lnTo>
                <a:lnTo>
                  <a:pt x="268786" y="318007"/>
                </a:lnTo>
                <a:lnTo>
                  <a:pt x="268500" y="318007"/>
                </a:lnTo>
                <a:cubicBezTo>
                  <a:pt x="268262" y="318007"/>
                  <a:pt x="268024" y="318007"/>
                  <a:pt x="267786" y="318007"/>
                </a:cubicBezTo>
                <a:lnTo>
                  <a:pt x="265739" y="318007"/>
                </a:lnTo>
                <a:lnTo>
                  <a:pt x="264977" y="318007"/>
                </a:lnTo>
                <a:lnTo>
                  <a:pt x="264691" y="318007"/>
                </a:lnTo>
                <a:cubicBezTo>
                  <a:pt x="264405" y="317959"/>
                  <a:pt x="264120" y="317959"/>
                  <a:pt x="263786" y="317912"/>
                </a:cubicBezTo>
                <a:lnTo>
                  <a:pt x="263691" y="317912"/>
                </a:lnTo>
                <a:cubicBezTo>
                  <a:pt x="260167" y="317483"/>
                  <a:pt x="256739" y="316293"/>
                  <a:pt x="253691" y="314389"/>
                </a:cubicBezTo>
                <a:lnTo>
                  <a:pt x="13084" y="179795"/>
                </a:lnTo>
                <a:cubicBezTo>
                  <a:pt x="9036" y="177795"/>
                  <a:pt x="5655" y="174653"/>
                  <a:pt x="3322" y="170749"/>
                </a:cubicBezTo>
                <a:lnTo>
                  <a:pt x="3322" y="170796"/>
                </a:lnTo>
                <a:cubicBezTo>
                  <a:pt x="-2535" y="160941"/>
                  <a:pt x="-249" y="148324"/>
                  <a:pt x="8703" y="141183"/>
                </a:cubicBezTo>
                <a:lnTo>
                  <a:pt x="8798" y="141088"/>
                </a:lnTo>
                <a:cubicBezTo>
                  <a:pt x="9036" y="140897"/>
                  <a:pt x="9274" y="140707"/>
                  <a:pt x="9512" y="140564"/>
                </a:cubicBezTo>
                <a:lnTo>
                  <a:pt x="9798" y="140326"/>
                </a:lnTo>
                <a:lnTo>
                  <a:pt x="10417" y="139945"/>
                </a:lnTo>
                <a:lnTo>
                  <a:pt x="10893" y="139612"/>
                </a:lnTo>
                <a:lnTo>
                  <a:pt x="11322" y="139326"/>
                </a:lnTo>
                <a:cubicBezTo>
                  <a:pt x="11512" y="139183"/>
                  <a:pt x="11750" y="139088"/>
                  <a:pt x="11941" y="138945"/>
                </a:cubicBezTo>
                <a:lnTo>
                  <a:pt x="12131" y="138850"/>
                </a:lnTo>
                <a:lnTo>
                  <a:pt x="253644" y="3732"/>
                </a:lnTo>
                <a:cubicBezTo>
                  <a:pt x="260786" y="-695"/>
                  <a:pt x="269643" y="-1219"/>
                  <a:pt x="277262" y="23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iconfont-11261-3550640"/>
          <p:cNvSpPr>
            <a:spLocks noChangeAspect="1"/>
          </p:cNvSpPr>
          <p:nvPr/>
        </p:nvSpPr>
        <p:spPr bwMode="auto">
          <a:xfrm>
            <a:off x="5655585" y="574066"/>
            <a:ext cx="609583" cy="609685"/>
          </a:xfrm>
          <a:custGeom>
            <a:avLst/>
            <a:gdLst>
              <a:gd name="T0" fmla="*/ 9102 w 12516"/>
              <a:gd name="T1" fmla="*/ 7467 h 12516"/>
              <a:gd name="T2" fmla="*/ 9102 w 12516"/>
              <a:gd name="T3" fmla="*/ 7396 h 12516"/>
              <a:gd name="T4" fmla="*/ 9671 w 12516"/>
              <a:gd name="T5" fmla="*/ 6827 h 12516"/>
              <a:gd name="T6" fmla="*/ 10240 w 12516"/>
              <a:gd name="T7" fmla="*/ 7396 h 12516"/>
              <a:gd name="T8" fmla="*/ 10240 w 12516"/>
              <a:gd name="T9" fmla="*/ 7467 h 12516"/>
              <a:gd name="T10" fmla="*/ 10827 w 12516"/>
              <a:gd name="T11" fmla="*/ 7711 h 12516"/>
              <a:gd name="T12" fmla="*/ 10879 w 12516"/>
              <a:gd name="T13" fmla="*/ 7660 h 12516"/>
              <a:gd name="T14" fmla="*/ 11683 w 12516"/>
              <a:gd name="T15" fmla="*/ 7660 h 12516"/>
              <a:gd name="T16" fmla="*/ 11683 w 12516"/>
              <a:gd name="T17" fmla="*/ 8465 h 12516"/>
              <a:gd name="T18" fmla="*/ 11632 w 12516"/>
              <a:gd name="T19" fmla="*/ 8515 h 12516"/>
              <a:gd name="T20" fmla="*/ 11875 w 12516"/>
              <a:gd name="T21" fmla="*/ 9102 h 12516"/>
              <a:gd name="T22" fmla="*/ 11947 w 12516"/>
              <a:gd name="T23" fmla="*/ 9102 h 12516"/>
              <a:gd name="T24" fmla="*/ 12516 w 12516"/>
              <a:gd name="T25" fmla="*/ 9671 h 12516"/>
              <a:gd name="T26" fmla="*/ 11947 w 12516"/>
              <a:gd name="T27" fmla="*/ 10240 h 12516"/>
              <a:gd name="T28" fmla="*/ 11875 w 12516"/>
              <a:gd name="T29" fmla="*/ 10240 h 12516"/>
              <a:gd name="T30" fmla="*/ 11632 w 12516"/>
              <a:gd name="T31" fmla="*/ 10827 h 12516"/>
              <a:gd name="T32" fmla="*/ 11683 w 12516"/>
              <a:gd name="T33" fmla="*/ 10879 h 12516"/>
              <a:gd name="T34" fmla="*/ 11683 w 12516"/>
              <a:gd name="T35" fmla="*/ 11683 h 12516"/>
              <a:gd name="T36" fmla="*/ 10878 w 12516"/>
              <a:gd name="T37" fmla="*/ 11683 h 12516"/>
              <a:gd name="T38" fmla="*/ 10827 w 12516"/>
              <a:gd name="T39" fmla="*/ 11632 h 12516"/>
              <a:gd name="T40" fmla="*/ 10240 w 12516"/>
              <a:gd name="T41" fmla="*/ 11875 h 12516"/>
              <a:gd name="T42" fmla="*/ 10240 w 12516"/>
              <a:gd name="T43" fmla="*/ 11947 h 12516"/>
              <a:gd name="T44" fmla="*/ 9671 w 12516"/>
              <a:gd name="T45" fmla="*/ 12516 h 12516"/>
              <a:gd name="T46" fmla="*/ 9102 w 12516"/>
              <a:gd name="T47" fmla="*/ 11947 h 12516"/>
              <a:gd name="T48" fmla="*/ 9102 w 12516"/>
              <a:gd name="T49" fmla="*/ 11875 h 12516"/>
              <a:gd name="T50" fmla="*/ 8515 w 12516"/>
              <a:gd name="T51" fmla="*/ 11632 h 12516"/>
              <a:gd name="T52" fmla="*/ 8464 w 12516"/>
              <a:gd name="T53" fmla="*/ 11683 h 12516"/>
              <a:gd name="T54" fmla="*/ 7667 w 12516"/>
              <a:gd name="T55" fmla="*/ 11676 h 12516"/>
              <a:gd name="T56" fmla="*/ 7660 w 12516"/>
              <a:gd name="T57" fmla="*/ 10879 h 12516"/>
              <a:gd name="T58" fmla="*/ 7711 w 12516"/>
              <a:gd name="T59" fmla="*/ 10827 h 12516"/>
              <a:gd name="T60" fmla="*/ 7467 w 12516"/>
              <a:gd name="T61" fmla="*/ 10240 h 12516"/>
              <a:gd name="T62" fmla="*/ 7396 w 12516"/>
              <a:gd name="T63" fmla="*/ 10240 h 12516"/>
              <a:gd name="T64" fmla="*/ 6827 w 12516"/>
              <a:gd name="T65" fmla="*/ 9671 h 12516"/>
              <a:gd name="T66" fmla="*/ 7396 w 12516"/>
              <a:gd name="T67" fmla="*/ 9102 h 12516"/>
              <a:gd name="T68" fmla="*/ 7467 w 12516"/>
              <a:gd name="T69" fmla="*/ 9102 h 12516"/>
              <a:gd name="T70" fmla="*/ 7711 w 12516"/>
              <a:gd name="T71" fmla="*/ 8515 h 12516"/>
              <a:gd name="T72" fmla="*/ 7660 w 12516"/>
              <a:gd name="T73" fmla="*/ 8464 h 12516"/>
              <a:gd name="T74" fmla="*/ 7660 w 12516"/>
              <a:gd name="T75" fmla="*/ 7659 h 12516"/>
              <a:gd name="T76" fmla="*/ 8465 w 12516"/>
              <a:gd name="T77" fmla="*/ 7660 h 12516"/>
              <a:gd name="T78" fmla="*/ 8515 w 12516"/>
              <a:gd name="T79" fmla="*/ 7711 h 12516"/>
              <a:gd name="T80" fmla="*/ 9102 w 12516"/>
              <a:gd name="T81" fmla="*/ 7467 h 12516"/>
              <a:gd name="T82" fmla="*/ 5854 w 12516"/>
              <a:gd name="T83" fmla="*/ 10809 h 12516"/>
              <a:gd name="T84" fmla="*/ 569 w 12516"/>
              <a:gd name="T85" fmla="*/ 10809 h 12516"/>
              <a:gd name="T86" fmla="*/ 0 w 12516"/>
              <a:gd name="T87" fmla="*/ 10240 h 12516"/>
              <a:gd name="T88" fmla="*/ 0 w 12516"/>
              <a:gd name="T89" fmla="*/ 9671 h 12516"/>
              <a:gd name="T90" fmla="*/ 2693 w 12516"/>
              <a:gd name="T91" fmla="*/ 5516 h 12516"/>
              <a:gd name="T92" fmla="*/ 7585 w 12516"/>
              <a:gd name="T93" fmla="*/ 6278 h 12516"/>
              <a:gd name="T94" fmla="*/ 5689 w 12516"/>
              <a:gd name="T95" fmla="*/ 9671 h 12516"/>
              <a:gd name="T96" fmla="*/ 5854 w 12516"/>
              <a:gd name="T97" fmla="*/ 10809 h 12516"/>
              <a:gd name="T98" fmla="*/ 4551 w 12516"/>
              <a:gd name="T99" fmla="*/ 5120 h 12516"/>
              <a:gd name="T100" fmla="*/ 2276 w 12516"/>
              <a:gd name="T101" fmla="*/ 2560 h 12516"/>
              <a:gd name="T102" fmla="*/ 4551 w 12516"/>
              <a:gd name="T103" fmla="*/ 0 h 12516"/>
              <a:gd name="T104" fmla="*/ 6827 w 12516"/>
              <a:gd name="T105" fmla="*/ 2560 h 12516"/>
              <a:gd name="T106" fmla="*/ 4551 w 12516"/>
              <a:gd name="T107" fmla="*/ 5120 h 12516"/>
              <a:gd name="T108" fmla="*/ 9671 w 12516"/>
              <a:gd name="T109" fmla="*/ 10809 h 12516"/>
              <a:gd name="T110" fmla="*/ 10809 w 12516"/>
              <a:gd name="T111" fmla="*/ 9671 h 12516"/>
              <a:gd name="T112" fmla="*/ 9671 w 12516"/>
              <a:gd name="T113" fmla="*/ 8534 h 12516"/>
              <a:gd name="T114" fmla="*/ 8534 w 12516"/>
              <a:gd name="T115" fmla="*/ 9671 h 12516"/>
              <a:gd name="T116" fmla="*/ 9671 w 12516"/>
              <a:gd name="T117" fmla="*/ 10809 h 1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516" h="12516">
                <a:moveTo>
                  <a:pt x="9102" y="7467"/>
                </a:moveTo>
                <a:lnTo>
                  <a:pt x="9102" y="7396"/>
                </a:lnTo>
                <a:cubicBezTo>
                  <a:pt x="9102" y="7082"/>
                  <a:pt x="9357" y="6827"/>
                  <a:pt x="9671" y="6827"/>
                </a:cubicBezTo>
                <a:cubicBezTo>
                  <a:pt x="9986" y="6827"/>
                  <a:pt x="10240" y="7082"/>
                  <a:pt x="10240" y="7396"/>
                </a:cubicBezTo>
                <a:lnTo>
                  <a:pt x="10240" y="7467"/>
                </a:lnTo>
                <a:cubicBezTo>
                  <a:pt x="10449" y="7521"/>
                  <a:pt x="10646" y="7604"/>
                  <a:pt x="10827" y="7711"/>
                </a:cubicBezTo>
                <a:lnTo>
                  <a:pt x="10879" y="7660"/>
                </a:lnTo>
                <a:cubicBezTo>
                  <a:pt x="11101" y="7438"/>
                  <a:pt x="11461" y="7438"/>
                  <a:pt x="11683" y="7660"/>
                </a:cubicBezTo>
                <a:cubicBezTo>
                  <a:pt x="11905" y="7882"/>
                  <a:pt x="11905" y="8243"/>
                  <a:pt x="11683" y="8465"/>
                </a:cubicBezTo>
                <a:lnTo>
                  <a:pt x="11632" y="8515"/>
                </a:lnTo>
                <a:cubicBezTo>
                  <a:pt x="11739" y="8696"/>
                  <a:pt x="11822" y="8894"/>
                  <a:pt x="11875" y="9102"/>
                </a:cubicBezTo>
                <a:lnTo>
                  <a:pt x="11947" y="9102"/>
                </a:lnTo>
                <a:cubicBezTo>
                  <a:pt x="12261" y="9102"/>
                  <a:pt x="12516" y="9357"/>
                  <a:pt x="12516" y="9671"/>
                </a:cubicBezTo>
                <a:cubicBezTo>
                  <a:pt x="12516" y="9986"/>
                  <a:pt x="12261" y="10240"/>
                  <a:pt x="11947" y="10240"/>
                </a:cubicBezTo>
                <a:lnTo>
                  <a:pt x="11875" y="10240"/>
                </a:lnTo>
                <a:cubicBezTo>
                  <a:pt x="11822" y="10449"/>
                  <a:pt x="11739" y="10646"/>
                  <a:pt x="11632" y="10827"/>
                </a:cubicBezTo>
                <a:lnTo>
                  <a:pt x="11683" y="10879"/>
                </a:lnTo>
                <a:cubicBezTo>
                  <a:pt x="11905" y="11101"/>
                  <a:pt x="11905" y="11461"/>
                  <a:pt x="11683" y="11683"/>
                </a:cubicBezTo>
                <a:cubicBezTo>
                  <a:pt x="11460" y="11905"/>
                  <a:pt x="11100" y="11905"/>
                  <a:pt x="10878" y="11683"/>
                </a:cubicBezTo>
                <a:lnTo>
                  <a:pt x="10827" y="11632"/>
                </a:lnTo>
                <a:cubicBezTo>
                  <a:pt x="10644" y="11740"/>
                  <a:pt x="10446" y="11822"/>
                  <a:pt x="10240" y="11875"/>
                </a:cubicBezTo>
                <a:lnTo>
                  <a:pt x="10240" y="11947"/>
                </a:lnTo>
                <a:cubicBezTo>
                  <a:pt x="10240" y="12261"/>
                  <a:pt x="9986" y="12516"/>
                  <a:pt x="9671" y="12516"/>
                </a:cubicBezTo>
                <a:cubicBezTo>
                  <a:pt x="9357" y="12516"/>
                  <a:pt x="9102" y="12261"/>
                  <a:pt x="9102" y="11947"/>
                </a:cubicBezTo>
                <a:lnTo>
                  <a:pt x="9102" y="11875"/>
                </a:lnTo>
                <a:cubicBezTo>
                  <a:pt x="8896" y="11822"/>
                  <a:pt x="8699" y="11740"/>
                  <a:pt x="8515" y="11632"/>
                </a:cubicBezTo>
                <a:lnTo>
                  <a:pt x="8464" y="11683"/>
                </a:lnTo>
                <a:cubicBezTo>
                  <a:pt x="8241" y="11899"/>
                  <a:pt x="7886" y="11895"/>
                  <a:pt x="7667" y="11676"/>
                </a:cubicBezTo>
                <a:cubicBezTo>
                  <a:pt x="7447" y="11457"/>
                  <a:pt x="7444" y="11102"/>
                  <a:pt x="7660" y="10879"/>
                </a:cubicBezTo>
                <a:lnTo>
                  <a:pt x="7711" y="10827"/>
                </a:lnTo>
                <a:cubicBezTo>
                  <a:pt x="7603" y="10644"/>
                  <a:pt x="7521" y="10446"/>
                  <a:pt x="7467" y="10240"/>
                </a:cubicBezTo>
                <a:lnTo>
                  <a:pt x="7396" y="10240"/>
                </a:lnTo>
                <a:cubicBezTo>
                  <a:pt x="7082" y="10240"/>
                  <a:pt x="6827" y="9986"/>
                  <a:pt x="6827" y="9671"/>
                </a:cubicBezTo>
                <a:cubicBezTo>
                  <a:pt x="6827" y="9357"/>
                  <a:pt x="7082" y="9102"/>
                  <a:pt x="7396" y="9102"/>
                </a:cubicBezTo>
                <a:lnTo>
                  <a:pt x="7467" y="9102"/>
                </a:lnTo>
                <a:cubicBezTo>
                  <a:pt x="7521" y="8894"/>
                  <a:pt x="7604" y="8696"/>
                  <a:pt x="7711" y="8515"/>
                </a:cubicBezTo>
                <a:lnTo>
                  <a:pt x="7660" y="8464"/>
                </a:lnTo>
                <a:cubicBezTo>
                  <a:pt x="7438" y="8242"/>
                  <a:pt x="7438" y="7882"/>
                  <a:pt x="7660" y="7659"/>
                </a:cubicBezTo>
                <a:cubicBezTo>
                  <a:pt x="7882" y="7437"/>
                  <a:pt x="8243" y="7437"/>
                  <a:pt x="8465" y="7660"/>
                </a:cubicBezTo>
                <a:lnTo>
                  <a:pt x="8515" y="7711"/>
                </a:lnTo>
                <a:cubicBezTo>
                  <a:pt x="8699" y="7603"/>
                  <a:pt x="8896" y="7521"/>
                  <a:pt x="9102" y="7467"/>
                </a:cubicBezTo>
                <a:close/>
                <a:moveTo>
                  <a:pt x="5854" y="10809"/>
                </a:moveTo>
                <a:lnTo>
                  <a:pt x="569" y="10809"/>
                </a:lnTo>
                <a:cubicBezTo>
                  <a:pt x="255" y="10809"/>
                  <a:pt x="0" y="10554"/>
                  <a:pt x="0" y="10240"/>
                </a:cubicBezTo>
                <a:lnTo>
                  <a:pt x="0" y="9671"/>
                </a:lnTo>
                <a:cubicBezTo>
                  <a:pt x="0" y="7877"/>
                  <a:pt x="1055" y="6249"/>
                  <a:pt x="2693" y="5516"/>
                </a:cubicBezTo>
                <a:cubicBezTo>
                  <a:pt x="4331" y="4784"/>
                  <a:pt x="6247" y="5082"/>
                  <a:pt x="7585" y="6278"/>
                </a:cubicBezTo>
                <a:cubicBezTo>
                  <a:pt x="6406" y="7003"/>
                  <a:pt x="5688" y="8288"/>
                  <a:pt x="5689" y="9671"/>
                </a:cubicBezTo>
                <a:cubicBezTo>
                  <a:pt x="5689" y="10067"/>
                  <a:pt x="5747" y="10448"/>
                  <a:pt x="5854" y="10809"/>
                </a:cubicBezTo>
                <a:close/>
                <a:moveTo>
                  <a:pt x="4551" y="5120"/>
                </a:moveTo>
                <a:cubicBezTo>
                  <a:pt x="3294" y="5120"/>
                  <a:pt x="2276" y="3974"/>
                  <a:pt x="2276" y="2560"/>
                </a:cubicBezTo>
                <a:cubicBezTo>
                  <a:pt x="2276" y="1147"/>
                  <a:pt x="3294" y="0"/>
                  <a:pt x="4551" y="0"/>
                </a:cubicBezTo>
                <a:cubicBezTo>
                  <a:pt x="5809" y="0"/>
                  <a:pt x="6827" y="1147"/>
                  <a:pt x="6827" y="2560"/>
                </a:cubicBezTo>
                <a:cubicBezTo>
                  <a:pt x="6827" y="3974"/>
                  <a:pt x="5809" y="5120"/>
                  <a:pt x="4551" y="5120"/>
                </a:cubicBezTo>
                <a:close/>
                <a:moveTo>
                  <a:pt x="9671" y="10809"/>
                </a:moveTo>
                <a:cubicBezTo>
                  <a:pt x="10300" y="10809"/>
                  <a:pt x="10809" y="10300"/>
                  <a:pt x="10809" y="9671"/>
                </a:cubicBezTo>
                <a:cubicBezTo>
                  <a:pt x="10809" y="9043"/>
                  <a:pt x="10300" y="8534"/>
                  <a:pt x="9671" y="8534"/>
                </a:cubicBezTo>
                <a:cubicBezTo>
                  <a:pt x="9043" y="8534"/>
                  <a:pt x="8534" y="9043"/>
                  <a:pt x="8534" y="9671"/>
                </a:cubicBezTo>
                <a:cubicBezTo>
                  <a:pt x="8534" y="10300"/>
                  <a:pt x="9043" y="10809"/>
                  <a:pt x="9671" y="108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iconfont-11255-5323812"/>
          <p:cNvSpPr>
            <a:spLocks noChangeAspect="1"/>
          </p:cNvSpPr>
          <p:nvPr/>
        </p:nvSpPr>
        <p:spPr bwMode="auto">
          <a:xfrm>
            <a:off x="6632290" y="574066"/>
            <a:ext cx="609685" cy="552928"/>
          </a:xfrm>
          <a:custGeom>
            <a:avLst/>
            <a:gdLst>
              <a:gd name="T0" fmla="*/ 7464 w 11188"/>
              <a:gd name="T1" fmla="*/ 3103 h 10148"/>
              <a:gd name="T2" fmla="*/ 8229 w 11188"/>
              <a:gd name="T3" fmla="*/ 2338 h 10148"/>
              <a:gd name="T4" fmla="*/ 8658 w 11188"/>
              <a:gd name="T5" fmla="*/ 2767 h 10148"/>
              <a:gd name="T6" fmla="*/ 7893 w 11188"/>
              <a:gd name="T7" fmla="*/ 3532 h 10148"/>
              <a:gd name="T8" fmla="*/ 7464 w 11188"/>
              <a:gd name="T9" fmla="*/ 3103 h 10148"/>
              <a:gd name="T10" fmla="*/ 5546 w 11188"/>
              <a:gd name="T11" fmla="*/ 7730 h 10148"/>
              <a:gd name="T12" fmla="*/ 6153 w 11188"/>
              <a:gd name="T13" fmla="*/ 7730 h 10148"/>
              <a:gd name="T14" fmla="*/ 6153 w 11188"/>
              <a:gd name="T15" fmla="*/ 8814 h 10148"/>
              <a:gd name="T16" fmla="*/ 5546 w 11188"/>
              <a:gd name="T17" fmla="*/ 8814 h 10148"/>
              <a:gd name="T18" fmla="*/ 5546 w 11188"/>
              <a:gd name="T19" fmla="*/ 7730 h 10148"/>
              <a:gd name="T20" fmla="*/ 7464 w 11188"/>
              <a:gd name="T21" fmla="*/ 7189 h 10148"/>
              <a:gd name="T22" fmla="*/ 7892 w 11188"/>
              <a:gd name="T23" fmla="*/ 6760 h 10148"/>
              <a:gd name="T24" fmla="*/ 8658 w 11188"/>
              <a:gd name="T25" fmla="*/ 7526 h 10148"/>
              <a:gd name="T26" fmla="*/ 8229 w 11188"/>
              <a:gd name="T27" fmla="*/ 7955 h 10148"/>
              <a:gd name="T28" fmla="*/ 7464 w 11188"/>
              <a:gd name="T29" fmla="*/ 7189 h 10148"/>
              <a:gd name="T30" fmla="*/ 9664 w 11188"/>
              <a:gd name="T31" fmla="*/ 5449 h 10148"/>
              <a:gd name="T32" fmla="*/ 9664 w 11188"/>
              <a:gd name="T33" fmla="*/ 4843 h 10148"/>
              <a:gd name="T34" fmla="*/ 8580 w 11188"/>
              <a:gd name="T35" fmla="*/ 4843 h 10148"/>
              <a:gd name="T36" fmla="*/ 8580 w 11188"/>
              <a:gd name="T37" fmla="*/ 5449 h 10148"/>
              <a:gd name="T38" fmla="*/ 9664 w 11188"/>
              <a:gd name="T39" fmla="*/ 5449 h 10148"/>
              <a:gd name="T40" fmla="*/ 6421 w 11188"/>
              <a:gd name="T41" fmla="*/ 5502 h 10148"/>
              <a:gd name="T42" fmla="*/ 6421 w 11188"/>
              <a:gd name="T43" fmla="*/ 2448 h 10148"/>
              <a:gd name="T44" fmla="*/ 5721 w 11188"/>
              <a:gd name="T45" fmla="*/ 2448 h 10148"/>
              <a:gd name="T46" fmla="*/ 5721 w 11188"/>
              <a:gd name="T47" fmla="*/ 5212 h 10148"/>
              <a:gd name="T48" fmla="*/ 4250 w 11188"/>
              <a:gd name="T49" fmla="*/ 6684 h 10148"/>
              <a:gd name="T50" fmla="*/ 4745 w 11188"/>
              <a:gd name="T51" fmla="*/ 7178 h 10148"/>
              <a:gd name="T52" fmla="*/ 6421 w 11188"/>
              <a:gd name="T53" fmla="*/ 5502 h 10148"/>
              <a:gd name="T54" fmla="*/ 6115 w 11188"/>
              <a:gd name="T55" fmla="*/ 0 h 10148"/>
              <a:gd name="T56" fmla="*/ 6115 w 11188"/>
              <a:gd name="T57" fmla="*/ 700 h 10148"/>
              <a:gd name="T58" fmla="*/ 10489 w 11188"/>
              <a:gd name="T59" fmla="*/ 5074 h 10148"/>
              <a:gd name="T60" fmla="*/ 6115 w 11188"/>
              <a:gd name="T61" fmla="*/ 9448 h 10148"/>
              <a:gd name="T62" fmla="*/ 1799 w 11188"/>
              <a:gd name="T63" fmla="*/ 5777 h 10148"/>
              <a:gd name="T64" fmla="*/ 2475 w 11188"/>
              <a:gd name="T65" fmla="*/ 6453 h 10148"/>
              <a:gd name="T66" fmla="*/ 2970 w 11188"/>
              <a:gd name="T67" fmla="*/ 5958 h 10148"/>
              <a:gd name="T68" fmla="*/ 1981 w 11188"/>
              <a:gd name="T69" fmla="*/ 4969 h 10148"/>
              <a:gd name="T70" fmla="*/ 1486 w 11188"/>
              <a:gd name="T71" fmla="*/ 4474 h 10148"/>
              <a:gd name="T72" fmla="*/ 991 w 11188"/>
              <a:gd name="T73" fmla="*/ 4969 h 10148"/>
              <a:gd name="T74" fmla="*/ 0 w 11188"/>
              <a:gd name="T75" fmla="*/ 5958 h 10148"/>
              <a:gd name="T76" fmla="*/ 495 w 11188"/>
              <a:gd name="T77" fmla="*/ 6453 h 10148"/>
              <a:gd name="T78" fmla="*/ 1100 w 11188"/>
              <a:gd name="T79" fmla="*/ 5848 h 10148"/>
              <a:gd name="T80" fmla="*/ 6114 w 11188"/>
              <a:gd name="T81" fmla="*/ 10148 h 10148"/>
              <a:gd name="T82" fmla="*/ 11188 w 11188"/>
              <a:gd name="T83" fmla="*/ 5074 h 10148"/>
              <a:gd name="T84" fmla="*/ 6115 w 11188"/>
              <a:gd name="T85" fmla="*/ 0 h 10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1188" h="10148">
                <a:moveTo>
                  <a:pt x="7464" y="3103"/>
                </a:moveTo>
                <a:lnTo>
                  <a:pt x="8229" y="2338"/>
                </a:lnTo>
                <a:lnTo>
                  <a:pt x="8658" y="2767"/>
                </a:lnTo>
                <a:lnTo>
                  <a:pt x="7893" y="3532"/>
                </a:lnTo>
                <a:lnTo>
                  <a:pt x="7464" y="3103"/>
                </a:lnTo>
                <a:close/>
                <a:moveTo>
                  <a:pt x="5546" y="7730"/>
                </a:moveTo>
                <a:lnTo>
                  <a:pt x="6153" y="7730"/>
                </a:lnTo>
                <a:lnTo>
                  <a:pt x="6153" y="8814"/>
                </a:lnTo>
                <a:lnTo>
                  <a:pt x="5546" y="8814"/>
                </a:lnTo>
                <a:lnTo>
                  <a:pt x="5546" y="7730"/>
                </a:lnTo>
                <a:close/>
                <a:moveTo>
                  <a:pt x="7464" y="7189"/>
                </a:moveTo>
                <a:lnTo>
                  <a:pt x="7892" y="6760"/>
                </a:lnTo>
                <a:lnTo>
                  <a:pt x="8658" y="7526"/>
                </a:lnTo>
                <a:lnTo>
                  <a:pt x="8229" y="7955"/>
                </a:lnTo>
                <a:lnTo>
                  <a:pt x="7464" y="7189"/>
                </a:lnTo>
                <a:close/>
                <a:moveTo>
                  <a:pt x="9664" y="5449"/>
                </a:moveTo>
                <a:lnTo>
                  <a:pt x="9664" y="4843"/>
                </a:lnTo>
                <a:lnTo>
                  <a:pt x="8580" y="4843"/>
                </a:lnTo>
                <a:lnTo>
                  <a:pt x="8580" y="5449"/>
                </a:lnTo>
                <a:lnTo>
                  <a:pt x="9664" y="5449"/>
                </a:lnTo>
                <a:close/>
                <a:moveTo>
                  <a:pt x="6421" y="5502"/>
                </a:moveTo>
                <a:lnTo>
                  <a:pt x="6421" y="2448"/>
                </a:lnTo>
                <a:lnTo>
                  <a:pt x="5721" y="2448"/>
                </a:lnTo>
                <a:lnTo>
                  <a:pt x="5721" y="5212"/>
                </a:lnTo>
                <a:lnTo>
                  <a:pt x="4250" y="6684"/>
                </a:lnTo>
                <a:lnTo>
                  <a:pt x="4745" y="7178"/>
                </a:lnTo>
                <a:lnTo>
                  <a:pt x="6421" y="5502"/>
                </a:lnTo>
                <a:close/>
                <a:moveTo>
                  <a:pt x="6115" y="0"/>
                </a:moveTo>
                <a:lnTo>
                  <a:pt x="6115" y="700"/>
                </a:lnTo>
                <a:cubicBezTo>
                  <a:pt x="8526" y="700"/>
                  <a:pt x="10489" y="2663"/>
                  <a:pt x="10489" y="5074"/>
                </a:cubicBezTo>
                <a:cubicBezTo>
                  <a:pt x="10489" y="7485"/>
                  <a:pt x="8526" y="9448"/>
                  <a:pt x="6115" y="9448"/>
                </a:cubicBezTo>
                <a:cubicBezTo>
                  <a:pt x="3943" y="9448"/>
                  <a:pt x="2136" y="7857"/>
                  <a:pt x="1799" y="5777"/>
                </a:cubicBezTo>
                <a:lnTo>
                  <a:pt x="2475" y="6453"/>
                </a:lnTo>
                <a:lnTo>
                  <a:pt x="2970" y="5958"/>
                </a:lnTo>
                <a:lnTo>
                  <a:pt x="1981" y="4969"/>
                </a:lnTo>
                <a:lnTo>
                  <a:pt x="1486" y="4474"/>
                </a:lnTo>
                <a:lnTo>
                  <a:pt x="991" y="4969"/>
                </a:lnTo>
                <a:lnTo>
                  <a:pt x="0" y="5958"/>
                </a:lnTo>
                <a:lnTo>
                  <a:pt x="495" y="6453"/>
                </a:lnTo>
                <a:lnTo>
                  <a:pt x="1100" y="5848"/>
                </a:lnTo>
                <a:cubicBezTo>
                  <a:pt x="1474" y="8279"/>
                  <a:pt x="3580" y="10148"/>
                  <a:pt x="6114" y="10148"/>
                </a:cubicBezTo>
                <a:cubicBezTo>
                  <a:pt x="8911" y="10148"/>
                  <a:pt x="11188" y="7872"/>
                  <a:pt x="11188" y="5074"/>
                </a:cubicBezTo>
                <a:cubicBezTo>
                  <a:pt x="11188" y="2277"/>
                  <a:pt x="8913" y="0"/>
                  <a:pt x="61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iconfont-11255-5323810"/>
          <p:cNvSpPr>
            <a:spLocks noChangeAspect="1"/>
          </p:cNvSpPr>
          <p:nvPr/>
        </p:nvSpPr>
        <p:spPr bwMode="auto">
          <a:xfrm>
            <a:off x="7608994" y="574066"/>
            <a:ext cx="609563" cy="609685"/>
          </a:xfrm>
          <a:custGeom>
            <a:avLst/>
            <a:gdLst>
              <a:gd name="T0" fmla="*/ 1558 w 10361"/>
              <a:gd name="T1" fmla="*/ 4044 h 10361"/>
              <a:gd name="T2" fmla="*/ 334 w 10361"/>
              <a:gd name="T3" fmla="*/ 4044 h 10361"/>
              <a:gd name="T4" fmla="*/ 0 w 10361"/>
              <a:gd name="T5" fmla="*/ 4378 h 10361"/>
              <a:gd name="T6" fmla="*/ 0 w 10361"/>
              <a:gd name="T7" fmla="*/ 9860 h 10361"/>
              <a:gd name="T8" fmla="*/ 334 w 10361"/>
              <a:gd name="T9" fmla="*/ 10194 h 10361"/>
              <a:gd name="T10" fmla="*/ 1558 w 10361"/>
              <a:gd name="T11" fmla="*/ 10194 h 10361"/>
              <a:gd name="T12" fmla="*/ 1891 w 10361"/>
              <a:gd name="T13" fmla="*/ 9860 h 10361"/>
              <a:gd name="T14" fmla="*/ 1891 w 10361"/>
              <a:gd name="T15" fmla="*/ 4379 h 10361"/>
              <a:gd name="T16" fmla="*/ 1558 w 10361"/>
              <a:gd name="T17" fmla="*/ 4044 h 10361"/>
              <a:gd name="T18" fmla="*/ 9463 w 10361"/>
              <a:gd name="T19" fmla="*/ 3726 h 10361"/>
              <a:gd name="T20" fmla="*/ 6481 w 10361"/>
              <a:gd name="T21" fmla="*/ 3726 h 10361"/>
              <a:gd name="T22" fmla="*/ 6791 w 10361"/>
              <a:gd name="T23" fmla="*/ 1163 h 10361"/>
              <a:gd name="T24" fmla="*/ 6791 w 10361"/>
              <a:gd name="T25" fmla="*/ 1018 h 10361"/>
              <a:gd name="T26" fmla="*/ 6602 w 10361"/>
              <a:gd name="T27" fmla="*/ 485 h 10361"/>
              <a:gd name="T28" fmla="*/ 6081 w 10361"/>
              <a:gd name="T29" fmla="*/ 0 h 10361"/>
              <a:gd name="T30" fmla="*/ 2960 w 10361"/>
              <a:gd name="T31" fmla="*/ 3531 h 10361"/>
              <a:gd name="T32" fmla="*/ 2676 w 10361"/>
              <a:gd name="T33" fmla="*/ 4210 h 10361"/>
              <a:gd name="T34" fmla="*/ 2676 w 10361"/>
              <a:gd name="T35" fmla="*/ 9393 h 10361"/>
              <a:gd name="T36" fmla="*/ 3622 w 10361"/>
              <a:gd name="T37" fmla="*/ 10361 h 10361"/>
              <a:gd name="T38" fmla="*/ 8043 w 10361"/>
              <a:gd name="T39" fmla="*/ 10361 h 10361"/>
              <a:gd name="T40" fmla="*/ 8894 w 10361"/>
              <a:gd name="T41" fmla="*/ 9779 h 10361"/>
              <a:gd name="T42" fmla="*/ 10314 w 10361"/>
              <a:gd name="T43" fmla="*/ 6004 h 10361"/>
              <a:gd name="T44" fmla="*/ 10361 w 10361"/>
              <a:gd name="T45" fmla="*/ 5664 h 10361"/>
              <a:gd name="T46" fmla="*/ 10361 w 10361"/>
              <a:gd name="T47" fmla="*/ 4694 h 10361"/>
              <a:gd name="T48" fmla="*/ 9463 w 10361"/>
              <a:gd name="T49" fmla="*/ 3726 h 10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361" h="10361">
                <a:moveTo>
                  <a:pt x="1558" y="4044"/>
                </a:moveTo>
                <a:lnTo>
                  <a:pt x="334" y="4044"/>
                </a:lnTo>
                <a:cubicBezTo>
                  <a:pt x="149" y="4044"/>
                  <a:pt x="0" y="4194"/>
                  <a:pt x="0" y="4378"/>
                </a:cubicBezTo>
                <a:lnTo>
                  <a:pt x="0" y="9860"/>
                </a:lnTo>
                <a:cubicBezTo>
                  <a:pt x="0" y="10045"/>
                  <a:pt x="150" y="10194"/>
                  <a:pt x="334" y="10194"/>
                </a:cubicBezTo>
                <a:lnTo>
                  <a:pt x="1558" y="10194"/>
                </a:lnTo>
                <a:cubicBezTo>
                  <a:pt x="1743" y="10194"/>
                  <a:pt x="1891" y="10044"/>
                  <a:pt x="1891" y="9860"/>
                </a:cubicBezTo>
                <a:lnTo>
                  <a:pt x="1891" y="4379"/>
                </a:lnTo>
                <a:cubicBezTo>
                  <a:pt x="1891" y="4194"/>
                  <a:pt x="1742" y="4044"/>
                  <a:pt x="1558" y="4044"/>
                </a:cubicBezTo>
                <a:close/>
                <a:moveTo>
                  <a:pt x="9463" y="3726"/>
                </a:moveTo>
                <a:lnTo>
                  <a:pt x="6481" y="3726"/>
                </a:lnTo>
                <a:lnTo>
                  <a:pt x="6791" y="1163"/>
                </a:lnTo>
                <a:lnTo>
                  <a:pt x="6791" y="1018"/>
                </a:lnTo>
                <a:cubicBezTo>
                  <a:pt x="6791" y="824"/>
                  <a:pt x="6698" y="630"/>
                  <a:pt x="6602" y="485"/>
                </a:cubicBezTo>
                <a:lnTo>
                  <a:pt x="6081" y="0"/>
                </a:lnTo>
                <a:lnTo>
                  <a:pt x="2960" y="3531"/>
                </a:lnTo>
                <a:cubicBezTo>
                  <a:pt x="2771" y="3676"/>
                  <a:pt x="2676" y="3919"/>
                  <a:pt x="2676" y="4210"/>
                </a:cubicBezTo>
                <a:lnTo>
                  <a:pt x="2676" y="9393"/>
                </a:lnTo>
                <a:cubicBezTo>
                  <a:pt x="2676" y="9925"/>
                  <a:pt x="3102" y="10361"/>
                  <a:pt x="3622" y="10361"/>
                </a:cubicBezTo>
                <a:lnTo>
                  <a:pt x="8043" y="10361"/>
                </a:lnTo>
                <a:cubicBezTo>
                  <a:pt x="8421" y="10361"/>
                  <a:pt x="8753" y="10119"/>
                  <a:pt x="8894" y="9779"/>
                </a:cubicBezTo>
                <a:lnTo>
                  <a:pt x="10314" y="6004"/>
                </a:lnTo>
                <a:cubicBezTo>
                  <a:pt x="10361" y="5907"/>
                  <a:pt x="10361" y="5761"/>
                  <a:pt x="10361" y="5664"/>
                </a:cubicBezTo>
                <a:lnTo>
                  <a:pt x="10361" y="4694"/>
                </a:lnTo>
                <a:cubicBezTo>
                  <a:pt x="10361" y="4162"/>
                  <a:pt x="9983" y="3726"/>
                  <a:pt x="9463" y="37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iconfont-11145-6970019"/>
          <p:cNvSpPr>
            <a:spLocks noChangeAspect="1"/>
          </p:cNvSpPr>
          <p:nvPr/>
        </p:nvSpPr>
        <p:spPr bwMode="auto">
          <a:xfrm>
            <a:off x="8585698" y="574066"/>
            <a:ext cx="587915" cy="609685"/>
          </a:xfrm>
          <a:custGeom>
            <a:avLst/>
            <a:gdLst>
              <a:gd name="T0" fmla="*/ 9125 w 10801"/>
              <a:gd name="T1" fmla="*/ 4700 h 11200"/>
              <a:gd name="T2" fmla="*/ 9025 w 10801"/>
              <a:gd name="T3" fmla="*/ 800 h 11200"/>
              <a:gd name="T4" fmla="*/ 800 w 10801"/>
              <a:gd name="T5" fmla="*/ 900 h 11200"/>
              <a:gd name="T6" fmla="*/ 900 w 10801"/>
              <a:gd name="T7" fmla="*/ 10400 h 11200"/>
              <a:gd name="T8" fmla="*/ 4913 w 10801"/>
              <a:gd name="T9" fmla="*/ 10800 h 11200"/>
              <a:gd name="T10" fmla="*/ 400 w 10801"/>
              <a:gd name="T11" fmla="*/ 11200 h 11200"/>
              <a:gd name="T12" fmla="*/ 0 w 10801"/>
              <a:gd name="T13" fmla="*/ 400 h 11200"/>
              <a:gd name="T14" fmla="*/ 9525 w 10801"/>
              <a:gd name="T15" fmla="*/ 0 h 11200"/>
              <a:gd name="T16" fmla="*/ 9925 w 10801"/>
              <a:gd name="T17" fmla="*/ 4700 h 11200"/>
              <a:gd name="T18" fmla="*/ 1838 w 10801"/>
              <a:gd name="T19" fmla="*/ 2575 h 11200"/>
              <a:gd name="T20" fmla="*/ 8125 w 10801"/>
              <a:gd name="T21" fmla="*/ 2975 h 11200"/>
              <a:gd name="T22" fmla="*/ 1838 w 10801"/>
              <a:gd name="T23" fmla="*/ 3375 h 11200"/>
              <a:gd name="T24" fmla="*/ 1838 w 10801"/>
              <a:gd name="T25" fmla="*/ 2575 h 11200"/>
              <a:gd name="T26" fmla="*/ 4550 w 10801"/>
              <a:gd name="T27" fmla="*/ 5150 h 11200"/>
              <a:gd name="T28" fmla="*/ 4550 w 10801"/>
              <a:gd name="T29" fmla="*/ 5950 h 11200"/>
              <a:gd name="T30" fmla="*/ 1500 w 10801"/>
              <a:gd name="T31" fmla="*/ 5550 h 11200"/>
              <a:gd name="T32" fmla="*/ 1900 w 10801"/>
              <a:gd name="T33" fmla="*/ 7725 h 11200"/>
              <a:gd name="T34" fmla="*/ 4950 w 10801"/>
              <a:gd name="T35" fmla="*/ 8125 h 11200"/>
              <a:gd name="T36" fmla="*/ 1900 w 10801"/>
              <a:gd name="T37" fmla="*/ 8525 h 11200"/>
              <a:gd name="T38" fmla="*/ 1900 w 10801"/>
              <a:gd name="T39" fmla="*/ 7725 h 11200"/>
              <a:gd name="T40" fmla="*/ 6250 w 10801"/>
              <a:gd name="T41" fmla="*/ 5150 h 11200"/>
              <a:gd name="T42" fmla="*/ 6250 w 10801"/>
              <a:gd name="T43" fmla="*/ 5950 h 11200"/>
              <a:gd name="T44" fmla="*/ 5300 w 10801"/>
              <a:gd name="T45" fmla="*/ 5550 h 11200"/>
              <a:gd name="T46" fmla="*/ 5974 w 10801"/>
              <a:gd name="T47" fmla="*/ 7871 h 11200"/>
              <a:gd name="T48" fmla="*/ 6556 w 10801"/>
              <a:gd name="T49" fmla="*/ 7200 h 11200"/>
              <a:gd name="T50" fmla="*/ 6943 w 10801"/>
              <a:gd name="T51" fmla="*/ 6368 h 11200"/>
              <a:gd name="T52" fmla="*/ 8394 w 10801"/>
              <a:gd name="T53" fmla="*/ 6375 h 11200"/>
              <a:gd name="T54" fmla="*/ 9839 w 10801"/>
              <a:gd name="T55" fmla="*/ 6373 h 11200"/>
              <a:gd name="T56" fmla="*/ 10231 w 10801"/>
              <a:gd name="T57" fmla="*/ 7200 h 11200"/>
              <a:gd name="T58" fmla="*/ 10801 w 10801"/>
              <a:gd name="T59" fmla="*/ 7873 h 11200"/>
              <a:gd name="T60" fmla="*/ 10799 w 10801"/>
              <a:gd name="T61" fmla="*/ 8864 h 11200"/>
              <a:gd name="T62" fmla="*/ 10231 w 10801"/>
              <a:gd name="T63" fmla="*/ 9625 h 11200"/>
              <a:gd name="T64" fmla="*/ 9793 w 10801"/>
              <a:gd name="T65" fmla="*/ 10385 h 11200"/>
              <a:gd name="T66" fmla="*/ 8394 w 10801"/>
              <a:gd name="T67" fmla="*/ 10375 h 11200"/>
              <a:gd name="T68" fmla="*/ 6991 w 10801"/>
              <a:gd name="T69" fmla="*/ 10391 h 11200"/>
              <a:gd name="T70" fmla="*/ 6556 w 10801"/>
              <a:gd name="T71" fmla="*/ 9625 h 11200"/>
              <a:gd name="T72" fmla="*/ 5977 w 10801"/>
              <a:gd name="T73" fmla="*/ 8866 h 11200"/>
              <a:gd name="T74" fmla="*/ 5974 w 10801"/>
              <a:gd name="T75" fmla="*/ 7871 h 11200"/>
              <a:gd name="T76" fmla="*/ 9225 w 10801"/>
              <a:gd name="T77" fmla="*/ 8369 h 11200"/>
              <a:gd name="T78" fmla="*/ 7563 w 10801"/>
              <a:gd name="T79" fmla="*/ 8369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0801" h="11200">
                <a:moveTo>
                  <a:pt x="9525" y="5100"/>
                </a:moveTo>
                <a:cubicBezTo>
                  <a:pt x="9304" y="5100"/>
                  <a:pt x="9125" y="4921"/>
                  <a:pt x="9125" y="4700"/>
                </a:cubicBezTo>
                <a:lnTo>
                  <a:pt x="9125" y="900"/>
                </a:lnTo>
                <a:cubicBezTo>
                  <a:pt x="9125" y="845"/>
                  <a:pt x="9080" y="800"/>
                  <a:pt x="9025" y="800"/>
                </a:cubicBezTo>
                <a:lnTo>
                  <a:pt x="900" y="800"/>
                </a:lnTo>
                <a:cubicBezTo>
                  <a:pt x="845" y="800"/>
                  <a:pt x="800" y="845"/>
                  <a:pt x="800" y="900"/>
                </a:cubicBezTo>
                <a:lnTo>
                  <a:pt x="800" y="10300"/>
                </a:lnTo>
                <a:cubicBezTo>
                  <a:pt x="800" y="10355"/>
                  <a:pt x="845" y="10400"/>
                  <a:pt x="900" y="10400"/>
                </a:cubicBezTo>
                <a:lnTo>
                  <a:pt x="4513" y="10400"/>
                </a:lnTo>
                <a:cubicBezTo>
                  <a:pt x="4733" y="10400"/>
                  <a:pt x="4913" y="10579"/>
                  <a:pt x="4913" y="10800"/>
                </a:cubicBezTo>
                <a:cubicBezTo>
                  <a:pt x="4913" y="11021"/>
                  <a:pt x="4733" y="11200"/>
                  <a:pt x="4513" y="11200"/>
                </a:cubicBezTo>
                <a:lnTo>
                  <a:pt x="400" y="11200"/>
                </a:lnTo>
                <a:cubicBezTo>
                  <a:pt x="179" y="11200"/>
                  <a:pt x="0" y="11021"/>
                  <a:pt x="0" y="10800"/>
                </a:cubicBezTo>
                <a:lnTo>
                  <a:pt x="0" y="400"/>
                </a:lnTo>
                <a:cubicBezTo>
                  <a:pt x="0" y="179"/>
                  <a:pt x="179" y="0"/>
                  <a:pt x="400" y="0"/>
                </a:cubicBezTo>
                <a:lnTo>
                  <a:pt x="9525" y="0"/>
                </a:lnTo>
                <a:cubicBezTo>
                  <a:pt x="9746" y="0"/>
                  <a:pt x="9925" y="179"/>
                  <a:pt x="9925" y="400"/>
                </a:cubicBezTo>
                <a:lnTo>
                  <a:pt x="9925" y="4700"/>
                </a:lnTo>
                <a:cubicBezTo>
                  <a:pt x="9925" y="4921"/>
                  <a:pt x="9746" y="5100"/>
                  <a:pt x="9525" y="5100"/>
                </a:cubicBezTo>
                <a:close/>
                <a:moveTo>
                  <a:pt x="1838" y="2575"/>
                </a:moveTo>
                <a:lnTo>
                  <a:pt x="7725" y="2575"/>
                </a:lnTo>
                <a:cubicBezTo>
                  <a:pt x="7946" y="2575"/>
                  <a:pt x="8125" y="2754"/>
                  <a:pt x="8125" y="2975"/>
                </a:cubicBezTo>
                <a:cubicBezTo>
                  <a:pt x="8125" y="3196"/>
                  <a:pt x="7946" y="3375"/>
                  <a:pt x="7725" y="3375"/>
                </a:cubicBezTo>
                <a:lnTo>
                  <a:pt x="1838" y="3375"/>
                </a:lnTo>
                <a:cubicBezTo>
                  <a:pt x="1617" y="3375"/>
                  <a:pt x="1438" y="3196"/>
                  <a:pt x="1438" y="2975"/>
                </a:cubicBezTo>
                <a:cubicBezTo>
                  <a:pt x="1438" y="2754"/>
                  <a:pt x="1617" y="2575"/>
                  <a:pt x="1838" y="2575"/>
                </a:cubicBezTo>
                <a:close/>
                <a:moveTo>
                  <a:pt x="1900" y="5150"/>
                </a:moveTo>
                <a:lnTo>
                  <a:pt x="4550" y="5150"/>
                </a:lnTo>
                <a:cubicBezTo>
                  <a:pt x="4771" y="5150"/>
                  <a:pt x="4950" y="5329"/>
                  <a:pt x="4950" y="5550"/>
                </a:cubicBezTo>
                <a:cubicBezTo>
                  <a:pt x="4950" y="5771"/>
                  <a:pt x="4771" y="5950"/>
                  <a:pt x="4550" y="5950"/>
                </a:cubicBezTo>
                <a:lnTo>
                  <a:pt x="1900" y="5950"/>
                </a:lnTo>
                <a:cubicBezTo>
                  <a:pt x="1679" y="5950"/>
                  <a:pt x="1500" y="5771"/>
                  <a:pt x="1500" y="5550"/>
                </a:cubicBezTo>
                <a:cubicBezTo>
                  <a:pt x="1500" y="5329"/>
                  <a:pt x="1679" y="5150"/>
                  <a:pt x="1900" y="5150"/>
                </a:cubicBezTo>
                <a:close/>
                <a:moveTo>
                  <a:pt x="1900" y="7725"/>
                </a:moveTo>
                <a:lnTo>
                  <a:pt x="4550" y="7725"/>
                </a:lnTo>
                <a:cubicBezTo>
                  <a:pt x="4771" y="7725"/>
                  <a:pt x="4950" y="7904"/>
                  <a:pt x="4950" y="8125"/>
                </a:cubicBezTo>
                <a:cubicBezTo>
                  <a:pt x="4950" y="8346"/>
                  <a:pt x="4771" y="8525"/>
                  <a:pt x="4550" y="8525"/>
                </a:cubicBezTo>
                <a:lnTo>
                  <a:pt x="1900" y="8525"/>
                </a:lnTo>
                <a:cubicBezTo>
                  <a:pt x="1679" y="8525"/>
                  <a:pt x="1500" y="8346"/>
                  <a:pt x="1500" y="8125"/>
                </a:cubicBezTo>
                <a:cubicBezTo>
                  <a:pt x="1500" y="7904"/>
                  <a:pt x="1679" y="7725"/>
                  <a:pt x="1900" y="7725"/>
                </a:cubicBezTo>
                <a:close/>
                <a:moveTo>
                  <a:pt x="5700" y="5150"/>
                </a:moveTo>
                <a:lnTo>
                  <a:pt x="6250" y="5150"/>
                </a:lnTo>
                <a:cubicBezTo>
                  <a:pt x="6471" y="5150"/>
                  <a:pt x="6650" y="5329"/>
                  <a:pt x="6650" y="5550"/>
                </a:cubicBezTo>
                <a:cubicBezTo>
                  <a:pt x="6650" y="5771"/>
                  <a:pt x="6471" y="5950"/>
                  <a:pt x="6250" y="5950"/>
                </a:cubicBezTo>
                <a:lnTo>
                  <a:pt x="5700" y="5950"/>
                </a:lnTo>
                <a:cubicBezTo>
                  <a:pt x="5479" y="5950"/>
                  <a:pt x="5300" y="5771"/>
                  <a:pt x="5300" y="5550"/>
                </a:cubicBezTo>
                <a:cubicBezTo>
                  <a:pt x="5300" y="5329"/>
                  <a:pt x="5479" y="5150"/>
                  <a:pt x="5700" y="5150"/>
                </a:cubicBezTo>
                <a:close/>
                <a:moveTo>
                  <a:pt x="5974" y="7871"/>
                </a:moveTo>
                <a:cubicBezTo>
                  <a:pt x="6028" y="7603"/>
                  <a:pt x="6128" y="7345"/>
                  <a:pt x="6267" y="7109"/>
                </a:cubicBezTo>
                <a:cubicBezTo>
                  <a:pt x="6352" y="7169"/>
                  <a:pt x="6453" y="7200"/>
                  <a:pt x="6556" y="7200"/>
                </a:cubicBezTo>
                <a:cubicBezTo>
                  <a:pt x="6836" y="7200"/>
                  <a:pt x="7063" y="6973"/>
                  <a:pt x="7063" y="6694"/>
                </a:cubicBezTo>
                <a:cubicBezTo>
                  <a:pt x="7063" y="6569"/>
                  <a:pt x="7018" y="6456"/>
                  <a:pt x="6943" y="6368"/>
                </a:cubicBezTo>
                <a:cubicBezTo>
                  <a:pt x="7222" y="6166"/>
                  <a:pt x="7545" y="6021"/>
                  <a:pt x="7894" y="5949"/>
                </a:cubicBezTo>
                <a:cubicBezTo>
                  <a:pt x="7933" y="6191"/>
                  <a:pt x="8142" y="6375"/>
                  <a:pt x="8394" y="6375"/>
                </a:cubicBezTo>
                <a:cubicBezTo>
                  <a:pt x="8645" y="6375"/>
                  <a:pt x="8854" y="6192"/>
                  <a:pt x="8893" y="5952"/>
                </a:cubicBezTo>
                <a:cubicBezTo>
                  <a:pt x="9241" y="6025"/>
                  <a:pt x="9562" y="6171"/>
                  <a:pt x="9839" y="6373"/>
                </a:cubicBezTo>
                <a:cubicBezTo>
                  <a:pt x="9765" y="6464"/>
                  <a:pt x="9725" y="6577"/>
                  <a:pt x="9725" y="6694"/>
                </a:cubicBezTo>
                <a:cubicBezTo>
                  <a:pt x="9725" y="6973"/>
                  <a:pt x="9952" y="7200"/>
                  <a:pt x="10231" y="7200"/>
                </a:cubicBezTo>
                <a:cubicBezTo>
                  <a:pt x="10331" y="7200"/>
                  <a:pt x="10428" y="7171"/>
                  <a:pt x="10511" y="7116"/>
                </a:cubicBezTo>
                <a:cubicBezTo>
                  <a:pt x="10650" y="7350"/>
                  <a:pt x="10748" y="7606"/>
                  <a:pt x="10801" y="7873"/>
                </a:cubicBezTo>
                <a:cubicBezTo>
                  <a:pt x="10572" y="7922"/>
                  <a:pt x="10400" y="8125"/>
                  <a:pt x="10400" y="8369"/>
                </a:cubicBezTo>
                <a:cubicBezTo>
                  <a:pt x="10400" y="8612"/>
                  <a:pt x="10571" y="8814"/>
                  <a:pt x="10799" y="8864"/>
                </a:cubicBezTo>
                <a:cubicBezTo>
                  <a:pt x="10739" y="9155"/>
                  <a:pt x="10626" y="9432"/>
                  <a:pt x="10466" y="9683"/>
                </a:cubicBezTo>
                <a:cubicBezTo>
                  <a:pt x="10394" y="9645"/>
                  <a:pt x="10313" y="9625"/>
                  <a:pt x="10231" y="9625"/>
                </a:cubicBezTo>
                <a:cubicBezTo>
                  <a:pt x="9952" y="9625"/>
                  <a:pt x="9725" y="9852"/>
                  <a:pt x="9725" y="10131"/>
                </a:cubicBezTo>
                <a:cubicBezTo>
                  <a:pt x="9725" y="10224"/>
                  <a:pt x="9750" y="10310"/>
                  <a:pt x="9793" y="10385"/>
                </a:cubicBezTo>
                <a:cubicBezTo>
                  <a:pt x="9525" y="10571"/>
                  <a:pt x="9219" y="10706"/>
                  <a:pt x="8889" y="10774"/>
                </a:cubicBezTo>
                <a:cubicBezTo>
                  <a:pt x="8839" y="10546"/>
                  <a:pt x="8637" y="10375"/>
                  <a:pt x="8394" y="10375"/>
                </a:cubicBezTo>
                <a:cubicBezTo>
                  <a:pt x="8150" y="10375"/>
                  <a:pt x="7947" y="10547"/>
                  <a:pt x="7898" y="10776"/>
                </a:cubicBezTo>
                <a:cubicBezTo>
                  <a:pt x="7567" y="10710"/>
                  <a:pt x="7260" y="10576"/>
                  <a:pt x="6991" y="10391"/>
                </a:cubicBezTo>
                <a:cubicBezTo>
                  <a:pt x="7038" y="10312"/>
                  <a:pt x="7063" y="10223"/>
                  <a:pt x="7063" y="10131"/>
                </a:cubicBezTo>
                <a:cubicBezTo>
                  <a:pt x="7063" y="9852"/>
                  <a:pt x="6836" y="9625"/>
                  <a:pt x="6556" y="9625"/>
                </a:cubicBezTo>
                <a:cubicBezTo>
                  <a:pt x="6471" y="9625"/>
                  <a:pt x="6387" y="9647"/>
                  <a:pt x="6312" y="9688"/>
                </a:cubicBezTo>
                <a:cubicBezTo>
                  <a:pt x="6151" y="9437"/>
                  <a:pt x="6037" y="9158"/>
                  <a:pt x="5977" y="8866"/>
                </a:cubicBezTo>
                <a:cubicBezTo>
                  <a:pt x="6211" y="8821"/>
                  <a:pt x="6388" y="8616"/>
                  <a:pt x="6388" y="8369"/>
                </a:cubicBezTo>
                <a:cubicBezTo>
                  <a:pt x="6388" y="8121"/>
                  <a:pt x="6209" y="7915"/>
                  <a:pt x="5974" y="7871"/>
                </a:cubicBezTo>
                <a:close/>
                <a:moveTo>
                  <a:pt x="8394" y="9200"/>
                </a:moveTo>
                <a:cubicBezTo>
                  <a:pt x="8853" y="9200"/>
                  <a:pt x="9225" y="8828"/>
                  <a:pt x="9225" y="8369"/>
                </a:cubicBezTo>
                <a:cubicBezTo>
                  <a:pt x="9225" y="7910"/>
                  <a:pt x="8853" y="7538"/>
                  <a:pt x="8394" y="7538"/>
                </a:cubicBezTo>
                <a:cubicBezTo>
                  <a:pt x="7935" y="7538"/>
                  <a:pt x="7563" y="7910"/>
                  <a:pt x="7563" y="8369"/>
                </a:cubicBezTo>
                <a:cubicBezTo>
                  <a:pt x="7563" y="8828"/>
                  <a:pt x="7935" y="9200"/>
                  <a:pt x="8394" y="92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iconfont-1090-826136"/>
          <p:cNvSpPr>
            <a:spLocks noChangeAspect="1"/>
          </p:cNvSpPr>
          <p:nvPr/>
        </p:nvSpPr>
        <p:spPr bwMode="auto">
          <a:xfrm>
            <a:off x="9562402" y="574066"/>
            <a:ext cx="558889" cy="609685"/>
          </a:xfrm>
          <a:custGeom>
            <a:avLst/>
            <a:gdLst>
              <a:gd name="T0" fmla="*/ 2120 w 8800"/>
              <a:gd name="T1" fmla="*/ 3642 h 9600"/>
              <a:gd name="T2" fmla="*/ 5880 w 8800"/>
              <a:gd name="T3" fmla="*/ 3642 h 9600"/>
              <a:gd name="T4" fmla="*/ 5880 w 8800"/>
              <a:gd name="T5" fmla="*/ 4602 h 9600"/>
              <a:gd name="T6" fmla="*/ 2120 w 8800"/>
              <a:gd name="T7" fmla="*/ 4602 h 9600"/>
              <a:gd name="T8" fmla="*/ 2120 w 8800"/>
              <a:gd name="T9" fmla="*/ 3642 h 9600"/>
              <a:gd name="T10" fmla="*/ 2120 w 8800"/>
              <a:gd name="T11" fmla="*/ 2042 h 9600"/>
              <a:gd name="T12" fmla="*/ 5880 w 8800"/>
              <a:gd name="T13" fmla="*/ 2042 h 9600"/>
              <a:gd name="T14" fmla="*/ 5880 w 8800"/>
              <a:gd name="T15" fmla="*/ 3002 h 9600"/>
              <a:gd name="T16" fmla="*/ 2120 w 8800"/>
              <a:gd name="T17" fmla="*/ 3002 h 9600"/>
              <a:gd name="T18" fmla="*/ 2120 w 8800"/>
              <a:gd name="T19" fmla="*/ 2042 h 9600"/>
              <a:gd name="T20" fmla="*/ 2120 w 8800"/>
              <a:gd name="T21" fmla="*/ 5242 h 9600"/>
              <a:gd name="T22" fmla="*/ 4270 w 8800"/>
              <a:gd name="T23" fmla="*/ 5242 h 9600"/>
              <a:gd name="T24" fmla="*/ 4270 w 8800"/>
              <a:gd name="T25" fmla="*/ 6202 h 9600"/>
              <a:gd name="T26" fmla="*/ 2120 w 8800"/>
              <a:gd name="T27" fmla="*/ 6202 h 9600"/>
              <a:gd name="T28" fmla="*/ 2120 w 8800"/>
              <a:gd name="T29" fmla="*/ 5242 h 9600"/>
              <a:gd name="T30" fmla="*/ 8800 w 8800"/>
              <a:gd name="T31" fmla="*/ 6772 h 9600"/>
              <a:gd name="T32" fmla="*/ 8478 w 8800"/>
              <a:gd name="T33" fmla="*/ 6216 h 9600"/>
              <a:gd name="T34" fmla="*/ 7137 w 8800"/>
              <a:gd name="T35" fmla="*/ 5449 h 9600"/>
              <a:gd name="T36" fmla="*/ 6482 w 8800"/>
              <a:gd name="T37" fmla="*/ 5449 h 9600"/>
              <a:gd name="T38" fmla="*/ 5146 w 8800"/>
              <a:gd name="T39" fmla="*/ 6213 h 9600"/>
              <a:gd name="T40" fmla="*/ 4800 w 8800"/>
              <a:gd name="T41" fmla="*/ 6788 h 9600"/>
              <a:gd name="T42" fmla="*/ 4800 w 8800"/>
              <a:gd name="T43" fmla="*/ 8277 h 9600"/>
              <a:gd name="T44" fmla="*/ 5151 w 8800"/>
              <a:gd name="T45" fmla="*/ 8854 h 9600"/>
              <a:gd name="T46" fmla="*/ 6476 w 8800"/>
              <a:gd name="T47" fmla="*/ 9600 h 9600"/>
              <a:gd name="T48" fmla="*/ 7139 w 8800"/>
              <a:gd name="T49" fmla="*/ 9600 h 9600"/>
              <a:gd name="T50" fmla="*/ 8470 w 8800"/>
              <a:gd name="T51" fmla="*/ 8838 h 9600"/>
              <a:gd name="T52" fmla="*/ 8795 w 8800"/>
              <a:gd name="T53" fmla="*/ 8287 h 9600"/>
              <a:gd name="T54" fmla="*/ 8800 w 8800"/>
              <a:gd name="T55" fmla="*/ 6772 h 9600"/>
              <a:gd name="T56" fmla="*/ 6795 w 8800"/>
              <a:gd name="T57" fmla="*/ 8289 h 9600"/>
              <a:gd name="T58" fmla="*/ 6031 w 8800"/>
              <a:gd name="T59" fmla="*/ 7525 h 9600"/>
              <a:gd name="T60" fmla="*/ 6795 w 8800"/>
              <a:gd name="T61" fmla="*/ 6760 h 9600"/>
              <a:gd name="T62" fmla="*/ 7559 w 8800"/>
              <a:gd name="T63" fmla="*/ 7525 h 9600"/>
              <a:gd name="T64" fmla="*/ 6795 w 8800"/>
              <a:gd name="T65" fmla="*/ 8289 h 9600"/>
              <a:gd name="T66" fmla="*/ 6795 w 8800"/>
              <a:gd name="T67" fmla="*/ 8289 h 9600"/>
              <a:gd name="T68" fmla="*/ 1437 w 8800"/>
              <a:gd name="T69" fmla="*/ 8645 h 9600"/>
              <a:gd name="T70" fmla="*/ 796 w 8800"/>
              <a:gd name="T71" fmla="*/ 8004 h 9600"/>
              <a:gd name="T72" fmla="*/ 796 w 8800"/>
              <a:gd name="T73" fmla="*/ 1596 h 9600"/>
              <a:gd name="T74" fmla="*/ 1437 w 8800"/>
              <a:gd name="T75" fmla="*/ 955 h 9600"/>
              <a:gd name="T76" fmla="*/ 6563 w 8800"/>
              <a:gd name="T77" fmla="*/ 955 h 9600"/>
              <a:gd name="T78" fmla="*/ 7204 w 8800"/>
              <a:gd name="T79" fmla="*/ 1596 h 9600"/>
              <a:gd name="T80" fmla="*/ 7204 w 8800"/>
              <a:gd name="T81" fmla="*/ 5000 h 9600"/>
              <a:gd name="T82" fmla="*/ 8000 w 8800"/>
              <a:gd name="T83" fmla="*/ 5000 h 9600"/>
              <a:gd name="T84" fmla="*/ 8000 w 8800"/>
              <a:gd name="T85" fmla="*/ 800 h 9600"/>
              <a:gd name="T86" fmla="*/ 7200 w 8800"/>
              <a:gd name="T87" fmla="*/ 0 h 9600"/>
              <a:gd name="T88" fmla="*/ 800 w 8800"/>
              <a:gd name="T89" fmla="*/ 0 h 9600"/>
              <a:gd name="T90" fmla="*/ 0 w 8800"/>
              <a:gd name="T91" fmla="*/ 800 h 9600"/>
              <a:gd name="T92" fmla="*/ 0 w 8800"/>
              <a:gd name="T93" fmla="*/ 8800 h 9600"/>
              <a:gd name="T94" fmla="*/ 800 w 8800"/>
              <a:gd name="T95" fmla="*/ 9600 h 9600"/>
              <a:gd name="T96" fmla="*/ 4480 w 8800"/>
              <a:gd name="T97" fmla="*/ 9600 h 9600"/>
              <a:gd name="T98" fmla="*/ 4480 w 8800"/>
              <a:gd name="T99" fmla="*/ 8645 h 9600"/>
              <a:gd name="T100" fmla="*/ 1437 w 8800"/>
              <a:gd name="T101" fmla="*/ 8645 h 9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8800" h="9600">
                <a:moveTo>
                  <a:pt x="2120" y="3642"/>
                </a:moveTo>
                <a:lnTo>
                  <a:pt x="5880" y="3642"/>
                </a:lnTo>
                <a:lnTo>
                  <a:pt x="5880" y="4602"/>
                </a:lnTo>
                <a:lnTo>
                  <a:pt x="2120" y="4602"/>
                </a:lnTo>
                <a:lnTo>
                  <a:pt x="2120" y="3642"/>
                </a:lnTo>
                <a:close/>
                <a:moveTo>
                  <a:pt x="2120" y="2042"/>
                </a:moveTo>
                <a:lnTo>
                  <a:pt x="5880" y="2042"/>
                </a:lnTo>
                <a:lnTo>
                  <a:pt x="5880" y="3002"/>
                </a:lnTo>
                <a:lnTo>
                  <a:pt x="2120" y="3002"/>
                </a:lnTo>
                <a:lnTo>
                  <a:pt x="2120" y="2042"/>
                </a:lnTo>
                <a:close/>
                <a:moveTo>
                  <a:pt x="2120" y="5242"/>
                </a:moveTo>
                <a:lnTo>
                  <a:pt x="4270" y="5242"/>
                </a:lnTo>
                <a:lnTo>
                  <a:pt x="4270" y="6202"/>
                </a:lnTo>
                <a:lnTo>
                  <a:pt x="2120" y="6202"/>
                </a:lnTo>
                <a:lnTo>
                  <a:pt x="2120" y="5242"/>
                </a:lnTo>
                <a:close/>
                <a:moveTo>
                  <a:pt x="8800" y="6772"/>
                </a:moveTo>
                <a:cubicBezTo>
                  <a:pt x="8472" y="6226"/>
                  <a:pt x="8478" y="6216"/>
                  <a:pt x="8478" y="6216"/>
                </a:cubicBezTo>
                <a:cubicBezTo>
                  <a:pt x="8478" y="6216"/>
                  <a:pt x="7347" y="6533"/>
                  <a:pt x="7137" y="5449"/>
                </a:cubicBezTo>
                <a:lnTo>
                  <a:pt x="6482" y="5449"/>
                </a:lnTo>
                <a:cubicBezTo>
                  <a:pt x="6482" y="5449"/>
                  <a:pt x="6301" y="6535"/>
                  <a:pt x="5146" y="6213"/>
                </a:cubicBezTo>
                <a:cubicBezTo>
                  <a:pt x="4812" y="6770"/>
                  <a:pt x="4800" y="6787"/>
                  <a:pt x="4800" y="6788"/>
                </a:cubicBezTo>
                <a:cubicBezTo>
                  <a:pt x="4800" y="6788"/>
                  <a:pt x="5704" y="7420"/>
                  <a:pt x="4800" y="8277"/>
                </a:cubicBezTo>
                <a:lnTo>
                  <a:pt x="5151" y="8854"/>
                </a:lnTo>
                <a:cubicBezTo>
                  <a:pt x="5151" y="8854"/>
                  <a:pt x="6149" y="8423"/>
                  <a:pt x="6476" y="9600"/>
                </a:cubicBezTo>
                <a:lnTo>
                  <a:pt x="7139" y="9600"/>
                </a:lnTo>
                <a:cubicBezTo>
                  <a:pt x="7139" y="9600"/>
                  <a:pt x="7347" y="8519"/>
                  <a:pt x="8470" y="8838"/>
                </a:cubicBezTo>
                <a:cubicBezTo>
                  <a:pt x="8790" y="8293"/>
                  <a:pt x="8795" y="8287"/>
                  <a:pt x="8795" y="8287"/>
                </a:cubicBezTo>
                <a:cubicBezTo>
                  <a:pt x="8795" y="8287"/>
                  <a:pt x="7947" y="7557"/>
                  <a:pt x="8800" y="6772"/>
                </a:cubicBezTo>
                <a:close/>
                <a:moveTo>
                  <a:pt x="6795" y="8289"/>
                </a:moveTo>
                <a:cubicBezTo>
                  <a:pt x="6373" y="8289"/>
                  <a:pt x="6031" y="7947"/>
                  <a:pt x="6031" y="7525"/>
                </a:cubicBezTo>
                <a:cubicBezTo>
                  <a:pt x="6031" y="7102"/>
                  <a:pt x="6373" y="6760"/>
                  <a:pt x="6795" y="6760"/>
                </a:cubicBezTo>
                <a:cubicBezTo>
                  <a:pt x="7217" y="6760"/>
                  <a:pt x="7559" y="7102"/>
                  <a:pt x="7559" y="7525"/>
                </a:cubicBezTo>
                <a:cubicBezTo>
                  <a:pt x="7559" y="7947"/>
                  <a:pt x="7217" y="8289"/>
                  <a:pt x="6795" y="8289"/>
                </a:cubicBezTo>
                <a:close/>
                <a:moveTo>
                  <a:pt x="6795" y="8289"/>
                </a:moveTo>
                <a:close/>
                <a:moveTo>
                  <a:pt x="1437" y="8645"/>
                </a:moveTo>
                <a:cubicBezTo>
                  <a:pt x="1083" y="8645"/>
                  <a:pt x="796" y="8358"/>
                  <a:pt x="796" y="8004"/>
                </a:cubicBezTo>
                <a:lnTo>
                  <a:pt x="796" y="1596"/>
                </a:lnTo>
                <a:cubicBezTo>
                  <a:pt x="796" y="1242"/>
                  <a:pt x="1083" y="955"/>
                  <a:pt x="1437" y="955"/>
                </a:cubicBezTo>
                <a:lnTo>
                  <a:pt x="6563" y="955"/>
                </a:lnTo>
                <a:cubicBezTo>
                  <a:pt x="6917" y="955"/>
                  <a:pt x="7204" y="1242"/>
                  <a:pt x="7204" y="1596"/>
                </a:cubicBezTo>
                <a:lnTo>
                  <a:pt x="7204" y="5000"/>
                </a:lnTo>
                <a:lnTo>
                  <a:pt x="8000" y="5000"/>
                </a:lnTo>
                <a:lnTo>
                  <a:pt x="8000" y="800"/>
                </a:lnTo>
                <a:cubicBezTo>
                  <a:pt x="8000" y="358"/>
                  <a:pt x="7642" y="0"/>
                  <a:pt x="7200" y="0"/>
                </a:cubicBezTo>
                <a:lnTo>
                  <a:pt x="800" y="0"/>
                </a:lnTo>
                <a:cubicBezTo>
                  <a:pt x="358" y="0"/>
                  <a:pt x="0" y="358"/>
                  <a:pt x="0" y="800"/>
                </a:cubicBezTo>
                <a:lnTo>
                  <a:pt x="0" y="8800"/>
                </a:lnTo>
                <a:cubicBezTo>
                  <a:pt x="0" y="9242"/>
                  <a:pt x="358" y="9600"/>
                  <a:pt x="800" y="9600"/>
                </a:cubicBezTo>
                <a:lnTo>
                  <a:pt x="4480" y="9600"/>
                </a:lnTo>
                <a:lnTo>
                  <a:pt x="4480" y="8645"/>
                </a:lnTo>
                <a:lnTo>
                  <a:pt x="1437" y="86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data-management-interface-symbol-with-gears-and-binary-code-numbers_36094"/>
          <p:cNvSpPr>
            <a:spLocks noChangeAspect="1"/>
          </p:cNvSpPr>
          <p:nvPr/>
        </p:nvSpPr>
        <p:spPr bwMode="auto">
          <a:xfrm>
            <a:off x="10539106" y="574066"/>
            <a:ext cx="495862" cy="609685"/>
          </a:xfrm>
          <a:custGeom>
            <a:avLst/>
            <a:gdLst>
              <a:gd name="connsiteX0" fmla="*/ 143125 w 480836"/>
              <a:gd name="connsiteY0" fmla="*/ 541546 h 591209"/>
              <a:gd name="connsiteX1" fmla="*/ 135152 w 480836"/>
              <a:gd name="connsiteY1" fmla="*/ 545519 h 591209"/>
              <a:gd name="connsiteX2" fmla="*/ 132162 w 480836"/>
              <a:gd name="connsiteY2" fmla="*/ 563398 h 591209"/>
              <a:gd name="connsiteX3" fmla="*/ 135152 w 480836"/>
              <a:gd name="connsiteY3" fmla="*/ 581276 h 591209"/>
              <a:gd name="connsiteX4" fmla="*/ 143125 w 480836"/>
              <a:gd name="connsiteY4" fmla="*/ 585249 h 591209"/>
              <a:gd name="connsiteX5" fmla="*/ 150101 w 480836"/>
              <a:gd name="connsiteY5" fmla="*/ 581276 h 591209"/>
              <a:gd name="connsiteX6" fmla="*/ 153090 w 480836"/>
              <a:gd name="connsiteY6" fmla="*/ 563398 h 591209"/>
              <a:gd name="connsiteX7" fmla="*/ 150101 w 480836"/>
              <a:gd name="connsiteY7" fmla="*/ 546513 h 591209"/>
              <a:gd name="connsiteX8" fmla="*/ 143125 w 480836"/>
              <a:gd name="connsiteY8" fmla="*/ 541546 h 591209"/>
              <a:gd name="connsiteX9" fmla="*/ 23872 w 480836"/>
              <a:gd name="connsiteY9" fmla="*/ 541546 h 591209"/>
              <a:gd name="connsiteX10" fmla="*/ 16928 w 480836"/>
              <a:gd name="connsiteY10" fmla="*/ 545519 h 591209"/>
              <a:gd name="connsiteX11" fmla="*/ 13952 w 480836"/>
              <a:gd name="connsiteY11" fmla="*/ 563398 h 591209"/>
              <a:gd name="connsiteX12" fmla="*/ 16928 w 480836"/>
              <a:gd name="connsiteY12" fmla="*/ 581276 h 591209"/>
              <a:gd name="connsiteX13" fmla="*/ 23872 w 480836"/>
              <a:gd name="connsiteY13" fmla="*/ 585249 h 591209"/>
              <a:gd name="connsiteX14" fmla="*/ 31808 w 480836"/>
              <a:gd name="connsiteY14" fmla="*/ 581276 h 591209"/>
              <a:gd name="connsiteX15" fmla="*/ 34785 w 480836"/>
              <a:gd name="connsiteY15" fmla="*/ 563398 h 591209"/>
              <a:gd name="connsiteX16" fmla="*/ 31808 w 480836"/>
              <a:gd name="connsiteY16" fmla="*/ 546513 h 591209"/>
              <a:gd name="connsiteX17" fmla="*/ 23872 w 480836"/>
              <a:gd name="connsiteY17" fmla="*/ 541546 h 591209"/>
              <a:gd name="connsiteX18" fmla="*/ 143125 w 480836"/>
              <a:gd name="connsiteY18" fmla="*/ 536580 h 591209"/>
              <a:gd name="connsiteX19" fmla="*/ 150101 w 480836"/>
              <a:gd name="connsiteY19" fmla="*/ 538567 h 591209"/>
              <a:gd name="connsiteX20" fmla="*/ 156080 w 480836"/>
              <a:gd name="connsiteY20" fmla="*/ 543533 h 591209"/>
              <a:gd name="connsiteX21" fmla="*/ 159070 w 480836"/>
              <a:gd name="connsiteY21" fmla="*/ 551479 h 591209"/>
              <a:gd name="connsiteX22" fmla="*/ 160066 w 480836"/>
              <a:gd name="connsiteY22" fmla="*/ 563398 h 591209"/>
              <a:gd name="connsiteX23" fmla="*/ 158073 w 480836"/>
              <a:gd name="connsiteY23" fmla="*/ 579290 h 591209"/>
              <a:gd name="connsiteX24" fmla="*/ 152094 w 480836"/>
              <a:gd name="connsiteY24" fmla="*/ 588229 h 591209"/>
              <a:gd name="connsiteX25" fmla="*/ 143125 w 480836"/>
              <a:gd name="connsiteY25" fmla="*/ 591209 h 591209"/>
              <a:gd name="connsiteX26" fmla="*/ 131166 w 480836"/>
              <a:gd name="connsiteY26" fmla="*/ 585249 h 591209"/>
              <a:gd name="connsiteX27" fmla="*/ 125186 w 480836"/>
              <a:gd name="connsiteY27" fmla="*/ 563398 h 591209"/>
              <a:gd name="connsiteX28" fmla="*/ 127179 w 480836"/>
              <a:gd name="connsiteY28" fmla="*/ 548499 h 591209"/>
              <a:gd name="connsiteX29" fmla="*/ 133159 w 480836"/>
              <a:gd name="connsiteY29" fmla="*/ 539560 h 591209"/>
              <a:gd name="connsiteX30" fmla="*/ 143125 w 480836"/>
              <a:gd name="connsiteY30" fmla="*/ 536580 h 591209"/>
              <a:gd name="connsiteX31" fmla="*/ 104347 w 480836"/>
              <a:gd name="connsiteY31" fmla="*/ 536580 h 591209"/>
              <a:gd name="connsiteX32" fmla="*/ 108304 w 480836"/>
              <a:gd name="connsiteY32" fmla="*/ 536580 h 591209"/>
              <a:gd name="connsiteX33" fmla="*/ 108304 w 480836"/>
              <a:gd name="connsiteY33" fmla="*/ 590254 h 591209"/>
              <a:gd name="connsiteX34" fmla="*/ 102369 w 480836"/>
              <a:gd name="connsiteY34" fmla="*/ 590254 h 591209"/>
              <a:gd name="connsiteX35" fmla="*/ 102369 w 480836"/>
              <a:gd name="connsiteY35" fmla="*/ 548508 h 591209"/>
              <a:gd name="connsiteX36" fmla="*/ 96434 w 480836"/>
              <a:gd name="connsiteY36" fmla="*/ 552483 h 591209"/>
              <a:gd name="connsiteX37" fmla="*/ 89510 w 480836"/>
              <a:gd name="connsiteY37" fmla="*/ 556459 h 591209"/>
              <a:gd name="connsiteX38" fmla="*/ 89510 w 480836"/>
              <a:gd name="connsiteY38" fmla="*/ 549502 h 591209"/>
              <a:gd name="connsiteX39" fmla="*/ 98412 w 480836"/>
              <a:gd name="connsiteY39" fmla="*/ 543538 h 591209"/>
              <a:gd name="connsiteX40" fmla="*/ 104347 w 480836"/>
              <a:gd name="connsiteY40" fmla="*/ 536580 h 591209"/>
              <a:gd name="connsiteX41" fmla="*/ 68637 w 480836"/>
              <a:gd name="connsiteY41" fmla="*/ 536580 h 591209"/>
              <a:gd name="connsiteX42" fmla="*/ 72627 w 480836"/>
              <a:gd name="connsiteY42" fmla="*/ 536580 h 591209"/>
              <a:gd name="connsiteX43" fmla="*/ 72627 w 480836"/>
              <a:gd name="connsiteY43" fmla="*/ 590254 h 591209"/>
              <a:gd name="connsiteX44" fmla="*/ 66642 w 480836"/>
              <a:gd name="connsiteY44" fmla="*/ 590254 h 591209"/>
              <a:gd name="connsiteX45" fmla="*/ 66642 w 480836"/>
              <a:gd name="connsiteY45" fmla="*/ 548508 h 591209"/>
              <a:gd name="connsiteX46" fmla="*/ 59659 w 480836"/>
              <a:gd name="connsiteY46" fmla="*/ 552483 h 591209"/>
              <a:gd name="connsiteX47" fmla="*/ 53674 w 480836"/>
              <a:gd name="connsiteY47" fmla="*/ 556459 h 591209"/>
              <a:gd name="connsiteX48" fmla="*/ 53674 w 480836"/>
              <a:gd name="connsiteY48" fmla="*/ 549502 h 591209"/>
              <a:gd name="connsiteX49" fmla="*/ 62651 w 480836"/>
              <a:gd name="connsiteY49" fmla="*/ 543538 h 591209"/>
              <a:gd name="connsiteX50" fmla="*/ 68637 w 480836"/>
              <a:gd name="connsiteY50" fmla="*/ 536580 h 591209"/>
              <a:gd name="connsiteX51" fmla="*/ 23872 w 480836"/>
              <a:gd name="connsiteY51" fmla="*/ 536580 h 591209"/>
              <a:gd name="connsiteX52" fmla="*/ 31808 w 480836"/>
              <a:gd name="connsiteY52" fmla="*/ 538567 h 591209"/>
              <a:gd name="connsiteX53" fmla="*/ 36769 w 480836"/>
              <a:gd name="connsiteY53" fmla="*/ 543533 h 591209"/>
              <a:gd name="connsiteX54" fmla="*/ 40737 w 480836"/>
              <a:gd name="connsiteY54" fmla="*/ 551479 h 591209"/>
              <a:gd name="connsiteX55" fmla="*/ 41729 w 480836"/>
              <a:gd name="connsiteY55" fmla="*/ 563398 h 591209"/>
              <a:gd name="connsiteX56" fmla="*/ 39745 w 480836"/>
              <a:gd name="connsiteY56" fmla="*/ 579290 h 591209"/>
              <a:gd name="connsiteX57" fmla="*/ 33793 w 480836"/>
              <a:gd name="connsiteY57" fmla="*/ 588229 h 591209"/>
              <a:gd name="connsiteX58" fmla="*/ 23872 w 480836"/>
              <a:gd name="connsiteY58" fmla="*/ 591209 h 591209"/>
              <a:gd name="connsiteX59" fmla="*/ 11968 w 480836"/>
              <a:gd name="connsiteY59" fmla="*/ 585249 h 591209"/>
              <a:gd name="connsiteX60" fmla="*/ 7008 w 480836"/>
              <a:gd name="connsiteY60" fmla="*/ 563398 h 591209"/>
              <a:gd name="connsiteX61" fmla="*/ 8992 w 480836"/>
              <a:gd name="connsiteY61" fmla="*/ 548499 h 591209"/>
              <a:gd name="connsiteX62" fmla="*/ 14944 w 480836"/>
              <a:gd name="connsiteY62" fmla="*/ 539560 h 591209"/>
              <a:gd name="connsiteX63" fmla="*/ 23872 w 480836"/>
              <a:gd name="connsiteY63" fmla="*/ 536580 h 591209"/>
              <a:gd name="connsiteX64" fmla="*/ 196724 w 480836"/>
              <a:gd name="connsiteY64" fmla="*/ 533713 h 591209"/>
              <a:gd name="connsiteX65" fmla="*/ 200680 w 480836"/>
              <a:gd name="connsiteY65" fmla="*/ 533713 h 591209"/>
              <a:gd name="connsiteX66" fmla="*/ 200680 w 480836"/>
              <a:gd name="connsiteY66" fmla="*/ 587228 h 591209"/>
              <a:gd name="connsiteX67" fmla="*/ 194745 w 480836"/>
              <a:gd name="connsiteY67" fmla="*/ 587228 h 591209"/>
              <a:gd name="connsiteX68" fmla="*/ 194745 w 480836"/>
              <a:gd name="connsiteY68" fmla="*/ 545605 h 591209"/>
              <a:gd name="connsiteX69" fmla="*/ 187821 w 480836"/>
              <a:gd name="connsiteY69" fmla="*/ 550560 h 591209"/>
              <a:gd name="connsiteX70" fmla="*/ 181886 w 480836"/>
              <a:gd name="connsiteY70" fmla="*/ 553533 h 591209"/>
              <a:gd name="connsiteX71" fmla="*/ 181886 w 480836"/>
              <a:gd name="connsiteY71" fmla="*/ 547587 h 591209"/>
              <a:gd name="connsiteX72" fmla="*/ 190789 w 480836"/>
              <a:gd name="connsiteY72" fmla="*/ 540650 h 591209"/>
              <a:gd name="connsiteX73" fmla="*/ 196724 w 480836"/>
              <a:gd name="connsiteY73" fmla="*/ 533713 h 591209"/>
              <a:gd name="connsiteX74" fmla="*/ 107366 w 480836"/>
              <a:gd name="connsiteY74" fmla="*/ 452340 h 591209"/>
              <a:gd name="connsiteX75" fmla="*/ 99430 w 480836"/>
              <a:gd name="connsiteY75" fmla="*/ 456301 h 591209"/>
              <a:gd name="connsiteX76" fmla="*/ 96454 w 480836"/>
              <a:gd name="connsiteY76" fmla="*/ 474128 h 591209"/>
              <a:gd name="connsiteX77" fmla="*/ 99430 w 480836"/>
              <a:gd name="connsiteY77" fmla="*/ 491954 h 591209"/>
              <a:gd name="connsiteX78" fmla="*/ 107366 w 480836"/>
              <a:gd name="connsiteY78" fmla="*/ 495916 h 591209"/>
              <a:gd name="connsiteX79" fmla="*/ 114310 w 480836"/>
              <a:gd name="connsiteY79" fmla="*/ 491954 h 591209"/>
              <a:gd name="connsiteX80" fmla="*/ 117287 w 480836"/>
              <a:gd name="connsiteY80" fmla="*/ 474128 h 591209"/>
              <a:gd name="connsiteX81" fmla="*/ 114310 w 480836"/>
              <a:gd name="connsiteY81" fmla="*/ 457292 h 591209"/>
              <a:gd name="connsiteX82" fmla="*/ 107366 w 480836"/>
              <a:gd name="connsiteY82" fmla="*/ 452340 h 591209"/>
              <a:gd name="connsiteX83" fmla="*/ 65637 w 480836"/>
              <a:gd name="connsiteY83" fmla="*/ 452340 h 591209"/>
              <a:gd name="connsiteX84" fmla="*/ 58693 w 480836"/>
              <a:gd name="connsiteY84" fmla="*/ 456301 h 591209"/>
              <a:gd name="connsiteX85" fmla="*/ 54725 w 480836"/>
              <a:gd name="connsiteY85" fmla="*/ 474128 h 591209"/>
              <a:gd name="connsiteX86" fmla="*/ 57701 w 480836"/>
              <a:gd name="connsiteY86" fmla="*/ 491954 h 591209"/>
              <a:gd name="connsiteX87" fmla="*/ 65637 w 480836"/>
              <a:gd name="connsiteY87" fmla="*/ 495916 h 591209"/>
              <a:gd name="connsiteX88" fmla="*/ 73573 w 480836"/>
              <a:gd name="connsiteY88" fmla="*/ 491954 h 591209"/>
              <a:gd name="connsiteX89" fmla="*/ 76550 w 480836"/>
              <a:gd name="connsiteY89" fmla="*/ 474128 h 591209"/>
              <a:gd name="connsiteX90" fmla="*/ 73573 w 480836"/>
              <a:gd name="connsiteY90" fmla="*/ 457292 h 591209"/>
              <a:gd name="connsiteX91" fmla="*/ 65637 w 480836"/>
              <a:gd name="connsiteY91" fmla="*/ 452340 h 591209"/>
              <a:gd name="connsiteX92" fmla="*/ 23872 w 480836"/>
              <a:gd name="connsiteY92" fmla="*/ 452340 h 591209"/>
              <a:gd name="connsiteX93" fmla="*/ 16928 w 480836"/>
              <a:gd name="connsiteY93" fmla="*/ 456301 h 591209"/>
              <a:gd name="connsiteX94" fmla="*/ 13952 w 480836"/>
              <a:gd name="connsiteY94" fmla="*/ 474128 h 591209"/>
              <a:gd name="connsiteX95" fmla="*/ 16928 w 480836"/>
              <a:gd name="connsiteY95" fmla="*/ 491954 h 591209"/>
              <a:gd name="connsiteX96" fmla="*/ 23872 w 480836"/>
              <a:gd name="connsiteY96" fmla="*/ 495916 h 591209"/>
              <a:gd name="connsiteX97" fmla="*/ 31808 w 480836"/>
              <a:gd name="connsiteY97" fmla="*/ 491954 h 591209"/>
              <a:gd name="connsiteX98" fmla="*/ 34785 w 480836"/>
              <a:gd name="connsiteY98" fmla="*/ 474128 h 591209"/>
              <a:gd name="connsiteX99" fmla="*/ 31808 w 480836"/>
              <a:gd name="connsiteY99" fmla="*/ 457292 h 591209"/>
              <a:gd name="connsiteX100" fmla="*/ 23872 w 480836"/>
              <a:gd name="connsiteY100" fmla="*/ 452340 h 591209"/>
              <a:gd name="connsiteX101" fmla="*/ 151108 w 480836"/>
              <a:gd name="connsiteY101" fmla="*/ 447388 h 591209"/>
              <a:gd name="connsiteX102" fmla="*/ 156085 w 480836"/>
              <a:gd name="connsiteY102" fmla="*/ 447388 h 591209"/>
              <a:gd name="connsiteX103" fmla="*/ 156085 w 480836"/>
              <a:gd name="connsiteY103" fmla="*/ 500903 h 591209"/>
              <a:gd name="connsiteX104" fmla="*/ 149117 w 480836"/>
              <a:gd name="connsiteY104" fmla="*/ 500903 h 591209"/>
              <a:gd name="connsiteX105" fmla="*/ 149117 w 480836"/>
              <a:gd name="connsiteY105" fmla="*/ 459280 h 591209"/>
              <a:gd name="connsiteX106" fmla="*/ 143144 w 480836"/>
              <a:gd name="connsiteY106" fmla="*/ 463244 h 591209"/>
              <a:gd name="connsiteX107" fmla="*/ 136176 w 480836"/>
              <a:gd name="connsiteY107" fmla="*/ 467208 h 591209"/>
              <a:gd name="connsiteX108" fmla="*/ 136176 w 480836"/>
              <a:gd name="connsiteY108" fmla="*/ 460271 h 591209"/>
              <a:gd name="connsiteX109" fmla="*/ 146131 w 480836"/>
              <a:gd name="connsiteY109" fmla="*/ 454325 h 591209"/>
              <a:gd name="connsiteX110" fmla="*/ 151108 w 480836"/>
              <a:gd name="connsiteY110" fmla="*/ 447388 h 591209"/>
              <a:gd name="connsiteX111" fmla="*/ 107366 w 480836"/>
              <a:gd name="connsiteY111" fmla="*/ 447388 h 591209"/>
              <a:gd name="connsiteX112" fmla="*/ 114310 w 480836"/>
              <a:gd name="connsiteY112" fmla="*/ 449369 h 591209"/>
              <a:gd name="connsiteX113" fmla="*/ 120263 w 480836"/>
              <a:gd name="connsiteY113" fmla="*/ 454321 h 591209"/>
              <a:gd name="connsiteX114" fmla="*/ 123239 w 480836"/>
              <a:gd name="connsiteY114" fmla="*/ 462243 h 591209"/>
              <a:gd name="connsiteX115" fmla="*/ 124231 w 480836"/>
              <a:gd name="connsiteY115" fmla="*/ 474128 h 591209"/>
              <a:gd name="connsiteX116" fmla="*/ 122247 w 480836"/>
              <a:gd name="connsiteY116" fmla="*/ 489974 h 591209"/>
              <a:gd name="connsiteX117" fmla="*/ 116295 w 480836"/>
              <a:gd name="connsiteY117" fmla="*/ 498887 h 591209"/>
              <a:gd name="connsiteX118" fmla="*/ 107366 w 480836"/>
              <a:gd name="connsiteY118" fmla="*/ 501858 h 591209"/>
              <a:gd name="connsiteX119" fmla="*/ 94470 w 480836"/>
              <a:gd name="connsiteY119" fmla="*/ 495916 h 591209"/>
              <a:gd name="connsiteX120" fmla="*/ 89510 w 480836"/>
              <a:gd name="connsiteY120" fmla="*/ 474128 h 591209"/>
              <a:gd name="connsiteX121" fmla="*/ 91494 w 480836"/>
              <a:gd name="connsiteY121" fmla="*/ 459272 h 591209"/>
              <a:gd name="connsiteX122" fmla="*/ 97446 w 480836"/>
              <a:gd name="connsiteY122" fmla="*/ 450359 h 591209"/>
              <a:gd name="connsiteX123" fmla="*/ 107366 w 480836"/>
              <a:gd name="connsiteY123" fmla="*/ 447388 h 591209"/>
              <a:gd name="connsiteX124" fmla="*/ 65637 w 480836"/>
              <a:gd name="connsiteY124" fmla="*/ 447388 h 591209"/>
              <a:gd name="connsiteX125" fmla="*/ 73573 w 480836"/>
              <a:gd name="connsiteY125" fmla="*/ 449369 h 591209"/>
              <a:gd name="connsiteX126" fmla="*/ 78534 w 480836"/>
              <a:gd name="connsiteY126" fmla="*/ 454321 h 591209"/>
              <a:gd name="connsiteX127" fmla="*/ 81510 w 480836"/>
              <a:gd name="connsiteY127" fmla="*/ 462243 h 591209"/>
              <a:gd name="connsiteX128" fmla="*/ 82502 w 480836"/>
              <a:gd name="connsiteY128" fmla="*/ 474128 h 591209"/>
              <a:gd name="connsiteX129" fmla="*/ 80518 w 480836"/>
              <a:gd name="connsiteY129" fmla="*/ 489974 h 591209"/>
              <a:gd name="connsiteX130" fmla="*/ 75558 w 480836"/>
              <a:gd name="connsiteY130" fmla="*/ 498887 h 591209"/>
              <a:gd name="connsiteX131" fmla="*/ 65637 w 480836"/>
              <a:gd name="connsiteY131" fmla="*/ 501858 h 591209"/>
              <a:gd name="connsiteX132" fmla="*/ 53733 w 480836"/>
              <a:gd name="connsiteY132" fmla="*/ 495916 h 591209"/>
              <a:gd name="connsiteX133" fmla="*/ 47781 w 480836"/>
              <a:gd name="connsiteY133" fmla="*/ 474128 h 591209"/>
              <a:gd name="connsiteX134" fmla="*/ 49765 w 480836"/>
              <a:gd name="connsiteY134" fmla="*/ 459272 h 591209"/>
              <a:gd name="connsiteX135" fmla="*/ 55717 w 480836"/>
              <a:gd name="connsiteY135" fmla="*/ 450359 h 591209"/>
              <a:gd name="connsiteX136" fmla="*/ 65637 w 480836"/>
              <a:gd name="connsiteY136" fmla="*/ 447388 h 591209"/>
              <a:gd name="connsiteX137" fmla="*/ 23872 w 480836"/>
              <a:gd name="connsiteY137" fmla="*/ 447388 h 591209"/>
              <a:gd name="connsiteX138" fmla="*/ 31808 w 480836"/>
              <a:gd name="connsiteY138" fmla="*/ 449369 h 591209"/>
              <a:gd name="connsiteX139" fmla="*/ 36769 w 480836"/>
              <a:gd name="connsiteY139" fmla="*/ 454321 h 591209"/>
              <a:gd name="connsiteX140" fmla="*/ 40737 w 480836"/>
              <a:gd name="connsiteY140" fmla="*/ 462243 h 591209"/>
              <a:gd name="connsiteX141" fmla="*/ 41729 w 480836"/>
              <a:gd name="connsiteY141" fmla="*/ 474128 h 591209"/>
              <a:gd name="connsiteX142" fmla="*/ 39745 w 480836"/>
              <a:gd name="connsiteY142" fmla="*/ 489974 h 591209"/>
              <a:gd name="connsiteX143" fmla="*/ 33793 w 480836"/>
              <a:gd name="connsiteY143" fmla="*/ 498887 h 591209"/>
              <a:gd name="connsiteX144" fmla="*/ 23872 w 480836"/>
              <a:gd name="connsiteY144" fmla="*/ 501858 h 591209"/>
              <a:gd name="connsiteX145" fmla="*/ 11968 w 480836"/>
              <a:gd name="connsiteY145" fmla="*/ 495916 h 591209"/>
              <a:gd name="connsiteX146" fmla="*/ 7008 w 480836"/>
              <a:gd name="connsiteY146" fmla="*/ 474128 h 591209"/>
              <a:gd name="connsiteX147" fmla="*/ 8992 w 480836"/>
              <a:gd name="connsiteY147" fmla="*/ 459272 h 591209"/>
              <a:gd name="connsiteX148" fmla="*/ 14944 w 480836"/>
              <a:gd name="connsiteY148" fmla="*/ 450359 h 591209"/>
              <a:gd name="connsiteX149" fmla="*/ 23872 w 480836"/>
              <a:gd name="connsiteY149" fmla="*/ 447388 h 591209"/>
              <a:gd name="connsiteX150" fmla="*/ 305062 w 480836"/>
              <a:gd name="connsiteY150" fmla="*/ 430506 h 591209"/>
              <a:gd name="connsiteX151" fmla="*/ 259360 w 480836"/>
              <a:gd name="connsiteY151" fmla="*/ 473154 h 591209"/>
              <a:gd name="connsiteX152" fmla="*/ 302082 w 480836"/>
              <a:gd name="connsiteY152" fmla="*/ 517785 h 591209"/>
              <a:gd name="connsiteX153" fmla="*/ 347785 w 480836"/>
              <a:gd name="connsiteY153" fmla="*/ 475137 h 591209"/>
              <a:gd name="connsiteX154" fmla="*/ 305062 w 480836"/>
              <a:gd name="connsiteY154" fmla="*/ 430506 h 591209"/>
              <a:gd name="connsiteX155" fmla="*/ 318972 w 480836"/>
              <a:gd name="connsiteY155" fmla="*/ 365046 h 591209"/>
              <a:gd name="connsiteX156" fmla="*/ 332882 w 480836"/>
              <a:gd name="connsiteY156" fmla="*/ 379923 h 591209"/>
              <a:gd name="connsiteX157" fmla="*/ 333875 w 480836"/>
              <a:gd name="connsiteY157" fmla="*/ 396784 h 591209"/>
              <a:gd name="connsiteX158" fmla="*/ 349772 w 480836"/>
              <a:gd name="connsiteY158" fmla="*/ 403727 h 591209"/>
              <a:gd name="connsiteX159" fmla="*/ 364675 w 480836"/>
              <a:gd name="connsiteY159" fmla="*/ 391825 h 591209"/>
              <a:gd name="connsiteX160" fmla="*/ 384546 w 480836"/>
              <a:gd name="connsiteY160" fmla="*/ 392817 h 591209"/>
              <a:gd name="connsiteX161" fmla="*/ 411371 w 480836"/>
              <a:gd name="connsiteY161" fmla="*/ 426538 h 591209"/>
              <a:gd name="connsiteX162" fmla="*/ 411371 w 480836"/>
              <a:gd name="connsiteY162" fmla="*/ 446375 h 591209"/>
              <a:gd name="connsiteX163" fmla="*/ 393488 w 480836"/>
              <a:gd name="connsiteY163" fmla="*/ 461252 h 591209"/>
              <a:gd name="connsiteX164" fmla="*/ 394481 w 480836"/>
              <a:gd name="connsiteY164" fmla="*/ 473154 h 591209"/>
              <a:gd name="connsiteX165" fmla="*/ 416339 w 480836"/>
              <a:gd name="connsiteY165" fmla="*/ 487039 h 591209"/>
              <a:gd name="connsiteX166" fmla="*/ 420313 w 480836"/>
              <a:gd name="connsiteY166" fmla="*/ 505884 h 591209"/>
              <a:gd name="connsiteX167" fmla="*/ 397462 w 480836"/>
              <a:gd name="connsiteY167" fmla="*/ 543572 h 591209"/>
              <a:gd name="connsiteX168" fmla="*/ 377591 w 480836"/>
              <a:gd name="connsiteY168" fmla="*/ 547540 h 591209"/>
              <a:gd name="connsiteX169" fmla="*/ 360701 w 480836"/>
              <a:gd name="connsiteY169" fmla="*/ 537622 h 591209"/>
              <a:gd name="connsiteX170" fmla="*/ 350765 w 480836"/>
              <a:gd name="connsiteY170" fmla="*/ 543572 h 591209"/>
              <a:gd name="connsiteX171" fmla="*/ 351759 w 480836"/>
              <a:gd name="connsiteY171" fmla="*/ 566384 h 591209"/>
              <a:gd name="connsiteX172" fmla="*/ 336856 w 480836"/>
              <a:gd name="connsiteY172" fmla="*/ 580270 h 591209"/>
              <a:gd name="connsiteX173" fmla="*/ 293140 w 480836"/>
              <a:gd name="connsiteY173" fmla="*/ 583245 h 591209"/>
              <a:gd name="connsiteX174" fmla="*/ 279230 w 480836"/>
              <a:gd name="connsiteY174" fmla="*/ 568368 h 591209"/>
              <a:gd name="connsiteX175" fmla="*/ 278237 w 480836"/>
              <a:gd name="connsiteY175" fmla="*/ 550515 h 591209"/>
              <a:gd name="connsiteX176" fmla="*/ 265321 w 480836"/>
              <a:gd name="connsiteY176" fmla="*/ 545556 h 591209"/>
              <a:gd name="connsiteX177" fmla="*/ 249424 w 480836"/>
              <a:gd name="connsiteY177" fmla="*/ 558450 h 591209"/>
              <a:gd name="connsiteX178" fmla="*/ 246444 w 480836"/>
              <a:gd name="connsiteY178" fmla="*/ 559441 h 591209"/>
              <a:gd name="connsiteX179" fmla="*/ 229553 w 480836"/>
              <a:gd name="connsiteY179" fmla="*/ 557458 h 591209"/>
              <a:gd name="connsiteX180" fmla="*/ 201734 w 480836"/>
              <a:gd name="connsiteY180" fmla="*/ 522744 h 591209"/>
              <a:gd name="connsiteX181" fmla="*/ 202728 w 480836"/>
              <a:gd name="connsiteY181" fmla="*/ 502908 h 591209"/>
              <a:gd name="connsiteX182" fmla="*/ 219618 w 480836"/>
              <a:gd name="connsiteY182" fmla="*/ 490015 h 591209"/>
              <a:gd name="connsiteX183" fmla="*/ 217631 w 480836"/>
              <a:gd name="connsiteY183" fmla="*/ 476129 h 591209"/>
              <a:gd name="connsiteX184" fmla="*/ 196766 w 480836"/>
              <a:gd name="connsiteY184" fmla="*/ 465219 h 591209"/>
              <a:gd name="connsiteX185" fmla="*/ 190805 w 480836"/>
              <a:gd name="connsiteY185" fmla="*/ 448358 h 591209"/>
              <a:gd name="connsiteX186" fmla="*/ 191799 w 480836"/>
              <a:gd name="connsiteY186" fmla="*/ 446375 h 591209"/>
              <a:gd name="connsiteX187" fmla="*/ 211670 w 480836"/>
              <a:gd name="connsiteY187" fmla="*/ 406702 h 591209"/>
              <a:gd name="connsiteX188" fmla="*/ 231540 w 480836"/>
              <a:gd name="connsiteY188" fmla="*/ 402735 h 591209"/>
              <a:gd name="connsiteX189" fmla="*/ 249424 w 480836"/>
              <a:gd name="connsiteY189" fmla="*/ 411661 h 591209"/>
              <a:gd name="connsiteX190" fmla="*/ 261347 w 480836"/>
              <a:gd name="connsiteY190" fmla="*/ 403727 h 591209"/>
              <a:gd name="connsiteX191" fmla="*/ 260353 w 480836"/>
              <a:gd name="connsiteY191" fmla="*/ 380915 h 591209"/>
              <a:gd name="connsiteX192" fmla="*/ 275256 w 480836"/>
              <a:gd name="connsiteY192" fmla="*/ 367030 h 591209"/>
              <a:gd name="connsiteX193" fmla="*/ 143125 w 480836"/>
              <a:gd name="connsiteY193" fmla="*/ 363998 h 591209"/>
              <a:gd name="connsiteX194" fmla="*/ 135152 w 480836"/>
              <a:gd name="connsiteY194" fmla="*/ 366977 h 591209"/>
              <a:gd name="connsiteX195" fmla="*/ 132162 w 480836"/>
              <a:gd name="connsiteY195" fmla="*/ 384856 h 591209"/>
              <a:gd name="connsiteX196" fmla="*/ 135152 w 480836"/>
              <a:gd name="connsiteY196" fmla="*/ 402734 h 591209"/>
              <a:gd name="connsiteX197" fmla="*/ 143125 w 480836"/>
              <a:gd name="connsiteY197" fmla="*/ 406707 h 591209"/>
              <a:gd name="connsiteX198" fmla="*/ 150101 w 480836"/>
              <a:gd name="connsiteY198" fmla="*/ 402734 h 591209"/>
              <a:gd name="connsiteX199" fmla="*/ 153090 w 480836"/>
              <a:gd name="connsiteY199" fmla="*/ 384856 h 591209"/>
              <a:gd name="connsiteX200" fmla="*/ 150101 w 480836"/>
              <a:gd name="connsiteY200" fmla="*/ 367971 h 591209"/>
              <a:gd name="connsiteX201" fmla="*/ 143125 w 480836"/>
              <a:gd name="connsiteY201" fmla="*/ 363998 h 591209"/>
              <a:gd name="connsiteX202" fmla="*/ 23872 w 480836"/>
              <a:gd name="connsiteY202" fmla="*/ 363998 h 591209"/>
              <a:gd name="connsiteX203" fmla="*/ 16928 w 480836"/>
              <a:gd name="connsiteY203" fmla="*/ 366977 h 591209"/>
              <a:gd name="connsiteX204" fmla="*/ 13952 w 480836"/>
              <a:gd name="connsiteY204" fmla="*/ 384856 h 591209"/>
              <a:gd name="connsiteX205" fmla="*/ 16928 w 480836"/>
              <a:gd name="connsiteY205" fmla="*/ 402734 h 591209"/>
              <a:gd name="connsiteX206" fmla="*/ 23872 w 480836"/>
              <a:gd name="connsiteY206" fmla="*/ 406707 h 591209"/>
              <a:gd name="connsiteX207" fmla="*/ 31808 w 480836"/>
              <a:gd name="connsiteY207" fmla="*/ 402734 h 591209"/>
              <a:gd name="connsiteX208" fmla="*/ 34785 w 480836"/>
              <a:gd name="connsiteY208" fmla="*/ 384856 h 591209"/>
              <a:gd name="connsiteX209" fmla="*/ 31808 w 480836"/>
              <a:gd name="connsiteY209" fmla="*/ 367971 h 591209"/>
              <a:gd name="connsiteX210" fmla="*/ 23872 w 480836"/>
              <a:gd name="connsiteY210" fmla="*/ 363998 h 591209"/>
              <a:gd name="connsiteX211" fmla="*/ 143125 w 480836"/>
              <a:gd name="connsiteY211" fmla="*/ 358038 h 591209"/>
              <a:gd name="connsiteX212" fmla="*/ 150101 w 480836"/>
              <a:gd name="connsiteY212" fmla="*/ 360025 h 591209"/>
              <a:gd name="connsiteX213" fmla="*/ 156080 w 480836"/>
              <a:gd name="connsiteY213" fmla="*/ 364991 h 591209"/>
              <a:gd name="connsiteX214" fmla="*/ 159070 w 480836"/>
              <a:gd name="connsiteY214" fmla="*/ 372937 h 591209"/>
              <a:gd name="connsiteX215" fmla="*/ 160066 w 480836"/>
              <a:gd name="connsiteY215" fmla="*/ 384856 h 591209"/>
              <a:gd name="connsiteX216" fmla="*/ 158073 w 480836"/>
              <a:gd name="connsiteY216" fmla="*/ 400748 h 591209"/>
              <a:gd name="connsiteX217" fmla="*/ 152094 w 480836"/>
              <a:gd name="connsiteY217" fmla="*/ 409687 h 591209"/>
              <a:gd name="connsiteX218" fmla="*/ 143125 w 480836"/>
              <a:gd name="connsiteY218" fmla="*/ 412667 h 591209"/>
              <a:gd name="connsiteX219" fmla="*/ 131166 w 480836"/>
              <a:gd name="connsiteY219" fmla="*/ 406707 h 591209"/>
              <a:gd name="connsiteX220" fmla="*/ 125186 w 480836"/>
              <a:gd name="connsiteY220" fmla="*/ 384856 h 591209"/>
              <a:gd name="connsiteX221" fmla="*/ 127179 w 480836"/>
              <a:gd name="connsiteY221" fmla="*/ 369957 h 591209"/>
              <a:gd name="connsiteX222" fmla="*/ 133159 w 480836"/>
              <a:gd name="connsiteY222" fmla="*/ 361018 h 591209"/>
              <a:gd name="connsiteX223" fmla="*/ 143125 w 480836"/>
              <a:gd name="connsiteY223" fmla="*/ 358038 h 591209"/>
              <a:gd name="connsiteX224" fmla="*/ 104347 w 480836"/>
              <a:gd name="connsiteY224" fmla="*/ 358038 h 591209"/>
              <a:gd name="connsiteX225" fmla="*/ 108304 w 480836"/>
              <a:gd name="connsiteY225" fmla="*/ 358038 h 591209"/>
              <a:gd name="connsiteX226" fmla="*/ 108304 w 480836"/>
              <a:gd name="connsiteY226" fmla="*/ 411712 h 591209"/>
              <a:gd name="connsiteX227" fmla="*/ 102369 w 480836"/>
              <a:gd name="connsiteY227" fmla="*/ 411712 h 591209"/>
              <a:gd name="connsiteX228" fmla="*/ 102369 w 480836"/>
              <a:gd name="connsiteY228" fmla="*/ 369966 h 591209"/>
              <a:gd name="connsiteX229" fmla="*/ 96434 w 480836"/>
              <a:gd name="connsiteY229" fmla="*/ 374935 h 591209"/>
              <a:gd name="connsiteX230" fmla="*/ 89510 w 480836"/>
              <a:gd name="connsiteY230" fmla="*/ 377917 h 591209"/>
              <a:gd name="connsiteX231" fmla="*/ 89510 w 480836"/>
              <a:gd name="connsiteY231" fmla="*/ 371953 h 591209"/>
              <a:gd name="connsiteX232" fmla="*/ 98412 w 480836"/>
              <a:gd name="connsiteY232" fmla="*/ 364996 h 591209"/>
              <a:gd name="connsiteX233" fmla="*/ 104347 w 480836"/>
              <a:gd name="connsiteY233" fmla="*/ 358038 h 591209"/>
              <a:gd name="connsiteX234" fmla="*/ 68637 w 480836"/>
              <a:gd name="connsiteY234" fmla="*/ 358038 h 591209"/>
              <a:gd name="connsiteX235" fmla="*/ 72627 w 480836"/>
              <a:gd name="connsiteY235" fmla="*/ 358038 h 591209"/>
              <a:gd name="connsiteX236" fmla="*/ 72627 w 480836"/>
              <a:gd name="connsiteY236" fmla="*/ 411712 h 591209"/>
              <a:gd name="connsiteX237" fmla="*/ 66642 w 480836"/>
              <a:gd name="connsiteY237" fmla="*/ 411712 h 591209"/>
              <a:gd name="connsiteX238" fmla="*/ 66642 w 480836"/>
              <a:gd name="connsiteY238" fmla="*/ 369966 h 591209"/>
              <a:gd name="connsiteX239" fmla="*/ 59659 w 480836"/>
              <a:gd name="connsiteY239" fmla="*/ 374935 h 591209"/>
              <a:gd name="connsiteX240" fmla="*/ 53674 w 480836"/>
              <a:gd name="connsiteY240" fmla="*/ 377917 h 591209"/>
              <a:gd name="connsiteX241" fmla="*/ 53674 w 480836"/>
              <a:gd name="connsiteY241" fmla="*/ 371953 h 591209"/>
              <a:gd name="connsiteX242" fmla="*/ 62651 w 480836"/>
              <a:gd name="connsiteY242" fmla="*/ 364996 h 591209"/>
              <a:gd name="connsiteX243" fmla="*/ 68637 w 480836"/>
              <a:gd name="connsiteY243" fmla="*/ 358038 h 591209"/>
              <a:gd name="connsiteX244" fmla="*/ 23872 w 480836"/>
              <a:gd name="connsiteY244" fmla="*/ 358038 h 591209"/>
              <a:gd name="connsiteX245" fmla="*/ 31808 w 480836"/>
              <a:gd name="connsiteY245" fmla="*/ 360025 h 591209"/>
              <a:gd name="connsiteX246" fmla="*/ 36769 w 480836"/>
              <a:gd name="connsiteY246" fmla="*/ 364991 h 591209"/>
              <a:gd name="connsiteX247" fmla="*/ 40737 w 480836"/>
              <a:gd name="connsiteY247" fmla="*/ 372937 h 591209"/>
              <a:gd name="connsiteX248" fmla="*/ 41729 w 480836"/>
              <a:gd name="connsiteY248" fmla="*/ 384856 h 591209"/>
              <a:gd name="connsiteX249" fmla="*/ 39745 w 480836"/>
              <a:gd name="connsiteY249" fmla="*/ 400748 h 591209"/>
              <a:gd name="connsiteX250" fmla="*/ 33793 w 480836"/>
              <a:gd name="connsiteY250" fmla="*/ 409687 h 591209"/>
              <a:gd name="connsiteX251" fmla="*/ 23872 w 480836"/>
              <a:gd name="connsiteY251" fmla="*/ 412667 h 591209"/>
              <a:gd name="connsiteX252" fmla="*/ 11968 w 480836"/>
              <a:gd name="connsiteY252" fmla="*/ 406707 h 591209"/>
              <a:gd name="connsiteX253" fmla="*/ 7008 w 480836"/>
              <a:gd name="connsiteY253" fmla="*/ 384856 h 591209"/>
              <a:gd name="connsiteX254" fmla="*/ 8992 w 480836"/>
              <a:gd name="connsiteY254" fmla="*/ 369957 h 591209"/>
              <a:gd name="connsiteX255" fmla="*/ 14944 w 480836"/>
              <a:gd name="connsiteY255" fmla="*/ 361018 h 591209"/>
              <a:gd name="connsiteX256" fmla="*/ 23872 w 480836"/>
              <a:gd name="connsiteY256" fmla="*/ 358038 h 591209"/>
              <a:gd name="connsiteX257" fmla="*/ 22916 w 480836"/>
              <a:gd name="connsiteY257" fmla="*/ 284682 h 591209"/>
              <a:gd name="connsiteX258" fmla="*/ 15972 w 480836"/>
              <a:gd name="connsiteY258" fmla="*/ 287661 h 591209"/>
              <a:gd name="connsiteX259" fmla="*/ 12004 w 480836"/>
              <a:gd name="connsiteY259" fmla="*/ 305540 h 591209"/>
              <a:gd name="connsiteX260" fmla="*/ 14980 w 480836"/>
              <a:gd name="connsiteY260" fmla="*/ 323418 h 591209"/>
              <a:gd name="connsiteX261" fmla="*/ 22916 w 480836"/>
              <a:gd name="connsiteY261" fmla="*/ 327391 h 591209"/>
              <a:gd name="connsiteX262" fmla="*/ 30852 w 480836"/>
              <a:gd name="connsiteY262" fmla="*/ 323418 h 591209"/>
              <a:gd name="connsiteX263" fmla="*/ 33829 w 480836"/>
              <a:gd name="connsiteY263" fmla="*/ 305540 h 591209"/>
              <a:gd name="connsiteX264" fmla="*/ 30852 w 480836"/>
              <a:gd name="connsiteY264" fmla="*/ 288655 h 591209"/>
              <a:gd name="connsiteX265" fmla="*/ 22916 w 480836"/>
              <a:gd name="connsiteY265" fmla="*/ 284682 h 591209"/>
              <a:gd name="connsiteX266" fmla="*/ 67562 w 480836"/>
              <a:gd name="connsiteY266" fmla="*/ 278722 h 591209"/>
              <a:gd name="connsiteX267" fmla="*/ 71512 w 480836"/>
              <a:gd name="connsiteY267" fmla="*/ 278722 h 591209"/>
              <a:gd name="connsiteX268" fmla="*/ 71512 w 480836"/>
              <a:gd name="connsiteY268" fmla="*/ 332237 h 591209"/>
              <a:gd name="connsiteX269" fmla="*/ 64600 w 480836"/>
              <a:gd name="connsiteY269" fmla="*/ 332237 h 591209"/>
              <a:gd name="connsiteX270" fmla="*/ 64600 w 480836"/>
              <a:gd name="connsiteY270" fmla="*/ 290614 h 591209"/>
              <a:gd name="connsiteX271" fmla="*/ 58675 w 480836"/>
              <a:gd name="connsiteY271" fmla="*/ 295569 h 591209"/>
              <a:gd name="connsiteX272" fmla="*/ 51763 w 480836"/>
              <a:gd name="connsiteY272" fmla="*/ 298542 h 591209"/>
              <a:gd name="connsiteX273" fmla="*/ 51763 w 480836"/>
              <a:gd name="connsiteY273" fmla="*/ 292596 h 591209"/>
              <a:gd name="connsiteX274" fmla="*/ 61637 w 480836"/>
              <a:gd name="connsiteY274" fmla="*/ 285659 h 591209"/>
              <a:gd name="connsiteX275" fmla="*/ 67562 w 480836"/>
              <a:gd name="connsiteY275" fmla="*/ 278722 h 591209"/>
              <a:gd name="connsiteX276" fmla="*/ 22916 w 480836"/>
              <a:gd name="connsiteY276" fmla="*/ 278722 h 591209"/>
              <a:gd name="connsiteX277" fmla="*/ 30852 w 480836"/>
              <a:gd name="connsiteY277" fmla="*/ 280709 h 591209"/>
              <a:gd name="connsiteX278" fmla="*/ 35813 w 480836"/>
              <a:gd name="connsiteY278" fmla="*/ 285675 h 591209"/>
              <a:gd name="connsiteX279" fmla="*/ 38789 w 480836"/>
              <a:gd name="connsiteY279" fmla="*/ 293621 h 591209"/>
              <a:gd name="connsiteX280" fmla="*/ 40773 w 480836"/>
              <a:gd name="connsiteY280" fmla="*/ 305540 h 591209"/>
              <a:gd name="connsiteX281" fmla="*/ 38789 w 480836"/>
              <a:gd name="connsiteY281" fmla="*/ 321432 h 591209"/>
              <a:gd name="connsiteX282" fmla="*/ 32837 w 480836"/>
              <a:gd name="connsiteY282" fmla="*/ 330371 h 591209"/>
              <a:gd name="connsiteX283" fmla="*/ 22916 w 480836"/>
              <a:gd name="connsiteY283" fmla="*/ 333351 h 591209"/>
              <a:gd name="connsiteX284" fmla="*/ 11012 w 480836"/>
              <a:gd name="connsiteY284" fmla="*/ 327391 h 591209"/>
              <a:gd name="connsiteX285" fmla="*/ 6052 w 480836"/>
              <a:gd name="connsiteY285" fmla="*/ 305540 h 591209"/>
              <a:gd name="connsiteX286" fmla="*/ 7044 w 480836"/>
              <a:gd name="connsiteY286" fmla="*/ 290641 h 591209"/>
              <a:gd name="connsiteX287" fmla="*/ 12996 w 480836"/>
              <a:gd name="connsiteY287" fmla="*/ 281702 h 591209"/>
              <a:gd name="connsiteX288" fmla="*/ 22916 w 480836"/>
              <a:gd name="connsiteY288" fmla="*/ 278722 h 591209"/>
              <a:gd name="connsiteX289" fmla="*/ 168869 w 480836"/>
              <a:gd name="connsiteY289" fmla="*/ 270732 h 591209"/>
              <a:gd name="connsiteX290" fmla="*/ 149005 w 480836"/>
              <a:gd name="connsiteY290" fmla="*/ 291561 h 591209"/>
              <a:gd name="connsiteX291" fmla="*/ 168869 w 480836"/>
              <a:gd name="connsiteY291" fmla="*/ 311399 h 591209"/>
              <a:gd name="connsiteX292" fmla="*/ 188732 w 480836"/>
              <a:gd name="connsiteY292" fmla="*/ 291561 h 591209"/>
              <a:gd name="connsiteX293" fmla="*/ 168869 w 480836"/>
              <a:gd name="connsiteY293" fmla="*/ 270732 h 591209"/>
              <a:gd name="connsiteX294" fmla="*/ 371550 w 480836"/>
              <a:gd name="connsiteY294" fmla="*/ 249894 h 591209"/>
              <a:gd name="connsiteX295" fmla="*/ 386453 w 480836"/>
              <a:gd name="connsiteY295" fmla="*/ 264783 h 591209"/>
              <a:gd name="connsiteX296" fmla="*/ 387446 w 480836"/>
              <a:gd name="connsiteY296" fmla="*/ 283643 h 591209"/>
              <a:gd name="connsiteX297" fmla="*/ 404336 w 480836"/>
              <a:gd name="connsiteY297" fmla="*/ 290591 h 591209"/>
              <a:gd name="connsiteX298" fmla="*/ 420232 w 480836"/>
              <a:gd name="connsiteY298" fmla="*/ 277687 h 591209"/>
              <a:gd name="connsiteX299" fmla="*/ 442089 w 480836"/>
              <a:gd name="connsiteY299" fmla="*/ 278680 h 591209"/>
              <a:gd name="connsiteX300" fmla="*/ 470901 w 480836"/>
              <a:gd name="connsiteY300" fmla="*/ 315407 h 591209"/>
              <a:gd name="connsiteX301" fmla="*/ 470901 w 480836"/>
              <a:gd name="connsiteY301" fmla="*/ 337245 h 591209"/>
              <a:gd name="connsiteX302" fmla="*/ 451031 w 480836"/>
              <a:gd name="connsiteY302" fmla="*/ 352134 h 591209"/>
              <a:gd name="connsiteX303" fmla="*/ 453018 w 480836"/>
              <a:gd name="connsiteY303" fmla="*/ 366031 h 591209"/>
              <a:gd name="connsiteX304" fmla="*/ 475869 w 480836"/>
              <a:gd name="connsiteY304" fmla="*/ 379927 h 591209"/>
              <a:gd name="connsiteX305" fmla="*/ 480836 w 480836"/>
              <a:gd name="connsiteY305" fmla="*/ 400772 h 591209"/>
              <a:gd name="connsiteX306" fmla="*/ 455998 w 480836"/>
              <a:gd name="connsiteY306" fmla="*/ 441470 h 591209"/>
              <a:gd name="connsiteX307" fmla="*/ 434141 w 480836"/>
              <a:gd name="connsiteY307" fmla="*/ 446433 h 591209"/>
              <a:gd name="connsiteX308" fmla="*/ 424206 w 480836"/>
              <a:gd name="connsiteY308" fmla="*/ 439485 h 591209"/>
              <a:gd name="connsiteX309" fmla="*/ 425200 w 480836"/>
              <a:gd name="connsiteY309" fmla="*/ 427573 h 591209"/>
              <a:gd name="connsiteX310" fmla="*/ 425200 w 480836"/>
              <a:gd name="connsiteY310" fmla="*/ 422610 h 591209"/>
              <a:gd name="connsiteX311" fmla="*/ 422219 w 480836"/>
              <a:gd name="connsiteY311" fmla="*/ 418640 h 591209"/>
              <a:gd name="connsiteX312" fmla="*/ 397381 w 480836"/>
              <a:gd name="connsiteY312" fmla="*/ 387868 h 591209"/>
              <a:gd name="connsiteX313" fmla="*/ 402349 w 480836"/>
              <a:gd name="connsiteY313" fmla="*/ 368016 h 591209"/>
              <a:gd name="connsiteX314" fmla="*/ 356647 w 480836"/>
              <a:gd name="connsiteY314" fmla="*/ 319377 h 591209"/>
              <a:gd name="connsiteX315" fmla="*/ 309952 w 480836"/>
              <a:gd name="connsiteY315" fmla="*/ 352134 h 591209"/>
              <a:gd name="connsiteX316" fmla="*/ 274186 w 480836"/>
              <a:gd name="connsiteY316" fmla="*/ 354119 h 591209"/>
              <a:gd name="connsiteX317" fmla="*/ 269218 w 480836"/>
              <a:gd name="connsiteY317" fmla="*/ 354119 h 591209"/>
              <a:gd name="connsiteX318" fmla="*/ 266238 w 480836"/>
              <a:gd name="connsiteY318" fmla="*/ 358090 h 591209"/>
              <a:gd name="connsiteX319" fmla="*/ 257296 w 480836"/>
              <a:gd name="connsiteY319" fmla="*/ 366031 h 591209"/>
              <a:gd name="connsiteX320" fmla="*/ 239413 w 480836"/>
              <a:gd name="connsiteY320" fmla="*/ 357097 h 591209"/>
              <a:gd name="connsiteX321" fmla="*/ 234445 w 480836"/>
              <a:gd name="connsiteY321" fmla="*/ 339230 h 591209"/>
              <a:gd name="connsiteX322" fmla="*/ 234445 w 480836"/>
              <a:gd name="connsiteY322" fmla="*/ 336252 h 591209"/>
              <a:gd name="connsiteX323" fmla="*/ 256303 w 480836"/>
              <a:gd name="connsiteY323" fmla="*/ 293569 h 591209"/>
              <a:gd name="connsiteX324" fmla="*/ 277166 w 480836"/>
              <a:gd name="connsiteY324" fmla="*/ 289599 h 591209"/>
              <a:gd name="connsiteX325" fmla="*/ 296043 w 480836"/>
              <a:gd name="connsiteY325" fmla="*/ 298532 h 591209"/>
              <a:gd name="connsiteX326" fmla="*/ 309952 w 480836"/>
              <a:gd name="connsiteY326" fmla="*/ 290591 h 591209"/>
              <a:gd name="connsiteX327" fmla="*/ 308959 w 480836"/>
              <a:gd name="connsiteY327" fmla="*/ 266769 h 591209"/>
              <a:gd name="connsiteX328" fmla="*/ 323861 w 480836"/>
              <a:gd name="connsiteY328" fmla="*/ 251879 h 591209"/>
              <a:gd name="connsiteX329" fmla="*/ 173834 w 480836"/>
              <a:gd name="connsiteY329" fmla="*/ 240975 h 591209"/>
              <a:gd name="connsiteX330" fmla="*/ 180787 w 480836"/>
              <a:gd name="connsiteY330" fmla="*/ 247918 h 591209"/>
              <a:gd name="connsiteX331" fmla="*/ 181780 w 480836"/>
              <a:gd name="connsiteY331" fmla="*/ 255853 h 591209"/>
              <a:gd name="connsiteX332" fmla="*/ 188732 w 480836"/>
              <a:gd name="connsiteY332" fmla="*/ 257837 h 591209"/>
              <a:gd name="connsiteX333" fmla="*/ 195684 w 480836"/>
              <a:gd name="connsiteY333" fmla="*/ 252878 h 591209"/>
              <a:gd name="connsiteX334" fmla="*/ 204623 w 480836"/>
              <a:gd name="connsiteY334" fmla="*/ 252878 h 591209"/>
              <a:gd name="connsiteX335" fmla="*/ 217534 w 480836"/>
              <a:gd name="connsiteY335" fmla="*/ 267756 h 591209"/>
              <a:gd name="connsiteX336" fmla="*/ 217534 w 480836"/>
              <a:gd name="connsiteY336" fmla="*/ 276683 h 591209"/>
              <a:gd name="connsiteX337" fmla="*/ 209589 w 480836"/>
              <a:gd name="connsiteY337" fmla="*/ 283626 h 591209"/>
              <a:gd name="connsiteX338" fmla="*/ 210582 w 480836"/>
              <a:gd name="connsiteY338" fmla="*/ 289578 h 591209"/>
              <a:gd name="connsiteX339" fmla="*/ 220514 w 480836"/>
              <a:gd name="connsiteY339" fmla="*/ 295529 h 591209"/>
              <a:gd name="connsiteX340" fmla="*/ 222500 w 480836"/>
              <a:gd name="connsiteY340" fmla="*/ 304456 h 591209"/>
              <a:gd name="connsiteX341" fmla="*/ 212568 w 480836"/>
              <a:gd name="connsiteY341" fmla="*/ 321318 h 591209"/>
              <a:gd name="connsiteX342" fmla="*/ 203630 w 480836"/>
              <a:gd name="connsiteY342" fmla="*/ 324294 h 591209"/>
              <a:gd name="connsiteX343" fmla="*/ 195684 w 480836"/>
              <a:gd name="connsiteY343" fmla="*/ 319334 h 591209"/>
              <a:gd name="connsiteX344" fmla="*/ 191712 w 480836"/>
              <a:gd name="connsiteY344" fmla="*/ 322310 h 591209"/>
              <a:gd name="connsiteX345" fmla="*/ 192705 w 480836"/>
              <a:gd name="connsiteY345" fmla="*/ 333221 h 591209"/>
              <a:gd name="connsiteX346" fmla="*/ 185753 w 480836"/>
              <a:gd name="connsiteY346" fmla="*/ 339172 h 591209"/>
              <a:gd name="connsiteX347" fmla="*/ 165889 w 480836"/>
              <a:gd name="connsiteY347" fmla="*/ 341156 h 591209"/>
              <a:gd name="connsiteX348" fmla="*/ 158937 w 480836"/>
              <a:gd name="connsiteY348" fmla="*/ 335205 h 591209"/>
              <a:gd name="connsiteX349" fmla="*/ 158937 w 480836"/>
              <a:gd name="connsiteY349" fmla="*/ 327270 h 591209"/>
              <a:gd name="connsiteX350" fmla="*/ 151985 w 480836"/>
              <a:gd name="connsiteY350" fmla="*/ 324294 h 591209"/>
              <a:gd name="connsiteX351" fmla="*/ 145032 w 480836"/>
              <a:gd name="connsiteY351" fmla="*/ 330245 h 591209"/>
              <a:gd name="connsiteX352" fmla="*/ 144039 w 480836"/>
              <a:gd name="connsiteY352" fmla="*/ 331237 h 591209"/>
              <a:gd name="connsiteX353" fmla="*/ 136094 w 480836"/>
              <a:gd name="connsiteY353" fmla="*/ 330245 h 591209"/>
              <a:gd name="connsiteX354" fmla="*/ 123182 w 480836"/>
              <a:gd name="connsiteY354" fmla="*/ 315367 h 591209"/>
              <a:gd name="connsiteX355" fmla="*/ 123182 w 480836"/>
              <a:gd name="connsiteY355" fmla="*/ 306440 h 591209"/>
              <a:gd name="connsiteX356" fmla="*/ 130135 w 480836"/>
              <a:gd name="connsiteY356" fmla="*/ 299497 h 591209"/>
              <a:gd name="connsiteX357" fmla="*/ 129141 w 480836"/>
              <a:gd name="connsiteY357" fmla="*/ 293545 h 591209"/>
              <a:gd name="connsiteX358" fmla="*/ 119209 w 480836"/>
              <a:gd name="connsiteY358" fmla="*/ 288586 h 591209"/>
              <a:gd name="connsiteX359" fmla="*/ 117223 w 480836"/>
              <a:gd name="connsiteY359" fmla="*/ 281643 h 591209"/>
              <a:gd name="connsiteX360" fmla="*/ 117223 w 480836"/>
              <a:gd name="connsiteY360" fmla="*/ 279659 h 591209"/>
              <a:gd name="connsiteX361" fmla="*/ 126162 w 480836"/>
              <a:gd name="connsiteY361" fmla="*/ 261805 h 591209"/>
              <a:gd name="connsiteX362" fmla="*/ 134107 w 480836"/>
              <a:gd name="connsiteY362" fmla="*/ 259821 h 591209"/>
              <a:gd name="connsiteX363" fmla="*/ 143046 w 480836"/>
              <a:gd name="connsiteY363" fmla="*/ 263788 h 591209"/>
              <a:gd name="connsiteX364" fmla="*/ 149005 w 480836"/>
              <a:gd name="connsiteY364" fmla="*/ 259821 h 591209"/>
              <a:gd name="connsiteX365" fmla="*/ 148012 w 480836"/>
              <a:gd name="connsiteY365" fmla="*/ 248910 h 591209"/>
              <a:gd name="connsiteX366" fmla="*/ 153971 w 480836"/>
              <a:gd name="connsiteY366" fmla="*/ 242959 h 591209"/>
              <a:gd name="connsiteX367" fmla="*/ 87462 w 480836"/>
              <a:gd name="connsiteY367" fmla="*/ 164689 h 591209"/>
              <a:gd name="connsiteX368" fmla="*/ 60654 w 480836"/>
              <a:gd name="connsiteY368" fmla="*/ 191460 h 591209"/>
              <a:gd name="connsiteX369" fmla="*/ 87462 w 480836"/>
              <a:gd name="connsiteY369" fmla="*/ 217240 h 591209"/>
              <a:gd name="connsiteX370" fmla="*/ 114271 w 480836"/>
              <a:gd name="connsiteY370" fmla="*/ 191460 h 591209"/>
              <a:gd name="connsiteX371" fmla="*/ 87462 w 480836"/>
              <a:gd name="connsiteY371" fmla="*/ 164689 h 591209"/>
              <a:gd name="connsiteX372" fmla="*/ 254344 w 480836"/>
              <a:gd name="connsiteY372" fmla="*/ 159747 h 591209"/>
              <a:gd name="connsiteX373" fmla="*/ 376487 w 480836"/>
              <a:gd name="connsiteY373" fmla="*/ 159747 h 591209"/>
              <a:gd name="connsiteX374" fmla="*/ 376487 w 480836"/>
              <a:gd name="connsiteY374" fmla="*/ 192397 h 591209"/>
              <a:gd name="connsiteX375" fmla="*/ 254344 w 480836"/>
              <a:gd name="connsiteY375" fmla="*/ 192397 h 591209"/>
              <a:gd name="connsiteX376" fmla="*/ 254344 w 480836"/>
              <a:gd name="connsiteY376" fmla="*/ 159747 h 591209"/>
              <a:gd name="connsiteX377" fmla="*/ 95406 w 480836"/>
              <a:gd name="connsiteY377" fmla="*/ 125027 h 591209"/>
              <a:gd name="connsiteX378" fmla="*/ 103349 w 480836"/>
              <a:gd name="connsiteY378" fmla="*/ 132959 h 591209"/>
              <a:gd name="connsiteX379" fmla="*/ 104342 w 480836"/>
              <a:gd name="connsiteY379" fmla="*/ 143866 h 591209"/>
              <a:gd name="connsiteX380" fmla="*/ 114271 w 480836"/>
              <a:gd name="connsiteY380" fmla="*/ 146841 h 591209"/>
              <a:gd name="connsiteX381" fmla="*/ 123207 w 480836"/>
              <a:gd name="connsiteY381" fmla="*/ 139900 h 591209"/>
              <a:gd name="connsiteX382" fmla="*/ 135122 w 480836"/>
              <a:gd name="connsiteY382" fmla="*/ 139900 h 591209"/>
              <a:gd name="connsiteX383" fmla="*/ 152001 w 480836"/>
              <a:gd name="connsiteY383" fmla="*/ 159731 h 591209"/>
              <a:gd name="connsiteX384" fmla="*/ 152001 w 480836"/>
              <a:gd name="connsiteY384" fmla="*/ 172621 h 591209"/>
              <a:gd name="connsiteX385" fmla="*/ 142072 w 480836"/>
              <a:gd name="connsiteY385" fmla="*/ 181545 h 591209"/>
              <a:gd name="connsiteX386" fmla="*/ 143065 w 480836"/>
              <a:gd name="connsiteY386" fmla="*/ 188486 h 591209"/>
              <a:gd name="connsiteX387" fmla="*/ 155973 w 480836"/>
              <a:gd name="connsiteY387" fmla="*/ 196418 h 591209"/>
              <a:gd name="connsiteX388" fmla="*/ 158951 w 480836"/>
              <a:gd name="connsiteY388" fmla="*/ 208316 h 591209"/>
              <a:gd name="connsiteX389" fmla="*/ 146044 w 480836"/>
              <a:gd name="connsiteY389" fmla="*/ 231122 h 591209"/>
              <a:gd name="connsiteX390" fmla="*/ 134129 w 480836"/>
              <a:gd name="connsiteY390" fmla="*/ 234097 h 591209"/>
              <a:gd name="connsiteX391" fmla="*/ 123207 w 480836"/>
              <a:gd name="connsiteY391" fmla="*/ 228147 h 591209"/>
              <a:gd name="connsiteX392" fmla="*/ 117249 w 480836"/>
              <a:gd name="connsiteY392" fmla="*/ 232113 h 591209"/>
              <a:gd name="connsiteX393" fmla="*/ 118242 w 480836"/>
              <a:gd name="connsiteY393" fmla="*/ 245995 h 591209"/>
              <a:gd name="connsiteX394" fmla="*/ 110299 w 480836"/>
              <a:gd name="connsiteY394" fmla="*/ 254919 h 591209"/>
              <a:gd name="connsiteX395" fmla="*/ 83491 w 480836"/>
              <a:gd name="connsiteY395" fmla="*/ 256902 h 591209"/>
              <a:gd name="connsiteX396" fmla="*/ 75548 w 480836"/>
              <a:gd name="connsiteY396" fmla="*/ 248970 h 591209"/>
              <a:gd name="connsiteX397" fmla="*/ 74555 w 480836"/>
              <a:gd name="connsiteY397" fmla="*/ 238063 h 591209"/>
              <a:gd name="connsiteX398" fmla="*/ 65619 w 480836"/>
              <a:gd name="connsiteY398" fmla="*/ 235088 h 591209"/>
              <a:gd name="connsiteX399" fmla="*/ 56683 w 480836"/>
              <a:gd name="connsiteY399" fmla="*/ 243020 h 591209"/>
              <a:gd name="connsiteX400" fmla="*/ 54697 w 480836"/>
              <a:gd name="connsiteY400" fmla="*/ 244012 h 591209"/>
              <a:gd name="connsiteX401" fmla="*/ 43775 w 480836"/>
              <a:gd name="connsiteY401" fmla="*/ 243020 h 591209"/>
              <a:gd name="connsiteX402" fmla="*/ 26896 w 480836"/>
              <a:gd name="connsiteY402" fmla="*/ 222198 h 591209"/>
              <a:gd name="connsiteX403" fmla="*/ 26896 w 480836"/>
              <a:gd name="connsiteY403" fmla="*/ 210300 h 591209"/>
              <a:gd name="connsiteX404" fmla="*/ 36825 w 480836"/>
              <a:gd name="connsiteY404" fmla="*/ 202367 h 591209"/>
              <a:gd name="connsiteX405" fmla="*/ 35832 w 480836"/>
              <a:gd name="connsiteY405" fmla="*/ 193443 h 591209"/>
              <a:gd name="connsiteX406" fmla="*/ 22924 w 480836"/>
              <a:gd name="connsiteY406" fmla="*/ 187494 h 591209"/>
              <a:gd name="connsiteX407" fmla="*/ 18953 w 480836"/>
              <a:gd name="connsiteY407" fmla="*/ 177579 h 591209"/>
              <a:gd name="connsiteX408" fmla="*/ 19946 w 480836"/>
              <a:gd name="connsiteY408" fmla="*/ 176587 h 591209"/>
              <a:gd name="connsiteX409" fmla="*/ 30867 w 480836"/>
              <a:gd name="connsiteY409" fmla="*/ 151799 h 591209"/>
              <a:gd name="connsiteX410" fmla="*/ 42782 w 480836"/>
              <a:gd name="connsiteY410" fmla="*/ 148824 h 591209"/>
              <a:gd name="connsiteX411" fmla="*/ 53704 w 480836"/>
              <a:gd name="connsiteY411" fmla="*/ 153782 h 591209"/>
              <a:gd name="connsiteX412" fmla="*/ 60654 w 480836"/>
              <a:gd name="connsiteY412" fmla="*/ 148824 h 591209"/>
              <a:gd name="connsiteX413" fmla="*/ 59661 w 480836"/>
              <a:gd name="connsiteY413" fmla="*/ 135934 h 591209"/>
              <a:gd name="connsiteX414" fmla="*/ 68597 w 480836"/>
              <a:gd name="connsiteY414" fmla="*/ 127010 h 591209"/>
              <a:gd name="connsiteX415" fmla="*/ 122193 w 480836"/>
              <a:gd name="connsiteY415" fmla="*/ 81387 h 591209"/>
              <a:gd name="connsiteX416" fmla="*/ 376481 w 480836"/>
              <a:gd name="connsiteY416" fmla="*/ 81387 h 591209"/>
              <a:gd name="connsiteX417" fmla="*/ 376481 w 480836"/>
              <a:gd name="connsiteY417" fmla="*/ 114037 h 591209"/>
              <a:gd name="connsiteX418" fmla="*/ 122193 w 480836"/>
              <a:gd name="connsiteY418" fmla="*/ 114037 h 591209"/>
              <a:gd name="connsiteX419" fmla="*/ 122193 w 480836"/>
              <a:gd name="connsiteY419" fmla="*/ 81387 h 591209"/>
              <a:gd name="connsiteX420" fmla="*/ 0 w 480836"/>
              <a:gd name="connsiteY420" fmla="*/ 0 h 591209"/>
              <a:gd name="connsiteX421" fmla="*/ 463953 w 480836"/>
              <a:gd name="connsiteY421" fmla="*/ 0 h 591209"/>
              <a:gd name="connsiteX422" fmla="*/ 463953 w 480836"/>
              <a:gd name="connsiteY422" fmla="*/ 249894 h 591209"/>
              <a:gd name="connsiteX423" fmla="*/ 424214 w 480836"/>
              <a:gd name="connsiteY423" fmla="*/ 249894 h 591209"/>
              <a:gd name="connsiteX424" fmla="*/ 424214 w 480836"/>
              <a:gd name="connsiteY424" fmla="*/ 39666 h 591209"/>
              <a:gd name="connsiteX425" fmla="*/ 39739 w 480836"/>
              <a:gd name="connsiteY425" fmla="*/ 39666 h 591209"/>
              <a:gd name="connsiteX426" fmla="*/ 39739 w 480836"/>
              <a:gd name="connsiteY426" fmla="*/ 128914 h 591209"/>
              <a:gd name="connsiteX427" fmla="*/ 0 w 480836"/>
              <a:gd name="connsiteY427" fmla="*/ 128914 h 59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</a:cxnLst>
            <a:rect l="l" t="t" r="r" b="b"/>
            <a:pathLst>
              <a:path w="480836" h="591209">
                <a:moveTo>
                  <a:pt x="143125" y="541546"/>
                </a:moveTo>
                <a:cubicBezTo>
                  <a:pt x="140135" y="541546"/>
                  <a:pt x="137145" y="543533"/>
                  <a:pt x="135152" y="545519"/>
                </a:cubicBezTo>
                <a:cubicBezTo>
                  <a:pt x="133159" y="549492"/>
                  <a:pt x="132162" y="555452"/>
                  <a:pt x="132162" y="563398"/>
                </a:cubicBezTo>
                <a:cubicBezTo>
                  <a:pt x="132162" y="572337"/>
                  <a:pt x="133159" y="578297"/>
                  <a:pt x="135152" y="581276"/>
                </a:cubicBezTo>
                <a:cubicBezTo>
                  <a:pt x="137145" y="584256"/>
                  <a:pt x="140135" y="585249"/>
                  <a:pt x="143125" y="585249"/>
                </a:cubicBezTo>
                <a:cubicBezTo>
                  <a:pt x="146114" y="585249"/>
                  <a:pt x="148107" y="584256"/>
                  <a:pt x="150101" y="581276"/>
                </a:cubicBezTo>
                <a:cubicBezTo>
                  <a:pt x="152094" y="578297"/>
                  <a:pt x="153090" y="572337"/>
                  <a:pt x="153090" y="563398"/>
                </a:cubicBezTo>
                <a:cubicBezTo>
                  <a:pt x="153090" y="555452"/>
                  <a:pt x="152094" y="549492"/>
                  <a:pt x="150101" y="546513"/>
                </a:cubicBezTo>
                <a:cubicBezTo>
                  <a:pt x="148107" y="543533"/>
                  <a:pt x="146114" y="541546"/>
                  <a:pt x="143125" y="541546"/>
                </a:cubicBezTo>
                <a:close/>
                <a:moveTo>
                  <a:pt x="23872" y="541546"/>
                </a:moveTo>
                <a:cubicBezTo>
                  <a:pt x="20896" y="541546"/>
                  <a:pt x="18912" y="543533"/>
                  <a:pt x="16928" y="545519"/>
                </a:cubicBezTo>
                <a:cubicBezTo>
                  <a:pt x="14944" y="549492"/>
                  <a:pt x="13952" y="555452"/>
                  <a:pt x="13952" y="563398"/>
                </a:cubicBezTo>
                <a:cubicBezTo>
                  <a:pt x="13952" y="572337"/>
                  <a:pt x="14944" y="578297"/>
                  <a:pt x="16928" y="581276"/>
                </a:cubicBezTo>
                <a:cubicBezTo>
                  <a:pt x="18912" y="584256"/>
                  <a:pt x="20896" y="585249"/>
                  <a:pt x="23872" y="585249"/>
                </a:cubicBezTo>
                <a:cubicBezTo>
                  <a:pt x="26848" y="585249"/>
                  <a:pt x="29824" y="584256"/>
                  <a:pt x="31808" y="581276"/>
                </a:cubicBezTo>
                <a:cubicBezTo>
                  <a:pt x="33793" y="578297"/>
                  <a:pt x="34785" y="572337"/>
                  <a:pt x="34785" y="563398"/>
                </a:cubicBezTo>
                <a:cubicBezTo>
                  <a:pt x="34785" y="555452"/>
                  <a:pt x="33793" y="549492"/>
                  <a:pt x="31808" y="546513"/>
                </a:cubicBezTo>
                <a:cubicBezTo>
                  <a:pt x="29824" y="543533"/>
                  <a:pt x="26848" y="541546"/>
                  <a:pt x="23872" y="541546"/>
                </a:cubicBezTo>
                <a:close/>
                <a:moveTo>
                  <a:pt x="143125" y="536580"/>
                </a:moveTo>
                <a:cubicBezTo>
                  <a:pt x="146114" y="536580"/>
                  <a:pt x="148107" y="537573"/>
                  <a:pt x="150101" y="538567"/>
                </a:cubicBezTo>
                <a:cubicBezTo>
                  <a:pt x="152094" y="539560"/>
                  <a:pt x="154087" y="541546"/>
                  <a:pt x="156080" y="543533"/>
                </a:cubicBezTo>
                <a:cubicBezTo>
                  <a:pt x="157077" y="545519"/>
                  <a:pt x="158073" y="548499"/>
                  <a:pt x="159070" y="551479"/>
                </a:cubicBezTo>
                <a:cubicBezTo>
                  <a:pt x="160066" y="554459"/>
                  <a:pt x="160066" y="558432"/>
                  <a:pt x="160066" y="563398"/>
                </a:cubicBezTo>
                <a:cubicBezTo>
                  <a:pt x="160066" y="570351"/>
                  <a:pt x="160066" y="575317"/>
                  <a:pt x="158073" y="579290"/>
                </a:cubicBezTo>
                <a:cubicBezTo>
                  <a:pt x="157077" y="582270"/>
                  <a:pt x="155083" y="585249"/>
                  <a:pt x="152094" y="588229"/>
                </a:cubicBezTo>
                <a:cubicBezTo>
                  <a:pt x="150101" y="590216"/>
                  <a:pt x="147111" y="591209"/>
                  <a:pt x="143125" y="591209"/>
                </a:cubicBezTo>
                <a:cubicBezTo>
                  <a:pt x="138142" y="591209"/>
                  <a:pt x="133159" y="589222"/>
                  <a:pt x="131166" y="585249"/>
                </a:cubicBezTo>
                <a:cubicBezTo>
                  <a:pt x="127179" y="581276"/>
                  <a:pt x="125186" y="573330"/>
                  <a:pt x="125186" y="563398"/>
                </a:cubicBezTo>
                <a:cubicBezTo>
                  <a:pt x="125186" y="557438"/>
                  <a:pt x="126183" y="552472"/>
                  <a:pt x="127179" y="548499"/>
                </a:cubicBezTo>
                <a:cubicBezTo>
                  <a:pt x="129173" y="544526"/>
                  <a:pt x="130169" y="541546"/>
                  <a:pt x="133159" y="539560"/>
                </a:cubicBezTo>
                <a:cubicBezTo>
                  <a:pt x="136149" y="537573"/>
                  <a:pt x="139138" y="536580"/>
                  <a:pt x="143125" y="536580"/>
                </a:cubicBezTo>
                <a:close/>
                <a:moveTo>
                  <a:pt x="104347" y="536580"/>
                </a:moveTo>
                <a:lnTo>
                  <a:pt x="108304" y="536580"/>
                </a:lnTo>
                <a:lnTo>
                  <a:pt x="108304" y="590254"/>
                </a:lnTo>
                <a:lnTo>
                  <a:pt x="102369" y="590254"/>
                </a:lnTo>
                <a:lnTo>
                  <a:pt x="102369" y="548508"/>
                </a:lnTo>
                <a:cubicBezTo>
                  <a:pt x="100390" y="549502"/>
                  <a:pt x="98412" y="551489"/>
                  <a:pt x="96434" y="552483"/>
                </a:cubicBezTo>
                <a:cubicBezTo>
                  <a:pt x="93466" y="554471"/>
                  <a:pt x="91488" y="555465"/>
                  <a:pt x="89510" y="556459"/>
                </a:cubicBezTo>
                <a:lnTo>
                  <a:pt x="89510" y="549502"/>
                </a:lnTo>
                <a:cubicBezTo>
                  <a:pt x="92477" y="548508"/>
                  <a:pt x="96434" y="546520"/>
                  <a:pt x="98412" y="543538"/>
                </a:cubicBezTo>
                <a:cubicBezTo>
                  <a:pt x="101380" y="541550"/>
                  <a:pt x="103358" y="538568"/>
                  <a:pt x="104347" y="536580"/>
                </a:cubicBezTo>
                <a:close/>
                <a:moveTo>
                  <a:pt x="68637" y="536580"/>
                </a:moveTo>
                <a:lnTo>
                  <a:pt x="72627" y="536580"/>
                </a:lnTo>
                <a:lnTo>
                  <a:pt x="72627" y="590254"/>
                </a:lnTo>
                <a:lnTo>
                  <a:pt x="66642" y="590254"/>
                </a:lnTo>
                <a:lnTo>
                  <a:pt x="66642" y="548508"/>
                </a:lnTo>
                <a:cubicBezTo>
                  <a:pt x="64647" y="549502"/>
                  <a:pt x="62651" y="551489"/>
                  <a:pt x="59659" y="552483"/>
                </a:cubicBezTo>
                <a:cubicBezTo>
                  <a:pt x="57664" y="554471"/>
                  <a:pt x="55669" y="555465"/>
                  <a:pt x="53674" y="556459"/>
                </a:cubicBezTo>
                <a:lnTo>
                  <a:pt x="53674" y="549502"/>
                </a:lnTo>
                <a:cubicBezTo>
                  <a:pt x="56666" y="548508"/>
                  <a:pt x="59659" y="546520"/>
                  <a:pt x="62651" y="543538"/>
                </a:cubicBezTo>
                <a:cubicBezTo>
                  <a:pt x="65644" y="541550"/>
                  <a:pt x="67639" y="538568"/>
                  <a:pt x="68637" y="536580"/>
                </a:cubicBezTo>
                <a:close/>
                <a:moveTo>
                  <a:pt x="23872" y="536580"/>
                </a:moveTo>
                <a:cubicBezTo>
                  <a:pt x="26848" y="536580"/>
                  <a:pt x="29824" y="537573"/>
                  <a:pt x="31808" y="538567"/>
                </a:cubicBezTo>
                <a:cubicBezTo>
                  <a:pt x="33793" y="539560"/>
                  <a:pt x="35777" y="541546"/>
                  <a:pt x="36769" y="543533"/>
                </a:cubicBezTo>
                <a:cubicBezTo>
                  <a:pt x="38753" y="545519"/>
                  <a:pt x="39745" y="548499"/>
                  <a:pt x="40737" y="551479"/>
                </a:cubicBezTo>
                <a:cubicBezTo>
                  <a:pt x="40737" y="554459"/>
                  <a:pt x="41729" y="558432"/>
                  <a:pt x="41729" y="563398"/>
                </a:cubicBezTo>
                <a:cubicBezTo>
                  <a:pt x="41729" y="570351"/>
                  <a:pt x="40737" y="575317"/>
                  <a:pt x="39745" y="579290"/>
                </a:cubicBezTo>
                <a:cubicBezTo>
                  <a:pt x="38753" y="582270"/>
                  <a:pt x="36769" y="585249"/>
                  <a:pt x="33793" y="588229"/>
                </a:cubicBezTo>
                <a:cubicBezTo>
                  <a:pt x="30816" y="590216"/>
                  <a:pt x="27840" y="591209"/>
                  <a:pt x="23872" y="591209"/>
                </a:cubicBezTo>
                <a:cubicBezTo>
                  <a:pt x="18912" y="591209"/>
                  <a:pt x="14944" y="589222"/>
                  <a:pt x="11968" y="585249"/>
                </a:cubicBezTo>
                <a:cubicBezTo>
                  <a:pt x="8992" y="581276"/>
                  <a:pt x="7008" y="573330"/>
                  <a:pt x="7008" y="563398"/>
                </a:cubicBezTo>
                <a:cubicBezTo>
                  <a:pt x="7008" y="557438"/>
                  <a:pt x="7008" y="552472"/>
                  <a:pt x="8992" y="548499"/>
                </a:cubicBezTo>
                <a:cubicBezTo>
                  <a:pt x="9984" y="544526"/>
                  <a:pt x="11968" y="541546"/>
                  <a:pt x="14944" y="539560"/>
                </a:cubicBezTo>
                <a:cubicBezTo>
                  <a:pt x="16928" y="537573"/>
                  <a:pt x="19904" y="536580"/>
                  <a:pt x="23872" y="536580"/>
                </a:cubicBezTo>
                <a:close/>
                <a:moveTo>
                  <a:pt x="196724" y="533713"/>
                </a:moveTo>
                <a:lnTo>
                  <a:pt x="200680" y="533713"/>
                </a:lnTo>
                <a:lnTo>
                  <a:pt x="200680" y="587228"/>
                </a:lnTo>
                <a:lnTo>
                  <a:pt x="194745" y="587228"/>
                </a:lnTo>
                <a:lnTo>
                  <a:pt x="194745" y="545605"/>
                </a:lnTo>
                <a:cubicBezTo>
                  <a:pt x="192767" y="547587"/>
                  <a:pt x="190789" y="548578"/>
                  <a:pt x="187821" y="550560"/>
                </a:cubicBezTo>
                <a:cubicBezTo>
                  <a:pt x="185843" y="551551"/>
                  <a:pt x="183865" y="552542"/>
                  <a:pt x="181886" y="553533"/>
                </a:cubicBezTo>
                <a:lnTo>
                  <a:pt x="181886" y="547587"/>
                </a:lnTo>
                <a:cubicBezTo>
                  <a:pt x="184854" y="545605"/>
                  <a:pt x="187821" y="543623"/>
                  <a:pt x="190789" y="540650"/>
                </a:cubicBezTo>
                <a:cubicBezTo>
                  <a:pt x="193756" y="538668"/>
                  <a:pt x="195734" y="536686"/>
                  <a:pt x="196724" y="533713"/>
                </a:cubicBezTo>
                <a:close/>
                <a:moveTo>
                  <a:pt x="107366" y="452340"/>
                </a:moveTo>
                <a:cubicBezTo>
                  <a:pt x="104390" y="452340"/>
                  <a:pt x="101414" y="454321"/>
                  <a:pt x="99430" y="456301"/>
                </a:cubicBezTo>
                <a:cubicBezTo>
                  <a:pt x="97446" y="460263"/>
                  <a:pt x="96454" y="466205"/>
                  <a:pt x="96454" y="474128"/>
                </a:cubicBezTo>
                <a:cubicBezTo>
                  <a:pt x="96454" y="483041"/>
                  <a:pt x="97446" y="488983"/>
                  <a:pt x="99430" y="491954"/>
                </a:cubicBezTo>
                <a:cubicBezTo>
                  <a:pt x="101414" y="494925"/>
                  <a:pt x="104390" y="495916"/>
                  <a:pt x="107366" y="495916"/>
                </a:cubicBezTo>
                <a:cubicBezTo>
                  <a:pt x="110342" y="495916"/>
                  <a:pt x="112326" y="494925"/>
                  <a:pt x="114310" y="491954"/>
                </a:cubicBezTo>
                <a:cubicBezTo>
                  <a:pt x="116295" y="488983"/>
                  <a:pt x="117287" y="483041"/>
                  <a:pt x="117287" y="474128"/>
                </a:cubicBezTo>
                <a:cubicBezTo>
                  <a:pt x="117287" y="466205"/>
                  <a:pt x="116295" y="460263"/>
                  <a:pt x="114310" y="457292"/>
                </a:cubicBezTo>
                <a:cubicBezTo>
                  <a:pt x="112326" y="454321"/>
                  <a:pt x="110342" y="452340"/>
                  <a:pt x="107366" y="452340"/>
                </a:cubicBezTo>
                <a:close/>
                <a:moveTo>
                  <a:pt x="65637" y="452340"/>
                </a:moveTo>
                <a:cubicBezTo>
                  <a:pt x="62661" y="452340"/>
                  <a:pt x="59685" y="454321"/>
                  <a:pt x="58693" y="456301"/>
                </a:cubicBezTo>
                <a:cubicBezTo>
                  <a:pt x="55717" y="460263"/>
                  <a:pt x="54725" y="466205"/>
                  <a:pt x="54725" y="474128"/>
                </a:cubicBezTo>
                <a:cubicBezTo>
                  <a:pt x="54725" y="483041"/>
                  <a:pt x="55717" y="488983"/>
                  <a:pt x="57701" y="491954"/>
                </a:cubicBezTo>
                <a:cubicBezTo>
                  <a:pt x="59685" y="494925"/>
                  <a:pt x="62661" y="495916"/>
                  <a:pt x="65637" y="495916"/>
                </a:cubicBezTo>
                <a:cubicBezTo>
                  <a:pt x="68613" y="495916"/>
                  <a:pt x="71589" y="494925"/>
                  <a:pt x="73573" y="491954"/>
                </a:cubicBezTo>
                <a:cubicBezTo>
                  <a:pt x="75558" y="488983"/>
                  <a:pt x="76550" y="483041"/>
                  <a:pt x="76550" y="474128"/>
                </a:cubicBezTo>
                <a:cubicBezTo>
                  <a:pt x="76550" y="466205"/>
                  <a:pt x="75558" y="460263"/>
                  <a:pt x="73573" y="457292"/>
                </a:cubicBezTo>
                <a:cubicBezTo>
                  <a:pt x="71589" y="454321"/>
                  <a:pt x="68613" y="452340"/>
                  <a:pt x="65637" y="452340"/>
                </a:cubicBezTo>
                <a:close/>
                <a:moveTo>
                  <a:pt x="23872" y="452340"/>
                </a:moveTo>
                <a:cubicBezTo>
                  <a:pt x="20896" y="452340"/>
                  <a:pt x="18912" y="454321"/>
                  <a:pt x="16928" y="456301"/>
                </a:cubicBezTo>
                <a:cubicBezTo>
                  <a:pt x="14944" y="460263"/>
                  <a:pt x="13952" y="466205"/>
                  <a:pt x="13952" y="474128"/>
                </a:cubicBezTo>
                <a:cubicBezTo>
                  <a:pt x="13952" y="483041"/>
                  <a:pt x="14944" y="488983"/>
                  <a:pt x="16928" y="491954"/>
                </a:cubicBezTo>
                <a:cubicBezTo>
                  <a:pt x="18912" y="494925"/>
                  <a:pt x="20896" y="495916"/>
                  <a:pt x="23872" y="495916"/>
                </a:cubicBezTo>
                <a:cubicBezTo>
                  <a:pt x="26848" y="495916"/>
                  <a:pt x="29824" y="494925"/>
                  <a:pt x="31808" y="491954"/>
                </a:cubicBezTo>
                <a:cubicBezTo>
                  <a:pt x="33793" y="488983"/>
                  <a:pt x="34785" y="483041"/>
                  <a:pt x="34785" y="474128"/>
                </a:cubicBezTo>
                <a:cubicBezTo>
                  <a:pt x="34785" y="466205"/>
                  <a:pt x="33793" y="460263"/>
                  <a:pt x="31808" y="457292"/>
                </a:cubicBezTo>
                <a:cubicBezTo>
                  <a:pt x="29824" y="454321"/>
                  <a:pt x="26848" y="452340"/>
                  <a:pt x="23872" y="452340"/>
                </a:cubicBezTo>
                <a:close/>
                <a:moveTo>
                  <a:pt x="151108" y="447388"/>
                </a:moveTo>
                <a:lnTo>
                  <a:pt x="156085" y="447388"/>
                </a:lnTo>
                <a:lnTo>
                  <a:pt x="156085" y="500903"/>
                </a:lnTo>
                <a:lnTo>
                  <a:pt x="149117" y="500903"/>
                </a:lnTo>
                <a:lnTo>
                  <a:pt x="149117" y="459280"/>
                </a:lnTo>
                <a:cubicBezTo>
                  <a:pt x="147126" y="460271"/>
                  <a:pt x="145135" y="462253"/>
                  <a:pt x="143144" y="463244"/>
                </a:cubicBezTo>
                <a:cubicBezTo>
                  <a:pt x="140158" y="465226"/>
                  <a:pt x="138167" y="466217"/>
                  <a:pt x="136176" y="467208"/>
                </a:cubicBezTo>
                <a:lnTo>
                  <a:pt x="136176" y="460271"/>
                </a:lnTo>
                <a:cubicBezTo>
                  <a:pt x="140158" y="459280"/>
                  <a:pt x="143144" y="457298"/>
                  <a:pt x="146131" y="454325"/>
                </a:cubicBezTo>
                <a:cubicBezTo>
                  <a:pt x="148122" y="452343"/>
                  <a:pt x="150113" y="449370"/>
                  <a:pt x="151108" y="447388"/>
                </a:cubicBezTo>
                <a:close/>
                <a:moveTo>
                  <a:pt x="107366" y="447388"/>
                </a:moveTo>
                <a:cubicBezTo>
                  <a:pt x="109350" y="447388"/>
                  <a:pt x="112326" y="448378"/>
                  <a:pt x="114310" y="449369"/>
                </a:cubicBezTo>
                <a:cubicBezTo>
                  <a:pt x="116295" y="450359"/>
                  <a:pt x="118279" y="452340"/>
                  <a:pt x="120263" y="454321"/>
                </a:cubicBezTo>
                <a:cubicBezTo>
                  <a:pt x="121255" y="456301"/>
                  <a:pt x="122247" y="459272"/>
                  <a:pt x="123239" y="462243"/>
                </a:cubicBezTo>
                <a:cubicBezTo>
                  <a:pt x="124231" y="465215"/>
                  <a:pt x="124231" y="469176"/>
                  <a:pt x="124231" y="474128"/>
                </a:cubicBezTo>
                <a:cubicBezTo>
                  <a:pt x="124231" y="481060"/>
                  <a:pt x="123239" y="486012"/>
                  <a:pt x="122247" y="489974"/>
                </a:cubicBezTo>
                <a:cubicBezTo>
                  <a:pt x="121255" y="493935"/>
                  <a:pt x="119271" y="496906"/>
                  <a:pt x="116295" y="498887"/>
                </a:cubicBezTo>
                <a:cubicBezTo>
                  <a:pt x="114310" y="500868"/>
                  <a:pt x="111334" y="501858"/>
                  <a:pt x="107366" y="501858"/>
                </a:cubicBezTo>
                <a:cubicBezTo>
                  <a:pt x="101414" y="501858"/>
                  <a:pt x="97446" y="499877"/>
                  <a:pt x="94470" y="495916"/>
                </a:cubicBezTo>
                <a:cubicBezTo>
                  <a:pt x="91494" y="491954"/>
                  <a:pt x="89510" y="484031"/>
                  <a:pt x="89510" y="474128"/>
                </a:cubicBezTo>
                <a:cubicBezTo>
                  <a:pt x="89510" y="468186"/>
                  <a:pt x="90502" y="463234"/>
                  <a:pt x="91494" y="459272"/>
                </a:cubicBezTo>
                <a:cubicBezTo>
                  <a:pt x="92486" y="455311"/>
                  <a:pt x="94470" y="452340"/>
                  <a:pt x="97446" y="450359"/>
                </a:cubicBezTo>
                <a:cubicBezTo>
                  <a:pt x="99430" y="448378"/>
                  <a:pt x="103398" y="447388"/>
                  <a:pt x="107366" y="447388"/>
                </a:cubicBezTo>
                <a:close/>
                <a:moveTo>
                  <a:pt x="65637" y="447388"/>
                </a:moveTo>
                <a:cubicBezTo>
                  <a:pt x="68613" y="447388"/>
                  <a:pt x="70597" y="448378"/>
                  <a:pt x="73573" y="449369"/>
                </a:cubicBezTo>
                <a:cubicBezTo>
                  <a:pt x="75558" y="450359"/>
                  <a:pt x="76550" y="452340"/>
                  <a:pt x="78534" y="454321"/>
                </a:cubicBezTo>
                <a:cubicBezTo>
                  <a:pt x="79526" y="456301"/>
                  <a:pt x="80518" y="459272"/>
                  <a:pt x="81510" y="462243"/>
                </a:cubicBezTo>
                <a:cubicBezTo>
                  <a:pt x="82502" y="465215"/>
                  <a:pt x="82502" y="469176"/>
                  <a:pt x="82502" y="474128"/>
                </a:cubicBezTo>
                <a:cubicBezTo>
                  <a:pt x="82502" y="481060"/>
                  <a:pt x="82502" y="486012"/>
                  <a:pt x="80518" y="489974"/>
                </a:cubicBezTo>
                <a:cubicBezTo>
                  <a:pt x="79526" y="493935"/>
                  <a:pt x="77542" y="496906"/>
                  <a:pt x="75558" y="498887"/>
                </a:cubicBezTo>
                <a:cubicBezTo>
                  <a:pt x="72581" y="500868"/>
                  <a:pt x="69605" y="501858"/>
                  <a:pt x="65637" y="501858"/>
                </a:cubicBezTo>
                <a:cubicBezTo>
                  <a:pt x="60677" y="501858"/>
                  <a:pt x="56709" y="499877"/>
                  <a:pt x="53733" y="495916"/>
                </a:cubicBezTo>
                <a:cubicBezTo>
                  <a:pt x="49765" y="491954"/>
                  <a:pt x="47781" y="484031"/>
                  <a:pt x="47781" y="474128"/>
                </a:cubicBezTo>
                <a:cubicBezTo>
                  <a:pt x="47781" y="468186"/>
                  <a:pt x="48773" y="463234"/>
                  <a:pt x="49765" y="459272"/>
                </a:cubicBezTo>
                <a:cubicBezTo>
                  <a:pt x="51749" y="455311"/>
                  <a:pt x="53733" y="452340"/>
                  <a:pt x="55717" y="450359"/>
                </a:cubicBezTo>
                <a:cubicBezTo>
                  <a:pt x="58693" y="448378"/>
                  <a:pt x="61669" y="447388"/>
                  <a:pt x="65637" y="447388"/>
                </a:cubicBezTo>
                <a:close/>
                <a:moveTo>
                  <a:pt x="23872" y="447388"/>
                </a:moveTo>
                <a:cubicBezTo>
                  <a:pt x="26848" y="447388"/>
                  <a:pt x="29824" y="448378"/>
                  <a:pt x="31808" y="449369"/>
                </a:cubicBezTo>
                <a:cubicBezTo>
                  <a:pt x="33793" y="450359"/>
                  <a:pt x="35777" y="452340"/>
                  <a:pt x="36769" y="454321"/>
                </a:cubicBezTo>
                <a:cubicBezTo>
                  <a:pt x="38753" y="456301"/>
                  <a:pt x="39745" y="459272"/>
                  <a:pt x="40737" y="462243"/>
                </a:cubicBezTo>
                <a:cubicBezTo>
                  <a:pt x="40737" y="465215"/>
                  <a:pt x="41729" y="469176"/>
                  <a:pt x="41729" y="474128"/>
                </a:cubicBezTo>
                <a:cubicBezTo>
                  <a:pt x="41729" y="481060"/>
                  <a:pt x="40737" y="486012"/>
                  <a:pt x="39745" y="489974"/>
                </a:cubicBezTo>
                <a:cubicBezTo>
                  <a:pt x="38753" y="493935"/>
                  <a:pt x="36769" y="496906"/>
                  <a:pt x="33793" y="498887"/>
                </a:cubicBezTo>
                <a:cubicBezTo>
                  <a:pt x="30816" y="500868"/>
                  <a:pt x="27840" y="501858"/>
                  <a:pt x="23872" y="501858"/>
                </a:cubicBezTo>
                <a:cubicBezTo>
                  <a:pt x="18912" y="501858"/>
                  <a:pt x="14944" y="499877"/>
                  <a:pt x="11968" y="495916"/>
                </a:cubicBezTo>
                <a:cubicBezTo>
                  <a:pt x="8992" y="491954"/>
                  <a:pt x="7008" y="484031"/>
                  <a:pt x="7008" y="474128"/>
                </a:cubicBezTo>
                <a:cubicBezTo>
                  <a:pt x="7008" y="468186"/>
                  <a:pt x="7008" y="463234"/>
                  <a:pt x="8992" y="459272"/>
                </a:cubicBezTo>
                <a:cubicBezTo>
                  <a:pt x="9984" y="455311"/>
                  <a:pt x="11968" y="452340"/>
                  <a:pt x="14944" y="450359"/>
                </a:cubicBezTo>
                <a:cubicBezTo>
                  <a:pt x="16928" y="448378"/>
                  <a:pt x="19904" y="447388"/>
                  <a:pt x="23872" y="447388"/>
                </a:cubicBezTo>
                <a:close/>
                <a:moveTo>
                  <a:pt x="305062" y="430506"/>
                </a:moveTo>
                <a:cubicBezTo>
                  <a:pt x="280224" y="429514"/>
                  <a:pt x="260353" y="448358"/>
                  <a:pt x="259360" y="473154"/>
                </a:cubicBezTo>
                <a:cubicBezTo>
                  <a:pt x="258366" y="496957"/>
                  <a:pt x="278237" y="517785"/>
                  <a:pt x="302082" y="517785"/>
                </a:cubicBezTo>
                <a:cubicBezTo>
                  <a:pt x="326920" y="518777"/>
                  <a:pt x="346791" y="499933"/>
                  <a:pt x="347785" y="475137"/>
                </a:cubicBezTo>
                <a:cubicBezTo>
                  <a:pt x="348778" y="451334"/>
                  <a:pt x="328907" y="430506"/>
                  <a:pt x="305062" y="430506"/>
                </a:cubicBezTo>
                <a:close/>
                <a:moveTo>
                  <a:pt x="318972" y="365046"/>
                </a:moveTo>
                <a:lnTo>
                  <a:pt x="332882" y="379923"/>
                </a:lnTo>
                <a:cubicBezTo>
                  <a:pt x="332882" y="379923"/>
                  <a:pt x="332882" y="390833"/>
                  <a:pt x="333875" y="396784"/>
                </a:cubicBezTo>
                <a:cubicBezTo>
                  <a:pt x="338843" y="398768"/>
                  <a:pt x="344804" y="400751"/>
                  <a:pt x="349772" y="403727"/>
                </a:cubicBezTo>
                <a:cubicBezTo>
                  <a:pt x="354740" y="399759"/>
                  <a:pt x="364675" y="391825"/>
                  <a:pt x="364675" y="391825"/>
                </a:cubicBezTo>
                <a:lnTo>
                  <a:pt x="384546" y="392817"/>
                </a:lnTo>
                <a:lnTo>
                  <a:pt x="411371" y="426538"/>
                </a:lnTo>
                <a:lnTo>
                  <a:pt x="411371" y="446375"/>
                </a:lnTo>
                <a:cubicBezTo>
                  <a:pt x="411371" y="446375"/>
                  <a:pt x="399449" y="456293"/>
                  <a:pt x="393488" y="461252"/>
                </a:cubicBezTo>
                <a:cubicBezTo>
                  <a:pt x="394481" y="465219"/>
                  <a:pt x="394481" y="469186"/>
                  <a:pt x="394481" y="473154"/>
                </a:cubicBezTo>
                <a:cubicBezTo>
                  <a:pt x="401436" y="478113"/>
                  <a:pt x="416339" y="487039"/>
                  <a:pt x="416339" y="487039"/>
                </a:cubicBezTo>
                <a:lnTo>
                  <a:pt x="420313" y="505884"/>
                </a:lnTo>
                <a:lnTo>
                  <a:pt x="397462" y="543572"/>
                </a:lnTo>
                <a:lnTo>
                  <a:pt x="377591" y="547540"/>
                </a:lnTo>
                <a:cubicBezTo>
                  <a:pt x="377591" y="547540"/>
                  <a:pt x="366662" y="540597"/>
                  <a:pt x="360701" y="537622"/>
                </a:cubicBezTo>
                <a:cubicBezTo>
                  <a:pt x="357720" y="539605"/>
                  <a:pt x="353746" y="541589"/>
                  <a:pt x="350765" y="543572"/>
                </a:cubicBezTo>
                <a:cubicBezTo>
                  <a:pt x="350765" y="551507"/>
                  <a:pt x="351759" y="566384"/>
                  <a:pt x="351759" y="566384"/>
                </a:cubicBezTo>
                <a:lnTo>
                  <a:pt x="336856" y="580270"/>
                </a:lnTo>
                <a:lnTo>
                  <a:pt x="293140" y="583245"/>
                </a:lnTo>
                <a:lnTo>
                  <a:pt x="279230" y="568368"/>
                </a:lnTo>
                <a:cubicBezTo>
                  <a:pt x="279230" y="568368"/>
                  <a:pt x="279230" y="556466"/>
                  <a:pt x="278237" y="550515"/>
                </a:cubicBezTo>
                <a:cubicBezTo>
                  <a:pt x="274263" y="549523"/>
                  <a:pt x="269295" y="547540"/>
                  <a:pt x="265321" y="545556"/>
                </a:cubicBezTo>
                <a:cubicBezTo>
                  <a:pt x="259360" y="549523"/>
                  <a:pt x="249424" y="558450"/>
                  <a:pt x="249424" y="558450"/>
                </a:cubicBezTo>
                <a:cubicBezTo>
                  <a:pt x="249424" y="558450"/>
                  <a:pt x="247437" y="559441"/>
                  <a:pt x="246444" y="559441"/>
                </a:cubicBezTo>
                <a:cubicBezTo>
                  <a:pt x="245450" y="559441"/>
                  <a:pt x="229553" y="557458"/>
                  <a:pt x="229553" y="557458"/>
                </a:cubicBezTo>
                <a:lnTo>
                  <a:pt x="201734" y="522744"/>
                </a:lnTo>
                <a:lnTo>
                  <a:pt x="202728" y="502908"/>
                </a:lnTo>
                <a:cubicBezTo>
                  <a:pt x="202728" y="502908"/>
                  <a:pt x="213657" y="493982"/>
                  <a:pt x="219618" y="490015"/>
                </a:cubicBezTo>
                <a:cubicBezTo>
                  <a:pt x="218624" y="485055"/>
                  <a:pt x="217631" y="481088"/>
                  <a:pt x="217631" y="476129"/>
                </a:cubicBezTo>
                <a:cubicBezTo>
                  <a:pt x="210676" y="472162"/>
                  <a:pt x="196766" y="465219"/>
                  <a:pt x="196766" y="465219"/>
                </a:cubicBezTo>
                <a:lnTo>
                  <a:pt x="190805" y="448358"/>
                </a:lnTo>
                <a:lnTo>
                  <a:pt x="191799" y="446375"/>
                </a:lnTo>
                <a:lnTo>
                  <a:pt x="211670" y="406702"/>
                </a:lnTo>
                <a:lnTo>
                  <a:pt x="231540" y="402735"/>
                </a:lnTo>
                <a:cubicBezTo>
                  <a:pt x="231540" y="402735"/>
                  <a:pt x="243463" y="408686"/>
                  <a:pt x="249424" y="411661"/>
                </a:cubicBezTo>
                <a:cubicBezTo>
                  <a:pt x="253398" y="408686"/>
                  <a:pt x="257373" y="405710"/>
                  <a:pt x="261347" y="403727"/>
                </a:cubicBezTo>
                <a:cubicBezTo>
                  <a:pt x="261347" y="395792"/>
                  <a:pt x="260353" y="380915"/>
                  <a:pt x="260353" y="380915"/>
                </a:cubicBezTo>
                <a:lnTo>
                  <a:pt x="275256" y="367030"/>
                </a:lnTo>
                <a:close/>
                <a:moveTo>
                  <a:pt x="143125" y="363998"/>
                </a:moveTo>
                <a:cubicBezTo>
                  <a:pt x="140135" y="363998"/>
                  <a:pt x="137145" y="364991"/>
                  <a:pt x="135152" y="366977"/>
                </a:cubicBezTo>
                <a:cubicBezTo>
                  <a:pt x="133159" y="370950"/>
                  <a:pt x="132162" y="376910"/>
                  <a:pt x="132162" y="384856"/>
                </a:cubicBezTo>
                <a:cubicBezTo>
                  <a:pt x="132162" y="393795"/>
                  <a:pt x="133159" y="399755"/>
                  <a:pt x="135152" y="402734"/>
                </a:cubicBezTo>
                <a:cubicBezTo>
                  <a:pt x="137145" y="405714"/>
                  <a:pt x="140135" y="406707"/>
                  <a:pt x="143125" y="406707"/>
                </a:cubicBezTo>
                <a:cubicBezTo>
                  <a:pt x="146114" y="406707"/>
                  <a:pt x="148107" y="405714"/>
                  <a:pt x="150101" y="402734"/>
                </a:cubicBezTo>
                <a:cubicBezTo>
                  <a:pt x="152094" y="399755"/>
                  <a:pt x="153090" y="393795"/>
                  <a:pt x="153090" y="384856"/>
                </a:cubicBezTo>
                <a:cubicBezTo>
                  <a:pt x="153090" y="376910"/>
                  <a:pt x="152094" y="370950"/>
                  <a:pt x="150101" y="367971"/>
                </a:cubicBezTo>
                <a:cubicBezTo>
                  <a:pt x="148107" y="364991"/>
                  <a:pt x="146114" y="363998"/>
                  <a:pt x="143125" y="363998"/>
                </a:cubicBezTo>
                <a:close/>
                <a:moveTo>
                  <a:pt x="23872" y="363998"/>
                </a:moveTo>
                <a:cubicBezTo>
                  <a:pt x="20896" y="363998"/>
                  <a:pt x="18912" y="364991"/>
                  <a:pt x="16928" y="366977"/>
                </a:cubicBezTo>
                <a:cubicBezTo>
                  <a:pt x="14944" y="370950"/>
                  <a:pt x="13952" y="376910"/>
                  <a:pt x="13952" y="384856"/>
                </a:cubicBezTo>
                <a:cubicBezTo>
                  <a:pt x="13952" y="393795"/>
                  <a:pt x="14944" y="399755"/>
                  <a:pt x="16928" y="402734"/>
                </a:cubicBezTo>
                <a:cubicBezTo>
                  <a:pt x="18912" y="405714"/>
                  <a:pt x="20896" y="406707"/>
                  <a:pt x="23872" y="406707"/>
                </a:cubicBezTo>
                <a:cubicBezTo>
                  <a:pt x="26848" y="406707"/>
                  <a:pt x="29824" y="405714"/>
                  <a:pt x="31808" y="402734"/>
                </a:cubicBezTo>
                <a:cubicBezTo>
                  <a:pt x="33793" y="399755"/>
                  <a:pt x="34785" y="393795"/>
                  <a:pt x="34785" y="384856"/>
                </a:cubicBezTo>
                <a:cubicBezTo>
                  <a:pt x="34785" y="376910"/>
                  <a:pt x="33793" y="370950"/>
                  <a:pt x="31808" y="367971"/>
                </a:cubicBezTo>
                <a:cubicBezTo>
                  <a:pt x="29824" y="364991"/>
                  <a:pt x="26848" y="363998"/>
                  <a:pt x="23872" y="363998"/>
                </a:cubicBezTo>
                <a:close/>
                <a:moveTo>
                  <a:pt x="143125" y="358038"/>
                </a:moveTo>
                <a:cubicBezTo>
                  <a:pt x="146114" y="358038"/>
                  <a:pt x="148107" y="359031"/>
                  <a:pt x="150101" y="360025"/>
                </a:cubicBezTo>
                <a:cubicBezTo>
                  <a:pt x="152094" y="361018"/>
                  <a:pt x="154087" y="363004"/>
                  <a:pt x="156080" y="364991"/>
                </a:cubicBezTo>
                <a:cubicBezTo>
                  <a:pt x="157077" y="366977"/>
                  <a:pt x="158073" y="369957"/>
                  <a:pt x="159070" y="372937"/>
                </a:cubicBezTo>
                <a:cubicBezTo>
                  <a:pt x="160066" y="375917"/>
                  <a:pt x="160066" y="379890"/>
                  <a:pt x="160066" y="384856"/>
                </a:cubicBezTo>
                <a:cubicBezTo>
                  <a:pt x="160066" y="391809"/>
                  <a:pt x="160066" y="396775"/>
                  <a:pt x="158073" y="400748"/>
                </a:cubicBezTo>
                <a:cubicBezTo>
                  <a:pt x="157077" y="404721"/>
                  <a:pt x="155083" y="407701"/>
                  <a:pt x="152094" y="409687"/>
                </a:cubicBezTo>
                <a:cubicBezTo>
                  <a:pt x="150101" y="411674"/>
                  <a:pt x="147111" y="412667"/>
                  <a:pt x="143125" y="412667"/>
                </a:cubicBezTo>
                <a:cubicBezTo>
                  <a:pt x="138142" y="412667"/>
                  <a:pt x="133159" y="410680"/>
                  <a:pt x="131166" y="406707"/>
                </a:cubicBezTo>
                <a:cubicBezTo>
                  <a:pt x="127179" y="402734"/>
                  <a:pt x="125186" y="395782"/>
                  <a:pt x="125186" y="384856"/>
                </a:cubicBezTo>
                <a:cubicBezTo>
                  <a:pt x="125186" y="378896"/>
                  <a:pt x="126183" y="373930"/>
                  <a:pt x="127179" y="369957"/>
                </a:cubicBezTo>
                <a:cubicBezTo>
                  <a:pt x="129173" y="365984"/>
                  <a:pt x="130169" y="363004"/>
                  <a:pt x="133159" y="361018"/>
                </a:cubicBezTo>
                <a:cubicBezTo>
                  <a:pt x="136149" y="359031"/>
                  <a:pt x="139138" y="358038"/>
                  <a:pt x="143125" y="358038"/>
                </a:cubicBezTo>
                <a:close/>
                <a:moveTo>
                  <a:pt x="104347" y="358038"/>
                </a:moveTo>
                <a:lnTo>
                  <a:pt x="108304" y="358038"/>
                </a:lnTo>
                <a:lnTo>
                  <a:pt x="108304" y="411712"/>
                </a:lnTo>
                <a:lnTo>
                  <a:pt x="102369" y="411712"/>
                </a:lnTo>
                <a:lnTo>
                  <a:pt x="102369" y="369966"/>
                </a:lnTo>
                <a:cubicBezTo>
                  <a:pt x="100390" y="370960"/>
                  <a:pt x="98412" y="372947"/>
                  <a:pt x="96434" y="374935"/>
                </a:cubicBezTo>
                <a:cubicBezTo>
                  <a:pt x="93466" y="375929"/>
                  <a:pt x="91488" y="376923"/>
                  <a:pt x="89510" y="377917"/>
                </a:cubicBezTo>
                <a:lnTo>
                  <a:pt x="89510" y="371953"/>
                </a:lnTo>
                <a:cubicBezTo>
                  <a:pt x="92477" y="369966"/>
                  <a:pt x="96434" y="367978"/>
                  <a:pt x="98412" y="364996"/>
                </a:cubicBezTo>
                <a:cubicBezTo>
                  <a:pt x="101380" y="363008"/>
                  <a:pt x="103358" y="360026"/>
                  <a:pt x="104347" y="358038"/>
                </a:cubicBezTo>
                <a:close/>
                <a:moveTo>
                  <a:pt x="68637" y="358038"/>
                </a:moveTo>
                <a:lnTo>
                  <a:pt x="72627" y="358038"/>
                </a:lnTo>
                <a:lnTo>
                  <a:pt x="72627" y="411712"/>
                </a:lnTo>
                <a:lnTo>
                  <a:pt x="66642" y="411712"/>
                </a:lnTo>
                <a:lnTo>
                  <a:pt x="66642" y="369966"/>
                </a:lnTo>
                <a:cubicBezTo>
                  <a:pt x="64647" y="370960"/>
                  <a:pt x="62651" y="372947"/>
                  <a:pt x="59659" y="374935"/>
                </a:cubicBezTo>
                <a:cubicBezTo>
                  <a:pt x="57664" y="375929"/>
                  <a:pt x="55669" y="376923"/>
                  <a:pt x="53674" y="377917"/>
                </a:cubicBezTo>
                <a:lnTo>
                  <a:pt x="53674" y="371953"/>
                </a:lnTo>
                <a:cubicBezTo>
                  <a:pt x="56666" y="369966"/>
                  <a:pt x="59659" y="367978"/>
                  <a:pt x="62651" y="364996"/>
                </a:cubicBezTo>
                <a:cubicBezTo>
                  <a:pt x="65644" y="363008"/>
                  <a:pt x="67639" y="360026"/>
                  <a:pt x="68637" y="358038"/>
                </a:cubicBezTo>
                <a:close/>
                <a:moveTo>
                  <a:pt x="23872" y="358038"/>
                </a:moveTo>
                <a:cubicBezTo>
                  <a:pt x="26848" y="358038"/>
                  <a:pt x="29824" y="359031"/>
                  <a:pt x="31808" y="360025"/>
                </a:cubicBezTo>
                <a:cubicBezTo>
                  <a:pt x="33793" y="361018"/>
                  <a:pt x="35777" y="363004"/>
                  <a:pt x="36769" y="364991"/>
                </a:cubicBezTo>
                <a:cubicBezTo>
                  <a:pt x="38753" y="366977"/>
                  <a:pt x="39745" y="369957"/>
                  <a:pt x="40737" y="372937"/>
                </a:cubicBezTo>
                <a:cubicBezTo>
                  <a:pt x="40737" y="375917"/>
                  <a:pt x="41729" y="379890"/>
                  <a:pt x="41729" y="384856"/>
                </a:cubicBezTo>
                <a:cubicBezTo>
                  <a:pt x="41729" y="391809"/>
                  <a:pt x="40737" y="396775"/>
                  <a:pt x="39745" y="400748"/>
                </a:cubicBezTo>
                <a:cubicBezTo>
                  <a:pt x="38753" y="404721"/>
                  <a:pt x="36769" y="407701"/>
                  <a:pt x="33793" y="409687"/>
                </a:cubicBezTo>
                <a:cubicBezTo>
                  <a:pt x="30816" y="411674"/>
                  <a:pt x="27840" y="412667"/>
                  <a:pt x="23872" y="412667"/>
                </a:cubicBezTo>
                <a:cubicBezTo>
                  <a:pt x="18912" y="412667"/>
                  <a:pt x="14944" y="410680"/>
                  <a:pt x="11968" y="406707"/>
                </a:cubicBezTo>
                <a:cubicBezTo>
                  <a:pt x="8992" y="402734"/>
                  <a:pt x="7008" y="395782"/>
                  <a:pt x="7008" y="384856"/>
                </a:cubicBezTo>
                <a:cubicBezTo>
                  <a:pt x="7008" y="378896"/>
                  <a:pt x="7008" y="373930"/>
                  <a:pt x="8992" y="369957"/>
                </a:cubicBezTo>
                <a:cubicBezTo>
                  <a:pt x="9984" y="365984"/>
                  <a:pt x="11968" y="363004"/>
                  <a:pt x="14944" y="361018"/>
                </a:cubicBezTo>
                <a:cubicBezTo>
                  <a:pt x="16928" y="359031"/>
                  <a:pt x="19904" y="358038"/>
                  <a:pt x="23872" y="358038"/>
                </a:cubicBezTo>
                <a:close/>
                <a:moveTo>
                  <a:pt x="22916" y="284682"/>
                </a:moveTo>
                <a:cubicBezTo>
                  <a:pt x="19940" y="284682"/>
                  <a:pt x="17956" y="285675"/>
                  <a:pt x="15972" y="287661"/>
                </a:cubicBezTo>
                <a:cubicBezTo>
                  <a:pt x="12996" y="291634"/>
                  <a:pt x="12004" y="297594"/>
                  <a:pt x="12004" y="305540"/>
                </a:cubicBezTo>
                <a:cubicBezTo>
                  <a:pt x="12004" y="314479"/>
                  <a:pt x="12996" y="320439"/>
                  <a:pt x="14980" y="323418"/>
                </a:cubicBezTo>
                <a:cubicBezTo>
                  <a:pt x="16964" y="326398"/>
                  <a:pt x="19940" y="327391"/>
                  <a:pt x="22916" y="327391"/>
                </a:cubicBezTo>
                <a:cubicBezTo>
                  <a:pt x="25892" y="327391"/>
                  <a:pt x="28868" y="326398"/>
                  <a:pt x="30852" y="323418"/>
                </a:cubicBezTo>
                <a:cubicBezTo>
                  <a:pt x="32837" y="320439"/>
                  <a:pt x="33829" y="314479"/>
                  <a:pt x="33829" y="305540"/>
                </a:cubicBezTo>
                <a:cubicBezTo>
                  <a:pt x="33829" y="297594"/>
                  <a:pt x="32837" y="291634"/>
                  <a:pt x="30852" y="288655"/>
                </a:cubicBezTo>
                <a:cubicBezTo>
                  <a:pt x="28868" y="285675"/>
                  <a:pt x="25892" y="284682"/>
                  <a:pt x="22916" y="284682"/>
                </a:cubicBezTo>
                <a:close/>
                <a:moveTo>
                  <a:pt x="67562" y="278722"/>
                </a:moveTo>
                <a:lnTo>
                  <a:pt x="71512" y="278722"/>
                </a:lnTo>
                <a:lnTo>
                  <a:pt x="71512" y="332237"/>
                </a:lnTo>
                <a:lnTo>
                  <a:pt x="64600" y="332237"/>
                </a:lnTo>
                <a:lnTo>
                  <a:pt x="64600" y="290614"/>
                </a:lnTo>
                <a:cubicBezTo>
                  <a:pt x="63612" y="291605"/>
                  <a:pt x="61637" y="293587"/>
                  <a:pt x="58675" y="295569"/>
                </a:cubicBezTo>
                <a:cubicBezTo>
                  <a:pt x="56700" y="296560"/>
                  <a:pt x="53738" y="297551"/>
                  <a:pt x="51763" y="298542"/>
                </a:cubicBezTo>
                <a:lnTo>
                  <a:pt x="51763" y="292596"/>
                </a:lnTo>
                <a:cubicBezTo>
                  <a:pt x="55713" y="290614"/>
                  <a:pt x="58675" y="288632"/>
                  <a:pt x="61637" y="285659"/>
                </a:cubicBezTo>
                <a:cubicBezTo>
                  <a:pt x="64600" y="283677"/>
                  <a:pt x="66575" y="280704"/>
                  <a:pt x="67562" y="278722"/>
                </a:cubicBezTo>
                <a:close/>
                <a:moveTo>
                  <a:pt x="22916" y="278722"/>
                </a:moveTo>
                <a:cubicBezTo>
                  <a:pt x="25892" y="278722"/>
                  <a:pt x="27876" y="279715"/>
                  <a:pt x="30852" y="280709"/>
                </a:cubicBezTo>
                <a:cubicBezTo>
                  <a:pt x="32837" y="281702"/>
                  <a:pt x="34821" y="283688"/>
                  <a:pt x="35813" y="285675"/>
                </a:cubicBezTo>
                <a:cubicBezTo>
                  <a:pt x="36805" y="287661"/>
                  <a:pt x="38789" y="290641"/>
                  <a:pt x="38789" y="293621"/>
                </a:cubicBezTo>
                <a:cubicBezTo>
                  <a:pt x="39781" y="296601"/>
                  <a:pt x="40773" y="300574"/>
                  <a:pt x="40773" y="305540"/>
                </a:cubicBezTo>
                <a:cubicBezTo>
                  <a:pt x="40773" y="312493"/>
                  <a:pt x="39781" y="317459"/>
                  <a:pt x="38789" y="321432"/>
                </a:cubicBezTo>
                <a:cubicBezTo>
                  <a:pt x="36805" y="325405"/>
                  <a:pt x="34821" y="328385"/>
                  <a:pt x="32837" y="330371"/>
                </a:cubicBezTo>
                <a:cubicBezTo>
                  <a:pt x="29860" y="332358"/>
                  <a:pt x="26884" y="333351"/>
                  <a:pt x="22916" y="333351"/>
                </a:cubicBezTo>
                <a:cubicBezTo>
                  <a:pt x="17956" y="333351"/>
                  <a:pt x="13988" y="331364"/>
                  <a:pt x="11012" y="327391"/>
                </a:cubicBezTo>
                <a:cubicBezTo>
                  <a:pt x="7044" y="323418"/>
                  <a:pt x="6052" y="316466"/>
                  <a:pt x="6052" y="305540"/>
                </a:cubicBezTo>
                <a:cubicBezTo>
                  <a:pt x="6052" y="299580"/>
                  <a:pt x="6052" y="294614"/>
                  <a:pt x="7044" y="290641"/>
                </a:cubicBezTo>
                <a:cubicBezTo>
                  <a:pt x="9028" y="286668"/>
                  <a:pt x="11012" y="283688"/>
                  <a:pt x="12996" y="281702"/>
                </a:cubicBezTo>
                <a:cubicBezTo>
                  <a:pt x="15972" y="279715"/>
                  <a:pt x="18948" y="278722"/>
                  <a:pt x="22916" y="278722"/>
                </a:cubicBezTo>
                <a:close/>
                <a:moveTo>
                  <a:pt x="168869" y="270732"/>
                </a:moveTo>
                <a:cubicBezTo>
                  <a:pt x="157944" y="270732"/>
                  <a:pt x="149005" y="280651"/>
                  <a:pt x="149005" y="291561"/>
                </a:cubicBezTo>
                <a:cubicBezTo>
                  <a:pt x="149005" y="302472"/>
                  <a:pt x="157944" y="311399"/>
                  <a:pt x="168869" y="311399"/>
                </a:cubicBezTo>
                <a:cubicBezTo>
                  <a:pt x="179794" y="311399"/>
                  <a:pt x="188732" y="302472"/>
                  <a:pt x="188732" y="291561"/>
                </a:cubicBezTo>
                <a:cubicBezTo>
                  <a:pt x="188732" y="280651"/>
                  <a:pt x="179794" y="270732"/>
                  <a:pt x="168869" y="270732"/>
                </a:cubicBezTo>
                <a:close/>
                <a:moveTo>
                  <a:pt x="371550" y="249894"/>
                </a:moveTo>
                <a:lnTo>
                  <a:pt x="386453" y="264783"/>
                </a:lnTo>
                <a:cubicBezTo>
                  <a:pt x="386453" y="264783"/>
                  <a:pt x="386453" y="277687"/>
                  <a:pt x="387446" y="283643"/>
                </a:cubicBezTo>
                <a:cubicBezTo>
                  <a:pt x="393407" y="285628"/>
                  <a:pt x="399368" y="287614"/>
                  <a:pt x="404336" y="290591"/>
                </a:cubicBezTo>
                <a:cubicBezTo>
                  <a:pt x="409303" y="286621"/>
                  <a:pt x="420232" y="277687"/>
                  <a:pt x="420232" y="277687"/>
                </a:cubicBezTo>
                <a:lnTo>
                  <a:pt x="442089" y="278680"/>
                </a:lnTo>
                <a:lnTo>
                  <a:pt x="470901" y="315407"/>
                </a:lnTo>
                <a:lnTo>
                  <a:pt x="470901" y="337245"/>
                </a:lnTo>
                <a:cubicBezTo>
                  <a:pt x="470901" y="337245"/>
                  <a:pt x="457985" y="347171"/>
                  <a:pt x="451031" y="352134"/>
                </a:cubicBezTo>
                <a:cubicBezTo>
                  <a:pt x="452024" y="357097"/>
                  <a:pt x="452024" y="361068"/>
                  <a:pt x="453018" y="366031"/>
                </a:cubicBezTo>
                <a:cubicBezTo>
                  <a:pt x="459972" y="370994"/>
                  <a:pt x="475869" y="379927"/>
                  <a:pt x="475869" y="379927"/>
                </a:cubicBezTo>
                <a:lnTo>
                  <a:pt x="480836" y="400772"/>
                </a:lnTo>
                <a:lnTo>
                  <a:pt x="455998" y="441470"/>
                </a:lnTo>
                <a:lnTo>
                  <a:pt x="434141" y="446433"/>
                </a:lnTo>
                <a:cubicBezTo>
                  <a:pt x="434141" y="446433"/>
                  <a:pt x="430167" y="442463"/>
                  <a:pt x="424206" y="439485"/>
                </a:cubicBezTo>
                <a:lnTo>
                  <a:pt x="425200" y="427573"/>
                </a:lnTo>
                <a:lnTo>
                  <a:pt x="425200" y="422610"/>
                </a:lnTo>
                <a:lnTo>
                  <a:pt x="422219" y="418640"/>
                </a:lnTo>
                <a:lnTo>
                  <a:pt x="397381" y="387868"/>
                </a:lnTo>
                <a:cubicBezTo>
                  <a:pt x="400362" y="381913"/>
                  <a:pt x="402349" y="374964"/>
                  <a:pt x="402349" y="368016"/>
                </a:cubicBezTo>
                <a:cubicBezTo>
                  <a:pt x="403342" y="342208"/>
                  <a:pt x="382479" y="320370"/>
                  <a:pt x="356647" y="319377"/>
                </a:cubicBezTo>
                <a:cubicBezTo>
                  <a:pt x="334790" y="318385"/>
                  <a:pt x="315913" y="332282"/>
                  <a:pt x="309952" y="352134"/>
                </a:cubicBezTo>
                <a:lnTo>
                  <a:pt x="274186" y="354119"/>
                </a:lnTo>
                <a:lnTo>
                  <a:pt x="269218" y="354119"/>
                </a:lnTo>
                <a:lnTo>
                  <a:pt x="266238" y="358090"/>
                </a:lnTo>
                <a:lnTo>
                  <a:pt x="257296" y="366031"/>
                </a:lnTo>
                <a:cubicBezTo>
                  <a:pt x="249348" y="362060"/>
                  <a:pt x="239413" y="357097"/>
                  <a:pt x="239413" y="357097"/>
                </a:cubicBezTo>
                <a:lnTo>
                  <a:pt x="234445" y="339230"/>
                </a:lnTo>
                <a:lnTo>
                  <a:pt x="234445" y="336252"/>
                </a:lnTo>
                <a:lnTo>
                  <a:pt x="256303" y="293569"/>
                </a:lnTo>
                <a:lnTo>
                  <a:pt x="277166" y="289599"/>
                </a:lnTo>
                <a:cubicBezTo>
                  <a:pt x="277166" y="289599"/>
                  <a:pt x="290082" y="295555"/>
                  <a:pt x="296043" y="298532"/>
                </a:cubicBezTo>
                <a:cubicBezTo>
                  <a:pt x="301011" y="295555"/>
                  <a:pt x="304985" y="292577"/>
                  <a:pt x="309952" y="290591"/>
                </a:cubicBezTo>
                <a:cubicBezTo>
                  <a:pt x="308959" y="282650"/>
                  <a:pt x="308959" y="266769"/>
                  <a:pt x="308959" y="266769"/>
                </a:cubicBezTo>
                <a:lnTo>
                  <a:pt x="323861" y="251879"/>
                </a:lnTo>
                <a:close/>
                <a:moveTo>
                  <a:pt x="173834" y="240975"/>
                </a:moveTo>
                <a:lnTo>
                  <a:pt x="180787" y="247918"/>
                </a:lnTo>
                <a:cubicBezTo>
                  <a:pt x="180787" y="247918"/>
                  <a:pt x="180787" y="252878"/>
                  <a:pt x="181780" y="255853"/>
                </a:cubicBezTo>
                <a:cubicBezTo>
                  <a:pt x="183766" y="255853"/>
                  <a:pt x="186746" y="256845"/>
                  <a:pt x="188732" y="257837"/>
                </a:cubicBezTo>
                <a:cubicBezTo>
                  <a:pt x="190719" y="256845"/>
                  <a:pt x="195684" y="252878"/>
                  <a:pt x="195684" y="252878"/>
                </a:cubicBezTo>
                <a:lnTo>
                  <a:pt x="204623" y="252878"/>
                </a:lnTo>
                <a:lnTo>
                  <a:pt x="217534" y="267756"/>
                </a:lnTo>
                <a:lnTo>
                  <a:pt x="217534" y="276683"/>
                </a:lnTo>
                <a:cubicBezTo>
                  <a:pt x="217534" y="276683"/>
                  <a:pt x="212568" y="281643"/>
                  <a:pt x="209589" y="283626"/>
                </a:cubicBezTo>
                <a:cubicBezTo>
                  <a:pt x="210582" y="285610"/>
                  <a:pt x="210582" y="287594"/>
                  <a:pt x="210582" y="289578"/>
                </a:cubicBezTo>
                <a:cubicBezTo>
                  <a:pt x="213562" y="291561"/>
                  <a:pt x="220514" y="295529"/>
                  <a:pt x="220514" y="295529"/>
                </a:cubicBezTo>
                <a:lnTo>
                  <a:pt x="222500" y="304456"/>
                </a:lnTo>
                <a:lnTo>
                  <a:pt x="212568" y="321318"/>
                </a:lnTo>
                <a:lnTo>
                  <a:pt x="203630" y="324294"/>
                </a:lnTo>
                <a:cubicBezTo>
                  <a:pt x="203630" y="324294"/>
                  <a:pt x="198664" y="321318"/>
                  <a:pt x="195684" y="319334"/>
                </a:cubicBezTo>
                <a:cubicBezTo>
                  <a:pt x="194691" y="320326"/>
                  <a:pt x="192705" y="321318"/>
                  <a:pt x="191712" y="322310"/>
                </a:cubicBezTo>
                <a:cubicBezTo>
                  <a:pt x="191712" y="326278"/>
                  <a:pt x="192705" y="333221"/>
                  <a:pt x="192705" y="333221"/>
                </a:cubicBezTo>
                <a:lnTo>
                  <a:pt x="185753" y="339172"/>
                </a:lnTo>
                <a:lnTo>
                  <a:pt x="165889" y="341156"/>
                </a:lnTo>
                <a:lnTo>
                  <a:pt x="158937" y="335205"/>
                </a:lnTo>
                <a:cubicBezTo>
                  <a:pt x="158937" y="335205"/>
                  <a:pt x="158937" y="329253"/>
                  <a:pt x="158937" y="327270"/>
                </a:cubicBezTo>
                <a:cubicBezTo>
                  <a:pt x="155957" y="326278"/>
                  <a:pt x="153971" y="325286"/>
                  <a:pt x="151985" y="324294"/>
                </a:cubicBezTo>
                <a:cubicBezTo>
                  <a:pt x="149998" y="326278"/>
                  <a:pt x="145032" y="330245"/>
                  <a:pt x="145032" y="330245"/>
                </a:cubicBezTo>
                <a:cubicBezTo>
                  <a:pt x="145032" y="330245"/>
                  <a:pt x="144039" y="331237"/>
                  <a:pt x="144039" y="331237"/>
                </a:cubicBezTo>
                <a:cubicBezTo>
                  <a:pt x="144039" y="331237"/>
                  <a:pt x="136094" y="330245"/>
                  <a:pt x="136094" y="330245"/>
                </a:cubicBezTo>
                <a:lnTo>
                  <a:pt x="123182" y="315367"/>
                </a:lnTo>
                <a:lnTo>
                  <a:pt x="123182" y="306440"/>
                </a:lnTo>
                <a:cubicBezTo>
                  <a:pt x="123182" y="306440"/>
                  <a:pt x="128148" y="301480"/>
                  <a:pt x="130135" y="299497"/>
                </a:cubicBezTo>
                <a:cubicBezTo>
                  <a:pt x="130135" y="297513"/>
                  <a:pt x="129141" y="295529"/>
                  <a:pt x="129141" y="293545"/>
                </a:cubicBezTo>
                <a:cubicBezTo>
                  <a:pt x="126162" y="291561"/>
                  <a:pt x="119209" y="288586"/>
                  <a:pt x="119209" y="288586"/>
                </a:cubicBezTo>
                <a:lnTo>
                  <a:pt x="117223" y="281643"/>
                </a:lnTo>
                <a:lnTo>
                  <a:pt x="117223" y="279659"/>
                </a:lnTo>
                <a:lnTo>
                  <a:pt x="126162" y="261805"/>
                </a:lnTo>
                <a:lnTo>
                  <a:pt x="134107" y="259821"/>
                </a:lnTo>
                <a:cubicBezTo>
                  <a:pt x="134107" y="259821"/>
                  <a:pt x="140066" y="261805"/>
                  <a:pt x="143046" y="263788"/>
                </a:cubicBezTo>
                <a:cubicBezTo>
                  <a:pt x="145032" y="261805"/>
                  <a:pt x="147019" y="260813"/>
                  <a:pt x="149005" y="259821"/>
                </a:cubicBezTo>
                <a:cubicBezTo>
                  <a:pt x="148012" y="255853"/>
                  <a:pt x="148012" y="248910"/>
                  <a:pt x="148012" y="248910"/>
                </a:cubicBezTo>
                <a:lnTo>
                  <a:pt x="153971" y="242959"/>
                </a:lnTo>
                <a:close/>
                <a:moveTo>
                  <a:pt x="87462" y="164689"/>
                </a:moveTo>
                <a:cubicBezTo>
                  <a:pt x="72569" y="164689"/>
                  <a:pt x="60654" y="176587"/>
                  <a:pt x="60654" y="191460"/>
                </a:cubicBezTo>
                <a:cubicBezTo>
                  <a:pt x="60654" y="205342"/>
                  <a:pt x="72569" y="217240"/>
                  <a:pt x="87462" y="217240"/>
                </a:cubicBezTo>
                <a:cubicBezTo>
                  <a:pt x="102356" y="217240"/>
                  <a:pt x="114271" y="205342"/>
                  <a:pt x="114271" y="191460"/>
                </a:cubicBezTo>
                <a:cubicBezTo>
                  <a:pt x="114271" y="176587"/>
                  <a:pt x="102356" y="164689"/>
                  <a:pt x="87462" y="164689"/>
                </a:cubicBezTo>
                <a:close/>
                <a:moveTo>
                  <a:pt x="254344" y="159747"/>
                </a:moveTo>
                <a:lnTo>
                  <a:pt x="376487" y="159747"/>
                </a:lnTo>
                <a:cubicBezTo>
                  <a:pt x="398334" y="159747"/>
                  <a:pt x="398334" y="192397"/>
                  <a:pt x="376487" y="192397"/>
                </a:cubicBezTo>
                <a:lnTo>
                  <a:pt x="254344" y="192397"/>
                </a:lnTo>
                <a:cubicBezTo>
                  <a:pt x="233490" y="192397"/>
                  <a:pt x="233490" y="159747"/>
                  <a:pt x="254344" y="159747"/>
                </a:cubicBezTo>
                <a:close/>
                <a:moveTo>
                  <a:pt x="95406" y="125027"/>
                </a:moveTo>
                <a:lnTo>
                  <a:pt x="103349" y="132959"/>
                </a:lnTo>
                <a:cubicBezTo>
                  <a:pt x="103349" y="132959"/>
                  <a:pt x="104342" y="139900"/>
                  <a:pt x="104342" y="143866"/>
                </a:cubicBezTo>
                <a:cubicBezTo>
                  <a:pt x="107320" y="144858"/>
                  <a:pt x="111292" y="145849"/>
                  <a:pt x="114271" y="146841"/>
                </a:cubicBezTo>
                <a:cubicBezTo>
                  <a:pt x="117249" y="144858"/>
                  <a:pt x="123207" y="139900"/>
                  <a:pt x="123207" y="139900"/>
                </a:cubicBezTo>
                <a:lnTo>
                  <a:pt x="135122" y="139900"/>
                </a:lnTo>
                <a:lnTo>
                  <a:pt x="152001" y="159731"/>
                </a:lnTo>
                <a:lnTo>
                  <a:pt x="152001" y="172621"/>
                </a:lnTo>
                <a:cubicBezTo>
                  <a:pt x="152001" y="172621"/>
                  <a:pt x="145051" y="178570"/>
                  <a:pt x="142072" y="181545"/>
                </a:cubicBezTo>
                <a:cubicBezTo>
                  <a:pt x="142072" y="183528"/>
                  <a:pt x="142072" y="186503"/>
                  <a:pt x="143065" y="188486"/>
                </a:cubicBezTo>
                <a:cubicBezTo>
                  <a:pt x="147037" y="191460"/>
                  <a:pt x="155973" y="196418"/>
                  <a:pt x="155973" y="196418"/>
                </a:cubicBezTo>
                <a:lnTo>
                  <a:pt x="158951" y="208316"/>
                </a:lnTo>
                <a:lnTo>
                  <a:pt x="146044" y="231122"/>
                </a:lnTo>
                <a:lnTo>
                  <a:pt x="134129" y="234097"/>
                </a:lnTo>
                <a:cubicBezTo>
                  <a:pt x="134129" y="234097"/>
                  <a:pt x="127179" y="230130"/>
                  <a:pt x="123207" y="228147"/>
                </a:cubicBezTo>
                <a:cubicBezTo>
                  <a:pt x="121221" y="230130"/>
                  <a:pt x="119235" y="231122"/>
                  <a:pt x="117249" y="232113"/>
                </a:cubicBezTo>
                <a:cubicBezTo>
                  <a:pt x="118242" y="237071"/>
                  <a:pt x="118242" y="245995"/>
                  <a:pt x="118242" y="245995"/>
                </a:cubicBezTo>
                <a:lnTo>
                  <a:pt x="110299" y="254919"/>
                </a:lnTo>
                <a:lnTo>
                  <a:pt x="83491" y="256902"/>
                </a:lnTo>
                <a:lnTo>
                  <a:pt x="75548" y="248970"/>
                </a:lnTo>
                <a:cubicBezTo>
                  <a:pt x="75548" y="248970"/>
                  <a:pt x="74555" y="241037"/>
                  <a:pt x="74555" y="238063"/>
                </a:cubicBezTo>
                <a:cubicBezTo>
                  <a:pt x="71576" y="237071"/>
                  <a:pt x="68597" y="236080"/>
                  <a:pt x="65619" y="235088"/>
                </a:cubicBezTo>
                <a:cubicBezTo>
                  <a:pt x="62640" y="238063"/>
                  <a:pt x="56683" y="243020"/>
                  <a:pt x="56683" y="243020"/>
                </a:cubicBezTo>
                <a:cubicBezTo>
                  <a:pt x="56683" y="243020"/>
                  <a:pt x="55690" y="244012"/>
                  <a:pt x="54697" y="244012"/>
                </a:cubicBezTo>
                <a:cubicBezTo>
                  <a:pt x="54697" y="244012"/>
                  <a:pt x="43775" y="243020"/>
                  <a:pt x="43775" y="243020"/>
                </a:cubicBezTo>
                <a:lnTo>
                  <a:pt x="26896" y="222198"/>
                </a:lnTo>
                <a:lnTo>
                  <a:pt x="26896" y="210300"/>
                </a:lnTo>
                <a:cubicBezTo>
                  <a:pt x="26896" y="210300"/>
                  <a:pt x="33846" y="205342"/>
                  <a:pt x="36825" y="202367"/>
                </a:cubicBezTo>
                <a:cubicBezTo>
                  <a:pt x="35832" y="199393"/>
                  <a:pt x="35832" y="196418"/>
                  <a:pt x="35832" y="193443"/>
                </a:cubicBezTo>
                <a:cubicBezTo>
                  <a:pt x="30867" y="191460"/>
                  <a:pt x="22924" y="187494"/>
                  <a:pt x="22924" y="187494"/>
                </a:cubicBezTo>
                <a:lnTo>
                  <a:pt x="18953" y="177579"/>
                </a:lnTo>
                <a:lnTo>
                  <a:pt x="19946" y="176587"/>
                </a:lnTo>
                <a:lnTo>
                  <a:pt x="30867" y="151799"/>
                </a:lnTo>
                <a:lnTo>
                  <a:pt x="42782" y="148824"/>
                </a:lnTo>
                <a:cubicBezTo>
                  <a:pt x="42782" y="148824"/>
                  <a:pt x="49732" y="152790"/>
                  <a:pt x="53704" y="153782"/>
                </a:cubicBezTo>
                <a:cubicBezTo>
                  <a:pt x="55690" y="151799"/>
                  <a:pt x="58668" y="150807"/>
                  <a:pt x="60654" y="148824"/>
                </a:cubicBezTo>
                <a:cubicBezTo>
                  <a:pt x="60654" y="144858"/>
                  <a:pt x="59661" y="135934"/>
                  <a:pt x="59661" y="135934"/>
                </a:cubicBezTo>
                <a:lnTo>
                  <a:pt x="68597" y="127010"/>
                </a:lnTo>
                <a:close/>
                <a:moveTo>
                  <a:pt x="122193" y="81387"/>
                </a:moveTo>
                <a:lnTo>
                  <a:pt x="376481" y="81387"/>
                </a:lnTo>
                <a:cubicBezTo>
                  <a:pt x="398334" y="81387"/>
                  <a:pt x="398334" y="114037"/>
                  <a:pt x="376481" y="114037"/>
                </a:cubicBezTo>
                <a:lnTo>
                  <a:pt x="122193" y="114037"/>
                </a:lnTo>
                <a:cubicBezTo>
                  <a:pt x="100340" y="114037"/>
                  <a:pt x="100340" y="81387"/>
                  <a:pt x="122193" y="81387"/>
                </a:cubicBezTo>
                <a:close/>
                <a:moveTo>
                  <a:pt x="0" y="0"/>
                </a:moveTo>
                <a:lnTo>
                  <a:pt x="463953" y="0"/>
                </a:lnTo>
                <a:lnTo>
                  <a:pt x="463953" y="249894"/>
                </a:lnTo>
                <a:lnTo>
                  <a:pt x="424214" y="249894"/>
                </a:lnTo>
                <a:lnTo>
                  <a:pt x="424214" y="39666"/>
                </a:lnTo>
                <a:lnTo>
                  <a:pt x="39739" y="39666"/>
                </a:lnTo>
                <a:lnTo>
                  <a:pt x="39739" y="128914"/>
                </a:lnTo>
                <a:lnTo>
                  <a:pt x="0" y="128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settings-icon_69559"/>
          <p:cNvSpPr>
            <a:spLocks noChangeAspect="1"/>
          </p:cNvSpPr>
          <p:nvPr/>
        </p:nvSpPr>
        <p:spPr bwMode="auto">
          <a:xfrm>
            <a:off x="772066" y="1863219"/>
            <a:ext cx="609685" cy="601241"/>
          </a:xfrm>
          <a:custGeom>
            <a:avLst/>
            <a:gdLst>
              <a:gd name="connsiteX0" fmla="*/ 210237 w 587192"/>
              <a:gd name="connsiteY0" fmla="*/ 487697 h 579060"/>
              <a:gd name="connsiteX1" fmla="*/ 199202 w 587192"/>
              <a:gd name="connsiteY1" fmla="*/ 498628 h 579060"/>
              <a:gd name="connsiteX2" fmla="*/ 199202 w 587192"/>
              <a:gd name="connsiteY2" fmla="*/ 521647 h 579060"/>
              <a:gd name="connsiteX3" fmla="*/ 210237 w 587192"/>
              <a:gd name="connsiteY3" fmla="*/ 532667 h 579060"/>
              <a:gd name="connsiteX4" fmla="*/ 295575 w 587192"/>
              <a:gd name="connsiteY4" fmla="*/ 532667 h 579060"/>
              <a:gd name="connsiteX5" fmla="*/ 306521 w 587192"/>
              <a:gd name="connsiteY5" fmla="*/ 521647 h 579060"/>
              <a:gd name="connsiteX6" fmla="*/ 306521 w 587192"/>
              <a:gd name="connsiteY6" fmla="*/ 498628 h 579060"/>
              <a:gd name="connsiteX7" fmla="*/ 295575 w 587192"/>
              <a:gd name="connsiteY7" fmla="*/ 487697 h 579060"/>
              <a:gd name="connsiteX8" fmla="*/ 210237 w 587192"/>
              <a:gd name="connsiteY8" fmla="*/ 390112 h 579060"/>
              <a:gd name="connsiteX9" fmla="*/ 199202 w 587192"/>
              <a:gd name="connsiteY9" fmla="*/ 401133 h 579060"/>
              <a:gd name="connsiteX10" fmla="*/ 199202 w 587192"/>
              <a:gd name="connsiteY10" fmla="*/ 424062 h 579060"/>
              <a:gd name="connsiteX11" fmla="*/ 210237 w 587192"/>
              <a:gd name="connsiteY11" fmla="*/ 435083 h 579060"/>
              <a:gd name="connsiteX12" fmla="*/ 295575 w 587192"/>
              <a:gd name="connsiteY12" fmla="*/ 435083 h 579060"/>
              <a:gd name="connsiteX13" fmla="*/ 306521 w 587192"/>
              <a:gd name="connsiteY13" fmla="*/ 424062 h 579060"/>
              <a:gd name="connsiteX14" fmla="*/ 306521 w 587192"/>
              <a:gd name="connsiteY14" fmla="*/ 401133 h 579060"/>
              <a:gd name="connsiteX15" fmla="*/ 295575 w 587192"/>
              <a:gd name="connsiteY15" fmla="*/ 390112 h 579060"/>
              <a:gd name="connsiteX16" fmla="*/ 210237 w 587192"/>
              <a:gd name="connsiteY16" fmla="*/ 292527 h 579060"/>
              <a:gd name="connsiteX17" fmla="*/ 199202 w 587192"/>
              <a:gd name="connsiteY17" fmla="*/ 303459 h 579060"/>
              <a:gd name="connsiteX18" fmla="*/ 199202 w 587192"/>
              <a:gd name="connsiteY18" fmla="*/ 326478 h 579060"/>
              <a:gd name="connsiteX19" fmla="*/ 210237 w 587192"/>
              <a:gd name="connsiteY19" fmla="*/ 337498 h 579060"/>
              <a:gd name="connsiteX20" fmla="*/ 295575 w 587192"/>
              <a:gd name="connsiteY20" fmla="*/ 337498 h 579060"/>
              <a:gd name="connsiteX21" fmla="*/ 306521 w 587192"/>
              <a:gd name="connsiteY21" fmla="*/ 326478 h 579060"/>
              <a:gd name="connsiteX22" fmla="*/ 306521 w 587192"/>
              <a:gd name="connsiteY22" fmla="*/ 303459 h 579060"/>
              <a:gd name="connsiteX23" fmla="*/ 295575 w 587192"/>
              <a:gd name="connsiteY23" fmla="*/ 292527 h 579060"/>
              <a:gd name="connsiteX24" fmla="*/ 412250 w 587192"/>
              <a:gd name="connsiteY24" fmla="*/ 268713 h 579060"/>
              <a:gd name="connsiteX25" fmla="*/ 485772 w 587192"/>
              <a:gd name="connsiteY25" fmla="*/ 342022 h 579060"/>
              <a:gd name="connsiteX26" fmla="*/ 412250 w 587192"/>
              <a:gd name="connsiteY26" fmla="*/ 415419 h 579060"/>
              <a:gd name="connsiteX27" fmla="*/ 401658 w 587192"/>
              <a:gd name="connsiteY27" fmla="*/ 414353 h 579060"/>
              <a:gd name="connsiteX28" fmla="*/ 401658 w 587192"/>
              <a:gd name="connsiteY28" fmla="*/ 395692 h 579060"/>
              <a:gd name="connsiteX29" fmla="*/ 401658 w 587192"/>
              <a:gd name="connsiteY29" fmla="*/ 288440 h 579060"/>
              <a:gd name="connsiteX30" fmla="*/ 401658 w 587192"/>
              <a:gd name="connsiteY30" fmla="*/ 269691 h 579060"/>
              <a:gd name="connsiteX31" fmla="*/ 412250 w 587192"/>
              <a:gd name="connsiteY31" fmla="*/ 268713 h 579060"/>
              <a:gd name="connsiteX32" fmla="*/ 170993 w 587192"/>
              <a:gd name="connsiteY32" fmla="*/ 231737 h 579060"/>
              <a:gd name="connsiteX33" fmla="*/ 334819 w 587192"/>
              <a:gd name="connsiteY33" fmla="*/ 231737 h 579060"/>
              <a:gd name="connsiteX34" fmla="*/ 362494 w 587192"/>
              <a:gd name="connsiteY34" fmla="*/ 259377 h 579060"/>
              <a:gd name="connsiteX35" fmla="*/ 362494 w 587192"/>
              <a:gd name="connsiteY35" fmla="*/ 579060 h 579060"/>
              <a:gd name="connsiteX36" fmla="*/ 143318 w 587192"/>
              <a:gd name="connsiteY36" fmla="*/ 579060 h 579060"/>
              <a:gd name="connsiteX37" fmla="*/ 143318 w 587192"/>
              <a:gd name="connsiteY37" fmla="*/ 259377 h 579060"/>
              <a:gd name="connsiteX38" fmla="*/ 170993 w 587192"/>
              <a:gd name="connsiteY38" fmla="*/ 231737 h 579060"/>
              <a:gd name="connsiteX39" fmla="*/ 385391 w 587192"/>
              <a:gd name="connsiteY39" fmla="*/ 159196 h 579060"/>
              <a:gd name="connsiteX40" fmla="*/ 439244 w 587192"/>
              <a:gd name="connsiteY40" fmla="*/ 159196 h 579060"/>
              <a:gd name="connsiteX41" fmla="*/ 460518 w 587192"/>
              <a:gd name="connsiteY41" fmla="*/ 180435 h 579060"/>
              <a:gd name="connsiteX42" fmla="*/ 460518 w 587192"/>
              <a:gd name="connsiteY42" fmla="*/ 206918 h 579060"/>
              <a:gd name="connsiteX43" fmla="*/ 505469 w 587192"/>
              <a:gd name="connsiteY43" fmla="*/ 232778 h 579060"/>
              <a:gd name="connsiteX44" fmla="*/ 528345 w 587192"/>
              <a:gd name="connsiteY44" fmla="*/ 219626 h 579060"/>
              <a:gd name="connsiteX45" fmla="*/ 557363 w 587192"/>
              <a:gd name="connsiteY45" fmla="*/ 227357 h 579060"/>
              <a:gd name="connsiteX46" fmla="*/ 584334 w 587192"/>
              <a:gd name="connsiteY46" fmla="*/ 273924 h 579060"/>
              <a:gd name="connsiteX47" fmla="*/ 576590 w 587192"/>
              <a:gd name="connsiteY47" fmla="*/ 302894 h 579060"/>
              <a:gd name="connsiteX48" fmla="*/ 553625 w 587192"/>
              <a:gd name="connsiteY48" fmla="*/ 316136 h 579060"/>
              <a:gd name="connsiteX49" fmla="*/ 556028 w 587192"/>
              <a:gd name="connsiteY49" fmla="*/ 341996 h 579060"/>
              <a:gd name="connsiteX50" fmla="*/ 553625 w 587192"/>
              <a:gd name="connsiteY50" fmla="*/ 367945 h 579060"/>
              <a:gd name="connsiteX51" fmla="*/ 576590 w 587192"/>
              <a:gd name="connsiteY51" fmla="*/ 381187 h 579060"/>
              <a:gd name="connsiteX52" fmla="*/ 584334 w 587192"/>
              <a:gd name="connsiteY52" fmla="*/ 410157 h 579060"/>
              <a:gd name="connsiteX53" fmla="*/ 557363 w 587192"/>
              <a:gd name="connsiteY53" fmla="*/ 456724 h 579060"/>
              <a:gd name="connsiteX54" fmla="*/ 544546 w 587192"/>
              <a:gd name="connsiteY54" fmla="*/ 466588 h 579060"/>
              <a:gd name="connsiteX55" fmla="*/ 528345 w 587192"/>
              <a:gd name="connsiteY55" fmla="*/ 464455 h 579060"/>
              <a:gd name="connsiteX56" fmla="*/ 505469 w 587192"/>
              <a:gd name="connsiteY56" fmla="*/ 451214 h 579060"/>
              <a:gd name="connsiteX57" fmla="*/ 460518 w 587192"/>
              <a:gd name="connsiteY57" fmla="*/ 477074 h 579060"/>
              <a:gd name="connsiteX58" fmla="*/ 460518 w 587192"/>
              <a:gd name="connsiteY58" fmla="*/ 503557 h 579060"/>
              <a:gd name="connsiteX59" fmla="*/ 439244 w 587192"/>
              <a:gd name="connsiteY59" fmla="*/ 524796 h 579060"/>
              <a:gd name="connsiteX60" fmla="*/ 401680 w 587192"/>
              <a:gd name="connsiteY60" fmla="*/ 524796 h 579060"/>
              <a:gd name="connsiteX61" fmla="*/ 401680 w 587192"/>
              <a:gd name="connsiteY61" fmla="*/ 476363 h 579060"/>
              <a:gd name="connsiteX62" fmla="*/ 401680 w 587192"/>
              <a:gd name="connsiteY62" fmla="*/ 434151 h 579060"/>
              <a:gd name="connsiteX63" fmla="*/ 412273 w 587192"/>
              <a:gd name="connsiteY63" fmla="*/ 434951 h 579060"/>
              <a:gd name="connsiteX64" fmla="*/ 505380 w 587192"/>
              <a:gd name="connsiteY64" fmla="*/ 341996 h 579060"/>
              <a:gd name="connsiteX65" fmla="*/ 412273 w 587192"/>
              <a:gd name="connsiteY65" fmla="*/ 249130 h 579060"/>
              <a:gd name="connsiteX66" fmla="*/ 400701 w 587192"/>
              <a:gd name="connsiteY66" fmla="*/ 249930 h 579060"/>
              <a:gd name="connsiteX67" fmla="*/ 364117 w 587192"/>
              <a:gd name="connsiteY67" fmla="*/ 199719 h 579060"/>
              <a:gd name="connsiteX68" fmla="*/ 364117 w 587192"/>
              <a:gd name="connsiteY68" fmla="*/ 180435 h 579060"/>
              <a:gd name="connsiteX69" fmla="*/ 385391 w 587192"/>
              <a:gd name="connsiteY69" fmla="*/ 159196 h 579060"/>
              <a:gd name="connsiteX70" fmla="*/ 189325 w 587192"/>
              <a:gd name="connsiteY70" fmla="*/ 75016 h 579060"/>
              <a:gd name="connsiteX71" fmla="*/ 178288 w 587192"/>
              <a:gd name="connsiteY71" fmla="*/ 86037 h 579060"/>
              <a:gd name="connsiteX72" fmla="*/ 178288 w 587192"/>
              <a:gd name="connsiteY72" fmla="*/ 129677 h 579060"/>
              <a:gd name="connsiteX73" fmla="*/ 189325 w 587192"/>
              <a:gd name="connsiteY73" fmla="*/ 140699 h 579060"/>
              <a:gd name="connsiteX74" fmla="*/ 233029 w 587192"/>
              <a:gd name="connsiteY74" fmla="*/ 140699 h 579060"/>
              <a:gd name="connsiteX75" fmla="*/ 244067 w 587192"/>
              <a:gd name="connsiteY75" fmla="*/ 129677 h 579060"/>
              <a:gd name="connsiteX76" fmla="*/ 244067 w 587192"/>
              <a:gd name="connsiteY76" fmla="*/ 86037 h 579060"/>
              <a:gd name="connsiteX77" fmla="*/ 233029 w 587192"/>
              <a:gd name="connsiteY77" fmla="*/ 75016 h 579060"/>
              <a:gd name="connsiteX78" fmla="*/ 55988 w 587192"/>
              <a:gd name="connsiteY78" fmla="*/ 75016 h 579060"/>
              <a:gd name="connsiteX79" fmla="*/ 44950 w 587192"/>
              <a:gd name="connsiteY79" fmla="*/ 86037 h 579060"/>
              <a:gd name="connsiteX80" fmla="*/ 44950 w 587192"/>
              <a:gd name="connsiteY80" fmla="*/ 129677 h 579060"/>
              <a:gd name="connsiteX81" fmla="*/ 55988 w 587192"/>
              <a:gd name="connsiteY81" fmla="*/ 140699 h 579060"/>
              <a:gd name="connsiteX82" fmla="*/ 99692 w 587192"/>
              <a:gd name="connsiteY82" fmla="*/ 140699 h 579060"/>
              <a:gd name="connsiteX83" fmla="*/ 110729 w 587192"/>
              <a:gd name="connsiteY83" fmla="*/ 129677 h 579060"/>
              <a:gd name="connsiteX84" fmla="*/ 110729 w 587192"/>
              <a:gd name="connsiteY84" fmla="*/ 86037 h 579060"/>
              <a:gd name="connsiteX85" fmla="*/ 99692 w 587192"/>
              <a:gd name="connsiteY85" fmla="*/ 75016 h 579060"/>
              <a:gd name="connsiteX86" fmla="*/ 27682 w 587192"/>
              <a:gd name="connsiteY86" fmla="*/ 0 h 579060"/>
              <a:gd name="connsiteX87" fmla="*/ 261424 w 587192"/>
              <a:gd name="connsiteY87" fmla="*/ 0 h 579060"/>
              <a:gd name="connsiteX88" fmla="*/ 289106 w 587192"/>
              <a:gd name="connsiteY88" fmla="*/ 27642 h 579060"/>
              <a:gd name="connsiteX89" fmla="*/ 289106 w 587192"/>
              <a:gd name="connsiteY89" fmla="*/ 192605 h 579060"/>
              <a:gd name="connsiteX90" fmla="*/ 170989 w 587192"/>
              <a:gd name="connsiteY90" fmla="*/ 192605 h 579060"/>
              <a:gd name="connsiteX91" fmla="*/ 110729 w 587192"/>
              <a:gd name="connsiteY91" fmla="*/ 230913 h 579060"/>
              <a:gd name="connsiteX92" fmla="*/ 110729 w 587192"/>
              <a:gd name="connsiteY92" fmla="*/ 222825 h 579060"/>
              <a:gd name="connsiteX93" fmla="*/ 99692 w 587192"/>
              <a:gd name="connsiteY93" fmla="*/ 211803 h 579060"/>
              <a:gd name="connsiteX94" fmla="*/ 55988 w 587192"/>
              <a:gd name="connsiteY94" fmla="*/ 211803 h 579060"/>
              <a:gd name="connsiteX95" fmla="*/ 44950 w 587192"/>
              <a:gd name="connsiteY95" fmla="*/ 222825 h 579060"/>
              <a:gd name="connsiteX96" fmla="*/ 44950 w 587192"/>
              <a:gd name="connsiteY96" fmla="*/ 266554 h 579060"/>
              <a:gd name="connsiteX97" fmla="*/ 55988 w 587192"/>
              <a:gd name="connsiteY97" fmla="*/ 277487 h 579060"/>
              <a:gd name="connsiteX98" fmla="*/ 99692 w 587192"/>
              <a:gd name="connsiteY98" fmla="*/ 277487 h 579060"/>
              <a:gd name="connsiteX99" fmla="*/ 104142 w 587192"/>
              <a:gd name="connsiteY99" fmla="*/ 276598 h 579060"/>
              <a:gd name="connsiteX100" fmla="*/ 104142 w 587192"/>
              <a:gd name="connsiteY100" fmla="*/ 349569 h 579060"/>
              <a:gd name="connsiteX101" fmla="*/ 99692 w 587192"/>
              <a:gd name="connsiteY101" fmla="*/ 348680 h 579060"/>
              <a:gd name="connsiteX102" fmla="*/ 55988 w 587192"/>
              <a:gd name="connsiteY102" fmla="*/ 348680 h 579060"/>
              <a:gd name="connsiteX103" fmla="*/ 44950 w 587192"/>
              <a:gd name="connsiteY103" fmla="*/ 359613 h 579060"/>
              <a:gd name="connsiteX104" fmla="*/ 44950 w 587192"/>
              <a:gd name="connsiteY104" fmla="*/ 403342 h 579060"/>
              <a:gd name="connsiteX105" fmla="*/ 55988 w 587192"/>
              <a:gd name="connsiteY105" fmla="*/ 414364 h 579060"/>
              <a:gd name="connsiteX106" fmla="*/ 99692 w 587192"/>
              <a:gd name="connsiteY106" fmla="*/ 414364 h 579060"/>
              <a:gd name="connsiteX107" fmla="*/ 104142 w 587192"/>
              <a:gd name="connsiteY107" fmla="*/ 413386 h 579060"/>
              <a:gd name="connsiteX108" fmla="*/ 104142 w 587192"/>
              <a:gd name="connsiteY108" fmla="*/ 579060 h 579060"/>
              <a:gd name="connsiteX109" fmla="*/ 27682 w 587192"/>
              <a:gd name="connsiteY109" fmla="*/ 579060 h 579060"/>
              <a:gd name="connsiteX110" fmla="*/ 0 w 587192"/>
              <a:gd name="connsiteY110" fmla="*/ 551329 h 579060"/>
              <a:gd name="connsiteX111" fmla="*/ 0 w 587192"/>
              <a:gd name="connsiteY111" fmla="*/ 27642 h 579060"/>
              <a:gd name="connsiteX112" fmla="*/ 27682 w 587192"/>
              <a:gd name="connsiteY112" fmla="*/ 0 h 5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87192" h="579060">
                <a:moveTo>
                  <a:pt x="210237" y="487697"/>
                </a:moveTo>
                <a:cubicBezTo>
                  <a:pt x="204096" y="487697"/>
                  <a:pt x="199202" y="492585"/>
                  <a:pt x="199202" y="498628"/>
                </a:cubicBezTo>
                <a:lnTo>
                  <a:pt x="199202" y="521647"/>
                </a:lnTo>
                <a:cubicBezTo>
                  <a:pt x="199202" y="527690"/>
                  <a:pt x="204096" y="532667"/>
                  <a:pt x="210237" y="532667"/>
                </a:cubicBezTo>
                <a:lnTo>
                  <a:pt x="295575" y="532667"/>
                </a:lnTo>
                <a:cubicBezTo>
                  <a:pt x="301627" y="532667"/>
                  <a:pt x="306521" y="527690"/>
                  <a:pt x="306521" y="521647"/>
                </a:cubicBezTo>
                <a:lnTo>
                  <a:pt x="306521" y="498628"/>
                </a:lnTo>
                <a:cubicBezTo>
                  <a:pt x="306521" y="492585"/>
                  <a:pt x="301627" y="487697"/>
                  <a:pt x="295575" y="487697"/>
                </a:cubicBezTo>
                <a:close/>
                <a:moveTo>
                  <a:pt x="210237" y="390112"/>
                </a:moveTo>
                <a:cubicBezTo>
                  <a:pt x="204096" y="390112"/>
                  <a:pt x="199202" y="395000"/>
                  <a:pt x="199202" y="401133"/>
                </a:cubicBezTo>
                <a:lnTo>
                  <a:pt x="199202" y="424062"/>
                </a:lnTo>
                <a:cubicBezTo>
                  <a:pt x="199202" y="430106"/>
                  <a:pt x="204096" y="435083"/>
                  <a:pt x="210237" y="435083"/>
                </a:cubicBezTo>
                <a:lnTo>
                  <a:pt x="295575" y="435083"/>
                </a:lnTo>
                <a:cubicBezTo>
                  <a:pt x="301627" y="435083"/>
                  <a:pt x="306521" y="430106"/>
                  <a:pt x="306521" y="424062"/>
                </a:cubicBezTo>
                <a:lnTo>
                  <a:pt x="306521" y="401133"/>
                </a:lnTo>
                <a:cubicBezTo>
                  <a:pt x="306521" y="395000"/>
                  <a:pt x="301627" y="390112"/>
                  <a:pt x="295575" y="390112"/>
                </a:cubicBezTo>
                <a:close/>
                <a:moveTo>
                  <a:pt x="210237" y="292527"/>
                </a:moveTo>
                <a:cubicBezTo>
                  <a:pt x="204096" y="292527"/>
                  <a:pt x="199202" y="297416"/>
                  <a:pt x="199202" y="303459"/>
                </a:cubicBezTo>
                <a:lnTo>
                  <a:pt x="199202" y="326478"/>
                </a:lnTo>
                <a:cubicBezTo>
                  <a:pt x="199202" y="332521"/>
                  <a:pt x="204096" y="337498"/>
                  <a:pt x="210237" y="337498"/>
                </a:cubicBezTo>
                <a:lnTo>
                  <a:pt x="295575" y="337498"/>
                </a:lnTo>
                <a:cubicBezTo>
                  <a:pt x="301627" y="337498"/>
                  <a:pt x="306521" y="332521"/>
                  <a:pt x="306521" y="326478"/>
                </a:cubicBezTo>
                <a:lnTo>
                  <a:pt x="306521" y="303459"/>
                </a:lnTo>
                <a:cubicBezTo>
                  <a:pt x="306521" y="297416"/>
                  <a:pt x="301627" y="292527"/>
                  <a:pt x="295575" y="292527"/>
                </a:cubicBezTo>
                <a:close/>
                <a:moveTo>
                  <a:pt x="412250" y="268713"/>
                </a:moveTo>
                <a:cubicBezTo>
                  <a:pt x="452838" y="268713"/>
                  <a:pt x="485772" y="301591"/>
                  <a:pt x="485772" y="342022"/>
                </a:cubicBezTo>
                <a:cubicBezTo>
                  <a:pt x="485772" y="382541"/>
                  <a:pt x="452838" y="415419"/>
                  <a:pt x="412250" y="415419"/>
                </a:cubicBezTo>
                <a:cubicBezTo>
                  <a:pt x="408690" y="415419"/>
                  <a:pt x="405129" y="414886"/>
                  <a:pt x="401658" y="414353"/>
                </a:cubicBezTo>
                <a:lnTo>
                  <a:pt x="401658" y="395692"/>
                </a:lnTo>
                <a:lnTo>
                  <a:pt x="401658" y="288440"/>
                </a:lnTo>
                <a:lnTo>
                  <a:pt x="401658" y="269691"/>
                </a:lnTo>
                <a:cubicBezTo>
                  <a:pt x="405129" y="269157"/>
                  <a:pt x="408690" y="268713"/>
                  <a:pt x="412250" y="268713"/>
                </a:cubicBezTo>
                <a:close/>
                <a:moveTo>
                  <a:pt x="170993" y="231737"/>
                </a:moveTo>
                <a:lnTo>
                  <a:pt x="334819" y="231737"/>
                </a:lnTo>
                <a:cubicBezTo>
                  <a:pt x="350125" y="231737"/>
                  <a:pt x="362494" y="244091"/>
                  <a:pt x="362494" y="259377"/>
                </a:cubicBezTo>
                <a:lnTo>
                  <a:pt x="362494" y="579060"/>
                </a:lnTo>
                <a:lnTo>
                  <a:pt x="143318" y="579060"/>
                </a:lnTo>
                <a:lnTo>
                  <a:pt x="143318" y="259377"/>
                </a:lnTo>
                <a:cubicBezTo>
                  <a:pt x="143318" y="244091"/>
                  <a:pt x="155687" y="231737"/>
                  <a:pt x="170993" y="231737"/>
                </a:cubicBezTo>
                <a:close/>
                <a:moveTo>
                  <a:pt x="385391" y="159196"/>
                </a:moveTo>
                <a:lnTo>
                  <a:pt x="439244" y="159196"/>
                </a:lnTo>
                <a:cubicBezTo>
                  <a:pt x="450993" y="159196"/>
                  <a:pt x="460518" y="168705"/>
                  <a:pt x="460518" y="180435"/>
                </a:cubicBezTo>
                <a:lnTo>
                  <a:pt x="460518" y="206918"/>
                </a:lnTo>
                <a:cubicBezTo>
                  <a:pt x="477074" y="212872"/>
                  <a:pt x="492295" y="221581"/>
                  <a:pt x="505469" y="232778"/>
                </a:cubicBezTo>
                <a:lnTo>
                  <a:pt x="528345" y="219626"/>
                </a:lnTo>
                <a:cubicBezTo>
                  <a:pt x="538582" y="213760"/>
                  <a:pt x="551578" y="217226"/>
                  <a:pt x="557363" y="227357"/>
                </a:cubicBezTo>
                <a:lnTo>
                  <a:pt x="584334" y="273924"/>
                </a:lnTo>
                <a:cubicBezTo>
                  <a:pt x="590209" y="284055"/>
                  <a:pt x="586738" y="297029"/>
                  <a:pt x="576590" y="302894"/>
                </a:cubicBezTo>
                <a:lnTo>
                  <a:pt x="553625" y="316136"/>
                </a:lnTo>
                <a:cubicBezTo>
                  <a:pt x="555138" y="324578"/>
                  <a:pt x="556028" y="333198"/>
                  <a:pt x="556028" y="341996"/>
                </a:cubicBezTo>
                <a:cubicBezTo>
                  <a:pt x="556028" y="350883"/>
                  <a:pt x="555138" y="359503"/>
                  <a:pt x="553625" y="367945"/>
                </a:cubicBezTo>
                <a:lnTo>
                  <a:pt x="576590" y="381187"/>
                </a:lnTo>
                <a:cubicBezTo>
                  <a:pt x="586738" y="387052"/>
                  <a:pt x="590209" y="400026"/>
                  <a:pt x="584334" y="410157"/>
                </a:cubicBezTo>
                <a:lnTo>
                  <a:pt x="557363" y="456724"/>
                </a:lnTo>
                <a:cubicBezTo>
                  <a:pt x="554604" y="461611"/>
                  <a:pt x="549975" y="465166"/>
                  <a:pt x="544546" y="466588"/>
                </a:cubicBezTo>
                <a:cubicBezTo>
                  <a:pt x="539027" y="468010"/>
                  <a:pt x="533241" y="467299"/>
                  <a:pt x="528345" y="464455"/>
                </a:cubicBezTo>
                <a:lnTo>
                  <a:pt x="505469" y="451214"/>
                </a:lnTo>
                <a:cubicBezTo>
                  <a:pt x="492295" y="462411"/>
                  <a:pt x="477074" y="471209"/>
                  <a:pt x="460518" y="477074"/>
                </a:cubicBezTo>
                <a:lnTo>
                  <a:pt x="460518" y="503557"/>
                </a:lnTo>
                <a:cubicBezTo>
                  <a:pt x="460518" y="515287"/>
                  <a:pt x="450993" y="524796"/>
                  <a:pt x="439244" y="524796"/>
                </a:cubicBezTo>
                <a:lnTo>
                  <a:pt x="401680" y="524796"/>
                </a:lnTo>
                <a:lnTo>
                  <a:pt x="401680" y="476363"/>
                </a:lnTo>
                <a:lnTo>
                  <a:pt x="401680" y="434151"/>
                </a:lnTo>
                <a:cubicBezTo>
                  <a:pt x="405152" y="434596"/>
                  <a:pt x="408712" y="434951"/>
                  <a:pt x="412273" y="434951"/>
                </a:cubicBezTo>
                <a:cubicBezTo>
                  <a:pt x="463633" y="434951"/>
                  <a:pt x="505380" y="393272"/>
                  <a:pt x="505380" y="341996"/>
                </a:cubicBezTo>
                <a:cubicBezTo>
                  <a:pt x="505380" y="290809"/>
                  <a:pt x="463633" y="249130"/>
                  <a:pt x="412273" y="249130"/>
                </a:cubicBezTo>
                <a:cubicBezTo>
                  <a:pt x="408356" y="249130"/>
                  <a:pt x="404529" y="249485"/>
                  <a:pt x="400701" y="249930"/>
                </a:cubicBezTo>
                <a:cubicBezTo>
                  <a:pt x="397497" y="227801"/>
                  <a:pt x="383522" y="209228"/>
                  <a:pt x="364117" y="199719"/>
                </a:cubicBezTo>
                <a:lnTo>
                  <a:pt x="364117" y="180435"/>
                </a:lnTo>
                <a:cubicBezTo>
                  <a:pt x="364117" y="168705"/>
                  <a:pt x="373641" y="159196"/>
                  <a:pt x="385391" y="159196"/>
                </a:cubicBezTo>
                <a:close/>
                <a:moveTo>
                  <a:pt x="189325" y="75016"/>
                </a:moveTo>
                <a:cubicBezTo>
                  <a:pt x="183273" y="75016"/>
                  <a:pt x="178288" y="79904"/>
                  <a:pt x="178288" y="86037"/>
                </a:cubicBezTo>
                <a:lnTo>
                  <a:pt x="178288" y="129677"/>
                </a:lnTo>
                <a:cubicBezTo>
                  <a:pt x="178288" y="135810"/>
                  <a:pt x="183273" y="140699"/>
                  <a:pt x="189325" y="140699"/>
                </a:cubicBezTo>
                <a:lnTo>
                  <a:pt x="233029" y="140699"/>
                </a:lnTo>
                <a:cubicBezTo>
                  <a:pt x="239171" y="140699"/>
                  <a:pt x="244067" y="135810"/>
                  <a:pt x="244067" y="129677"/>
                </a:cubicBezTo>
                <a:lnTo>
                  <a:pt x="244067" y="86037"/>
                </a:lnTo>
                <a:cubicBezTo>
                  <a:pt x="244067" y="79904"/>
                  <a:pt x="239171" y="75016"/>
                  <a:pt x="233029" y="75016"/>
                </a:cubicBezTo>
                <a:close/>
                <a:moveTo>
                  <a:pt x="55988" y="75016"/>
                </a:moveTo>
                <a:cubicBezTo>
                  <a:pt x="49846" y="75016"/>
                  <a:pt x="44950" y="79904"/>
                  <a:pt x="44950" y="86037"/>
                </a:cubicBezTo>
                <a:lnTo>
                  <a:pt x="44950" y="129677"/>
                </a:lnTo>
                <a:cubicBezTo>
                  <a:pt x="44950" y="135810"/>
                  <a:pt x="49846" y="140699"/>
                  <a:pt x="55988" y="140699"/>
                </a:cubicBezTo>
                <a:lnTo>
                  <a:pt x="99692" y="140699"/>
                </a:lnTo>
                <a:cubicBezTo>
                  <a:pt x="105833" y="140699"/>
                  <a:pt x="110729" y="135810"/>
                  <a:pt x="110729" y="129677"/>
                </a:cubicBezTo>
                <a:lnTo>
                  <a:pt x="110729" y="86037"/>
                </a:lnTo>
                <a:cubicBezTo>
                  <a:pt x="110729" y="79904"/>
                  <a:pt x="105833" y="75016"/>
                  <a:pt x="99692" y="75016"/>
                </a:cubicBezTo>
                <a:close/>
                <a:moveTo>
                  <a:pt x="27682" y="0"/>
                </a:moveTo>
                <a:lnTo>
                  <a:pt x="261424" y="0"/>
                </a:lnTo>
                <a:cubicBezTo>
                  <a:pt x="276645" y="0"/>
                  <a:pt x="289106" y="12354"/>
                  <a:pt x="289106" y="27642"/>
                </a:cubicBezTo>
                <a:lnTo>
                  <a:pt x="289106" y="192605"/>
                </a:lnTo>
                <a:lnTo>
                  <a:pt x="170989" y="192605"/>
                </a:lnTo>
                <a:cubicBezTo>
                  <a:pt x="144375" y="192605"/>
                  <a:pt x="121499" y="208337"/>
                  <a:pt x="110729" y="230913"/>
                </a:cubicBezTo>
                <a:lnTo>
                  <a:pt x="110729" y="222825"/>
                </a:lnTo>
                <a:cubicBezTo>
                  <a:pt x="110729" y="216781"/>
                  <a:pt x="105833" y="211803"/>
                  <a:pt x="99692" y="211803"/>
                </a:cubicBezTo>
                <a:lnTo>
                  <a:pt x="55988" y="211803"/>
                </a:lnTo>
                <a:cubicBezTo>
                  <a:pt x="49846" y="211803"/>
                  <a:pt x="44950" y="216781"/>
                  <a:pt x="44950" y="222825"/>
                </a:cubicBezTo>
                <a:lnTo>
                  <a:pt x="44950" y="266554"/>
                </a:lnTo>
                <a:cubicBezTo>
                  <a:pt x="44950" y="272598"/>
                  <a:pt x="49846" y="277487"/>
                  <a:pt x="55988" y="277487"/>
                </a:cubicBezTo>
                <a:lnTo>
                  <a:pt x="99692" y="277487"/>
                </a:lnTo>
                <a:cubicBezTo>
                  <a:pt x="101294" y="277487"/>
                  <a:pt x="102807" y="277131"/>
                  <a:pt x="104142" y="276598"/>
                </a:cubicBezTo>
                <a:lnTo>
                  <a:pt x="104142" y="349569"/>
                </a:lnTo>
                <a:cubicBezTo>
                  <a:pt x="102807" y="349036"/>
                  <a:pt x="101294" y="348680"/>
                  <a:pt x="99692" y="348680"/>
                </a:cubicBezTo>
                <a:lnTo>
                  <a:pt x="55988" y="348680"/>
                </a:lnTo>
                <a:cubicBezTo>
                  <a:pt x="49846" y="348680"/>
                  <a:pt x="44950" y="353569"/>
                  <a:pt x="44950" y="359613"/>
                </a:cubicBezTo>
                <a:lnTo>
                  <a:pt x="44950" y="403342"/>
                </a:lnTo>
                <a:cubicBezTo>
                  <a:pt x="44950" y="409475"/>
                  <a:pt x="49846" y="414364"/>
                  <a:pt x="55988" y="414364"/>
                </a:cubicBezTo>
                <a:lnTo>
                  <a:pt x="99692" y="414364"/>
                </a:lnTo>
                <a:cubicBezTo>
                  <a:pt x="101294" y="414364"/>
                  <a:pt x="102807" y="414008"/>
                  <a:pt x="104142" y="413386"/>
                </a:cubicBezTo>
                <a:lnTo>
                  <a:pt x="104142" y="579060"/>
                </a:lnTo>
                <a:lnTo>
                  <a:pt x="27682" y="579060"/>
                </a:lnTo>
                <a:cubicBezTo>
                  <a:pt x="12372" y="579060"/>
                  <a:pt x="0" y="566617"/>
                  <a:pt x="0" y="551329"/>
                </a:cubicBezTo>
                <a:lnTo>
                  <a:pt x="0" y="27642"/>
                </a:lnTo>
                <a:cubicBezTo>
                  <a:pt x="0" y="12354"/>
                  <a:pt x="12372" y="0"/>
                  <a:pt x="276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presentation_161278"/>
          <p:cNvSpPr>
            <a:spLocks noChangeAspect="1"/>
          </p:cNvSpPr>
          <p:nvPr/>
        </p:nvSpPr>
        <p:spPr bwMode="auto">
          <a:xfrm>
            <a:off x="1748770" y="1863219"/>
            <a:ext cx="609685" cy="608691"/>
          </a:xfrm>
          <a:custGeom>
            <a:avLst/>
            <a:gdLst>
              <a:gd name="connsiteX0" fmla="*/ 495878 w 606580"/>
              <a:gd name="connsiteY0" fmla="*/ 503837 h 605592"/>
              <a:gd name="connsiteX1" fmla="*/ 589770 w 606580"/>
              <a:gd name="connsiteY1" fmla="*/ 503837 h 605592"/>
              <a:gd name="connsiteX2" fmla="*/ 606580 w 606580"/>
              <a:gd name="connsiteY2" fmla="*/ 520611 h 605592"/>
              <a:gd name="connsiteX3" fmla="*/ 606580 w 606580"/>
              <a:gd name="connsiteY3" fmla="*/ 605592 h 605592"/>
              <a:gd name="connsiteX4" fmla="*/ 479068 w 606580"/>
              <a:gd name="connsiteY4" fmla="*/ 605592 h 605592"/>
              <a:gd name="connsiteX5" fmla="*/ 479068 w 606580"/>
              <a:gd name="connsiteY5" fmla="*/ 520611 h 605592"/>
              <a:gd name="connsiteX6" fmla="*/ 495878 w 606580"/>
              <a:gd name="connsiteY6" fmla="*/ 503837 h 605592"/>
              <a:gd name="connsiteX7" fmla="*/ 336112 w 606580"/>
              <a:gd name="connsiteY7" fmla="*/ 503837 h 605592"/>
              <a:gd name="connsiteX8" fmla="*/ 429975 w 606580"/>
              <a:gd name="connsiteY8" fmla="*/ 503837 h 605592"/>
              <a:gd name="connsiteX9" fmla="*/ 447243 w 606580"/>
              <a:gd name="connsiteY9" fmla="*/ 520611 h 605592"/>
              <a:gd name="connsiteX10" fmla="*/ 447243 w 606580"/>
              <a:gd name="connsiteY10" fmla="*/ 605592 h 605592"/>
              <a:gd name="connsiteX11" fmla="*/ 319308 w 606580"/>
              <a:gd name="connsiteY11" fmla="*/ 605592 h 605592"/>
              <a:gd name="connsiteX12" fmla="*/ 319308 w 606580"/>
              <a:gd name="connsiteY12" fmla="*/ 520611 h 605592"/>
              <a:gd name="connsiteX13" fmla="*/ 336112 w 606580"/>
              <a:gd name="connsiteY13" fmla="*/ 503837 h 605592"/>
              <a:gd name="connsiteX14" fmla="*/ 176776 w 606580"/>
              <a:gd name="connsiteY14" fmla="*/ 503837 h 605592"/>
              <a:gd name="connsiteX15" fmla="*/ 270639 w 606580"/>
              <a:gd name="connsiteY15" fmla="*/ 503837 h 605592"/>
              <a:gd name="connsiteX16" fmla="*/ 287907 w 606580"/>
              <a:gd name="connsiteY16" fmla="*/ 520611 h 605592"/>
              <a:gd name="connsiteX17" fmla="*/ 287907 w 606580"/>
              <a:gd name="connsiteY17" fmla="*/ 605592 h 605592"/>
              <a:gd name="connsiteX18" fmla="*/ 159972 w 606580"/>
              <a:gd name="connsiteY18" fmla="*/ 605592 h 605592"/>
              <a:gd name="connsiteX19" fmla="*/ 159972 w 606580"/>
              <a:gd name="connsiteY19" fmla="*/ 520611 h 605592"/>
              <a:gd name="connsiteX20" fmla="*/ 176776 w 606580"/>
              <a:gd name="connsiteY20" fmla="*/ 503837 h 605592"/>
              <a:gd name="connsiteX21" fmla="*/ 16801 w 606580"/>
              <a:gd name="connsiteY21" fmla="*/ 503837 h 605592"/>
              <a:gd name="connsiteX22" fmla="*/ 111112 w 606580"/>
              <a:gd name="connsiteY22" fmla="*/ 503837 h 605592"/>
              <a:gd name="connsiteX23" fmla="*/ 128006 w 606580"/>
              <a:gd name="connsiteY23" fmla="*/ 520611 h 605592"/>
              <a:gd name="connsiteX24" fmla="*/ 128006 w 606580"/>
              <a:gd name="connsiteY24" fmla="*/ 605592 h 605592"/>
              <a:gd name="connsiteX25" fmla="*/ 0 w 606580"/>
              <a:gd name="connsiteY25" fmla="*/ 605592 h 605592"/>
              <a:gd name="connsiteX26" fmla="*/ 0 w 606580"/>
              <a:gd name="connsiteY26" fmla="*/ 520611 h 605592"/>
              <a:gd name="connsiteX27" fmla="*/ 16801 w 606580"/>
              <a:gd name="connsiteY27" fmla="*/ 503837 h 605592"/>
              <a:gd name="connsiteX28" fmla="*/ 542577 w 606580"/>
              <a:gd name="connsiteY28" fmla="*/ 393120 h 605592"/>
              <a:gd name="connsiteX29" fmla="*/ 580541 w 606580"/>
              <a:gd name="connsiteY29" fmla="*/ 431084 h 605592"/>
              <a:gd name="connsiteX30" fmla="*/ 542577 w 606580"/>
              <a:gd name="connsiteY30" fmla="*/ 469048 h 605592"/>
              <a:gd name="connsiteX31" fmla="*/ 504613 w 606580"/>
              <a:gd name="connsiteY31" fmla="*/ 431084 h 605592"/>
              <a:gd name="connsiteX32" fmla="*/ 542577 w 606580"/>
              <a:gd name="connsiteY32" fmla="*/ 393120 h 605592"/>
              <a:gd name="connsiteX33" fmla="*/ 383276 w 606580"/>
              <a:gd name="connsiteY33" fmla="*/ 393120 h 605592"/>
              <a:gd name="connsiteX34" fmla="*/ 421276 w 606580"/>
              <a:gd name="connsiteY34" fmla="*/ 431084 h 605592"/>
              <a:gd name="connsiteX35" fmla="*/ 383276 w 606580"/>
              <a:gd name="connsiteY35" fmla="*/ 469048 h 605592"/>
              <a:gd name="connsiteX36" fmla="*/ 345276 w 606580"/>
              <a:gd name="connsiteY36" fmla="*/ 431084 h 605592"/>
              <a:gd name="connsiteX37" fmla="*/ 383276 w 606580"/>
              <a:gd name="connsiteY37" fmla="*/ 393120 h 605592"/>
              <a:gd name="connsiteX38" fmla="*/ 223340 w 606580"/>
              <a:gd name="connsiteY38" fmla="*/ 393120 h 605592"/>
              <a:gd name="connsiteX39" fmla="*/ 261375 w 606580"/>
              <a:gd name="connsiteY39" fmla="*/ 431084 h 605592"/>
              <a:gd name="connsiteX40" fmla="*/ 223340 w 606580"/>
              <a:gd name="connsiteY40" fmla="*/ 469048 h 605592"/>
              <a:gd name="connsiteX41" fmla="*/ 185305 w 606580"/>
              <a:gd name="connsiteY41" fmla="*/ 431084 h 605592"/>
              <a:gd name="connsiteX42" fmla="*/ 223340 w 606580"/>
              <a:gd name="connsiteY42" fmla="*/ 393120 h 605592"/>
              <a:gd name="connsiteX43" fmla="*/ 64003 w 606580"/>
              <a:gd name="connsiteY43" fmla="*/ 393120 h 605592"/>
              <a:gd name="connsiteX44" fmla="*/ 102038 w 606580"/>
              <a:gd name="connsiteY44" fmla="*/ 431084 h 605592"/>
              <a:gd name="connsiteX45" fmla="*/ 64003 w 606580"/>
              <a:gd name="connsiteY45" fmla="*/ 469048 h 605592"/>
              <a:gd name="connsiteX46" fmla="*/ 25968 w 606580"/>
              <a:gd name="connsiteY46" fmla="*/ 431084 h 605592"/>
              <a:gd name="connsiteX47" fmla="*/ 64003 w 606580"/>
              <a:gd name="connsiteY47" fmla="*/ 393120 h 605592"/>
              <a:gd name="connsiteX48" fmla="*/ 454971 w 606580"/>
              <a:gd name="connsiteY48" fmla="*/ 198500 h 605592"/>
              <a:gd name="connsiteX49" fmla="*/ 606580 w 606580"/>
              <a:gd name="connsiteY49" fmla="*/ 349933 h 605592"/>
              <a:gd name="connsiteX50" fmla="*/ 303361 w 606580"/>
              <a:gd name="connsiteY50" fmla="*/ 349933 h 605592"/>
              <a:gd name="connsiteX51" fmla="*/ 454971 w 606580"/>
              <a:gd name="connsiteY51" fmla="*/ 198500 h 605592"/>
              <a:gd name="connsiteX52" fmla="*/ 214636 w 606580"/>
              <a:gd name="connsiteY52" fmla="*/ 68682 h 605592"/>
              <a:gd name="connsiteX53" fmla="*/ 202103 w 606580"/>
              <a:gd name="connsiteY53" fmla="*/ 81195 h 605592"/>
              <a:gd name="connsiteX54" fmla="*/ 214636 w 606580"/>
              <a:gd name="connsiteY54" fmla="*/ 93708 h 605592"/>
              <a:gd name="connsiteX55" fmla="*/ 220949 w 606580"/>
              <a:gd name="connsiteY55" fmla="*/ 93708 h 605592"/>
              <a:gd name="connsiteX56" fmla="*/ 233482 w 606580"/>
              <a:gd name="connsiteY56" fmla="*/ 81195 h 605592"/>
              <a:gd name="connsiteX57" fmla="*/ 220949 w 606580"/>
              <a:gd name="connsiteY57" fmla="*/ 68682 h 605592"/>
              <a:gd name="connsiteX58" fmla="*/ 136190 w 606580"/>
              <a:gd name="connsiteY58" fmla="*/ 68219 h 605592"/>
              <a:gd name="connsiteX59" fmla="*/ 123657 w 606580"/>
              <a:gd name="connsiteY59" fmla="*/ 80732 h 605592"/>
              <a:gd name="connsiteX60" fmla="*/ 136190 w 606580"/>
              <a:gd name="connsiteY60" fmla="*/ 93152 h 605592"/>
              <a:gd name="connsiteX61" fmla="*/ 142503 w 606580"/>
              <a:gd name="connsiteY61" fmla="*/ 93152 h 605592"/>
              <a:gd name="connsiteX62" fmla="*/ 154943 w 606580"/>
              <a:gd name="connsiteY62" fmla="*/ 80732 h 605592"/>
              <a:gd name="connsiteX63" fmla="*/ 142503 w 606580"/>
              <a:gd name="connsiteY63" fmla="*/ 68219 h 605592"/>
              <a:gd name="connsiteX64" fmla="*/ 58208 w 606580"/>
              <a:gd name="connsiteY64" fmla="*/ 68219 h 605592"/>
              <a:gd name="connsiteX65" fmla="*/ 45675 w 606580"/>
              <a:gd name="connsiteY65" fmla="*/ 80732 h 605592"/>
              <a:gd name="connsiteX66" fmla="*/ 58208 w 606580"/>
              <a:gd name="connsiteY66" fmla="*/ 93152 h 605592"/>
              <a:gd name="connsiteX67" fmla="*/ 64521 w 606580"/>
              <a:gd name="connsiteY67" fmla="*/ 93152 h 605592"/>
              <a:gd name="connsiteX68" fmla="*/ 76961 w 606580"/>
              <a:gd name="connsiteY68" fmla="*/ 80732 h 605592"/>
              <a:gd name="connsiteX69" fmla="*/ 64521 w 606580"/>
              <a:gd name="connsiteY69" fmla="*/ 68219 h 605592"/>
              <a:gd name="connsiteX70" fmla="*/ 454935 w 606580"/>
              <a:gd name="connsiteY70" fmla="*/ 42339 h 605592"/>
              <a:gd name="connsiteX71" fmla="*/ 518444 w 606580"/>
              <a:gd name="connsiteY71" fmla="*/ 105742 h 605592"/>
              <a:gd name="connsiteX72" fmla="*/ 454935 w 606580"/>
              <a:gd name="connsiteY72" fmla="*/ 169145 h 605592"/>
              <a:gd name="connsiteX73" fmla="*/ 391426 w 606580"/>
              <a:gd name="connsiteY73" fmla="*/ 105742 h 605592"/>
              <a:gd name="connsiteX74" fmla="*/ 454935 w 606580"/>
              <a:gd name="connsiteY74" fmla="*/ 42339 h 605592"/>
              <a:gd name="connsiteX75" fmla="*/ 0 w 606580"/>
              <a:gd name="connsiteY75" fmla="*/ 0 h 605592"/>
              <a:gd name="connsiteX76" fmla="*/ 279157 w 606580"/>
              <a:gd name="connsiteY76" fmla="*/ 0 h 605592"/>
              <a:gd name="connsiteX77" fmla="*/ 279157 w 606580"/>
              <a:gd name="connsiteY77" fmla="*/ 161927 h 605592"/>
              <a:gd name="connsiteX78" fmla="*/ 240630 w 606580"/>
              <a:gd name="connsiteY78" fmla="*/ 161927 h 605592"/>
              <a:gd name="connsiteX79" fmla="*/ 240630 w 606580"/>
              <a:gd name="connsiteY79" fmla="*/ 222916 h 605592"/>
              <a:gd name="connsiteX80" fmla="*/ 176667 w 606580"/>
              <a:gd name="connsiteY80" fmla="*/ 162020 h 605592"/>
              <a:gd name="connsiteX81" fmla="*/ 0 w 606580"/>
              <a:gd name="connsiteY81" fmla="*/ 16202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580" h="605592">
                <a:moveTo>
                  <a:pt x="495878" y="503837"/>
                </a:moveTo>
                <a:lnTo>
                  <a:pt x="589770" y="503837"/>
                </a:lnTo>
                <a:cubicBezTo>
                  <a:pt x="598965" y="503837"/>
                  <a:pt x="606580" y="511436"/>
                  <a:pt x="606580" y="520611"/>
                </a:cubicBezTo>
                <a:lnTo>
                  <a:pt x="606580" y="605592"/>
                </a:lnTo>
                <a:lnTo>
                  <a:pt x="479068" y="605592"/>
                </a:lnTo>
                <a:lnTo>
                  <a:pt x="479068" y="520611"/>
                </a:lnTo>
                <a:cubicBezTo>
                  <a:pt x="479068" y="511436"/>
                  <a:pt x="486219" y="503837"/>
                  <a:pt x="495878" y="503837"/>
                </a:cubicBezTo>
                <a:close/>
                <a:moveTo>
                  <a:pt x="336112" y="503837"/>
                </a:moveTo>
                <a:lnTo>
                  <a:pt x="429975" y="503837"/>
                </a:lnTo>
                <a:cubicBezTo>
                  <a:pt x="439630" y="503837"/>
                  <a:pt x="447243" y="511436"/>
                  <a:pt x="447243" y="520611"/>
                </a:cubicBezTo>
                <a:lnTo>
                  <a:pt x="447243" y="605592"/>
                </a:lnTo>
                <a:lnTo>
                  <a:pt x="319308" y="605592"/>
                </a:lnTo>
                <a:lnTo>
                  <a:pt x="319308" y="520611"/>
                </a:lnTo>
                <a:cubicBezTo>
                  <a:pt x="319308" y="511436"/>
                  <a:pt x="326457" y="503837"/>
                  <a:pt x="336112" y="503837"/>
                </a:cubicBezTo>
                <a:close/>
                <a:moveTo>
                  <a:pt x="176776" y="503837"/>
                </a:moveTo>
                <a:lnTo>
                  <a:pt x="270639" y="503837"/>
                </a:lnTo>
                <a:cubicBezTo>
                  <a:pt x="280108" y="503837"/>
                  <a:pt x="287443" y="511436"/>
                  <a:pt x="287907" y="520611"/>
                </a:cubicBezTo>
                <a:lnTo>
                  <a:pt x="287907" y="605592"/>
                </a:lnTo>
                <a:lnTo>
                  <a:pt x="159972" y="605592"/>
                </a:lnTo>
                <a:lnTo>
                  <a:pt x="159972" y="520611"/>
                </a:lnTo>
                <a:cubicBezTo>
                  <a:pt x="159972" y="511436"/>
                  <a:pt x="167121" y="503837"/>
                  <a:pt x="176776" y="503837"/>
                </a:cubicBezTo>
                <a:close/>
                <a:moveTo>
                  <a:pt x="16801" y="503837"/>
                </a:moveTo>
                <a:lnTo>
                  <a:pt x="111112" y="503837"/>
                </a:lnTo>
                <a:cubicBezTo>
                  <a:pt x="120302" y="503837"/>
                  <a:pt x="128006" y="511436"/>
                  <a:pt x="128006" y="520611"/>
                </a:cubicBezTo>
                <a:lnTo>
                  <a:pt x="128006" y="605592"/>
                </a:lnTo>
                <a:lnTo>
                  <a:pt x="0" y="605592"/>
                </a:lnTo>
                <a:lnTo>
                  <a:pt x="0" y="520611"/>
                </a:lnTo>
                <a:cubicBezTo>
                  <a:pt x="0" y="511436"/>
                  <a:pt x="7148" y="503837"/>
                  <a:pt x="16801" y="503837"/>
                </a:cubicBezTo>
                <a:close/>
                <a:moveTo>
                  <a:pt x="542577" y="393120"/>
                </a:moveTo>
                <a:cubicBezTo>
                  <a:pt x="563544" y="393120"/>
                  <a:pt x="580541" y="410117"/>
                  <a:pt x="580541" y="431084"/>
                </a:cubicBezTo>
                <a:cubicBezTo>
                  <a:pt x="580541" y="452051"/>
                  <a:pt x="563544" y="469048"/>
                  <a:pt x="542577" y="469048"/>
                </a:cubicBezTo>
                <a:cubicBezTo>
                  <a:pt x="521610" y="469048"/>
                  <a:pt x="504613" y="452051"/>
                  <a:pt x="504613" y="431084"/>
                </a:cubicBezTo>
                <a:cubicBezTo>
                  <a:pt x="504613" y="410117"/>
                  <a:pt x="521610" y="393120"/>
                  <a:pt x="542577" y="393120"/>
                </a:cubicBezTo>
                <a:close/>
                <a:moveTo>
                  <a:pt x="383276" y="393120"/>
                </a:moveTo>
                <a:cubicBezTo>
                  <a:pt x="404263" y="393120"/>
                  <a:pt x="421276" y="410117"/>
                  <a:pt x="421276" y="431084"/>
                </a:cubicBezTo>
                <a:cubicBezTo>
                  <a:pt x="421276" y="452051"/>
                  <a:pt x="404263" y="469048"/>
                  <a:pt x="383276" y="469048"/>
                </a:cubicBezTo>
                <a:cubicBezTo>
                  <a:pt x="362289" y="469048"/>
                  <a:pt x="345276" y="452051"/>
                  <a:pt x="345276" y="431084"/>
                </a:cubicBezTo>
                <a:cubicBezTo>
                  <a:pt x="345276" y="410117"/>
                  <a:pt x="362289" y="393120"/>
                  <a:pt x="383276" y="393120"/>
                </a:cubicBezTo>
                <a:close/>
                <a:moveTo>
                  <a:pt x="223340" y="393120"/>
                </a:moveTo>
                <a:cubicBezTo>
                  <a:pt x="244346" y="393120"/>
                  <a:pt x="261375" y="410117"/>
                  <a:pt x="261375" y="431084"/>
                </a:cubicBezTo>
                <a:cubicBezTo>
                  <a:pt x="261375" y="452051"/>
                  <a:pt x="244346" y="469048"/>
                  <a:pt x="223340" y="469048"/>
                </a:cubicBezTo>
                <a:cubicBezTo>
                  <a:pt x="202334" y="469048"/>
                  <a:pt x="185305" y="452051"/>
                  <a:pt x="185305" y="431084"/>
                </a:cubicBezTo>
                <a:cubicBezTo>
                  <a:pt x="185305" y="410117"/>
                  <a:pt x="202334" y="393120"/>
                  <a:pt x="223340" y="393120"/>
                </a:cubicBezTo>
                <a:close/>
                <a:moveTo>
                  <a:pt x="64003" y="393120"/>
                </a:moveTo>
                <a:cubicBezTo>
                  <a:pt x="85009" y="393120"/>
                  <a:pt x="102038" y="410117"/>
                  <a:pt x="102038" y="431084"/>
                </a:cubicBezTo>
                <a:cubicBezTo>
                  <a:pt x="102038" y="452051"/>
                  <a:pt x="85009" y="469048"/>
                  <a:pt x="64003" y="469048"/>
                </a:cubicBezTo>
                <a:cubicBezTo>
                  <a:pt x="42997" y="469048"/>
                  <a:pt x="25968" y="452051"/>
                  <a:pt x="25968" y="431084"/>
                </a:cubicBezTo>
                <a:cubicBezTo>
                  <a:pt x="25968" y="410117"/>
                  <a:pt x="42997" y="393120"/>
                  <a:pt x="64003" y="393120"/>
                </a:cubicBezTo>
                <a:close/>
                <a:moveTo>
                  <a:pt x="454971" y="198500"/>
                </a:moveTo>
                <a:cubicBezTo>
                  <a:pt x="538806" y="198500"/>
                  <a:pt x="606580" y="266246"/>
                  <a:pt x="606580" y="349933"/>
                </a:cubicBezTo>
                <a:lnTo>
                  <a:pt x="303361" y="349933"/>
                </a:lnTo>
                <a:cubicBezTo>
                  <a:pt x="303361" y="266246"/>
                  <a:pt x="371135" y="198500"/>
                  <a:pt x="454971" y="198500"/>
                </a:cubicBezTo>
                <a:close/>
                <a:moveTo>
                  <a:pt x="214636" y="68682"/>
                </a:moveTo>
                <a:cubicBezTo>
                  <a:pt x="207952" y="68682"/>
                  <a:pt x="202103" y="74058"/>
                  <a:pt x="202103" y="81195"/>
                </a:cubicBezTo>
                <a:cubicBezTo>
                  <a:pt x="202103" y="88332"/>
                  <a:pt x="207952" y="93708"/>
                  <a:pt x="214636" y="93708"/>
                </a:cubicBezTo>
                <a:lnTo>
                  <a:pt x="220949" y="93708"/>
                </a:lnTo>
                <a:cubicBezTo>
                  <a:pt x="228097" y="93708"/>
                  <a:pt x="233482" y="88332"/>
                  <a:pt x="233482" y="81195"/>
                </a:cubicBezTo>
                <a:cubicBezTo>
                  <a:pt x="233482" y="74058"/>
                  <a:pt x="227633" y="68682"/>
                  <a:pt x="220949" y="68682"/>
                </a:cubicBezTo>
                <a:close/>
                <a:moveTo>
                  <a:pt x="136190" y="68219"/>
                </a:moveTo>
                <a:cubicBezTo>
                  <a:pt x="128949" y="68219"/>
                  <a:pt x="123657" y="73502"/>
                  <a:pt x="123657" y="80732"/>
                </a:cubicBezTo>
                <a:cubicBezTo>
                  <a:pt x="123657" y="87869"/>
                  <a:pt x="129506" y="93152"/>
                  <a:pt x="136190" y="93152"/>
                </a:cubicBezTo>
                <a:lnTo>
                  <a:pt x="142503" y="93152"/>
                </a:lnTo>
                <a:cubicBezTo>
                  <a:pt x="149280" y="93152"/>
                  <a:pt x="154943" y="87961"/>
                  <a:pt x="154943" y="80732"/>
                </a:cubicBezTo>
                <a:cubicBezTo>
                  <a:pt x="154943" y="73502"/>
                  <a:pt x="149187" y="68219"/>
                  <a:pt x="142503" y="68219"/>
                </a:cubicBezTo>
                <a:close/>
                <a:moveTo>
                  <a:pt x="58208" y="68219"/>
                </a:moveTo>
                <a:cubicBezTo>
                  <a:pt x="50967" y="68219"/>
                  <a:pt x="45675" y="73502"/>
                  <a:pt x="45675" y="80732"/>
                </a:cubicBezTo>
                <a:cubicBezTo>
                  <a:pt x="45675" y="87869"/>
                  <a:pt x="51524" y="93152"/>
                  <a:pt x="58208" y="93152"/>
                </a:cubicBezTo>
                <a:lnTo>
                  <a:pt x="64521" y="93152"/>
                </a:lnTo>
                <a:cubicBezTo>
                  <a:pt x="71298" y="93152"/>
                  <a:pt x="76961" y="87961"/>
                  <a:pt x="76961" y="80732"/>
                </a:cubicBezTo>
                <a:cubicBezTo>
                  <a:pt x="76961" y="73502"/>
                  <a:pt x="71205" y="68219"/>
                  <a:pt x="64521" y="68219"/>
                </a:cubicBezTo>
                <a:close/>
                <a:moveTo>
                  <a:pt x="454935" y="42339"/>
                </a:moveTo>
                <a:cubicBezTo>
                  <a:pt x="490010" y="42339"/>
                  <a:pt x="518444" y="70725"/>
                  <a:pt x="518444" y="105742"/>
                </a:cubicBezTo>
                <a:cubicBezTo>
                  <a:pt x="518444" y="140759"/>
                  <a:pt x="490010" y="169145"/>
                  <a:pt x="454935" y="169145"/>
                </a:cubicBezTo>
                <a:cubicBezTo>
                  <a:pt x="419860" y="169145"/>
                  <a:pt x="391426" y="140759"/>
                  <a:pt x="391426" y="105742"/>
                </a:cubicBezTo>
                <a:cubicBezTo>
                  <a:pt x="391426" y="70725"/>
                  <a:pt x="419860" y="42339"/>
                  <a:pt x="454935" y="42339"/>
                </a:cubicBezTo>
                <a:close/>
                <a:moveTo>
                  <a:pt x="0" y="0"/>
                </a:moveTo>
                <a:lnTo>
                  <a:pt x="279157" y="0"/>
                </a:lnTo>
                <a:lnTo>
                  <a:pt x="279157" y="161927"/>
                </a:lnTo>
                <a:lnTo>
                  <a:pt x="240630" y="161927"/>
                </a:lnTo>
                <a:lnTo>
                  <a:pt x="240630" y="222916"/>
                </a:lnTo>
                <a:lnTo>
                  <a:pt x="176667" y="162020"/>
                </a:lnTo>
                <a:lnTo>
                  <a:pt x="0" y="162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skills_122050"/>
          <p:cNvSpPr>
            <a:spLocks noChangeAspect="1"/>
          </p:cNvSpPr>
          <p:nvPr/>
        </p:nvSpPr>
        <p:spPr bwMode="auto">
          <a:xfrm>
            <a:off x="2725474" y="1863219"/>
            <a:ext cx="543525" cy="609685"/>
          </a:xfrm>
          <a:custGeom>
            <a:avLst/>
            <a:gdLst>
              <a:gd name="connsiteX0" fmla="*/ 493746 w 540319"/>
              <a:gd name="connsiteY0" fmla="*/ 513082 h 606088"/>
              <a:gd name="connsiteX1" fmla="*/ 540319 w 540319"/>
              <a:gd name="connsiteY1" fmla="*/ 559585 h 606088"/>
              <a:gd name="connsiteX2" fmla="*/ 493746 w 540319"/>
              <a:gd name="connsiteY2" fmla="*/ 606088 h 606088"/>
              <a:gd name="connsiteX3" fmla="*/ 447173 w 540319"/>
              <a:gd name="connsiteY3" fmla="*/ 559585 h 606088"/>
              <a:gd name="connsiteX4" fmla="*/ 493746 w 540319"/>
              <a:gd name="connsiteY4" fmla="*/ 513082 h 606088"/>
              <a:gd name="connsiteX5" fmla="*/ 493746 w 540319"/>
              <a:gd name="connsiteY5" fmla="*/ 342031 h 606088"/>
              <a:gd name="connsiteX6" fmla="*/ 540319 w 540319"/>
              <a:gd name="connsiteY6" fmla="*/ 388534 h 606088"/>
              <a:gd name="connsiteX7" fmla="*/ 493746 w 540319"/>
              <a:gd name="connsiteY7" fmla="*/ 435037 h 606088"/>
              <a:gd name="connsiteX8" fmla="*/ 447173 w 540319"/>
              <a:gd name="connsiteY8" fmla="*/ 388534 h 606088"/>
              <a:gd name="connsiteX9" fmla="*/ 493746 w 540319"/>
              <a:gd name="connsiteY9" fmla="*/ 342031 h 606088"/>
              <a:gd name="connsiteX10" fmla="*/ 493746 w 540319"/>
              <a:gd name="connsiteY10" fmla="*/ 171051 h 606088"/>
              <a:gd name="connsiteX11" fmla="*/ 540319 w 540319"/>
              <a:gd name="connsiteY11" fmla="*/ 217554 h 606088"/>
              <a:gd name="connsiteX12" fmla="*/ 493746 w 540319"/>
              <a:gd name="connsiteY12" fmla="*/ 264057 h 606088"/>
              <a:gd name="connsiteX13" fmla="*/ 447173 w 540319"/>
              <a:gd name="connsiteY13" fmla="*/ 217554 h 606088"/>
              <a:gd name="connsiteX14" fmla="*/ 493746 w 540319"/>
              <a:gd name="connsiteY14" fmla="*/ 171051 h 606088"/>
              <a:gd name="connsiteX15" fmla="*/ 0 w 540319"/>
              <a:gd name="connsiteY15" fmla="*/ 161242 h 606088"/>
              <a:gd name="connsiteX16" fmla="*/ 77231 w 540319"/>
              <a:gd name="connsiteY16" fmla="*/ 161242 h 606088"/>
              <a:gd name="connsiteX17" fmla="*/ 77231 w 540319"/>
              <a:gd name="connsiteY17" fmla="*/ 305794 h 606088"/>
              <a:gd name="connsiteX18" fmla="*/ 117247 w 540319"/>
              <a:gd name="connsiteY18" fmla="*/ 305794 h 606088"/>
              <a:gd name="connsiteX19" fmla="*/ 117247 w 540319"/>
              <a:gd name="connsiteY19" fmla="*/ 161242 h 606088"/>
              <a:gd name="connsiteX20" fmla="*/ 194478 w 540319"/>
              <a:gd name="connsiteY20" fmla="*/ 161242 h 606088"/>
              <a:gd name="connsiteX21" fmla="*/ 194478 w 540319"/>
              <a:gd name="connsiteY21" fmla="*/ 385713 h 606088"/>
              <a:gd name="connsiteX22" fmla="*/ 169668 w 540319"/>
              <a:gd name="connsiteY22" fmla="*/ 385713 h 606088"/>
              <a:gd name="connsiteX23" fmla="*/ 169668 w 540319"/>
              <a:gd name="connsiteY23" fmla="*/ 606087 h 606088"/>
              <a:gd name="connsiteX24" fmla="*/ 24810 w 540319"/>
              <a:gd name="connsiteY24" fmla="*/ 606087 h 606088"/>
              <a:gd name="connsiteX25" fmla="*/ 24810 w 540319"/>
              <a:gd name="connsiteY25" fmla="*/ 385713 h 606088"/>
              <a:gd name="connsiteX26" fmla="*/ 0 w 540319"/>
              <a:gd name="connsiteY26" fmla="*/ 385713 h 606088"/>
              <a:gd name="connsiteX27" fmla="*/ 97274 w 540319"/>
              <a:gd name="connsiteY27" fmla="*/ 27379 h 606088"/>
              <a:gd name="connsiteX28" fmla="*/ 144588 w 540319"/>
              <a:gd name="connsiteY28" fmla="*/ 74623 h 606088"/>
              <a:gd name="connsiteX29" fmla="*/ 97274 w 540319"/>
              <a:gd name="connsiteY29" fmla="*/ 121867 h 606088"/>
              <a:gd name="connsiteX30" fmla="*/ 49960 w 540319"/>
              <a:gd name="connsiteY30" fmla="*/ 74623 h 606088"/>
              <a:gd name="connsiteX31" fmla="*/ 97274 w 540319"/>
              <a:gd name="connsiteY31" fmla="*/ 27379 h 606088"/>
              <a:gd name="connsiteX32" fmla="*/ 314244 w 540319"/>
              <a:gd name="connsiteY32" fmla="*/ 26462 h 606088"/>
              <a:gd name="connsiteX33" fmla="*/ 407162 w 540319"/>
              <a:gd name="connsiteY33" fmla="*/ 26462 h 606088"/>
              <a:gd name="connsiteX34" fmla="*/ 407162 w 540319"/>
              <a:gd name="connsiteY34" fmla="*/ 66420 h 606088"/>
              <a:gd name="connsiteX35" fmla="*/ 354251 w 540319"/>
              <a:gd name="connsiteY35" fmla="*/ 66420 h 606088"/>
              <a:gd name="connsiteX36" fmla="*/ 354251 w 540319"/>
              <a:gd name="connsiteY36" fmla="*/ 197483 h 606088"/>
              <a:gd name="connsiteX37" fmla="*/ 407162 w 540319"/>
              <a:gd name="connsiteY37" fmla="*/ 197483 h 606088"/>
              <a:gd name="connsiteX38" fmla="*/ 407162 w 540319"/>
              <a:gd name="connsiteY38" fmla="*/ 237442 h 606088"/>
              <a:gd name="connsiteX39" fmla="*/ 354251 w 540319"/>
              <a:gd name="connsiteY39" fmla="*/ 237442 h 606088"/>
              <a:gd name="connsiteX40" fmla="*/ 354251 w 540319"/>
              <a:gd name="connsiteY40" fmla="*/ 368505 h 606088"/>
              <a:gd name="connsiteX41" fmla="*/ 407162 w 540319"/>
              <a:gd name="connsiteY41" fmla="*/ 368505 h 606088"/>
              <a:gd name="connsiteX42" fmla="*/ 407162 w 540319"/>
              <a:gd name="connsiteY42" fmla="*/ 408463 h 606088"/>
              <a:gd name="connsiteX43" fmla="*/ 354251 w 540319"/>
              <a:gd name="connsiteY43" fmla="*/ 408463 h 606088"/>
              <a:gd name="connsiteX44" fmla="*/ 354251 w 540319"/>
              <a:gd name="connsiteY44" fmla="*/ 539526 h 606088"/>
              <a:gd name="connsiteX45" fmla="*/ 407162 w 540319"/>
              <a:gd name="connsiteY45" fmla="*/ 539526 h 606088"/>
              <a:gd name="connsiteX46" fmla="*/ 407162 w 540319"/>
              <a:gd name="connsiteY46" fmla="*/ 579484 h 606088"/>
              <a:gd name="connsiteX47" fmla="*/ 314244 w 540319"/>
              <a:gd name="connsiteY47" fmla="*/ 579484 h 606088"/>
              <a:gd name="connsiteX48" fmla="*/ 314244 w 540319"/>
              <a:gd name="connsiteY48" fmla="*/ 322952 h 606088"/>
              <a:gd name="connsiteX49" fmla="*/ 261233 w 540319"/>
              <a:gd name="connsiteY49" fmla="*/ 322952 h 606088"/>
              <a:gd name="connsiteX50" fmla="*/ 261233 w 540319"/>
              <a:gd name="connsiteY50" fmla="*/ 282994 h 606088"/>
              <a:gd name="connsiteX51" fmla="*/ 314244 w 540319"/>
              <a:gd name="connsiteY51" fmla="*/ 282994 h 606088"/>
              <a:gd name="connsiteX52" fmla="*/ 493746 w 540319"/>
              <a:gd name="connsiteY52" fmla="*/ 0 h 606088"/>
              <a:gd name="connsiteX53" fmla="*/ 540319 w 540319"/>
              <a:gd name="connsiteY53" fmla="*/ 46503 h 606088"/>
              <a:gd name="connsiteX54" fmla="*/ 493746 w 540319"/>
              <a:gd name="connsiteY54" fmla="*/ 93006 h 606088"/>
              <a:gd name="connsiteX55" fmla="*/ 447173 w 540319"/>
              <a:gd name="connsiteY55" fmla="*/ 46503 h 606088"/>
              <a:gd name="connsiteX56" fmla="*/ 493746 w 540319"/>
              <a:gd name="connsiteY56" fmla="*/ 0 h 606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40319" h="606088">
                <a:moveTo>
                  <a:pt x="493746" y="513082"/>
                </a:moveTo>
                <a:cubicBezTo>
                  <a:pt x="519468" y="513082"/>
                  <a:pt x="540319" y="533902"/>
                  <a:pt x="540319" y="559585"/>
                </a:cubicBezTo>
                <a:cubicBezTo>
                  <a:pt x="540319" y="585268"/>
                  <a:pt x="519468" y="606088"/>
                  <a:pt x="493746" y="606088"/>
                </a:cubicBezTo>
                <a:cubicBezTo>
                  <a:pt x="468024" y="606088"/>
                  <a:pt x="447173" y="585268"/>
                  <a:pt x="447173" y="559585"/>
                </a:cubicBezTo>
                <a:cubicBezTo>
                  <a:pt x="447173" y="533902"/>
                  <a:pt x="468024" y="513082"/>
                  <a:pt x="493746" y="513082"/>
                </a:cubicBezTo>
                <a:close/>
                <a:moveTo>
                  <a:pt x="493746" y="342031"/>
                </a:moveTo>
                <a:cubicBezTo>
                  <a:pt x="519468" y="342031"/>
                  <a:pt x="540319" y="362851"/>
                  <a:pt x="540319" y="388534"/>
                </a:cubicBezTo>
                <a:cubicBezTo>
                  <a:pt x="540319" y="414217"/>
                  <a:pt x="519468" y="435037"/>
                  <a:pt x="493746" y="435037"/>
                </a:cubicBezTo>
                <a:cubicBezTo>
                  <a:pt x="468024" y="435037"/>
                  <a:pt x="447173" y="414217"/>
                  <a:pt x="447173" y="388534"/>
                </a:cubicBezTo>
                <a:cubicBezTo>
                  <a:pt x="447173" y="362851"/>
                  <a:pt x="468024" y="342031"/>
                  <a:pt x="493746" y="342031"/>
                </a:cubicBezTo>
                <a:close/>
                <a:moveTo>
                  <a:pt x="493746" y="171051"/>
                </a:moveTo>
                <a:cubicBezTo>
                  <a:pt x="519468" y="171051"/>
                  <a:pt x="540319" y="191871"/>
                  <a:pt x="540319" y="217554"/>
                </a:cubicBezTo>
                <a:cubicBezTo>
                  <a:pt x="540319" y="243237"/>
                  <a:pt x="519468" y="264057"/>
                  <a:pt x="493746" y="264057"/>
                </a:cubicBezTo>
                <a:cubicBezTo>
                  <a:pt x="468024" y="264057"/>
                  <a:pt x="447173" y="243237"/>
                  <a:pt x="447173" y="217554"/>
                </a:cubicBezTo>
                <a:cubicBezTo>
                  <a:pt x="447173" y="191871"/>
                  <a:pt x="468024" y="171051"/>
                  <a:pt x="493746" y="171051"/>
                </a:cubicBezTo>
                <a:close/>
                <a:moveTo>
                  <a:pt x="0" y="161242"/>
                </a:moveTo>
                <a:lnTo>
                  <a:pt x="77231" y="161242"/>
                </a:lnTo>
                <a:lnTo>
                  <a:pt x="77231" y="305794"/>
                </a:lnTo>
                <a:lnTo>
                  <a:pt x="117247" y="305794"/>
                </a:lnTo>
                <a:lnTo>
                  <a:pt x="117247" y="161242"/>
                </a:lnTo>
                <a:lnTo>
                  <a:pt x="194478" y="161242"/>
                </a:lnTo>
                <a:lnTo>
                  <a:pt x="194478" y="385713"/>
                </a:lnTo>
                <a:lnTo>
                  <a:pt x="169668" y="385713"/>
                </a:lnTo>
                <a:lnTo>
                  <a:pt x="169668" y="606087"/>
                </a:lnTo>
                <a:lnTo>
                  <a:pt x="24810" y="606087"/>
                </a:lnTo>
                <a:lnTo>
                  <a:pt x="24810" y="385713"/>
                </a:lnTo>
                <a:lnTo>
                  <a:pt x="0" y="385713"/>
                </a:lnTo>
                <a:close/>
                <a:moveTo>
                  <a:pt x="97274" y="27379"/>
                </a:moveTo>
                <a:cubicBezTo>
                  <a:pt x="123405" y="27379"/>
                  <a:pt x="144588" y="48531"/>
                  <a:pt x="144588" y="74623"/>
                </a:cubicBezTo>
                <a:cubicBezTo>
                  <a:pt x="144588" y="100715"/>
                  <a:pt x="123405" y="121867"/>
                  <a:pt x="97274" y="121867"/>
                </a:cubicBezTo>
                <a:cubicBezTo>
                  <a:pt x="71143" y="121867"/>
                  <a:pt x="49960" y="100715"/>
                  <a:pt x="49960" y="74623"/>
                </a:cubicBezTo>
                <a:cubicBezTo>
                  <a:pt x="49960" y="48531"/>
                  <a:pt x="71143" y="27379"/>
                  <a:pt x="97274" y="27379"/>
                </a:cubicBezTo>
                <a:close/>
                <a:moveTo>
                  <a:pt x="314244" y="26462"/>
                </a:moveTo>
                <a:lnTo>
                  <a:pt x="407162" y="26462"/>
                </a:lnTo>
                <a:lnTo>
                  <a:pt x="407162" y="66420"/>
                </a:lnTo>
                <a:lnTo>
                  <a:pt x="354251" y="66420"/>
                </a:lnTo>
                <a:lnTo>
                  <a:pt x="354251" y="197483"/>
                </a:lnTo>
                <a:lnTo>
                  <a:pt x="407162" y="197483"/>
                </a:lnTo>
                <a:lnTo>
                  <a:pt x="407162" y="237442"/>
                </a:lnTo>
                <a:lnTo>
                  <a:pt x="354251" y="237442"/>
                </a:lnTo>
                <a:lnTo>
                  <a:pt x="354251" y="368505"/>
                </a:lnTo>
                <a:lnTo>
                  <a:pt x="407162" y="368505"/>
                </a:lnTo>
                <a:lnTo>
                  <a:pt x="407162" y="408463"/>
                </a:lnTo>
                <a:lnTo>
                  <a:pt x="354251" y="408463"/>
                </a:lnTo>
                <a:lnTo>
                  <a:pt x="354251" y="539526"/>
                </a:lnTo>
                <a:lnTo>
                  <a:pt x="407162" y="539526"/>
                </a:lnTo>
                <a:lnTo>
                  <a:pt x="407162" y="579484"/>
                </a:lnTo>
                <a:lnTo>
                  <a:pt x="314244" y="579484"/>
                </a:lnTo>
                <a:lnTo>
                  <a:pt x="314244" y="322952"/>
                </a:lnTo>
                <a:lnTo>
                  <a:pt x="261233" y="322952"/>
                </a:lnTo>
                <a:lnTo>
                  <a:pt x="261233" y="282994"/>
                </a:lnTo>
                <a:lnTo>
                  <a:pt x="314244" y="282994"/>
                </a:lnTo>
                <a:close/>
                <a:moveTo>
                  <a:pt x="493746" y="0"/>
                </a:moveTo>
                <a:cubicBezTo>
                  <a:pt x="519468" y="0"/>
                  <a:pt x="540319" y="20820"/>
                  <a:pt x="540319" y="46503"/>
                </a:cubicBezTo>
                <a:cubicBezTo>
                  <a:pt x="540319" y="72186"/>
                  <a:pt x="519468" y="93006"/>
                  <a:pt x="493746" y="93006"/>
                </a:cubicBezTo>
                <a:cubicBezTo>
                  <a:pt x="468024" y="93006"/>
                  <a:pt x="447173" y="72186"/>
                  <a:pt x="447173" y="46503"/>
                </a:cubicBezTo>
                <a:cubicBezTo>
                  <a:pt x="447173" y="20820"/>
                  <a:pt x="468024" y="0"/>
                  <a:pt x="4937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admin-message_71038"/>
          <p:cNvSpPr>
            <a:spLocks noChangeAspect="1"/>
          </p:cNvSpPr>
          <p:nvPr/>
        </p:nvSpPr>
        <p:spPr bwMode="auto">
          <a:xfrm>
            <a:off x="3702178" y="1863219"/>
            <a:ext cx="609685" cy="561312"/>
          </a:xfrm>
          <a:custGeom>
            <a:avLst/>
            <a:gdLst>
              <a:gd name="connsiteX0" fmla="*/ 237989 w 608344"/>
              <a:gd name="connsiteY0" fmla="*/ 327641 h 560078"/>
              <a:gd name="connsiteX1" fmla="*/ 224325 w 608344"/>
              <a:gd name="connsiteY1" fmla="*/ 332474 h 560078"/>
              <a:gd name="connsiteX2" fmla="*/ 219675 w 608344"/>
              <a:gd name="connsiteY2" fmla="*/ 338064 h 560078"/>
              <a:gd name="connsiteX3" fmla="*/ 219675 w 608344"/>
              <a:gd name="connsiteY3" fmla="*/ 351993 h 560078"/>
              <a:gd name="connsiteX4" fmla="*/ 217587 w 608344"/>
              <a:gd name="connsiteY4" fmla="*/ 353509 h 560078"/>
              <a:gd name="connsiteX5" fmla="*/ 216164 w 608344"/>
              <a:gd name="connsiteY5" fmla="*/ 357773 h 560078"/>
              <a:gd name="connsiteX6" fmla="*/ 219295 w 608344"/>
              <a:gd name="connsiteY6" fmla="*/ 387622 h 560078"/>
              <a:gd name="connsiteX7" fmla="*/ 223376 w 608344"/>
              <a:gd name="connsiteY7" fmla="*/ 392454 h 560078"/>
              <a:gd name="connsiteX8" fmla="*/ 224799 w 608344"/>
              <a:gd name="connsiteY8" fmla="*/ 392644 h 560078"/>
              <a:gd name="connsiteX9" fmla="*/ 229354 w 608344"/>
              <a:gd name="connsiteY9" fmla="*/ 390370 h 560078"/>
              <a:gd name="connsiteX10" fmla="*/ 245106 w 608344"/>
              <a:gd name="connsiteY10" fmla="*/ 369523 h 560078"/>
              <a:gd name="connsiteX11" fmla="*/ 246245 w 608344"/>
              <a:gd name="connsiteY11" fmla="*/ 366112 h 560078"/>
              <a:gd name="connsiteX12" fmla="*/ 246245 w 608344"/>
              <a:gd name="connsiteY12" fmla="*/ 332663 h 560078"/>
              <a:gd name="connsiteX13" fmla="*/ 243493 w 608344"/>
              <a:gd name="connsiteY13" fmla="*/ 327830 h 560078"/>
              <a:gd name="connsiteX14" fmla="*/ 237989 w 608344"/>
              <a:gd name="connsiteY14" fmla="*/ 327641 h 560078"/>
              <a:gd name="connsiteX15" fmla="*/ 166915 w 608344"/>
              <a:gd name="connsiteY15" fmla="*/ 327641 h 560078"/>
              <a:gd name="connsiteX16" fmla="*/ 161411 w 608344"/>
              <a:gd name="connsiteY16" fmla="*/ 327830 h 560078"/>
              <a:gd name="connsiteX17" fmla="*/ 158659 w 608344"/>
              <a:gd name="connsiteY17" fmla="*/ 332568 h 560078"/>
              <a:gd name="connsiteX18" fmla="*/ 158659 w 608344"/>
              <a:gd name="connsiteY18" fmla="*/ 366112 h 560078"/>
              <a:gd name="connsiteX19" fmla="*/ 159798 w 608344"/>
              <a:gd name="connsiteY19" fmla="*/ 369523 h 560078"/>
              <a:gd name="connsiteX20" fmla="*/ 175550 w 608344"/>
              <a:gd name="connsiteY20" fmla="*/ 390464 h 560078"/>
              <a:gd name="connsiteX21" fmla="*/ 180010 w 608344"/>
              <a:gd name="connsiteY21" fmla="*/ 392644 h 560078"/>
              <a:gd name="connsiteX22" fmla="*/ 181528 w 608344"/>
              <a:gd name="connsiteY22" fmla="*/ 392454 h 560078"/>
              <a:gd name="connsiteX23" fmla="*/ 185609 w 608344"/>
              <a:gd name="connsiteY23" fmla="*/ 387622 h 560078"/>
              <a:gd name="connsiteX24" fmla="*/ 188740 w 608344"/>
              <a:gd name="connsiteY24" fmla="*/ 357773 h 560078"/>
              <a:gd name="connsiteX25" fmla="*/ 187317 w 608344"/>
              <a:gd name="connsiteY25" fmla="*/ 353509 h 560078"/>
              <a:gd name="connsiteX26" fmla="*/ 185134 w 608344"/>
              <a:gd name="connsiteY26" fmla="*/ 351993 h 560078"/>
              <a:gd name="connsiteX27" fmla="*/ 185134 w 608344"/>
              <a:gd name="connsiteY27" fmla="*/ 338064 h 560078"/>
              <a:gd name="connsiteX28" fmla="*/ 180485 w 608344"/>
              <a:gd name="connsiteY28" fmla="*/ 332474 h 560078"/>
              <a:gd name="connsiteX29" fmla="*/ 166915 w 608344"/>
              <a:gd name="connsiteY29" fmla="*/ 327641 h 560078"/>
              <a:gd name="connsiteX30" fmla="*/ 175550 w 608344"/>
              <a:gd name="connsiteY30" fmla="*/ 176789 h 560078"/>
              <a:gd name="connsiteX31" fmla="*/ 136644 w 608344"/>
              <a:gd name="connsiteY31" fmla="*/ 187117 h 560078"/>
              <a:gd name="connsiteX32" fmla="*/ 133513 w 608344"/>
              <a:gd name="connsiteY32" fmla="*/ 192140 h 560078"/>
              <a:gd name="connsiteX33" fmla="*/ 133513 w 608344"/>
              <a:gd name="connsiteY33" fmla="*/ 202184 h 560078"/>
              <a:gd name="connsiteX34" fmla="*/ 131236 w 608344"/>
              <a:gd name="connsiteY34" fmla="*/ 202184 h 560078"/>
              <a:gd name="connsiteX35" fmla="*/ 125637 w 608344"/>
              <a:gd name="connsiteY35" fmla="*/ 207774 h 560078"/>
              <a:gd name="connsiteX36" fmla="*/ 125637 w 608344"/>
              <a:gd name="connsiteY36" fmla="*/ 216966 h 560078"/>
              <a:gd name="connsiteX37" fmla="*/ 128199 w 608344"/>
              <a:gd name="connsiteY37" fmla="*/ 221703 h 560078"/>
              <a:gd name="connsiteX38" fmla="*/ 133608 w 608344"/>
              <a:gd name="connsiteY38" fmla="*/ 225209 h 560078"/>
              <a:gd name="connsiteX39" fmla="*/ 133893 w 608344"/>
              <a:gd name="connsiteY39" fmla="*/ 227578 h 560078"/>
              <a:gd name="connsiteX40" fmla="*/ 154105 w 608344"/>
              <a:gd name="connsiteY40" fmla="*/ 274009 h 560078"/>
              <a:gd name="connsiteX41" fmla="*/ 187317 w 608344"/>
              <a:gd name="connsiteY41" fmla="*/ 302815 h 560078"/>
              <a:gd name="connsiteX42" fmla="*/ 217492 w 608344"/>
              <a:gd name="connsiteY42" fmla="*/ 302815 h 560078"/>
              <a:gd name="connsiteX43" fmla="*/ 250800 w 608344"/>
              <a:gd name="connsiteY43" fmla="*/ 274009 h 560078"/>
              <a:gd name="connsiteX44" fmla="*/ 270917 w 608344"/>
              <a:gd name="connsiteY44" fmla="*/ 227578 h 560078"/>
              <a:gd name="connsiteX45" fmla="*/ 271296 w 608344"/>
              <a:gd name="connsiteY45" fmla="*/ 225209 h 560078"/>
              <a:gd name="connsiteX46" fmla="*/ 276705 w 608344"/>
              <a:gd name="connsiteY46" fmla="*/ 221703 h 560078"/>
              <a:gd name="connsiteX47" fmla="*/ 279267 w 608344"/>
              <a:gd name="connsiteY47" fmla="*/ 216966 h 560078"/>
              <a:gd name="connsiteX48" fmla="*/ 279267 w 608344"/>
              <a:gd name="connsiteY48" fmla="*/ 207774 h 560078"/>
              <a:gd name="connsiteX49" fmla="*/ 273668 w 608344"/>
              <a:gd name="connsiteY49" fmla="*/ 202184 h 560078"/>
              <a:gd name="connsiteX50" fmla="*/ 270632 w 608344"/>
              <a:gd name="connsiteY50" fmla="*/ 202184 h 560078"/>
              <a:gd name="connsiteX51" fmla="*/ 268829 w 608344"/>
              <a:gd name="connsiteY51" fmla="*/ 200289 h 560078"/>
              <a:gd name="connsiteX52" fmla="*/ 263420 w 608344"/>
              <a:gd name="connsiteY52" fmla="*/ 199910 h 560078"/>
              <a:gd name="connsiteX53" fmla="*/ 241215 w 608344"/>
              <a:gd name="connsiteY53" fmla="*/ 204932 h 560078"/>
              <a:gd name="connsiteX54" fmla="*/ 206865 w 608344"/>
              <a:gd name="connsiteY54" fmla="*/ 189297 h 560078"/>
              <a:gd name="connsiteX55" fmla="*/ 175550 w 608344"/>
              <a:gd name="connsiteY55" fmla="*/ 176789 h 560078"/>
              <a:gd name="connsiteX56" fmla="*/ 505962 w 608344"/>
              <a:gd name="connsiteY56" fmla="*/ 95043 h 560078"/>
              <a:gd name="connsiteX57" fmla="*/ 484897 w 608344"/>
              <a:gd name="connsiteY57" fmla="*/ 116080 h 560078"/>
              <a:gd name="connsiteX58" fmla="*/ 505962 w 608344"/>
              <a:gd name="connsiteY58" fmla="*/ 137117 h 560078"/>
              <a:gd name="connsiteX59" fmla="*/ 527122 w 608344"/>
              <a:gd name="connsiteY59" fmla="*/ 116080 h 560078"/>
              <a:gd name="connsiteX60" fmla="*/ 505962 w 608344"/>
              <a:gd name="connsiteY60" fmla="*/ 95043 h 560078"/>
              <a:gd name="connsiteX61" fmla="*/ 429199 w 608344"/>
              <a:gd name="connsiteY61" fmla="*/ 95043 h 560078"/>
              <a:gd name="connsiteX62" fmla="*/ 408135 w 608344"/>
              <a:gd name="connsiteY62" fmla="*/ 116080 h 560078"/>
              <a:gd name="connsiteX63" fmla="*/ 429199 w 608344"/>
              <a:gd name="connsiteY63" fmla="*/ 137117 h 560078"/>
              <a:gd name="connsiteX64" fmla="*/ 450359 w 608344"/>
              <a:gd name="connsiteY64" fmla="*/ 116080 h 560078"/>
              <a:gd name="connsiteX65" fmla="*/ 429199 w 608344"/>
              <a:gd name="connsiteY65" fmla="*/ 95043 h 560078"/>
              <a:gd name="connsiteX66" fmla="*/ 188266 w 608344"/>
              <a:gd name="connsiteY66" fmla="*/ 70283 h 560078"/>
              <a:gd name="connsiteX67" fmla="*/ 216638 w 608344"/>
              <a:gd name="connsiteY67" fmla="*/ 70283 h 560078"/>
              <a:gd name="connsiteX68" fmla="*/ 304319 w 608344"/>
              <a:gd name="connsiteY68" fmla="*/ 157838 h 560078"/>
              <a:gd name="connsiteX69" fmla="*/ 304319 w 608344"/>
              <a:gd name="connsiteY69" fmla="*/ 185317 h 560078"/>
              <a:gd name="connsiteX70" fmla="*/ 309253 w 608344"/>
              <a:gd name="connsiteY70" fmla="*/ 200952 h 560078"/>
              <a:gd name="connsiteX71" fmla="*/ 309253 w 608344"/>
              <a:gd name="connsiteY71" fmla="*/ 220472 h 560078"/>
              <a:gd name="connsiteX72" fmla="*/ 299669 w 608344"/>
              <a:gd name="connsiteY72" fmla="*/ 241223 h 560078"/>
              <a:gd name="connsiteX73" fmla="*/ 293975 w 608344"/>
              <a:gd name="connsiteY73" fmla="*/ 256100 h 560078"/>
              <a:gd name="connsiteX74" fmla="*/ 275092 w 608344"/>
              <a:gd name="connsiteY74" fmla="*/ 291444 h 560078"/>
              <a:gd name="connsiteX75" fmla="*/ 262281 w 608344"/>
              <a:gd name="connsiteY75" fmla="*/ 307742 h 560078"/>
              <a:gd name="connsiteX76" fmla="*/ 271771 w 608344"/>
              <a:gd name="connsiteY76" fmla="*/ 319587 h 560078"/>
              <a:gd name="connsiteX77" fmla="*/ 334304 w 608344"/>
              <a:gd name="connsiteY77" fmla="*/ 338443 h 560078"/>
              <a:gd name="connsiteX78" fmla="*/ 404904 w 608344"/>
              <a:gd name="connsiteY78" fmla="*/ 543496 h 560078"/>
              <a:gd name="connsiteX79" fmla="*/ 388298 w 608344"/>
              <a:gd name="connsiteY79" fmla="*/ 560078 h 560078"/>
              <a:gd name="connsiteX80" fmla="*/ 16606 w 608344"/>
              <a:gd name="connsiteY80" fmla="*/ 560078 h 560078"/>
              <a:gd name="connsiteX81" fmla="*/ 0 w 608344"/>
              <a:gd name="connsiteY81" fmla="*/ 543496 h 560078"/>
              <a:gd name="connsiteX82" fmla="*/ 190 w 608344"/>
              <a:gd name="connsiteY82" fmla="*/ 540937 h 560078"/>
              <a:gd name="connsiteX83" fmla="*/ 70600 w 608344"/>
              <a:gd name="connsiteY83" fmla="*/ 338443 h 560078"/>
              <a:gd name="connsiteX84" fmla="*/ 133039 w 608344"/>
              <a:gd name="connsiteY84" fmla="*/ 319587 h 560078"/>
              <a:gd name="connsiteX85" fmla="*/ 142623 w 608344"/>
              <a:gd name="connsiteY85" fmla="*/ 307742 h 560078"/>
              <a:gd name="connsiteX86" fmla="*/ 129812 w 608344"/>
              <a:gd name="connsiteY86" fmla="*/ 291444 h 560078"/>
              <a:gd name="connsiteX87" fmla="*/ 110929 w 608344"/>
              <a:gd name="connsiteY87" fmla="*/ 256100 h 560078"/>
              <a:gd name="connsiteX88" fmla="*/ 105235 w 608344"/>
              <a:gd name="connsiteY88" fmla="*/ 241223 h 560078"/>
              <a:gd name="connsiteX89" fmla="*/ 95556 w 608344"/>
              <a:gd name="connsiteY89" fmla="*/ 220472 h 560078"/>
              <a:gd name="connsiteX90" fmla="*/ 95556 w 608344"/>
              <a:gd name="connsiteY90" fmla="*/ 200952 h 560078"/>
              <a:gd name="connsiteX91" fmla="*/ 100586 w 608344"/>
              <a:gd name="connsiteY91" fmla="*/ 185317 h 560078"/>
              <a:gd name="connsiteX92" fmla="*/ 100586 w 608344"/>
              <a:gd name="connsiteY92" fmla="*/ 157838 h 560078"/>
              <a:gd name="connsiteX93" fmla="*/ 188266 w 608344"/>
              <a:gd name="connsiteY93" fmla="*/ 70283 h 560078"/>
              <a:gd name="connsiteX94" fmla="*/ 470949 w 608344"/>
              <a:gd name="connsiteY94" fmla="*/ 0 h 560078"/>
              <a:gd name="connsiteX95" fmla="*/ 608344 w 608344"/>
              <a:gd name="connsiteY95" fmla="*/ 116080 h 560078"/>
              <a:gd name="connsiteX96" fmla="*/ 470949 w 608344"/>
              <a:gd name="connsiteY96" fmla="*/ 232160 h 560078"/>
              <a:gd name="connsiteX97" fmla="*/ 398646 w 608344"/>
              <a:gd name="connsiteY97" fmla="*/ 214819 h 560078"/>
              <a:gd name="connsiteX98" fmla="*/ 340101 w 608344"/>
              <a:gd name="connsiteY98" fmla="*/ 231781 h 560078"/>
              <a:gd name="connsiteX99" fmla="*/ 337160 w 608344"/>
              <a:gd name="connsiteY99" fmla="*/ 232160 h 560078"/>
              <a:gd name="connsiteX100" fmla="*/ 329379 w 608344"/>
              <a:gd name="connsiteY100" fmla="*/ 228559 h 560078"/>
              <a:gd name="connsiteX101" fmla="*/ 327861 w 608344"/>
              <a:gd name="connsiteY101" fmla="*/ 217472 h 560078"/>
              <a:gd name="connsiteX102" fmla="*/ 349969 w 608344"/>
              <a:gd name="connsiteY102" fmla="*/ 171135 h 560078"/>
              <a:gd name="connsiteX103" fmla="*/ 333554 w 608344"/>
              <a:gd name="connsiteY103" fmla="*/ 116080 h 560078"/>
              <a:gd name="connsiteX104" fmla="*/ 470949 w 608344"/>
              <a:gd name="connsiteY104" fmla="*/ 0 h 56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608344" h="560078">
                <a:moveTo>
                  <a:pt x="237989" y="327641"/>
                </a:moveTo>
                <a:cubicBezTo>
                  <a:pt x="233339" y="330105"/>
                  <a:pt x="228785" y="331715"/>
                  <a:pt x="224325" y="332474"/>
                </a:cubicBezTo>
                <a:cubicBezTo>
                  <a:pt x="221668" y="332947"/>
                  <a:pt x="219675" y="335316"/>
                  <a:pt x="219675" y="338064"/>
                </a:cubicBezTo>
                <a:lnTo>
                  <a:pt x="219675" y="351993"/>
                </a:lnTo>
                <a:cubicBezTo>
                  <a:pt x="218916" y="352372"/>
                  <a:pt x="218157" y="352846"/>
                  <a:pt x="217587" y="353509"/>
                </a:cubicBezTo>
                <a:cubicBezTo>
                  <a:pt x="216544" y="354646"/>
                  <a:pt x="215974" y="356257"/>
                  <a:pt x="216164" y="357773"/>
                </a:cubicBezTo>
                <a:lnTo>
                  <a:pt x="219295" y="387622"/>
                </a:lnTo>
                <a:cubicBezTo>
                  <a:pt x="219485" y="389896"/>
                  <a:pt x="221098" y="391791"/>
                  <a:pt x="223376" y="392454"/>
                </a:cubicBezTo>
                <a:cubicBezTo>
                  <a:pt x="223850" y="392549"/>
                  <a:pt x="224325" y="392644"/>
                  <a:pt x="224799" y="392644"/>
                </a:cubicBezTo>
                <a:cubicBezTo>
                  <a:pt x="226602" y="392644"/>
                  <a:pt x="228215" y="391791"/>
                  <a:pt x="229354" y="390370"/>
                </a:cubicBezTo>
                <a:lnTo>
                  <a:pt x="245106" y="369523"/>
                </a:lnTo>
                <a:cubicBezTo>
                  <a:pt x="245865" y="368576"/>
                  <a:pt x="246245" y="367344"/>
                  <a:pt x="246245" y="366112"/>
                </a:cubicBezTo>
                <a:lnTo>
                  <a:pt x="246245" y="332663"/>
                </a:lnTo>
                <a:cubicBezTo>
                  <a:pt x="246245" y="330673"/>
                  <a:pt x="245201" y="328873"/>
                  <a:pt x="243493" y="327830"/>
                </a:cubicBezTo>
                <a:cubicBezTo>
                  <a:pt x="241785" y="326788"/>
                  <a:pt x="239697" y="326788"/>
                  <a:pt x="237989" y="327641"/>
                </a:cubicBezTo>
                <a:close/>
                <a:moveTo>
                  <a:pt x="166915" y="327641"/>
                </a:moveTo>
                <a:cubicBezTo>
                  <a:pt x="165112" y="326693"/>
                  <a:pt x="163024" y="326788"/>
                  <a:pt x="161411" y="327830"/>
                </a:cubicBezTo>
                <a:cubicBezTo>
                  <a:pt x="159703" y="328873"/>
                  <a:pt x="158659" y="330673"/>
                  <a:pt x="158659" y="332568"/>
                </a:cubicBezTo>
                <a:lnTo>
                  <a:pt x="158659" y="366112"/>
                </a:lnTo>
                <a:cubicBezTo>
                  <a:pt x="158659" y="367344"/>
                  <a:pt x="159039" y="368576"/>
                  <a:pt x="159798" y="369523"/>
                </a:cubicBezTo>
                <a:lnTo>
                  <a:pt x="175550" y="390464"/>
                </a:lnTo>
                <a:cubicBezTo>
                  <a:pt x="176594" y="391886"/>
                  <a:pt x="178302" y="392644"/>
                  <a:pt x="180010" y="392644"/>
                </a:cubicBezTo>
                <a:cubicBezTo>
                  <a:pt x="180579" y="392644"/>
                  <a:pt x="181054" y="392549"/>
                  <a:pt x="181528" y="392454"/>
                </a:cubicBezTo>
                <a:cubicBezTo>
                  <a:pt x="183806" y="391791"/>
                  <a:pt x="185419" y="389896"/>
                  <a:pt x="185609" y="387622"/>
                </a:cubicBezTo>
                <a:lnTo>
                  <a:pt x="188740" y="357773"/>
                </a:lnTo>
                <a:cubicBezTo>
                  <a:pt x="188835" y="356257"/>
                  <a:pt x="188361" y="354646"/>
                  <a:pt x="187317" y="353509"/>
                </a:cubicBezTo>
                <a:cubicBezTo>
                  <a:pt x="186653" y="352846"/>
                  <a:pt x="185988" y="352372"/>
                  <a:pt x="185134" y="351993"/>
                </a:cubicBezTo>
                <a:lnTo>
                  <a:pt x="185134" y="338064"/>
                </a:lnTo>
                <a:cubicBezTo>
                  <a:pt x="185134" y="335316"/>
                  <a:pt x="183236" y="332947"/>
                  <a:pt x="180485" y="332474"/>
                </a:cubicBezTo>
                <a:cubicBezTo>
                  <a:pt x="176120" y="331715"/>
                  <a:pt x="171470" y="330105"/>
                  <a:pt x="166915" y="327641"/>
                </a:cubicBezTo>
                <a:close/>
                <a:moveTo>
                  <a:pt x="175550" y="176789"/>
                </a:moveTo>
                <a:cubicBezTo>
                  <a:pt x="159703" y="176789"/>
                  <a:pt x="144331" y="183232"/>
                  <a:pt x="136644" y="187117"/>
                </a:cubicBezTo>
                <a:cubicBezTo>
                  <a:pt x="134747" y="188065"/>
                  <a:pt x="133513" y="190055"/>
                  <a:pt x="133513" y="192140"/>
                </a:cubicBezTo>
                <a:lnTo>
                  <a:pt x="133513" y="202184"/>
                </a:lnTo>
                <a:lnTo>
                  <a:pt x="131236" y="202184"/>
                </a:lnTo>
                <a:cubicBezTo>
                  <a:pt x="128104" y="202184"/>
                  <a:pt x="125637" y="204647"/>
                  <a:pt x="125637" y="207774"/>
                </a:cubicBezTo>
                <a:lnTo>
                  <a:pt x="125637" y="216966"/>
                </a:lnTo>
                <a:cubicBezTo>
                  <a:pt x="125637" y="218861"/>
                  <a:pt x="126586" y="220661"/>
                  <a:pt x="128199" y="221703"/>
                </a:cubicBezTo>
                <a:lnTo>
                  <a:pt x="133608" y="225209"/>
                </a:lnTo>
                <a:lnTo>
                  <a:pt x="133893" y="227578"/>
                </a:lnTo>
                <a:cubicBezTo>
                  <a:pt x="135696" y="240939"/>
                  <a:pt x="143192" y="258374"/>
                  <a:pt x="154105" y="274009"/>
                </a:cubicBezTo>
                <a:cubicBezTo>
                  <a:pt x="167769" y="293908"/>
                  <a:pt x="180674" y="302815"/>
                  <a:pt x="187317" y="302815"/>
                </a:cubicBezTo>
                <a:lnTo>
                  <a:pt x="217492" y="302815"/>
                </a:lnTo>
                <a:cubicBezTo>
                  <a:pt x="224230" y="302815"/>
                  <a:pt x="237040" y="293908"/>
                  <a:pt x="250800" y="274009"/>
                </a:cubicBezTo>
                <a:cubicBezTo>
                  <a:pt x="261617" y="258374"/>
                  <a:pt x="269209" y="240939"/>
                  <a:pt x="270917" y="227578"/>
                </a:cubicBezTo>
                <a:lnTo>
                  <a:pt x="271296" y="225209"/>
                </a:lnTo>
                <a:lnTo>
                  <a:pt x="276705" y="221703"/>
                </a:lnTo>
                <a:cubicBezTo>
                  <a:pt x="278318" y="220661"/>
                  <a:pt x="279267" y="218861"/>
                  <a:pt x="279267" y="216966"/>
                </a:cubicBezTo>
                <a:lnTo>
                  <a:pt x="279267" y="207774"/>
                </a:lnTo>
                <a:cubicBezTo>
                  <a:pt x="279267" y="204647"/>
                  <a:pt x="276800" y="202184"/>
                  <a:pt x="273668" y="202184"/>
                </a:cubicBezTo>
                <a:lnTo>
                  <a:pt x="270632" y="202184"/>
                </a:lnTo>
                <a:cubicBezTo>
                  <a:pt x="270157" y="201426"/>
                  <a:pt x="269493" y="200762"/>
                  <a:pt x="268829" y="200289"/>
                </a:cubicBezTo>
                <a:cubicBezTo>
                  <a:pt x="267216" y="199246"/>
                  <a:pt x="265223" y="199057"/>
                  <a:pt x="263420" y="199910"/>
                </a:cubicBezTo>
                <a:cubicBezTo>
                  <a:pt x="255924" y="203226"/>
                  <a:pt x="248427" y="204932"/>
                  <a:pt x="241215" y="204932"/>
                </a:cubicBezTo>
                <a:cubicBezTo>
                  <a:pt x="228405" y="204932"/>
                  <a:pt x="216828" y="199720"/>
                  <a:pt x="206865" y="189297"/>
                </a:cubicBezTo>
                <a:cubicBezTo>
                  <a:pt x="198799" y="181053"/>
                  <a:pt x="188266" y="176789"/>
                  <a:pt x="175550" y="176789"/>
                </a:cubicBezTo>
                <a:close/>
                <a:moveTo>
                  <a:pt x="505962" y="95043"/>
                </a:moveTo>
                <a:cubicBezTo>
                  <a:pt x="494386" y="95043"/>
                  <a:pt x="484897" y="104425"/>
                  <a:pt x="484897" y="116080"/>
                </a:cubicBezTo>
                <a:cubicBezTo>
                  <a:pt x="484897" y="127735"/>
                  <a:pt x="494386" y="137117"/>
                  <a:pt x="505962" y="137117"/>
                </a:cubicBezTo>
                <a:cubicBezTo>
                  <a:pt x="517633" y="137117"/>
                  <a:pt x="527122" y="127735"/>
                  <a:pt x="527122" y="116080"/>
                </a:cubicBezTo>
                <a:cubicBezTo>
                  <a:pt x="527122" y="104425"/>
                  <a:pt x="517633" y="95043"/>
                  <a:pt x="505962" y="95043"/>
                </a:cubicBezTo>
                <a:close/>
                <a:moveTo>
                  <a:pt x="429199" y="95043"/>
                </a:moveTo>
                <a:cubicBezTo>
                  <a:pt x="417623" y="95043"/>
                  <a:pt x="408135" y="104425"/>
                  <a:pt x="408135" y="116080"/>
                </a:cubicBezTo>
                <a:cubicBezTo>
                  <a:pt x="408135" y="127735"/>
                  <a:pt x="417623" y="137117"/>
                  <a:pt x="429199" y="137117"/>
                </a:cubicBezTo>
                <a:cubicBezTo>
                  <a:pt x="440870" y="137117"/>
                  <a:pt x="450359" y="127735"/>
                  <a:pt x="450359" y="116080"/>
                </a:cubicBezTo>
                <a:cubicBezTo>
                  <a:pt x="450359" y="104425"/>
                  <a:pt x="440870" y="95043"/>
                  <a:pt x="429199" y="95043"/>
                </a:cubicBezTo>
                <a:close/>
                <a:moveTo>
                  <a:pt x="188266" y="70283"/>
                </a:moveTo>
                <a:lnTo>
                  <a:pt x="216638" y="70283"/>
                </a:lnTo>
                <a:cubicBezTo>
                  <a:pt x="264938" y="70283"/>
                  <a:pt x="304319" y="109607"/>
                  <a:pt x="304319" y="157838"/>
                </a:cubicBezTo>
                <a:lnTo>
                  <a:pt x="304319" y="185317"/>
                </a:lnTo>
                <a:cubicBezTo>
                  <a:pt x="307545" y="189865"/>
                  <a:pt x="309253" y="195361"/>
                  <a:pt x="309253" y="200952"/>
                </a:cubicBezTo>
                <a:lnTo>
                  <a:pt x="309253" y="220472"/>
                </a:lnTo>
                <a:cubicBezTo>
                  <a:pt x="309253" y="228526"/>
                  <a:pt x="305742" y="236106"/>
                  <a:pt x="299669" y="241223"/>
                </a:cubicBezTo>
                <a:cubicBezTo>
                  <a:pt x="298056" y="246056"/>
                  <a:pt x="296158" y="251078"/>
                  <a:pt x="293975" y="256100"/>
                </a:cubicBezTo>
                <a:cubicBezTo>
                  <a:pt x="289421" y="267850"/>
                  <a:pt x="282968" y="280073"/>
                  <a:pt x="275092" y="291444"/>
                </a:cubicBezTo>
                <a:cubicBezTo>
                  <a:pt x="271771" y="296277"/>
                  <a:pt x="267406" y="302057"/>
                  <a:pt x="262281" y="307742"/>
                </a:cubicBezTo>
                <a:cubicBezTo>
                  <a:pt x="266931" y="311059"/>
                  <a:pt x="270347" y="315038"/>
                  <a:pt x="271771" y="319587"/>
                </a:cubicBezTo>
                <a:lnTo>
                  <a:pt x="334304" y="338443"/>
                </a:lnTo>
                <a:cubicBezTo>
                  <a:pt x="378334" y="351141"/>
                  <a:pt x="404904" y="535536"/>
                  <a:pt x="404904" y="543496"/>
                </a:cubicBezTo>
                <a:cubicBezTo>
                  <a:pt x="404904" y="552687"/>
                  <a:pt x="397408" y="560078"/>
                  <a:pt x="388298" y="560078"/>
                </a:cubicBezTo>
                <a:lnTo>
                  <a:pt x="16606" y="560078"/>
                </a:lnTo>
                <a:cubicBezTo>
                  <a:pt x="7402" y="560078"/>
                  <a:pt x="0" y="552687"/>
                  <a:pt x="0" y="543496"/>
                </a:cubicBezTo>
                <a:cubicBezTo>
                  <a:pt x="0" y="542643"/>
                  <a:pt x="95" y="541790"/>
                  <a:pt x="190" y="540937"/>
                </a:cubicBezTo>
                <a:cubicBezTo>
                  <a:pt x="190" y="540937"/>
                  <a:pt x="26570" y="351141"/>
                  <a:pt x="70600" y="338443"/>
                </a:cubicBezTo>
                <a:lnTo>
                  <a:pt x="133039" y="319587"/>
                </a:lnTo>
                <a:cubicBezTo>
                  <a:pt x="134557" y="315038"/>
                  <a:pt x="137878" y="311059"/>
                  <a:pt x="142623" y="307742"/>
                </a:cubicBezTo>
                <a:cubicBezTo>
                  <a:pt x="137404" y="302057"/>
                  <a:pt x="133133" y="296277"/>
                  <a:pt x="129812" y="291444"/>
                </a:cubicBezTo>
                <a:cubicBezTo>
                  <a:pt x="121936" y="280073"/>
                  <a:pt x="115389" y="267850"/>
                  <a:pt x="110929" y="256100"/>
                </a:cubicBezTo>
                <a:cubicBezTo>
                  <a:pt x="108651" y="251078"/>
                  <a:pt x="106754" y="246056"/>
                  <a:pt x="105235" y="241223"/>
                </a:cubicBezTo>
                <a:cubicBezTo>
                  <a:pt x="99162" y="236106"/>
                  <a:pt x="95556" y="228526"/>
                  <a:pt x="95556" y="220472"/>
                </a:cubicBezTo>
                <a:lnTo>
                  <a:pt x="95556" y="200952"/>
                </a:lnTo>
                <a:cubicBezTo>
                  <a:pt x="95556" y="195361"/>
                  <a:pt x="97359" y="189865"/>
                  <a:pt x="100586" y="185317"/>
                </a:cubicBezTo>
                <a:lnTo>
                  <a:pt x="100586" y="157838"/>
                </a:lnTo>
                <a:cubicBezTo>
                  <a:pt x="100586" y="109607"/>
                  <a:pt x="139871" y="70283"/>
                  <a:pt x="188266" y="70283"/>
                </a:cubicBezTo>
                <a:close/>
                <a:moveTo>
                  <a:pt x="470949" y="0"/>
                </a:moveTo>
                <a:cubicBezTo>
                  <a:pt x="546858" y="0"/>
                  <a:pt x="608344" y="52023"/>
                  <a:pt x="608344" y="116080"/>
                </a:cubicBezTo>
                <a:cubicBezTo>
                  <a:pt x="608344" y="180232"/>
                  <a:pt x="546858" y="232160"/>
                  <a:pt x="470949" y="232160"/>
                </a:cubicBezTo>
                <a:cubicBezTo>
                  <a:pt x="444381" y="232160"/>
                  <a:pt x="419616" y="225811"/>
                  <a:pt x="398646" y="214819"/>
                </a:cubicBezTo>
                <a:lnTo>
                  <a:pt x="340101" y="231781"/>
                </a:lnTo>
                <a:cubicBezTo>
                  <a:pt x="339152" y="232065"/>
                  <a:pt x="338109" y="232160"/>
                  <a:pt x="337160" y="232160"/>
                </a:cubicBezTo>
                <a:cubicBezTo>
                  <a:pt x="334218" y="232160"/>
                  <a:pt x="331372" y="230928"/>
                  <a:pt x="329379" y="228559"/>
                </a:cubicBezTo>
                <a:cubicBezTo>
                  <a:pt x="326722" y="225527"/>
                  <a:pt x="326153" y="221168"/>
                  <a:pt x="327861" y="217472"/>
                </a:cubicBezTo>
                <a:lnTo>
                  <a:pt x="349969" y="171135"/>
                </a:lnTo>
                <a:cubicBezTo>
                  <a:pt x="339532" y="154742"/>
                  <a:pt x="333554" y="135979"/>
                  <a:pt x="333554" y="116080"/>
                </a:cubicBezTo>
                <a:cubicBezTo>
                  <a:pt x="333554" y="52023"/>
                  <a:pt x="395040" y="0"/>
                  <a:pt x="4709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global-settings_81020"/>
          <p:cNvSpPr>
            <a:spLocks noChangeAspect="1"/>
          </p:cNvSpPr>
          <p:nvPr/>
        </p:nvSpPr>
        <p:spPr bwMode="auto">
          <a:xfrm>
            <a:off x="4678882" y="1863219"/>
            <a:ext cx="609685" cy="534839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medal_154411"/>
          <p:cNvSpPr>
            <a:spLocks noChangeAspect="1"/>
          </p:cNvSpPr>
          <p:nvPr/>
        </p:nvSpPr>
        <p:spPr bwMode="auto">
          <a:xfrm>
            <a:off x="5655585" y="1863219"/>
            <a:ext cx="443718" cy="609685"/>
          </a:xfrm>
          <a:custGeom>
            <a:avLst/>
            <a:gdLst>
              <a:gd name="connsiteX0" fmla="*/ 97694 w 441277"/>
              <a:gd name="connsiteY0" fmla="*/ 438917 h 606330"/>
              <a:gd name="connsiteX1" fmla="*/ 160313 w 441277"/>
              <a:gd name="connsiteY1" fmla="*/ 471890 h 606330"/>
              <a:gd name="connsiteX2" fmla="*/ 193709 w 441277"/>
              <a:gd name="connsiteY2" fmla="*/ 464183 h 606330"/>
              <a:gd name="connsiteX3" fmla="*/ 220654 w 441277"/>
              <a:gd name="connsiteY3" fmla="*/ 451045 h 606330"/>
              <a:gd name="connsiteX4" fmla="*/ 247599 w 441277"/>
              <a:gd name="connsiteY4" fmla="*/ 464183 h 606330"/>
              <a:gd name="connsiteX5" fmla="*/ 280996 w 441277"/>
              <a:gd name="connsiteY5" fmla="*/ 471890 h 606330"/>
              <a:gd name="connsiteX6" fmla="*/ 343614 w 441277"/>
              <a:gd name="connsiteY6" fmla="*/ 438917 h 606330"/>
              <a:gd name="connsiteX7" fmla="*/ 343614 w 441277"/>
              <a:gd name="connsiteY7" fmla="*/ 581040 h 606330"/>
              <a:gd name="connsiteX8" fmla="*/ 331596 w 441277"/>
              <a:gd name="connsiteY8" fmla="*/ 602516 h 606330"/>
              <a:gd name="connsiteX9" fmla="*/ 306928 w 441277"/>
              <a:gd name="connsiteY9" fmla="*/ 603653 h 606330"/>
              <a:gd name="connsiteX10" fmla="*/ 220654 w 441277"/>
              <a:gd name="connsiteY10" fmla="*/ 560574 h 606330"/>
              <a:gd name="connsiteX11" fmla="*/ 134380 w 441277"/>
              <a:gd name="connsiteY11" fmla="*/ 603653 h 606330"/>
              <a:gd name="connsiteX12" fmla="*/ 122994 w 441277"/>
              <a:gd name="connsiteY12" fmla="*/ 606306 h 606330"/>
              <a:gd name="connsiteX13" fmla="*/ 109712 w 441277"/>
              <a:gd name="connsiteY13" fmla="*/ 602516 h 606330"/>
              <a:gd name="connsiteX14" fmla="*/ 97694 w 441277"/>
              <a:gd name="connsiteY14" fmla="*/ 581040 h 606330"/>
              <a:gd name="connsiteX15" fmla="*/ 220625 w 441277"/>
              <a:gd name="connsiteY15" fmla="*/ 117841 h 606330"/>
              <a:gd name="connsiteX16" fmla="*/ 127885 w 441277"/>
              <a:gd name="connsiteY16" fmla="*/ 210421 h 606330"/>
              <a:gd name="connsiteX17" fmla="*/ 220625 w 441277"/>
              <a:gd name="connsiteY17" fmla="*/ 303127 h 606330"/>
              <a:gd name="connsiteX18" fmla="*/ 313365 w 441277"/>
              <a:gd name="connsiteY18" fmla="*/ 210421 h 606330"/>
              <a:gd name="connsiteX19" fmla="*/ 220625 w 441277"/>
              <a:gd name="connsiteY19" fmla="*/ 117841 h 606330"/>
              <a:gd name="connsiteX20" fmla="*/ 159263 w 441277"/>
              <a:gd name="connsiteY20" fmla="*/ 0 h 606330"/>
              <a:gd name="connsiteX21" fmla="*/ 159642 w 441277"/>
              <a:gd name="connsiteY21" fmla="*/ 0 h 606330"/>
              <a:gd name="connsiteX22" fmla="*/ 160275 w 441277"/>
              <a:gd name="connsiteY22" fmla="*/ 0 h 606330"/>
              <a:gd name="connsiteX23" fmla="*/ 161034 w 441277"/>
              <a:gd name="connsiteY23" fmla="*/ 0 h 606330"/>
              <a:gd name="connsiteX24" fmla="*/ 162552 w 441277"/>
              <a:gd name="connsiteY24" fmla="*/ 126 h 606330"/>
              <a:gd name="connsiteX25" fmla="*/ 163691 w 441277"/>
              <a:gd name="connsiteY25" fmla="*/ 253 h 606330"/>
              <a:gd name="connsiteX26" fmla="*/ 165209 w 441277"/>
              <a:gd name="connsiteY26" fmla="*/ 505 h 606330"/>
              <a:gd name="connsiteX27" fmla="*/ 166348 w 441277"/>
              <a:gd name="connsiteY27" fmla="*/ 758 h 606330"/>
              <a:gd name="connsiteX28" fmla="*/ 167866 w 441277"/>
              <a:gd name="connsiteY28" fmla="*/ 1263 h 606330"/>
              <a:gd name="connsiteX29" fmla="*/ 168878 w 441277"/>
              <a:gd name="connsiteY29" fmla="*/ 1516 h 606330"/>
              <a:gd name="connsiteX30" fmla="*/ 171156 w 441277"/>
              <a:gd name="connsiteY30" fmla="*/ 2400 h 606330"/>
              <a:gd name="connsiteX31" fmla="*/ 171409 w 441277"/>
              <a:gd name="connsiteY31" fmla="*/ 2526 h 606330"/>
              <a:gd name="connsiteX32" fmla="*/ 220625 w 441277"/>
              <a:gd name="connsiteY32" fmla="*/ 26650 h 606330"/>
              <a:gd name="connsiteX33" fmla="*/ 269842 w 441277"/>
              <a:gd name="connsiteY33" fmla="*/ 2526 h 606330"/>
              <a:gd name="connsiteX34" fmla="*/ 270095 w 441277"/>
              <a:gd name="connsiteY34" fmla="*/ 2526 h 606330"/>
              <a:gd name="connsiteX35" fmla="*/ 272372 w 441277"/>
              <a:gd name="connsiteY35" fmla="*/ 1516 h 606330"/>
              <a:gd name="connsiteX36" fmla="*/ 273384 w 441277"/>
              <a:gd name="connsiteY36" fmla="*/ 1263 h 606330"/>
              <a:gd name="connsiteX37" fmla="*/ 275029 w 441277"/>
              <a:gd name="connsiteY37" fmla="*/ 758 h 606330"/>
              <a:gd name="connsiteX38" fmla="*/ 276041 w 441277"/>
              <a:gd name="connsiteY38" fmla="*/ 505 h 606330"/>
              <a:gd name="connsiteX39" fmla="*/ 277559 w 441277"/>
              <a:gd name="connsiteY39" fmla="*/ 253 h 606330"/>
              <a:gd name="connsiteX40" fmla="*/ 278698 w 441277"/>
              <a:gd name="connsiteY40" fmla="*/ 126 h 606330"/>
              <a:gd name="connsiteX41" fmla="*/ 280216 w 441277"/>
              <a:gd name="connsiteY41" fmla="*/ 0 h 606330"/>
              <a:gd name="connsiteX42" fmla="*/ 280975 w 441277"/>
              <a:gd name="connsiteY42" fmla="*/ 0 h 606330"/>
              <a:gd name="connsiteX43" fmla="*/ 281482 w 441277"/>
              <a:gd name="connsiteY43" fmla="*/ 0 h 606330"/>
              <a:gd name="connsiteX44" fmla="*/ 281988 w 441277"/>
              <a:gd name="connsiteY44" fmla="*/ 0 h 606330"/>
              <a:gd name="connsiteX45" fmla="*/ 284012 w 441277"/>
              <a:gd name="connsiteY45" fmla="*/ 253 h 606330"/>
              <a:gd name="connsiteX46" fmla="*/ 284265 w 441277"/>
              <a:gd name="connsiteY46" fmla="*/ 253 h 606330"/>
              <a:gd name="connsiteX47" fmla="*/ 286289 w 441277"/>
              <a:gd name="connsiteY47" fmla="*/ 632 h 606330"/>
              <a:gd name="connsiteX48" fmla="*/ 286795 w 441277"/>
              <a:gd name="connsiteY48" fmla="*/ 632 h 606330"/>
              <a:gd name="connsiteX49" fmla="*/ 288567 w 441277"/>
              <a:gd name="connsiteY49" fmla="*/ 1137 h 606330"/>
              <a:gd name="connsiteX50" fmla="*/ 288946 w 441277"/>
              <a:gd name="connsiteY50" fmla="*/ 1263 h 606330"/>
              <a:gd name="connsiteX51" fmla="*/ 290971 w 441277"/>
              <a:gd name="connsiteY51" fmla="*/ 2021 h 606330"/>
              <a:gd name="connsiteX52" fmla="*/ 291224 w 441277"/>
              <a:gd name="connsiteY52" fmla="*/ 2147 h 606330"/>
              <a:gd name="connsiteX53" fmla="*/ 292868 w 441277"/>
              <a:gd name="connsiteY53" fmla="*/ 3031 h 606330"/>
              <a:gd name="connsiteX54" fmla="*/ 293374 w 441277"/>
              <a:gd name="connsiteY54" fmla="*/ 3284 h 606330"/>
              <a:gd name="connsiteX55" fmla="*/ 295146 w 441277"/>
              <a:gd name="connsiteY55" fmla="*/ 4294 h 606330"/>
              <a:gd name="connsiteX56" fmla="*/ 295272 w 441277"/>
              <a:gd name="connsiteY56" fmla="*/ 4421 h 606330"/>
              <a:gd name="connsiteX57" fmla="*/ 296917 w 441277"/>
              <a:gd name="connsiteY57" fmla="*/ 5684 h 606330"/>
              <a:gd name="connsiteX58" fmla="*/ 297423 w 441277"/>
              <a:gd name="connsiteY58" fmla="*/ 6063 h 606330"/>
              <a:gd name="connsiteX59" fmla="*/ 298688 w 441277"/>
              <a:gd name="connsiteY59" fmla="*/ 7199 h 606330"/>
              <a:gd name="connsiteX60" fmla="*/ 299068 w 441277"/>
              <a:gd name="connsiteY60" fmla="*/ 7578 h 606330"/>
              <a:gd name="connsiteX61" fmla="*/ 300460 w 441277"/>
              <a:gd name="connsiteY61" fmla="*/ 9220 h 606330"/>
              <a:gd name="connsiteX62" fmla="*/ 300713 w 441277"/>
              <a:gd name="connsiteY62" fmla="*/ 9473 h 606330"/>
              <a:gd name="connsiteX63" fmla="*/ 301851 w 441277"/>
              <a:gd name="connsiteY63" fmla="*/ 10988 h 606330"/>
              <a:gd name="connsiteX64" fmla="*/ 302104 w 441277"/>
              <a:gd name="connsiteY64" fmla="*/ 11494 h 606330"/>
              <a:gd name="connsiteX65" fmla="*/ 303370 w 441277"/>
              <a:gd name="connsiteY65" fmla="*/ 13388 h 606330"/>
              <a:gd name="connsiteX66" fmla="*/ 329053 w 441277"/>
              <a:gd name="connsiteY66" fmla="*/ 61762 h 606330"/>
              <a:gd name="connsiteX67" fmla="*/ 382951 w 441277"/>
              <a:gd name="connsiteY67" fmla="*/ 71235 h 606330"/>
              <a:gd name="connsiteX68" fmla="*/ 403953 w 441277"/>
              <a:gd name="connsiteY68" fmla="*/ 97127 h 606330"/>
              <a:gd name="connsiteX69" fmla="*/ 403700 w 441277"/>
              <a:gd name="connsiteY69" fmla="*/ 99653 h 606330"/>
              <a:gd name="connsiteX70" fmla="*/ 395983 w 441277"/>
              <a:gd name="connsiteY70" fmla="*/ 153837 h 606330"/>
              <a:gd name="connsiteX71" fmla="*/ 434065 w 441277"/>
              <a:gd name="connsiteY71" fmla="*/ 193118 h 606330"/>
              <a:gd name="connsiteX72" fmla="*/ 441277 w 441277"/>
              <a:gd name="connsiteY72" fmla="*/ 210674 h 606330"/>
              <a:gd name="connsiteX73" fmla="*/ 434065 w 441277"/>
              <a:gd name="connsiteY73" fmla="*/ 228230 h 606330"/>
              <a:gd name="connsiteX74" fmla="*/ 395983 w 441277"/>
              <a:gd name="connsiteY74" fmla="*/ 267636 h 606330"/>
              <a:gd name="connsiteX75" fmla="*/ 403700 w 441277"/>
              <a:gd name="connsiteY75" fmla="*/ 321820 h 606330"/>
              <a:gd name="connsiteX76" fmla="*/ 403953 w 441277"/>
              <a:gd name="connsiteY76" fmla="*/ 324346 h 606330"/>
              <a:gd name="connsiteX77" fmla="*/ 382951 w 441277"/>
              <a:gd name="connsiteY77" fmla="*/ 350239 h 606330"/>
              <a:gd name="connsiteX78" fmla="*/ 329053 w 441277"/>
              <a:gd name="connsiteY78" fmla="*/ 359585 h 606330"/>
              <a:gd name="connsiteX79" fmla="*/ 303370 w 441277"/>
              <a:gd name="connsiteY79" fmla="*/ 407959 h 606330"/>
              <a:gd name="connsiteX80" fmla="*/ 280975 w 441277"/>
              <a:gd name="connsiteY80" fmla="*/ 421347 h 606330"/>
              <a:gd name="connsiteX81" fmla="*/ 269842 w 441277"/>
              <a:gd name="connsiteY81" fmla="*/ 418821 h 606330"/>
              <a:gd name="connsiteX82" fmla="*/ 220625 w 441277"/>
              <a:gd name="connsiteY82" fmla="*/ 394823 h 606330"/>
              <a:gd name="connsiteX83" fmla="*/ 171409 w 441277"/>
              <a:gd name="connsiteY83" fmla="*/ 418821 h 606330"/>
              <a:gd name="connsiteX84" fmla="*/ 160275 w 441277"/>
              <a:gd name="connsiteY84" fmla="*/ 421347 h 606330"/>
              <a:gd name="connsiteX85" fmla="*/ 137881 w 441277"/>
              <a:gd name="connsiteY85" fmla="*/ 407959 h 606330"/>
              <a:gd name="connsiteX86" fmla="*/ 112197 w 441277"/>
              <a:gd name="connsiteY86" fmla="*/ 359585 h 606330"/>
              <a:gd name="connsiteX87" fmla="*/ 58299 w 441277"/>
              <a:gd name="connsiteY87" fmla="*/ 350239 h 606330"/>
              <a:gd name="connsiteX88" fmla="*/ 37297 w 441277"/>
              <a:gd name="connsiteY88" fmla="*/ 324346 h 606330"/>
              <a:gd name="connsiteX89" fmla="*/ 37550 w 441277"/>
              <a:gd name="connsiteY89" fmla="*/ 321820 h 606330"/>
              <a:gd name="connsiteX90" fmla="*/ 45268 w 441277"/>
              <a:gd name="connsiteY90" fmla="*/ 267636 h 606330"/>
              <a:gd name="connsiteX91" fmla="*/ 7185 w 441277"/>
              <a:gd name="connsiteY91" fmla="*/ 228230 h 606330"/>
              <a:gd name="connsiteX92" fmla="*/ 100 w 441277"/>
              <a:gd name="connsiteY92" fmla="*/ 208653 h 606330"/>
              <a:gd name="connsiteX93" fmla="*/ 7185 w 441277"/>
              <a:gd name="connsiteY93" fmla="*/ 193118 h 606330"/>
              <a:gd name="connsiteX94" fmla="*/ 45268 w 441277"/>
              <a:gd name="connsiteY94" fmla="*/ 153837 h 606330"/>
              <a:gd name="connsiteX95" fmla="*/ 37550 w 441277"/>
              <a:gd name="connsiteY95" fmla="*/ 99653 h 606330"/>
              <a:gd name="connsiteX96" fmla="*/ 37297 w 441277"/>
              <a:gd name="connsiteY96" fmla="*/ 97127 h 606330"/>
              <a:gd name="connsiteX97" fmla="*/ 58299 w 441277"/>
              <a:gd name="connsiteY97" fmla="*/ 71235 h 606330"/>
              <a:gd name="connsiteX98" fmla="*/ 112197 w 441277"/>
              <a:gd name="connsiteY98" fmla="*/ 61762 h 606330"/>
              <a:gd name="connsiteX99" fmla="*/ 137881 w 441277"/>
              <a:gd name="connsiteY99" fmla="*/ 13388 h 606330"/>
              <a:gd name="connsiteX100" fmla="*/ 139146 w 441277"/>
              <a:gd name="connsiteY100" fmla="*/ 11494 h 606330"/>
              <a:gd name="connsiteX101" fmla="*/ 139399 w 441277"/>
              <a:gd name="connsiteY101" fmla="*/ 10988 h 606330"/>
              <a:gd name="connsiteX102" fmla="*/ 140538 w 441277"/>
              <a:gd name="connsiteY102" fmla="*/ 9473 h 606330"/>
              <a:gd name="connsiteX103" fmla="*/ 140791 w 441277"/>
              <a:gd name="connsiteY103" fmla="*/ 9220 h 606330"/>
              <a:gd name="connsiteX104" fmla="*/ 142309 w 441277"/>
              <a:gd name="connsiteY104" fmla="*/ 7578 h 606330"/>
              <a:gd name="connsiteX105" fmla="*/ 142562 w 441277"/>
              <a:gd name="connsiteY105" fmla="*/ 7326 h 606330"/>
              <a:gd name="connsiteX106" fmla="*/ 143954 w 441277"/>
              <a:gd name="connsiteY106" fmla="*/ 5936 h 606330"/>
              <a:gd name="connsiteX107" fmla="*/ 144207 w 441277"/>
              <a:gd name="connsiteY107" fmla="*/ 5684 h 606330"/>
              <a:gd name="connsiteX108" fmla="*/ 147876 w 441277"/>
              <a:gd name="connsiteY108" fmla="*/ 3284 h 606330"/>
              <a:gd name="connsiteX109" fmla="*/ 148255 w 441277"/>
              <a:gd name="connsiteY109" fmla="*/ 3031 h 606330"/>
              <a:gd name="connsiteX110" fmla="*/ 150153 w 441277"/>
              <a:gd name="connsiteY110" fmla="*/ 2147 h 606330"/>
              <a:gd name="connsiteX111" fmla="*/ 150280 w 441277"/>
              <a:gd name="connsiteY111" fmla="*/ 2021 h 606330"/>
              <a:gd name="connsiteX112" fmla="*/ 152304 w 441277"/>
              <a:gd name="connsiteY112" fmla="*/ 1263 h 606330"/>
              <a:gd name="connsiteX113" fmla="*/ 152684 w 441277"/>
              <a:gd name="connsiteY113" fmla="*/ 1137 h 606330"/>
              <a:gd name="connsiteX114" fmla="*/ 154581 w 441277"/>
              <a:gd name="connsiteY114" fmla="*/ 632 h 606330"/>
              <a:gd name="connsiteX115" fmla="*/ 154834 w 441277"/>
              <a:gd name="connsiteY115" fmla="*/ 632 h 606330"/>
              <a:gd name="connsiteX116" fmla="*/ 157112 w 441277"/>
              <a:gd name="connsiteY116" fmla="*/ 253 h 606330"/>
              <a:gd name="connsiteX117" fmla="*/ 159263 w 441277"/>
              <a:gd name="connsiteY117" fmla="*/ 0 h 60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441277" h="606330">
                <a:moveTo>
                  <a:pt x="97694" y="438917"/>
                </a:moveTo>
                <a:cubicBezTo>
                  <a:pt x="111736" y="459509"/>
                  <a:pt x="135012" y="471890"/>
                  <a:pt x="160313" y="471890"/>
                </a:cubicBezTo>
                <a:cubicBezTo>
                  <a:pt x="171824" y="471890"/>
                  <a:pt x="183336" y="469237"/>
                  <a:pt x="193709" y="464183"/>
                </a:cubicBezTo>
                <a:lnTo>
                  <a:pt x="220654" y="451045"/>
                </a:lnTo>
                <a:lnTo>
                  <a:pt x="247599" y="464183"/>
                </a:lnTo>
                <a:cubicBezTo>
                  <a:pt x="257972" y="469237"/>
                  <a:pt x="269484" y="471890"/>
                  <a:pt x="280996" y="471890"/>
                </a:cubicBezTo>
                <a:cubicBezTo>
                  <a:pt x="306296" y="471890"/>
                  <a:pt x="329572" y="459509"/>
                  <a:pt x="343614" y="438917"/>
                </a:cubicBezTo>
                <a:lnTo>
                  <a:pt x="343614" y="581040"/>
                </a:lnTo>
                <a:cubicBezTo>
                  <a:pt x="343614" y="589756"/>
                  <a:pt x="339060" y="597968"/>
                  <a:pt x="331596" y="602516"/>
                </a:cubicBezTo>
                <a:cubicBezTo>
                  <a:pt x="324133" y="607190"/>
                  <a:pt x="314772" y="607569"/>
                  <a:pt x="306928" y="603653"/>
                </a:cubicBezTo>
                <a:lnTo>
                  <a:pt x="220654" y="560574"/>
                </a:lnTo>
                <a:lnTo>
                  <a:pt x="134380" y="603653"/>
                </a:lnTo>
                <a:cubicBezTo>
                  <a:pt x="130711" y="605422"/>
                  <a:pt x="126916" y="606306"/>
                  <a:pt x="122994" y="606306"/>
                </a:cubicBezTo>
                <a:cubicBezTo>
                  <a:pt x="118440" y="606306"/>
                  <a:pt x="113760" y="605043"/>
                  <a:pt x="109712" y="602516"/>
                </a:cubicBezTo>
                <a:cubicBezTo>
                  <a:pt x="102248" y="597968"/>
                  <a:pt x="97694" y="589756"/>
                  <a:pt x="97694" y="581040"/>
                </a:cubicBezTo>
                <a:close/>
                <a:moveTo>
                  <a:pt x="220625" y="117841"/>
                </a:moveTo>
                <a:cubicBezTo>
                  <a:pt x="169511" y="117841"/>
                  <a:pt x="127885" y="159395"/>
                  <a:pt x="127885" y="210421"/>
                </a:cubicBezTo>
                <a:cubicBezTo>
                  <a:pt x="127885" y="261574"/>
                  <a:pt x="169511" y="303127"/>
                  <a:pt x="220625" y="303127"/>
                </a:cubicBezTo>
                <a:cubicBezTo>
                  <a:pt x="271739" y="303127"/>
                  <a:pt x="313365" y="261574"/>
                  <a:pt x="313365" y="210421"/>
                </a:cubicBezTo>
                <a:cubicBezTo>
                  <a:pt x="313365" y="159395"/>
                  <a:pt x="271739" y="117841"/>
                  <a:pt x="220625" y="117841"/>
                </a:cubicBezTo>
                <a:close/>
                <a:moveTo>
                  <a:pt x="159263" y="0"/>
                </a:moveTo>
                <a:cubicBezTo>
                  <a:pt x="159389" y="0"/>
                  <a:pt x="159516" y="0"/>
                  <a:pt x="159642" y="0"/>
                </a:cubicBezTo>
                <a:cubicBezTo>
                  <a:pt x="159895" y="0"/>
                  <a:pt x="160148" y="0"/>
                  <a:pt x="160275" y="0"/>
                </a:cubicBezTo>
                <a:cubicBezTo>
                  <a:pt x="160528" y="0"/>
                  <a:pt x="160781" y="0"/>
                  <a:pt x="161034" y="0"/>
                </a:cubicBezTo>
                <a:cubicBezTo>
                  <a:pt x="161540" y="0"/>
                  <a:pt x="162046" y="126"/>
                  <a:pt x="162552" y="126"/>
                </a:cubicBezTo>
                <a:cubicBezTo>
                  <a:pt x="162932" y="126"/>
                  <a:pt x="163311" y="253"/>
                  <a:pt x="163691" y="253"/>
                </a:cubicBezTo>
                <a:cubicBezTo>
                  <a:pt x="164197" y="379"/>
                  <a:pt x="164703" y="379"/>
                  <a:pt x="165209" y="505"/>
                </a:cubicBezTo>
                <a:cubicBezTo>
                  <a:pt x="165589" y="632"/>
                  <a:pt x="165968" y="632"/>
                  <a:pt x="166348" y="758"/>
                </a:cubicBezTo>
                <a:cubicBezTo>
                  <a:pt x="166854" y="884"/>
                  <a:pt x="167360" y="1011"/>
                  <a:pt x="167866" y="1263"/>
                </a:cubicBezTo>
                <a:cubicBezTo>
                  <a:pt x="168246" y="1263"/>
                  <a:pt x="168499" y="1389"/>
                  <a:pt x="168878" y="1516"/>
                </a:cubicBezTo>
                <a:cubicBezTo>
                  <a:pt x="169637" y="1768"/>
                  <a:pt x="170396" y="2147"/>
                  <a:pt x="171156" y="2400"/>
                </a:cubicBezTo>
                <a:cubicBezTo>
                  <a:pt x="171156" y="2526"/>
                  <a:pt x="171282" y="2526"/>
                  <a:pt x="171409" y="2526"/>
                </a:cubicBezTo>
                <a:lnTo>
                  <a:pt x="220625" y="26650"/>
                </a:lnTo>
                <a:lnTo>
                  <a:pt x="269842" y="2526"/>
                </a:lnTo>
                <a:cubicBezTo>
                  <a:pt x="269968" y="2526"/>
                  <a:pt x="269968" y="2526"/>
                  <a:pt x="270095" y="2526"/>
                </a:cubicBezTo>
                <a:cubicBezTo>
                  <a:pt x="270854" y="2147"/>
                  <a:pt x="271613" y="1768"/>
                  <a:pt x="272372" y="1516"/>
                </a:cubicBezTo>
                <a:cubicBezTo>
                  <a:pt x="272752" y="1389"/>
                  <a:pt x="273005" y="1263"/>
                  <a:pt x="273384" y="1263"/>
                </a:cubicBezTo>
                <a:cubicBezTo>
                  <a:pt x="273890" y="1011"/>
                  <a:pt x="274396" y="884"/>
                  <a:pt x="275029" y="758"/>
                </a:cubicBezTo>
                <a:cubicBezTo>
                  <a:pt x="275282" y="632"/>
                  <a:pt x="275662" y="632"/>
                  <a:pt x="276041" y="505"/>
                </a:cubicBezTo>
                <a:cubicBezTo>
                  <a:pt x="276547" y="379"/>
                  <a:pt x="277053" y="379"/>
                  <a:pt x="277559" y="253"/>
                </a:cubicBezTo>
                <a:cubicBezTo>
                  <a:pt x="277939" y="253"/>
                  <a:pt x="278319" y="126"/>
                  <a:pt x="278698" y="126"/>
                </a:cubicBezTo>
                <a:cubicBezTo>
                  <a:pt x="279204" y="126"/>
                  <a:pt x="279710" y="0"/>
                  <a:pt x="280216" y="0"/>
                </a:cubicBezTo>
                <a:cubicBezTo>
                  <a:pt x="280469" y="0"/>
                  <a:pt x="280722" y="0"/>
                  <a:pt x="280975" y="0"/>
                </a:cubicBezTo>
                <a:cubicBezTo>
                  <a:pt x="281102" y="0"/>
                  <a:pt x="281355" y="0"/>
                  <a:pt x="281482" y="0"/>
                </a:cubicBezTo>
                <a:cubicBezTo>
                  <a:pt x="281735" y="0"/>
                  <a:pt x="281861" y="0"/>
                  <a:pt x="281988" y="0"/>
                </a:cubicBezTo>
                <a:cubicBezTo>
                  <a:pt x="282747" y="126"/>
                  <a:pt x="283379" y="126"/>
                  <a:pt x="284012" y="253"/>
                </a:cubicBezTo>
                <a:cubicBezTo>
                  <a:pt x="284012" y="253"/>
                  <a:pt x="284138" y="253"/>
                  <a:pt x="284265" y="253"/>
                </a:cubicBezTo>
                <a:cubicBezTo>
                  <a:pt x="284898" y="253"/>
                  <a:pt x="285657" y="379"/>
                  <a:pt x="286289" y="632"/>
                </a:cubicBezTo>
                <a:cubicBezTo>
                  <a:pt x="286542" y="632"/>
                  <a:pt x="286669" y="632"/>
                  <a:pt x="286795" y="632"/>
                </a:cubicBezTo>
                <a:cubicBezTo>
                  <a:pt x="287428" y="884"/>
                  <a:pt x="287934" y="1011"/>
                  <a:pt x="288567" y="1137"/>
                </a:cubicBezTo>
                <a:cubicBezTo>
                  <a:pt x="288693" y="1263"/>
                  <a:pt x="288820" y="1263"/>
                  <a:pt x="288946" y="1263"/>
                </a:cubicBezTo>
                <a:cubicBezTo>
                  <a:pt x="289579" y="1516"/>
                  <a:pt x="290338" y="1768"/>
                  <a:pt x="290971" y="2021"/>
                </a:cubicBezTo>
                <a:cubicBezTo>
                  <a:pt x="291097" y="2147"/>
                  <a:pt x="291097" y="2147"/>
                  <a:pt x="291224" y="2147"/>
                </a:cubicBezTo>
                <a:cubicBezTo>
                  <a:pt x="291730" y="2400"/>
                  <a:pt x="292362" y="2652"/>
                  <a:pt x="292868" y="3031"/>
                </a:cubicBezTo>
                <a:cubicBezTo>
                  <a:pt x="293121" y="3031"/>
                  <a:pt x="293248" y="3158"/>
                  <a:pt x="293374" y="3284"/>
                </a:cubicBezTo>
                <a:cubicBezTo>
                  <a:pt x="294007" y="3537"/>
                  <a:pt x="294513" y="3916"/>
                  <a:pt x="295146" y="4294"/>
                </a:cubicBezTo>
                <a:cubicBezTo>
                  <a:pt x="295146" y="4294"/>
                  <a:pt x="295146" y="4421"/>
                  <a:pt x="295272" y="4421"/>
                </a:cubicBezTo>
                <a:cubicBezTo>
                  <a:pt x="295778" y="4800"/>
                  <a:pt x="296411" y="5179"/>
                  <a:pt x="296917" y="5684"/>
                </a:cubicBezTo>
                <a:cubicBezTo>
                  <a:pt x="297044" y="5810"/>
                  <a:pt x="297170" y="5936"/>
                  <a:pt x="297423" y="6063"/>
                </a:cubicBezTo>
                <a:cubicBezTo>
                  <a:pt x="297803" y="6442"/>
                  <a:pt x="298309" y="6820"/>
                  <a:pt x="298688" y="7199"/>
                </a:cubicBezTo>
                <a:cubicBezTo>
                  <a:pt x="298815" y="7326"/>
                  <a:pt x="298941" y="7452"/>
                  <a:pt x="299068" y="7578"/>
                </a:cubicBezTo>
                <a:cubicBezTo>
                  <a:pt x="299574" y="8084"/>
                  <a:pt x="299954" y="8589"/>
                  <a:pt x="300460" y="9220"/>
                </a:cubicBezTo>
                <a:cubicBezTo>
                  <a:pt x="300586" y="9347"/>
                  <a:pt x="300586" y="9347"/>
                  <a:pt x="300713" y="9473"/>
                </a:cubicBezTo>
                <a:cubicBezTo>
                  <a:pt x="301092" y="9978"/>
                  <a:pt x="301472" y="10483"/>
                  <a:pt x="301851" y="10988"/>
                </a:cubicBezTo>
                <a:cubicBezTo>
                  <a:pt x="301978" y="11115"/>
                  <a:pt x="302104" y="11367"/>
                  <a:pt x="302104" y="11494"/>
                </a:cubicBezTo>
                <a:cubicBezTo>
                  <a:pt x="302610" y="12125"/>
                  <a:pt x="302990" y="12757"/>
                  <a:pt x="303370" y="13388"/>
                </a:cubicBezTo>
                <a:lnTo>
                  <a:pt x="329053" y="61762"/>
                </a:lnTo>
                <a:lnTo>
                  <a:pt x="382951" y="71235"/>
                </a:lnTo>
                <a:cubicBezTo>
                  <a:pt x="395603" y="73382"/>
                  <a:pt x="404460" y="84623"/>
                  <a:pt x="403953" y="97127"/>
                </a:cubicBezTo>
                <a:cubicBezTo>
                  <a:pt x="403827" y="98011"/>
                  <a:pt x="403827" y="98769"/>
                  <a:pt x="403700" y="99653"/>
                </a:cubicBezTo>
                <a:lnTo>
                  <a:pt x="395983" y="153837"/>
                </a:lnTo>
                <a:lnTo>
                  <a:pt x="434065" y="193118"/>
                </a:lnTo>
                <a:cubicBezTo>
                  <a:pt x="438873" y="198043"/>
                  <a:pt x="441277" y="204358"/>
                  <a:pt x="441277" y="210674"/>
                </a:cubicBezTo>
                <a:cubicBezTo>
                  <a:pt x="441277" y="216989"/>
                  <a:pt x="438873" y="223304"/>
                  <a:pt x="434065" y="228230"/>
                </a:cubicBezTo>
                <a:lnTo>
                  <a:pt x="395983" y="267636"/>
                </a:lnTo>
                <a:lnTo>
                  <a:pt x="403700" y="321820"/>
                </a:lnTo>
                <a:cubicBezTo>
                  <a:pt x="403827" y="322578"/>
                  <a:pt x="403827" y="323462"/>
                  <a:pt x="403953" y="324346"/>
                </a:cubicBezTo>
                <a:cubicBezTo>
                  <a:pt x="404460" y="336850"/>
                  <a:pt x="395603" y="347965"/>
                  <a:pt x="382951" y="350239"/>
                </a:cubicBezTo>
                <a:lnTo>
                  <a:pt x="329053" y="359585"/>
                </a:lnTo>
                <a:lnTo>
                  <a:pt x="303370" y="407959"/>
                </a:lnTo>
                <a:cubicBezTo>
                  <a:pt x="298815" y="416548"/>
                  <a:pt x="290085" y="421347"/>
                  <a:pt x="280975" y="421347"/>
                </a:cubicBezTo>
                <a:cubicBezTo>
                  <a:pt x="277180" y="421347"/>
                  <a:pt x="273384" y="420589"/>
                  <a:pt x="269842" y="418821"/>
                </a:cubicBezTo>
                <a:lnTo>
                  <a:pt x="220625" y="394823"/>
                </a:lnTo>
                <a:lnTo>
                  <a:pt x="171409" y="418821"/>
                </a:lnTo>
                <a:cubicBezTo>
                  <a:pt x="167866" y="420589"/>
                  <a:pt x="164070" y="421347"/>
                  <a:pt x="160275" y="421347"/>
                </a:cubicBezTo>
                <a:cubicBezTo>
                  <a:pt x="151165" y="421347"/>
                  <a:pt x="142435" y="416548"/>
                  <a:pt x="137881" y="407959"/>
                </a:cubicBezTo>
                <a:lnTo>
                  <a:pt x="112197" y="359585"/>
                </a:lnTo>
                <a:lnTo>
                  <a:pt x="58299" y="350239"/>
                </a:lnTo>
                <a:cubicBezTo>
                  <a:pt x="45647" y="347965"/>
                  <a:pt x="36791" y="336850"/>
                  <a:pt x="37297" y="324346"/>
                </a:cubicBezTo>
                <a:cubicBezTo>
                  <a:pt x="37423" y="323462"/>
                  <a:pt x="37423" y="322578"/>
                  <a:pt x="37550" y="321820"/>
                </a:cubicBezTo>
                <a:lnTo>
                  <a:pt x="45268" y="267636"/>
                </a:lnTo>
                <a:lnTo>
                  <a:pt x="7185" y="228230"/>
                </a:lnTo>
                <a:cubicBezTo>
                  <a:pt x="1871" y="222799"/>
                  <a:pt x="-533" y="215599"/>
                  <a:pt x="100" y="208653"/>
                </a:cubicBezTo>
                <a:cubicBezTo>
                  <a:pt x="606" y="202969"/>
                  <a:pt x="2883" y="197538"/>
                  <a:pt x="7185" y="193118"/>
                </a:cubicBezTo>
                <a:lnTo>
                  <a:pt x="45268" y="153837"/>
                </a:lnTo>
                <a:lnTo>
                  <a:pt x="37550" y="99653"/>
                </a:lnTo>
                <a:cubicBezTo>
                  <a:pt x="37423" y="98769"/>
                  <a:pt x="37423" y="98011"/>
                  <a:pt x="37297" y="97127"/>
                </a:cubicBezTo>
                <a:cubicBezTo>
                  <a:pt x="36791" y="84623"/>
                  <a:pt x="45647" y="73382"/>
                  <a:pt x="58299" y="71235"/>
                </a:cubicBezTo>
                <a:lnTo>
                  <a:pt x="112197" y="61762"/>
                </a:lnTo>
                <a:lnTo>
                  <a:pt x="137881" y="13388"/>
                </a:lnTo>
                <a:cubicBezTo>
                  <a:pt x="138260" y="12757"/>
                  <a:pt x="138640" y="12125"/>
                  <a:pt x="139146" y="11494"/>
                </a:cubicBezTo>
                <a:cubicBezTo>
                  <a:pt x="139146" y="11367"/>
                  <a:pt x="139272" y="11115"/>
                  <a:pt x="139399" y="10988"/>
                </a:cubicBezTo>
                <a:cubicBezTo>
                  <a:pt x="139778" y="10483"/>
                  <a:pt x="140158" y="9978"/>
                  <a:pt x="140538" y="9473"/>
                </a:cubicBezTo>
                <a:cubicBezTo>
                  <a:pt x="140664" y="9347"/>
                  <a:pt x="140664" y="9347"/>
                  <a:pt x="140791" y="9220"/>
                </a:cubicBezTo>
                <a:cubicBezTo>
                  <a:pt x="141297" y="8589"/>
                  <a:pt x="141676" y="8084"/>
                  <a:pt x="142309" y="7578"/>
                </a:cubicBezTo>
                <a:cubicBezTo>
                  <a:pt x="142309" y="7452"/>
                  <a:pt x="142435" y="7326"/>
                  <a:pt x="142562" y="7326"/>
                </a:cubicBezTo>
                <a:cubicBezTo>
                  <a:pt x="142941" y="6820"/>
                  <a:pt x="143448" y="6442"/>
                  <a:pt x="143954" y="5936"/>
                </a:cubicBezTo>
                <a:cubicBezTo>
                  <a:pt x="144080" y="5936"/>
                  <a:pt x="144207" y="5810"/>
                  <a:pt x="144207" y="5684"/>
                </a:cubicBezTo>
                <a:cubicBezTo>
                  <a:pt x="145472" y="4800"/>
                  <a:pt x="146611" y="3916"/>
                  <a:pt x="147876" y="3284"/>
                </a:cubicBezTo>
                <a:cubicBezTo>
                  <a:pt x="148002" y="3158"/>
                  <a:pt x="148129" y="3158"/>
                  <a:pt x="148255" y="3031"/>
                </a:cubicBezTo>
                <a:cubicBezTo>
                  <a:pt x="148888" y="2652"/>
                  <a:pt x="149521" y="2400"/>
                  <a:pt x="150153" y="2147"/>
                </a:cubicBezTo>
                <a:cubicBezTo>
                  <a:pt x="150153" y="2147"/>
                  <a:pt x="150280" y="2147"/>
                  <a:pt x="150280" y="2021"/>
                </a:cubicBezTo>
                <a:cubicBezTo>
                  <a:pt x="150912" y="1768"/>
                  <a:pt x="151671" y="1516"/>
                  <a:pt x="152304" y="1263"/>
                </a:cubicBezTo>
                <a:cubicBezTo>
                  <a:pt x="152430" y="1263"/>
                  <a:pt x="152557" y="1263"/>
                  <a:pt x="152684" y="1137"/>
                </a:cubicBezTo>
                <a:cubicBezTo>
                  <a:pt x="153316" y="1011"/>
                  <a:pt x="153949" y="884"/>
                  <a:pt x="154581" y="632"/>
                </a:cubicBezTo>
                <a:cubicBezTo>
                  <a:pt x="154708" y="632"/>
                  <a:pt x="154708" y="632"/>
                  <a:pt x="154834" y="632"/>
                </a:cubicBezTo>
                <a:cubicBezTo>
                  <a:pt x="155594" y="379"/>
                  <a:pt x="156353" y="253"/>
                  <a:pt x="157112" y="253"/>
                </a:cubicBezTo>
                <a:cubicBezTo>
                  <a:pt x="157871" y="126"/>
                  <a:pt x="158503" y="126"/>
                  <a:pt x="1592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" name="lightbulb-idea_66298"/>
          <p:cNvSpPr>
            <a:spLocks noChangeAspect="1"/>
          </p:cNvSpPr>
          <p:nvPr/>
        </p:nvSpPr>
        <p:spPr bwMode="auto">
          <a:xfrm>
            <a:off x="6632290" y="1863219"/>
            <a:ext cx="552201" cy="609685"/>
          </a:xfrm>
          <a:custGeom>
            <a:avLst/>
            <a:gdLst>
              <a:gd name="connsiteX0" fmla="*/ 261051 w 522989"/>
              <a:gd name="connsiteY0" fmla="*/ 362763 h 577432"/>
              <a:gd name="connsiteX1" fmla="*/ 288791 w 522989"/>
              <a:gd name="connsiteY1" fmla="*/ 390429 h 577432"/>
              <a:gd name="connsiteX2" fmla="*/ 261051 w 522989"/>
              <a:gd name="connsiteY2" fmla="*/ 418095 h 577432"/>
              <a:gd name="connsiteX3" fmla="*/ 233311 w 522989"/>
              <a:gd name="connsiteY3" fmla="*/ 390429 h 577432"/>
              <a:gd name="connsiteX4" fmla="*/ 261051 w 522989"/>
              <a:gd name="connsiteY4" fmla="*/ 362763 h 577432"/>
              <a:gd name="connsiteX5" fmla="*/ 446328 w 522989"/>
              <a:gd name="connsiteY5" fmla="*/ 358474 h 577432"/>
              <a:gd name="connsiteX6" fmla="*/ 454749 w 522989"/>
              <a:gd name="connsiteY6" fmla="*/ 360086 h 577432"/>
              <a:gd name="connsiteX7" fmla="*/ 483355 w 522989"/>
              <a:gd name="connsiteY7" fmla="*/ 376670 h 577432"/>
              <a:gd name="connsiteX8" fmla="*/ 487969 w 522989"/>
              <a:gd name="connsiteY8" fmla="*/ 391410 h 577432"/>
              <a:gd name="connsiteX9" fmla="*/ 477818 w 522989"/>
              <a:gd name="connsiteY9" fmla="*/ 396938 h 577432"/>
              <a:gd name="connsiteX10" fmla="*/ 472281 w 522989"/>
              <a:gd name="connsiteY10" fmla="*/ 395096 h 577432"/>
              <a:gd name="connsiteX11" fmla="*/ 443675 w 522989"/>
              <a:gd name="connsiteY11" fmla="*/ 378512 h 577432"/>
              <a:gd name="connsiteX12" fmla="*/ 439984 w 522989"/>
              <a:gd name="connsiteY12" fmla="*/ 363772 h 577432"/>
              <a:gd name="connsiteX13" fmla="*/ 446328 w 522989"/>
              <a:gd name="connsiteY13" fmla="*/ 358474 h 577432"/>
              <a:gd name="connsiteX14" fmla="*/ 76344 w 522989"/>
              <a:gd name="connsiteY14" fmla="*/ 358474 h 577432"/>
              <a:gd name="connsiteX15" fmla="*/ 83038 w 522989"/>
              <a:gd name="connsiteY15" fmla="*/ 363772 h 577432"/>
              <a:gd name="connsiteX16" fmla="*/ 79344 w 522989"/>
              <a:gd name="connsiteY16" fmla="*/ 378512 h 577432"/>
              <a:gd name="connsiteX17" fmla="*/ 49796 w 522989"/>
              <a:gd name="connsiteY17" fmla="*/ 395096 h 577432"/>
              <a:gd name="connsiteX18" fmla="*/ 44256 w 522989"/>
              <a:gd name="connsiteY18" fmla="*/ 396938 h 577432"/>
              <a:gd name="connsiteX19" fmla="*/ 35022 w 522989"/>
              <a:gd name="connsiteY19" fmla="*/ 391410 h 577432"/>
              <a:gd name="connsiteX20" fmla="*/ 38716 w 522989"/>
              <a:gd name="connsiteY20" fmla="*/ 376670 h 577432"/>
              <a:gd name="connsiteX21" fmla="*/ 68264 w 522989"/>
              <a:gd name="connsiteY21" fmla="*/ 360086 h 577432"/>
              <a:gd name="connsiteX22" fmla="*/ 76344 w 522989"/>
              <a:gd name="connsiteY22" fmla="*/ 358474 h 577432"/>
              <a:gd name="connsiteX23" fmla="*/ 478723 w 522989"/>
              <a:gd name="connsiteY23" fmla="*/ 249584 h 577432"/>
              <a:gd name="connsiteX24" fmla="*/ 511923 w 522989"/>
              <a:gd name="connsiteY24" fmla="*/ 249584 h 577432"/>
              <a:gd name="connsiteX25" fmla="*/ 522989 w 522989"/>
              <a:gd name="connsiteY25" fmla="*/ 260606 h 577432"/>
              <a:gd name="connsiteX26" fmla="*/ 511923 w 522989"/>
              <a:gd name="connsiteY26" fmla="*/ 271628 h 577432"/>
              <a:gd name="connsiteX27" fmla="*/ 478723 w 522989"/>
              <a:gd name="connsiteY27" fmla="*/ 271628 h 577432"/>
              <a:gd name="connsiteX28" fmla="*/ 467657 w 522989"/>
              <a:gd name="connsiteY28" fmla="*/ 260606 h 577432"/>
              <a:gd name="connsiteX29" fmla="*/ 478723 w 522989"/>
              <a:gd name="connsiteY29" fmla="*/ 249584 h 577432"/>
              <a:gd name="connsiteX30" fmla="*/ 11066 w 522989"/>
              <a:gd name="connsiteY30" fmla="*/ 249584 h 577432"/>
              <a:gd name="connsiteX31" fmla="*/ 44266 w 522989"/>
              <a:gd name="connsiteY31" fmla="*/ 249584 h 577432"/>
              <a:gd name="connsiteX32" fmla="*/ 55332 w 522989"/>
              <a:gd name="connsiteY32" fmla="*/ 260606 h 577432"/>
              <a:gd name="connsiteX33" fmla="*/ 44266 w 522989"/>
              <a:gd name="connsiteY33" fmla="*/ 271628 h 577432"/>
              <a:gd name="connsiteX34" fmla="*/ 11066 w 522989"/>
              <a:gd name="connsiteY34" fmla="*/ 271628 h 577432"/>
              <a:gd name="connsiteX35" fmla="*/ 0 w 522989"/>
              <a:gd name="connsiteY35" fmla="*/ 260606 h 577432"/>
              <a:gd name="connsiteX36" fmla="*/ 11066 w 522989"/>
              <a:gd name="connsiteY36" fmla="*/ 249584 h 577432"/>
              <a:gd name="connsiteX37" fmla="*/ 261050 w 522989"/>
              <a:gd name="connsiteY37" fmla="*/ 167622 h 577432"/>
              <a:gd name="connsiteX38" fmla="*/ 287754 w 522989"/>
              <a:gd name="connsiteY38" fmla="*/ 193402 h 577432"/>
              <a:gd name="connsiteX39" fmla="*/ 287754 w 522989"/>
              <a:gd name="connsiteY39" fmla="*/ 232993 h 577432"/>
              <a:gd name="connsiteX40" fmla="*/ 286833 w 522989"/>
              <a:gd name="connsiteY40" fmla="*/ 248645 h 577432"/>
              <a:gd name="connsiteX41" fmla="*/ 276704 w 522989"/>
              <a:gd name="connsiteY41" fmla="*/ 327828 h 577432"/>
              <a:gd name="connsiteX42" fmla="*/ 261050 w 522989"/>
              <a:gd name="connsiteY42" fmla="*/ 340718 h 577432"/>
              <a:gd name="connsiteX43" fmla="*/ 246317 w 522989"/>
              <a:gd name="connsiteY43" fmla="*/ 327828 h 577432"/>
              <a:gd name="connsiteX44" fmla="*/ 236188 w 522989"/>
              <a:gd name="connsiteY44" fmla="*/ 248645 h 577432"/>
              <a:gd name="connsiteX45" fmla="*/ 234346 w 522989"/>
              <a:gd name="connsiteY45" fmla="*/ 232993 h 577432"/>
              <a:gd name="connsiteX46" fmla="*/ 234346 w 522989"/>
              <a:gd name="connsiteY46" fmla="*/ 193402 h 577432"/>
              <a:gd name="connsiteX47" fmla="*/ 261050 w 522989"/>
              <a:gd name="connsiteY47" fmla="*/ 167622 h 577432"/>
              <a:gd name="connsiteX48" fmla="*/ 261034 w 522989"/>
              <a:gd name="connsiteY48" fmla="*/ 133592 h 577432"/>
              <a:gd name="connsiteX49" fmla="*/ 130076 w 522989"/>
              <a:gd name="connsiteY49" fmla="*/ 258825 h 577432"/>
              <a:gd name="connsiteX50" fmla="*/ 165121 w 522989"/>
              <a:gd name="connsiteY50" fmla="*/ 356433 h 577432"/>
              <a:gd name="connsiteX51" fmla="*/ 190022 w 522989"/>
              <a:gd name="connsiteY51" fmla="*/ 418129 h 577432"/>
              <a:gd name="connsiteX52" fmla="*/ 206622 w 522989"/>
              <a:gd name="connsiteY52" fmla="*/ 442070 h 577432"/>
              <a:gd name="connsiteX53" fmla="*/ 315446 w 522989"/>
              <a:gd name="connsiteY53" fmla="*/ 442070 h 577432"/>
              <a:gd name="connsiteX54" fmla="*/ 332046 w 522989"/>
              <a:gd name="connsiteY54" fmla="*/ 418129 h 577432"/>
              <a:gd name="connsiteX55" fmla="*/ 357869 w 522989"/>
              <a:gd name="connsiteY55" fmla="*/ 357354 h 577432"/>
              <a:gd name="connsiteX56" fmla="*/ 392914 w 522989"/>
              <a:gd name="connsiteY56" fmla="*/ 258825 h 577432"/>
              <a:gd name="connsiteX57" fmla="*/ 261034 w 522989"/>
              <a:gd name="connsiteY57" fmla="*/ 133592 h 577432"/>
              <a:gd name="connsiteX58" fmla="*/ 472281 w 522989"/>
              <a:gd name="connsiteY58" fmla="*/ 126151 h 577432"/>
              <a:gd name="connsiteX59" fmla="*/ 487969 w 522989"/>
              <a:gd name="connsiteY59" fmla="*/ 130757 h 577432"/>
              <a:gd name="connsiteX60" fmla="*/ 483355 w 522989"/>
              <a:gd name="connsiteY60" fmla="*/ 145498 h 577432"/>
              <a:gd name="connsiteX61" fmla="*/ 454749 w 522989"/>
              <a:gd name="connsiteY61" fmla="*/ 162081 h 577432"/>
              <a:gd name="connsiteX62" fmla="*/ 449212 w 522989"/>
              <a:gd name="connsiteY62" fmla="*/ 163924 h 577432"/>
              <a:gd name="connsiteX63" fmla="*/ 439984 w 522989"/>
              <a:gd name="connsiteY63" fmla="*/ 158396 h 577432"/>
              <a:gd name="connsiteX64" fmla="*/ 443675 w 522989"/>
              <a:gd name="connsiteY64" fmla="*/ 142734 h 577432"/>
              <a:gd name="connsiteX65" fmla="*/ 49796 w 522989"/>
              <a:gd name="connsiteY65" fmla="*/ 126151 h 577432"/>
              <a:gd name="connsiteX66" fmla="*/ 79344 w 522989"/>
              <a:gd name="connsiteY66" fmla="*/ 142734 h 577432"/>
              <a:gd name="connsiteX67" fmla="*/ 83038 w 522989"/>
              <a:gd name="connsiteY67" fmla="*/ 158396 h 577432"/>
              <a:gd name="connsiteX68" fmla="*/ 73804 w 522989"/>
              <a:gd name="connsiteY68" fmla="*/ 163924 h 577432"/>
              <a:gd name="connsiteX69" fmla="*/ 68264 w 522989"/>
              <a:gd name="connsiteY69" fmla="*/ 162081 h 577432"/>
              <a:gd name="connsiteX70" fmla="*/ 38716 w 522989"/>
              <a:gd name="connsiteY70" fmla="*/ 145498 h 577432"/>
              <a:gd name="connsiteX71" fmla="*/ 35022 w 522989"/>
              <a:gd name="connsiteY71" fmla="*/ 130757 h 577432"/>
              <a:gd name="connsiteX72" fmla="*/ 49796 w 522989"/>
              <a:gd name="connsiteY72" fmla="*/ 126151 h 577432"/>
              <a:gd name="connsiteX73" fmla="*/ 261034 w 522989"/>
              <a:gd name="connsiteY73" fmla="*/ 88472 h 577432"/>
              <a:gd name="connsiteX74" fmla="*/ 437181 w 522989"/>
              <a:gd name="connsiteY74" fmla="*/ 258825 h 577432"/>
              <a:gd name="connsiteX75" fmla="*/ 394758 w 522989"/>
              <a:gd name="connsiteY75" fmla="*/ 382217 h 577432"/>
              <a:gd name="connsiteX76" fmla="*/ 377236 w 522989"/>
              <a:gd name="connsiteY76" fmla="*/ 418129 h 577432"/>
              <a:gd name="connsiteX77" fmla="*/ 344035 w 522989"/>
              <a:gd name="connsiteY77" fmla="*/ 476141 h 577432"/>
              <a:gd name="connsiteX78" fmla="*/ 341268 w 522989"/>
              <a:gd name="connsiteY78" fmla="*/ 521262 h 577432"/>
              <a:gd name="connsiteX79" fmla="*/ 305301 w 522989"/>
              <a:gd name="connsiteY79" fmla="*/ 559016 h 577432"/>
              <a:gd name="connsiteX80" fmla="*/ 290545 w 522989"/>
              <a:gd name="connsiteY80" fmla="*/ 573749 h 577432"/>
              <a:gd name="connsiteX81" fmla="*/ 278556 w 522989"/>
              <a:gd name="connsiteY81" fmla="*/ 577432 h 577432"/>
              <a:gd name="connsiteX82" fmla="*/ 244434 w 522989"/>
              <a:gd name="connsiteY82" fmla="*/ 577432 h 577432"/>
              <a:gd name="connsiteX83" fmla="*/ 231522 w 522989"/>
              <a:gd name="connsiteY83" fmla="*/ 573749 h 577432"/>
              <a:gd name="connsiteX84" fmla="*/ 217689 w 522989"/>
              <a:gd name="connsiteY84" fmla="*/ 559016 h 577432"/>
              <a:gd name="connsiteX85" fmla="*/ 180799 w 522989"/>
              <a:gd name="connsiteY85" fmla="*/ 521262 h 577432"/>
              <a:gd name="connsiteX86" fmla="*/ 178955 w 522989"/>
              <a:gd name="connsiteY86" fmla="*/ 476141 h 577432"/>
              <a:gd name="connsiteX87" fmla="*/ 145754 w 522989"/>
              <a:gd name="connsiteY87" fmla="*/ 418129 h 577432"/>
              <a:gd name="connsiteX88" fmla="*/ 128232 w 522989"/>
              <a:gd name="connsiteY88" fmla="*/ 382217 h 577432"/>
              <a:gd name="connsiteX89" fmla="*/ 85809 w 522989"/>
              <a:gd name="connsiteY89" fmla="*/ 258825 h 577432"/>
              <a:gd name="connsiteX90" fmla="*/ 261034 w 522989"/>
              <a:gd name="connsiteY90" fmla="*/ 88472 h 577432"/>
              <a:gd name="connsiteX91" fmla="*/ 392070 w 522989"/>
              <a:gd name="connsiteY91" fmla="*/ 35016 h 577432"/>
              <a:gd name="connsiteX92" fmla="*/ 395762 w 522989"/>
              <a:gd name="connsiteY92" fmla="*/ 49759 h 577432"/>
              <a:gd name="connsiteX93" fmla="*/ 379147 w 522989"/>
              <a:gd name="connsiteY93" fmla="*/ 79244 h 577432"/>
              <a:gd name="connsiteX94" fmla="*/ 369917 w 522989"/>
              <a:gd name="connsiteY94" fmla="*/ 84773 h 577432"/>
              <a:gd name="connsiteX95" fmla="*/ 364378 w 522989"/>
              <a:gd name="connsiteY95" fmla="*/ 82930 h 577432"/>
              <a:gd name="connsiteX96" fmla="*/ 360686 w 522989"/>
              <a:gd name="connsiteY96" fmla="*/ 68187 h 577432"/>
              <a:gd name="connsiteX97" fmla="*/ 377301 w 522989"/>
              <a:gd name="connsiteY97" fmla="*/ 38702 h 577432"/>
              <a:gd name="connsiteX98" fmla="*/ 392070 w 522989"/>
              <a:gd name="connsiteY98" fmla="*/ 35016 h 577432"/>
              <a:gd name="connsiteX99" fmla="*/ 131042 w 522989"/>
              <a:gd name="connsiteY99" fmla="*/ 35016 h 577432"/>
              <a:gd name="connsiteX100" fmla="*/ 145759 w 522989"/>
              <a:gd name="connsiteY100" fmla="*/ 38702 h 577432"/>
              <a:gd name="connsiteX101" fmla="*/ 162317 w 522989"/>
              <a:gd name="connsiteY101" fmla="*/ 68187 h 577432"/>
              <a:gd name="connsiteX102" fmla="*/ 158637 w 522989"/>
              <a:gd name="connsiteY102" fmla="*/ 82930 h 577432"/>
              <a:gd name="connsiteX103" fmla="*/ 153118 w 522989"/>
              <a:gd name="connsiteY103" fmla="*/ 84773 h 577432"/>
              <a:gd name="connsiteX104" fmla="*/ 143000 w 522989"/>
              <a:gd name="connsiteY104" fmla="*/ 79244 h 577432"/>
              <a:gd name="connsiteX105" fmla="*/ 126443 w 522989"/>
              <a:gd name="connsiteY105" fmla="*/ 49759 h 577432"/>
              <a:gd name="connsiteX106" fmla="*/ 131042 w 522989"/>
              <a:gd name="connsiteY106" fmla="*/ 35016 h 577432"/>
              <a:gd name="connsiteX107" fmla="*/ 261051 w 522989"/>
              <a:gd name="connsiteY107" fmla="*/ 0 h 577432"/>
              <a:gd name="connsiteX108" fmla="*/ 272073 w 522989"/>
              <a:gd name="connsiteY108" fmla="*/ 11037 h 577432"/>
              <a:gd name="connsiteX109" fmla="*/ 272073 w 522989"/>
              <a:gd name="connsiteY109" fmla="*/ 44147 h 577432"/>
              <a:gd name="connsiteX110" fmla="*/ 261051 w 522989"/>
              <a:gd name="connsiteY110" fmla="*/ 55184 h 577432"/>
              <a:gd name="connsiteX111" fmla="*/ 250029 w 522989"/>
              <a:gd name="connsiteY111" fmla="*/ 44147 h 577432"/>
              <a:gd name="connsiteX112" fmla="*/ 250029 w 522989"/>
              <a:gd name="connsiteY112" fmla="*/ 11037 h 577432"/>
              <a:gd name="connsiteX113" fmla="*/ 261051 w 522989"/>
              <a:gd name="connsiteY113" fmla="*/ 0 h 57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522989" h="577432">
                <a:moveTo>
                  <a:pt x="261051" y="362763"/>
                </a:moveTo>
                <a:cubicBezTo>
                  <a:pt x="276371" y="362763"/>
                  <a:pt x="288791" y="375149"/>
                  <a:pt x="288791" y="390429"/>
                </a:cubicBezTo>
                <a:cubicBezTo>
                  <a:pt x="288791" y="405709"/>
                  <a:pt x="276371" y="418095"/>
                  <a:pt x="261051" y="418095"/>
                </a:cubicBezTo>
                <a:cubicBezTo>
                  <a:pt x="245731" y="418095"/>
                  <a:pt x="233311" y="405709"/>
                  <a:pt x="233311" y="390429"/>
                </a:cubicBezTo>
                <a:cubicBezTo>
                  <a:pt x="233311" y="375149"/>
                  <a:pt x="245731" y="362763"/>
                  <a:pt x="261051" y="362763"/>
                </a:cubicBezTo>
                <a:close/>
                <a:moveTo>
                  <a:pt x="446328" y="358474"/>
                </a:moveTo>
                <a:cubicBezTo>
                  <a:pt x="448981" y="357783"/>
                  <a:pt x="451980" y="358243"/>
                  <a:pt x="454749" y="360086"/>
                </a:cubicBezTo>
                <a:lnTo>
                  <a:pt x="483355" y="376670"/>
                </a:lnTo>
                <a:cubicBezTo>
                  <a:pt x="488891" y="379434"/>
                  <a:pt x="490737" y="385883"/>
                  <a:pt x="487969" y="391410"/>
                </a:cubicBezTo>
                <a:cubicBezTo>
                  <a:pt x="486123" y="395096"/>
                  <a:pt x="481509" y="396938"/>
                  <a:pt x="477818" y="396938"/>
                </a:cubicBezTo>
                <a:cubicBezTo>
                  <a:pt x="475973" y="396938"/>
                  <a:pt x="474127" y="396938"/>
                  <a:pt x="472281" y="395096"/>
                </a:cubicBezTo>
                <a:lnTo>
                  <a:pt x="443675" y="378512"/>
                </a:lnTo>
                <a:cubicBezTo>
                  <a:pt x="438139" y="375748"/>
                  <a:pt x="436293" y="369299"/>
                  <a:pt x="439984" y="363772"/>
                </a:cubicBezTo>
                <a:cubicBezTo>
                  <a:pt x="441368" y="361007"/>
                  <a:pt x="443675" y="359165"/>
                  <a:pt x="446328" y="358474"/>
                </a:cubicBezTo>
                <a:close/>
                <a:moveTo>
                  <a:pt x="76344" y="358474"/>
                </a:moveTo>
                <a:cubicBezTo>
                  <a:pt x="79114" y="359165"/>
                  <a:pt x="81653" y="361007"/>
                  <a:pt x="83038" y="363772"/>
                </a:cubicBezTo>
                <a:cubicBezTo>
                  <a:pt x="85808" y="369299"/>
                  <a:pt x="83961" y="375748"/>
                  <a:pt x="79344" y="378512"/>
                </a:cubicBezTo>
                <a:lnTo>
                  <a:pt x="49796" y="395096"/>
                </a:lnTo>
                <a:cubicBezTo>
                  <a:pt x="47949" y="396938"/>
                  <a:pt x="46103" y="396938"/>
                  <a:pt x="44256" y="396938"/>
                </a:cubicBezTo>
                <a:cubicBezTo>
                  <a:pt x="40562" y="396938"/>
                  <a:pt x="36869" y="395096"/>
                  <a:pt x="35022" y="391410"/>
                </a:cubicBezTo>
                <a:cubicBezTo>
                  <a:pt x="32252" y="385883"/>
                  <a:pt x="34099" y="379434"/>
                  <a:pt x="38716" y="376670"/>
                </a:cubicBezTo>
                <a:lnTo>
                  <a:pt x="68264" y="360086"/>
                </a:lnTo>
                <a:cubicBezTo>
                  <a:pt x="70573" y="358243"/>
                  <a:pt x="73574" y="357783"/>
                  <a:pt x="76344" y="358474"/>
                </a:cubicBezTo>
                <a:close/>
                <a:moveTo>
                  <a:pt x="478723" y="249584"/>
                </a:moveTo>
                <a:lnTo>
                  <a:pt x="511923" y="249584"/>
                </a:lnTo>
                <a:cubicBezTo>
                  <a:pt x="517456" y="249584"/>
                  <a:pt x="522989" y="255095"/>
                  <a:pt x="522989" y="260606"/>
                </a:cubicBezTo>
                <a:cubicBezTo>
                  <a:pt x="522989" y="267035"/>
                  <a:pt x="517456" y="271628"/>
                  <a:pt x="511923" y="271628"/>
                </a:cubicBezTo>
                <a:lnTo>
                  <a:pt x="478723" y="271628"/>
                </a:lnTo>
                <a:cubicBezTo>
                  <a:pt x="472268" y="271628"/>
                  <a:pt x="467657" y="267035"/>
                  <a:pt x="467657" y="260606"/>
                </a:cubicBezTo>
                <a:cubicBezTo>
                  <a:pt x="467657" y="255095"/>
                  <a:pt x="472268" y="249584"/>
                  <a:pt x="478723" y="249584"/>
                </a:cubicBezTo>
                <a:close/>
                <a:moveTo>
                  <a:pt x="11066" y="249584"/>
                </a:moveTo>
                <a:lnTo>
                  <a:pt x="44266" y="249584"/>
                </a:lnTo>
                <a:cubicBezTo>
                  <a:pt x="50721" y="249584"/>
                  <a:pt x="55332" y="255095"/>
                  <a:pt x="55332" y="260606"/>
                </a:cubicBezTo>
                <a:cubicBezTo>
                  <a:pt x="55332" y="267035"/>
                  <a:pt x="50721" y="271628"/>
                  <a:pt x="44266" y="271628"/>
                </a:cubicBezTo>
                <a:lnTo>
                  <a:pt x="11066" y="271628"/>
                </a:lnTo>
                <a:cubicBezTo>
                  <a:pt x="4611" y="271628"/>
                  <a:pt x="0" y="267035"/>
                  <a:pt x="0" y="260606"/>
                </a:cubicBezTo>
                <a:cubicBezTo>
                  <a:pt x="0" y="255095"/>
                  <a:pt x="4611" y="249584"/>
                  <a:pt x="11066" y="249584"/>
                </a:cubicBezTo>
                <a:close/>
                <a:moveTo>
                  <a:pt x="261050" y="167622"/>
                </a:moveTo>
                <a:cubicBezTo>
                  <a:pt x="278546" y="167622"/>
                  <a:pt x="287754" y="176829"/>
                  <a:pt x="287754" y="193402"/>
                </a:cubicBezTo>
                <a:lnTo>
                  <a:pt x="287754" y="232993"/>
                </a:lnTo>
                <a:cubicBezTo>
                  <a:pt x="287754" y="237597"/>
                  <a:pt x="287754" y="243121"/>
                  <a:pt x="286833" y="248645"/>
                </a:cubicBezTo>
                <a:lnTo>
                  <a:pt x="276704" y="327828"/>
                </a:lnTo>
                <a:cubicBezTo>
                  <a:pt x="274862" y="337956"/>
                  <a:pt x="270258" y="340718"/>
                  <a:pt x="261050" y="340718"/>
                </a:cubicBezTo>
                <a:cubicBezTo>
                  <a:pt x="252763" y="340718"/>
                  <a:pt x="248158" y="337956"/>
                  <a:pt x="246317" y="327828"/>
                </a:cubicBezTo>
                <a:lnTo>
                  <a:pt x="236188" y="248645"/>
                </a:lnTo>
                <a:cubicBezTo>
                  <a:pt x="235267" y="243121"/>
                  <a:pt x="234346" y="237597"/>
                  <a:pt x="234346" y="232993"/>
                </a:cubicBezTo>
                <a:lnTo>
                  <a:pt x="234346" y="193402"/>
                </a:lnTo>
                <a:cubicBezTo>
                  <a:pt x="234346" y="176829"/>
                  <a:pt x="244475" y="167622"/>
                  <a:pt x="261050" y="167622"/>
                </a:cubicBezTo>
                <a:close/>
                <a:moveTo>
                  <a:pt x="261034" y="133592"/>
                </a:moveTo>
                <a:cubicBezTo>
                  <a:pt x="189099" y="133592"/>
                  <a:pt x="130076" y="189763"/>
                  <a:pt x="130076" y="258825"/>
                </a:cubicBezTo>
                <a:cubicBezTo>
                  <a:pt x="130076" y="305787"/>
                  <a:pt x="148521" y="332491"/>
                  <a:pt x="165121" y="356433"/>
                </a:cubicBezTo>
                <a:cubicBezTo>
                  <a:pt x="178033" y="375771"/>
                  <a:pt x="190022" y="394187"/>
                  <a:pt x="190022" y="418129"/>
                </a:cubicBezTo>
                <a:cubicBezTo>
                  <a:pt x="190022" y="428258"/>
                  <a:pt x="200166" y="437466"/>
                  <a:pt x="206622" y="442070"/>
                </a:cubicBezTo>
                <a:lnTo>
                  <a:pt x="315446" y="442070"/>
                </a:lnTo>
                <a:cubicBezTo>
                  <a:pt x="322824" y="436545"/>
                  <a:pt x="332046" y="428258"/>
                  <a:pt x="332046" y="418129"/>
                </a:cubicBezTo>
                <a:cubicBezTo>
                  <a:pt x="332046" y="394187"/>
                  <a:pt x="344957" y="375771"/>
                  <a:pt x="357869" y="357354"/>
                </a:cubicBezTo>
                <a:cubicBezTo>
                  <a:pt x="374469" y="332491"/>
                  <a:pt x="392914" y="305787"/>
                  <a:pt x="392914" y="258825"/>
                </a:cubicBezTo>
                <a:cubicBezTo>
                  <a:pt x="392914" y="189763"/>
                  <a:pt x="333891" y="133592"/>
                  <a:pt x="261034" y="133592"/>
                </a:cubicBezTo>
                <a:close/>
                <a:moveTo>
                  <a:pt x="472281" y="126151"/>
                </a:moveTo>
                <a:cubicBezTo>
                  <a:pt x="477818" y="123387"/>
                  <a:pt x="484278" y="125229"/>
                  <a:pt x="487969" y="130757"/>
                </a:cubicBezTo>
                <a:cubicBezTo>
                  <a:pt x="490737" y="135364"/>
                  <a:pt x="488891" y="142734"/>
                  <a:pt x="483355" y="145498"/>
                </a:cubicBezTo>
                <a:lnTo>
                  <a:pt x="454749" y="162081"/>
                </a:lnTo>
                <a:cubicBezTo>
                  <a:pt x="452903" y="163002"/>
                  <a:pt x="451057" y="163924"/>
                  <a:pt x="449212" y="163924"/>
                </a:cubicBezTo>
                <a:cubicBezTo>
                  <a:pt x="445521" y="163924"/>
                  <a:pt x="441830" y="162081"/>
                  <a:pt x="439984" y="158396"/>
                </a:cubicBezTo>
                <a:cubicBezTo>
                  <a:pt x="436293" y="152868"/>
                  <a:pt x="438139" y="146419"/>
                  <a:pt x="443675" y="142734"/>
                </a:cubicBezTo>
                <a:close/>
                <a:moveTo>
                  <a:pt x="49796" y="126151"/>
                </a:moveTo>
                <a:lnTo>
                  <a:pt x="79344" y="142734"/>
                </a:lnTo>
                <a:cubicBezTo>
                  <a:pt x="83961" y="146419"/>
                  <a:pt x="85808" y="152868"/>
                  <a:pt x="83038" y="158396"/>
                </a:cubicBezTo>
                <a:cubicBezTo>
                  <a:pt x="81191" y="162081"/>
                  <a:pt x="77498" y="163924"/>
                  <a:pt x="73804" y="163924"/>
                </a:cubicBezTo>
                <a:cubicBezTo>
                  <a:pt x="71957" y="163924"/>
                  <a:pt x="70111" y="163002"/>
                  <a:pt x="68264" y="162081"/>
                </a:cubicBezTo>
                <a:lnTo>
                  <a:pt x="38716" y="145498"/>
                </a:lnTo>
                <a:cubicBezTo>
                  <a:pt x="34099" y="142734"/>
                  <a:pt x="32252" y="135364"/>
                  <a:pt x="35022" y="130757"/>
                </a:cubicBezTo>
                <a:cubicBezTo>
                  <a:pt x="37792" y="125229"/>
                  <a:pt x="45179" y="123387"/>
                  <a:pt x="49796" y="126151"/>
                </a:cubicBezTo>
                <a:close/>
                <a:moveTo>
                  <a:pt x="261034" y="88472"/>
                </a:moveTo>
                <a:cubicBezTo>
                  <a:pt x="357869" y="88472"/>
                  <a:pt x="437181" y="164901"/>
                  <a:pt x="437181" y="258825"/>
                </a:cubicBezTo>
                <a:cubicBezTo>
                  <a:pt x="437181" y="319600"/>
                  <a:pt x="412281" y="355512"/>
                  <a:pt x="394758" y="382217"/>
                </a:cubicBezTo>
                <a:cubicBezTo>
                  <a:pt x="382769" y="398791"/>
                  <a:pt x="377236" y="408000"/>
                  <a:pt x="377236" y="418129"/>
                </a:cubicBezTo>
                <a:cubicBezTo>
                  <a:pt x="377236" y="440229"/>
                  <a:pt x="365247" y="460487"/>
                  <a:pt x="344035" y="476141"/>
                </a:cubicBezTo>
                <a:cubicBezTo>
                  <a:pt x="343113" y="489033"/>
                  <a:pt x="341268" y="521262"/>
                  <a:pt x="341268" y="521262"/>
                </a:cubicBezTo>
                <a:cubicBezTo>
                  <a:pt x="341268" y="529549"/>
                  <a:pt x="336657" y="548887"/>
                  <a:pt x="305301" y="559016"/>
                </a:cubicBezTo>
                <a:cubicBezTo>
                  <a:pt x="301612" y="564541"/>
                  <a:pt x="297001" y="569145"/>
                  <a:pt x="290545" y="573749"/>
                </a:cubicBezTo>
                <a:cubicBezTo>
                  <a:pt x="286856" y="575591"/>
                  <a:pt x="283168" y="577432"/>
                  <a:pt x="278556" y="577432"/>
                </a:cubicBezTo>
                <a:lnTo>
                  <a:pt x="244434" y="577432"/>
                </a:lnTo>
                <a:cubicBezTo>
                  <a:pt x="239822" y="577432"/>
                  <a:pt x="235211" y="575591"/>
                  <a:pt x="231522" y="573749"/>
                </a:cubicBezTo>
                <a:cubicBezTo>
                  <a:pt x="225989" y="569145"/>
                  <a:pt x="221378" y="564541"/>
                  <a:pt x="217689" y="559016"/>
                </a:cubicBezTo>
                <a:cubicBezTo>
                  <a:pt x="186333" y="548887"/>
                  <a:pt x="181722" y="530470"/>
                  <a:pt x="180799" y="521262"/>
                </a:cubicBezTo>
                <a:cubicBezTo>
                  <a:pt x="180799" y="521262"/>
                  <a:pt x="178955" y="489033"/>
                  <a:pt x="178955" y="476141"/>
                </a:cubicBezTo>
                <a:cubicBezTo>
                  <a:pt x="157743" y="460487"/>
                  <a:pt x="145754" y="440229"/>
                  <a:pt x="145754" y="418129"/>
                </a:cubicBezTo>
                <a:cubicBezTo>
                  <a:pt x="145754" y="408000"/>
                  <a:pt x="139299" y="398791"/>
                  <a:pt x="128232" y="382217"/>
                </a:cubicBezTo>
                <a:cubicBezTo>
                  <a:pt x="109787" y="355512"/>
                  <a:pt x="85809" y="319600"/>
                  <a:pt x="85809" y="258825"/>
                </a:cubicBezTo>
                <a:cubicBezTo>
                  <a:pt x="85809" y="164901"/>
                  <a:pt x="164199" y="88472"/>
                  <a:pt x="261034" y="88472"/>
                </a:cubicBezTo>
                <a:close/>
                <a:moveTo>
                  <a:pt x="392070" y="35016"/>
                </a:moveTo>
                <a:cubicBezTo>
                  <a:pt x="397608" y="37780"/>
                  <a:pt x="399454" y="45152"/>
                  <a:pt x="395762" y="49759"/>
                </a:cubicBezTo>
                <a:lnTo>
                  <a:pt x="379147" y="79244"/>
                </a:lnTo>
                <a:cubicBezTo>
                  <a:pt x="377301" y="82930"/>
                  <a:pt x="373609" y="84773"/>
                  <a:pt x="369917" y="84773"/>
                </a:cubicBezTo>
                <a:cubicBezTo>
                  <a:pt x="368071" y="84773"/>
                  <a:pt x="366224" y="83851"/>
                  <a:pt x="364378" y="82930"/>
                </a:cubicBezTo>
                <a:cubicBezTo>
                  <a:pt x="358840" y="80166"/>
                  <a:pt x="356994" y="72794"/>
                  <a:pt x="360686" y="68187"/>
                </a:cubicBezTo>
                <a:lnTo>
                  <a:pt x="377301" y="38702"/>
                </a:lnTo>
                <a:cubicBezTo>
                  <a:pt x="380070" y="34095"/>
                  <a:pt x="386531" y="32252"/>
                  <a:pt x="392070" y="35016"/>
                </a:cubicBezTo>
                <a:close/>
                <a:moveTo>
                  <a:pt x="131042" y="35016"/>
                </a:moveTo>
                <a:cubicBezTo>
                  <a:pt x="135641" y="32252"/>
                  <a:pt x="143000" y="34095"/>
                  <a:pt x="145759" y="38702"/>
                </a:cubicBezTo>
                <a:lnTo>
                  <a:pt x="162317" y="68187"/>
                </a:lnTo>
                <a:cubicBezTo>
                  <a:pt x="165996" y="72794"/>
                  <a:pt x="164156" y="80166"/>
                  <a:pt x="158637" y="82930"/>
                </a:cubicBezTo>
                <a:cubicBezTo>
                  <a:pt x="156798" y="83851"/>
                  <a:pt x="154958" y="84773"/>
                  <a:pt x="153118" y="84773"/>
                </a:cubicBezTo>
                <a:cubicBezTo>
                  <a:pt x="149439" y="84773"/>
                  <a:pt x="145759" y="82930"/>
                  <a:pt x="143000" y="79244"/>
                </a:cubicBezTo>
                <a:lnTo>
                  <a:pt x="126443" y="49759"/>
                </a:lnTo>
                <a:cubicBezTo>
                  <a:pt x="123683" y="45152"/>
                  <a:pt x="125523" y="37780"/>
                  <a:pt x="131042" y="35016"/>
                </a:cubicBezTo>
                <a:close/>
                <a:moveTo>
                  <a:pt x="261051" y="0"/>
                </a:moveTo>
                <a:cubicBezTo>
                  <a:pt x="267480" y="0"/>
                  <a:pt x="272073" y="4598"/>
                  <a:pt x="272073" y="11037"/>
                </a:cubicBezTo>
                <a:lnTo>
                  <a:pt x="272073" y="44147"/>
                </a:lnTo>
                <a:cubicBezTo>
                  <a:pt x="272073" y="50585"/>
                  <a:pt x="267480" y="55184"/>
                  <a:pt x="261051" y="55184"/>
                </a:cubicBezTo>
                <a:cubicBezTo>
                  <a:pt x="255540" y="55184"/>
                  <a:pt x="250029" y="50585"/>
                  <a:pt x="250029" y="44147"/>
                </a:cubicBezTo>
                <a:lnTo>
                  <a:pt x="250029" y="11037"/>
                </a:lnTo>
                <a:cubicBezTo>
                  <a:pt x="250029" y="4598"/>
                  <a:pt x="255540" y="0"/>
                  <a:pt x="2610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" name="tick-sign_74414"/>
          <p:cNvSpPr>
            <a:spLocks noChangeAspect="1"/>
          </p:cNvSpPr>
          <p:nvPr/>
        </p:nvSpPr>
        <p:spPr bwMode="auto">
          <a:xfrm>
            <a:off x="7608994" y="1863219"/>
            <a:ext cx="609684" cy="490398"/>
          </a:xfrm>
          <a:custGeom>
            <a:avLst/>
            <a:gdLst>
              <a:gd name="T0" fmla="*/ 3867 w 4565"/>
              <a:gd name="T1" fmla="*/ 0 h 3677"/>
              <a:gd name="T2" fmla="*/ 1585 w 4565"/>
              <a:gd name="T3" fmla="*/ 2282 h 3677"/>
              <a:gd name="T4" fmla="*/ 698 w 4565"/>
              <a:gd name="T5" fmla="*/ 1395 h 3677"/>
              <a:gd name="T6" fmla="*/ 0 w 4565"/>
              <a:gd name="T7" fmla="*/ 2092 h 3677"/>
              <a:gd name="T8" fmla="*/ 1585 w 4565"/>
              <a:gd name="T9" fmla="*/ 3677 h 3677"/>
              <a:gd name="T10" fmla="*/ 4565 w 4565"/>
              <a:gd name="T11" fmla="*/ 697 h 3677"/>
              <a:gd name="T12" fmla="*/ 3867 w 4565"/>
              <a:gd name="T13" fmla="*/ 0 h 3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65" h="3677">
                <a:moveTo>
                  <a:pt x="3867" y="0"/>
                </a:moveTo>
                <a:lnTo>
                  <a:pt x="1585" y="2282"/>
                </a:lnTo>
                <a:lnTo>
                  <a:pt x="698" y="1395"/>
                </a:lnTo>
                <a:lnTo>
                  <a:pt x="0" y="2092"/>
                </a:lnTo>
                <a:lnTo>
                  <a:pt x="1585" y="3677"/>
                </a:lnTo>
                <a:lnTo>
                  <a:pt x="4565" y="697"/>
                </a:lnTo>
                <a:lnTo>
                  <a:pt x="38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checklist-checked-box_46715"/>
          <p:cNvSpPr>
            <a:spLocks noChangeAspect="1"/>
          </p:cNvSpPr>
          <p:nvPr/>
        </p:nvSpPr>
        <p:spPr bwMode="auto">
          <a:xfrm>
            <a:off x="8585698" y="1863219"/>
            <a:ext cx="609685" cy="506701"/>
          </a:xfrm>
          <a:custGeom>
            <a:avLst/>
            <a:gdLst>
              <a:gd name="connsiteX0" fmla="*/ 0 w 574179"/>
              <a:gd name="connsiteY0" fmla="*/ 15612 h 477193"/>
              <a:gd name="connsiteX1" fmla="*/ 463101 w 574179"/>
              <a:gd name="connsiteY1" fmla="*/ 15612 h 477193"/>
              <a:gd name="connsiteX2" fmla="*/ 463101 w 574179"/>
              <a:gd name="connsiteY2" fmla="*/ 43978 h 477193"/>
              <a:gd name="connsiteX3" fmla="*/ 396821 w 574179"/>
              <a:gd name="connsiteY3" fmla="*/ 98989 h 477193"/>
              <a:gd name="connsiteX4" fmla="*/ 396821 w 574179"/>
              <a:gd name="connsiteY4" fmla="*/ 80938 h 477193"/>
              <a:gd name="connsiteX5" fmla="*/ 66280 w 574179"/>
              <a:gd name="connsiteY5" fmla="*/ 80938 h 477193"/>
              <a:gd name="connsiteX6" fmla="*/ 66280 w 574179"/>
              <a:gd name="connsiteY6" fmla="*/ 411008 h 477193"/>
              <a:gd name="connsiteX7" fmla="*/ 396821 w 574179"/>
              <a:gd name="connsiteY7" fmla="*/ 411008 h 477193"/>
              <a:gd name="connsiteX8" fmla="*/ 396821 w 574179"/>
              <a:gd name="connsiteY8" fmla="*/ 270041 h 477193"/>
              <a:gd name="connsiteX9" fmla="*/ 463101 w 574179"/>
              <a:gd name="connsiteY9" fmla="*/ 190961 h 477193"/>
              <a:gd name="connsiteX10" fmla="*/ 463101 w 574179"/>
              <a:gd name="connsiteY10" fmla="*/ 477193 h 477193"/>
              <a:gd name="connsiteX11" fmla="*/ 0 w 574179"/>
              <a:gd name="connsiteY11" fmla="*/ 477193 h 477193"/>
              <a:gd name="connsiteX12" fmla="*/ 551798 w 574179"/>
              <a:gd name="connsiteY12" fmla="*/ 0 h 477193"/>
              <a:gd name="connsiteX13" fmla="*/ 574179 w 574179"/>
              <a:gd name="connsiteY13" fmla="*/ 23219 h 477193"/>
              <a:gd name="connsiteX14" fmla="*/ 290108 w 574179"/>
              <a:gd name="connsiteY14" fmla="*/ 363766 h 477193"/>
              <a:gd name="connsiteX15" fmla="*/ 126551 w 574179"/>
              <a:gd name="connsiteY15" fmla="*/ 176293 h 477193"/>
              <a:gd name="connsiteX16" fmla="*/ 152376 w 574179"/>
              <a:gd name="connsiteY16" fmla="*/ 147915 h 477193"/>
              <a:gd name="connsiteX17" fmla="*/ 290108 w 574179"/>
              <a:gd name="connsiteY17" fmla="*/ 214992 h 477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4179" h="477193">
                <a:moveTo>
                  <a:pt x="0" y="15612"/>
                </a:moveTo>
                <a:lnTo>
                  <a:pt x="463101" y="15612"/>
                </a:lnTo>
                <a:lnTo>
                  <a:pt x="463101" y="43978"/>
                </a:lnTo>
                <a:lnTo>
                  <a:pt x="396821" y="98989"/>
                </a:lnTo>
                <a:lnTo>
                  <a:pt x="396821" y="80938"/>
                </a:lnTo>
                <a:lnTo>
                  <a:pt x="66280" y="80938"/>
                </a:lnTo>
                <a:lnTo>
                  <a:pt x="66280" y="411008"/>
                </a:lnTo>
                <a:lnTo>
                  <a:pt x="396821" y="411008"/>
                </a:lnTo>
                <a:lnTo>
                  <a:pt x="396821" y="270041"/>
                </a:lnTo>
                <a:lnTo>
                  <a:pt x="463101" y="190961"/>
                </a:lnTo>
                <a:lnTo>
                  <a:pt x="463101" y="477193"/>
                </a:lnTo>
                <a:lnTo>
                  <a:pt x="0" y="477193"/>
                </a:lnTo>
                <a:close/>
                <a:moveTo>
                  <a:pt x="551798" y="0"/>
                </a:moveTo>
                <a:lnTo>
                  <a:pt x="574179" y="23219"/>
                </a:lnTo>
                <a:lnTo>
                  <a:pt x="290108" y="363766"/>
                </a:lnTo>
                <a:lnTo>
                  <a:pt x="126551" y="176293"/>
                </a:lnTo>
                <a:lnTo>
                  <a:pt x="152376" y="147915"/>
                </a:lnTo>
                <a:lnTo>
                  <a:pt x="290108" y="21499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4" name="wedding-planning_84466"/>
          <p:cNvSpPr>
            <a:spLocks noChangeAspect="1"/>
          </p:cNvSpPr>
          <p:nvPr/>
        </p:nvSpPr>
        <p:spPr bwMode="auto">
          <a:xfrm>
            <a:off x="9562402" y="1863219"/>
            <a:ext cx="609685" cy="587070"/>
          </a:xfrm>
          <a:custGeom>
            <a:avLst/>
            <a:gdLst>
              <a:gd name="connsiteX0" fmla="*/ 351185 w 606862"/>
              <a:gd name="connsiteY0" fmla="*/ 410338 h 584352"/>
              <a:gd name="connsiteX1" fmla="*/ 518180 w 606862"/>
              <a:gd name="connsiteY1" fmla="*/ 410338 h 584352"/>
              <a:gd name="connsiteX2" fmla="*/ 531216 w 606862"/>
              <a:gd name="connsiteY2" fmla="*/ 423358 h 584352"/>
              <a:gd name="connsiteX3" fmla="*/ 518180 w 606862"/>
              <a:gd name="connsiteY3" fmla="*/ 436377 h 584352"/>
              <a:gd name="connsiteX4" fmla="*/ 351185 w 606862"/>
              <a:gd name="connsiteY4" fmla="*/ 436377 h 584352"/>
              <a:gd name="connsiteX5" fmla="*/ 338149 w 606862"/>
              <a:gd name="connsiteY5" fmla="*/ 423358 h 584352"/>
              <a:gd name="connsiteX6" fmla="*/ 351185 w 606862"/>
              <a:gd name="connsiteY6" fmla="*/ 410338 h 584352"/>
              <a:gd name="connsiteX7" fmla="*/ 311358 w 606862"/>
              <a:gd name="connsiteY7" fmla="*/ 363253 h 584352"/>
              <a:gd name="connsiteX8" fmla="*/ 320698 w 606862"/>
              <a:gd name="connsiteY8" fmla="*/ 366603 h 584352"/>
              <a:gd name="connsiteX9" fmla="*/ 321610 w 606862"/>
              <a:gd name="connsiteY9" fmla="*/ 384948 h 584352"/>
              <a:gd name="connsiteX10" fmla="*/ 249890 w 606862"/>
              <a:gd name="connsiteY10" fmla="*/ 463273 h 584352"/>
              <a:gd name="connsiteX11" fmla="*/ 240371 w 606862"/>
              <a:gd name="connsiteY11" fmla="*/ 467567 h 584352"/>
              <a:gd name="connsiteX12" fmla="*/ 230852 w 606862"/>
              <a:gd name="connsiteY12" fmla="*/ 463404 h 584352"/>
              <a:gd name="connsiteX13" fmla="*/ 201903 w 606862"/>
              <a:gd name="connsiteY13" fmla="*/ 432828 h 584352"/>
              <a:gd name="connsiteX14" fmla="*/ 202425 w 606862"/>
              <a:gd name="connsiteY14" fmla="*/ 414353 h 584352"/>
              <a:gd name="connsiteX15" fmla="*/ 220811 w 606862"/>
              <a:gd name="connsiteY15" fmla="*/ 414873 h 584352"/>
              <a:gd name="connsiteX16" fmla="*/ 240110 w 606862"/>
              <a:gd name="connsiteY16" fmla="*/ 435430 h 584352"/>
              <a:gd name="connsiteX17" fmla="*/ 302311 w 606862"/>
              <a:gd name="connsiteY17" fmla="*/ 367514 h 584352"/>
              <a:gd name="connsiteX18" fmla="*/ 311358 w 606862"/>
              <a:gd name="connsiteY18" fmla="*/ 363253 h 584352"/>
              <a:gd name="connsiteX19" fmla="*/ 26073 w 606862"/>
              <a:gd name="connsiteY19" fmla="*/ 297839 h 584352"/>
              <a:gd name="connsiteX20" fmla="*/ 26073 w 606862"/>
              <a:gd name="connsiteY20" fmla="*/ 505466 h 584352"/>
              <a:gd name="connsiteX21" fmla="*/ 79003 w 606862"/>
              <a:gd name="connsiteY21" fmla="*/ 558317 h 584352"/>
              <a:gd name="connsiteX22" fmla="*/ 132062 w 606862"/>
              <a:gd name="connsiteY22" fmla="*/ 505466 h 584352"/>
              <a:gd name="connsiteX23" fmla="*/ 132062 w 606862"/>
              <a:gd name="connsiteY23" fmla="*/ 297839 h 584352"/>
              <a:gd name="connsiteX24" fmla="*/ 351185 w 606862"/>
              <a:gd name="connsiteY24" fmla="*/ 267372 h 584352"/>
              <a:gd name="connsiteX25" fmla="*/ 518180 w 606862"/>
              <a:gd name="connsiteY25" fmla="*/ 267372 h 584352"/>
              <a:gd name="connsiteX26" fmla="*/ 531216 w 606862"/>
              <a:gd name="connsiteY26" fmla="*/ 280391 h 584352"/>
              <a:gd name="connsiteX27" fmla="*/ 518180 w 606862"/>
              <a:gd name="connsiteY27" fmla="*/ 293411 h 584352"/>
              <a:gd name="connsiteX28" fmla="*/ 351185 w 606862"/>
              <a:gd name="connsiteY28" fmla="*/ 293411 h 584352"/>
              <a:gd name="connsiteX29" fmla="*/ 338149 w 606862"/>
              <a:gd name="connsiteY29" fmla="*/ 280391 h 584352"/>
              <a:gd name="connsiteX30" fmla="*/ 351185 w 606862"/>
              <a:gd name="connsiteY30" fmla="*/ 267372 h 584352"/>
              <a:gd name="connsiteX31" fmla="*/ 311358 w 606862"/>
              <a:gd name="connsiteY31" fmla="*/ 213942 h 584352"/>
              <a:gd name="connsiteX32" fmla="*/ 320698 w 606862"/>
              <a:gd name="connsiteY32" fmla="*/ 217360 h 584352"/>
              <a:gd name="connsiteX33" fmla="*/ 321610 w 606862"/>
              <a:gd name="connsiteY33" fmla="*/ 235715 h 584352"/>
              <a:gd name="connsiteX34" fmla="*/ 249890 w 606862"/>
              <a:gd name="connsiteY34" fmla="*/ 314084 h 584352"/>
              <a:gd name="connsiteX35" fmla="*/ 240371 w 606862"/>
              <a:gd name="connsiteY35" fmla="*/ 318250 h 584352"/>
              <a:gd name="connsiteX36" fmla="*/ 230852 w 606862"/>
              <a:gd name="connsiteY36" fmla="*/ 314214 h 584352"/>
              <a:gd name="connsiteX37" fmla="*/ 201903 w 606862"/>
              <a:gd name="connsiteY37" fmla="*/ 283492 h 584352"/>
              <a:gd name="connsiteX38" fmla="*/ 202425 w 606862"/>
              <a:gd name="connsiteY38" fmla="*/ 265136 h 584352"/>
              <a:gd name="connsiteX39" fmla="*/ 220811 w 606862"/>
              <a:gd name="connsiteY39" fmla="*/ 265657 h 584352"/>
              <a:gd name="connsiteX40" fmla="*/ 240110 w 606862"/>
              <a:gd name="connsiteY40" fmla="*/ 286095 h 584352"/>
              <a:gd name="connsiteX41" fmla="*/ 302311 w 606862"/>
              <a:gd name="connsiteY41" fmla="*/ 218141 h 584352"/>
              <a:gd name="connsiteX42" fmla="*/ 311358 w 606862"/>
              <a:gd name="connsiteY42" fmla="*/ 213942 h 584352"/>
              <a:gd name="connsiteX43" fmla="*/ 351185 w 606862"/>
              <a:gd name="connsiteY43" fmla="*/ 124336 h 584352"/>
              <a:gd name="connsiteX44" fmla="*/ 518180 w 606862"/>
              <a:gd name="connsiteY44" fmla="*/ 124336 h 584352"/>
              <a:gd name="connsiteX45" fmla="*/ 531216 w 606862"/>
              <a:gd name="connsiteY45" fmla="*/ 137356 h 584352"/>
              <a:gd name="connsiteX46" fmla="*/ 518180 w 606862"/>
              <a:gd name="connsiteY46" fmla="*/ 150375 h 584352"/>
              <a:gd name="connsiteX47" fmla="*/ 351185 w 606862"/>
              <a:gd name="connsiteY47" fmla="*/ 150375 h 584352"/>
              <a:gd name="connsiteX48" fmla="*/ 338149 w 606862"/>
              <a:gd name="connsiteY48" fmla="*/ 137356 h 584352"/>
              <a:gd name="connsiteX49" fmla="*/ 351185 w 606862"/>
              <a:gd name="connsiteY49" fmla="*/ 124336 h 584352"/>
              <a:gd name="connsiteX50" fmla="*/ 311358 w 606862"/>
              <a:gd name="connsiteY50" fmla="*/ 64761 h 584352"/>
              <a:gd name="connsiteX51" fmla="*/ 320698 w 606862"/>
              <a:gd name="connsiteY51" fmla="*/ 68111 h 584352"/>
              <a:gd name="connsiteX52" fmla="*/ 321610 w 606862"/>
              <a:gd name="connsiteY52" fmla="*/ 86586 h 584352"/>
              <a:gd name="connsiteX53" fmla="*/ 249890 w 606862"/>
              <a:gd name="connsiteY53" fmla="*/ 164781 h 584352"/>
              <a:gd name="connsiteX54" fmla="*/ 240371 w 606862"/>
              <a:gd name="connsiteY54" fmla="*/ 169075 h 584352"/>
              <a:gd name="connsiteX55" fmla="*/ 230852 w 606862"/>
              <a:gd name="connsiteY55" fmla="*/ 165042 h 584352"/>
              <a:gd name="connsiteX56" fmla="*/ 201903 w 606862"/>
              <a:gd name="connsiteY56" fmla="*/ 134336 h 584352"/>
              <a:gd name="connsiteX57" fmla="*/ 202425 w 606862"/>
              <a:gd name="connsiteY57" fmla="*/ 115991 h 584352"/>
              <a:gd name="connsiteX58" fmla="*/ 220811 w 606862"/>
              <a:gd name="connsiteY58" fmla="*/ 116511 h 584352"/>
              <a:gd name="connsiteX59" fmla="*/ 240110 w 606862"/>
              <a:gd name="connsiteY59" fmla="*/ 136938 h 584352"/>
              <a:gd name="connsiteX60" fmla="*/ 302311 w 606862"/>
              <a:gd name="connsiteY60" fmla="*/ 69022 h 584352"/>
              <a:gd name="connsiteX61" fmla="*/ 311358 w 606862"/>
              <a:gd name="connsiteY61" fmla="*/ 64761 h 584352"/>
              <a:gd name="connsiteX62" fmla="*/ 158136 w 606862"/>
              <a:gd name="connsiteY62" fmla="*/ 26035 h 584352"/>
              <a:gd name="connsiteX63" fmla="*/ 158136 w 606862"/>
              <a:gd name="connsiteY63" fmla="*/ 505466 h 584352"/>
              <a:gd name="connsiteX64" fmla="*/ 137668 w 606862"/>
              <a:gd name="connsiteY64" fmla="*/ 558317 h 584352"/>
              <a:gd name="connsiteX65" fmla="*/ 527859 w 606862"/>
              <a:gd name="connsiteY65" fmla="*/ 558317 h 584352"/>
              <a:gd name="connsiteX66" fmla="*/ 580789 w 606862"/>
              <a:gd name="connsiteY66" fmla="*/ 505466 h 584352"/>
              <a:gd name="connsiteX67" fmla="*/ 580789 w 606862"/>
              <a:gd name="connsiteY67" fmla="*/ 26035 h 584352"/>
              <a:gd name="connsiteX68" fmla="*/ 145099 w 606862"/>
              <a:gd name="connsiteY68" fmla="*/ 0 h 584352"/>
              <a:gd name="connsiteX69" fmla="*/ 593825 w 606862"/>
              <a:gd name="connsiteY69" fmla="*/ 0 h 584352"/>
              <a:gd name="connsiteX70" fmla="*/ 606862 w 606862"/>
              <a:gd name="connsiteY70" fmla="*/ 13017 h 584352"/>
              <a:gd name="connsiteX71" fmla="*/ 606862 w 606862"/>
              <a:gd name="connsiteY71" fmla="*/ 505466 h 584352"/>
              <a:gd name="connsiteX72" fmla="*/ 527859 w 606862"/>
              <a:gd name="connsiteY72" fmla="*/ 584352 h 584352"/>
              <a:gd name="connsiteX73" fmla="*/ 79003 w 606862"/>
              <a:gd name="connsiteY73" fmla="*/ 584352 h 584352"/>
              <a:gd name="connsiteX74" fmla="*/ 0 w 606862"/>
              <a:gd name="connsiteY74" fmla="*/ 505466 h 584352"/>
              <a:gd name="connsiteX75" fmla="*/ 0 w 606862"/>
              <a:gd name="connsiteY75" fmla="*/ 284821 h 584352"/>
              <a:gd name="connsiteX76" fmla="*/ 13037 w 606862"/>
              <a:gd name="connsiteY76" fmla="*/ 271804 h 584352"/>
              <a:gd name="connsiteX77" fmla="*/ 132062 w 606862"/>
              <a:gd name="connsiteY77" fmla="*/ 271804 h 584352"/>
              <a:gd name="connsiteX78" fmla="*/ 132062 w 606862"/>
              <a:gd name="connsiteY78" fmla="*/ 13017 h 584352"/>
              <a:gd name="connsiteX79" fmla="*/ 145099 w 606862"/>
              <a:gd name="connsiteY79" fmla="*/ 0 h 584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06862" h="584352">
                <a:moveTo>
                  <a:pt x="351185" y="410338"/>
                </a:moveTo>
                <a:lnTo>
                  <a:pt x="518180" y="410338"/>
                </a:lnTo>
                <a:cubicBezTo>
                  <a:pt x="525480" y="410338"/>
                  <a:pt x="531216" y="416197"/>
                  <a:pt x="531216" y="423358"/>
                </a:cubicBezTo>
                <a:cubicBezTo>
                  <a:pt x="531216" y="430518"/>
                  <a:pt x="525480" y="436377"/>
                  <a:pt x="518180" y="436377"/>
                </a:cubicBezTo>
                <a:lnTo>
                  <a:pt x="351185" y="436377"/>
                </a:lnTo>
                <a:cubicBezTo>
                  <a:pt x="343885" y="436377"/>
                  <a:pt x="338149" y="430518"/>
                  <a:pt x="338149" y="423358"/>
                </a:cubicBezTo>
                <a:cubicBezTo>
                  <a:pt x="338149" y="416197"/>
                  <a:pt x="343885" y="410338"/>
                  <a:pt x="351185" y="410338"/>
                </a:cubicBezTo>
                <a:close/>
                <a:moveTo>
                  <a:pt x="311358" y="363253"/>
                </a:moveTo>
                <a:cubicBezTo>
                  <a:pt x="314699" y="363090"/>
                  <a:pt x="318090" y="364196"/>
                  <a:pt x="320698" y="366603"/>
                </a:cubicBezTo>
                <a:cubicBezTo>
                  <a:pt x="326044" y="371417"/>
                  <a:pt x="326435" y="379744"/>
                  <a:pt x="321610" y="384948"/>
                </a:cubicBezTo>
                <a:lnTo>
                  <a:pt x="249890" y="463273"/>
                </a:lnTo>
                <a:cubicBezTo>
                  <a:pt x="247543" y="466006"/>
                  <a:pt x="244022" y="467437"/>
                  <a:pt x="240371" y="467567"/>
                </a:cubicBezTo>
                <a:cubicBezTo>
                  <a:pt x="236720" y="467567"/>
                  <a:pt x="233330" y="466006"/>
                  <a:pt x="230852" y="463404"/>
                </a:cubicBezTo>
                <a:lnTo>
                  <a:pt x="201903" y="432828"/>
                </a:lnTo>
                <a:cubicBezTo>
                  <a:pt x="196948" y="427624"/>
                  <a:pt x="197079" y="419297"/>
                  <a:pt x="202425" y="414353"/>
                </a:cubicBezTo>
                <a:cubicBezTo>
                  <a:pt x="207641" y="409409"/>
                  <a:pt x="215856" y="409669"/>
                  <a:pt x="220811" y="414873"/>
                </a:cubicBezTo>
                <a:lnTo>
                  <a:pt x="240110" y="435430"/>
                </a:lnTo>
                <a:lnTo>
                  <a:pt x="302311" y="367514"/>
                </a:lnTo>
                <a:cubicBezTo>
                  <a:pt x="304724" y="364847"/>
                  <a:pt x="308016" y="363415"/>
                  <a:pt x="311358" y="363253"/>
                </a:cubicBezTo>
                <a:close/>
                <a:moveTo>
                  <a:pt x="26073" y="297839"/>
                </a:moveTo>
                <a:lnTo>
                  <a:pt x="26073" y="505466"/>
                </a:lnTo>
                <a:cubicBezTo>
                  <a:pt x="26073" y="534625"/>
                  <a:pt x="49800" y="558317"/>
                  <a:pt x="79003" y="558317"/>
                </a:cubicBezTo>
                <a:cubicBezTo>
                  <a:pt x="108205" y="558317"/>
                  <a:pt x="132062" y="534625"/>
                  <a:pt x="132062" y="505466"/>
                </a:cubicBezTo>
                <a:lnTo>
                  <a:pt x="132062" y="297839"/>
                </a:lnTo>
                <a:close/>
                <a:moveTo>
                  <a:pt x="351185" y="267372"/>
                </a:moveTo>
                <a:lnTo>
                  <a:pt x="518180" y="267372"/>
                </a:lnTo>
                <a:cubicBezTo>
                  <a:pt x="525480" y="267372"/>
                  <a:pt x="531216" y="273101"/>
                  <a:pt x="531216" y="280391"/>
                </a:cubicBezTo>
                <a:cubicBezTo>
                  <a:pt x="531216" y="287552"/>
                  <a:pt x="525480" y="293411"/>
                  <a:pt x="518180" y="293411"/>
                </a:cubicBezTo>
                <a:lnTo>
                  <a:pt x="351185" y="293411"/>
                </a:lnTo>
                <a:cubicBezTo>
                  <a:pt x="343885" y="293411"/>
                  <a:pt x="338149" y="287552"/>
                  <a:pt x="338149" y="280391"/>
                </a:cubicBezTo>
                <a:cubicBezTo>
                  <a:pt x="338149" y="273101"/>
                  <a:pt x="343885" y="267372"/>
                  <a:pt x="351185" y="267372"/>
                </a:cubicBezTo>
                <a:close/>
                <a:moveTo>
                  <a:pt x="311358" y="213942"/>
                </a:moveTo>
                <a:cubicBezTo>
                  <a:pt x="314699" y="213812"/>
                  <a:pt x="318090" y="214951"/>
                  <a:pt x="320698" y="217360"/>
                </a:cubicBezTo>
                <a:cubicBezTo>
                  <a:pt x="326044" y="222176"/>
                  <a:pt x="326435" y="230378"/>
                  <a:pt x="321610" y="235715"/>
                </a:cubicBezTo>
                <a:lnTo>
                  <a:pt x="249890" y="314084"/>
                </a:lnTo>
                <a:cubicBezTo>
                  <a:pt x="247543" y="316688"/>
                  <a:pt x="244022" y="318250"/>
                  <a:pt x="240371" y="318250"/>
                </a:cubicBezTo>
                <a:cubicBezTo>
                  <a:pt x="236720" y="318250"/>
                  <a:pt x="233330" y="316818"/>
                  <a:pt x="230852" y="314214"/>
                </a:cubicBezTo>
                <a:lnTo>
                  <a:pt x="201903" y="283492"/>
                </a:lnTo>
                <a:cubicBezTo>
                  <a:pt x="196948" y="278284"/>
                  <a:pt x="197079" y="270083"/>
                  <a:pt x="202425" y="265136"/>
                </a:cubicBezTo>
                <a:cubicBezTo>
                  <a:pt x="207641" y="260189"/>
                  <a:pt x="215856" y="260450"/>
                  <a:pt x="220811" y="265657"/>
                </a:cubicBezTo>
                <a:lnTo>
                  <a:pt x="240110" y="286095"/>
                </a:lnTo>
                <a:lnTo>
                  <a:pt x="302311" y="218141"/>
                </a:lnTo>
                <a:cubicBezTo>
                  <a:pt x="304724" y="215472"/>
                  <a:pt x="308016" y="214073"/>
                  <a:pt x="311358" y="213942"/>
                </a:cubicBezTo>
                <a:close/>
                <a:moveTo>
                  <a:pt x="351185" y="124336"/>
                </a:moveTo>
                <a:lnTo>
                  <a:pt x="518180" y="124336"/>
                </a:lnTo>
                <a:cubicBezTo>
                  <a:pt x="525480" y="124336"/>
                  <a:pt x="531216" y="130195"/>
                  <a:pt x="531216" y="137356"/>
                </a:cubicBezTo>
                <a:cubicBezTo>
                  <a:pt x="531216" y="144516"/>
                  <a:pt x="525480" y="150375"/>
                  <a:pt x="518180" y="150375"/>
                </a:cubicBezTo>
                <a:lnTo>
                  <a:pt x="351185" y="150375"/>
                </a:lnTo>
                <a:cubicBezTo>
                  <a:pt x="343885" y="150375"/>
                  <a:pt x="338149" y="144516"/>
                  <a:pt x="338149" y="137356"/>
                </a:cubicBezTo>
                <a:cubicBezTo>
                  <a:pt x="338149" y="130195"/>
                  <a:pt x="343885" y="124336"/>
                  <a:pt x="351185" y="124336"/>
                </a:cubicBezTo>
                <a:close/>
                <a:moveTo>
                  <a:pt x="311358" y="64761"/>
                </a:moveTo>
                <a:cubicBezTo>
                  <a:pt x="314699" y="64598"/>
                  <a:pt x="318090" y="65704"/>
                  <a:pt x="320698" y="68111"/>
                </a:cubicBezTo>
                <a:cubicBezTo>
                  <a:pt x="326044" y="73055"/>
                  <a:pt x="326435" y="81252"/>
                  <a:pt x="321610" y="86586"/>
                </a:cubicBezTo>
                <a:lnTo>
                  <a:pt x="249890" y="164781"/>
                </a:lnTo>
                <a:cubicBezTo>
                  <a:pt x="247543" y="167514"/>
                  <a:pt x="244022" y="169075"/>
                  <a:pt x="240371" y="169075"/>
                </a:cubicBezTo>
                <a:cubicBezTo>
                  <a:pt x="236720" y="169075"/>
                  <a:pt x="233330" y="167644"/>
                  <a:pt x="230852" y="165042"/>
                </a:cubicBezTo>
                <a:lnTo>
                  <a:pt x="201903" y="134336"/>
                </a:lnTo>
                <a:cubicBezTo>
                  <a:pt x="196948" y="129132"/>
                  <a:pt x="197079" y="120935"/>
                  <a:pt x="202425" y="115991"/>
                </a:cubicBezTo>
                <a:cubicBezTo>
                  <a:pt x="207641" y="111047"/>
                  <a:pt x="215856" y="111307"/>
                  <a:pt x="220811" y="116511"/>
                </a:cubicBezTo>
                <a:lnTo>
                  <a:pt x="240110" y="136938"/>
                </a:lnTo>
                <a:lnTo>
                  <a:pt x="302311" y="69022"/>
                </a:lnTo>
                <a:cubicBezTo>
                  <a:pt x="304724" y="66355"/>
                  <a:pt x="308016" y="64923"/>
                  <a:pt x="311358" y="64761"/>
                </a:cubicBezTo>
                <a:close/>
                <a:moveTo>
                  <a:pt x="158136" y="26035"/>
                </a:moveTo>
                <a:lnTo>
                  <a:pt x="158136" y="505466"/>
                </a:lnTo>
                <a:cubicBezTo>
                  <a:pt x="158136" y="525774"/>
                  <a:pt x="150314" y="544389"/>
                  <a:pt x="137668" y="558317"/>
                </a:cubicBezTo>
                <a:lnTo>
                  <a:pt x="527859" y="558317"/>
                </a:lnTo>
                <a:cubicBezTo>
                  <a:pt x="557062" y="558317"/>
                  <a:pt x="580789" y="534625"/>
                  <a:pt x="580789" y="505466"/>
                </a:cubicBezTo>
                <a:lnTo>
                  <a:pt x="580789" y="26035"/>
                </a:lnTo>
                <a:close/>
                <a:moveTo>
                  <a:pt x="145099" y="0"/>
                </a:moveTo>
                <a:lnTo>
                  <a:pt x="593825" y="0"/>
                </a:lnTo>
                <a:cubicBezTo>
                  <a:pt x="601126" y="0"/>
                  <a:pt x="606862" y="5858"/>
                  <a:pt x="606862" y="13017"/>
                </a:cubicBezTo>
                <a:lnTo>
                  <a:pt x="606862" y="505466"/>
                </a:lnTo>
                <a:cubicBezTo>
                  <a:pt x="606862" y="548945"/>
                  <a:pt x="571402" y="584352"/>
                  <a:pt x="527859" y="584352"/>
                </a:cubicBezTo>
                <a:lnTo>
                  <a:pt x="79003" y="584352"/>
                </a:lnTo>
                <a:cubicBezTo>
                  <a:pt x="35460" y="584352"/>
                  <a:pt x="0" y="548945"/>
                  <a:pt x="0" y="505466"/>
                </a:cubicBezTo>
                <a:lnTo>
                  <a:pt x="0" y="284821"/>
                </a:lnTo>
                <a:cubicBezTo>
                  <a:pt x="0" y="277662"/>
                  <a:pt x="5866" y="271804"/>
                  <a:pt x="13037" y="271804"/>
                </a:cubicBezTo>
                <a:lnTo>
                  <a:pt x="132062" y="271804"/>
                </a:lnTo>
                <a:lnTo>
                  <a:pt x="132062" y="13017"/>
                </a:lnTo>
                <a:cubicBezTo>
                  <a:pt x="132062" y="5858"/>
                  <a:pt x="137799" y="0"/>
                  <a:pt x="1450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search-analytics_83477"/>
          <p:cNvSpPr>
            <a:spLocks noChangeAspect="1"/>
          </p:cNvSpPr>
          <p:nvPr/>
        </p:nvSpPr>
        <p:spPr bwMode="auto">
          <a:xfrm>
            <a:off x="10539106" y="1863219"/>
            <a:ext cx="609685" cy="448293"/>
          </a:xfrm>
          <a:custGeom>
            <a:avLst/>
            <a:gdLst>
              <a:gd name="connsiteX0" fmla="*/ 153550 w 609602"/>
              <a:gd name="connsiteY0" fmla="*/ 121725 h 448232"/>
              <a:gd name="connsiteX1" fmla="*/ 171615 w 609602"/>
              <a:gd name="connsiteY1" fmla="*/ 139767 h 448232"/>
              <a:gd name="connsiteX2" fmla="*/ 171615 w 609602"/>
              <a:gd name="connsiteY2" fmla="*/ 199159 h 448232"/>
              <a:gd name="connsiteX3" fmla="*/ 153550 w 609602"/>
              <a:gd name="connsiteY3" fmla="*/ 217200 h 448232"/>
              <a:gd name="connsiteX4" fmla="*/ 135486 w 609602"/>
              <a:gd name="connsiteY4" fmla="*/ 199159 h 448232"/>
              <a:gd name="connsiteX5" fmla="*/ 135486 w 609602"/>
              <a:gd name="connsiteY5" fmla="*/ 139767 h 448232"/>
              <a:gd name="connsiteX6" fmla="*/ 153550 w 609602"/>
              <a:gd name="connsiteY6" fmla="*/ 121725 h 448232"/>
              <a:gd name="connsiteX7" fmla="*/ 18064 w 609602"/>
              <a:gd name="connsiteY7" fmla="*/ 121725 h 448232"/>
              <a:gd name="connsiteX8" fmla="*/ 36129 w 609602"/>
              <a:gd name="connsiteY8" fmla="*/ 139767 h 448232"/>
              <a:gd name="connsiteX9" fmla="*/ 36129 w 609602"/>
              <a:gd name="connsiteY9" fmla="*/ 199159 h 448232"/>
              <a:gd name="connsiteX10" fmla="*/ 18064 w 609602"/>
              <a:gd name="connsiteY10" fmla="*/ 217200 h 448232"/>
              <a:gd name="connsiteX11" fmla="*/ 0 w 609602"/>
              <a:gd name="connsiteY11" fmla="*/ 199159 h 448232"/>
              <a:gd name="connsiteX12" fmla="*/ 0 w 609602"/>
              <a:gd name="connsiteY12" fmla="*/ 139767 h 448232"/>
              <a:gd name="connsiteX13" fmla="*/ 18064 w 609602"/>
              <a:gd name="connsiteY13" fmla="*/ 121725 h 448232"/>
              <a:gd name="connsiteX14" fmla="*/ 221314 w 609602"/>
              <a:gd name="connsiteY14" fmla="*/ 47279 h 448232"/>
              <a:gd name="connsiteX15" fmla="*/ 239287 w 609602"/>
              <a:gd name="connsiteY15" fmla="*/ 65325 h 448232"/>
              <a:gd name="connsiteX16" fmla="*/ 239287 w 609602"/>
              <a:gd name="connsiteY16" fmla="*/ 199155 h 448232"/>
              <a:gd name="connsiteX17" fmla="*/ 221314 w 609602"/>
              <a:gd name="connsiteY17" fmla="*/ 217201 h 448232"/>
              <a:gd name="connsiteX18" fmla="*/ 203228 w 609602"/>
              <a:gd name="connsiteY18" fmla="*/ 199155 h 448232"/>
              <a:gd name="connsiteX19" fmla="*/ 203228 w 609602"/>
              <a:gd name="connsiteY19" fmla="*/ 65325 h 448232"/>
              <a:gd name="connsiteX20" fmla="*/ 221314 w 609602"/>
              <a:gd name="connsiteY20" fmla="*/ 47279 h 448232"/>
              <a:gd name="connsiteX21" fmla="*/ 85751 w 609602"/>
              <a:gd name="connsiteY21" fmla="*/ 47279 h 448232"/>
              <a:gd name="connsiteX22" fmla="*/ 103801 w 609602"/>
              <a:gd name="connsiteY22" fmla="*/ 65325 h 448232"/>
              <a:gd name="connsiteX23" fmla="*/ 103801 w 609602"/>
              <a:gd name="connsiteY23" fmla="*/ 199155 h 448232"/>
              <a:gd name="connsiteX24" fmla="*/ 85751 w 609602"/>
              <a:gd name="connsiteY24" fmla="*/ 217201 h 448232"/>
              <a:gd name="connsiteX25" fmla="*/ 67813 w 609602"/>
              <a:gd name="connsiteY25" fmla="*/ 199155 h 448232"/>
              <a:gd name="connsiteX26" fmla="*/ 67813 w 609602"/>
              <a:gd name="connsiteY26" fmla="*/ 65325 h 448232"/>
              <a:gd name="connsiteX27" fmla="*/ 85751 w 609602"/>
              <a:gd name="connsiteY27" fmla="*/ 47279 h 448232"/>
              <a:gd name="connsiteX28" fmla="*/ 338920 w 609602"/>
              <a:gd name="connsiteY28" fmla="*/ 19970 h 448232"/>
              <a:gd name="connsiteX29" fmla="*/ 450806 w 609602"/>
              <a:gd name="connsiteY29" fmla="*/ 66248 h 448232"/>
              <a:gd name="connsiteX30" fmla="*/ 497155 w 609602"/>
              <a:gd name="connsiteY30" fmla="*/ 177963 h 448232"/>
              <a:gd name="connsiteX31" fmla="*/ 468538 w 609602"/>
              <a:gd name="connsiteY31" fmla="*/ 268613 h 448232"/>
              <a:gd name="connsiteX32" fmla="*/ 601523 w 609602"/>
              <a:gd name="connsiteY32" fmla="*/ 401395 h 448232"/>
              <a:gd name="connsiteX33" fmla="*/ 601523 w 609602"/>
              <a:gd name="connsiteY33" fmla="*/ 440165 h 448232"/>
              <a:gd name="connsiteX34" fmla="*/ 582108 w 609602"/>
              <a:gd name="connsiteY34" fmla="*/ 448232 h 448232"/>
              <a:gd name="connsiteX35" fmla="*/ 562693 w 609602"/>
              <a:gd name="connsiteY35" fmla="*/ 440165 h 448232"/>
              <a:gd name="connsiteX36" fmla="*/ 429708 w 609602"/>
              <a:gd name="connsiteY36" fmla="*/ 307383 h 448232"/>
              <a:gd name="connsiteX37" fmla="*/ 338920 w 609602"/>
              <a:gd name="connsiteY37" fmla="*/ 335956 h 448232"/>
              <a:gd name="connsiteX38" fmla="*/ 227033 w 609602"/>
              <a:gd name="connsiteY38" fmla="*/ 289679 h 448232"/>
              <a:gd name="connsiteX39" fmla="*/ 186857 w 609602"/>
              <a:gd name="connsiteY39" fmla="*/ 222224 h 448232"/>
              <a:gd name="connsiteX40" fmla="*/ 187418 w 609602"/>
              <a:gd name="connsiteY40" fmla="*/ 221551 h 448232"/>
              <a:gd name="connsiteX41" fmla="*/ 221310 w 609602"/>
              <a:gd name="connsiteY41" fmla="*/ 239704 h 448232"/>
              <a:gd name="connsiteX42" fmla="*/ 241510 w 609602"/>
              <a:gd name="connsiteY42" fmla="*/ 234325 h 448232"/>
              <a:gd name="connsiteX43" fmla="*/ 259353 w 609602"/>
              <a:gd name="connsiteY43" fmla="*/ 257408 h 448232"/>
              <a:gd name="connsiteX44" fmla="*/ 338920 w 609602"/>
              <a:gd name="connsiteY44" fmla="*/ 290351 h 448232"/>
              <a:gd name="connsiteX45" fmla="*/ 418486 w 609602"/>
              <a:gd name="connsiteY45" fmla="*/ 257408 h 448232"/>
              <a:gd name="connsiteX46" fmla="*/ 451480 w 609602"/>
              <a:gd name="connsiteY46" fmla="*/ 177963 h 448232"/>
              <a:gd name="connsiteX47" fmla="*/ 418486 w 609602"/>
              <a:gd name="connsiteY47" fmla="*/ 98519 h 448232"/>
              <a:gd name="connsiteX48" fmla="*/ 338920 w 609602"/>
              <a:gd name="connsiteY48" fmla="*/ 65575 h 448232"/>
              <a:gd name="connsiteX49" fmla="*/ 329605 w 609602"/>
              <a:gd name="connsiteY49" fmla="*/ 66024 h 448232"/>
              <a:gd name="connsiteX50" fmla="*/ 329605 w 609602"/>
              <a:gd name="connsiteY50" fmla="*/ 20194 h 448232"/>
              <a:gd name="connsiteX51" fmla="*/ 338920 w 609602"/>
              <a:gd name="connsiteY51" fmla="*/ 19970 h 448232"/>
              <a:gd name="connsiteX52" fmla="*/ 288966 w 609602"/>
              <a:gd name="connsiteY52" fmla="*/ 0 h 448232"/>
              <a:gd name="connsiteX53" fmla="*/ 307030 w 609602"/>
              <a:gd name="connsiteY53" fmla="*/ 18044 h 448232"/>
              <a:gd name="connsiteX54" fmla="*/ 307030 w 609602"/>
              <a:gd name="connsiteY54" fmla="*/ 199157 h 448232"/>
              <a:gd name="connsiteX55" fmla="*/ 288966 w 609602"/>
              <a:gd name="connsiteY55" fmla="*/ 217201 h 448232"/>
              <a:gd name="connsiteX56" fmla="*/ 270901 w 609602"/>
              <a:gd name="connsiteY56" fmla="*/ 199157 h 448232"/>
              <a:gd name="connsiteX57" fmla="*/ 270901 w 609602"/>
              <a:gd name="connsiteY57" fmla="*/ 18044 h 448232"/>
              <a:gd name="connsiteX58" fmla="*/ 288966 w 609602"/>
              <a:gd name="connsiteY58" fmla="*/ 0 h 44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09602" h="448232">
                <a:moveTo>
                  <a:pt x="153550" y="121725"/>
                </a:moveTo>
                <a:cubicBezTo>
                  <a:pt x="163536" y="121725"/>
                  <a:pt x="171615" y="129794"/>
                  <a:pt x="171615" y="139767"/>
                </a:cubicBezTo>
                <a:lnTo>
                  <a:pt x="171615" y="199159"/>
                </a:lnTo>
                <a:cubicBezTo>
                  <a:pt x="171615" y="209132"/>
                  <a:pt x="163536" y="217200"/>
                  <a:pt x="153550" y="217200"/>
                </a:cubicBezTo>
                <a:cubicBezTo>
                  <a:pt x="143565" y="217200"/>
                  <a:pt x="135486" y="209132"/>
                  <a:pt x="135486" y="199159"/>
                </a:cubicBezTo>
                <a:lnTo>
                  <a:pt x="135486" y="139767"/>
                </a:lnTo>
                <a:cubicBezTo>
                  <a:pt x="135486" y="129794"/>
                  <a:pt x="143565" y="121725"/>
                  <a:pt x="153550" y="121725"/>
                </a:cubicBezTo>
                <a:close/>
                <a:moveTo>
                  <a:pt x="18064" y="121725"/>
                </a:moveTo>
                <a:cubicBezTo>
                  <a:pt x="28050" y="121725"/>
                  <a:pt x="36129" y="129794"/>
                  <a:pt x="36129" y="139767"/>
                </a:cubicBezTo>
                <a:lnTo>
                  <a:pt x="36129" y="199159"/>
                </a:lnTo>
                <a:cubicBezTo>
                  <a:pt x="36129" y="209132"/>
                  <a:pt x="28050" y="217200"/>
                  <a:pt x="18064" y="217200"/>
                </a:cubicBezTo>
                <a:cubicBezTo>
                  <a:pt x="8079" y="217200"/>
                  <a:pt x="0" y="209132"/>
                  <a:pt x="0" y="199159"/>
                </a:cubicBezTo>
                <a:lnTo>
                  <a:pt x="0" y="139767"/>
                </a:lnTo>
                <a:cubicBezTo>
                  <a:pt x="0" y="129794"/>
                  <a:pt x="8079" y="121725"/>
                  <a:pt x="18064" y="121725"/>
                </a:cubicBezTo>
                <a:close/>
                <a:moveTo>
                  <a:pt x="221314" y="47279"/>
                </a:moveTo>
                <a:cubicBezTo>
                  <a:pt x="231199" y="47279"/>
                  <a:pt x="239287" y="55349"/>
                  <a:pt x="239287" y="65325"/>
                </a:cubicBezTo>
                <a:lnTo>
                  <a:pt x="239287" y="199155"/>
                </a:lnTo>
                <a:cubicBezTo>
                  <a:pt x="239287" y="209131"/>
                  <a:pt x="231199" y="217201"/>
                  <a:pt x="221314" y="217201"/>
                </a:cubicBezTo>
                <a:cubicBezTo>
                  <a:pt x="211316" y="217201"/>
                  <a:pt x="203228" y="209131"/>
                  <a:pt x="203228" y="199155"/>
                </a:cubicBezTo>
                <a:lnTo>
                  <a:pt x="203228" y="65325"/>
                </a:lnTo>
                <a:cubicBezTo>
                  <a:pt x="203228" y="55349"/>
                  <a:pt x="211316" y="47279"/>
                  <a:pt x="221314" y="47279"/>
                </a:cubicBezTo>
                <a:close/>
                <a:moveTo>
                  <a:pt x="85751" y="47279"/>
                </a:moveTo>
                <a:cubicBezTo>
                  <a:pt x="95729" y="47279"/>
                  <a:pt x="103801" y="55349"/>
                  <a:pt x="103801" y="65325"/>
                </a:cubicBezTo>
                <a:lnTo>
                  <a:pt x="103801" y="199155"/>
                </a:lnTo>
                <a:cubicBezTo>
                  <a:pt x="103801" y="209131"/>
                  <a:pt x="95729" y="217201"/>
                  <a:pt x="85751" y="217201"/>
                </a:cubicBezTo>
                <a:cubicBezTo>
                  <a:pt x="75885" y="217201"/>
                  <a:pt x="67813" y="209131"/>
                  <a:pt x="67813" y="199155"/>
                </a:cubicBezTo>
                <a:lnTo>
                  <a:pt x="67813" y="65325"/>
                </a:lnTo>
                <a:cubicBezTo>
                  <a:pt x="67813" y="55349"/>
                  <a:pt x="75885" y="47279"/>
                  <a:pt x="85751" y="47279"/>
                </a:cubicBezTo>
                <a:close/>
                <a:moveTo>
                  <a:pt x="338920" y="19970"/>
                </a:moveTo>
                <a:cubicBezTo>
                  <a:pt x="381228" y="19970"/>
                  <a:pt x="420955" y="36329"/>
                  <a:pt x="450806" y="66248"/>
                </a:cubicBezTo>
                <a:cubicBezTo>
                  <a:pt x="480770" y="96053"/>
                  <a:pt x="497155" y="135720"/>
                  <a:pt x="497155" y="177963"/>
                </a:cubicBezTo>
                <a:cubicBezTo>
                  <a:pt x="497155" y="210907"/>
                  <a:pt x="487167" y="242281"/>
                  <a:pt x="468538" y="268613"/>
                </a:cubicBezTo>
                <a:lnTo>
                  <a:pt x="601523" y="401395"/>
                </a:lnTo>
                <a:cubicBezTo>
                  <a:pt x="612296" y="412152"/>
                  <a:pt x="612296" y="429520"/>
                  <a:pt x="601523" y="440165"/>
                </a:cubicBezTo>
                <a:cubicBezTo>
                  <a:pt x="596248" y="445543"/>
                  <a:pt x="589178" y="448232"/>
                  <a:pt x="582108" y="448232"/>
                </a:cubicBezTo>
                <a:cubicBezTo>
                  <a:pt x="575150" y="448232"/>
                  <a:pt x="568080" y="445543"/>
                  <a:pt x="562693" y="440165"/>
                </a:cubicBezTo>
                <a:lnTo>
                  <a:pt x="429708" y="307383"/>
                </a:lnTo>
                <a:cubicBezTo>
                  <a:pt x="403336" y="325984"/>
                  <a:pt x="371913" y="335956"/>
                  <a:pt x="338920" y="335956"/>
                </a:cubicBezTo>
                <a:cubicBezTo>
                  <a:pt x="296612" y="335956"/>
                  <a:pt x="256884" y="319597"/>
                  <a:pt x="227033" y="289679"/>
                </a:cubicBezTo>
                <a:cubicBezTo>
                  <a:pt x="207843" y="270630"/>
                  <a:pt x="194264" y="247435"/>
                  <a:pt x="186857" y="222224"/>
                </a:cubicBezTo>
                <a:cubicBezTo>
                  <a:pt x="187081" y="222000"/>
                  <a:pt x="187194" y="221776"/>
                  <a:pt x="187418" y="221551"/>
                </a:cubicBezTo>
                <a:cubicBezTo>
                  <a:pt x="194713" y="232533"/>
                  <a:pt x="207169" y="239704"/>
                  <a:pt x="221310" y="239704"/>
                </a:cubicBezTo>
                <a:cubicBezTo>
                  <a:pt x="228604" y="239704"/>
                  <a:pt x="235562" y="237687"/>
                  <a:pt x="241510" y="234325"/>
                </a:cubicBezTo>
                <a:cubicBezTo>
                  <a:pt x="246335" y="242617"/>
                  <a:pt x="252283" y="250349"/>
                  <a:pt x="259353" y="257408"/>
                </a:cubicBezTo>
                <a:cubicBezTo>
                  <a:pt x="280564" y="278586"/>
                  <a:pt x="308844" y="290351"/>
                  <a:pt x="338920" y="290351"/>
                </a:cubicBezTo>
                <a:cubicBezTo>
                  <a:pt x="368996" y="290351"/>
                  <a:pt x="397164" y="278586"/>
                  <a:pt x="418486" y="257408"/>
                </a:cubicBezTo>
                <a:cubicBezTo>
                  <a:pt x="439696" y="236230"/>
                  <a:pt x="451480" y="207993"/>
                  <a:pt x="451480" y="177963"/>
                </a:cubicBezTo>
                <a:cubicBezTo>
                  <a:pt x="451480" y="147933"/>
                  <a:pt x="439696" y="119696"/>
                  <a:pt x="418486" y="98519"/>
                </a:cubicBezTo>
                <a:cubicBezTo>
                  <a:pt x="397164" y="77229"/>
                  <a:pt x="368996" y="65575"/>
                  <a:pt x="338920" y="65575"/>
                </a:cubicBezTo>
                <a:cubicBezTo>
                  <a:pt x="335777" y="65575"/>
                  <a:pt x="332747" y="65799"/>
                  <a:pt x="329605" y="66024"/>
                </a:cubicBezTo>
                <a:lnTo>
                  <a:pt x="329605" y="20194"/>
                </a:lnTo>
                <a:cubicBezTo>
                  <a:pt x="332747" y="19970"/>
                  <a:pt x="335777" y="19970"/>
                  <a:pt x="338920" y="19970"/>
                </a:cubicBezTo>
                <a:close/>
                <a:moveTo>
                  <a:pt x="288966" y="0"/>
                </a:moveTo>
                <a:cubicBezTo>
                  <a:pt x="298951" y="0"/>
                  <a:pt x="307030" y="8069"/>
                  <a:pt x="307030" y="18044"/>
                </a:cubicBezTo>
                <a:lnTo>
                  <a:pt x="307030" y="199157"/>
                </a:lnTo>
                <a:cubicBezTo>
                  <a:pt x="307030" y="209132"/>
                  <a:pt x="298951" y="217201"/>
                  <a:pt x="288966" y="217201"/>
                </a:cubicBezTo>
                <a:cubicBezTo>
                  <a:pt x="278980" y="217201"/>
                  <a:pt x="270901" y="209132"/>
                  <a:pt x="270901" y="199157"/>
                </a:cubicBezTo>
                <a:lnTo>
                  <a:pt x="270901" y="18044"/>
                </a:lnTo>
                <a:cubicBezTo>
                  <a:pt x="270901" y="8069"/>
                  <a:pt x="278980" y="0"/>
                  <a:pt x="2889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6" name="wrong-access_73876"/>
          <p:cNvSpPr>
            <a:spLocks noChangeAspect="1"/>
          </p:cNvSpPr>
          <p:nvPr/>
        </p:nvSpPr>
        <p:spPr bwMode="auto">
          <a:xfrm>
            <a:off x="772066" y="3152373"/>
            <a:ext cx="609685" cy="608761"/>
          </a:xfrm>
          <a:custGeom>
            <a:avLst/>
            <a:gdLst>
              <a:gd name="T0" fmla="*/ 2533 w 5067"/>
              <a:gd name="T1" fmla="*/ 0 h 5067"/>
              <a:gd name="T2" fmla="*/ 0 w 5067"/>
              <a:gd name="T3" fmla="*/ 2533 h 5067"/>
              <a:gd name="T4" fmla="*/ 2533 w 5067"/>
              <a:gd name="T5" fmla="*/ 5067 h 5067"/>
              <a:gd name="T6" fmla="*/ 5067 w 5067"/>
              <a:gd name="T7" fmla="*/ 2533 h 5067"/>
              <a:gd name="T8" fmla="*/ 2533 w 5067"/>
              <a:gd name="T9" fmla="*/ 0 h 5067"/>
              <a:gd name="T10" fmla="*/ 2533 w 5067"/>
              <a:gd name="T11" fmla="*/ 856 h 5067"/>
              <a:gd name="T12" fmla="*/ 3377 w 5067"/>
              <a:gd name="T13" fmla="*/ 1084 h 5067"/>
              <a:gd name="T14" fmla="*/ 1084 w 5067"/>
              <a:gd name="T15" fmla="*/ 3377 h 5067"/>
              <a:gd name="T16" fmla="*/ 856 w 5067"/>
              <a:gd name="T17" fmla="*/ 2533 h 5067"/>
              <a:gd name="T18" fmla="*/ 2533 w 5067"/>
              <a:gd name="T19" fmla="*/ 856 h 5067"/>
              <a:gd name="T20" fmla="*/ 2533 w 5067"/>
              <a:gd name="T21" fmla="*/ 4210 h 5067"/>
              <a:gd name="T22" fmla="*/ 1690 w 5067"/>
              <a:gd name="T23" fmla="*/ 3982 h 5067"/>
              <a:gd name="T24" fmla="*/ 3982 w 5067"/>
              <a:gd name="T25" fmla="*/ 1690 h 5067"/>
              <a:gd name="T26" fmla="*/ 4210 w 5067"/>
              <a:gd name="T27" fmla="*/ 2533 h 5067"/>
              <a:gd name="T28" fmla="*/ 2533 w 5067"/>
              <a:gd name="T29" fmla="*/ 4210 h 5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67" h="5067">
                <a:moveTo>
                  <a:pt x="2533" y="0"/>
                </a:moveTo>
                <a:cubicBezTo>
                  <a:pt x="1136" y="0"/>
                  <a:pt x="0" y="1136"/>
                  <a:pt x="0" y="2533"/>
                </a:cubicBezTo>
                <a:cubicBezTo>
                  <a:pt x="0" y="3930"/>
                  <a:pt x="1136" y="5067"/>
                  <a:pt x="2533" y="5067"/>
                </a:cubicBezTo>
                <a:cubicBezTo>
                  <a:pt x="3930" y="5067"/>
                  <a:pt x="5067" y="3930"/>
                  <a:pt x="5067" y="2533"/>
                </a:cubicBezTo>
                <a:cubicBezTo>
                  <a:pt x="5067" y="1136"/>
                  <a:pt x="3930" y="0"/>
                  <a:pt x="2533" y="0"/>
                </a:cubicBezTo>
                <a:close/>
                <a:moveTo>
                  <a:pt x="2533" y="856"/>
                </a:moveTo>
                <a:cubicBezTo>
                  <a:pt x="2841" y="856"/>
                  <a:pt x="3129" y="939"/>
                  <a:pt x="3377" y="1084"/>
                </a:cubicBezTo>
                <a:lnTo>
                  <a:pt x="1084" y="3377"/>
                </a:lnTo>
                <a:cubicBezTo>
                  <a:pt x="939" y="3129"/>
                  <a:pt x="856" y="2841"/>
                  <a:pt x="856" y="2533"/>
                </a:cubicBezTo>
                <a:cubicBezTo>
                  <a:pt x="856" y="1609"/>
                  <a:pt x="1609" y="856"/>
                  <a:pt x="2533" y="856"/>
                </a:cubicBezTo>
                <a:close/>
                <a:moveTo>
                  <a:pt x="2533" y="4210"/>
                </a:moveTo>
                <a:cubicBezTo>
                  <a:pt x="2226" y="4210"/>
                  <a:pt x="1938" y="4127"/>
                  <a:pt x="1690" y="3982"/>
                </a:cubicBezTo>
                <a:lnTo>
                  <a:pt x="3982" y="1690"/>
                </a:lnTo>
                <a:cubicBezTo>
                  <a:pt x="4127" y="1938"/>
                  <a:pt x="4210" y="2226"/>
                  <a:pt x="4210" y="2533"/>
                </a:cubicBezTo>
                <a:cubicBezTo>
                  <a:pt x="4210" y="3458"/>
                  <a:pt x="3458" y="4210"/>
                  <a:pt x="2533" y="42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x-mark_1766"/>
          <p:cNvSpPr>
            <a:spLocks noChangeAspect="1"/>
          </p:cNvSpPr>
          <p:nvPr/>
        </p:nvSpPr>
        <p:spPr bwMode="auto">
          <a:xfrm>
            <a:off x="1748770" y="3152373"/>
            <a:ext cx="609685" cy="608636"/>
          </a:xfrm>
          <a:custGeom>
            <a:avLst/>
            <a:gdLst>
              <a:gd name="T0" fmla="*/ 373 w 373"/>
              <a:gd name="T1" fmla="*/ 299 h 373"/>
              <a:gd name="T2" fmla="*/ 261 w 373"/>
              <a:gd name="T3" fmla="*/ 187 h 373"/>
              <a:gd name="T4" fmla="*/ 373 w 373"/>
              <a:gd name="T5" fmla="*/ 75 h 373"/>
              <a:gd name="T6" fmla="*/ 299 w 373"/>
              <a:gd name="T7" fmla="*/ 0 h 373"/>
              <a:gd name="T8" fmla="*/ 187 w 373"/>
              <a:gd name="T9" fmla="*/ 112 h 373"/>
              <a:gd name="T10" fmla="*/ 75 w 373"/>
              <a:gd name="T11" fmla="*/ 0 h 373"/>
              <a:gd name="T12" fmla="*/ 0 w 373"/>
              <a:gd name="T13" fmla="*/ 75 h 373"/>
              <a:gd name="T14" fmla="*/ 112 w 373"/>
              <a:gd name="T15" fmla="*/ 187 h 373"/>
              <a:gd name="T16" fmla="*/ 0 w 373"/>
              <a:gd name="T17" fmla="*/ 299 h 373"/>
              <a:gd name="T18" fmla="*/ 75 w 373"/>
              <a:gd name="T19" fmla="*/ 373 h 373"/>
              <a:gd name="T20" fmla="*/ 187 w 373"/>
              <a:gd name="T21" fmla="*/ 261 h 373"/>
              <a:gd name="T22" fmla="*/ 299 w 373"/>
              <a:gd name="T23" fmla="*/ 373 h 373"/>
              <a:gd name="T24" fmla="*/ 373 w 373"/>
              <a:gd name="T25" fmla="*/ 299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73" h="373">
                <a:moveTo>
                  <a:pt x="373" y="299"/>
                </a:moveTo>
                <a:lnTo>
                  <a:pt x="261" y="187"/>
                </a:lnTo>
                <a:lnTo>
                  <a:pt x="373" y="75"/>
                </a:lnTo>
                <a:lnTo>
                  <a:pt x="299" y="0"/>
                </a:lnTo>
                <a:lnTo>
                  <a:pt x="187" y="112"/>
                </a:lnTo>
                <a:lnTo>
                  <a:pt x="75" y="0"/>
                </a:lnTo>
                <a:lnTo>
                  <a:pt x="0" y="75"/>
                </a:lnTo>
                <a:lnTo>
                  <a:pt x="112" y="187"/>
                </a:lnTo>
                <a:lnTo>
                  <a:pt x="0" y="299"/>
                </a:lnTo>
                <a:lnTo>
                  <a:pt x="75" y="373"/>
                </a:lnTo>
                <a:lnTo>
                  <a:pt x="187" y="261"/>
                </a:lnTo>
                <a:lnTo>
                  <a:pt x="299" y="373"/>
                </a:lnTo>
                <a:lnTo>
                  <a:pt x="373" y="2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8" name="analysing_69037"/>
          <p:cNvSpPr>
            <a:spLocks noChangeAspect="1"/>
          </p:cNvSpPr>
          <p:nvPr/>
        </p:nvSpPr>
        <p:spPr bwMode="auto">
          <a:xfrm>
            <a:off x="2725474" y="3152373"/>
            <a:ext cx="589556" cy="609685"/>
          </a:xfrm>
          <a:custGeom>
            <a:avLst/>
            <a:gdLst>
              <a:gd name="connsiteX0" fmla="*/ 29255 w 586572"/>
              <a:gd name="connsiteY0" fmla="*/ 283268 h 606599"/>
              <a:gd name="connsiteX1" fmla="*/ 58510 w 586572"/>
              <a:gd name="connsiteY1" fmla="*/ 312483 h 606599"/>
              <a:gd name="connsiteX2" fmla="*/ 294638 w 586572"/>
              <a:gd name="connsiteY2" fmla="*/ 548291 h 606599"/>
              <a:gd name="connsiteX3" fmla="*/ 451483 w 586572"/>
              <a:gd name="connsiteY3" fmla="*/ 488634 h 606599"/>
              <a:gd name="connsiteX4" fmla="*/ 434028 w 586572"/>
              <a:gd name="connsiteY4" fmla="*/ 476235 h 606599"/>
              <a:gd name="connsiteX5" fmla="*/ 430464 w 586572"/>
              <a:gd name="connsiteY5" fmla="*/ 468257 h 606599"/>
              <a:gd name="connsiteX6" fmla="*/ 435626 w 586572"/>
              <a:gd name="connsiteY6" fmla="*/ 461137 h 606599"/>
              <a:gd name="connsiteX7" fmla="*/ 531257 w 586572"/>
              <a:gd name="connsiteY7" fmla="*/ 417928 h 606599"/>
              <a:gd name="connsiteX8" fmla="*/ 534822 w 586572"/>
              <a:gd name="connsiteY8" fmla="*/ 417191 h 606599"/>
              <a:gd name="connsiteX9" fmla="*/ 539985 w 586572"/>
              <a:gd name="connsiteY9" fmla="*/ 418787 h 606599"/>
              <a:gd name="connsiteX10" fmla="*/ 543549 w 586572"/>
              <a:gd name="connsiteY10" fmla="*/ 426766 h 606599"/>
              <a:gd name="connsiteX11" fmla="*/ 533224 w 586572"/>
              <a:gd name="connsiteY11" fmla="*/ 531106 h 606599"/>
              <a:gd name="connsiteX12" fmla="*/ 528062 w 586572"/>
              <a:gd name="connsiteY12" fmla="*/ 538226 h 606599"/>
              <a:gd name="connsiteX13" fmla="*/ 519334 w 586572"/>
              <a:gd name="connsiteY13" fmla="*/ 537366 h 606599"/>
              <a:gd name="connsiteX14" fmla="*/ 499913 w 586572"/>
              <a:gd name="connsiteY14" fmla="*/ 523373 h 606599"/>
              <a:gd name="connsiteX15" fmla="*/ 294638 w 586572"/>
              <a:gd name="connsiteY15" fmla="*/ 606599 h 606599"/>
              <a:gd name="connsiteX16" fmla="*/ 0 w 586572"/>
              <a:gd name="connsiteY16" fmla="*/ 312483 h 606599"/>
              <a:gd name="connsiteX17" fmla="*/ 29255 w 586572"/>
              <a:gd name="connsiteY17" fmla="*/ 283268 h 606599"/>
              <a:gd name="connsiteX18" fmla="*/ 516465 w 586572"/>
              <a:gd name="connsiteY18" fmla="*/ 167823 h 606599"/>
              <a:gd name="connsiteX19" fmla="*/ 566499 w 586572"/>
              <a:gd name="connsiteY19" fmla="*/ 331540 h 606599"/>
              <a:gd name="connsiteX20" fmla="*/ 537241 w 586572"/>
              <a:gd name="connsiteY20" fmla="*/ 360749 h 606599"/>
              <a:gd name="connsiteX21" fmla="*/ 507983 w 586572"/>
              <a:gd name="connsiteY21" fmla="*/ 331540 h 606599"/>
              <a:gd name="connsiteX22" fmla="*/ 476881 w 586572"/>
              <a:gd name="connsiteY22" fmla="*/ 214705 h 606599"/>
              <a:gd name="connsiteX23" fmla="*/ 272017 w 586572"/>
              <a:gd name="connsiteY23" fmla="*/ 37418 h 606599"/>
              <a:gd name="connsiteX24" fmla="*/ 434894 w 586572"/>
              <a:gd name="connsiteY24" fmla="*/ 86644 h 606599"/>
              <a:gd name="connsiteX25" fmla="*/ 397033 w 586572"/>
              <a:gd name="connsiteY25" fmla="*/ 131696 h 606599"/>
              <a:gd name="connsiteX26" fmla="*/ 272017 w 586572"/>
              <a:gd name="connsiteY26" fmla="*/ 95851 h 606599"/>
              <a:gd name="connsiteX27" fmla="*/ 115163 w 586572"/>
              <a:gd name="connsiteY27" fmla="*/ 155389 h 606599"/>
              <a:gd name="connsiteX28" fmla="*/ 132495 w 586572"/>
              <a:gd name="connsiteY28" fmla="*/ 167910 h 606599"/>
              <a:gd name="connsiteX29" fmla="*/ 136183 w 586572"/>
              <a:gd name="connsiteY29" fmla="*/ 175890 h 606599"/>
              <a:gd name="connsiteX30" fmla="*/ 131020 w 586572"/>
              <a:gd name="connsiteY30" fmla="*/ 183009 h 606599"/>
              <a:gd name="connsiteX31" fmla="*/ 35383 w 586572"/>
              <a:gd name="connsiteY31" fmla="*/ 226098 h 606599"/>
              <a:gd name="connsiteX32" fmla="*/ 31818 w 586572"/>
              <a:gd name="connsiteY32" fmla="*/ 226957 h 606599"/>
              <a:gd name="connsiteX33" fmla="*/ 26656 w 586572"/>
              <a:gd name="connsiteY33" fmla="*/ 225238 h 606599"/>
              <a:gd name="connsiteX34" fmla="*/ 23091 w 586572"/>
              <a:gd name="connsiteY34" fmla="*/ 217259 h 606599"/>
              <a:gd name="connsiteX35" fmla="*/ 33417 w 586572"/>
              <a:gd name="connsiteY35" fmla="*/ 113037 h 606599"/>
              <a:gd name="connsiteX36" fmla="*/ 38457 w 586572"/>
              <a:gd name="connsiteY36" fmla="*/ 105917 h 606599"/>
              <a:gd name="connsiteX37" fmla="*/ 47184 w 586572"/>
              <a:gd name="connsiteY37" fmla="*/ 106777 h 606599"/>
              <a:gd name="connsiteX38" fmla="*/ 66607 w 586572"/>
              <a:gd name="connsiteY38" fmla="*/ 120648 h 606599"/>
              <a:gd name="connsiteX39" fmla="*/ 272017 w 586572"/>
              <a:gd name="connsiteY39" fmla="*/ 37418 h 606599"/>
              <a:gd name="connsiteX40" fmla="*/ 550942 w 586572"/>
              <a:gd name="connsiteY40" fmla="*/ 117 h 606599"/>
              <a:gd name="connsiteX41" fmla="*/ 574881 w 586572"/>
              <a:gd name="connsiteY41" fmla="*/ 7727 h 606599"/>
              <a:gd name="connsiteX42" fmla="*/ 578937 w 586572"/>
              <a:gd name="connsiteY42" fmla="*/ 53756 h 606599"/>
              <a:gd name="connsiteX43" fmla="*/ 308274 w 586572"/>
              <a:gd name="connsiteY43" fmla="*/ 375339 h 606599"/>
              <a:gd name="connsiteX44" fmla="*/ 283076 w 586572"/>
              <a:gd name="connsiteY44" fmla="*/ 386999 h 606599"/>
              <a:gd name="connsiteX45" fmla="*/ 266605 w 586572"/>
              <a:gd name="connsiteY45" fmla="*/ 382580 h 606599"/>
              <a:gd name="connsiteX46" fmla="*/ 115171 w 586572"/>
              <a:gd name="connsiteY46" fmla="*/ 294084 h 606599"/>
              <a:gd name="connsiteX47" fmla="*/ 103494 w 586572"/>
              <a:gd name="connsiteY47" fmla="*/ 249283 h 606599"/>
              <a:gd name="connsiteX48" fmla="*/ 148359 w 586572"/>
              <a:gd name="connsiteY48" fmla="*/ 237622 h 606599"/>
              <a:gd name="connsiteX49" fmla="*/ 283321 w 586572"/>
              <a:gd name="connsiteY49" fmla="*/ 313109 h 606599"/>
              <a:gd name="connsiteX50" fmla="*/ 528664 w 586572"/>
              <a:gd name="connsiteY50" fmla="*/ 11655 h 606599"/>
              <a:gd name="connsiteX51" fmla="*/ 550942 w 586572"/>
              <a:gd name="connsiteY51" fmla="*/ 117 h 606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86572" h="606599">
                <a:moveTo>
                  <a:pt x="29255" y="283268"/>
                </a:moveTo>
                <a:cubicBezTo>
                  <a:pt x="45480" y="283268"/>
                  <a:pt x="58510" y="296403"/>
                  <a:pt x="58510" y="312483"/>
                </a:cubicBezTo>
                <a:cubicBezTo>
                  <a:pt x="58510" y="442478"/>
                  <a:pt x="164466" y="548291"/>
                  <a:pt x="294638" y="548291"/>
                </a:cubicBezTo>
                <a:cubicBezTo>
                  <a:pt x="352533" y="548291"/>
                  <a:pt x="408461" y="526810"/>
                  <a:pt x="451483" y="488634"/>
                </a:cubicBezTo>
                <a:lnTo>
                  <a:pt x="434028" y="476235"/>
                </a:lnTo>
                <a:cubicBezTo>
                  <a:pt x="431570" y="474394"/>
                  <a:pt x="430218" y="471325"/>
                  <a:pt x="430464" y="468257"/>
                </a:cubicBezTo>
                <a:cubicBezTo>
                  <a:pt x="430832" y="465065"/>
                  <a:pt x="432676" y="462364"/>
                  <a:pt x="435626" y="461137"/>
                </a:cubicBezTo>
                <a:lnTo>
                  <a:pt x="531257" y="417928"/>
                </a:lnTo>
                <a:cubicBezTo>
                  <a:pt x="532364" y="417437"/>
                  <a:pt x="533593" y="417191"/>
                  <a:pt x="534822" y="417191"/>
                </a:cubicBezTo>
                <a:cubicBezTo>
                  <a:pt x="536666" y="417191"/>
                  <a:pt x="538387" y="417682"/>
                  <a:pt x="539985" y="418787"/>
                </a:cubicBezTo>
                <a:cubicBezTo>
                  <a:pt x="542443" y="420628"/>
                  <a:pt x="543918" y="423697"/>
                  <a:pt x="543549" y="426766"/>
                </a:cubicBezTo>
                <a:lnTo>
                  <a:pt x="533224" y="531106"/>
                </a:lnTo>
                <a:cubicBezTo>
                  <a:pt x="532855" y="534175"/>
                  <a:pt x="530889" y="536875"/>
                  <a:pt x="528062" y="538226"/>
                </a:cubicBezTo>
                <a:cubicBezTo>
                  <a:pt x="525234" y="539453"/>
                  <a:pt x="521916" y="539208"/>
                  <a:pt x="519334" y="537366"/>
                </a:cubicBezTo>
                <a:lnTo>
                  <a:pt x="499913" y="523373"/>
                </a:lnTo>
                <a:cubicBezTo>
                  <a:pt x="445214" y="576525"/>
                  <a:pt x="371216" y="606599"/>
                  <a:pt x="294638" y="606599"/>
                </a:cubicBezTo>
                <a:cubicBezTo>
                  <a:pt x="132261" y="606599"/>
                  <a:pt x="0" y="474640"/>
                  <a:pt x="0" y="312483"/>
                </a:cubicBezTo>
                <a:cubicBezTo>
                  <a:pt x="0" y="296403"/>
                  <a:pt x="13152" y="283268"/>
                  <a:pt x="29255" y="283268"/>
                </a:cubicBezTo>
                <a:close/>
                <a:moveTo>
                  <a:pt x="516465" y="167823"/>
                </a:moveTo>
                <a:cubicBezTo>
                  <a:pt x="548059" y="214582"/>
                  <a:pt x="566499" y="271036"/>
                  <a:pt x="566499" y="331540"/>
                </a:cubicBezTo>
                <a:cubicBezTo>
                  <a:pt x="566499" y="347740"/>
                  <a:pt x="553468" y="360749"/>
                  <a:pt x="537241" y="360749"/>
                </a:cubicBezTo>
                <a:cubicBezTo>
                  <a:pt x="521137" y="360749"/>
                  <a:pt x="507983" y="347740"/>
                  <a:pt x="507983" y="331540"/>
                </a:cubicBezTo>
                <a:cubicBezTo>
                  <a:pt x="507983" y="289077"/>
                  <a:pt x="496673" y="249191"/>
                  <a:pt x="476881" y="214705"/>
                </a:cubicBezTo>
                <a:close/>
                <a:moveTo>
                  <a:pt x="272017" y="37418"/>
                </a:moveTo>
                <a:cubicBezTo>
                  <a:pt x="332128" y="37418"/>
                  <a:pt x="388182" y="55586"/>
                  <a:pt x="434894" y="86644"/>
                </a:cubicBezTo>
                <a:lnTo>
                  <a:pt x="397033" y="131696"/>
                </a:lnTo>
                <a:cubicBezTo>
                  <a:pt x="360769" y="108986"/>
                  <a:pt x="317868" y="95851"/>
                  <a:pt x="272017" y="95851"/>
                </a:cubicBezTo>
                <a:cubicBezTo>
                  <a:pt x="214118" y="95851"/>
                  <a:pt x="158064" y="117334"/>
                  <a:pt x="115163" y="155389"/>
                </a:cubicBezTo>
                <a:lnTo>
                  <a:pt x="132495" y="167910"/>
                </a:lnTo>
                <a:cubicBezTo>
                  <a:pt x="135077" y="169629"/>
                  <a:pt x="136429" y="172698"/>
                  <a:pt x="136183" y="175890"/>
                </a:cubicBezTo>
                <a:cubicBezTo>
                  <a:pt x="135814" y="178958"/>
                  <a:pt x="133847" y="181659"/>
                  <a:pt x="131020" y="183009"/>
                </a:cubicBezTo>
                <a:lnTo>
                  <a:pt x="35383" y="226098"/>
                </a:lnTo>
                <a:cubicBezTo>
                  <a:pt x="34277" y="226589"/>
                  <a:pt x="33048" y="226957"/>
                  <a:pt x="31818" y="226957"/>
                </a:cubicBezTo>
                <a:cubicBezTo>
                  <a:pt x="29975" y="226957"/>
                  <a:pt x="28131" y="226343"/>
                  <a:pt x="26656" y="225238"/>
                </a:cubicBezTo>
                <a:cubicBezTo>
                  <a:pt x="24074" y="223397"/>
                  <a:pt x="22722" y="220451"/>
                  <a:pt x="23091" y="217259"/>
                </a:cubicBezTo>
                <a:lnTo>
                  <a:pt x="33417" y="113037"/>
                </a:lnTo>
                <a:cubicBezTo>
                  <a:pt x="33662" y="109845"/>
                  <a:pt x="35629" y="107145"/>
                  <a:pt x="38457" y="105917"/>
                </a:cubicBezTo>
                <a:cubicBezTo>
                  <a:pt x="41407" y="104567"/>
                  <a:pt x="44726" y="104935"/>
                  <a:pt x="47184" y="106777"/>
                </a:cubicBezTo>
                <a:lnTo>
                  <a:pt x="66607" y="120648"/>
                </a:lnTo>
                <a:cubicBezTo>
                  <a:pt x="121432" y="67617"/>
                  <a:pt x="195311" y="37418"/>
                  <a:pt x="272017" y="37418"/>
                </a:cubicBezTo>
                <a:close/>
                <a:moveTo>
                  <a:pt x="550942" y="117"/>
                </a:moveTo>
                <a:cubicBezTo>
                  <a:pt x="559301" y="-588"/>
                  <a:pt x="567936" y="1897"/>
                  <a:pt x="574881" y="7727"/>
                </a:cubicBezTo>
                <a:cubicBezTo>
                  <a:pt x="588770" y="19265"/>
                  <a:pt x="590491" y="39886"/>
                  <a:pt x="578937" y="53756"/>
                </a:cubicBezTo>
                <a:lnTo>
                  <a:pt x="308274" y="375339"/>
                </a:lnTo>
                <a:cubicBezTo>
                  <a:pt x="301759" y="382949"/>
                  <a:pt x="292540" y="386999"/>
                  <a:pt x="283076" y="386999"/>
                </a:cubicBezTo>
                <a:cubicBezTo>
                  <a:pt x="277421" y="386999"/>
                  <a:pt x="271767" y="385526"/>
                  <a:pt x="266605" y="382580"/>
                </a:cubicBezTo>
                <a:lnTo>
                  <a:pt x="115171" y="294084"/>
                </a:lnTo>
                <a:cubicBezTo>
                  <a:pt x="99560" y="285001"/>
                  <a:pt x="94275" y="264871"/>
                  <a:pt x="103494" y="249283"/>
                </a:cubicBezTo>
                <a:cubicBezTo>
                  <a:pt x="112590" y="233695"/>
                  <a:pt x="132748" y="228417"/>
                  <a:pt x="148359" y="237622"/>
                </a:cubicBezTo>
                <a:lnTo>
                  <a:pt x="283321" y="313109"/>
                </a:lnTo>
                <a:lnTo>
                  <a:pt x="528664" y="11655"/>
                </a:lnTo>
                <a:cubicBezTo>
                  <a:pt x="534502" y="4720"/>
                  <a:pt x="542584" y="823"/>
                  <a:pt x="550942" y="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9" name="leadership_30355"/>
          <p:cNvSpPr>
            <a:spLocks noChangeAspect="1"/>
          </p:cNvSpPr>
          <p:nvPr/>
        </p:nvSpPr>
        <p:spPr bwMode="auto">
          <a:xfrm>
            <a:off x="3702178" y="3152373"/>
            <a:ext cx="603184" cy="609685"/>
          </a:xfrm>
          <a:custGeom>
            <a:avLst/>
            <a:gdLst>
              <a:gd name="connsiteX0" fmla="*/ 377617 w 590967"/>
              <a:gd name="connsiteY0" fmla="*/ 433483 h 597336"/>
              <a:gd name="connsiteX1" fmla="*/ 377617 w 590967"/>
              <a:gd name="connsiteY1" fmla="*/ 489010 h 597336"/>
              <a:gd name="connsiteX2" fmla="*/ 274094 w 590967"/>
              <a:gd name="connsiteY2" fmla="*/ 597336 h 597336"/>
              <a:gd name="connsiteX3" fmla="*/ 219974 w 590967"/>
              <a:gd name="connsiteY3" fmla="*/ 539331 h 597336"/>
              <a:gd name="connsiteX4" fmla="*/ 219974 w 590967"/>
              <a:gd name="connsiteY4" fmla="*/ 483556 h 597336"/>
              <a:gd name="connsiteX5" fmla="*/ 274342 w 590967"/>
              <a:gd name="connsiteY5" fmla="*/ 541810 h 597336"/>
              <a:gd name="connsiteX6" fmla="*/ 485831 w 590967"/>
              <a:gd name="connsiteY6" fmla="*/ 179166 h 597336"/>
              <a:gd name="connsiteX7" fmla="*/ 490299 w 590967"/>
              <a:gd name="connsiteY7" fmla="*/ 187841 h 597336"/>
              <a:gd name="connsiteX8" fmla="*/ 478881 w 590967"/>
              <a:gd name="connsiteY8" fmla="*/ 276823 h 597336"/>
              <a:gd name="connsiteX9" fmla="*/ 492533 w 590967"/>
              <a:gd name="connsiteY9" fmla="*/ 300369 h 597336"/>
              <a:gd name="connsiteX10" fmla="*/ 506184 w 590967"/>
              <a:gd name="connsiteY10" fmla="*/ 276823 h 597336"/>
              <a:gd name="connsiteX11" fmla="*/ 494766 w 590967"/>
              <a:gd name="connsiteY11" fmla="*/ 187841 h 597336"/>
              <a:gd name="connsiteX12" fmla="*/ 499234 w 590967"/>
              <a:gd name="connsiteY12" fmla="*/ 179166 h 597336"/>
              <a:gd name="connsiteX13" fmla="*/ 566251 w 590967"/>
              <a:gd name="connsiteY13" fmla="*/ 193542 h 597336"/>
              <a:gd name="connsiteX14" fmla="*/ 568733 w 590967"/>
              <a:gd name="connsiteY14" fmla="*/ 195029 h 597336"/>
              <a:gd name="connsiteX15" fmla="*/ 571464 w 590967"/>
              <a:gd name="connsiteY15" fmla="*/ 196764 h 597336"/>
              <a:gd name="connsiteX16" fmla="*/ 573697 w 590967"/>
              <a:gd name="connsiteY16" fmla="*/ 199490 h 597336"/>
              <a:gd name="connsiteX17" fmla="*/ 575435 w 590967"/>
              <a:gd name="connsiteY17" fmla="*/ 201721 h 597336"/>
              <a:gd name="connsiteX18" fmla="*/ 576676 w 590967"/>
              <a:gd name="connsiteY18" fmla="*/ 205439 h 597336"/>
              <a:gd name="connsiteX19" fmla="*/ 577421 w 590967"/>
              <a:gd name="connsiteY19" fmla="*/ 207670 h 597336"/>
              <a:gd name="connsiteX20" fmla="*/ 590824 w 590967"/>
              <a:gd name="connsiteY20" fmla="*/ 329865 h 597336"/>
              <a:gd name="connsiteX21" fmla="*/ 575931 w 590967"/>
              <a:gd name="connsiteY21" fmla="*/ 348454 h 597336"/>
              <a:gd name="connsiteX22" fmla="*/ 573946 w 590967"/>
              <a:gd name="connsiteY22" fmla="*/ 348702 h 597336"/>
              <a:gd name="connsiteX23" fmla="*/ 557067 w 590967"/>
              <a:gd name="connsiteY23" fmla="*/ 333583 h 597336"/>
              <a:gd name="connsiteX24" fmla="*/ 544905 w 590967"/>
              <a:gd name="connsiteY24" fmla="*/ 222294 h 597336"/>
              <a:gd name="connsiteX25" fmla="*/ 539941 w 590967"/>
              <a:gd name="connsiteY25" fmla="*/ 220806 h 597336"/>
              <a:gd name="connsiteX26" fmla="*/ 539941 w 590967"/>
              <a:gd name="connsiteY26" fmla="*/ 336805 h 597336"/>
              <a:gd name="connsiteX27" fmla="*/ 553592 w 590967"/>
              <a:gd name="connsiteY27" fmla="*/ 504606 h 597336"/>
              <a:gd name="connsiteX28" fmla="*/ 534977 w 590967"/>
              <a:gd name="connsiteY28" fmla="*/ 526418 h 597336"/>
              <a:gd name="connsiteX29" fmla="*/ 533239 w 590967"/>
              <a:gd name="connsiteY29" fmla="*/ 526418 h 597336"/>
              <a:gd name="connsiteX30" fmla="*/ 512886 w 590967"/>
              <a:gd name="connsiteY30" fmla="*/ 507829 h 597336"/>
              <a:gd name="connsiteX31" fmla="*/ 500724 w 590967"/>
              <a:gd name="connsiteY31" fmla="*/ 356138 h 597336"/>
              <a:gd name="connsiteX32" fmla="*/ 492533 w 590967"/>
              <a:gd name="connsiteY32" fmla="*/ 357873 h 597336"/>
              <a:gd name="connsiteX33" fmla="*/ 484342 w 590967"/>
              <a:gd name="connsiteY33" fmla="*/ 356138 h 597336"/>
              <a:gd name="connsiteX34" fmla="*/ 472179 w 590967"/>
              <a:gd name="connsiteY34" fmla="*/ 507829 h 597336"/>
              <a:gd name="connsiteX35" fmla="*/ 451826 w 590967"/>
              <a:gd name="connsiteY35" fmla="*/ 526418 h 597336"/>
              <a:gd name="connsiteX36" fmla="*/ 450089 w 590967"/>
              <a:gd name="connsiteY36" fmla="*/ 526418 h 597336"/>
              <a:gd name="connsiteX37" fmla="*/ 431473 w 590967"/>
              <a:gd name="connsiteY37" fmla="*/ 504606 h 597336"/>
              <a:gd name="connsiteX38" fmla="*/ 444876 w 590967"/>
              <a:gd name="connsiteY38" fmla="*/ 336805 h 597336"/>
              <a:gd name="connsiteX39" fmla="*/ 444876 w 590967"/>
              <a:gd name="connsiteY39" fmla="*/ 220806 h 597336"/>
              <a:gd name="connsiteX40" fmla="*/ 440160 w 590967"/>
              <a:gd name="connsiteY40" fmla="*/ 222294 h 597336"/>
              <a:gd name="connsiteX41" fmla="*/ 427750 w 590967"/>
              <a:gd name="connsiteY41" fmla="*/ 333583 h 597336"/>
              <a:gd name="connsiteX42" fmla="*/ 411119 w 590967"/>
              <a:gd name="connsiteY42" fmla="*/ 348702 h 597336"/>
              <a:gd name="connsiteX43" fmla="*/ 409134 w 590967"/>
              <a:gd name="connsiteY43" fmla="*/ 348454 h 597336"/>
              <a:gd name="connsiteX44" fmla="*/ 393993 w 590967"/>
              <a:gd name="connsiteY44" fmla="*/ 329865 h 597336"/>
              <a:gd name="connsiteX45" fmla="*/ 407644 w 590967"/>
              <a:gd name="connsiteY45" fmla="*/ 207670 h 597336"/>
              <a:gd name="connsiteX46" fmla="*/ 408389 w 590967"/>
              <a:gd name="connsiteY46" fmla="*/ 205439 h 597336"/>
              <a:gd name="connsiteX47" fmla="*/ 409630 w 590967"/>
              <a:gd name="connsiteY47" fmla="*/ 201721 h 597336"/>
              <a:gd name="connsiteX48" fmla="*/ 411119 w 590967"/>
              <a:gd name="connsiteY48" fmla="*/ 199490 h 597336"/>
              <a:gd name="connsiteX49" fmla="*/ 413602 w 590967"/>
              <a:gd name="connsiteY49" fmla="*/ 196764 h 597336"/>
              <a:gd name="connsiteX50" fmla="*/ 416084 w 590967"/>
              <a:gd name="connsiteY50" fmla="*/ 195277 h 597336"/>
              <a:gd name="connsiteX51" fmla="*/ 418814 w 590967"/>
              <a:gd name="connsiteY51" fmla="*/ 193542 h 597336"/>
              <a:gd name="connsiteX52" fmla="*/ 485831 w 590967"/>
              <a:gd name="connsiteY52" fmla="*/ 179166 h 597336"/>
              <a:gd name="connsiteX53" fmla="*/ 91919 w 590967"/>
              <a:gd name="connsiteY53" fmla="*/ 179166 h 597336"/>
              <a:gd name="connsiteX54" fmla="*/ 96138 w 590967"/>
              <a:gd name="connsiteY54" fmla="*/ 187841 h 597336"/>
              <a:gd name="connsiteX55" fmla="*/ 96386 w 590967"/>
              <a:gd name="connsiteY55" fmla="*/ 187841 h 597336"/>
              <a:gd name="connsiteX56" fmla="*/ 84970 w 590967"/>
              <a:gd name="connsiteY56" fmla="*/ 276823 h 597336"/>
              <a:gd name="connsiteX57" fmla="*/ 98620 w 590967"/>
              <a:gd name="connsiteY57" fmla="*/ 300369 h 597336"/>
              <a:gd name="connsiteX58" fmla="*/ 112021 w 590967"/>
              <a:gd name="connsiteY58" fmla="*/ 276823 h 597336"/>
              <a:gd name="connsiteX59" fmla="*/ 100605 w 590967"/>
              <a:gd name="connsiteY59" fmla="*/ 187841 h 597336"/>
              <a:gd name="connsiteX60" fmla="*/ 100853 w 590967"/>
              <a:gd name="connsiteY60" fmla="*/ 187841 h 597336"/>
              <a:gd name="connsiteX61" fmla="*/ 105072 w 590967"/>
              <a:gd name="connsiteY61" fmla="*/ 179166 h 597336"/>
              <a:gd name="connsiteX62" fmla="*/ 172077 w 590967"/>
              <a:gd name="connsiteY62" fmla="*/ 193542 h 597336"/>
              <a:gd name="connsiteX63" fmla="*/ 174807 w 590967"/>
              <a:gd name="connsiteY63" fmla="*/ 195029 h 597336"/>
              <a:gd name="connsiteX64" fmla="*/ 177289 w 590967"/>
              <a:gd name="connsiteY64" fmla="*/ 196764 h 597336"/>
              <a:gd name="connsiteX65" fmla="*/ 179771 w 590967"/>
              <a:gd name="connsiteY65" fmla="*/ 199490 h 597336"/>
              <a:gd name="connsiteX66" fmla="*/ 181508 w 590967"/>
              <a:gd name="connsiteY66" fmla="*/ 201721 h 597336"/>
              <a:gd name="connsiteX67" fmla="*/ 182500 w 590967"/>
              <a:gd name="connsiteY67" fmla="*/ 205439 h 597336"/>
              <a:gd name="connsiteX68" fmla="*/ 183245 w 590967"/>
              <a:gd name="connsiteY68" fmla="*/ 207670 h 597336"/>
              <a:gd name="connsiteX69" fmla="*/ 196894 w 590967"/>
              <a:gd name="connsiteY69" fmla="*/ 329865 h 597336"/>
              <a:gd name="connsiteX70" fmla="*/ 181756 w 590967"/>
              <a:gd name="connsiteY70" fmla="*/ 348454 h 597336"/>
              <a:gd name="connsiteX71" fmla="*/ 180019 w 590967"/>
              <a:gd name="connsiteY71" fmla="*/ 348702 h 597336"/>
              <a:gd name="connsiteX72" fmla="*/ 163143 w 590967"/>
              <a:gd name="connsiteY72" fmla="*/ 333583 h 597336"/>
              <a:gd name="connsiteX73" fmla="*/ 150735 w 590967"/>
              <a:gd name="connsiteY73" fmla="*/ 222294 h 597336"/>
              <a:gd name="connsiteX74" fmla="*/ 146020 w 590967"/>
              <a:gd name="connsiteY74" fmla="*/ 220806 h 597336"/>
              <a:gd name="connsiteX75" fmla="*/ 146020 w 590967"/>
              <a:gd name="connsiteY75" fmla="*/ 336805 h 597336"/>
              <a:gd name="connsiteX76" fmla="*/ 159669 w 590967"/>
              <a:gd name="connsiteY76" fmla="*/ 504606 h 597336"/>
              <a:gd name="connsiteX77" fmla="*/ 140808 w 590967"/>
              <a:gd name="connsiteY77" fmla="*/ 526418 h 597336"/>
              <a:gd name="connsiteX78" fmla="*/ 139319 w 590967"/>
              <a:gd name="connsiteY78" fmla="*/ 526418 h 597336"/>
              <a:gd name="connsiteX79" fmla="*/ 118969 w 590967"/>
              <a:gd name="connsiteY79" fmla="*/ 507829 h 597336"/>
              <a:gd name="connsiteX80" fmla="*/ 106809 w 590967"/>
              <a:gd name="connsiteY80" fmla="*/ 356138 h 597336"/>
              <a:gd name="connsiteX81" fmla="*/ 98620 w 590967"/>
              <a:gd name="connsiteY81" fmla="*/ 357873 h 597336"/>
              <a:gd name="connsiteX82" fmla="*/ 90182 w 590967"/>
              <a:gd name="connsiteY82" fmla="*/ 356138 h 597336"/>
              <a:gd name="connsiteX83" fmla="*/ 78022 w 590967"/>
              <a:gd name="connsiteY83" fmla="*/ 507829 h 597336"/>
              <a:gd name="connsiteX84" fmla="*/ 57672 w 590967"/>
              <a:gd name="connsiteY84" fmla="*/ 526418 h 597336"/>
              <a:gd name="connsiteX85" fmla="*/ 56183 w 590967"/>
              <a:gd name="connsiteY85" fmla="*/ 526418 h 597336"/>
              <a:gd name="connsiteX86" fmla="*/ 37322 w 590967"/>
              <a:gd name="connsiteY86" fmla="*/ 504606 h 597336"/>
              <a:gd name="connsiteX87" fmla="*/ 50971 w 590967"/>
              <a:gd name="connsiteY87" fmla="*/ 336805 h 597336"/>
              <a:gd name="connsiteX88" fmla="*/ 50971 w 590967"/>
              <a:gd name="connsiteY88" fmla="*/ 220806 h 597336"/>
              <a:gd name="connsiteX89" fmla="*/ 46256 w 590967"/>
              <a:gd name="connsiteY89" fmla="*/ 222294 h 597336"/>
              <a:gd name="connsiteX90" fmla="*/ 33848 w 590967"/>
              <a:gd name="connsiteY90" fmla="*/ 333583 h 597336"/>
              <a:gd name="connsiteX91" fmla="*/ 16972 w 590967"/>
              <a:gd name="connsiteY91" fmla="*/ 348702 h 597336"/>
              <a:gd name="connsiteX92" fmla="*/ 14987 w 590967"/>
              <a:gd name="connsiteY92" fmla="*/ 348454 h 597336"/>
              <a:gd name="connsiteX93" fmla="*/ 97 w 590967"/>
              <a:gd name="connsiteY93" fmla="*/ 329865 h 597336"/>
              <a:gd name="connsiteX94" fmla="*/ 13746 w 590967"/>
              <a:gd name="connsiteY94" fmla="*/ 207670 h 597336"/>
              <a:gd name="connsiteX95" fmla="*/ 14490 w 590967"/>
              <a:gd name="connsiteY95" fmla="*/ 205439 h 597336"/>
              <a:gd name="connsiteX96" fmla="*/ 15483 w 590967"/>
              <a:gd name="connsiteY96" fmla="*/ 201721 h 597336"/>
              <a:gd name="connsiteX97" fmla="*/ 17220 w 590967"/>
              <a:gd name="connsiteY97" fmla="*/ 199490 h 597336"/>
              <a:gd name="connsiteX98" fmla="*/ 19702 w 590967"/>
              <a:gd name="connsiteY98" fmla="*/ 196764 h 597336"/>
              <a:gd name="connsiteX99" fmla="*/ 22184 w 590967"/>
              <a:gd name="connsiteY99" fmla="*/ 195277 h 597336"/>
              <a:gd name="connsiteX100" fmla="*/ 24665 w 590967"/>
              <a:gd name="connsiteY100" fmla="*/ 193542 h 597336"/>
              <a:gd name="connsiteX101" fmla="*/ 91919 w 590967"/>
              <a:gd name="connsiteY101" fmla="*/ 179166 h 597336"/>
              <a:gd name="connsiteX102" fmla="*/ 295459 w 590967"/>
              <a:gd name="connsiteY102" fmla="*/ 112516 h 597336"/>
              <a:gd name="connsiteX103" fmla="*/ 284537 w 590967"/>
              <a:gd name="connsiteY103" fmla="*/ 197274 h 597336"/>
              <a:gd name="connsiteX104" fmla="*/ 295459 w 590967"/>
              <a:gd name="connsiteY104" fmla="*/ 216357 h 597336"/>
              <a:gd name="connsiteX105" fmla="*/ 306381 w 590967"/>
              <a:gd name="connsiteY105" fmla="*/ 197274 h 597336"/>
              <a:gd name="connsiteX106" fmla="*/ 287268 w 590967"/>
              <a:gd name="connsiteY106" fmla="*/ 102850 h 597336"/>
              <a:gd name="connsiteX107" fmla="*/ 222729 w 590967"/>
              <a:gd name="connsiteY107" fmla="*/ 116977 h 597336"/>
              <a:gd name="connsiteX108" fmla="*/ 221488 w 590967"/>
              <a:gd name="connsiteY108" fmla="*/ 117720 h 597336"/>
              <a:gd name="connsiteX109" fmla="*/ 220495 w 590967"/>
              <a:gd name="connsiteY109" fmla="*/ 118464 h 597336"/>
              <a:gd name="connsiteX110" fmla="*/ 219502 w 590967"/>
              <a:gd name="connsiteY110" fmla="*/ 118959 h 597336"/>
              <a:gd name="connsiteX111" fmla="*/ 218261 w 590967"/>
              <a:gd name="connsiteY111" fmla="*/ 119703 h 597336"/>
              <a:gd name="connsiteX112" fmla="*/ 216523 w 590967"/>
              <a:gd name="connsiteY112" fmla="*/ 121933 h 597336"/>
              <a:gd name="connsiteX113" fmla="*/ 215779 w 590967"/>
              <a:gd name="connsiteY113" fmla="*/ 122924 h 597336"/>
              <a:gd name="connsiteX114" fmla="*/ 214786 w 590967"/>
              <a:gd name="connsiteY114" fmla="*/ 124164 h 597336"/>
              <a:gd name="connsiteX115" fmla="*/ 214041 w 590967"/>
              <a:gd name="connsiteY115" fmla="*/ 126642 h 597336"/>
              <a:gd name="connsiteX116" fmla="*/ 213545 w 590967"/>
              <a:gd name="connsiteY116" fmla="*/ 128377 h 597336"/>
              <a:gd name="connsiteX117" fmla="*/ 213297 w 590967"/>
              <a:gd name="connsiteY117" fmla="*/ 129120 h 597336"/>
              <a:gd name="connsiteX118" fmla="*/ 199644 w 590967"/>
              <a:gd name="connsiteY118" fmla="*/ 251054 h 597336"/>
              <a:gd name="connsiteX119" fmla="*/ 202623 w 590967"/>
              <a:gd name="connsiteY119" fmla="*/ 261710 h 597336"/>
              <a:gd name="connsiteX120" fmla="*/ 212304 w 590967"/>
              <a:gd name="connsiteY120" fmla="*/ 266915 h 597336"/>
              <a:gd name="connsiteX121" fmla="*/ 228190 w 590967"/>
              <a:gd name="connsiteY121" fmla="*/ 254275 h 597336"/>
              <a:gd name="connsiteX122" fmla="*/ 240850 w 590967"/>
              <a:gd name="connsiteY122" fmla="*/ 141512 h 597336"/>
              <a:gd name="connsiteX123" fmla="*/ 250530 w 590967"/>
              <a:gd name="connsiteY123" fmla="*/ 138538 h 597336"/>
              <a:gd name="connsiteX124" fmla="*/ 250530 w 590967"/>
              <a:gd name="connsiteY124" fmla="*/ 257745 h 597336"/>
              <a:gd name="connsiteX125" fmla="*/ 236878 w 590967"/>
              <a:gd name="connsiteY125" fmla="*/ 425775 h 597336"/>
              <a:gd name="connsiteX126" fmla="*/ 241098 w 590967"/>
              <a:gd name="connsiteY126" fmla="*/ 438663 h 597336"/>
              <a:gd name="connsiteX127" fmla="*/ 253261 w 590967"/>
              <a:gd name="connsiteY127" fmla="*/ 444858 h 597336"/>
              <a:gd name="connsiteX128" fmla="*/ 254750 w 590967"/>
              <a:gd name="connsiteY128" fmla="*/ 445106 h 597336"/>
              <a:gd name="connsiteX129" fmla="*/ 272374 w 590967"/>
              <a:gd name="connsiteY129" fmla="*/ 428749 h 597336"/>
              <a:gd name="connsiteX130" fmla="*/ 285034 w 590967"/>
              <a:gd name="connsiteY130" fmla="*/ 273358 h 597336"/>
              <a:gd name="connsiteX131" fmla="*/ 288261 w 590967"/>
              <a:gd name="connsiteY131" fmla="*/ 274845 h 597336"/>
              <a:gd name="connsiteX132" fmla="*/ 302658 w 590967"/>
              <a:gd name="connsiteY132" fmla="*/ 274845 h 597336"/>
              <a:gd name="connsiteX133" fmla="*/ 305885 w 590967"/>
              <a:gd name="connsiteY133" fmla="*/ 273358 h 597336"/>
              <a:gd name="connsiteX134" fmla="*/ 318544 w 590967"/>
              <a:gd name="connsiteY134" fmla="*/ 428749 h 597336"/>
              <a:gd name="connsiteX135" fmla="*/ 337658 w 590967"/>
              <a:gd name="connsiteY135" fmla="*/ 444858 h 597336"/>
              <a:gd name="connsiteX136" fmla="*/ 349821 w 590967"/>
              <a:gd name="connsiteY136" fmla="*/ 438663 h 597336"/>
              <a:gd name="connsiteX137" fmla="*/ 354040 w 590967"/>
              <a:gd name="connsiteY137" fmla="*/ 425775 h 597336"/>
              <a:gd name="connsiteX138" fmla="*/ 340388 w 590967"/>
              <a:gd name="connsiteY138" fmla="*/ 257993 h 597336"/>
              <a:gd name="connsiteX139" fmla="*/ 340388 w 590967"/>
              <a:gd name="connsiteY139" fmla="*/ 138538 h 597336"/>
              <a:gd name="connsiteX140" fmla="*/ 350069 w 590967"/>
              <a:gd name="connsiteY140" fmla="*/ 141512 h 597336"/>
              <a:gd name="connsiteX141" fmla="*/ 350317 w 590967"/>
              <a:gd name="connsiteY141" fmla="*/ 142999 h 597336"/>
              <a:gd name="connsiteX142" fmla="*/ 362728 w 590967"/>
              <a:gd name="connsiteY142" fmla="*/ 254275 h 597336"/>
              <a:gd name="connsiteX143" fmla="*/ 378615 w 590967"/>
              <a:gd name="connsiteY143" fmla="*/ 267163 h 597336"/>
              <a:gd name="connsiteX144" fmla="*/ 391274 w 590967"/>
              <a:gd name="connsiteY144" fmla="*/ 251301 h 597336"/>
              <a:gd name="connsiteX145" fmla="*/ 377870 w 590967"/>
              <a:gd name="connsiteY145" fmla="*/ 129120 h 597336"/>
              <a:gd name="connsiteX146" fmla="*/ 377622 w 590967"/>
              <a:gd name="connsiteY146" fmla="*/ 128377 h 597336"/>
              <a:gd name="connsiteX147" fmla="*/ 377125 w 590967"/>
              <a:gd name="connsiteY147" fmla="*/ 127138 h 597336"/>
              <a:gd name="connsiteX148" fmla="*/ 376132 w 590967"/>
              <a:gd name="connsiteY148" fmla="*/ 124164 h 597336"/>
              <a:gd name="connsiteX149" fmla="*/ 375388 w 590967"/>
              <a:gd name="connsiteY149" fmla="*/ 122924 h 597336"/>
              <a:gd name="connsiteX150" fmla="*/ 374643 w 590967"/>
              <a:gd name="connsiteY150" fmla="*/ 122181 h 597336"/>
              <a:gd name="connsiteX151" fmla="*/ 372657 w 590967"/>
              <a:gd name="connsiteY151" fmla="*/ 119703 h 597336"/>
              <a:gd name="connsiteX152" fmla="*/ 371416 w 590967"/>
              <a:gd name="connsiteY152" fmla="*/ 118959 h 597336"/>
              <a:gd name="connsiteX153" fmla="*/ 370423 w 590967"/>
              <a:gd name="connsiteY153" fmla="*/ 118464 h 597336"/>
              <a:gd name="connsiteX154" fmla="*/ 369430 w 590967"/>
              <a:gd name="connsiteY154" fmla="*/ 117720 h 597336"/>
              <a:gd name="connsiteX155" fmla="*/ 368437 w 590967"/>
              <a:gd name="connsiteY155" fmla="*/ 117224 h 597336"/>
              <a:gd name="connsiteX156" fmla="*/ 303651 w 590967"/>
              <a:gd name="connsiteY156" fmla="*/ 103098 h 597336"/>
              <a:gd name="connsiteX157" fmla="*/ 300424 w 590967"/>
              <a:gd name="connsiteY157" fmla="*/ 109542 h 597336"/>
              <a:gd name="connsiteX158" fmla="*/ 311842 w 590967"/>
              <a:gd name="connsiteY158" fmla="*/ 198513 h 597336"/>
              <a:gd name="connsiteX159" fmla="*/ 295459 w 590967"/>
              <a:gd name="connsiteY159" fmla="*/ 226766 h 597336"/>
              <a:gd name="connsiteX160" fmla="*/ 279325 w 590967"/>
              <a:gd name="connsiteY160" fmla="*/ 198265 h 597336"/>
              <a:gd name="connsiteX161" fmla="*/ 290743 w 590967"/>
              <a:gd name="connsiteY161" fmla="*/ 109542 h 597336"/>
              <a:gd name="connsiteX162" fmla="*/ 290991 w 590967"/>
              <a:gd name="connsiteY162" fmla="*/ 98637 h 597336"/>
              <a:gd name="connsiteX163" fmla="*/ 294963 w 590967"/>
              <a:gd name="connsiteY163" fmla="*/ 106320 h 597336"/>
              <a:gd name="connsiteX164" fmla="*/ 296204 w 590967"/>
              <a:gd name="connsiteY164" fmla="*/ 106320 h 597336"/>
              <a:gd name="connsiteX165" fmla="*/ 300176 w 590967"/>
              <a:gd name="connsiteY165" fmla="*/ 98637 h 597336"/>
              <a:gd name="connsiteX166" fmla="*/ 295459 w 590967"/>
              <a:gd name="connsiteY166" fmla="*/ 99133 h 597336"/>
              <a:gd name="connsiteX167" fmla="*/ 290991 w 590967"/>
              <a:gd name="connsiteY167" fmla="*/ 98637 h 597336"/>
              <a:gd name="connsiteX168" fmla="*/ 492532 w 590967"/>
              <a:gd name="connsiteY168" fmla="*/ 81574 h 597336"/>
              <a:gd name="connsiteX169" fmla="*/ 535471 w 590967"/>
              <a:gd name="connsiteY169" fmla="*/ 124446 h 597336"/>
              <a:gd name="connsiteX170" fmla="*/ 492532 w 590967"/>
              <a:gd name="connsiteY170" fmla="*/ 175497 h 597336"/>
              <a:gd name="connsiteX171" fmla="*/ 449593 w 590967"/>
              <a:gd name="connsiteY171" fmla="*/ 124446 h 597336"/>
              <a:gd name="connsiteX172" fmla="*/ 492532 w 590967"/>
              <a:gd name="connsiteY172" fmla="*/ 81574 h 597336"/>
              <a:gd name="connsiteX173" fmla="*/ 98371 w 590967"/>
              <a:gd name="connsiteY173" fmla="*/ 81574 h 597336"/>
              <a:gd name="connsiteX174" fmla="*/ 141575 w 590967"/>
              <a:gd name="connsiteY174" fmla="*/ 124446 h 597336"/>
              <a:gd name="connsiteX175" fmla="*/ 98371 w 590967"/>
              <a:gd name="connsiteY175" fmla="*/ 175497 h 597336"/>
              <a:gd name="connsiteX176" fmla="*/ 55415 w 590967"/>
              <a:gd name="connsiteY176" fmla="*/ 124446 h 597336"/>
              <a:gd name="connsiteX177" fmla="*/ 98371 w 590967"/>
              <a:gd name="connsiteY177" fmla="*/ 81574 h 597336"/>
              <a:gd name="connsiteX178" fmla="*/ 295459 w 590967"/>
              <a:gd name="connsiteY178" fmla="*/ 5204 h 597336"/>
              <a:gd name="connsiteX179" fmla="*/ 255247 w 590967"/>
              <a:gd name="connsiteY179" fmla="*/ 45601 h 597336"/>
              <a:gd name="connsiteX180" fmla="*/ 295459 w 590967"/>
              <a:gd name="connsiteY180" fmla="*/ 94176 h 597336"/>
              <a:gd name="connsiteX181" fmla="*/ 335920 w 590967"/>
              <a:gd name="connsiteY181" fmla="*/ 45601 h 597336"/>
              <a:gd name="connsiteX182" fmla="*/ 295459 w 590967"/>
              <a:gd name="connsiteY182" fmla="*/ 5204 h 597336"/>
              <a:gd name="connsiteX183" fmla="*/ 295459 w 590967"/>
              <a:gd name="connsiteY183" fmla="*/ 0 h 597336"/>
              <a:gd name="connsiteX184" fmla="*/ 341133 w 590967"/>
              <a:gd name="connsiteY184" fmla="*/ 45353 h 597336"/>
              <a:gd name="connsiteX185" fmla="*/ 304644 w 590967"/>
              <a:gd name="connsiteY185" fmla="*/ 97893 h 597336"/>
              <a:gd name="connsiteX186" fmla="*/ 370175 w 590967"/>
              <a:gd name="connsiteY186" fmla="*/ 112268 h 597336"/>
              <a:gd name="connsiteX187" fmla="*/ 372409 w 590967"/>
              <a:gd name="connsiteY187" fmla="*/ 113507 h 597336"/>
              <a:gd name="connsiteX188" fmla="*/ 373154 w 590967"/>
              <a:gd name="connsiteY188" fmla="*/ 114003 h 597336"/>
              <a:gd name="connsiteX189" fmla="*/ 373898 w 590967"/>
              <a:gd name="connsiteY189" fmla="*/ 114498 h 597336"/>
              <a:gd name="connsiteX190" fmla="*/ 375884 w 590967"/>
              <a:gd name="connsiteY190" fmla="*/ 115737 h 597336"/>
              <a:gd name="connsiteX191" fmla="*/ 378615 w 590967"/>
              <a:gd name="connsiteY191" fmla="*/ 118711 h 597336"/>
              <a:gd name="connsiteX192" fmla="*/ 379359 w 590967"/>
              <a:gd name="connsiteY192" fmla="*/ 119703 h 597336"/>
              <a:gd name="connsiteX193" fmla="*/ 380601 w 590967"/>
              <a:gd name="connsiteY193" fmla="*/ 121685 h 597336"/>
              <a:gd name="connsiteX194" fmla="*/ 382090 w 590967"/>
              <a:gd name="connsiteY194" fmla="*/ 125403 h 597336"/>
              <a:gd name="connsiteX195" fmla="*/ 382338 w 590967"/>
              <a:gd name="connsiteY195" fmla="*/ 126394 h 597336"/>
              <a:gd name="connsiteX196" fmla="*/ 382835 w 590967"/>
              <a:gd name="connsiteY196" fmla="*/ 128377 h 597336"/>
              <a:gd name="connsiteX197" fmla="*/ 396487 w 590967"/>
              <a:gd name="connsiteY197" fmla="*/ 250558 h 597336"/>
              <a:gd name="connsiteX198" fmla="*/ 379111 w 590967"/>
              <a:gd name="connsiteY198" fmla="*/ 272119 h 597336"/>
              <a:gd name="connsiteX199" fmla="*/ 357516 w 590967"/>
              <a:gd name="connsiteY199" fmla="*/ 254771 h 597336"/>
              <a:gd name="connsiteX200" fmla="*/ 345601 w 590967"/>
              <a:gd name="connsiteY200" fmla="*/ 147460 h 597336"/>
              <a:gd name="connsiteX201" fmla="*/ 345601 w 590967"/>
              <a:gd name="connsiteY201" fmla="*/ 257745 h 597336"/>
              <a:gd name="connsiteX202" fmla="*/ 359253 w 590967"/>
              <a:gd name="connsiteY202" fmla="*/ 425279 h 597336"/>
              <a:gd name="connsiteX203" fmla="*/ 353792 w 590967"/>
              <a:gd name="connsiteY203" fmla="*/ 442132 h 597336"/>
              <a:gd name="connsiteX204" fmla="*/ 338154 w 590967"/>
              <a:gd name="connsiteY204" fmla="*/ 450063 h 597336"/>
              <a:gd name="connsiteX205" fmla="*/ 336168 w 590967"/>
              <a:gd name="connsiteY205" fmla="*/ 450063 h 597336"/>
              <a:gd name="connsiteX206" fmla="*/ 313331 w 590967"/>
              <a:gd name="connsiteY206" fmla="*/ 428997 h 597336"/>
              <a:gd name="connsiteX207" fmla="*/ 301417 w 590967"/>
              <a:gd name="connsiteY207" fmla="*/ 280793 h 597336"/>
              <a:gd name="connsiteX208" fmla="*/ 289502 w 590967"/>
              <a:gd name="connsiteY208" fmla="*/ 280793 h 597336"/>
              <a:gd name="connsiteX209" fmla="*/ 277587 w 590967"/>
              <a:gd name="connsiteY209" fmla="*/ 428997 h 597336"/>
              <a:gd name="connsiteX210" fmla="*/ 253013 w 590967"/>
              <a:gd name="connsiteY210" fmla="*/ 450063 h 597336"/>
              <a:gd name="connsiteX211" fmla="*/ 237374 w 590967"/>
              <a:gd name="connsiteY211" fmla="*/ 442132 h 597336"/>
              <a:gd name="connsiteX212" fmla="*/ 231914 w 590967"/>
              <a:gd name="connsiteY212" fmla="*/ 425279 h 597336"/>
              <a:gd name="connsiteX213" fmla="*/ 245318 w 590967"/>
              <a:gd name="connsiteY213" fmla="*/ 257497 h 597336"/>
              <a:gd name="connsiteX214" fmla="*/ 245318 w 590967"/>
              <a:gd name="connsiteY214" fmla="*/ 147460 h 597336"/>
              <a:gd name="connsiteX215" fmla="*/ 233403 w 590967"/>
              <a:gd name="connsiteY215" fmla="*/ 254771 h 597336"/>
              <a:gd name="connsiteX216" fmla="*/ 211807 w 590967"/>
              <a:gd name="connsiteY216" fmla="*/ 272119 h 597336"/>
              <a:gd name="connsiteX217" fmla="*/ 198651 w 590967"/>
              <a:gd name="connsiteY217" fmla="*/ 264932 h 597336"/>
              <a:gd name="connsiteX218" fmla="*/ 194680 w 590967"/>
              <a:gd name="connsiteY218" fmla="*/ 250558 h 597336"/>
              <a:gd name="connsiteX219" fmla="*/ 208084 w 590967"/>
              <a:gd name="connsiteY219" fmla="*/ 128377 h 597336"/>
              <a:gd name="connsiteX220" fmla="*/ 208580 w 590967"/>
              <a:gd name="connsiteY220" fmla="*/ 126394 h 597336"/>
              <a:gd name="connsiteX221" fmla="*/ 211311 w 590967"/>
              <a:gd name="connsiteY221" fmla="*/ 126394 h 597336"/>
              <a:gd name="connsiteX222" fmla="*/ 209077 w 590967"/>
              <a:gd name="connsiteY222" fmla="*/ 125403 h 597336"/>
              <a:gd name="connsiteX223" fmla="*/ 210318 w 590967"/>
              <a:gd name="connsiteY223" fmla="*/ 121685 h 597336"/>
              <a:gd name="connsiteX224" fmla="*/ 211807 w 590967"/>
              <a:gd name="connsiteY224" fmla="*/ 119703 h 597336"/>
              <a:gd name="connsiteX225" fmla="*/ 212055 w 590967"/>
              <a:gd name="connsiteY225" fmla="*/ 119207 h 597336"/>
              <a:gd name="connsiteX226" fmla="*/ 215034 w 590967"/>
              <a:gd name="connsiteY226" fmla="*/ 115737 h 597336"/>
              <a:gd name="connsiteX227" fmla="*/ 217268 w 590967"/>
              <a:gd name="connsiteY227" fmla="*/ 114498 h 597336"/>
              <a:gd name="connsiteX228" fmla="*/ 217765 w 590967"/>
              <a:gd name="connsiteY228" fmla="*/ 114003 h 597336"/>
              <a:gd name="connsiteX229" fmla="*/ 218509 w 590967"/>
              <a:gd name="connsiteY229" fmla="*/ 113507 h 597336"/>
              <a:gd name="connsiteX230" fmla="*/ 220992 w 590967"/>
              <a:gd name="connsiteY230" fmla="*/ 112268 h 597336"/>
              <a:gd name="connsiteX231" fmla="*/ 286275 w 590967"/>
              <a:gd name="connsiteY231" fmla="*/ 97893 h 597336"/>
              <a:gd name="connsiteX232" fmla="*/ 250034 w 590967"/>
              <a:gd name="connsiteY232" fmla="*/ 45353 h 597336"/>
              <a:gd name="connsiteX233" fmla="*/ 295459 w 590967"/>
              <a:gd name="connsiteY233" fmla="*/ 0 h 597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</a:cxnLst>
            <a:rect l="l" t="t" r="r" b="b"/>
            <a:pathLst>
              <a:path w="590967" h="597336">
                <a:moveTo>
                  <a:pt x="377617" y="433483"/>
                </a:moveTo>
                <a:lnTo>
                  <a:pt x="377617" y="489010"/>
                </a:lnTo>
                <a:lnTo>
                  <a:pt x="274094" y="597336"/>
                </a:lnTo>
                <a:lnTo>
                  <a:pt x="219974" y="539331"/>
                </a:lnTo>
                <a:lnTo>
                  <a:pt x="219974" y="483556"/>
                </a:lnTo>
                <a:lnTo>
                  <a:pt x="274342" y="541810"/>
                </a:lnTo>
                <a:close/>
                <a:moveTo>
                  <a:pt x="485831" y="179166"/>
                </a:moveTo>
                <a:lnTo>
                  <a:pt x="490299" y="187841"/>
                </a:lnTo>
                <a:lnTo>
                  <a:pt x="478881" y="276823"/>
                </a:lnTo>
                <a:lnTo>
                  <a:pt x="492533" y="300369"/>
                </a:lnTo>
                <a:lnTo>
                  <a:pt x="506184" y="276823"/>
                </a:lnTo>
                <a:lnTo>
                  <a:pt x="494766" y="187841"/>
                </a:lnTo>
                <a:lnTo>
                  <a:pt x="499234" y="179166"/>
                </a:lnTo>
                <a:cubicBezTo>
                  <a:pt x="530509" y="180901"/>
                  <a:pt x="564762" y="193046"/>
                  <a:pt x="566251" y="193542"/>
                </a:cubicBezTo>
                <a:cubicBezTo>
                  <a:pt x="567244" y="194037"/>
                  <a:pt x="567989" y="194533"/>
                  <a:pt x="568733" y="195029"/>
                </a:cubicBezTo>
                <a:cubicBezTo>
                  <a:pt x="569726" y="195773"/>
                  <a:pt x="570719" y="196020"/>
                  <a:pt x="571464" y="196764"/>
                </a:cubicBezTo>
                <a:cubicBezTo>
                  <a:pt x="572456" y="197508"/>
                  <a:pt x="572953" y="198499"/>
                  <a:pt x="573697" y="199490"/>
                </a:cubicBezTo>
                <a:cubicBezTo>
                  <a:pt x="574442" y="200234"/>
                  <a:pt x="574939" y="200978"/>
                  <a:pt x="575435" y="201721"/>
                </a:cubicBezTo>
                <a:cubicBezTo>
                  <a:pt x="576180" y="202960"/>
                  <a:pt x="576180" y="204200"/>
                  <a:pt x="576676" y="205439"/>
                </a:cubicBezTo>
                <a:cubicBezTo>
                  <a:pt x="576924" y="206183"/>
                  <a:pt x="577172" y="206926"/>
                  <a:pt x="577421" y="207670"/>
                </a:cubicBezTo>
                <a:lnTo>
                  <a:pt x="590824" y="329865"/>
                </a:lnTo>
                <a:cubicBezTo>
                  <a:pt x="592065" y="339036"/>
                  <a:pt x="585115" y="347463"/>
                  <a:pt x="575931" y="348454"/>
                </a:cubicBezTo>
                <a:cubicBezTo>
                  <a:pt x="575187" y="348454"/>
                  <a:pt x="574690" y="348702"/>
                  <a:pt x="573946" y="348702"/>
                </a:cubicBezTo>
                <a:cubicBezTo>
                  <a:pt x="565507" y="348702"/>
                  <a:pt x="558060" y="342258"/>
                  <a:pt x="557067" y="333583"/>
                </a:cubicBezTo>
                <a:lnTo>
                  <a:pt x="544905" y="222294"/>
                </a:lnTo>
                <a:cubicBezTo>
                  <a:pt x="543416" y="221798"/>
                  <a:pt x="541678" y="221302"/>
                  <a:pt x="539941" y="220806"/>
                </a:cubicBezTo>
                <a:lnTo>
                  <a:pt x="539941" y="336805"/>
                </a:lnTo>
                <a:lnTo>
                  <a:pt x="553592" y="504606"/>
                </a:lnTo>
                <a:cubicBezTo>
                  <a:pt x="554585" y="515760"/>
                  <a:pt x="546146" y="525675"/>
                  <a:pt x="534977" y="526418"/>
                </a:cubicBezTo>
                <a:cubicBezTo>
                  <a:pt x="534232" y="526418"/>
                  <a:pt x="533736" y="526418"/>
                  <a:pt x="533239" y="526418"/>
                </a:cubicBezTo>
                <a:cubicBezTo>
                  <a:pt x="522814" y="526418"/>
                  <a:pt x="513879" y="518487"/>
                  <a:pt x="512886" y="507829"/>
                </a:cubicBezTo>
                <a:lnTo>
                  <a:pt x="500724" y="356138"/>
                </a:lnTo>
                <a:cubicBezTo>
                  <a:pt x="498241" y="357129"/>
                  <a:pt x="495511" y="357873"/>
                  <a:pt x="492533" y="357873"/>
                </a:cubicBezTo>
                <a:cubicBezTo>
                  <a:pt x="489554" y="357873"/>
                  <a:pt x="486824" y="357129"/>
                  <a:pt x="484342" y="356138"/>
                </a:cubicBezTo>
                <a:lnTo>
                  <a:pt x="472179" y="507829"/>
                </a:lnTo>
                <a:cubicBezTo>
                  <a:pt x="471186" y="518487"/>
                  <a:pt x="462251" y="526418"/>
                  <a:pt x="451826" y="526418"/>
                </a:cubicBezTo>
                <a:cubicBezTo>
                  <a:pt x="451330" y="526418"/>
                  <a:pt x="450585" y="526418"/>
                  <a:pt x="450089" y="526418"/>
                </a:cubicBezTo>
                <a:cubicBezTo>
                  <a:pt x="438919" y="525675"/>
                  <a:pt x="430480" y="515760"/>
                  <a:pt x="431473" y="504606"/>
                </a:cubicBezTo>
                <a:lnTo>
                  <a:pt x="444876" y="336805"/>
                </a:lnTo>
                <a:lnTo>
                  <a:pt x="444876" y="220806"/>
                </a:lnTo>
                <a:cubicBezTo>
                  <a:pt x="443387" y="221302"/>
                  <a:pt x="441649" y="221798"/>
                  <a:pt x="440160" y="222294"/>
                </a:cubicBezTo>
                <a:lnTo>
                  <a:pt x="427750" y="333583"/>
                </a:lnTo>
                <a:cubicBezTo>
                  <a:pt x="427005" y="342258"/>
                  <a:pt x="419559" y="348702"/>
                  <a:pt x="411119" y="348702"/>
                </a:cubicBezTo>
                <a:cubicBezTo>
                  <a:pt x="410375" y="348702"/>
                  <a:pt x="409878" y="348454"/>
                  <a:pt x="409134" y="348454"/>
                </a:cubicBezTo>
                <a:cubicBezTo>
                  <a:pt x="399702" y="347463"/>
                  <a:pt x="393000" y="339036"/>
                  <a:pt x="393993" y="329865"/>
                </a:cubicBezTo>
                <a:lnTo>
                  <a:pt x="407644" y="207670"/>
                </a:lnTo>
                <a:cubicBezTo>
                  <a:pt x="407893" y="206926"/>
                  <a:pt x="408141" y="206183"/>
                  <a:pt x="408389" y="205439"/>
                </a:cubicBezTo>
                <a:cubicBezTo>
                  <a:pt x="408637" y="204200"/>
                  <a:pt x="409134" y="202960"/>
                  <a:pt x="409630" y="201721"/>
                </a:cubicBezTo>
                <a:cubicBezTo>
                  <a:pt x="410127" y="200978"/>
                  <a:pt x="410623" y="200234"/>
                  <a:pt x="411119" y="199490"/>
                </a:cubicBezTo>
                <a:cubicBezTo>
                  <a:pt x="412112" y="198499"/>
                  <a:pt x="412609" y="197508"/>
                  <a:pt x="413602" y="196764"/>
                </a:cubicBezTo>
                <a:cubicBezTo>
                  <a:pt x="414346" y="196020"/>
                  <a:pt x="415339" y="195773"/>
                  <a:pt x="416084" y="195277"/>
                </a:cubicBezTo>
                <a:cubicBezTo>
                  <a:pt x="417077" y="194533"/>
                  <a:pt x="417821" y="194037"/>
                  <a:pt x="418814" y="193542"/>
                </a:cubicBezTo>
                <a:cubicBezTo>
                  <a:pt x="420303" y="193046"/>
                  <a:pt x="454556" y="180901"/>
                  <a:pt x="485831" y="179166"/>
                </a:cubicBezTo>
                <a:close/>
                <a:moveTo>
                  <a:pt x="91919" y="179166"/>
                </a:moveTo>
                <a:lnTo>
                  <a:pt x="96138" y="187841"/>
                </a:lnTo>
                <a:lnTo>
                  <a:pt x="96386" y="187841"/>
                </a:lnTo>
                <a:lnTo>
                  <a:pt x="84970" y="276823"/>
                </a:lnTo>
                <a:lnTo>
                  <a:pt x="98620" y="300369"/>
                </a:lnTo>
                <a:lnTo>
                  <a:pt x="112021" y="276823"/>
                </a:lnTo>
                <a:lnTo>
                  <a:pt x="100605" y="187841"/>
                </a:lnTo>
                <a:lnTo>
                  <a:pt x="100853" y="187841"/>
                </a:lnTo>
                <a:lnTo>
                  <a:pt x="105072" y="179166"/>
                </a:lnTo>
                <a:cubicBezTo>
                  <a:pt x="136589" y="180901"/>
                  <a:pt x="170588" y="193046"/>
                  <a:pt x="172077" y="193542"/>
                </a:cubicBezTo>
                <a:cubicBezTo>
                  <a:pt x="173070" y="194037"/>
                  <a:pt x="173815" y="194533"/>
                  <a:pt x="174807" y="195029"/>
                </a:cubicBezTo>
                <a:cubicBezTo>
                  <a:pt x="175552" y="195773"/>
                  <a:pt x="176544" y="196020"/>
                  <a:pt x="177289" y="196764"/>
                </a:cubicBezTo>
                <a:cubicBezTo>
                  <a:pt x="178282" y="197508"/>
                  <a:pt x="179026" y="198499"/>
                  <a:pt x="179771" y="199490"/>
                </a:cubicBezTo>
                <a:cubicBezTo>
                  <a:pt x="180267" y="200234"/>
                  <a:pt x="181011" y="200978"/>
                  <a:pt x="181508" y="201721"/>
                </a:cubicBezTo>
                <a:cubicBezTo>
                  <a:pt x="182004" y="202960"/>
                  <a:pt x="182252" y="204200"/>
                  <a:pt x="182500" y="205439"/>
                </a:cubicBezTo>
                <a:cubicBezTo>
                  <a:pt x="182749" y="206183"/>
                  <a:pt x="183245" y="206926"/>
                  <a:pt x="183245" y="207670"/>
                </a:cubicBezTo>
                <a:lnTo>
                  <a:pt x="196894" y="329865"/>
                </a:lnTo>
                <a:cubicBezTo>
                  <a:pt x="197887" y="339036"/>
                  <a:pt x="191186" y="347463"/>
                  <a:pt x="181756" y="348454"/>
                </a:cubicBezTo>
                <a:cubicBezTo>
                  <a:pt x="181260" y="348454"/>
                  <a:pt x="180515" y="348702"/>
                  <a:pt x="180019" y="348702"/>
                </a:cubicBezTo>
                <a:cubicBezTo>
                  <a:pt x="171333" y="348702"/>
                  <a:pt x="164136" y="342258"/>
                  <a:pt x="163143" y="333583"/>
                </a:cubicBezTo>
                <a:lnTo>
                  <a:pt x="150735" y="222294"/>
                </a:lnTo>
                <a:cubicBezTo>
                  <a:pt x="149246" y="221798"/>
                  <a:pt x="147757" y="221302"/>
                  <a:pt x="146020" y="220806"/>
                </a:cubicBezTo>
                <a:lnTo>
                  <a:pt x="146020" y="336805"/>
                </a:lnTo>
                <a:lnTo>
                  <a:pt x="159669" y="504606"/>
                </a:lnTo>
                <a:cubicBezTo>
                  <a:pt x="160413" y="515760"/>
                  <a:pt x="151976" y="525675"/>
                  <a:pt x="140808" y="526418"/>
                </a:cubicBezTo>
                <a:cubicBezTo>
                  <a:pt x="140312" y="526418"/>
                  <a:pt x="139815" y="526418"/>
                  <a:pt x="139319" y="526418"/>
                </a:cubicBezTo>
                <a:cubicBezTo>
                  <a:pt x="128648" y="526418"/>
                  <a:pt x="119714" y="518487"/>
                  <a:pt x="118969" y="507829"/>
                </a:cubicBezTo>
                <a:lnTo>
                  <a:pt x="106809" y="356138"/>
                </a:lnTo>
                <a:cubicBezTo>
                  <a:pt x="104079" y="357129"/>
                  <a:pt x="101349" y="357873"/>
                  <a:pt x="98620" y="357873"/>
                </a:cubicBezTo>
                <a:cubicBezTo>
                  <a:pt x="95641" y="357873"/>
                  <a:pt x="92912" y="357129"/>
                  <a:pt x="90182" y="356138"/>
                </a:cubicBezTo>
                <a:lnTo>
                  <a:pt x="78022" y="507829"/>
                </a:lnTo>
                <a:cubicBezTo>
                  <a:pt x="77277" y="518487"/>
                  <a:pt x="68343" y="526418"/>
                  <a:pt x="57672" y="526418"/>
                </a:cubicBezTo>
                <a:cubicBezTo>
                  <a:pt x="57175" y="526418"/>
                  <a:pt x="56679" y="526418"/>
                  <a:pt x="56183" y="526418"/>
                </a:cubicBezTo>
                <a:cubicBezTo>
                  <a:pt x="44767" y="525675"/>
                  <a:pt x="36577" y="515760"/>
                  <a:pt x="37322" y="504606"/>
                </a:cubicBezTo>
                <a:lnTo>
                  <a:pt x="50971" y="336805"/>
                </a:lnTo>
                <a:lnTo>
                  <a:pt x="50971" y="220806"/>
                </a:lnTo>
                <a:cubicBezTo>
                  <a:pt x="49234" y="221302"/>
                  <a:pt x="47745" y="221798"/>
                  <a:pt x="46256" y="222294"/>
                </a:cubicBezTo>
                <a:lnTo>
                  <a:pt x="33848" y="333583"/>
                </a:lnTo>
                <a:cubicBezTo>
                  <a:pt x="32855" y="342258"/>
                  <a:pt x="25410" y="348702"/>
                  <a:pt x="16972" y="348702"/>
                </a:cubicBezTo>
                <a:cubicBezTo>
                  <a:pt x="16228" y="348702"/>
                  <a:pt x="15731" y="348454"/>
                  <a:pt x="14987" y="348454"/>
                </a:cubicBezTo>
                <a:cubicBezTo>
                  <a:pt x="5804" y="347463"/>
                  <a:pt x="-896" y="339036"/>
                  <a:pt x="97" y="329865"/>
                </a:cubicBezTo>
                <a:lnTo>
                  <a:pt x="13746" y="207670"/>
                </a:lnTo>
                <a:cubicBezTo>
                  <a:pt x="13746" y="206926"/>
                  <a:pt x="14242" y="206183"/>
                  <a:pt x="14490" y="205439"/>
                </a:cubicBezTo>
                <a:cubicBezTo>
                  <a:pt x="14739" y="204200"/>
                  <a:pt x="14987" y="202960"/>
                  <a:pt x="15483" y="201721"/>
                </a:cubicBezTo>
                <a:cubicBezTo>
                  <a:pt x="15979" y="200978"/>
                  <a:pt x="16724" y="200234"/>
                  <a:pt x="17220" y="199490"/>
                </a:cubicBezTo>
                <a:cubicBezTo>
                  <a:pt x="17965" y="198499"/>
                  <a:pt x="18709" y="197508"/>
                  <a:pt x="19702" y="196764"/>
                </a:cubicBezTo>
                <a:cubicBezTo>
                  <a:pt x="20446" y="196020"/>
                  <a:pt x="21191" y="195773"/>
                  <a:pt x="22184" y="195277"/>
                </a:cubicBezTo>
                <a:cubicBezTo>
                  <a:pt x="23176" y="194533"/>
                  <a:pt x="23673" y="194037"/>
                  <a:pt x="24665" y="193542"/>
                </a:cubicBezTo>
                <a:cubicBezTo>
                  <a:pt x="26402" y="193046"/>
                  <a:pt x="60402" y="180901"/>
                  <a:pt x="91919" y="179166"/>
                </a:cubicBezTo>
                <a:close/>
                <a:moveTo>
                  <a:pt x="295459" y="112516"/>
                </a:moveTo>
                <a:lnTo>
                  <a:pt x="284537" y="197274"/>
                </a:lnTo>
                <a:lnTo>
                  <a:pt x="295459" y="216357"/>
                </a:lnTo>
                <a:lnTo>
                  <a:pt x="306381" y="197274"/>
                </a:lnTo>
                <a:close/>
                <a:moveTo>
                  <a:pt x="287268" y="102850"/>
                </a:moveTo>
                <a:cubicBezTo>
                  <a:pt x="256984" y="104833"/>
                  <a:pt x="223970" y="116481"/>
                  <a:pt x="222729" y="116977"/>
                </a:cubicBezTo>
                <a:cubicBezTo>
                  <a:pt x="222233" y="117224"/>
                  <a:pt x="221985" y="117472"/>
                  <a:pt x="221488" y="117720"/>
                </a:cubicBezTo>
                <a:cubicBezTo>
                  <a:pt x="221240" y="117968"/>
                  <a:pt x="220743" y="118216"/>
                  <a:pt x="220495" y="118464"/>
                </a:cubicBezTo>
                <a:lnTo>
                  <a:pt x="219502" y="118959"/>
                </a:lnTo>
                <a:cubicBezTo>
                  <a:pt x="219006" y="119207"/>
                  <a:pt x="218757" y="119455"/>
                  <a:pt x="218261" y="119703"/>
                </a:cubicBezTo>
                <a:cubicBezTo>
                  <a:pt x="217765" y="120198"/>
                  <a:pt x="217020" y="120942"/>
                  <a:pt x="216523" y="121933"/>
                </a:cubicBezTo>
                <a:lnTo>
                  <a:pt x="215779" y="122924"/>
                </a:lnTo>
                <a:cubicBezTo>
                  <a:pt x="215282" y="123172"/>
                  <a:pt x="215034" y="123668"/>
                  <a:pt x="214786" y="124164"/>
                </a:cubicBezTo>
                <a:cubicBezTo>
                  <a:pt x="214538" y="124659"/>
                  <a:pt x="214289" y="125651"/>
                  <a:pt x="214041" y="126642"/>
                </a:cubicBezTo>
                <a:cubicBezTo>
                  <a:pt x="213793" y="127633"/>
                  <a:pt x="213545" y="127881"/>
                  <a:pt x="213545" y="128377"/>
                </a:cubicBezTo>
                <a:cubicBezTo>
                  <a:pt x="213297" y="128625"/>
                  <a:pt x="213297" y="128872"/>
                  <a:pt x="213297" y="129120"/>
                </a:cubicBezTo>
                <a:lnTo>
                  <a:pt x="199644" y="251054"/>
                </a:lnTo>
                <a:cubicBezTo>
                  <a:pt x="199148" y="255019"/>
                  <a:pt x="200389" y="258736"/>
                  <a:pt x="202623" y="261710"/>
                </a:cubicBezTo>
                <a:cubicBezTo>
                  <a:pt x="205105" y="264684"/>
                  <a:pt x="208580" y="266667"/>
                  <a:pt x="212304" y="266915"/>
                </a:cubicBezTo>
                <a:cubicBezTo>
                  <a:pt x="220247" y="267906"/>
                  <a:pt x="227445" y="262206"/>
                  <a:pt x="228190" y="254275"/>
                </a:cubicBezTo>
                <a:lnTo>
                  <a:pt x="240850" y="141512"/>
                </a:lnTo>
                <a:lnTo>
                  <a:pt x="250530" y="138538"/>
                </a:lnTo>
                <a:lnTo>
                  <a:pt x="250530" y="257745"/>
                </a:lnTo>
                <a:lnTo>
                  <a:pt x="236878" y="425775"/>
                </a:lnTo>
                <a:cubicBezTo>
                  <a:pt x="236630" y="430484"/>
                  <a:pt x="238119" y="435193"/>
                  <a:pt x="241098" y="438663"/>
                </a:cubicBezTo>
                <a:cubicBezTo>
                  <a:pt x="244325" y="442380"/>
                  <a:pt x="248545" y="444611"/>
                  <a:pt x="253261" y="444858"/>
                </a:cubicBezTo>
                <a:cubicBezTo>
                  <a:pt x="253757" y="445106"/>
                  <a:pt x="254254" y="445106"/>
                  <a:pt x="254750" y="445106"/>
                </a:cubicBezTo>
                <a:cubicBezTo>
                  <a:pt x="263935" y="445106"/>
                  <a:pt x="271630" y="437919"/>
                  <a:pt x="272374" y="428749"/>
                </a:cubicBezTo>
                <a:lnTo>
                  <a:pt x="285034" y="273358"/>
                </a:lnTo>
                <a:lnTo>
                  <a:pt x="288261" y="274845"/>
                </a:lnTo>
                <a:cubicBezTo>
                  <a:pt x="292977" y="276828"/>
                  <a:pt x="297941" y="276828"/>
                  <a:pt x="302658" y="274845"/>
                </a:cubicBezTo>
                <a:lnTo>
                  <a:pt x="305885" y="273358"/>
                </a:lnTo>
                <a:lnTo>
                  <a:pt x="318544" y="428749"/>
                </a:lnTo>
                <a:cubicBezTo>
                  <a:pt x="319289" y="438415"/>
                  <a:pt x="327977" y="445602"/>
                  <a:pt x="337658" y="444858"/>
                </a:cubicBezTo>
                <a:cubicBezTo>
                  <a:pt x="342374" y="444611"/>
                  <a:pt x="346842" y="442380"/>
                  <a:pt x="349821" y="438663"/>
                </a:cubicBezTo>
                <a:cubicBezTo>
                  <a:pt x="352799" y="435193"/>
                  <a:pt x="354289" y="430484"/>
                  <a:pt x="354040" y="425775"/>
                </a:cubicBezTo>
                <a:lnTo>
                  <a:pt x="340388" y="257993"/>
                </a:lnTo>
                <a:lnTo>
                  <a:pt x="340388" y="138538"/>
                </a:lnTo>
                <a:lnTo>
                  <a:pt x="350069" y="141512"/>
                </a:lnTo>
                <a:lnTo>
                  <a:pt x="350317" y="142999"/>
                </a:lnTo>
                <a:lnTo>
                  <a:pt x="362728" y="254275"/>
                </a:lnTo>
                <a:cubicBezTo>
                  <a:pt x="363721" y="262206"/>
                  <a:pt x="370920" y="267906"/>
                  <a:pt x="378615" y="267163"/>
                </a:cubicBezTo>
                <a:cubicBezTo>
                  <a:pt x="386558" y="266171"/>
                  <a:pt x="392267" y="258984"/>
                  <a:pt x="391274" y="251301"/>
                </a:cubicBezTo>
                <a:lnTo>
                  <a:pt x="377870" y="129120"/>
                </a:lnTo>
                <a:cubicBezTo>
                  <a:pt x="377870" y="128872"/>
                  <a:pt x="377622" y="128625"/>
                  <a:pt x="377622" y="128377"/>
                </a:cubicBezTo>
                <a:cubicBezTo>
                  <a:pt x="377374" y="128129"/>
                  <a:pt x="377125" y="127633"/>
                  <a:pt x="377125" y="127138"/>
                </a:cubicBezTo>
                <a:cubicBezTo>
                  <a:pt x="376629" y="125651"/>
                  <a:pt x="376629" y="124907"/>
                  <a:pt x="376132" y="124164"/>
                </a:cubicBezTo>
                <a:cubicBezTo>
                  <a:pt x="375884" y="123668"/>
                  <a:pt x="375636" y="123420"/>
                  <a:pt x="375388" y="122924"/>
                </a:cubicBezTo>
                <a:lnTo>
                  <a:pt x="374643" y="122181"/>
                </a:lnTo>
                <a:cubicBezTo>
                  <a:pt x="373898" y="120942"/>
                  <a:pt x="373402" y="120446"/>
                  <a:pt x="372657" y="119703"/>
                </a:cubicBezTo>
                <a:cubicBezTo>
                  <a:pt x="372409" y="119455"/>
                  <a:pt x="371913" y="119207"/>
                  <a:pt x="371416" y="118959"/>
                </a:cubicBezTo>
                <a:lnTo>
                  <a:pt x="370423" y="118464"/>
                </a:lnTo>
                <a:cubicBezTo>
                  <a:pt x="370175" y="118216"/>
                  <a:pt x="369679" y="117968"/>
                  <a:pt x="369430" y="117720"/>
                </a:cubicBezTo>
                <a:cubicBezTo>
                  <a:pt x="368934" y="117472"/>
                  <a:pt x="368686" y="117224"/>
                  <a:pt x="368437" y="117224"/>
                </a:cubicBezTo>
                <a:cubicBezTo>
                  <a:pt x="366948" y="116729"/>
                  <a:pt x="333934" y="104833"/>
                  <a:pt x="303651" y="103098"/>
                </a:cubicBezTo>
                <a:lnTo>
                  <a:pt x="300424" y="109542"/>
                </a:lnTo>
                <a:lnTo>
                  <a:pt x="311842" y="198513"/>
                </a:lnTo>
                <a:lnTo>
                  <a:pt x="295459" y="226766"/>
                </a:lnTo>
                <a:lnTo>
                  <a:pt x="279325" y="198265"/>
                </a:lnTo>
                <a:lnTo>
                  <a:pt x="290743" y="109542"/>
                </a:lnTo>
                <a:close/>
                <a:moveTo>
                  <a:pt x="290991" y="98637"/>
                </a:moveTo>
                <a:lnTo>
                  <a:pt x="294963" y="106320"/>
                </a:lnTo>
                <a:lnTo>
                  <a:pt x="296204" y="106320"/>
                </a:lnTo>
                <a:lnTo>
                  <a:pt x="300176" y="98637"/>
                </a:lnTo>
                <a:cubicBezTo>
                  <a:pt x="298686" y="98885"/>
                  <a:pt x="297197" y="99133"/>
                  <a:pt x="295459" y="99133"/>
                </a:cubicBezTo>
                <a:cubicBezTo>
                  <a:pt x="293970" y="99133"/>
                  <a:pt x="292481" y="98885"/>
                  <a:pt x="290991" y="98637"/>
                </a:cubicBezTo>
                <a:close/>
                <a:moveTo>
                  <a:pt x="492532" y="81574"/>
                </a:moveTo>
                <a:cubicBezTo>
                  <a:pt x="516111" y="81574"/>
                  <a:pt x="535471" y="100656"/>
                  <a:pt x="535471" y="124446"/>
                </a:cubicBezTo>
                <a:cubicBezTo>
                  <a:pt x="535471" y="148237"/>
                  <a:pt x="516111" y="175497"/>
                  <a:pt x="492532" y="175497"/>
                </a:cubicBezTo>
                <a:cubicBezTo>
                  <a:pt x="468705" y="175497"/>
                  <a:pt x="449593" y="147989"/>
                  <a:pt x="449593" y="124446"/>
                </a:cubicBezTo>
                <a:cubicBezTo>
                  <a:pt x="449593" y="100656"/>
                  <a:pt x="468953" y="81574"/>
                  <a:pt x="492532" y="81574"/>
                </a:cubicBezTo>
                <a:close/>
                <a:moveTo>
                  <a:pt x="98371" y="81574"/>
                </a:moveTo>
                <a:cubicBezTo>
                  <a:pt x="122208" y="81574"/>
                  <a:pt x="141575" y="100656"/>
                  <a:pt x="141575" y="124446"/>
                </a:cubicBezTo>
                <a:cubicBezTo>
                  <a:pt x="141575" y="148237"/>
                  <a:pt x="122208" y="175497"/>
                  <a:pt x="98371" y="175497"/>
                </a:cubicBezTo>
                <a:cubicBezTo>
                  <a:pt x="74782" y="175497"/>
                  <a:pt x="55415" y="147989"/>
                  <a:pt x="55415" y="124446"/>
                </a:cubicBezTo>
                <a:cubicBezTo>
                  <a:pt x="55415" y="100656"/>
                  <a:pt x="74782" y="81574"/>
                  <a:pt x="98371" y="81574"/>
                </a:cubicBezTo>
                <a:close/>
                <a:moveTo>
                  <a:pt x="295459" y="5204"/>
                </a:moveTo>
                <a:cubicBezTo>
                  <a:pt x="273367" y="5204"/>
                  <a:pt x="255247" y="23296"/>
                  <a:pt x="255247" y="45601"/>
                </a:cubicBezTo>
                <a:cubicBezTo>
                  <a:pt x="255247" y="67410"/>
                  <a:pt x="273119" y="94176"/>
                  <a:pt x="295459" y="94176"/>
                </a:cubicBezTo>
                <a:cubicBezTo>
                  <a:pt x="317800" y="94176"/>
                  <a:pt x="335920" y="67410"/>
                  <a:pt x="335920" y="45601"/>
                </a:cubicBezTo>
                <a:cubicBezTo>
                  <a:pt x="335920" y="23296"/>
                  <a:pt x="317800" y="5204"/>
                  <a:pt x="295459" y="5204"/>
                </a:cubicBezTo>
                <a:close/>
                <a:moveTo>
                  <a:pt x="295459" y="0"/>
                </a:moveTo>
                <a:cubicBezTo>
                  <a:pt x="320530" y="0"/>
                  <a:pt x="341133" y="20322"/>
                  <a:pt x="341133" y="45353"/>
                </a:cubicBezTo>
                <a:cubicBezTo>
                  <a:pt x="341133" y="67162"/>
                  <a:pt x="325743" y="92193"/>
                  <a:pt x="304644" y="97893"/>
                </a:cubicBezTo>
                <a:cubicBezTo>
                  <a:pt x="334927" y="99876"/>
                  <a:pt x="366452" y="111029"/>
                  <a:pt x="370175" y="112268"/>
                </a:cubicBezTo>
                <a:cubicBezTo>
                  <a:pt x="371168" y="112516"/>
                  <a:pt x="371913" y="113011"/>
                  <a:pt x="372409" y="113507"/>
                </a:cubicBezTo>
                <a:cubicBezTo>
                  <a:pt x="372657" y="113755"/>
                  <a:pt x="372906" y="113755"/>
                  <a:pt x="373154" y="114003"/>
                </a:cubicBezTo>
                <a:lnTo>
                  <a:pt x="373898" y="114498"/>
                </a:lnTo>
                <a:cubicBezTo>
                  <a:pt x="374643" y="114746"/>
                  <a:pt x="375388" y="115242"/>
                  <a:pt x="375884" y="115737"/>
                </a:cubicBezTo>
                <a:cubicBezTo>
                  <a:pt x="377125" y="116729"/>
                  <a:pt x="377870" y="117720"/>
                  <a:pt x="378615" y="118711"/>
                </a:cubicBezTo>
                <a:lnTo>
                  <a:pt x="379359" y="119703"/>
                </a:lnTo>
                <a:cubicBezTo>
                  <a:pt x="379856" y="120198"/>
                  <a:pt x="380352" y="120942"/>
                  <a:pt x="380601" y="121685"/>
                </a:cubicBezTo>
                <a:cubicBezTo>
                  <a:pt x="381345" y="122924"/>
                  <a:pt x="381593" y="124164"/>
                  <a:pt x="382090" y="125403"/>
                </a:cubicBezTo>
                <a:lnTo>
                  <a:pt x="382338" y="126394"/>
                </a:lnTo>
                <a:cubicBezTo>
                  <a:pt x="382586" y="126890"/>
                  <a:pt x="382835" y="127633"/>
                  <a:pt x="382835" y="128377"/>
                </a:cubicBezTo>
                <a:lnTo>
                  <a:pt x="396487" y="250558"/>
                </a:lnTo>
                <a:cubicBezTo>
                  <a:pt x="397728" y="261215"/>
                  <a:pt x="390033" y="270880"/>
                  <a:pt x="379111" y="272119"/>
                </a:cubicBezTo>
                <a:cubicBezTo>
                  <a:pt x="368437" y="273111"/>
                  <a:pt x="358757" y="265428"/>
                  <a:pt x="357516" y="254771"/>
                </a:cubicBezTo>
                <a:lnTo>
                  <a:pt x="345601" y="147460"/>
                </a:lnTo>
                <a:lnTo>
                  <a:pt x="345601" y="257745"/>
                </a:lnTo>
                <a:lnTo>
                  <a:pt x="359253" y="425279"/>
                </a:lnTo>
                <a:cubicBezTo>
                  <a:pt x="359750" y="431475"/>
                  <a:pt x="357764" y="437423"/>
                  <a:pt x="353792" y="442132"/>
                </a:cubicBezTo>
                <a:cubicBezTo>
                  <a:pt x="349821" y="446841"/>
                  <a:pt x="344360" y="449567"/>
                  <a:pt x="338154" y="450063"/>
                </a:cubicBezTo>
                <a:cubicBezTo>
                  <a:pt x="337409" y="450063"/>
                  <a:pt x="336913" y="450063"/>
                  <a:pt x="336168" y="450063"/>
                </a:cubicBezTo>
                <a:cubicBezTo>
                  <a:pt x="324502" y="450063"/>
                  <a:pt x="314324" y="440893"/>
                  <a:pt x="313331" y="428997"/>
                </a:cubicBezTo>
                <a:lnTo>
                  <a:pt x="301417" y="280793"/>
                </a:lnTo>
                <a:cubicBezTo>
                  <a:pt x="297693" y="281785"/>
                  <a:pt x="293473" y="281785"/>
                  <a:pt x="289502" y="280793"/>
                </a:cubicBezTo>
                <a:lnTo>
                  <a:pt x="277587" y="428997"/>
                </a:lnTo>
                <a:cubicBezTo>
                  <a:pt x="276594" y="441389"/>
                  <a:pt x="265672" y="451054"/>
                  <a:pt x="253013" y="450063"/>
                </a:cubicBezTo>
                <a:cubicBezTo>
                  <a:pt x="246807" y="449567"/>
                  <a:pt x="241346" y="446841"/>
                  <a:pt x="237374" y="442132"/>
                </a:cubicBezTo>
                <a:cubicBezTo>
                  <a:pt x="233403" y="437423"/>
                  <a:pt x="231417" y="431475"/>
                  <a:pt x="231914" y="425279"/>
                </a:cubicBezTo>
                <a:lnTo>
                  <a:pt x="245318" y="257497"/>
                </a:lnTo>
                <a:lnTo>
                  <a:pt x="245318" y="147460"/>
                </a:lnTo>
                <a:lnTo>
                  <a:pt x="233403" y="254771"/>
                </a:lnTo>
                <a:cubicBezTo>
                  <a:pt x="232162" y="265428"/>
                  <a:pt x="222481" y="273111"/>
                  <a:pt x="211807" y="272119"/>
                </a:cubicBezTo>
                <a:cubicBezTo>
                  <a:pt x="206594" y="271624"/>
                  <a:pt x="201878" y="268897"/>
                  <a:pt x="198651" y="264932"/>
                </a:cubicBezTo>
                <a:cubicBezTo>
                  <a:pt x="195424" y="260719"/>
                  <a:pt x="193935" y="255762"/>
                  <a:pt x="194680" y="250558"/>
                </a:cubicBezTo>
                <a:lnTo>
                  <a:pt x="208084" y="128377"/>
                </a:lnTo>
                <a:cubicBezTo>
                  <a:pt x="208332" y="127633"/>
                  <a:pt x="208580" y="126890"/>
                  <a:pt x="208580" y="126394"/>
                </a:cubicBezTo>
                <a:lnTo>
                  <a:pt x="211311" y="126394"/>
                </a:lnTo>
                <a:lnTo>
                  <a:pt x="209077" y="125403"/>
                </a:lnTo>
                <a:cubicBezTo>
                  <a:pt x="209325" y="124164"/>
                  <a:pt x="209573" y="122924"/>
                  <a:pt x="210318" y="121685"/>
                </a:cubicBezTo>
                <a:cubicBezTo>
                  <a:pt x="210814" y="120942"/>
                  <a:pt x="211311" y="120198"/>
                  <a:pt x="211807" y="119703"/>
                </a:cubicBezTo>
                <a:lnTo>
                  <a:pt x="212055" y="119207"/>
                </a:lnTo>
                <a:cubicBezTo>
                  <a:pt x="213048" y="117720"/>
                  <a:pt x="214041" y="116729"/>
                  <a:pt x="215034" y="115737"/>
                </a:cubicBezTo>
                <a:cubicBezTo>
                  <a:pt x="215779" y="115242"/>
                  <a:pt x="216523" y="114746"/>
                  <a:pt x="217268" y="114498"/>
                </a:cubicBezTo>
                <a:lnTo>
                  <a:pt x="217765" y="114003"/>
                </a:lnTo>
                <a:cubicBezTo>
                  <a:pt x="218261" y="114003"/>
                  <a:pt x="218261" y="113755"/>
                  <a:pt x="218509" y="113507"/>
                </a:cubicBezTo>
                <a:cubicBezTo>
                  <a:pt x="219254" y="113011"/>
                  <a:pt x="219999" y="112516"/>
                  <a:pt x="220992" y="112268"/>
                </a:cubicBezTo>
                <a:cubicBezTo>
                  <a:pt x="224467" y="111029"/>
                  <a:pt x="255991" y="99876"/>
                  <a:pt x="286275" y="97893"/>
                </a:cubicBezTo>
                <a:cubicBezTo>
                  <a:pt x="265176" y="92193"/>
                  <a:pt x="250034" y="67162"/>
                  <a:pt x="250034" y="45353"/>
                </a:cubicBezTo>
                <a:cubicBezTo>
                  <a:pt x="250034" y="20322"/>
                  <a:pt x="270388" y="0"/>
                  <a:pt x="2954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0" name="team-leader_75811"/>
          <p:cNvSpPr>
            <a:spLocks noChangeAspect="1"/>
          </p:cNvSpPr>
          <p:nvPr/>
        </p:nvSpPr>
        <p:spPr bwMode="auto">
          <a:xfrm>
            <a:off x="4678882" y="3152373"/>
            <a:ext cx="609685" cy="429046"/>
          </a:xfrm>
          <a:custGeom>
            <a:avLst/>
            <a:gdLst>
              <a:gd name="connsiteX0" fmla="*/ 517289 w 609071"/>
              <a:gd name="connsiteY0" fmla="*/ 176413 h 428614"/>
              <a:gd name="connsiteX1" fmla="*/ 567947 w 609071"/>
              <a:gd name="connsiteY1" fmla="*/ 176413 h 428614"/>
              <a:gd name="connsiteX2" fmla="*/ 580853 w 609071"/>
              <a:gd name="connsiteY2" fmla="*/ 184828 h 428614"/>
              <a:gd name="connsiteX3" fmla="*/ 607895 w 609071"/>
              <a:gd name="connsiteY3" fmla="*/ 247325 h 428614"/>
              <a:gd name="connsiteX4" fmla="*/ 608070 w 609071"/>
              <a:gd name="connsiteY4" fmla="*/ 258107 h 428614"/>
              <a:gd name="connsiteX5" fmla="*/ 600608 w 609071"/>
              <a:gd name="connsiteY5" fmla="*/ 265820 h 428614"/>
              <a:gd name="connsiteX6" fmla="*/ 595076 w 609071"/>
              <a:gd name="connsiteY6" fmla="*/ 266960 h 428614"/>
              <a:gd name="connsiteX7" fmla="*/ 582170 w 609071"/>
              <a:gd name="connsiteY7" fmla="*/ 258457 h 428614"/>
              <a:gd name="connsiteX8" fmla="*/ 576464 w 609071"/>
              <a:gd name="connsiteY8" fmla="*/ 245309 h 428614"/>
              <a:gd name="connsiteX9" fmla="*/ 576464 w 609071"/>
              <a:gd name="connsiteY9" fmla="*/ 366359 h 428614"/>
              <a:gd name="connsiteX10" fmla="*/ 561012 w 609071"/>
              <a:gd name="connsiteY10" fmla="*/ 381787 h 428614"/>
              <a:gd name="connsiteX11" fmla="*/ 545559 w 609071"/>
              <a:gd name="connsiteY11" fmla="*/ 366359 h 428614"/>
              <a:gd name="connsiteX12" fmla="*/ 545559 w 609071"/>
              <a:gd name="connsiteY12" fmla="*/ 287033 h 428614"/>
              <a:gd name="connsiteX13" fmla="*/ 538975 w 609071"/>
              <a:gd name="connsiteY13" fmla="*/ 287033 h 428614"/>
              <a:gd name="connsiteX14" fmla="*/ 538975 w 609071"/>
              <a:gd name="connsiteY14" fmla="*/ 366359 h 428614"/>
              <a:gd name="connsiteX15" fmla="*/ 523523 w 609071"/>
              <a:gd name="connsiteY15" fmla="*/ 381787 h 428614"/>
              <a:gd name="connsiteX16" fmla="*/ 508071 w 609071"/>
              <a:gd name="connsiteY16" fmla="*/ 366359 h 428614"/>
              <a:gd name="connsiteX17" fmla="*/ 508071 w 609071"/>
              <a:gd name="connsiteY17" fmla="*/ 282737 h 428614"/>
              <a:gd name="connsiteX18" fmla="*/ 505349 w 609071"/>
              <a:gd name="connsiteY18" fmla="*/ 278442 h 428614"/>
              <a:gd name="connsiteX19" fmla="*/ 499028 w 609071"/>
              <a:gd name="connsiteY19" fmla="*/ 263892 h 428614"/>
              <a:gd name="connsiteX20" fmla="*/ 498940 w 609071"/>
              <a:gd name="connsiteY20" fmla="*/ 263892 h 428614"/>
              <a:gd name="connsiteX21" fmla="*/ 498940 w 609071"/>
              <a:gd name="connsiteY21" fmla="*/ 399756 h 428614"/>
              <a:gd name="connsiteX22" fmla="*/ 481556 w 609071"/>
              <a:gd name="connsiteY22" fmla="*/ 417111 h 428614"/>
              <a:gd name="connsiteX23" fmla="*/ 464173 w 609071"/>
              <a:gd name="connsiteY23" fmla="*/ 399756 h 428614"/>
              <a:gd name="connsiteX24" fmla="*/ 464173 w 609071"/>
              <a:gd name="connsiteY24" fmla="*/ 309647 h 428614"/>
              <a:gd name="connsiteX25" fmla="*/ 456798 w 609071"/>
              <a:gd name="connsiteY25" fmla="*/ 309647 h 428614"/>
              <a:gd name="connsiteX26" fmla="*/ 456798 w 609071"/>
              <a:gd name="connsiteY26" fmla="*/ 399756 h 428614"/>
              <a:gd name="connsiteX27" fmla="*/ 439414 w 609071"/>
              <a:gd name="connsiteY27" fmla="*/ 417111 h 428614"/>
              <a:gd name="connsiteX28" fmla="*/ 422030 w 609071"/>
              <a:gd name="connsiteY28" fmla="*/ 399756 h 428614"/>
              <a:gd name="connsiteX29" fmla="*/ 421943 w 609071"/>
              <a:gd name="connsiteY29" fmla="*/ 268362 h 428614"/>
              <a:gd name="connsiteX30" fmla="*/ 417641 w 609071"/>
              <a:gd name="connsiteY30" fmla="*/ 278442 h 428614"/>
              <a:gd name="connsiteX31" fmla="*/ 403154 w 609071"/>
              <a:gd name="connsiteY31" fmla="*/ 287997 h 428614"/>
              <a:gd name="connsiteX32" fmla="*/ 396833 w 609071"/>
              <a:gd name="connsiteY32" fmla="*/ 286682 h 428614"/>
              <a:gd name="connsiteX33" fmla="*/ 388405 w 609071"/>
              <a:gd name="connsiteY33" fmla="*/ 278004 h 428614"/>
              <a:gd name="connsiteX34" fmla="*/ 388580 w 609071"/>
              <a:gd name="connsiteY34" fmla="*/ 265908 h 428614"/>
              <a:gd name="connsiteX35" fmla="*/ 419045 w 609071"/>
              <a:gd name="connsiteY35" fmla="*/ 195609 h 428614"/>
              <a:gd name="connsiteX36" fmla="*/ 433268 w 609071"/>
              <a:gd name="connsiteY36" fmla="*/ 186143 h 428614"/>
              <a:gd name="connsiteX37" fmla="*/ 489370 w 609071"/>
              <a:gd name="connsiteY37" fmla="*/ 186143 h 428614"/>
              <a:gd name="connsiteX38" fmla="*/ 501486 w 609071"/>
              <a:gd name="connsiteY38" fmla="*/ 191753 h 428614"/>
              <a:gd name="connsiteX39" fmla="*/ 504383 w 609071"/>
              <a:gd name="connsiteY39" fmla="*/ 184828 h 428614"/>
              <a:gd name="connsiteX40" fmla="*/ 517289 w 609071"/>
              <a:gd name="connsiteY40" fmla="*/ 176413 h 428614"/>
              <a:gd name="connsiteX41" fmla="*/ 41089 w 609071"/>
              <a:gd name="connsiteY41" fmla="*/ 176413 h 428614"/>
              <a:gd name="connsiteX42" fmla="*/ 91747 w 609071"/>
              <a:gd name="connsiteY42" fmla="*/ 176413 h 428614"/>
              <a:gd name="connsiteX43" fmla="*/ 104653 w 609071"/>
              <a:gd name="connsiteY43" fmla="*/ 184828 h 428614"/>
              <a:gd name="connsiteX44" fmla="*/ 107638 w 609071"/>
              <a:gd name="connsiteY44" fmla="*/ 191753 h 428614"/>
              <a:gd name="connsiteX45" fmla="*/ 119754 w 609071"/>
              <a:gd name="connsiteY45" fmla="*/ 186143 h 428614"/>
              <a:gd name="connsiteX46" fmla="*/ 175856 w 609071"/>
              <a:gd name="connsiteY46" fmla="*/ 186143 h 428614"/>
              <a:gd name="connsiteX47" fmla="*/ 190079 w 609071"/>
              <a:gd name="connsiteY47" fmla="*/ 195609 h 428614"/>
              <a:gd name="connsiteX48" fmla="*/ 220456 w 609071"/>
              <a:gd name="connsiteY48" fmla="*/ 265908 h 428614"/>
              <a:gd name="connsiteX49" fmla="*/ 220632 w 609071"/>
              <a:gd name="connsiteY49" fmla="*/ 278004 h 428614"/>
              <a:gd name="connsiteX50" fmla="*/ 212291 w 609071"/>
              <a:gd name="connsiteY50" fmla="*/ 286682 h 428614"/>
              <a:gd name="connsiteX51" fmla="*/ 205970 w 609071"/>
              <a:gd name="connsiteY51" fmla="*/ 287997 h 428614"/>
              <a:gd name="connsiteX52" fmla="*/ 191483 w 609071"/>
              <a:gd name="connsiteY52" fmla="*/ 278442 h 428614"/>
              <a:gd name="connsiteX53" fmla="*/ 187094 w 609071"/>
              <a:gd name="connsiteY53" fmla="*/ 268362 h 428614"/>
              <a:gd name="connsiteX54" fmla="*/ 187094 w 609071"/>
              <a:gd name="connsiteY54" fmla="*/ 399756 h 428614"/>
              <a:gd name="connsiteX55" fmla="*/ 169710 w 609071"/>
              <a:gd name="connsiteY55" fmla="*/ 417111 h 428614"/>
              <a:gd name="connsiteX56" fmla="*/ 152326 w 609071"/>
              <a:gd name="connsiteY56" fmla="*/ 399756 h 428614"/>
              <a:gd name="connsiteX57" fmla="*/ 152326 w 609071"/>
              <a:gd name="connsiteY57" fmla="*/ 309647 h 428614"/>
              <a:gd name="connsiteX58" fmla="*/ 144951 w 609071"/>
              <a:gd name="connsiteY58" fmla="*/ 309647 h 428614"/>
              <a:gd name="connsiteX59" fmla="*/ 144951 w 609071"/>
              <a:gd name="connsiteY59" fmla="*/ 399756 h 428614"/>
              <a:gd name="connsiteX60" fmla="*/ 127568 w 609071"/>
              <a:gd name="connsiteY60" fmla="*/ 417111 h 428614"/>
              <a:gd name="connsiteX61" fmla="*/ 110184 w 609071"/>
              <a:gd name="connsiteY61" fmla="*/ 399756 h 428614"/>
              <a:gd name="connsiteX62" fmla="*/ 110184 w 609071"/>
              <a:gd name="connsiteY62" fmla="*/ 263892 h 428614"/>
              <a:gd name="connsiteX63" fmla="*/ 110096 w 609071"/>
              <a:gd name="connsiteY63" fmla="*/ 263892 h 428614"/>
              <a:gd name="connsiteX64" fmla="*/ 103775 w 609071"/>
              <a:gd name="connsiteY64" fmla="*/ 278442 h 428614"/>
              <a:gd name="connsiteX65" fmla="*/ 101053 w 609071"/>
              <a:gd name="connsiteY65" fmla="*/ 282737 h 428614"/>
              <a:gd name="connsiteX66" fmla="*/ 101053 w 609071"/>
              <a:gd name="connsiteY66" fmla="*/ 366359 h 428614"/>
              <a:gd name="connsiteX67" fmla="*/ 85514 w 609071"/>
              <a:gd name="connsiteY67" fmla="*/ 381787 h 428614"/>
              <a:gd name="connsiteX68" fmla="*/ 70061 w 609071"/>
              <a:gd name="connsiteY68" fmla="*/ 366359 h 428614"/>
              <a:gd name="connsiteX69" fmla="*/ 70061 w 609071"/>
              <a:gd name="connsiteY69" fmla="*/ 287033 h 428614"/>
              <a:gd name="connsiteX70" fmla="*/ 63565 w 609071"/>
              <a:gd name="connsiteY70" fmla="*/ 287033 h 428614"/>
              <a:gd name="connsiteX71" fmla="*/ 63565 w 609071"/>
              <a:gd name="connsiteY71" fmla="*/ 366359 h 428614"/>
              <a:gd name="connsiteX72" fmla="*/ 48112 w 609071"/>
              <a:gd name="connsiteY72" fmla="*/ 381787 h 428614"/>
              <a:gd name="connsiteX73" fmla="*/ 32660 w 609071"/>
              <a:gd name="connsiteY73" fmla="*/ 366359 h 428614"/>
              <a:gd name="connsiteX74" fmla="*/ 32660 w 609071"/>
              <a:gd name="connsiteY74" fmla="*/ 245309 h 428614"/>
              <a:gd name="connsiteX75" fmla="*/ 26954 w 609071"/>
              <a:gd name="connsiteY75" fmla="*/ 258457 h 428614"/>
              <a:gd name="connsiteX76" fmla="*/ 14048 w 609071"/>
              <a:gd name="connsiteY76" fmla="*/ 266960 h 428614"/>
              <a:gd name="connsiteX77" fmla="*/ 8516 w 609071"/>
              <a:gd name="connsiteY77" fmla="*/ 265820 h 428614"/>
              <a:gd name="connsiteX78" fmla="*/ 966 w 609071"/>
              <a:gd name="connsiteY78" fmla="*/ 258107 h 428614"/>
              <a:gd name="connsiteX79" fmla="*/ 1142 w 609071"/>
              <a:gd name="connsiteY79" fmla="*/ 247325 h 428614"/>
              <a:gd name="connsiteX80" fmla="*/ 28271 w 609071"/>
              <a:gd name="connsiteY80" fmla="*/ 184828 h 428614"/>
              <a:gd name="connsiteX81" fmla="*/ 41089 w 609071"/>
              <a:gd name="connsiteY81" fmla="*/ 176413 h 428614"/>
              <a:gd name="connsiteX82" fmla="*/ 458889 w 609071"/>
              <a:gd name="connsiteY82" fmla="*/ 100908 h 428614"/>
              <a:gd name="connsiteX83" fmla="*/ 498688 w 609071"/>
              <a:gd name="connsiteY83" fmla="*/ 140637 h 428614"/>
              <a:gd name="connsiteX84" fmla="*/ 458889 w 609071"/>
              <a:gd name="connsiteY84" fmla="*/ 180366 h 428614"/>
              <a:gd name="connsiteX85" fmla="*/ 419090 w 609071"/>
              <a:gd name="connsiteY85" fmla="*/ 140637 h 428614"/>
              <a:gd name="connsiteX86" fmla="*/ 458889 w 609071"/>
              <a:gd name="connsiteY86" fmla="*/ 100908 h 428614"/>
              <a:gd name="connsiteX87" fmla="*/ 150165 w 609071"/>
              <a:gd name="connsiteY87" fmla="*/ 100908 h 428614"/>
              <a:gd name="connsiteX88" fmla="*/ 189964 w 609071"/>
              <a:gd name="connsiteY88" fmla="*/ 140637 h 428614"/>
              <a:gd name="connsiteX89" fmla="*/ 150165 w 609071"/>
              <a:gd name="connsiteY89" fmla="*/ 180366 h 428614"/>
              <a:gd name="connsiteX90" fmla="*/ 110366 w 609071"/>
              <a:gd name="connsiteY90" fmla="*/ 140637 h 428614"/>
              <a:gd name="connsiteX91" fmla="*/ 150165 w 609071"/>
              <a:gd name="connsiteY91" fmla="*/ 100908 h 428614"/>
              <a:gd name="connsiteX92" fmla="*/ 540886 w 609071"/>
              <a:gd name="connsiteY92" fmla="*/ 100626 h 428614"/>
              <a:gd name="connsiteX93" fmla="*/ 576240 w 609071"/>
              <a:gd name="connsiteY93" fmla="*/ 135944 h 428614"/>
              <a:gd name="connsiteX94" fmla="*/ 540886 w 609071"/>
              <a:gd name="connsiteY94" fmla="*/ 171262 h 428614"/>
              <a:gd name="connsiteX95" fmla="*/ 505532 w 609071"/>
              <a:gd name="connsiteY95" fmla="*/ 135944 h 428614"/>
              <a:gd name="connsiteX96" fmla="*/ 540886 w 609071"/>
              <a:gd name="connsiteY96" fmla="*/ 100626 h 428614"/>
              <a:gd name="connsiteX97" fmla="*/ 68204 w 609071"/>
              <a:gd name="connsiteY97" fmla="*/ 100626 h 428614"/>
              <a:gd name="connsiteX98" fmla="*/ 103593 w 609071"/>
              <a:gd name="connsiteY98" fmla="*/ 135944 h 428614"/>
              <a:gd name="connsiteX99" fmla="*/ 68204 w 609071"/>
              <a:gd name="connsiteY99" fmla="*/ 171262 h 428614"/>
              <a:gd name="connsiteX100" fmla="*/ 32815 w 609071"/>
              <a:gd name="connsiteY100" fmla="*/ 135944 h 428614"/>
              <a:gd name="connsiteX101" fmla="*/ 68204 w 609071"/>
              <a:gd name="connsiteY101" fmla="*/ 100626 h 428614"/>
              <a:gd name="connsiteX102" fmla="*/ 302198 w 609071"/>
              <a:gd name="connsiteY102" fmla="*/ 1905 h 428614"/>
              <a:gd name="connsiteX103" fmla="*/ 354522 w 609071"/>
              <a:gd name="connsiteY103" fmla="*/ 54159 h 428614"/>
              <a:gd name="connsiteX104" fmla="*/ 302198 w 609071"/>
              <a:gd name="connsiteY104" fmla="*/ 106413 h 428614"/>
              <a:gd name="connsiteX105" fmla="*/ 249874 w 609071"/>
              <a:gd name="connsiteY105" fmla="*/ 54159 h 428614"/>
              <a:gd name="connsiteX106" fmla="*/ 302198 w 609071"/>
              <a:gd name="connsiteY106" fmla="*/ 1905 h 428614"/>
              <a:gd name="connsiteX107" fmla="*/ 186292 w 609071"/>
              <a:gd name="connsiteY107" fmla="*/ 0 h 428614"/>
              <a:gd name="connsiteX108" fmla="*/ 208506 w 609071"/>
              <a:gd name="connsiteY108" fmla="*/ 19984 h 428614"/>
              <a:gd name="connsiteX109" fmla="*/ 217901 w 609071"/>
              <a:gd name="connsiteY109" fmla="*/ 70910 h 428614"/>
              <a:gd name="connsiteX110" fmla="*/ 266016 w 609071"/>
              <a:gd name="connsiteY110" fmla="*/ 117277 h 428614"/>
              <a:gd name="connsiteX111" fmla="*/ 343107 w 609071"/>
              <a:gd name="connsiteY111" fmla="*/ 117277 h 428614"/>
              <a:gd name="connsiteX112" fmla="*/ 391134 w 609071"/>
              <a:gd name="connsiteY112" fmla="*/ 70910 h 428614"/>
              <a:gd name="connsiteX113" fmla="*/ 400617 w 609071"/>
              <a:gd name="connsiteY113" fmla="*/ 19984 h 428614"/>
              <a:gd name="connsiteX114" fmla="*/ 422831 w 609071"/>
              <a:gd name="connsiteY114" fmla="*/ 0 h 428614"/>
              <a:gd name="connsiteX115" fmla="*/ 425026 w 609071"/>
              <a:gd name="connsiteY115" fmla="*/ 88 h 428614"/>
              <a:gd name="connsiteX116" fmla="*/ 444957 w 609071"/>
              <a:gd name="connsiteY116" fmla="*/ 24455 h 428614"/>
              <a:gd name="connsiteX117" fmla="*/ 430645 w 609071"/>
              <a:gd name="connsiteY117" fmla="*/ 91420 h 428614"/>
              <a:gd name="connsiteX118" fmla="*/ 387359 w 609071"/>
              <a:gd name="connsiteY118" fmla="*/ 137174 h 428614"/>
              <a:gd name="connsiteX119" fmla="*/ 355750 w 609071"/>
              <a:gd name="connsiteY119" fmla="*/ 165310 h 428614"/>
              <a:gd name="connsiteX120" fmla="*/ 355838 w 609071"/>
              <a:gd name="connsiteY120" fmla="*/ 405474 h 428614"/>
              <a:gd name="connsiteX121" fmla="*/ 332746 w 609071"/>
              <a:gd name="connsiteY121" fmla="*/ 428614 h 428614"/>
              <a:gd name="connsiteX122" fmla="*/ 309566 w 609071"/>
              <a:gd name="connsiteY122" fmla="*/ 405474 h 428614"/>
              <a:gd name="connsiteX123" fmla="*/ 309566 w 609071"/>
              <a:gd name="connsiteY123" fmla="*/ 277328 h 428614"/>
              <a:gd name="connsiteX124" fmla="*/ 294903 w 609071"/>
              <a:gd name="connsiteY124" fmla="*/ 277328 h 428614"/>
              <a:gd name="connsiteX125" fmla="*/ 294903 w 609071"/>
              <a:gd name="connsiteY125" fmla="*/ 405474 h 428614"/>
              <a:gd name="connsiteX126" fmla="*/ 271724 w 609071"/>
              <a:gd name="connsiteY126" fmla="*/ 428614 h 428614"/>
              <a:gd name="connsiteX127" fmla="*/ 248544 w 609071"/>
              <a:gd name="connsiteY127" fmla="*/ 405474 h 428614"/>
              <a:gd name="connsiteX128" fmla="*/ 248544 w 609071"/>
              <a:gd name="connsiteY128" fmla="*/ 161191 h 428614"/>
              <a:gd name="connsiteX129" fmla="*/ 221764 w 609071"/>
              <a:gd name="connsiteY129" fmla="*/ 137174 h 428614"/>
              <a:gd name="connsiteX130" fmla="*/ 178390 w 609071"/>
              <a:gd name="connsiteY130" fmla="*/ 91420 h 428614"/>
              <a:gd name="connsiteX131" fmla="*/ 164166 w 609071"/>
              <a:gd name="connsiteY131" fmla="*/ 24455 h 428614"/>
              <a:gd name="connsiteX132" fmla="*/ 184097 w 609071"/>
              <a:gd name="connsiteY132" fmla="*/ 88 h 428614"/>
              <a:gd name="connsiteX133" fmla="*/ 186292 w 609071"/>
              <a:gd name="connsiteY133" fmla="*/ 0 h 42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609071" h="428614">
                <a:moveTo>
                  <a:pt x="517289" y="176413"/>
                </a:moveTo>
                <a:lnTo>
                  <a:pt x="567947" y="176413"/>
                </a:lnTo>
                <a:cubicBezTo>
                  <a:pt x="573566" y="176413"/>
                  <a:pt x="578659" y="179744"/>
                  <a:pt x="580853" y="184828"/>
                </a:cubicBezTo>
                <a:lnTo>
                  <a:pt x="607895" y="247325"/>
                </a:lnTo>
                <a:cubicBezTo>
                  <a:pt x="609387" y="250744"/>
                  <a:pt x="609475" y="254601"/>
                  <a:pt x="608070" y="258107"/>
                </a:cubicBezTo>
                <a:cubicBezTo>
                  <a:pt x="606753" y="261525"/>
                  <a:pt x="604032" y="264330"/>
                  <a:pt x="600608" y="265820"/>
                </a:cubicBezTo>
                <a:cubicBezTo>
                  <a:pt x="598852" y="266521"/>
                  <a:pt x="597008" y="266960"/>
                  <a:pt x="595076" y="266960"/>
                </a:cubicBezTo>
                <a:cubicBezTo>
                  <a:pt x="589457" y="266960"/>
                  <a:pt x="584365" y="263629"/>
                  <a:pt x="582170" y="258457"/>
                </a:cubicBezTo>
                <a:lnTo>
                  <a:pt x="576464" y="245309"/>
                </a:lnTo>
                <a:lnTo>
                  <a:pt x="576464" y="366359"/>
                </a:lnTo>
                <a:cubicBezTo>
                  <a:pt x="576464" y="374862"/>
                  <a:pt x="569528" y="381787"/>
                  <a:pt x="561012" y="381787"/>
                </a:cubicBezTo>
                <a:cubicBezTo>
                  <a:pt x="552495" y="381787"/>
                  <a:pt x="545559" y="374862"/>
                  <a:pt x="545559" y="366359"/>
                </a:cubicBezTo>
                <a:lnTo>
                  <a:pt x="545559" y="287033"/>
                </a:lnTo>
                <a:lnTo>
                  <a:pt x="538975" y="287033"/>
                </a:lnTo>
                <a:lnTo>
                  <a:pt x="538975" y="366359"/>
                </a:lnTo>
                <a:cubicBezTo>
                  <a:pt x="538975" y="374862"/>
                  <a:pt x="532039" y="381787"/>
                  <a:pt x="523523" y="381787"/>
                </a:cubicBezTo>
                <a:cubicBezTo>
                  <a:pt x="515006" y="381787"/>
                  <a:pt x="508071" y="374862"/>
                  <a:pt x="508071" y="366359"/>
                </a:cubicBezTo>
                <a:lnTo>
                  <a:pt x="508071" y="282737"/>
                </a:lnTo>
                <a:cubicBezTo>
                  <a:pt x="506929" y="281510"/>
                  <a:pt x="506051" y="280020"/>
                  <a:pt x="505349" y="278442"/>
                </a:cubicBezTo>
                <a:lnTo>
                  <a:pt x="499028" y="263892"/>
                </a:lnTo>
                <a:cubicBezTo>
                  <a:pt x="498940" y="263892"/>
                  <a:pt x="498940" y="263892"/>
                  <a:pt x="498940" y="263892"/>
                </a:cubicBezTo>
                <a:lnTo>
                  <a:pt x="498940" y="399756"/>
                </a:lnTo>
                <a:cubicBezTo>
                  <a:pt x="498940" y="409310"/>
                  <a:pt x="491126" y="417111"/>
                  <a:pt x="481556" y="417111"/>
                </a:cubicBezTo>
                <a:cubicBezTo>
                  <a:pt x="471986" y="417111"/>
                  <a:pt x="464173" y="409310"/>
                  <a:pt x="464173" y="399756"/>
                </a:cubicBezTo>
                <a:lnTo>
                  <a:pt x="464173" y="309647"/>
                </a:lnTo>
                <a:lnTo>
                  <a:pt x="456798" y="309647"/>
                </a:lnTo>
                <a:lnTo>
                  <a:pt x="456798" y="399756"/>
                </a:lnTo>
                <a:cubicBezTo>
                  <a:pt x="456798" y="409310"/>
                  <a:pt x="448984" y="417111"/>
                  <a:pt x="439414" y="417111"/>
                </a:cubicBezTo>
                <a:cubicBezTo>
                  <a:pt x="429844" y="417111"/>
                  <a:pt x="422030" y="409310"/>
                  <a:pt x="422030" y="399756"/>
                </a:cubicBezTo>
                <a:lnTo>
                  <a:pt x="421943" y="268362"/>
                </a:lnTo>
                <a:lnTo>
                  <a:pt x="417641" y="278442"/>
                </a:lnTo>
                <a:cubicBezTo>
                  <a:pt x="415095" y="284228"/>
                  <a:pt x="409388" y="287997"/>
                  <a:pt x="403154" y="287997"/>
                </a:cubicBezTo>
                <a:cubicBezTo>
                  <a:pt x="400959" y="287997"/>
                  <a:pt x="398852" y="287558"/>
                  <a:pt x="396833" y="286682"/>
                </a:cubicBezTo>
                <a:cubicBezTo>
                  <a:pt x="392970" y="285016"/>
                  <a:pt x="389985" y="281949"/>
                  <a:pt x="388405" y="278004"/>
                </a:cubicBezTo>
                <a:cubicBezTo>
                  <a:pt x="386912" y="274060"/>
                  <a:pt x="386912" y="269765"/>
                  <a:pt x="388580" y="265908"/>
                </a:cubicBezTo>
                <a:lnTo>
                  <a:pt x="419045" y="195609"/>
                </a:lnTo>
                <a:cubicBezTo>
                  <a:pt x="421504" y="189912"/>
                  <a:pt x="426420" y="186143"/>
                  <a:pt x="433268" y="186143"/>
                </a:cubicBezTo>
                <a:cubicBezTo>
                  <a:pt x="433356" y="186143"/>
                  <a:pt x="489282" y="186143"/>
                  <a:pt x="489370" y="186143"/>
                </a:cubicBezTo>
                <a:cubicBezTo>
                  <a:pt x="494111" y="186143"/>
                  <a:pt x="498501" y="188246"/>
                  <a:pt x="501486" y="191753"/>
                </a:cubicBezTo>
                <a:lnTo>
                  <a:pt x="504383" y="184828"/>
                </a:lnTo>
                <a:cubicBezTo>
                  <a:pt x="506666" y="179744"/>
                  <a:pt x="511670" y="176413"/>
                  <a:pt x="517289" y="176413"/>
                </a:cubicBezTo>
                <a:close/>
                <a:moveTo>
                  <a:pt x="41089" y="176413"/>
                </a:moveTo>
                <a:lnTo>
                  <a:pt x="91747" y="176413"/>
                </a:lnTo>
                <a:cubicBezTo>
                  <a:pt x="97366" y="176413"/>
                  <a:pt x="102458" y="179744"/>
                  <a:pt x="104653" y="184828"/>
                </a:cubicBezTo>
                <a:lnTo>
                  <a:pt x="107638" y="191753"/>
                </a:lnTo>
                <a:cubicBezTo>
                  <a:pt x="110623" y="188246"/>
                  <a:pt x="115013" y="186143"/>
                  <a:pt x="119754" y="186143"/>
                </a:cubicBezTo>
                <a:cubicBezTo>
                  <a:pt x="119842" y="186143"/>
                  <a:pt x="175768" y="186143"/>
                  <a:pt x="175856" y="186143"/>
                </a:cubicBezTo>
                <a:cubicBezTo>
                  <a:pt x="182001" y="186318"/>
                  <a:pt x="187533" y="189912"/>
                  <a:pt x="190079" y="195609"/>
                </a:cubicBezTo>
                <a:lnTo>
                  <a:pt x="220456" y="265908"/>
                </a:lnTo>
                <a:cubicBezTo>
                  <a:pt x="222124" y="269765"/>
                  <a:pt x="222212" y="274060"/>
                  <a:pt x="220632" y="278004"/>
                </a:cubicBezTo>
                <a:cubicBezTo>
                  <a:pt x="219139" y="281949"/>
                  <a:pt x="216154" y="285016"/>
                  <a:pt x="212291" y="286682"/>
                </a:cubicBezTo>
                <a:cubicBezTo>
                  <a:pt x="210272" y="287558"/>
                  <a:pt x="208165" y="287997"/>
                  <a:pt x="205970" y="287997"/>
                </a:cubicBezTo>
                <a:cubicBezTo>
                  <a:pt x="199648" y="287997"/>
                  <a:pt x="194029" y="284228"/>
                  <a:pt x="191483" y="278442"/>
                </a:cubicBezTo>
                <a:lnTo>
                  <a:pt x="187094" y="268362"/>
                </a:lnTo>
                <a:lnTo>
                  <a:pt x="187094" y="399756"/>
                </a:lnTo>
                <a:cubicBezTo>
                  <a:pt x="187094" y="409310"/>
                  <a:pt x="179280" y="417111"/>
                  <a:pt x="169710" y="417111"/>
                </a:cubicBezTo>
                <a:cubicBezTo>
                  <a:pt x="160052" y="417111"/>
                  <a:pt x="152326" y="409310"/>
                  <a:pt x="152326" y="399756"/>
                </a:cubicBezTo>
                <a:lnTo>
                  <a:pt x="152326" y="309647"/>
                </a:lnTo>
                <a:lnTo>
                  <a:pt x="144951" y="309647"/>
                </a:lnTo>
                <a:lnTo>
                  <a:pt x="144951" y="399756"/>
                </a:lnTo>
                <a:cubicBezTo>
                  <a:pt x="144951" y="409310"/>
                  <a:pt x="137138" y="417111"/>
                  <a:pt x="127568" y="417111"/>
                </a:cubicBezTo>
                <a:cubicBezTo>
                  <a:pt x="117998" y="417111"/>
                  <a:pt x="110184" y="409310"/>
                  <a:pt x="110184" y="399756"/>
                </a:cubicBezTo>
                <a:lnTo>
                  <a:pt x="110184" y="263892"/>
                </a:lnTo>
                <a:cubicBezTo>
                  <a:pt x="110096" y="263892"/>
                  <a:pt x="110096" y="263892"/>
                  <a:pt x="110096" y="263892"/>
                </a:cubicBezTo>
                <a:lnTo>
                  <a:pt x="103775" y="278442"/>
                </a:lnTo>
                <a:cubicBezTo>
                  <a:pt x="103073" y="280020"/>
                  <a:pt x="102107" y="281510"/>
                  <a:pt x="101053" y="282737"/>
                </a:cubicBezTo>
                <a:lnTo>
                  <a:pt x="101053" y="366359"/>
                </a:lnTo>
                <a:cubicBezTo>
                  <a:pt x="101053" y="374862"/>
                  <a:pt x="94030" y="381787"/>
                  <a:pt x="85514" y="381787"/>
                </a:cubicBezTo>
                <a:cubicBezTo>
                  <a:pt x="76997" y="381787"/>
                  <a:pt x="70061" y="374862"/>
                  <a:pt x="70061" y="366359"/>
                </a:cubicBezTo>
                <a:lnTo>
                  <a:pt x="70061" y="287033"/>
                </a:lnTo>
                <a:lnTo>
                  <a:pt x="63565" y="287033"/>
                </a:lnTo>
                <a:lnTo>
                  <a:pt x="63565" y="366359"/>
                </a:lnTo>
                <a:cubicBezTo>
                  <a:pt x="63565" y="374862"/>
                  <a:pt x="56629" y="381787"/>
                  <a:pt x="48112" y="381787"/>
                </a:cubicBezTo>
                <a:cubicBezTo>
                  <a:pt x="39596" y="381787"/>
                  <a:pt x="32660" y="374862"/>
                  <a:pt x="32660" y="366359"/>
                </a:cubicBezTo>
                <a:lnTo>
                  <a:pt x="32660" y="245309"/>
                </a:lnTo>
                <a:lnTo>
                  <a:pt x="26954" y="258457"/>
                </a:lnTo>
                <a:cubicBezTo>
                  <a:pt x="24671" y="263629"/>
                  <a:pt x="19667" y="266960"/>
                  <a:pt x="14048" y="266960"/>
                </a:cubicBezTo>
                <a:cubicBezTo>
                  <a:pt x="12116" y="266960"/>
                  <a:pt x="10272" y="266521"/>
                  <a:pt x="8516" y="265820"/>
                </a:cubicBezTo>
                <a:cubicBezTo>
                  <a:pt x="5005" y="264330"/>
                  <a:pt x="2371" y="261525"/>
                  <a:pt x="966" y="258107"/>
                </a:cubicBezTo>
                <a:cubicBezTo>
                  <a:pt x="-351" y="254601"/>
                  <a:pt x="-351" y="250744"/>
                  <a:pt x="1142" y="247325"/>
                </a:cubicBezTo>
                <a:lnTo>
                  <a:pt x="28271" y="184828"/>
                </a:lnTo>
                <a:cubicBezTo>
                  <a:pt x="30465" y="179744"/>
                  <a:pt x="34241" y="176413"/>
                  <a:pt x="41089" y="176413"/>
                </a:cubicBezTo>
                <a:close/>
                <a:moveTo>
                  <a:pt x="458889" y="100908"/>
                </a:moveTo>
                <a:cubicBezTo>
                  <a:pt x="480869" y="100908"/>
                  <a:pt x="498688" y="118695"/>
                  <a:pt x="498688" y="140637"/>
                </a:cubicBezTo>
                <a:cubicBezTo>
                  <a:pt x="498688" y="162579"/>
                  <a:pt x="480869" y="180366"/>
                  <a:pt x="458889" y="180366"/>
                </a:cubicBezTo>
                <a:cubicBezTo>
                  <a:pt x="436909" y="180366"/>
                  <a:pt x="419090" y="162579"/>
                  <a:pt x="419090" y="140637"/>
                </a:cubicBezTo>
                <a:cubicBezTo>
                  <a:pt x="419090" y="118695"/>
                  <a:pt x="436909" y="100908"/>
                  <a:pt x="458889" y="100908"/>
                </a:cubicBezTo>
                <a:close/>
                <a:moveTo>
                  <a:pt x="150165" y="100908"/>
                </a:moveTo>
                <a:cubicBezTo>
                  <a:pt x="172145" y="100908"/>
                  <a:pt x="189964" y="118695"/>
                  <a:pt x="189964" y="140637"/>
                </a:cubicBezTo>
                <a:cubicBezTo>
                  <a:pt x="189964" y="162579"/>
                  <a:pt x="172145" y="180366"/>
                  <a:pt x="150165" y="180366"/>
                </a:cubicBezTo>
                <a:cubicBezTo>
                  <a:pt x="128185" y="180366"/>
                  <a:pt x="110366" y="162579"/>
                  <a:pt x="110366" y="140637"/>
                </a:cubicBezTo>
                <a:cubicBezTo>
                  <a:pt x="110366" y="118695"/>
                  <a:pt x="128185" y="100908"/>
                  <a:pt x="150165" y="100908"/>
                </a:cubicBezTo>
                <a:close/>
                <a:moveTo>
                  <a:pt x="540886" y="100626"/>
                </a:moveTo>
                <a:cubicBezTo>
                  <a:pt x="560411" y="100626"/>
                  <a:pt x="576240" y="116438"/>
                  <a:pt x="576240" y="135944"/>
                </a:cubicBezTo>
                <a:cubicBezTo>
                  <a:pt x="576240" y="155450"/>
                  <a:pt x="560411" y="171262"/>
                  <a:pt x="540886" y="171262"/>
                </a:cubicBezTo>
                <a:cubicBezTo>
                  <a:pt x="521361" y="171262"/>
                  <a:pt x="505532" y="155450"/>
                  <a:pt x="505532" y="135944"/>
                </a:cubicBezTo>
                <a:cubicBezTo>
                  <a:pt x="505532" y="116438"/>
                  <a:pt x="521361" y="100626"/>
                  <a:pt x="540886" y="100626"/>
                </a:cubicBezTo>
                <a:close/>
                <a:moveTo>
                  <a:pt x="68204" y="100626"/>
                </a:moveTo>
                <a:cubicBezTo>
                  <a:pt x="87749" y="100626"/>
                  <a:pt x="103593" y="116438"/>
                  <a:pt x="103593" y="135944"/>
                </a:cubicBezTo>
                <a:cubicBezTo>
                  <a:pt x="103593" y="155450"/>
                  <a:pt x="87749" y="171262"/>
                  <a:pt x="68204" y="171262"/>
                </a:cubicBezTo>
                <a:cubicBezTo>
                  <a:pt x="48659" y="171262"/>
                  <a:pt x="32815" y="155450"/>
                  <a:pt x="32815" y="135944"/>
                </a:cubicBezTo>
                <a:cubicBezTo>
                  <a:pt x="32815" y="116438"/>
                  <a:pt x="48659" y="100626"/>
                  <a:pt x="68204" y="100626"/>
                </a:cubicBezTo>
                <a:close/>
                <a:moveTo>
                  <a:pt x="302198" y="1905"/>
                </a:moveTo>
                <a:cubicBezTo>
                  <a:pt x="331096" y="1905"/>
                  <a:pt x="354522" y="25300"/>
                  <a:pt x="354522" y="54159"/>
                </a:cubicBezTo>
                <a:cubicBezTo>
                  <a:pt x="354522" y="83018"/>
                  <a:pt x="331096" y="106413"/>
                  <a:pt x="302198" y="106413"/>
                </a:cubicBezTo>
                <a:cubicBezTo>
                  <a:pt x="273300" y="106413"/>
                  <a:pt x="249874" y="83018"/>
                  <a:pt x="249874" y="54159"/>
                </a:cubicBezTo>
                <a:cubicBezTo>
                  <a:pt x="249874" y="25300"/>
                  <a:pt x="273300" y="1905"/>
                  <a:pt x="302198" y="1905"/>
                </a:cubicBezTo>
                <a:close/>
                <a:moveTo>
                  <a:pt x="186292" y="0"/>
                </a:moveTo>
                <a:cubicBezTo>
                  <a:pt x="197794" y="0"/>
                  <a:pt x="207277" y="8590"/>
                  <a:pt x="208506" y="19984"/>
                </a:cubicBezTo>
                <a:cubicBezTo>
                  <a:pt x="210350" y="38742"/>
                  <a:pt x="214477" y="63372"/>
                  <a:pt x="217901" y="70910"/>
                </a:cubicBezTo>
                <a:cubicBezTo>
                  <a:pt x="222291" y="77133"/>
                  <a:pt x="243627" y="97293"/>
                  <a:pt x="266016" y="117277"/>
                </a:cubicBezTo>
                <a:lnTo>
                  <a:pt x="343107" y="117277"/>
                </a:lnTo>
                <a:cubicBezTo>
                  <a:pt x="365496" y="97293"/>
                  <a:pt x="386832" y="77133"/>
                  <a:pt x="391134" y="70910"/>
                </a:cubicBezTo>
                <a:cubicBezTo>
                  <a:pt x="394646" y="63372"/>
                  <a:pt x="398773" y="38654"/>
                  <a:pt x="400617" y="19984"/>
                </a:cubicBezTo>
                <a:cubicBezTo>
                  <a:pt x="401758" y="8590"/>
                  <a:pt x="411329" y="0"/>
                  <a:pt x="422831" y="0"/>
                </a:cubicBezTo>
                <a:cubicBezTo>
                  <a:pt x="423533" y="0"/>
                  <a:pt x="424236" y="88"/>
                  <a:pt x="425026" y="88"/>
                </a:cubicBezTo>
                <a:cubicBezTo>
                  <a:pt x="437230" y="1315"/>
                  <a:pt x="446186" y="12271"/>
                  <a:pt x="444957" y="24455"/>
                </a:cubicBezTo>
                <a:cubicBezTo>
                  <a:pt x="444167" y="32518"/>
                  <a:pt x="439601" y="73714"/>
                  <a:pt x="430645" y="91420"/>
                </a:cubicBezTo>
                <a:cubicBezTo>
                  <a:pt x="428626" y="95452"/>
                  <a:pt x="424850" y="102990"/>
                  <a:pt x="387359" y="137174"/>
                </a:cubicBezTo>
                <a:cubicBezTo>
                  <a:pt x="373925" y="149533"/>
                  <a:pt x="361106" y="160665"/>
                  <a:pt x="355750" y="165310"/>
                </a:cubicBezTo>
                <a:lnTo>
                  <a:pt x="355838" y="405474"/>
                </a:lnTo>
                <a:cubicBezTo>
                  <a:pt x="355838" y="418184"/>
                  <a:pt x="345477" y="428614"/>
                  <a:pt x="332746" y="428614"/>
                </a:cubicBezTo>
                <a:cubicBezTo>
                  <a:pt x="319927" y="428614"/>
                  <a:pt x="309566" y="418184"/>
                  <a:pt x="309566" y="405474"/>
                </a:cubicBezTo>
                <a:lnTo>
                  <a:pt x="309566" y="277328"/>
                </a:lnTo>
                <a:lnTo>
                  <a:pt x="294903" y="277328"/>
                </a:lnTo>
                <a:lnTo>
                  <a:pt x="294903" y="405474"/>
                </a:lnTo>
                <a:cubicBezTo>
                  <a:pt x="294903" y="418184"/>
                  <a:pt x="284543" y="428614"/>
                  <a:pt x="271724" y="428614"/>
                </a:cubicBezTo>
                <a:cubicBezTo>
                  <a:pt x="258992" y="428614"/>
                  <a:pt x="248544" y="418184"/>
                  <a:pt x="248544" y="405474"/>
                </a:cubicBezTo>
                <a:lnTo>
                  <a:pt x="248544" y="161191"/>
                </a:lnTo>
                <a:cubicBezTo>
                  <a:pt x="242134" y="155493"/>
                  <a:pt x="232125" y="146728"/>
                  <a:pt x="221764" y="137174"/>
                </a:cubicBezTo>
                <a:cubicBezTo>
                  <a:pt x="184273" y="102990"/>
                  <a:pt x="180410" y="95452"/>
                  <a:pt x="178390" y="91420"/>
                </a:cubicBezTo>
                <a:cubicBezTo>
                  <a:pt x="169434" y="73714"/>
                  <a:pt x="164956" y="32518"/>
                  <a:pt x="164166" y="24455"/>
                </a:cubicBezTo>
                <a:cubicBezTo>
                  <a:pt x="162937" y="12271"/>
                  <a:pt x="171893" y="1315"/>
                  <a:pt x="184097" y="88"/>
                </a:cubicBezTo>
                <a:cubicBezTo>
                  <a:pt x="184800" y="88"/>
                  <a:pt x="185590" y="0"/>
                  <a:pt x="1862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" name="trendy_167901"/>
          <p:cNvSpPr>
            <a:spLocks noChangeAspect="1"/>
          </p:cNvSpPr>
          <p:nvPr/>
        </p:nvSpPr>
        <p:spPr bwMode="auto">
          <a:xfrm>
            <a:off x="5655585" y="3152373"/>
            <a:ext cx="541808" cy="609684"/>
          </a:xfrm>
          <a:custGeom>
            <a:avLst/>
            <a:gdLst>
              <a:gd name="connsiteX0" fmla="*/ 18556 w 540743"/>
              <a:gd name="connsiteY0" fmla="*/ 446962 h 608486"/>
              <a:gd name="connsiteX1" fmla="*/ 43612 w 540743"/>
              <a:gd name="connsiteY1" fmla="*/ 446962 h 608486"/>
              <a:gd name="connsiteX2" fmla="*/ 43612 w 540743"/>
              <a:gd name="connsiteY2" fmla="*/ 465410 h 608486"/>
              <a:gd name="connsiteX3" fmla="*/ 62168 w 540743"/>
              <a:gd name="connsiteY3" fmla="*/ 465410 h 608486"/>
              <a:gd name="connsiteX4" fmla="*/ 62168 w 540743"/>
              <a:gd name="connsiteY4" fmla="*/ 490541 h 608486"/>
              <a:gd name="connsiteX5" fmla="*/ 43612 w 540743"/>
              <a:gd name="connsiteY5" fmla="*/ 490541 h 608486"/>
              <a:gd name="connsiteX6" fmla="*/ 43612 w 540743"/>
              <a:gd name="connsiteY6" fmla="*/ 508989 h 608486"/>
              <a:gd name="connsiteX7" fmla="*/ 18556 w 540743"/>
              <a:gd name="connsiteY7" fmla="*/ 508989 h 608486"/>
              <a:gd name="connsiteX8" fmla="*/ 18556 w 540743"/>
              <a:gd name="connsiteY8" fmla="*/ 490541 h 608486"/>
              <a:gd name="connsiteX9" fmla="*/ 0 w 540743"/>
              <a:gd name="connsiteY9" fmla="*/ 490541 h 608486"/>
              <a:gd name="connsiteX10" fmla="*/ 0 w 540743"/>
              <a:gd name="connsiteY10" fmla="*/ 465410 h 608486"/>
              <a:gd name="connsiteX11" fmla="*/ 18556 w 540743"/>
              <a:gd name="connsiteY11" fmla="*/ 465410 h 608486"/>
              <a:gd name="connsiteX12" fmla="*/ 379138 w 540743"/>
              <a:gd name="connsiteY12" fmla="*/ 363455 h 608486"/>
              <a:gd name="connsiteX13" fmla="*/ 291252 w 540743"/>
              <a:gd name="connsiteY13" fmla="*/ 490250 h 608486"/>
              <a:gd name="connsiteX14" fmla="*/ 323185 w 540743"/>
              <a:gd name="connsiteY14" fmla="*/ 490250 h 608486"/>
              <a:gd name="connsiteX15" fmla="*/ 335713 w 540743"/>
              <a:gd name="connsiteY15" fmla="*/ 502855 h 608486"/>
              <a:gd name="connsiteX16" fmla="*/ 335713 w 540743"/>
              <a:gd name="connsiteY16" fmla="*/ 583371 h 608486"/>
              <a:gd name="connsiteX17" fmla="*/ 422469 w 540743"/>
              <a:gd name="connsiteY17" fmla="*/ 583371 h 608486"/>
              <a:gd name="connsiteX18" fmla="*/ 422469 w 540743"/>
              <a:gd name="connsiteY18" fmla="*/ 502855 h 608486"/>
              <a:gd name="connsiteX19" fmla="*/ 435092 w 540743"/>
              <a:gd name="connsiteY19" fmla="*/ 490250 h 608486"/>
              <a:gd name="connsiteX20" fmla="*/ 467025 w 540743"/>
              <a:gd name="connsiteY20" fmla="*/ 490250 h 608486"/>
              <a:gd name="connsiteX21" fmla="*/ 497081 w 540743"/>
              <a:gd name="connsiteY21" fmla="*/ 341466 h 608486"/>
              <a:gd name="connsiteX22" fmla="*/ 522260 w 540743"/>
              <a:gd name="connsiteY22" fmla="*/ 341466 h 608486"/>
              <a:gd name="connsiteX23" fmla="*/ 522260 w 540743"/>
              <a:gd name="connsiteY23" fmla="*/ 360001 h 608486"/>
              <a:gd name="connsiteX24" fmla="*/ 540743 w 540743"/>
              <a:gd name="connsiteY24" fmla="*/ 360001 h 608486"/>
              <a:gd name="connsiteX25" fmla="*/ 540743 w 540743"/>
              <a:gd name="connsiteY25" fmla="*/ 385029 h 608486"/>
              <a:gd name="connsiteX26" fmla="*/ 522260 w 540743"/>
              <a:gd name="connsiteY26" fmla="*/ 385029 h 608486"/>
              <a:gd name="connsiteX27" fmla="*/ 522260 w 540743"/>
              <a:gd name="connsiteY27" fmla="*/ 403564 h 608486"/>
              <a:gd name="connsiteX28" fmla="*/ 497081 w 540743"/>
              <a:gd name="connsiteY28" fmla="*/ 403564 h 608486"/>
              <a:gd name="connsiteX29" fmla="*/ 497081 w 540743"/>
              <a:gd name="connsiteY29" fmla="*/ 385029 h 608486"/>
              <a:gd name="connsiteX30" fmla="*/ 478504 w 540743"/>
              <a:gd name="connsiteY30" fmla="*/ 385029 h 608486"/>
              <a:gd name="connsiteX31" fmla="*/ 478504 w 540743"/>
              <a:gd name="connsiteY31" fmla="*/ 360001 h 608486"/>
              <a:gd name="connsiteX32" fmla="*/ 497081 w 540743"/>
              <a:gd name="connsiteY32" fmla="*/ 360001 h 608486"/>
              <a:gd name="connsiteX33" fmla="*/ 155419 w 540743"/>
              <a:gd name="connsiteY33" fmla="*/ 245595 h 608486"/>
              <a:gd name="connsiteX34" fmla="*/ 67533 w 540743"/>
              <a:gd name="connsiteY34" fmla="*/ 372391 h 608486"/>
              <a:gd name="connsiteX35" fmla="*/ 99466 w 540743"/>
              <a:gd name="connsiteY35" fmla="*/ 372391 h 608486"/>
              <a:gd name="connsiteX36" fmla="*/ 111994 w 540743"/>
              <a:gd name="connsiteY36" fmla="*/ 384901 h 608486"/>
              <a:gd name="connsiteX37" fmla="*/ 111994 w 540743"/>
              <a:gd name="connsiteY37" fmla="*/ 583371 h 608486"/>
              <a:gd name="connsiteX38" fmla="*/ 198750 w 540743"/>
              <a:gd name="connsiteY38" fmla="*/ 583371 h 608486"/>
              <a:gd name="connsiteX39" fmla="*/ 198750 w 540743"/>
              <a:gd name="connsiteY39" fmla="*/ 384901 h 608486"/>
              <a:gd name="connsiteX40" fmla="*/ 211278 w 540743"/>
              <a:gd name="connsiteY40" fmla="*/ 372391 h 608486"/>
              <a:gd name="connsiteX41" fmla="*/ 243305 w 540743"/>
              <a:gd name="connsiteY41" fmla="*/ 372391 h 608486"/>
              <a:gd name="connsiteX42" fmla="*/ 403820 w 540743"/>
              <a:gd name="connsiteY42" fmla="*/ 223622 h 608486"/>
              <a:gd name="connsiteX43" fmla="*/ 428970 w 540743"/>
              <a:gd name="connsiteY43" fmla="*/ 223622 h 608486"/>
              <a:gd name="connsiteX44" fmla="*/ 428970 w 540743"/>
              <a:gd name="connsiteY44" fmla="*/ 242049 h 608486"/>
              <a:gd name="connsiteX45" fmla="*/ 447526 w 540743"/>
              <a:gd name="connsiteY45" fmla="*/ 242049 h 608486"/>
              <a:gd name="connsiteX46" fmla="*/ 447526 w 540743"/>
              <a:gd name="connsiteY46" fmla="*/ 267151 h 608486"/>
              <a:gd name="connsiteX47" fmla="*/ 428970 w 540743"/>
              <a:gd name="connsiteY47" fmla="*/ 267151 h 608486"/>
              <a:gd name="connsiteX48" fmla="*/ 428970 w 540743"/>
              <a:gd name="connsiteY48" fmla="*/ 285578 h 608486"/>
              <a:gd name="connsiteX49" fmla="*/ 403820 w 540743"/>
              <a:gd name="connsiteY49" fmla="*/ 285578 h 608486"/>
              <a:gd name="connsiteX50" fmla="*/ 403820 w 540743"/>
              <a:gd name="connsiteY50" fmla="*/ 267151 h 608486"/>
              <a:gd name="connsiteX51" fmla="*/ 385358 w 540743"/>
              <a:gd name="connsiteY51" fmla="*/ 267151 h 608486"/>
              <a:gd name="connsiteX52" fmla="*/ 385358 w 540743"/>
              <a:gd name="connsiteY52" fmla="*/ 242049 h 608486"/>
              <a:gd name="connsiteX53" fmla="*/ 403820 w 540743"/>
              <a:gd name="connsiteY53" fmla="*/ 242049 h 608486"/>
              <a:gd name="connsiteX54" fmla="*/ 24766 w 540743"/>
              <a:gd name="connsiteY54" fmla="*/ 186363 h 608486"/>
              <a:gd name="connsiteX55" fmla="*/ 49822 w 540743"/>
              <a:gd name="connsiteY55" fmla="*/ 186363 h 608486"/>
              <a:gd name="connsiteX56" fmla="*/ 49822 w 540743"/>
              <a:gd name="connsiteY56" fmla="*/ 204790 h 608486"/>
              <a:gd name="connsiteX57" fmla="*/ 68378 w 540743"/>
              <a:gd name="connsiteY57" fmla="*/ 204790 h 608486"/>
              <a:gd name="connsiteX58" fmla="*/ 68378 w 540743"/>
              <a:gd name="connsiteY58" fmla="*/ 229892 h 608486"/>
              <a:gd name="connsiteX59" fmla="*/ 49822 w 540743"/>
              <a:gd name="connsiteY59" fmla="*/ 229892 h 608486"/>
              <a:gd name="connsiteX60" fmla="*/ 49822 w 540743"/>
              <a:gd name="connsiteY60" fmla="*/ 248319 h 608486"/>
              <a:gd name="connsiteX61" fmla="*/ 24766 w 540743"/>
              <a:gd name="connsiteY61" fmla="*/ 248319 h 608486"/>
              <a:gd name="connsiteX62" fmla="*/ 24766 w 540743"/>
              <a:gd name="connsiteY62" fmla="*/ 229892 h 608486"/>
              <a:gd name="connsiteX63" fmla="*/ 6210 w 540743"/>
              <a:gd name="connsiteY63" fmla="*/ 229892 h 608486"/>
              <a:gd name="connsiteX64" fmla="*/ 6210 w 540743"/>
              <a:gd name="connsiteY64" fmla="*/ 204790 h 608486"/>
              <a:gd name="connsiteX65" fmla="*/ 24766 w 540743"/>
              <a:gd name="connsiteY65" fmla="*/ 204790 h 608486"/>
              <a:gd name="connsiteX66" fmla="*/ 428729 w 540743"/>
              <a:gd name="connsiteY66" fmla="*/ 62168 h 608486"/>
              <a:gd name="connsiteX67" fmla="*/ 453879 w 540743"/>
              <a:gd name="connsiteY67" fmla="*/ 62168 h 608486"/>
              <a:gd name="connsiteX68" fmla="*/ 453879 w 540743"/>
              <a:gd name="connsiteY68" fmla="*/ 80703 h 608486"/>
              <a:gd name="connsiteX69" fmla="*/ 472435 w 540743"/>
              <a:gd name="connsiteY69" fmla="*/ 80703 h 608486"/>
              <a:gd name="connsiteX70" fmla="*/ 472435 w 540743"/>
              <a:gd name="connsiteY70" fmla="*/ 105731 h 608486"/>
              <a:gd name="connsiteX71" fmla="*/ 453879 w 540743"/>
              <a:gd name="connsiteY71" fmla="*/ 105731 h 608486"/>
              <a:gd name="connsiteX72" fmla="*/ 453879 w 540743"/>
              <a:gd name="connsiteY72" fmla="*/ 124266 h 608486"/>
              <a:gd name="connsiteX73" fmla="*/ 428729 w 540743"/>
              <a:gd name="connsiteY73" fmla="*/ 124266 h 608486"/>
              <a:gd name="connsiteX74" fmla="*/ 428729 w 540743"/>
              <a:gd name="connsiteY74" fmla="*/ 105731 h 608486"/>
              <a:gd name="connsiteX75" fmla="*/ 410267 w 540743"/>
              <a:gd name="connsiteY75" fmla="*/ 105731 h 608486"/>
              <a:gd name="connsiteX76" fmla="*/ 410267 w 540743"/>
              <a:gd name="connsiteY76" fmla="*/ 80703 h 608486"/>
              <a:gd name="connsiteX77" fmla="*/ 428729 w 540743"/>
              <a:gd name="connsiteY77" fmla="*/ 80703 h 608486"/>
              <a:gd name="connsiteX78" fmla="*/ 267231 w 540743"/>
              <a:gd name="connsiteY78" fmla="*/ 34615 h 608486"/>
              <a:gd name="connsiteX79" fmla="*/ 179345 w 540743"/>
              <a:gd name="connsiteY79" fmla="*/ 161316 h 608486"/>
              <a:gd name="connsiteX80" fmla="*/ 211278 w 540743"/>
              <a:gd name="connsiteY80" fmla="*/ 161316 h 608486"/>
              <a:gd name="connsiteX81" fmla="*/ 223901 w 540743"/>
              <a:gd name="connsiteY81" fmla="*/ 173920 h 608486"/>
              <a:gd name="connsiteX82" fmla="*/ 223901 w 540743"/>
              <a:gd name="connsiteY82" fmla="*/ 300339 h 608486"/>
              <a:gd name="connsiteX83" fmla="*/ 277593 w 540743"/>
              <a:gd name="connsiteY83" fmla="*/ 377752 h 608486"/>
              <a:gd name="connsiteX84" fmla="*/ 278347 w 540743"/>
              <a:gd name="connsiteY84" fmla="*/ 390733 h 608486"/>
              <a:gd name="connsiteX85" fmla="*/ 267231 w 540743"/>
              <a:gd name="connsiteY85" fmla="*/ 397411 h 608486"/>
              <a:gd name="connsiteX86" fmla="*/ 223901 w 540743"/>
              <a:gd name="connsiteY86" fmla="*/ 397411 h 608486"/>
              <a:gd name="connsiteX87" fmla="*/ 223901 w 540743"/>
              <a:gd name="connsiteY87" fmla="*/ 583371 h 608486"/>
              <a:gd name="connsiteX88" fmla="*/ 310657 w 540743"/>
              <a:gd name="connsiteY88" fmla="*/ 583371 h 608486"/>
              <a:gd name="connsiteX89" fmla="*/ 310657 w 540743"/>
              <a:gd name="connsiteY89" fmla="*/ 515365 h 608486"/>
              <a:gd name="connsiteX90" fmla="*/ 267231 w 540743"/>
              <a:gd name="connsiteY90" fmla="*/ 515365 h 608486"/>
              <a:gd name="connsiteX91" fmla="*/ 256116 w 540743"/>
              <a:gd name="connsiteY91" fmla="*/ 508592 h 608486"/>
              <a:gd name="connsiteX92" fmla="*/ 256964 w 540743"/>
              <a:gd name="connsiteY92" fmla="*/ 495706 h 608486"/>
              <a:gd name="connsiteX93" fmla="*/ 310657 w 540743"/>
              <a:gd name="connsiteY93" fmla="*/ 418199 h 608486"/>
              <a:gd name="connsiteX94" fmla="*/ 310657 w 540743"/>
              <a:gd name="connsiteY94" fmla="*/ 173920 h 608486"/>
              <a:gd name="connsiteX95" fmla="*/ 323185 w 540743"/>
              <a:gd name="connsiteY95" fmla="*/ 161316 h 608486"/>
              <a:gd name="connsiteX96" fmla="*/ 355118 w 540743"/>
              <a:gd name="connsiteY96" fmla="*/ 161316 h 608486"/>
              <a:gd name="connsiteX97" fmla="*/ 124169 w 540743"/>
              <a:gd name="connsiteY97" fmla="*/ 24910 h 608486"/>
              <a:gd name="connsiteX98" fmla="*/ 149319 w 540743"/>
              <a:gd name="connsiteY98" fmla="*/ 24910 h 608486"/>
              <a:gd name="connsiteX99" fmla="*/ 149319 w 540743"/>
              <a:gd name="connsiteY99" fmla="*/ 43445 h 608486"/>
              <a:gd name="connsiteX100" fmla="*/ 167875 w 540743"/>
              <a:gd name="connsiteY100" fmla="*/ 43445 h 608486"/>
              <a:gd name="connsiteX101" fmla="*/ 167875 w 540743"/>
              <a:gd name="connsiteY101" fmla="*/ 68567 h 608486"/>
              <a:gd name="connsiteX102" fmla="*/ 149319 w 540743"/>
              <a:gd name="connsiteY102" fmla="*/ 68567 h 608486"/>
              <a:gd name="connsiteX103" fmla="*/ 149319 w 540743"/>
              <a:gd name="connsiteY103" fmla="*/ 87008 h 608486"/>
              <a:gd name="connsiteX104" fmla="*/ 124169 w 540743"/>
              <a:gd name="connsiteY104" fmla="*/ 87008 h 608486"/>
              <a:gd name="connsiteX105" fmla="*/ 124169 w 540743"/>
              <a:gd name="connsiteY105" fmla="*/ 68567 h 608486"/>
              <a:gd name="connsiteX106" fmla="*/ 105707 w 540743"/>
              <a:gd name="connsiteY106" fmla="*/ 68567 h 608486"/>
              <a:gd name="connsiteX107" fmla="*/ 105707 w 540743"/>
              <a:gd name="connsiteY107" fmla="*/ 43445 h 608486"/>
              <a:gd name="connsiteX108" fmla="*/ 124169 w 540743"/>
              <a:gd name="connsiteY108" fmla="*/ 43445 h 608486"/>
              <a:gd name="connsiteX109" fmla="*/ 267231 w 540743"/>
              <a:gd name="connsiteY109" fmla="*/ 0 h 608486"/>
              <a:gd name="connsiteX110" fmla="*/ 277593 w 540743"/>
              <a:gd name="connsiteY110" fmla="*/ 5362 h 608486"/>
              <a:gd name="connsiteX111" fmla="*/ 389406 w 540743"/>
              <a:gd name="connsiteY111" fmla="*/ 166772 h 608486"/>
              <a:gd name="connsiteX112" fmla="*/ 390254 w 540743"/>
              <a:gd name="connsiteY112" fmla="*/ 179752 h 608486"/>
              <a:gd name="connsiteX113" fmla="*/ 379138 w 540743"/>
              <a:gd name="connsiteY113" fmla="*/ 186431 h 608486"/>
              <a:gd name="connsiteX114" fmla="*/ 335713 w 540743"/>
              <a:gd name="connsiteY114" fmla="*/ 186431 h 608486"/>
              <a:gd name="connsiteX115" fmla="*/ 335713 w 540743"/>
              <a:gd name="connsiteY115" fmla="*/ 381985 h 608486"/>
              <a:gd name="connsiteX116" fmla="*/ 368777 w 540743"/>
              <a:gd name="connsiteY116" fmla="*/ 334296 h 608486"/>
              <a:gd name="connsiteX117" fmla="*/ 379138 w 540743"/>
              <a:gd name="connsiteY117" fmla="*/ 328934 h 608486"/>
              <a:gd name="connsiteX118" fmla="*/ 389406 w 540743"/>
              <a:gd name="connsiteY118" fmla="*/ 334296 h 608486"/>
              <a:gd name="connsiteX119" fmla="*/ 501313 w 540743"/>
              <a:gd name="connsiteY119" fmla="*/ 495706 h 608486"/>
              <a:gd name="connsiteX120" fmla="*/ 502160 w 540743"/>
              <a:gd name="connsiteY120" fmla="*/ 508592 h 608486"/>
              <a:gd name="connsiteX121" fmla="*/ 490951 w 540743"/>
              <a:gd name="connsiteY121" fmla="*/ 515365 h 608486"/>
              <a:gd name="connsiteX122" fmla="*/ 447620 w 540743"/>
              <a:gd name="connsiteY122" fmla="*/ 515365 h 608486"/>
              <a:gd name="connsiteX123" fmla="*/ 447620 w 540743"/>
              <a:gd name="connsiteY123" fmla="*/ 583371 h 608486"/>
              <a:gd name="connsiteX124" fmla="*/ 528253 w 540743"/>
              <a:gd name="connsiteY124" fmla="*/ 583371 h 608486"/>
              <a:gd name="connsiteX125" fmla="*/ 528253 w 540743"/>
              <a:gd name="connsiteY125" fmla="*/ 608486 h 608486"/>
              <a:gd name="connsiteX126" fmla="*/ 6210 w 540743"/>
              <a:gd name="connsiteY126" fmla="*/ 608486 h 608486"/>
              <a:gd name="connsiteX127" fmla="*/ 6210 w 540743"/>
              <a:gd name="connsiteY127" fmla="*/ 583371 h 608486"/>
              <a:gd name="connsiteX128" fmla="*/ 86937 w 540743"/>
              <a:gd name="connsiteY128" fmla="*/ 583371 h 608486"/>
              <a:gd name="connsiteX129" fmla="*/ 86937 w 540743"/>
              <a:gd name="connsiteY129" fmla="*/ 397411 h 608486"/>
              <a:gd name="connsiteX130" fmla="*/ 43512 w 540743"/>
              <a:gd name="connsiteY130" fmla="*/ 397411 h 608486"/>
              <a:gd name="connsiteX131" fmla="*/ 32397 w 540743"/>
              <a:gd name="connsiteY131" fmla="*/ 390733 h 608486"/>
              <a:gd name="connsiteX132" fmla="*/ 33151 w 540743"/>
              <a:gd name="connsiteY132" fmla="*/ 377752 h 608486"/>
              <a:gd name="connsiteX133" fmla="*/ 145057 w 540743"/>
              <a:gd name="connsiteY133" fmla="*/ 216436 h 608486"/>
              <a:gd name="connsiteX134" fmla="*/ 155419 w 540743"/>
              <a:gd name="connsiteY134" fmla="*/ 210981 h 608486"/>
              <a:gd name="connsiteX135" fmla="*/ 165687 w 540743"/>
              <a:gd name="connsiteY135" fmla="*/ 216436 h 608486"/>
              <a:gd name="connsiteX136" fmla="*/ 198750 w 540743"/>
              <a:gd name="connsiteY136" fmla="*/ 264032 h 608486"/>
              <a:gd name="connsiteX137" fmla="*/ 198750 w 540743"/>
              <a:gd name="connsiteY137" fmla="*/ 186431 h 608486"/>
              <a:gd name="connsiteX138" fmla="*/ 155419 w 540743"/>
              <a:gd name="connsiteY138" fmla="*/ 186431 h 608486"/>
              <a:gd name="connsiteX139" fmla="*/ 144304 w 540743"/>
              <a:gd name="connsiteY139" fmla="*/ 179752 h 608486"/>
              <a:gd name="connsiteX140" fmla="*/ 145057 w 540743"/>
              <a:gd name="connsiteY140" fmla="*/ 166772 h 608486"/>
              <a:gd name="connsiteX141" fmla="*/ 256964 w 540743"/>
              <a:gd name="connsiteY141" fmla="*/ 5362 h 608486"/>
              <a:gd name="connsiteX142" fmla="*/ 267231 w 540743"/>
              <a:gd name="connsiteY142" fmla="*/ 0 h 60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540743" h="608486">
                <a:moveTo>
                  <a:pt x="18556" y="446962"/>
                </a:moveTo>
                <a:lnTo>
                  <a:pt x="43612" y="446962"/>
                </a:lnTo>
                <a:lnTo>
                  <a:pt x="43612" y="465410"/>
                </a:lnTo>
                <a:lnTo>
                  <a:pt x="62168" y="465410"/>
                </a:lnTo>
                <a:lnTo>
                  <a:pt x="62168" y="490541"/>
                </a:lnTo>
                <a:lnTo>
                  <a:pt x="43612" y="490541"/>
                </a:lnTo>
                <a:lnTo>
                  <a:pt x="43612" y="508989"/>
                </a:lnTo>
                <a:lnTo>
                  <a:pt x="18556" y="508989"/>
                </a:lnTo>
                <a:lnTo>
                  <a:pt x="18556" y="490541"/>
                </a:lnTo>
                <a:lnTo>
                  <a:pt x="0" y="490541"/>
                </a:lnTo>
                <a:lnTo>
                  <a:pt x="0" y="465410"/>
                </a:lnTo>
                <a:lnTo>
                  <a:pt x="18556" y="465410"/>
                </a:lnTo>
                <a:close/>
                <a:moveTo>
                  <a:pt x="379138" y="363455"/>
                </a:moveTo>
                <a:lnTo>
                  <a:pt x="291252" y="490250"/>
                </a:lnTo>
                <a:lnTo>
                  <a:pt x="323185" y="490250"/>
                </a:lnTo>
                <a:cubicBezTo>
                  <a:pt x="330155" y="490250"/>
                  <a:pt x="335713" y="495894"/>
                  <a:pt x="335713" y="502855"/>
                </a:cubicBezTo>
                <a:lnTo>
                  <a:pt x="335713" y="583371"/>
                </a:lnTo>
                <a:lnTo>
                  <a:pt x="422469" y="583371"/>
                </a:lnTo>
                <a:lnTo>
                  <a:pt x="422469" y="502855"/>
                </a:lnTo>
                <a:cubicBezTo>
                  <a:pt x="422469" y="495894"/>
                  <a:pt x="428121" y="490250"/>
                  <a:pt x="435092" y="490250"/>
                </a:cubicBezTo>
                <a:lnTo>
                  <a:pt x="467025" y="490250"/>
                </a:lnTo>
                <a:close/>
                <a:moveTo>
                  <a:pt x="497081" y="341466"/>
                </a:moveTo>
                <a:lnTo>
                  <a:pt x="522260" y="341466"/>
                </a:lnTo>
                <a:lnTo>
                  <a:pt x="522260" y="360001"/>
                </a:lnTo>
                <a:lnTo>
                  <a:pt x="540743" y="360001"/>
                </a:lnTo>
                <a:lnTo>
                  <a:pt x="540743" y="385029"/>
                </a:lnTo>
                <a:lnTo>
                  <a:pt x="522260" y="385029"/>
                </a:lnTo>
                <a:lnTo>
                  <a:pt x="522260" y="403564"/>
                </a:lnTo>
                <a:lnTo>
                  <a:pt x="497081" y="403564"/>
                </a:lnTo>
                <a:lnTo>
                  <a:pt x="497081" y="385029"/>
                </a:lnTo>
                <a:lnTo>
                  <a:pt x="478504" y="385029"/>
                </a:lnTo>
                <a:lnTo>
                  <a:pt x="478504" y="360001"/>
                </a:lnTo>
                <a:lnTo>
                  <a:pt x="497081" y="360001"/>
                </a:lnTo>
                <a:close/>
                <a:moveTo>
                  <a:pt x="155419" y="245595"/>
                </a:moveTo>
                <a:lnTo>
                  <a:pt x="67533" y="372391"/>
                </a:lnTo>
                <a:lnTo>
                  <a:pt x="99466" y="372391"/>
                </a:lnTo>
                <a:cubicBezTo>
                  <a:pt x="106436" y="372391"/>
                  <a:pt x="111994" y="377940"/>
                  <a:pt x="111994" y="384901"/>
                </a:cubicBezTo>
                <a:lnTo>
                  <a:pt x="111994" y="583371"/>
                </a:lnTo>
                <a:lnTo>
                  <a:pt x="198750" y="583371"/>
                </a:lnTo>
                <a:lnTo>
                  <a:pt x="198750" y="384901"/>
                </a:lnTo>
                <a:cubicBezTo>
                  <a:pt x="198750" y="377940"/>
                  <a:pt x="204402" y="372391"/>
                  <a:pt x="211278" y="372391"/>
                </a:cubicBezTo>
                <a:lnTo>
                  <a:pt x="243305" y="372391"/>
                </a:lnTo>
                <a:close/>
                <a:moveTo>
                  <a:pt x="403820" y="223622"/>
                </a:moveTo>
                <a:lnTo>
                  <a:pt x="428970" y="223622"/>
                </a:lnTo>
                <a:lnTo>
                  <a:pt x="428970" y="242049"/>
                </a:lnTo>
                <a:lnTo>
                  <a:pt x="447526" y="242049"/>
                </a:lnTo>
                <a:lnTo>
                  <a:pt x="447526" y="267151"/>
                </a:lnTo>
                <a:lnTo>
                  <a:pt x="428970" y="267151"/>
                </a:lnTo>
                <a:lnTo>
                  <a:pt x="428970" y="285578"/>
                </a:lnTo>
                <a:lnTo>
                  <a:pt x="403820" y="285578"/>
                </a:lnTo>
                <a:lnTo>
                  <a:pt x="403820" y="267151"/>
                </a:lnTo>
                <a:lnTo>
                  <a:pt x="385358" y="267151"/>
                </a:lnTo>
                <a:lnTo>
                  <a:pt x="385358" y="242049"/>
                </a:lnTo>
                <a:lnTo>
                  <a:pt x="403820" y="242049"/>
                </a:lnTo>
                <a:close/>
                <a:moveTo>
                  <a:pt x="24766" y="186363"/>
                </a:moveTo>
                <a:lnTo>
                  <a:pt x="49822" y="186363"/>
                </a:lnTo>
                <a:lnTo>
                  <a:pt x="49822" y="204790"/>
                </a:lnTo>
                <a:lnTo>
                  <a:pt x="68378" y="204790"/>
                </a:lnTo>
                <a:lnTo>
                  <a:pt x="68378" y="229892"/>
                </a:lnTo>
                <a:lnTo>
                  <a:pt x="49822" y="229892"/>
                </a:lnTo>
                <a:lnTo>
                  <a:pt x="49822" y="248319"/>
                </a:lnTo>
                <a:lnTo>
                  <a:pt x="24766" y="248319"/>
                </a:lnTo>
                <a:lnTo>
                  <a:pt x="24766" y="229892"/>
                </a:lnTo>
                <a:lnTo>
                  <a:pt x="6210" y="229892"/>
                </a:lnTo>
                <a:lnTo>
                  <a:pt x="6210" y="204790"/>
                </a:lnTo>
                <a:lnTo>
                  <a:pt x="24766" y="204790"/>
                </a:lnTo>
                <a:close/>
                <a:moveTo>
                  <a:pt x="428729" y="62168"/>
                </a:moveTo>
                <a:lnTo>
                  <a:pt x="453879" y="62168"/>
                </a:lnTo>
                <a:lnTo>
                  <a:pt x="453879" y="80703"/>
                </a:lnTo>
                <a:lnTo>
                  <a:pt x="472435" y="80703"/>
                </a:lnTo>
                <a:lnTo>
                  <a:pt x="472435" y="105731"/>
                </a:lnTo>
                <a:lnTo>
                  <a:pt x="453879" y="105731"/>
                </a:lnTo>
                <a:lnTo>
                  <a:pt x="453879" y="124266"/>
                </a:lnTo>
                <a:lnTo>
                  <a:pt x="428729" y="124266"/>
                </a:lnTo>
                <a:lnTo>
                  <a:pt x="428729" y="105731"/>
                </a:lnTo>
                <a:lnTo>
                  <a:pt x="410267" y="105731"/>
                </a:lnTo>
                <a:lnTo>
                  <a:pt x="410267" y="80703"/>
                </a:lnTo>
                <a:lnTo>
                  <a:pt x="428729" y="80703"/>
                </a:lnTo>
                <a:close/>
                <a:moveTo>
                  <a:pt x="267231" y="34615"/>
                </a:moveTo>
                <a:lnTo>
                  <a:pt x="179345" y="161316"/>
                </a:lnTo>
                <a:lnTo>
                  <a:pt x="211278" y="161316"/>
                </a:lnTo>
                <a:cubicBezTo>
                  <a:pt x="218249" y="161316"/>
                  <a:pt x="223901" y="166960"/>
                  <a:pt x="223901" y="173920"/>
                </a:cubicBezTo>
                <a:lnTo>
                  <a:pt x="223901" y="300339"/>
                </a:lnTo>
                <a:lnTo>
                  <a:pt x="277593" y="377752"/>
                </a:lnTo>
                <a:cubicBezTo>
                  <a:pt x="280231" y="381609"/>
                  <a:pt x="280513" y="386594"/>
                  <a:pt x="278347" y="390733"/>
                </a:cubicBezTo>
                <a:cubicBezTo>
                  <a:pt x="276180" y="394872"/>
                  <a:pt x="271941" y="397411"/>
                  <a:pt x="267231" y="397411"/>
                </a:cubicBezTo>
                <a:lnTo>
                  <a:pt x="223901" y="397411"/>
                </a:lnTo>
                <a:lnTo>
                  <a:pt x="223901" y="583371"/>
                </a:lnTo>
                <a:lnTo>
                  <a:pt x="310657" y="583371"/>
                </a:lnTo>
                <a:lnTo>
                  <a:pt x="310657" y="515365"/>
                </a:lnTo>
                <a:lnTo>
                  <a:pt x="267231" y="515365"/>
                </a:lnTo>
                <a:cubicBezTo>
                  <a:pt x="262616" y="515365"/>
                  <a:pt x="258283" y="512731"/>
                  <a:pt x="256116" y="508592"/>
                </a:cubicBezTo>
                <a:cubicBezTo>
                  <a:pt x="253950" y="504454"/>
                  <a:pt x="254232" y="499468"/>
                  <a:pt x="256964" y="495706"/>
                </a:cubicBezTo>
                <a:lnTo>
                  <a:pt x="310657" y="418199"/>
                </a:lnTo>
                <a:lnTo>
                  <a:pt x="310657" y="173920"/>
                </a:lnTo>
                <a:cubicBezTo>
                  <a:pt x="310657" y="166960"/>
                  <a:pt x="316214" y="161316"/>
                  <a:pt x="323185" y="161316"/>
                </a:cubicBezTo>
                <a:lnTo>
                  <a:pt x="355118" y="161316"/>
                </a:lnTo>
                <a:close/>
                <a:moveTo>
                  <a:pt x="124169" y="24910"/>
                </a:moveTo>
                <a:lnTo>
                  <a:pt x="149319" y="24910"/>
                </a:lnTo>
                <a:lnTo>
                  <a:pt x="149319" y="43445"/>
                </a:lnTo>
                <a:lnTo>
                  <a:pt x="167875" y="43445"/>
                </a:lnTo>
                <a:lnTo>
                  <a:pt x="167875" y="68567"/>
                </a:lnTo>
                <a:lnTo>
                  <a:pt x="149319" y="68567"/>
                </a:lnTo>
                <a:lnTo>
                  <a:pt x="149319" y="87008"/>
                </a:lnTo>
                <a:lnTo>
                  <a:pt x="124169" y="87008"/>
                </a:lnTo>
                <a:lnTo>
                  <a:pt x="124169" y="68567"/>
                </a:lnTo>
                <a:lnTo>
                  <a:pt x="105707" y="68567"/>
                </a:lnTo>
                <a:lnTo>
                  <a:pt x="105707" y="43445"/>
                </a:lnTo>
                <a:lnTo>
                  <a:pt x="124169" y="43445"/>
                </a:lnTo>
                <a:close/>
                <a:moveTo>
                  <a:pt x="267231" y="0"/>
                </a:moveTo>
                <a:cubicBezTo>
                  <a:pt x="271376" y="0"/>
                  <a:pt x="275238" y="1975"/>
                  <a:pt x="277593" y="5362"/>
                </a:cubicBezTo>
                <a:lnTo>
                  <a:pt x="389406" y="166772"/>
                </a:lnTo>
                <a:cubicBezTo>
                  <a:pt x="392137" y="170628"/>
                  <a:pt x="392420" y="175613"/>
                  <a:pt x="390254" y="179752"/>
                </a:cubicBezTo>
                <a:cubicBezTo>
                  <a:pt x="388087" y="183891"/>
                  <a:pt x="383754" y="186431"/>
                  <a:pt x="379138" y="186431"/>
                </a:cubicBezTo>
                <a:lnTo>
                  <a:pt x="335713" y="186431"/>
                </a:lnTo>
                <a:lnTo>
                  <a:pt x="335713" y="381985"/>
                </a:lnTo>
                <a:lnTo>
                  <a:pt x="368777" y="334296"/>
                </a:lnTo>
                <a:cubicBezTo>
                  <a:pt x="371131" y="330910"/>
                  <a:pt x="374994" y="328934"/>
                  <a:pt x="379138" y="328934"/>
                </a:cubicBezTo>
                <a:cubicBezTo>
                  <a:pt x="383283" y="328934"/>
                  <a:pt x="387145" y="330910"/>
                  <a:pt x="389406" y="334296"/>
                </a:cubicBezTo>
                <a:lnTo>
                  <a:pt x="501313" y="495706"/>
                </a:lnTo>
                <a:cubicBezTo>
                  <a:pt x="503950" y="499468"/>
                  <a:pt x="504327" y="504454"/>
                  <a:pt x="502160" y="508592"/>
                </a:cubicBezTo>
                <a:cubicBezTo>
                  <a:pt x="499994" y="512731"/>
                  <a:pt x="495661" y="515365"/>
                  <a:pt x="490951" y="515365"/>
                </a:cubicBezTo>
                <a:lnTo>
                  <a:pt x="447620" y="515365"/>
                </a:lnTo>
                <a:lnTo>
                  <a:pt x="447620" y="583371"/>
                </a:lnTo>
                <a:lnTo>
                  <a:pt x="528253" y="583371"/>
                </a:lnTo>
                <a:lnTo>
                  <a:pt x="528253" y="608486"/>
                </a:lnTo>
                <a:lnTo>
                  <a:pt x="6210" y="608486"/>
                </a:lnTo>
                <a:lnTo>
                  <a:pt x="6210" y="583371"/>
                </a:lnTo>
                <a:lnTo>
                  <a:pt x="86937" y="583371"/>
                </a:lnTo>
                <a:lnTo>
                  <a:pt x="86937" y="397411"/>
                </a:lnTo>
                <a:lnTo>
                  <a:pt x="43512" y="397411"/>
                </a:lnTo>
                <a:cubicBezTo>
                  <a:pt x="38897" y="397411"/>
                  <a:pt x="34563" y="394872"/>
                  <a:pt x="32397" y="390733"/>
                </a:cubicBezTo>
                <a:cubicBezTo>
                  <a:pt x="30230" y="386594"/>
                  <a:pt x="30513" y="381609"/>
                  <a:pt x="33151" y="377752"/>
                </a:cubicBezTo>
                <a:lnTo>
                  <a:pt x="145057" y="216436"/>
                </a:lnTo>
                <a:cubicBezTo>
                  <a:pt x="147412" y="213050"/>
                  <a:pt x="151274" y="210981"/>
                  <a:pt x="155419" y="210981"/>
                </a:cubicBezTo>
                <a:cubicBezTo>
                  <a:pt x="159469" y="210981"/>
                  <a:pt x="163332" y="213050"/>
                  <a:pt x="165687" y="216436"/>
                </a:cubicBezTo>
                <a:lnTo>
                  <a:pt x="198750" y="264032"/>
                </a:lnTo>
                <a:lnTo>
                  <a:pt x="198750" y="186431"/>
                </a:lnTo>
                <a:lnTo>
                  <a:pt x="155419" y="186431"/>
                </a:lnTo>
                <a:cubicBezTo>
                  <a:pt x="150709" y="186431"/>
                  <a:pt x="146470" y="183891"/>
                  <a:pt x="144304" y="179752"/>
                </a:cubicBezTo>
                <a:cubicBezTo>
                  <a:pt x="142137" y="175613"/>
                  <a:pt x="142420" y="170628"/>
                  <a:pt x="145057" y="166772"/>
                </a:cubicBezTo>
                <a:lnTo>
                  <a:pt x="256964" y="5362"/>
                </a:lnTo>
                <a:cubicBezTo>
                  <a:pt x="259319" y="1975"/>
                  <a:pt x="263181" y="0"/>
                  <a:pt x="2672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2" name="politician_89888"/>
          <p:cNvSpPr>
            <a:spLocks noChangeAspect="1"/>
          </p:cNvSpPr>
          <p:nvPr/>
        </p:nvSpPr>
        <p:spPr bwMode="auto">
          <a:xfrm>
            <a:off x="6632290" y="3152373"/>
            <a:ext cx="531640" cy="609685"/>
          </a:xfrm>
          <a:custGeom>
            <a:avLst/>
            <a:gdLst>
              <a:gd name="T0" fmla="*/ 2420 w 4858"/>
              <a:gd name="T1" fmla="*/ 3345 h 5579"/>
              <a:gd name="T2" fmla="*/ 583 w 4858"/>
              <a:gd name="T3" fmla="*/ 3345 h 5579"/>
              <a:gd name="T4" fmla="*/ 2023 w 4858"/>
              <a:gd name="T5" fmla="*/ 4883 h 5579"/>
              <a:gd name="T6" fmla="*/ 2023 w 4858"/>
              <a:gd name="T7" fmla="*/ 5150 h 5579"/>
              <a:gd name="T8" fmla="*/ 35 w 4858"/>
              <a:gd name="T9" fmla="*/ 5102 h 5579"/>
              <a:gd name="T10" fmla="*/ 321 w 4858"/>
              <a:gd name="T11" fmla="*/ 3296 h 5579"/>
              <a:gd name="T12" fmla="*/ 2683 w 4858"/>
              <a:gd name="T13" fmla="*/ 3296 h 5579"/>
              <a:gd name="T14" fmla="*/ 2735 w 4858"/>
              <a:gd name="T15" fmla="*/ 4312 h 5579"/>
              <a:gd name="T16" fmla="*/ 4858 w 4858"/>
              <a:gd name="T17" fmla="*/ 3172 h 5579"/>
              <a:gd name="T18" fmla="*/ 4729 w 4858"/>
              <a:gd name="T19" fmla="*/ 4179 h 5579"/>
              <a:gd name="T20" fmla="*/ 3498 w 4858"/>
              <a:gd name="T21" fmla="*/ 4845 h 5579"/>
              <a:gd name="T22" fmla="*/ 4009 w 4858"/>
              <a:gd name="T23" fmla="*/ 4979 h 5579"/>
              <a:gd name="T24" fmla="*/ 3363 w 4858"/>
              <a:gd name="T25" fmla="*/ 5112 h 5579"/>
              <a:gd name="T26" fmla="*/ 3363 w 4858"/>
              <a:gd name="T27" fmla="*/ 5112 h 5579"/>
              <a:gd name="T28" fmla="*/ 2717 w 4858"/>
              <a:gd name="T29" fmla="*/ 4979 h 5579"/>
              <a:gd name="T30" fmla="*/ 3231 w 4858"/>
              <a:gd name="T31" fmla="*/ 4845 h 5579"/>
              <a:gd name="T32" fmla="*/ 3363 w 4858"/>
              <a:gd name="T33" fmla="*/ 3032 h 5579"/>
              <a:gd name="T34" fmla="*/ 4858 w 4858"/>
              <a:gd name="T35" fmla="*/ 3172 h 5579"/>
              <a:gd name="T36" fmla="*/ 3498 w 4858"/>
              <a:gd name="T37" fmla="*/ 3299 h 5579"/>
              <a:gd name="T38" fmla="*/ 4591 w 4858"/>
              <a:gd name="T39" fmla="*/ 3912 h 5579"/>
              <a:gd name="T40" fmla="*/ 838 w 4858"/>
              <a:gd name="T41" fmla="*/ 1837 h 5579"/>
              <a:gd name="T42" fmla="*/ 1274 w 4858"/>
              <a:gd name="T43" fmla="*/ 22 h 5579"/>
              <a:gd name="T44" fmla="*/ 1510 w 4858"/>
              <a:gd name="T45" fmla="*/ 0 h 5579"/>
              <a:gd name="T46" fmla="*/ 1870 w 4858"/>
              <a:gd name="T47" fmla="*/ 68 h 5579"/>
              <a:gd name="T48" fmla="*/ 2157 w 4858"/>
              <a:gd name="T49" fmla="*/ 1837 h 5579"/>
              <a:gd name="T50" fmla="*/ 838 w 4858"/>
              <a:gd name="T51" fmla="*/ 1837 h 5579"/>
              <a:gd name="T52" fmla="*/ 2025 w 4858"/>
              <a:gd name="T53" fmla="*/ 1189 h 5579"/>
              <a:gd name="T54" fmla="*/ 1375 w 4858"/>
              <a:gd name="T55" fmla="*/ 1010 h 5579"/>
              <a:gd name="T56" fmla="*/ 812 w 4858"/>
              <a:gd name="T57" fmla="*/ 1188 h 5579"/>
              <a:gd name="T58" fmla="*/ 1497 w 4858"/>
              <a:gd name="T59" fmla="*/ 1853 h 5579"/>
              <a:gd name="T60" fmla="*/ 2186 w 4858"/>
              <a:gd name="T61" fmla="*/ 1175 h 5579"/>
              <a:gd name="T62" fmla="*/ 1605 w 4858"/>
              <a:gd name="T63" fmla="*/ 766 h 5579"/>
              <a:gd name="T64" fmla="*/ 1779 w 4858"/>
              <a:gd name="T65" fmla="*/ 317 h 5579"/>
              <a:gd name="T66" fmla="*/ 794 w 4858"/>
              <a:gd name="T67" fmla="*/ 921 h 5579"/>
              <a:gd name="T68" fmla="*/ 1519 w 4858"/>
              <a:gd name="T69" fmla="*/ 260 h 5579"/>
              <a:gd name="T70" fmla="*/ 795 w 4858"/>
              <a:gd name="T71" fmla="*/ 906 h 5579"/>
              <a:gd name="T72" fmla="*/ 1365 w 4858"/>
              <a:gd name="T73" fmla="*/ 3933 h 5579"/>
              <a:gd name="T74" fmla="*/ 1631 w 4858"/>
              <a:gd name="T75" fmla="*/ 3933 h 5579"/>
              <a:gd name="T76" fmla="*/ 1498 w 4858"/>
              <a:gd name="T77" fmla="*/ 2898 h 5579"/>
              <a:gd name="T78" fmla="*/ 4169 w 4858"/>
              <a:gd name="T79" fmla="*/ 5312 h 5579"/>
              <a:gd name="T80" fmla="*/ 2424 w 4858"/>
              <a:gd name="T81" fmla="*/ 5445 h 5579"/>
              <a:gd name="T82" fmla="*/ 4169 w 4858"/>
              <a:gd name="T83" fmla="*/ 5579 h 5579"/>
              <a:gd name="T84" fmla="*/ 4169 w 4858"/>
              <a:gd name="T85" fmla="*/ 5312 h 5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858" h="5579">
                <a:moveTo>
                  <a:pt x="2580" y="4205"/>
                </a:moveTo>
                <a:lnTo>
                  <a:pt x="2420" y="3345"/>
                </a:lnTo>
                <a:cubicBezTo>
                  <a:pt x="2338" y="2900"/>
                  <a:pt x="1900" y="2701"/>
                  <a:pt x="1502" y="2701"/>
                </a:cubicBezTo>
                <a:cubicBezTo>
                  <a:pt x="1104" y="2701"/>
                  <a:pt x="666" y="2900"/>
                  <a:pt x="583" y="3345"/>
                </a:cubicBezTo>
                <a:lnTo>
                  <a:pt x="298" y="4883"/>
                </a:lnTo>
                <a:lnTo>
                  <a:pt x="2023" y="4883"/>
                </a:lnTo>
                <a:cubicBezTo>
                  <a:pt x="2097" y="4883"/>
                  <a:pt x="2156" y="4943"/>
                  <a:pt x="2156" y="5017"/>
                </a:cubicBezTo>
                <a:cubicBezTo>
                  <a:pt x="2156" y="5090"/>
                  <a:pt x="2097" y="5150"/>
                  <a:pt x="2023" y="5150"/>
                </a:cubicBezTo>
                <a:lnTo>
                  <a:pt x="138" y="5150"/>
                </a:lnTo>
                <a:cubicBezTo>
                  <a:pt x="98" y="5150"/>
                  <a:pt x="61" y="5132"/>
                  <a:pt x="35" y="5102"/>
                </a:cubicBezTo>
                <a:cubicBezTo>
                  <a:pt x="10" y="5072"/>
                  <a:pt x="0" y="5031"/>
                  <a:pt x="7" y="4992"/>
                </a:cubicBezTo>
                <a:lnTo>
                  <a:pt x="321" y="3296"/>
                </a:lnTo>
                <a:cubicBezTo>
                  <a:pt x="431" y="2700"/>
                  <a:pt x="994" y="2434"/>
                  <a:pt x="1502" y="2434"/>
                </a:cubicBezTo>
                <a:cubicBezTo>
                  <a:pt x="2010" y="2434"/>
                  <a:pt x="2572" y="2700"/>
                  <a:pt x="2683" y="3296"/>
                </a:cubicBezTo>
                <a:lnTo>
                  <a:pt x="2842" y="4156"/>
                </a:lnTo>
                <a:cubicBezTo>
                  <a:pt x="2855" y="4229"/>
                  <a:pt x="2808" y="4298"/>
                  <a:pt x="2735" y="4312"/>
                </a:cubicBezTo>
                <a:cubicBezTo>
                  <a:pt x="2663" y="4325"/>
                  <a:pt x="2593" y="4277"/>
                  <a:pt x="2580" y="4205"/>
                </a:cubicBezTo>
                <a:close/>
                <a:moveTo>
                  <a:pt x="4858" y="3172"/>
                </a:moveTo>
                <a:lnTo>
                  <a:pt x="4858" y="4046"/>
                </a:lnTo>
                <a:cubicBezTo>
                  <a:pt x="4858" y="4120"/>
                  <a:pt x="4803" y="4179"/>
                  <a:pt x="4729" y="4179"/>
                </a:cubicBezTo>
                <a:lnTo>
                  <a:pt x="3498" y="4179"/>
                </a:lnTo>
                <a:lnTo>
                  <a:pt x="3498" y="4845"/>
                </a:lnTo>
                <a:lnTo>
                  <a:pt x="3876" y="4845"/>
                </a:lnTo>
                <a:cubicBezTo>
                  <a:pt x="3950" y="4845"/>
                  <a:pt x="4009" y="4905"/>
                  <a:pt x="4009" y="4979"/>
                </a:cubicBezTo>
                <a:cubicBezTo>
                  <a:pt x="4009" y="5052"/>
                  <a:pt x="3950" y="5112"/>
                  <a:pt x="3876" y="5112"/>
                </a:cubicBezTo>
                <a:lnTo>
                  <a:pt x="3363" y="5112"/>
                </a:lnTo>
                <a:lnTo>
                  <a:pt x="3363" y="5112"/>
                </a:lnTo>
                <a:lnTo>
                  <a:pt x="3363" y="5112"/>
                </a:lnTo>
                <a:lnTo>
                  <a:pt x="2850" y="5112"/>
                </a:lnTo>
                <a:cubicBezTo>
                  <a:pt x="2777" y="5112"/>
                  <a:pt x="2717" y="5052"/>
                  <a:pt x="2717" y="4979"/>
                </a:cubicBezTo>
                <a:cubicBezTo>
                  <a:pt x="2717" y="4905"/>
                  <a:pt x="2777" y="4845"/>
                  <a:pt x="2850" y="4845"/>
                </a:cubicBezTo>
                <a:lnTo>
                  <a:pt x="3231" y="4845"/>
                </a:lnTo>
                <a:lnTo>
                  <a:pt x="3231" y="3172"/>
                </a:lnTo>
                <a:cubicBezTo>
                  <a:pt x="3231" y="3098"/>
                  <a:pt x="3290" y="3032"/>
                  <a:pt x="3363" y="3032"/>
                </a:cubicBezTo>
                <a:lnTo>
                  <a:pt x="4729" y="3032"/>
                </a:lnTo>
                <a:cubicBezTo>
                  <a:pt x="4803" y="3032"/>
                  <a:pt x="4858" y="3098"/>
                  <a:pt x="4858" y="3172"/>
                </a:cubicBezTo>
                <a:close/>
                <a:moveTo>
                  <a:pt x="4591" y="3299"/>
                </a:moveTo>
                <a:lnTo>
                  <a:pt x="3498" y="3299"/>
                </a:lnTo>
                <a:lnTo>
                  <a:pt x="3498" y="3912"/>
                </a:lnTo>
                <a:lnTo>
                  <a:pt x="4591" y="3912"/>
                </a:lnTo>
                <a:lnTo>
                  <a:pt x="4591" y="3299"/>
                </a:lnTo>
                <a:close/>
                <a:moveTo>
                  <a:pt x="838" y="1837"/>
                </a:moveTo>
                <a:cubicBezTo>
                  <a:pt x="687" y="1679"/>
                  <a:pt x="510" y="1388"/>
                  <a:pt x="528" y="896"/>
                </a:cubicBezTo>
                <a:cubicBezTo>
                  <a:pt x="547" y="394"/>
                  <a:pt x="897" y="110"/>
                  <a:pt x="1274" y="22"/>
                </a:cubicBezTo>
                <a:cubicBezTo>
                  <a:pt x="1297" y="16"/>
                  <a:pt x="1328" y="11"/>
                  <a:pt x="1360" y="7"/>
                </a:cubicBezTo>
                <a:cubicBezTo>
                  <a:pt x="1397" y="2"/>
                  <a:pt x="1456" y="0"/>
                  <a:pt x="1510" y="0"/>
                </a:cubicBezTo>
                <a:cubicBezTo>
                  <a:pt x="1556" y="0"/>
                  <a:pt x="1702" y="17"/>
                  <a:pt x="1706" y="18"/>
                </a:cubicBezTo>
                <a:cubicBezTo>
                  <a:pt x="1761" y="30"/>
                  <a:pt x="1816" y="47"/>
                  <a:pt x="1870" y="68"/>
                </a:cubicBezTo>
                <a:cubicBezTo>
                  <a:pt x="2186" y="190"/>
                  <a:pt x="2450" y="461"/>
                  <a:pt x="2467" y="896"/>
                </a:cubicBezTo>
                <a:cubicBezTo>
                  <a:pt x="2485" y="1388"/>
                  <a:pt x="2308" y="1679"/>
                  <a:pt x="2157" y="1837"/>
                </a:cubicBezTo>
                <a:cubicBezTo>
                  <a:pt x="1981" y="2019"/>
                  <a:pt x="1747" y="2120"/>
                  <a:pt x="1497" y="2120"/>
                </a:cubicBezTo>
                <a:cubicBezTo>
                  <a:pt x="1248" y="2120"/>
                  <a:pt x="1014" y="2019"/>
                  <a:pt x="838" y="1837"/>
                </a:cubicBezTo>
                <a:close/>
                <a:moveTo>
                  <a:pt x="2186" y="1175"/>
                </a:moveTo>
                <a:cubicBezTo>
                  <a:pt x="2132" y="1184"/>
                  <a:pt x="2078" y="1189"/>
                  <a:pt x="2025" y="1189"/>
                </a:cubicBezTo>
                <a:cubicBezTo>
                  <a:pt x="1810" y="1189"/>
                  <a:pt x="1598" y="1112"/>
                  <a:pt x="1429" y="966"/>
                </a:cubicBezTo>
                <a:cubicBezTo>
                  <a:pt x="1411" y="981"/>
                  <a:pt x="1394" y="996"/>
                  <a:pt x="1375" y="1010"/>
                </a:cubicBezTo>
                <a:cubicBezTo>
                  <a:pt x="1216" y="1127"/>
                  <a:pt x="1026" y="1189"/>
                  <a:pt x="834" y="1189"/>
                </a:cubicBezTo>
                <a:cubicBezTo>
                  <a:pt x="826" y="1189"/>
                  <a:pt x="819" y="1189"/>
                  <a:pt x="812" y="1188"/>
                </a:cubicBezTo>
                <a:cubicBezTo>
                  <a:pt x="843" y="1377"/>
                  <a:pt x="917" y="1534"/>
                  <a:pt x="1030" y="1652"/>
                </a:cubicBezTo>
                <a:cubicBezTo>
                  <a:pt x="1155" y="1782"/>
                  <a:pt x="1321" y="1853"/>
                  <a:pt x="1497" y="1853"/>
                </a:cubicBezTo>
                <a:cubicBezTo>
                  <a:pt x="1674" y="1853"/>
                  <a:pt x="1839" y="1782"/>
                  <a:pt x="1965" y="1652"/>
                </a:cubicBezTo>
                <a:cubicBezTo>
                  <a:pt x="2081" y="1531"/>
                  <a:pt x="2155" y="1369"/>
                  <a:pt x="2186" y="1175"/>
                </a:cubicBezTo>
                <a:close/>
                <a:moveTo>
                  <a:pt x="1779" y="317"/>
                </a:moveTo>
                <a:cubicBezTo>
                  <a:pt x="1748" y="486"/>
                  <a:pt x="1689" y="638"/>
                  <a:pt x="1605" y="766"/>
                </a:cubicBezTo>
                <a:cubicBezTo>
                  <a:pt x="1771" y="907"/>
                  <a:pt x="1993" y="957"/>
                  <a:pt x="2200" y="898"/>
                </a:cubicBezTo>
                <a:cubicBezTo>
                  <a:pt x="2185" y="595"/>
                  <a:pt x="2004" y="405"/>
                  <a:pt x="1779" y="317"/>
                </a:cubicBezTo>
                <a:close/>
                <a:moveTo>
                  <a:pt x="795" y="906"/>
                </a:moveTo>
                <a:cubicBezTo>
                  <a:pt x="795" y="911"/>
                  <a:pt x="795" y="916"/>
                  <a:pt x="794" y="921"/>
                </a:cubicBezTo>
                <a:cubicBezTo>
                  <a:pt x="944" y="930"/>
                  <a:pt x="1093" y="887"/>
                  <a:pt x="1216" y="796"/>
                </a:cubicBezTo>
                <a:cubicBezTo>
                  <a:pt x="1373" y="679"/>
                  <a:pt x="1478" y="492"/>
                  <a:pt x="1519" y="260"/>
                </a:cubicBezTo>
                <a:cubicBezTo>
                  <a:pt x="1511" y="260"/>
                  <a:pt x="1504" y="259"/>
                  <a:pt x="1497" y="259"/>
                </a:cubicBezTo>
                <a:cubicBezTo>
                  <a:pt x="1158" y="273"/>
                  <a:pt x="811" y="477"/>
                  <a:pt x="795" y="906"/>
                </a:cubicBezTo>
                <a:close/>
                <a:moveTo>
                  <a:pt x="1365" y="3031"/>
                </a:moveTo>
                <a:lnTo>
                  <a:pt x="1365" y="3933"/>
                </a:lnTo>
                <a:cubicBezTo>
                  <a:pt x="1365" y="4007"/>
                  <a:pt x="1424" y="4066"/>
                  <a:pt x="1498" y="4066"/>
                </a:cubicBezTo>
                <a:cubicBezTo>
                  <a:pt x="1572" y="4066"/>
                  <a:pt x="1631" y="4007"/>
                  <a:pt x="1631" y="3933"/>
                </a:cubicBezTo>
                <a:lnTo>
                  <a:pt x="1631" y="3031"/>
                </a:lnTo>
                <a:cubicBezTo>
                  <a:pt x="1631" y="2957"/>
                  <a:pt x="1572" y="2898"/>
                  <a:pt x="1498" y="2898"/>
                </a:cubicBezTo>
                <a:cubicBezTo>
                  <a:pt x="1424" y="2898"/>
                  <a:pt x="1365" y="2957"/>
                  <a:pt x="1365" y="3031"/>
                </a:cubicBezTo>
                <a:close/>
                <a:moveTo>
                  <a:pt x="4169" y="5312"/>
                </a:moveTo>
                <a:lnTo>
                  <a:pt x="2557" y="5312"/>
                </a:lnTo>
                <a:cubicBezTo>
                  <a:pt x="2484" y="5312"/>
                  <a:pt x="2424" y="5372"/>
                  <a:pt x="2424" y="5445"/>
                </a:cubicBezTo>
                <a:cubicBezTo>
                  <a:pt x="2424" y="5519"/>
                  <a:pt x="2484" y="5579"/>
                  <a:pt x="2557" y="5579"/>
                </a:cubicBezTo>
                <a:lnTo>
                  <a:pt x="4169" y="5579"/>
                </a:lnTo>
                <a:cubicBezTo>
                  <a:pt x="4243" y="5579"/>
                  <a:pt x="4302" y="5519"/>
                  <a:pt x="4302" y="5445"/>
                </a:cubicBezTo>
                <a:cubicBezTo>
                  <a:pt x="4302" y="5372"/>
                  <a:pt x="4243" y="5312"/>
                  <a:pt x="4169" y="53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electoral-signs_95378"/>
          <p:cNvSpPr>
            <a:spLocks noChangeAspect="1"/>
          </p:cNvSpPr>
          <p:nvPr/>
        </p:nvSpPr>
        <p:spPr bwMode="auto">
          <a:xfrm>
            <a:off x="7608994" y="3152373"/>
            <a:ext cx="484310" cy="609685"/>
          </a:xfrm>
          <a:custGeom>
            <a:avLst/>
            <a:gdLst>
              <a:gd name="connsiteX0" fmla="*/ 216821 w 477304"/>
              <a:gd name="connsiteY0" fmla="*/ 261798 h 600865"/>
              <a:gd name="connsiteX1" fmla="*/ 260200 w 477304"/>
              <a:gd name="connsiteY1" fmla="*/ 261798 h 600865"/>
              <a:gd name="connsiteX2" fmla="*/ 322836 w 477304"/>
              <a:gd name="connsiteY2" fmla="*/ 324337 h 600865"/>
              <a:gd name="connsiteX3" fmla="*/ 322836 w 477304"/>
              <a:gd name="connsiteY3" fmla="*/ 348000 h 600865"/>
              <a:gd name="connsiteX4" fmla="*/ 301675 w 477304"/>
              <a:gd name="connsiteY4" fmla="*/ 369128 h 600865"/>
              <a:gd name="connsiteX5" fmla="*/ 280515 w 477304"/>
              <a:gd name="connsiteY5" fmla="*/ 348000 h 600865"/>
              <a:gd name="connsiteX6" fmla="*/ 280515 w 477304"/>
              <a:gd name="connsiteY6" fmla="*/ 324337 h 600865"/>
              <a:gd name="connsiteX7" fmla="*/ 260200 w 477304"/>
              <a:gd name="connsiteY7" fmla="*/ 304054 h 600865"/>
              <a:gd name="connsiteX8" fmla="*/ 216821 w 477304"/>
              <a:gd name="connsiteY8" fmla="*/ 304054 h 600865"/>
              <a:gd name="connsiteX9" fmla="*/ 196718 w 477304"/>
              <a:gd name="connsiteY9" fmla="*/ 324337 h 600865"/>
              <a:gd name="connsiteX10" fmla="*/ 196718 w 477304"/>
              <a:gd name="connsiteY10" fmla="*/ 348000 h 600865"/>
              <a:gd name="connsiteX11" fmla="*/ 175558 w 477304"/>
              <a:gd name="connsiteY11" fmla="*/ 369128 h 600865"/>
              <a:gd name="connsiteX12" fmla="*/ 154397 w 477304"/>
              <a:gd name="connsiteY12" fmla="*/ 348000 h 600865"/>
              <a:gd name="connsiteX13" fmla="*/ 154397 w 477304"/>
              <a:gd name="connsiteY13" fmla="*/ 324337 h 600865"/>
              <a:gd name="connsiteX14" fmla="*/ 216821 w 477304"/>
              <a:gd name="connsiteY14" fmla="*/ 261798 h 600865"/>
              <a:gd name="connsiteX15" fmla="*/ 238405 w 477304"/>
              <a:gd name="connsiteY15" fmla="*/ 166088 h 600865"/>
              <a:gd name="connsiteX16" fmla="*/ 216824 w 477304"/>
              <a:gd name="connsiteY16" fmla="*/ 187633 h 600865"/>
              <a:gd name="connsiteX17" fmla="*/ 238405 w 477304"/>
              <a:gd name="connsiteY17" fmla="*/ 209178 h 600865"/>
              <a:gd name="connsiteX18" fmla="*/ 259986 w 477304"/>
              <a:gd name="connsiteY18" fmla="*/ 187633 h 600865"/>
              <a:gd name="connsiteX19" fmla="*/ 238405 w 477304"/>
              <a:gd name="connsiteY19" fmla="*/ 166088 h 600865"/>
              <a:gd name="connsiteX20" fmla="*/ 238405 w 477304"/>
              <a:gd name="connsiteY20" fmla="*/ 123842 h 600865"/>
              <a:gd name="connsiteX21" fmla="*/ 302302 w 477304"/>
              <a:gd name="connsiteY21" fmla="*/ 187633 h 600865"/>
              <a:gd name="connsiteX22" fmla="*/ 238405 w 477304"/>
              <a:gd name="connsiteY22" fmla="*/ 251424 h 600865"/>
              <a:gd name="connsiteX23" fmla="*/ 174508 w 477304"/>
              <a:gd name="connsiteY23" fmla="*/ 187633 h 600865"/>
              <a:gd name="connsiteX24" fmla="*/ 238405 w 477304"/>
              <a:gd name="connsiteY24" fmla="*/ 123842 h 600865"/>
              <a:gd name="connsiteX25" fmla="*/ 42314 w 477304"/>
              <a:gd name="connsiteY25" fmla="*/ 98665 h 600865"/>
              <a:gd name="connsiteX26" fmla="*/ 42314 w 477304"/>
              <a:gd name="connsiteY26" fmla="*/ 394238 h 600865"/>
              <a:gd name="connsiteX27" fmla="*/ 434990 w 477304"/>
              <a:gd name="connsiteY27" fmla="*/ 394238 h 600865"/>
              <a:gd name="connsiteX28" fmla="*/ 434990 w 477304"/>
              <a:gd name="connsiteY28" fmla="*/ 98665 h 600865"/>
              <a:gd name="connsiteX29" fmla="*/ 238652 w 477304"/>
              <a:gd name="connsiteY29" fmla="*/ 98665 h 600865"/>
              <a:gd name="connsiteX30" fmla="*/ 238652 w 477304"/>
              <a:gd name="connsiteY30" fmla="*/ 0 h 600865"/>
              <a:gd name="connsiteX31" fmla="*/ 259809 w 477304"/>
              <a:gd name="connsiteY31" fmla="*/ 21127 h 600865"/>
              <a:gd name="connsiteX32" fmla="*/ 259809 w 477304"/>
              <a:gd name="connsiteY32" fmla="*/ 56410 h 600865"/>
              <a:gd name="connsiteX33" fmla="*/ 456147 w 477304"/>
              <a:gd name="connsiteY33" fmla="*/ 56410 h 600865"/>
              <a:gd name="connsiteX34" fmla="*/ 477304 w 477304"/>
              <a:gd name="connsiteY34" fmla="*/ 77538 h 600865"/>
              <a:gd name="connsiteX35" fmla="*/ 477304 w 477304"/>
              <a:gd name="connsiteY35" fmla="*/ 415366 h 600865"/>
              <a:gd name="connsiteX36" fmla="*/ 456147 w 477304"/>
              <a:gd name="connsiteY36" fmla="*/ 436493 h 600865"/>
              <a:gd name="connsiteX37" fmla="*/ 259809 w 477304"/>
              <a:gd name="connsiteY37" fmla="*/ 436493 h 600865"/>
              <a:gd name="connsiteX38" fmla="*/ 259809 w 477304"/>
              <a:gd name="connsiteY38" fmla="*/ 579738 h 600865"/>
              <a:gd name="connsiteX39" fmla="*/ 238652 w 477304"/>
              <a:gd name="connsiteY39" fmla="*/ 600865 h 600865"/>
              <a:gd name="connsiteX40" fmla="*/ 217495 w 477304"/>
              <a:gd name="connsiteY40" fmla="*/ 579738 h 600865"/>
              <a:gd name="connsiteX41" fmla="*/ 217495 w 477304"/>
              <a:gd name="connsiteY41" fmla="*/ 436493 h 600865"/>
              <a:gd name="connsiteX42" fmla="*/ 21157 w 477304"/>
              <a:gd name="connsiteY42" fmla="*/ 436493 h 600865"/>
              <a:gd name="connsiteX43" fmla="*/ 0 w 477304"/>
              <a:gd name="connsiteY43" fmla="*/ 415366 h 600865"/>
              <a:gd name="connsiteX44" fmla="*/ 0 w 477304"/>
              <a:gd name="connsiteY44" fmla="*/ 77538 h 600865"/>
              <a:gd name="connsiteX45" fmla="*/ 21157 w 477304"/>
              <a:gd name="connsiteY45" fmla="*/ 56410 h 600865"/>
              <a:gd name="connsiteX46" fmla="*/ 217495 w 477304"/>
              <a:gd name="connsiteY46" fmla="*/ 56410 h 600865"/>
              <a:gd name="connsiteX47" fmla="*/ 217495 w 477304"/>
              <a:gd name="connsiteY47" fmla="*/ 21127 h 600865"/>
              <a:gd name="connsiteX48" fmla="*/ 238652 w 477304"/>
              <a:gd name="connsiteY48" fmla="*/ 0 h 60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77304" h="600865">
                <a:moveTo>
                  <a:pt x="216821" y="261798"/>
                </a:moveTo>
                <a:lnTo>
                  <a:pt x="260200" y="261798"/>
                </a:lnTo>
                <a:cubicBezTo>
                  <a:pt x="294692" y="261798"/>
                  <a:pt x="322836" y="289898"/>
                  <a:pt x="322836" y="324337"/>
                </a:cubicBezTo>
                <a:lnTo>
                  <a:pt x="322836" y="348000"/>
                </a:lnTo>
                <a:cubicBezTo>
                  <a:pt x="322836" y="359620"/>
                  <a:pt x="313314" y="369128"/>
                  <a:pt x="301675" y="369128"/>
                </a:cubicBezTo>
                <a:cubicBezTo>
                  <a:pt x="289825" y="369128"/>
                  <a:pt x="280515" y="359620"/>
                  <a:pt x="280515" y="348000"/>
                </a:cubicBezTo>
                <a:lnTo>
                  <a:pt x="280515" y="324337"/>
                </a:lnTo>
                <a:cubicBezTo>
                  <a:pt x="280515" y="313139"/>
                  <a:pt x="271416" y="304054"/>
                  <a:pt x="260200" y="304054"/>
                </a:cubicBezTo>
                <a:lnTo>
                  <a:pt x="216821" y="304054"/>
                </a:lnTo>
                <a:cubicBezTo>
                  <a:pt x="205818" y="304054"/>
                  <a:pt x="196718" y="313139"/>
                  <a:pt x="196718" y="324337"/>
                </a:cubicBezTo>
                <a:lnTo>
                  <a:pt x="196718" y="348000"/>
                </a:lnTo>
                <a:cubicBezTo>
                  <a:pt x="196718" y="359620"/>
                  <a:pt x="187196" y="369128"/>
                  <a:pt x="175558" y="369128"/>
                </a:cubicBezTo>
                <a:cubicBezTo>
                  <a:pt x="163919" y="369128"/>
                  <a:pt x="154397" y="359620"/>
                  <a:pt x="154397" y="348000"/>
                </a:cubicBezTo>
                <a:lnTo>
                  <a:pt x="154397" y="324337"/>
                </a:lnTo>
                <a:cubicBezTo>
                  <a:pt x="154397" y="289898"/>
                  <a:pt x="182541" y="261798"/>
                  <a:pt x="216821" y="261798"/>
                </a:cubicBezTo>
                <a:close/>
                <a:moveTo>
                  <a:pt x="238405" y="166088"/>
                </a:moveTo>
                <a:cubicBezTo>
                  <a:pt x="226557" y="166088"/>
                  <a:pt x="216824" y="175804"/>
                  <a:pt x="216824" y="187633"/>
                </a:cubicBezTo>
                <a:cubicBezTo>
                  <a:pt x="216824" y="199462"/>
                  <a:pt x="226557" y="209178"/>
                  <a:pt x="238405" y="209178"/>
                </a:cubicBezTo>
                <a:cubicBezTo>
                  <a:pt x="250254" y="209178"/>
                  <a:pt x="259986" y="199462"/>
                  <a:pt x="259986" y="187633"/>
                </a:cubicBezTo>
                <a:cubicBezTo>
                  <a:pt x="259986" y="175804"/>
                  <a:pt x="250254" y="166088"/>
                  <a:pt x="238405" y="166088"/>
                </a:cubicBezTo>
                <a:close/>
                <a:moveTo>
                  <a:pt x="238405" y="123842"/>
                </a:moveTo>
                <a:cubicBezTo>
                  <a:pt x="273527" y="123842"/>
                  <a:pt x="302302" y="152358"/>
                  <a:pt x="302302" y="187633"/>
                </a:cubicBezTo>
                <a:cubicBezTo>
                  <a:pt x="302302" y="222697"/>
                  <a:pt x="273527" y="251424"/>
                  <a:pt x="238405" y="251424"/>
                </a:cubicBezTo>
                <a:cubicBezTo>
                  <a:pt x="203283" y="251424"/>
                  <a:pt x="174508" y="222697"/>
                  <a:pt x="174508" y="187633"/>
                </a:cubicBezTo>
                <a:cubicBezTo>
                  <a:pt x="174508" y="152358"/>
                  <a:pt x="203283" y="123842"/>
                  <a:pt x="238405" y="123842"/>
                </a:cubicBezTo>
                <a:close/>
                <a:moveTo>
                  <a:pt x="42314" y="98665"/>
                </a:moveTo>
                <a:lnTo>
                  <a:pt x="42314" y="394238"/>
                </a:lnTo>
                <a:lnTo>
                  <a:pt x="434990" y="394238"/>
                </a:lnTo>
                <a:lnTo>
                  <a:pt x="434990" y="98665"/>
                </a:lnTo>
                <a:lnTo>
                  <a:pt x="238652" y="98665"/>
                </a:lnTo>
                <a:close/>
                <a:moveTo>
                  <a:pt x="238652" y="0"/>
                </a:moveTo>
                <a:cubicBezTo>
                  <a:pt x="250288" y="0"/>
                  <a:pt x="259809" y="9507"/>
                  <a:pt x="259809" y="21127"/>
                </a:cubicBezTo>
                <a:lnTo>
                  <a:pt x="259809" y="56410"/>
                </a:lnTo>
                <a:lnTo>
                  <a:pt x="456147" y="56410"/>
                </a:lnTo>
                <a:cubicBezTo>
                  <a:pt x="467783" y="56410"/>
                  <a:pt x="477304" y="65706"/>
                  <a:pt x="477304" y="77538"/>
                </a:cubicBezTo>
                <a:lnTo>
                  <a:pt x="477304" y="415366"/>
                </a:lnTo>
                <a:cubicBezTo>
                  <a:pt x="477304" y="426986"/>
                  <a:pt x="467783" y="436493"/>
                  <a:pt x="456147" y="436493"/>
                </a:cubicBezTo>
                <a:lnTo>
                  <a:pt x="259809" y="436493"/>
                </a:lnTo>
                <a:lnTo>
                  <a:pt x="259809" y="579738"/>
                </a:lnTo>
                <a:cubicBezTo>
                  <a:pt x="259809" y="591358"/>
                  <a:pt x="250288" y="600865"/>
                  <a:pt x="238652" y="600865"/>
                </a:cubicBezTo>
                <a:cubicBezTo>
                  <a:pt x="227016" y="600865"/>
                  <a:pt x="217495" y="591358"/>
                  <a:pt x="217495" y="579738"/>
                </a:cubicBezTo>
                <a:lnTo>
                  <a:pt x="217495" y="436493"/>
                </a:lnTo>
                <a:lnTo>
                  <a:pt x="21157" y="436493"/>
                </a:lnTo>
                <a:cubicBezTo>
                  <a:pt x="9521" y="436493"/>
                  <a:pt x="0" y="426986"/>
                  <a:pt x="0" y="415366"/>
                </a:cubicBezTo>
                <a:lnTo>
                  <a:pt x="0" y="77538"/>
                </a:lnTo>
                <a:cubicBezTo>
                  <a:pt x="0" y="65706"/>
                  <a:pt x="9521" y="56410"/>
                  <a:pt x="21157" y="56410"/>
                </a:cubicBezTo>
                <a:lnTo>
                  <a:pt x="217495" y="56410"/>
                </a:lnTo>
                <a:lnTo>
                  <a:pt x="217495" y="21127"/>
                </a:lnTo>
                <a:cubicBezTo>
                  <a:pt x="217495" y="9507"/>
                  <a:pt x="227016" y="0"/>
                  <a:pt x="2386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4" name="recycling_283015"/>
          <p:cNvSpPr>
            <a:spLocks noChangeAspect="1"/>
          </p:cNvSpPr>
          <p:nvPr/>
        </p:nvSpPr>
        <p:spPr bwMode="auto">
          <a:xfrm>
            <a:off x="8585698" y="3152373"/>
            <a:ext cx="609685" cy="608764"/>
          </a:xfrm>
          <a:custGeom>
            <a:avLst/>
            <a:gdLst>
              <a:gd name="connsiteX0" fmla="*/ 192861 w 607639"/>
              <a:gd name="connsiteY0" fmla="*/ 277440 h 606722"/>
              <a:gd name="connsiteX1" fmla="*/ 206215 w 607639"/>
              <a:gd name="connsiteY1" fmla="*/ 285085 h 606722"/>
              <a:gd name="connsiteX2" fmla="*/ 220993 w 607639"/>
              <a:gd name="connsiteY2" fmla="*/ 339396 h 606722"/>
              <a:gd name="connsiteX3" fmla="*/ 213337 w 607639"/>
              <a:gd name="connsiteY3" fmla="*/ 352730 h 606722"/>
              <a:gd name="connsiteX4" fmla="*/ 210399 w 607639"/>
              <a:gd name="connsiteY4" fmla="*/ 353174 h 606722"/>
              <a:gd name="connsiteX5" fmla="*/ 199894 w 607639"/>
              <a:gd name="connsiteY5" fmla="*/ 345085 h 606722"/>
              <a:gd name="connsiteX6" fmla="*/ 192149 w 607639"/>
              <a:gd name="connsiteY6" fmla="*/ 316463 h 606722"/>
              <a:gd name="connsiteX7" fmla="*/ 144698 w 607639"/>
              <a:gd name="connsiteY7" fmla="*/ 398508 h 606722"/>
              <a:gd name="connsiteX8" fmla="*/ 144698 w 607639"/>
              <a:gd name="connsiteY8" fmla="*/ 412464 h 606722"/>
              <a:gd name="connsiteX9" fmla="*/ 156806 w 607639"/>
              <a:gd name="connsiteY9" fmla="*/ 419397 h 606722"/>
              <a:gd name="connsiteX10" fmla="*/ 298357 w 607639"/>
              <a:gd name="connsiteY10" fmla="*/ 419397 h 606722"/>
              <a:gd name="connsiteX11" fmla="*/ 309218 w 607639"/>
              <a:gd name="connsiteY11" fmla="*/ 430330 h 606722"/>
              <a:gd name="connsiteX12" fmla="*/ 298357 w 607639"/>
              <a:gd name="connsiteY12" fmla="*/ 441175 h 606722"/>
              <a:gd name="connsiteX13" fmla="*/ 156806 w 607639"/>
              <a:gd name="connsiteY13" fmla="*/ 441175 h 606722"/>
              <a:gd name="connsiteX14" fmla="*/ 125825 w 607639"/>
              <a:gd name="connsiteY14" fmla="*/ 423308 h 606722"/>
              <a:gd name="connsiteX15" fmla="*/ 125825 w 607639"/>
              <a:gd name="connsiteY15" fmla="*/ 387574 h 606722"/>
              <a:gd name="connsiteX16" fmla="*/ 173453 w 607639"/>
              <a:gd name="connsiteY16" fmla="*/ 305263 h 606722"/>
              <a:gd name="connsiteX17" fmla="*/ 144164 w 607639"/>
              <a:gd name="connsiteY17" fmla="*/ 313174 h 606722"/>
              <a:gd name="connsiteX18" fmla="*/ 130810 w 607639"/>
              <a:gd name="connsiteY18" fmla="*/ 305529 h 606722"/>
              <a:gd name="connsiteX19" fmla="*/ 138466 w 607639"/>
              <a:gd name="connsiteY19" fmla="*/ 292107 h 606722"/>
              <a:gd name="connsiteX20" fmla="*/ 396962 w 607639"/>
              <a:gd name="connsiteY20" fmla="*/ 262703 h 606722"/>
              <a:gd name="connsiteX21" fmla="*/ 411823 w 607639"/>
              <a:gd name="connsiteY21" fmla="*/ 266702 h 606722"/>
              <a:gd name="connsiteX22" fmla="*/ 481765 w 607639"/>
              <a:gd name="connsiteY22" fmla="*/ 387569 h 606722"/>
              <a:gd name="connsiteX23" fmla="*/ 481765 w 607639"/>
              <a:gd name="connsiteY23" fmla="*/ 423296 h 606722"/>
              <a:gd name="connsiteX24" fmla="*/ 450709 w 607639"/>
              <a:gd name="connsiteY24" fmla="*/ 441159 h 606722"/>
              <a:gd name="connsiteX25" fmla="*/ 364126 w 607639"/>
              <a:gd name="connsiteY25" fmla="*/ 441159 h 606722"/>
              <a:gd name="connsiteX26" fmla="*/ 385305 w 607639"/>
              <a:gd name="connsiteY26" fmla="*/ 462400 h 606722"/>
              <a:gd name="connsiteX27" fmla="*/ 385305 w 607639"/>
              <a:gd name="connsiteY27" fmla="*/ 477775 h 606722"/>
              <a:gd name="connsiteX28" fmla="*/ 377563 w 607639"/>
              <a:gd name="connsiteY28" fmla="*/ 480974 h 606722"/>
              <a:gd name="connsiteX29" fmla="*/ 369910 w 607639"/>
              <a:gd name="connsiteY29" fmla="*/ 477775 h 606722"/>
              <a:gd name="connsiteX30" fmla="*/ 330045 w 607639"/>
              <a:gd name="connsiteY30" fmla="*/ 437960 h 606722"/>
              <a:gd name="connsiteX31" fmla="*/ 326930 w 607639"/>
              <a:gd name="connsiteY31" fmla="*/ 430228 h 606722"/>
              <a:gd name="connsiteX32" fmla="*/ 330134 w 607639"/>
              <a:gd name="connsiteY32" fmla="*/ 422496 h 606722"/>
              <a:gd name="connsiteX33" fmla="*/ 369999 w 607639"/>
              <a:gd name="connsiteY33" fmla="*/ 382770 h 606722"/>
              <a:gd name="connsiteX34" fmla="*/ 385394 w 607639"/>
              <a:gd name="connsiteY34" fmla="*/ 382770 h 606722"/>
              <a:gd name="connsiteX35" fmla="*/ 385394 w 607639"/>
              <a:gd name="connsiteY35" fmla="*/ 398234 h 606722"/>
              <a:gd name="connsiteX36" fmla="*/ 364126 w 607639"/>
              <a:gd name="connsiteY36" fmla="*/ 419385 h 606722"/>
              <a:gd name="connsiteX37" fmla="*/ 450709 w 607639"/>
              <a:gd name="connsiteY37" fmla="*/ 419385 h 606722"/>
              <a:gd name="connsiteX38" fmla="*/ 462811 w 607639"/>
              <a:gd name="connsiteY38" fmla="*/ 412453 h 606722"/>
              <a:gd name="connsiteX39" fmla="*/ 462811 w 607639"/>
              <a:gd name="connsiteY39" fmla="*/ 398500 h 606722"/>
              <a:gd name="connsiteX40" fmla="*/ 392958 w 607639"/>
              <a:gd name="connsiteY40" fmla="*/ 277544 h 606722"/>
              <a:gd name="connsiteX41" fmla="*/ 396962 w 607639"/>
              <a:gd name="connsiteY41" fmla="*/ 262703 h 606722"/>
              <a:gd name="connsiteX42" fmla="*/ 303753 w 607639"/>
              <a:gd name="connsiteY42" fmla="*/ 115657 h 606722"/>
              <a:gd name="connsiteX43" fmla="*/ 334722 w 607639"/>
              <a:gd name="connsiteY43" fmla="*/ 133515 h 606722"/>
              <a:gd name="connsiteX44" fmla="*/ 377705 w 607639"/>
              <a:gd name="connsiteY44" fmla="*/ 207790 h 606722"/>
              <a:gd name="connsiteX45" fmla="*/ 384913 w 607639"/>
              <a:gd name="connsiteY45" fmla="*/ 179449 h 606722"/>
              <a:gd name="connsiteX46" fmla="*/ 398083 w 607639"/>
              <a:gd name="connsiteY46" fmla="*/ 171541 h 606722"/>
              <a:gd name="connsiteX47" fmla="*/ 406003 w 607639"/>
              <a:gd name="connsiteY47" fmla="*/ 184779 h 606722"/>
              <a:gd name="connsiteX48" fmla="*/ 392210 w 607639"/>
              <a:gd name="connsiteY48" fmla="*/ 239331 h 606722"/>
              <a:gd name="connsiteX49" fmla="*/ 381620 w 607639"/>
              <a:gd name="connsiteY49" fmla="*/ 247505 h 606722"/>
              <a:gd name="connsiteX50" fmla="*/ 378950 w 607639"/>
              <a:gd name="connsiteY50" fmla="*/ 247238 h 606722"/>
              <a:gd name="connsiteX51" fmla="*/ 324399 w 607639"/>
              <a:gd name="connsiteY51" fmla="*/ 233467 h 606722"/>
              <a:gd name="connsiteX52" fmla="*/ 316479 w 607639"/>
              <a:gd name="connsiteY52" fmla="*/ 220229 h 606722"/>
              <a:gd name="connsiteX53" fmla="*/ 329650 w 607639"/>
              <a:gd name="connsiteY53" fmla="*/ 212322 h 606722"/>
              <a:gd name="connsiteX54" fmla="*/ 359551 w 607639"/>
              <a:gd name="connsiteY54" fmla="*/ 219873 h 606722"/>
              <a:gd name="connsiteX55" fmla="*/ 315856 w 607639"/>
              <a:gd name="connsiteY55" fmla="*/ 144354 h 606722"/>
              <a:gd name="connsiteX56" fmla="*/ 303753 w 607639"/>
              <a:gd name="connsiteY56" fmla="*/ 137424 h 606722"/>
              <a:gd name="connsiteX57" fmla="*/ 291651 w 607639"/>
              <a:gd name="connsiteY57" fmla="*/ 144354 h 606722"/>
              <a:gd name="connsiteX58" fmla="*/ 224908 w 607639"/>
              <a:gd name="connsiteY58" fmla="*/ 259765 h 606722"/>
              <a:gd name="connsiteX59" fmla="*/ 215475 w 607639"/>
              <a:gd name="connsiteY59" fmla="*/ 265185 h 606722"/>
              <a:gd name="connsiteX60" fmla="*/ 210047 w 607639"/>
              <a:gd name="connsiteY60" fmla="*/ 263763 h 606722"/>
              <a:gd name="connsiteX61" fmla="*/ 206042 w 607639"/>
              <a:gd name="connsiteY61" fmla="*/ 248926 h 606722"/>
              <a:gd name="connsiteX62" fmla="*/ 272785 w 607639"/>
              <a:gd name="connsiteY62" fmla="*/ 133515 h 606722"/>
              <a:gd name="connsiteX63" fmla="*/ 303753 w 607639"/>
              <a:gd name="connsiteY63" fmla="*/ 115657 h 606722"/>
              <a:gd name="connsiteX64" fmla="*/ 303775 w 607639"/>
              <a:gd name="connsiteY64" fmla="*/ 21773 h 606722"/>
              <a:gd name="connsiteX65" fmla="*/ 21806 w 607639"/>
              <a:gd name="connsiteY65" fmla="*/ 303317 h 606722"/>
              <a:gd name="connsiteX66" fmla="*/ 303775 w 607639"/>
              <a:gd name="connsiteY66" fmla="*/ 584949 h 606722"/>
              <a:gd name="connsiteX67" fmla="*/ 585833 w 607639"/>
              <a:gd name="connsiteY67" fmla="*/ 303317 h 606722"/>
              <a:gd name="connsiteX68" fmla="*/ 303775 w 607639"/>
              <a:gd name="connsiteY68" fmla="*/ 21773 h 606722"/>
              <a:gd name="connsiteX69" fmla="*/ 303775 w 607639"/>
              <a:gd name="connsiteY69" fmla="*/ 0 h 606722"/>
              <a:gd name="connsiteX70" fmla="*/ 607639 w 607639"/>
              <a:gd name="connsiteY70" fmla="*/ 303317 h 606722"/>
              <a:gd name="connsiteX71" fmla="*/ 303775 w 607639"/>
              <a:gd name="connsiteY71" fmla="*/ 606722 h 606722"/>
              <a:gd name="connsiteX72" fmla="*/ 0 w 607639"/>
              <a:gd name="connsiteY72" fmla="*/ 303317 h 606722"/>
              <a:gd name="connsiteX73" fmla="*/ 303775 w 607639"/>
              <a:gd name="connsiteY7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07639" h="606722">
                <a:moveTo>
                  <a:pt x="192861" y="277440"/>
                </a:moveTo>
                <a:cubicBezTo>
                  <a:pt x="198648" y="275840"/>
                  <a:pt x="204612" y="279307"/>
                  <a:pt x="206215" y="285085"/>
                </a:cubicBezTo>
                <a:lnTo>
                  <a:pt x="220993" y="339396"/>
                </a:lnTo>
                <a:cubicBezTo>
                  <a:pt x="222507" y="345174"/>
                  <a:pt x="219124" y="351219"/>
                  <a:pt x="213337" y="352730"/>
                </a:cubicBezTo>
                <a:cubicBezTo>
                  <a:pt x="212358" y="352996"/>
                  <a:pt x="211378" y="353174"/>
                  <a:pt x="210399" y="353174"/>
                </a:cubicBezTo>
                <a:cubicBezTo>
                  <a:pt x="205592" y="353174"/>
                  <a:pt x="201229" y="349974"/>
                  <a:pt x="199894" y="345085"/>
                </a:cubicBezTo>
                <a:lnTo>
                  <a:pt x="192149" y="316463"/>
                </a:lnTo>
                <a:lnTo>
                  <a:pt x="144698" y="398508"/>
                </a:lnTo>
                <a:cubicBezTo>
                  <a:pt x="141048" y="404819"/>
                  <a:pt x="143541" y="410330"/>
                  <a:pt x="144698" y="412464"/>
                </a:cubicBezTo>
                <a:cubicBezTo>
                  <a:pt x="145944" y="414508"/>
                  <a:pt x="149505" y="419397"/>
                  <a:pt x="156806" y="419397"/>
                </a:cubicBezTo>
                <a:lnTo>
                  <a:pt x="298357" y="419397"/>
                </a:lnTo>
                <a:cubicBezTo>
                  <a:pt x="304321" y="419397"/>
                  <a:pt x="309218" y="424286"/>
                  <a:pt x="309218" y="430330"/>
                </a:cubicBezTo>
                <a:cubicBezTo>
                  <a:pt x="309218" y="436286"/>
                  <a:pt x="304321" y="441175"/>
                  <a:pt x="298357" y="441175"/>
                </a:cubicBezTo>
                <a:lnTo>
                  <a:pt x="156806" y="441175"/>
                </a:lnTo>
                <a:cubicBezTo>
                  <a:pt x="143897" y="441175"/>
                  <a:pt x="132324" y="434508"/>
                  <a:pt x="125825" y="423308"/>
                </a:cubicBezTo>
                <a:cubicBezTo>
                  <a:pt x="119326" y="412108"/>
                  <a:pt x="119326" y="398775"/>
                  <a:pt x="125825" y="387574"/>
                </a:cubicBezTo>
                <a:lnTo>
                  <a:pt x="173453" y="305263"/>
                </a:lnTo>
                <a:lnTo>
                  <a:pt x="144164" y="313174"/>
                </a:lnTo>
                <a:cubicBezTo>
                  <a:pt x="138288" y="314774"/>
                  <a:pt x="132324" y="311307"/>
                  <a:pt x="130810" y="305529"/>
                </a:cubicBezTo>
                <a:cubicBezTo>
                  <a:pt x="129208" y="299662"/>
                  <a:pt x="132591" y="293707"/>
                  <a:pt x="138466" y="292107"/>
                </a:cubicBezTo>
                <a:close/>
                <a:moveTo>
                  <a:pt x="396962" y="262703"/>
                </a:moveTo>
                <a:cubicBezTo>
                  <a:pt x="402123" y="259681"/>
                  <a:pt x="408797" y="261458"/>
                  <a:pt x="411823" y="266702"/>
                </a:cubicBezTo>
                <a:lnTo>
                  <a:pt x="481765" y="387569"/>
                </a:lnTo>
                <a:cubicBezTo>
                  <a:pt x="488172" y="398767"/>
                  <a:pt x="488172" y="412098"/>
                  <a:pt x="481765" y="423296"/>
                </a:cubicBezTo>
                <a:cubicBezTo>
                  <a:pt x="475269" y="434494"/>
                  <a:pt x="463701" y="441159"/>
                  <a:pt x="450709" y="441159"/>
                </a:cubicBezTo>
                <a:lnTo>
                  <a:pt x="364126" y="441159"/>
                </a:lnTo>
                <a:lnTo>
                  <a:pt x="385305" y="462400"/>
                </a:lnTo>
                <a:cubicBezTo>
                  <a:pt x="389576" y="466665"/>
                  <a:pt x="389576" y="473509"/>
                  <a:pt x="385305" y="477775"/>
                </a:cubicBezTo>
                <a:cubicBezTo>
                  <a:pt x="383169" y="479908"/>
                  <a:pt x="380411" y="480974"/>
                  <a:pt x="377563" y="480974"/>
                </a:cubicBezTo>
                <a:cubicBezTo>
                  <a:pt x="374805" y="480974"/>
                  <a:pt x="371957" y="479908"/>
                  <a:pt x="369910" y="477775"/>
                </a:cubicBezTo>
                <a:lnTo>
                  <a:pt x="330045" y="437960"/>
                </a:lnTo>
                <a:cubicBezTo>
                  <a:pt x="327998" y="435916"/>
                  <a:pt x="326930" y="433072"/>
                  <a:pt x="326930" y="430228"/>
                </a:cubicBezTo>
                <a:cubicBezTo>
                  <a:pt x="326930" y="427295"/>
                  <a:pt x="328087" y="424540"/>
                  <a:pt x="330134" y="422496"/>
                </a:cubicBezTo>
                <a:lnTo>
                  <a:pt x="369999" y="382770"/>
                </a:lnTo>
                <a:cubicBezTo>
                  <a:pt x="374271" y="378504"/>
                  <a:pt x="381123" y="378504"/>
                  <a:pt x="385394" y="382770"/>
                </a:cubicBezTo>
                <a:cubicBezTo>
                  <a:pt x="389665" y="387036"/>
                  <a:pt x="389665" y="393968"/>
                  <a:pt x="385394" y="398234"/>
                </a:cubicBezTo>
                <a:lnTo>
                  <a:pt x="364126" y="419385"/>
                </a:lnTo>
                <a:lnTo>
                  <a:pt x="450709" y="419385"/>
                </a:lnTo>
                <a:cubicBezTo>
                  <a:pt x="458006" y="419385"/>
                  <a:pt x="461655" y="414497"/>
                  <a:pt x="462811" y="412453"/>
                </a:cubicBezTo>
                <a:cubicBezTo>
                  <a:pt x="464057" y="410320"/>
                  <a:pt x="466460" y="404810"/>
                  <a:pt x="462811" y="398500"/>
                </a:cubicBezTo>
                <a:lnTo>
                  <a:pt x="392958" y="277544"/>
                </a:lnTo>
                <a:cubicBezTo>
                  <a:pt x="389932" y="272390"/>
                  <a:pt x="391712" y="265724"/>
                  <a:pt x="396962" y="262703"/>
                </a:cubicBezTo>
                <a:close/>
                <a:moveTo>
                  <a:pt x="303753" y="115657"/>
                </a:moveTo>
                <a:cubicBezTo>
                  <a:pt x="316746" y="115657"/>
                  <a:pt x="328315" y="122320"/>
                  <a:pt x="334722" y="133515"/>
                </a:cubicBezTo>
                <a:lnTo>
                  <a:pt x="377705" y="207790"/>
                </a:lnTo>
                <a:lnTo>
                  <a:pt x="384913" y="179449"/>
                </a:lnTo>
                <a:cubicBezTo>
                  <a:pt x="386337" y="173585"/>
                  <a:pt x="392299" y="170120"/>
                  <a:pt x="398083" y="171541"/>
                </a:cubicBezTo>
                <a:cubicBezTo>
                  <a:pt x="403957" y="173052"/>
                  <a:pt x="407516" y="178915"/>
                  <a:pt x="406003" y="184779"/>
                </a:cubicBezTo>
                <a:lnTo>
                  <a:pt x="392210" y="239331"/>
                </a:lnTo>
                <a:cubicBezTo>
                  <a:pt x="390964" y="244217"/>
                  <a:pt x="386515" y="247505"/>
                  <a:pt x="381620" y="247505"/>
                </a:cubicBezTo>
                <a:cubicBezTo>
                  <a:pt x="380819" y="247505"/>
                  <a:pt x="379840" y="247416"/>
                  <a:pt x="378950" y="247238"/>
                </a:cubicBezTo>
                <a:lnTo>
                  <a:pt x="324399" y="233467"/>
                </a:lnTo>
                <a:cubicBezTo>
                  <a:pt x="318526" y="231957"/>
                  <a:pt x="314966" y="226004"/>
                  <a:pt x="316479" y="220229"/>
                </a:cubicBezTo>
                <a:cubicBezTo>
                  <a:pt x="317903" y="214365"/>
                  <a:pt x="323865" y="210900"/>
                  <a:pt x="329650" y="212322"/>
                </a:cubicBezTo>
                <a:lnTo>
                  <a:pt x="359551" y="219873"/>
                </a:lnTo>
                <a:lnTo>
                  <a:pt x="315856" y="144354"/>
                </a:lnTo>
                <a:cubicBezTo>
                  <a:pt x="312207" y="138046"/>
                  <a:pt x="306245" y="137424"/>
                  <a:pt x="303753" y="137424"/>
                </a:cubicBezTo>
                <a:cubicBezTo>
                  <a:pt x="301351" y="137424"/>
                  <a:pt x="295299" y="138046"/>
                  <a:pt x="291651" y="144354"/>
                </a:cubicBezTo>
                <a:lnTo>
                  <a:pt x="224908" y="259765"/>
                </a:lnTo>
                <a:cubicBezTo>
                  <a:pt x="222951" y="263319"/>
                  <a:pt x="219213" y="265185"/>
                  <a:pt x="215475" y="265185"/>
                </a:cubicBezTo>
                <a:cubicBezTo>
                  <a:pt x="213607" y="265185"/>
                  <a:pt x="211738" y="264741"/>
                  <a:pt x="210047" y="263763"/>
                </a:cubicBezTo>
                <a:cubicBezTo>
                  <a:pt x="204797" y="260743"/>
                  <a:pt x="203017" y="254079"/>
                  <a:pt x="206042" y="248926"/>
                </a:cubicBezTo>
                <a:lnTo>
                  <a:pt x="272785" y="133515"/>
                </a:lnTo>
                <a:cubicBezTo>
                  <a:pt x="279281" y="122320"/>
                  <a:pt x="290850" y="115657"/>
                  <a:pt x="303753" y="115657"/>
                </a:cubicBezTo>
                <a:close/>
                <a:moveTo>
                  <a:pt x="303775" y="21773"/>
                </a:moveTo>
                <a:cubicBezTo>
                  <a:pt x="148283" y="21773"/>
                  <a:pt x="21806" y="148059"/>
                  <a:pt x="21806" y="303317"/>
                </a:cubicBezTo>
                <a:cubicBezTo>
                  <a:pt x="21806" y="458574"/>
                  <a:pt x="148283" y="584949"/>
                  <a:pt x="303775" y="584949"/>
                </a:cubicBezTo>
                <a:cubicBezTo>
                  <a:pt x="459267" y="584949"/>
                  <a:pt x="585833" y="458574"/>
                  <a:pt x="585833" y="303317"/>
                </a:cubicBezTo>
                <a:cubicBezTo>
                  <a:pt x="585833" y="148059"/>
                  <a:pt x="459267" y="21773"/>
                  <a:pt x="303775" y="21773"/>
                </a:cubicBezTo>
                <a:close/>
                <a:moveTo>
                  <a:pt x="303775" y="0"/>
                </a:moveTo>
                <a:cubicBezTo>
                  <a:pt x="471283" y="0"/>
                  <a:pt x="607639" y="136061"/>
                  <a:pt x="607639" y="303317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7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green-thinking_78452"/>
          <p:cNvSpPr>
            <a:spLocks noChangeAspect="1"/>
          </p:cNvSpPr>
          <p:nvPr/>
        </p:nvSpPr>
        <p:spPr bwMode="auto">
          <a:xfrm>
            <a:off x="9562402" y="3152373"/>
            <a:ext cx="583823" cy="609685"/>
          </a:xfrm>
          <a:custGeom>
            <a:avLst/>
            <a:gdLst>
              <a:gd name="T0" fmla="*/ 372171 w 604011"/>
              <a:gd name="T1" fmla="*/ 372171 w 604011"/>
              <a:gd name="T2" fmla="*/ 372171 w 604011"/>
              <a:gd name="T3" fmla="*/ 372171 w 604011"/>
              <a:gd name="T4" fmla="*/ 372171 w 604011"/>
              <a:gd name="T5" fmla="*/ 372171 w 604011"/>
              <a:gd name="T6" fmla="*/ 372171 w 604011"/>
              <a:gd name="T7" fmla="*/ 372171 w 604011"/>
              <a:gd name="T8" fmla="*/ 372171 w 604011"/>
              <a:gd name="T9" fmla="*/ 372171 w 604011"/>
              <a:gd name="T10" fmla="*/ 372171 w 604011"/>
              <a:gd name="T11" fmla="*/ 372171 w 604011"/>
              <a:gd name="T12" fmla="*/ 372171 w 604011"/>
              <a:gd name="T13" fmla="*/ 372171 w 604011"/>
              <a:gd name="T14" fmla="*/ 372171 w 604011"/>
              <a:gd name="T15" fmla="*/ 372171 w 604011"/>
              <a:gd name="T16" fmla="*/ 372171 w 604011"/>
              <a:gd name="T17" fmla="*/ 372171 w 604011"/>
              <a:gd name="T18" fmla="*/ 372171 w 604011"/>
              <a:gd name="T19" fmla="*/ 372171 w 604011"/>
              <a:gd name="T20" fmla="*/ 372171 w 604011"/>
              <a:gd name="T21" fmla="*/ 372171 w 604011"/>
              <a:gd name="T22" fmla="*/ 372171 w 604011"/>
              <a:gd name="T23" fmla="*/ 372171 w 604011"/>
              <a:gd name="T24" fmla="*/ 372171 w 604011"/>
              <a:gd name="T25" fmla="*/ 372171 w 604011"/>
              <a:gd name="T26" fmla="*/ 372171 w 604011"/>
              <a:gd name="T27" fmla="*/ 372171 w 604011"/>
              <a:gd name="T28" fmla="*/ 372171 w 604011"/>
              <a:gd name="T29" fmla="*/ 372171 w 604011"/>
              <a:gd name="T30" fmla="*/ 372171 w 604011"/>
              <a:gd name="T31" fmla="*/ 372171 w 604011"/>
              <a:gd name="T32" fmla="*/ 372171 w 604011"/>
              <a:gd name="T33" fmla="*/ 372171 w 604011"/>
              <a:gd name="T34" fmla="*/ 372171 w 604011"/>
              <a:gd name="T35" fmla="*/ 372171 w 604011"/>
              <a:gd name="T36" fmla="*/ 372171 w 604011"/>
              <a:gd name="T37" fmla="*/ 372171 w 604011"/>
              <a:gd name="T38" fmla="*/ 372171 w 604011"/>
              <a:gd name="T39" fmla="*/ 372171 w 604011"/>
              <a:gd name="T40" fmla="*/ 372171 w 604011"/>
              <a:gd name="T41" fmla="*/ 372171 w 604011"/>
              <a:gd name="T42" fmla="*/ 372171 w 604011"/>
              <a:gd name="T43" fmla="*/ 372171 w 604011"/>
              <a:gd name="T44" fmla="*/ 372171 w 604011"/>
              <a:gd name="T45" fmla="*/ 372171 w 604011"/>
              <a:gd name="T46" fmla="*/ 372171 w 604011"/>
              <a:gd name="T47" fmla="*/ 372171 w 604011"/>
              <a:gd name="T48" fmla="*/ 372171 w 604011"/>
              <a:gd name="T49" fmla="*/ 372171 w 604011"/>
              <a:gd name="T50" fmla="*/ 372171 w 604011"/>
              <a:gd name="T51" fmla="*/ 372171 w 604011"/>
              <a:gd name="T52" fmla="*/ 372171 w 604011"/>
              <a:gd name="T53" fmla="*/ 372171 w 604011"/>
              <a:gd name="T54" fmla="*/ 372171 w 604011"/>
              <a:gd name="T55" fmla="*/ 372171 w 604011"/>
              <a:gd name="T56" fmla="*/ 372171 w 604011"/>
              <a:gd name="T57" fmla="*/ 372171 w 604011"/>
              <a:gd name="T58" fmla="*/ 372171 w 604011"/>
              <a:gd name="T59" fmla="*/ 372171 w 604011"/>
              <a:gd name="T60" fmla="*/ 372171 w 604011"/>
              <a:gd name="T61" fmla="*/ 372171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898" h="4077">
                <a:moveTo>
                  <a:pt x="2331" y="0"/>
                </a:moveTo>
                <a:cubicBezTo>
                  <a:pt x="0" y="0"/>
                  <a:pt x="758" y="2088"/>
                  <a:pt x="758" y="2088"/>
                </a:cubicBezTo>
                <a:cubicBezTo>
                  <a:pt x="767" y="2118"/>
                  <a:pt x="778" y="2145"/>
                  <a:pt x="790" y="2168"/>
                </a:cubicBezTo>
                <a:cubicBezTo>
                  <a:pt x="1072" y="2676"/>
                  <a:pt x="1176" y="3265"/>
                  <a:pt x="1084" y="3838"/>
                </a:cubicBezTo>
                <a:lnTo>
                  <a:pt x="1084" y="3839"/>
                </a:lnTo>
                <a:cubicBezTo>
                  <a:pt x="1074" y="3898"/>
                  <a:pt x="1091" y="3959"/>
                  <a:pt x="1130" y="4005"/>
                </a:cubicBezTo>
                <a:cubicBezTo>
                  <a:pt x="1169" y="4050"/>
                  <a:pt x="1226" y="4077"/>
                  <a:pt x="1286" y="4077"/>
                </a:cubicBezTo>
                <a:lnTo>
                  <a:pt x="2278" y="4077"/>
                </a:lnTo>
                <a:cubicBezTo>
                  <a:pt x="2361" y="4077"/>
                  <a:pt x="2436" y="4027"/>
                  <a:pt x="2468" y="3950"/>
                </a:cubicBezTo>
                <a:lnTo>
                  <a:pt x="2581" y="3680"/>
                </a:lnTo>
                <a:cubicBezTo>
                  <a:pt x="2621" y="3584"/>
                  <a:pt x="2714" y="3521"/>
                  <a:pt x="2818" y="3520"/>
                </a:cubicBezTo>
                <a:cubicBezTo>
                  <a:pt x="3129" y="3516"/>
                  <a:pt x="3376" y="3444"/>
                  <a:pt x="3545" y="3373"/>
                </a:cubicBezTo>
                <a:cubicBezTo>
                  <a:pt x="3705" y="3306"/>
                  <a:pt x="3811" y="3152"/>
                  <a:pt x="3817" y="2978"/>
                </a:cubicBezTo>
                <a:cubicBezTo>
                  <a:pt x="3898" y="230"/>
                  <a:pt x="2771" y="0"/>
                  <a:pt x="2331" y="0"/>
                </a:cubicBezTo>
                <a:close/>
                <a:moveTo>
                  <a:pt x="2932" y="1696"/>
                </a:moveTo>
                <a:cubicBezTo>
                  <a:pt x="2909" y="2032"/>
                  <a:pt x="2725" y="2273"/>
                  <a:pt x="2472" y="2368"/>
                </a:cubicBezTo>
                <a:cubicBezTo>
                  <a:pt x="2382" y="2401"/>
                  <a:pt x="2283" y="2416"/>
                  <a:pt x="2179" y="2411"/>
                </a:cubicBezTo>
                <a:cubicBezTo>
                  <a:pt x="2225" y="2350"/>
                  <a:pt x="2509" y="1942"/>
                  <a:pt x="2481" y="1513"/>
                </a:cubicBezTo>
                <a:cubicBezTo>
                  <a:pt x="2480" y="1505"/>
                  <a:pt x="2474" y="1498"/>
                  <a:pt x="2465" y="1497"/>
                </a:cubicBezTo>
                <a:cubicBezTo>
                  <a:pt x="2457" y="1496"/>
                  <a:pt x="2449" y="1502"/>
                  <a:pt x="2446" y="1510"/>
                </a:cubicBezTo>
                <a:cubicBezTo>
                  <a:pt x="2353" y="1871"/>
                  <a:pt x="2021" y="2268"/>
                  <a:pt x="1903" y="2386"/>
                </a:cubicBezTo>
                <a:cubicBezTo>
                  <a:pt x="1682" y="2606"/>
                  <a:pt x="1605" y="2837"/>
                  <a:pt x="1578" y="2978"/>
                </a:cubicBezTo>
                <a:cubicBezTo>
                  <a:pt x="1576" y="2989"/>
                  <a:pt x="1565" y="2997"/>
                  <a:pt x="1554" y="2997"/>
                </a:cubicBezTo>
                <a:cubicBezTo>
                  <a:pt x="1542" y="2996"/>
                  <a:pt x="1533" y="2988"/>
                  <a:pt x="1531" y="2976"/>
                </a:cubicBezTo>
                <a:cubicBezTo>
                  <a:pt x="1515" y="2828"/>
                  <a:pt x="1541" y="2573"/>
                  <a:pt x="1803" y="2286"/>
                </a:cubicBezTo>
                <a:cubicBezTo>
                  <a:pt x="1806" y="2282"/>
                  <a:pt x="1809" y="2280"/>
                  <a:pt x="1812" y="2277"/>
                </a:cubicBezTo>
                <a:cubicBezTo>
                  <a:pt x="1548" y="2056"/>
                  <a:pt x="1482" y="1605"/>
                  <a:pt x="1806" y="1369"/>
                </a:cubicBezTo>
                <a:cubicBezTo>
                  <a:pt x="2221" y="1107"/>
                  <a:pt x="2329" y="815"/>
                  <a:pt x="2348" y="622"/>
                </a:cubicBezTo>
                <a:cubicBezTo>
                  <a:pt x="2351" y="595"/>
                  <a:pt x="2371" y="572"/>
                  <a:pt x="2397" y="565"/>
                </a:cubicBezTo>
                <a:cubicBezTo>
                  <a:pt x="2423" y="559"/>
                  <a:pt x="2451" y="569"/>
                  <a:pt x="2466" y="592"/>
                </a:cubicBezTo>
                <a:cubicBezTo>
                  <a:pt x="2649" y="862"/>
                  <a:pt x="2955" y="1368"/>
                  <a:pt x="2932" y="1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6" name="eco-leaf_72319"/>
          <p:cNvSpPr>
            <a:spLocks noChangeAspect="1"/>
          </p:cNvSpPr>
          <p:nvPr/>
        </p:nvSpPr>
        <p:spPr bwMode="auto">
          <a:xfrm>
            <a:off x="10539106" y="3152373"/>
            <a:ext cx="470038" cy="609685"/>
          </a:xfrm>
          <a:custGeom>
            <a:avLst/>
            <a:gdLst>
              <a:gd name="T0" fmla="*/ 372171 w 604011"/>
              <a:gd name="T1" fmla="*/ 372171 w 604011"/>
              <a:gd name="T2" fmla="*/ 372171 w 604011"/>
              <a:gd name="T3" fmla="*/ 372171 w 604011"/>
              <a:gd name="T4" fmla="*/ 372171 w 604011"/>
              <a:gd name="T5" fmla="*/ 372171 w 604011"/>
              <a:gd name="T6" fmla="*/ 372171 w 604011"/>
              <a:gd name="T7" fmla="*/ 372171 w 604011"/>
              <a:gd name="T8" fmla="*/ 372171 w 604011"/>
              <a:gd name="T9" fmla="*/ 372171 w 604011"/>
              <a:gd name="T10" fmla="*/ 372171 w 604011"/>
              <a:gd name="T11" fmla="*/ 372171 w 604011"/>
              <a:gd name="T12" fmla="*/ 372171 w 604011"/>
              <a:gd name="T13" fmla="*/ 372171 w 604011"/>
              <a:gd name="T14" fmla="*/ 372171 w 604011"/>
              <a:gd name="T15" fmla="*/ 372171 w 604011"/>
              <a:gd name="T16" fmla="*/ 372171 w 604011"/>
              <a:gd name="T17" fmla="*/ 372171 w 604011"/>
              <a:gd name="T18" fmla="*/ 372171 w 604011"/>
              <a:gd name="T19" fmla="*/ 372171 w 604011"/>
              <a:gd name="T20" fmla="*/ 372171 w 604011"/>
              <a:gd name="T21" fmla="*/ 372171 w 604011"/>
              <a:gd name="T22" fmla="*/ 372171 w 604011"/>
              <a:gd name="T23" fmla="*/ 372171 w 604011"/>
              <a:gd name="T24" fmla="*/ 372171 w 604011"/>
              <a:gd name="T25" fmla="*/ 372171 w 604011"/>
              <a:gd name="T26" fmla="*/ 372171 w 604011"/>
              <a:gd name="T27" fmla="*/ 372171 w 604011"/>
              <a:gd name="T28" fmla="*/ 372171 w 604011"/>
              <a:gd name="T29" fmla="*/ 372171 w 604011"/>
              <a:gd name="T30" fmla="*/ 372171 w 604011"/>
              <a:gd name="T31" fmla="*/ 372171 w 604011"/>
              <a:gd name="T32" fmla="*/ 372171 w 604011"/>
              <a:gd name="T33" fmla="*/ 372171 w 604011"/>
              <a:gd name="T34" fmla="*/ 372171 w 604011"/>
              <a:gd name="T35" fmla="*/ 372171 w 604011"/>
              <a:gd name="T36" fmla="*/ 372171 w 604011"/>
              <a:gd name="T37" fmla="*/ 372171 w 604011"/>
              <a:gd name="T38" fmla="*/ 372171 w 604011"/>
              <a:gd name="T39" fmla="*/ 372171 w 604011"/>
              <a:gd name="T40" fmla="*/ 372171 w 604011"/>
              <a:gd name="T41" fmla="*/ 372171 w 604011"/>
              <a:gd name="T42" fmla="*/ 372171 w 604011"/>
              <a:gd name="T43" fmla="*/ 372171 w 604011"/>
              <a:gd name="T44" fmla="*/ 372171 w 604011"/>
              <a:gd name="T45" fmla="*/ 372171 w 604011"/>
              <a:gd name="T46" fmla="*/ 372171 w 604011"/>
              <a:gd name="T47" fmla="*/ 372171 w 604011"/>
              <a:gd name="T48" fmla="*/ 372171 w 604011"/>
              <a:gd name="T49" fmla="*/ 372171 w 604011"/>
              <a:gd name="T50" fmla="*/ 372171 w 604011"/>
              <a:gd name="T51" fmla="*/ 372171 w 604011"/>
              <a:gd name="T52" fmla="*/ 372171 w 604011"/>
              <a:gd name="T53" fmla="*/ 372171 w 604011"/>
              <a:gd name="T54" fmla="*/ 372171 w 604011"/>
              <a:gd name="T55" fmla="*/ 372171 w 604011"/>
              <a:gd name="T56" fmla="*/ 372171 w 604011"/>
              <a:gd name="T57" fmla="*/ 372171 w 604011"/>
              <a:gd name="T58" fmla="*/ 372171 w 604011"/>
              <a:gd name="T59" fmla="*/ 372171 w 604011"/>
              <a:gd name="T60" fmla="*/ 372171 w 604011"/>
              <a:gd name="T61" fmla="*/ 372171 w 604011"/>
              <a:gd name="T62" fmla="*/ 372171 w 604011"/>
              <a:gd name="T63" fmla="*/ 372171 w 604011"/>
              <a:gd name="T64" fmla="*/ 372171 w 604011"/>
              <a:gd name="T65" fmla="*/ 372171 w 604011"/>
              <a:gd name="T66" fmla="*/ 372171 w 604011"/>
              <a:gd name="T67" fmla="*/ 372171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282" h="8160">
                <a:moveTo>
                  <a:pt x="6229" y="135"/>
                </a:moveTo>
                <a:cubicBezTo>
                  <a:pt x="6189" y="77"/>
                  <a:pt x="6124" y="40"/>
                  <a:pt x="6054" y="33"/>
                </a:cubicBezTo>
                <a:cubicBezTo>
                  <a:pt x="5807" y="11"/>
                  <a:pt x="5571" y="0"/>
                  <a:pt x="5352" y="0"/>
                </a:cubicBezTo>
                <a:cubicBezTo>
                  <a:pt x="4253" y="0"/>
                  <a:pt x="3510" y="281"/>
                  <a:pt x="3145" y="834"/>
                </a:cubicBezTo>
                <a:cubicBezTo>
                  <a:pt x="2765" y="1410"/>
                  <a:pt x="2917" y="2094"/>
                  <a:pt x="3036" y="2440"/>
                </a:cubicBezTo>
                <a:cubicBezTo>
                  <a:pt x="3035" y="2441"/>
                  <a:pt x="3035" y="2442"/>
                  <a:pt x="3034" y="2443"/>
                </a:cubicBezTo>
                <a:cubicBezTo>
                  <a:pt x="2961" y="2385"/>
                  <a:pt x="2885" y="2339"/>
                  <a:pt x="2814" y="2305"/>
                </a:cubicBezTo>
                <a:cubicBezTo>
                  <a:pt x="2717" y="1779"/>
                  <a:pt x="2374" y="1245"/>
                  <a:pt x="1661" y="1245"/>
                </a:cubicBezTo>
                <a:cubicBezTo>
                  <a:pt x="1230" y="1245"/>
                  <a:pt x="700" y="1443"/>
                  <a:pt x="85" y="1831"/>
                </a:cubicBezTo>
                <a:cubicBezTo>
                  <a:pt x="42" y="1859"/>
                  <a:pt x="13" y="1904"/>
                  <a:pt x="6" y="1955"/>
                </a:cubicBezTo>
                <a:cubicBezTo>
                  <a:pt x="0" y="2006"/>
                  <a:pt x="16" y="2057"/>
                  <a:pt x="51" y="2095"/>
                </a:cubicBezTo>
                <a:cubicBezTo>
                  <a:pt x="82" y="2129"/>
                  <a:pt x="834" y="2928"/>
                  <a:pt x="1819" y="2928"/>
                </a:cubicBezTo>
                <a:cubicBezTo>
                  <a:pt x="2064" y="2928"/>
                  <a:pt x="2302" y="2878"/>
                  <a:pt x="2530" y="2780"/>
                </a:cubicBezTo>
                <a:cubicBezTo>
                  <a:pt x="2585" y="2800"/>
                  <a:pt x="2747" y="2870"/>
                  <a:pt x="2805" y="3019"/>
                </a:cubicBezTo>
                <a:cubicBezTo>
                  <a:pt x="2775" y="3159"/>
                  <a:pt x="2756" y="3310"/>
                  <a:pt x="2749" y="3471"/>
                </a:cubicBezTo>
                <a:lnTo>
                  <a:pt x="1730" y="3471"/>
                </a:lnTo>
                <a:cubicBezTo>
                  <a:pt x="1353" y="3471"/>
                  <a:pt x="1046" y="3778"/>
                  <a:pt x="1046" y="4155"/>
                </a:cubicBezTo>
                <a:lnTo>
                  <a:pt x="1046" y="6479"/>
                </a:lnTo>
                <a:cubicBezTo>
                  <a:pt x="1046" y="6855"/>
                  <a:pt x="1351" y="7161"/>
                  <a:pt x="1726" y="7163"/>
                </a:cubicBezTo>
                <a:cubicBezTo>
                  <a:pt x="1835" y="7731"/>
                  <a:pt x="2335" y="8160"/>
                  <a:pt x="2934" y="8160"/>
                </a:cubicBezTo>
                <a:cubicBezTo>
                  <a:pt x="3534" y="8160"/>
                  <a:pt x="4033" y="7731"/>
                  <a:pt x="4142" y="7163"/>
                </a:cubicBezTo>
                <a:cubicBezTo>
                  <a:pt x="4518" y="7161"/>
                  <a:pt x="4822" y="6855"/>
                  <a:pt x="4822" y="6479"/>
                </a:cubicBezTo>
                <a:lnTo>
                  <a:pt x="4822" y="6114"/>
                </a:lnTo>
                <a:lnTo>
                  <a:pt x="2821" y="6114"/>
                </a:lnTo>
                <a:cubicBezTo>
                  <a:pt x="2670" y="6114"/>
                  <a:pt x="2548" y="5991"/>
                  <a:pt x="2548" y="5840"/>
                </a:cubicBezTo>
                <a:cubicBezTo>
                  <a:pt x="2548" y="5689"/>
                  <a:pt x="2670" y="5567"/>
                  <a:pt x="2821" y="5567"/>
                </a:cubicBezTo>
                <a:lnTo>
                  <a:pt x="4822" y="5567"/>
                </a:lnTo>
                <a:lnTo>
                  <a:pt x="4822" y="5036"/>
                </a:lnTo>
                <a:lnTo>
                  <a:pt x="2821" y="5036"/>
                </a:lnTo>
                <a:cubicBezTo>
                  <a:pt x="2670" y="5036"/>
                  <a:pt x="2548" y="4914"/>
                  <a:pt x="2548" y="4763"/>
                </a:cubicBezTo>
                <a:cubicBezTo>
                  <a:pt x="2548" y="4612"/>
                  <a:pt x="2670" y="4489"/>
                  <a:pt x="2821" y="4489"/>
                </a:cubicBezTo>
                <a:lnTo>
                  <a:pt x="4822" y="4489"/>
                </a:lnTo>
                <a:lnTo>
                  <a:pt x="4822" y="4155"/>
                </a:lnTo>
                <a:cubicBezTo>
                  <a:pt x="4822" y="3778"/>
                  <a:pt x="4516" y="3471"/>
                  <a:pt x="4139" y="3471"/>
                </a:cubicBezTo>
                <a:lnTo>
                  <a:pt x="3297" y="3471"/>
                </a:lnTo>
                <a:cubicBezTo>
                  <a:pt x="3310" y="3223"/>
                  <a:pt x="3361" y="2958"/>
                  <a:pt x="3489" y="2748"/>
                </a:cubicBezTo>
                <a:cubicBezTo>
                  <a:pt x="4354" y="2742"/>
                  <a:pt x="5108" y="2321"/>
                  <a:pt x="5672" y="1529"/>
                </a:cubicBezTo>
                <a:cubicBezTo>
                  <a:pt x="6090" y="942"/>
                  <a:pt x="6256" y="360"/>
                  <a:pt x="6263" y="335"/>
                </a:cubicBezTo>
                <a:cubicBezTo>
                  <a:pt x="6282" y="267"/>
                  <a:pt x="6269" y="194"/>
                  <a:pt x="6229" y="135"/>
                </a:cubicBezTo>
                <a:close/>
                <a:moveTo>
                  <a:pt x="463" y="2007"/>
                </a:moveTo>
                <a:cubicBezTo>
                  <a:pt x="937" y="1731"/>
                  <a:pt x="1339" y="1591"/>
                  <a:pt x="1661" y="1591"/>
                </a:cubicBezTo>
                <a:cubicBezTo>
                  <a:pt x="2105" y="1591"/>
                  <a:pt x="2313" y="1870"/>
                  <a:pt x="2411" y="2134"/>
                </a:cubicBezTo>
                <a:cubicBezTo>
                  <a:pt x="2208" y="2018"/>
                  <a:pt x="1985" y="1931"/>
                  <a:pt x="1756" y="1886"/>
                </a:cubicBezTo>
                <a:cubicBezTo>
                  <a:pt x="1612" y="1858"/>
                  <a:pt x="1464" y="1846"/>
                  <a:pt x="1317" y="1856"/>
                </a:cubicBezTo>
                <a:cubicBezTo>
                  <a:pt x="1199" y="1865"/>
                  <a:pt x="1085" y="1889"/>
                  <a:pt x="972" y="1923"/>
                </a:cubicBezTo>
                <a:cubicBezTo>
                  <a:pt x="973" y="1923"/>
                  <a:pt x="974" y="1923"/>
                  <a:pt x="975" y="1923"/>
                </a:cubicBezTo>
                <a:cubicBezTo>
                  <a:pt x="1102" y="1913"/>
                  <a:pt x="1230" y="1912"/>
                  <a:pt x="1357" y="1935"/>
                </a:cubicBezTo>
                <a:cubicBezTo>
                  <a:pt x="1500" y="1962"/>
                  <a:pt x="1638" y="2006"/>
                  <a:pt x="1770" y="2069"/>
                </a:cubicBezTo>
                <a:cubicBezTo>
                  <a:pt x="1893" y="2127"/>
                  <a:pt x="2010" y="2200"/>
                  <a:pt x="2119" y="2283"/>
                </a:cubicBezTo>
                <a:cubicBezTo>
                  <a:pt x="2186" y="2334"/>
                  <a:pt x="2255" y="2389"/>
                  <a:pt x="2315" y="2451"/>
                </a:cubicBezTo>
                <a:cubicBezTo>
                  <a:pt x="2312" y="2466"/>
                  <a:pt x="2310" y="2480"/>
                  <a:pt x="2309" y="2495"/>
                </a:cubicBezTo>
                <a:cubicBezTo>
                  <a:pt x="2150" y="2553"/>
                  <a:pt x="1986" y="2582"/>
                  <a:pt x="1819" y="2582"/>
                </a:cubicBezTo>
                <a:cubicBezTo>
                  <a:pt x="1225" y="2582"/>
                  <a:pt x="711" y="2218"/>
                  <a:pt x="463" y="2007"/>
                </a:cubicBezTo>
                <a:close/>
                <a:moveTo>
                  <a:pt x="5275" y="1263"/>
                </a:moveTo>
                <a:cubicBezTo>
                  <a:pt x="4846" y="1861"/>
                  <a:pt x="4314" y="2195"/>
                  <a:pt x="3693" y="2259"/>
                </a:cubicBezTo>
                <a:cubicBezTo>
                  <a:pt x="3700" y="2234"/>
                  <a:pt x="3707" y="2209"/>
                  <a:pt x="3715" y="2184"/>
                </a:cubicBezTo>
                <a:cubicBezTo>
                  <a:pt x="3755" y="2064"/>
                  <a:pt x="3805" y="1946"/>
                  <a:pt x="3861" y="1833"/>
                </a:cubicBezTo>
                <a:cubicBezTo>
                  <a:pt x="3992" y="1569"/>
                  <a:pt x="4162" y="1320"/>
                  <a:pt x="4377" y="1118"/>
                </a:cubicBezTo>
                <a:cubicBezTo>
                  <a:pt x="4483" y="1018"/>
                  <a:pt x="4597" y="932"/>
                  <a:pt x="4720" y="855"/>
                </a:cubicBezTo>
                <a:cubicBezTo>
                  <a:pt x="4816" y="795"/>
                  <a:pt x="4919" y="749"/>
                  <a:pt x="5023" y="706"/>
                </a:cubicBezTo>
                <a:cubicBezTo>
                  <a:pt x="4920" y="725"/>
                  <a:pt x="4820" y="749"/>
                  <a:pt x="4720" y="780"/>
                </a:cubicBezTo>
                <a:cubicBezTo>
                  <a:pt x="4596" y="818"/>
                  <a:pt x="4478" y="875"/>
                  <a:pt x="4365" y="936"/>
                </a:cubicBezTo>
                <a:cubicBezTo>
                  <a:pt x="4104" y="1078"/>
                  <a:pt x="3873" y="1276"/>
                  <a:pt x="3677" y="1498"/>
                </a:cubicBezTo>
                <a:cubicBezTo>
                  <a:pt x="3574" y="1613"/>
                  <a:pt x="3477" y="1737"/>
                  <a:pt x="3391" y="1867"/>
                </a:cubicBezTo>
                <a:cubicBezTo>
                  <a:pt x="3362" y="1599"/>
                  <a:pt x="3396" y="1321"/>
                  <a:pt x="3544" y="1097"/>
                </a:cubicBezTo>
                <a:cubicBezTo>
                  <a:pt x="3815" y="686"/>
                  <a:pt x="4424" y="478"/>
                  <a:pt x="5352" y="478"/>
                </a:cubicBezTo>
                <a:cubicBezTo>
                  <a:pt x="5464" y="478"/>
                  <a:pt x="5581" y="481"/>
                  <a:pt x="5701" y="487"/>
                </a:cubicBezTo>
                <a:cubicBezTo>
                  <a:pt x="5618" y="690"/>
                  <a:pt x="5480" y="978"/>
                  <a:pt x="5275" y="12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7" name="line-dot-chart_64739"/>
          <p:cNvSpPr>
            <a:spLocks noChangeAspect="1"/>
          </p:cNvSpPr>
          <p:nvPr/>
        </p:nvSpPr>
        <p:spPr bwMode="auto">
          <a:xfrm>
            <a:off x="772066" y="4441526"/>
            <a:ext cx="609685" cy="608766"/>
          </a:xfrm>
          <a:custGeom>
            <a:avLst/>
            <a:gdLst>
              <a:gd name="connsiteX0" fmla="*/ 556672 w 608415"/>
              <a:gd name="connsiteY0" fmla="*/ 135486 h 607498"/>
              <a:gd name="connsiteX1" fmla="*/ 600088 w 608415"/>
              <a:gd name="connsiteY1" fmla="*/ 178963 h 607498"/>
              <a:gd name="connsiteX2" fmla="*/ 559149 w 608415"/>
              <a:gd name="connsiteY2" fmla="*/ 222309 h 607498"/>
              <a:gd name="connsiteX3" fmla="*/ 464886 w 608415"/>
              <a:gd name="connsiteY3" fmla="*/ 343757 h 607498"/>
              <a:gd name="connsiteX4" fmla="*/ 465146 w 608415"/>
              <a:gd name="connsiteY4" fmla="*/ 348443 h 607498"/>
              <a:gd name="connsiteX5" fmla="*/ 421730 w 608415"/>
              <a:gd name="connsiteY5" fmla="*/ 391790 h 607498"/>
              <a:gd name="connsiteX6" fmla="*/ 379879 w 608415"/>
              <a:gd name="connsiteY6" fmla="*/ 360419 h 607498"/>
              <a:gd name="connsiteX7" fmla="*/ 286137 w 608415"/>
              <a:gd name="connsiteY7" fmla="*/ 308091 h 607498"/>
              <a:gd name="connsiteX8" fmla="*/ 266971 w 608415"/>
              <a:gd name="connsiteY8" fmla="*/ 311345 h 607498"/>
              <a:gd name="connsiteX9" fmla="*/ 189657 w 608415"/>
              <a:gd name="connsiteY9" fmla="*/ 396085 h 607498"/>
              <a:gd name="connsiteX10" fmla="*/ 189917 w 608415"/>
              <a:gd name="connsiteY10" fmla="*/ 400511 h 607498"/>
              <a:gd name="connsiteX11" fmla="*/ 146371 w 608415"/>
              <a:gd name="connsiteY11" fmla="*/ 443857 h 607498"/>
              <a:gd name="connsiteX12" fmla="*/ 102955 w 608415"/>
              <a:gd name="connsiteY12" fmla="*/ 400511 h 607498"/>
              <a:gd name="connsiteX13" fmla="*/ 145198 w 608415"/>
              <a:gd name="connsiteY13" fmla="*/ 357165 h 607498"/>
              <a:gd name="connsiteX14" fmla="*/ 225771 w 608415"/>
              <a:gd name="connsiteY14" fmla="*/ 268780 h 607498"/>
              <a:gd name="connsiteX15" fmla="*/ 225771 w 608415"/>
              <a:gd name="connsiteY15" fmla="*/ 267999 h 607498"/>
              <a:gd name="connsiteX16" fmla="*/ 269318 w 608415"/>
              <a:gd name="connsiteY16" fmla="*/ 224652 h 607498"/>
              <a:gd name="connsiteX17" fmla="*/ 310387 w 608415"/>
              <a:gd name="connsiteY17" fmla="*/ 254070 h 607498"/>
              <a:gd name="connsiteX18" fmla="*/ 406606 w 608415"/>
              <a:gd name="connsiteY18" fmla="*/ 307700 h 607498"/>
              <a:gd name="connsiteX19" fmla="*/ 420166 w 608415"/>
              <a:gd name="connsiteY19" fmla="*/ 305097 h 607498"/>
              <a:gd name="connsiteX20" fmla="*/ 513647 w 608415"/>
              <a:gd name="connsiteY20" fmla="*/ 184560 h 607498"/>
              <a:gd name="connsiteX21" fmla="*/ 513256 w 608415"/>
              <a:gd name="connsiteY21" fmla="*/ 178963 h 607498"/>
              <a:gd name="connsiteX22" fmla="*/ 556672 w 608415"/>
              <a:gd name="connsiteY22" fmla="*/ 135486 h 607498"/>
              <a:gd name="connsiteX23" fmla="*/ 0 w 608415"/>
              <a:gd name="connsiteY23" fmla="*/ 0 h 607498"/>
              <a:gd name="connsiteX24" fmla="*/ 69485 w 608415"/>
              <a:gd name="connsiteY24" fmla="*/ 0 h 607498"/>
              <a:gd name="connsiteX25" fmla="*/ 69485 w 608415"/>
              <a:gd name="connsiteY25" fmla="*/ 537988 h 607498"/>
              <a:gd name="connsiteX26" fmla="*/ 608415 w 608415"/>
              <a:gd name="connsiteY26" fmla="*/ 537988 h 607498"/>
              <a:gd name="connsiteX27" fmla="*/ 608415 w 608415"/>
              <a:gd name="connsiteY27" fmla="*/ 607498 h 607498"/>
              <a:gd name="connsiteX28" fmla="*/ 0 w 608415"/>
              <a:gd name="connsiteY28" fmla="*/ 607498 h 60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8415" h="607498">
                <a:moveTo>
                  <a:pt x="556672" y="135486"/>
                </a:moveTo>
                <a:cubicBezTo>
                  <a:pt x="580662" y="135486"/>
                  <a:pt x="600088" y="155012"/>
                  <a:pt x="600088" y="178963"/>
                </a:cubicBezTo>
                <a:cubicBezTo>
                  <a:pt x="600088" y="202003"/>
                  <a:pt x="581965" y="221007"/>
                  <a:pt x="559149" y="222309"/>
                </a:cubicBezTo>
                <a:lnTo>
                  <a:pt x="464886" y="343757"/>
                </a:lnTo>
                <a:cubicBezTo>
                  <a:pt x="465016" y="345319"/>
                  <a:pt x="465146" y="346881"/>
                  <a:pt x="465146" y="348443"/>
                </a:cubicBezTo>
                <a:cubicBezTo>
                  <a:pt x="465146" y="372394"/>
                  <a:pt x="445590" y="391790"/>
                  <a:pt x="421730" y="391790"/>
                </a:cubicBezTo>
                <a:cubicBezTo>
                  <a:pt x="401782" y="391790"/>
                  <a:pt x="385094" y="378642"/>
                  <a:pt x="379879" y="360419"/>
                </a:cubicBezTo>
                <a:lnTo>
                  <a:pt x="286137" y="308091"/>
                </a:lnTo>
                <a:cubicBezTo>
                  <a:pt x="280139" y="310564"/>
                  <a:pt x="273490" y="311735"/>
                  <a:pt x="266971" y="311345"/>
                </a:cubicBezTo>
                <a:lnTo>
                  <a:pt x="189657" y="396085"/>
                </a:lnTo>
                <a:cubicBezTo>
                  <a:pt x="189787" y="397517"/>
                  <a:pt x="189917" y="398949"/>
                  <a:pt x="189917" y="400511"/>
                </a:cubicBezTo>
                <a:cubicBezTo>
                  <a:pt x="189917" y="424462"/>
                  <a:pt x="170361" y="443857"/>
                  <a:pt x="146371" y="443857"/>
                </a:cubicBezTo>
                <a:cubicBezTo>
                  <a:pt x="122512" y="443857"/>
                  <a:pt x="102955" y="424462"/>
                  <a:pt x="102955" y="400511"/>
                </a:cubicBezTo>
                <a:cubicBezTo>
                  <a:pt x="102955" y="376950"/>
                  <a:pt x="121860" y="357815"/>
                  <a:pt x="145198" y="357165"/>
                </a:cubicBezTo>
                <a:lnTo>
                  <a:pt x="225771" y="268780"/>
                </a:lnTo>
                <a:cubicBezTo>
                  <a:pt x="225771" y="268519"/>
                  <a:pt x="225771" y="268259"/>
                  <a:pt x="225771" y="267999"/>
                </a:cubicBezTo>
                <a:cubicBezTo>
                  <a:pt x="225771" y="244047"/>
                  <a:pt x="245328" y="224652"/>
                  <a:pt x="269318" y="224652"/>
                </a:cubicBezTo>
                <a:cubicBezTo>
                  <a:pt x="288353" y="224652"/>
                  <a:pt x="304650" y="236758"/>
                  <a:pt x="310387" y="254070"/>
                </a:cubicBezTo>
                <a:lnTo>
                  <a:pt x="406606" y="307700"/>
                </a:lnTo>
                <a:cubicBezTo>
                  <a:pt x="410909" y="306138"/>
                  <a:pt x="415472" y="305227"/>
                  <a:pt x="420166" y="305097"/>
                </a:cubicBezTo>
                <a:lnTo>
                  <a:pt x="513647" y="184560"/>
                </a:lnTo>
                <a:cubicBezTo>
                  <a:pt x="513386" y="182738"/>
                  <a:pt x="513256" y="180785"/>
                  <a:pt x="513256" y="178963"/>
                </a:cubicBezTo>
                <a:cubicBezTo>
                  <a:pt x="513256" y="155012"/>
                  <a:pt x="532682" y="135486"/>
                  <a:pt x="556672" y="135486"/>
                </a:cubicBezTo>
                <a:close/>
                <a:moveTo>
                  <a:pt x="0" y="0"/>
                </a:moveTo>
                <a:lnTo>
                  <a:pt x="69485" y="0"/>
                </a:lnTo>
                <a:lnTo>
                  <a:pt x="69485" y="537988"/>
                </a:lnTo>
                <a:lnTo>
                  <a:pt x="608415" y="537988"/>
                </a:lnTo>
                <a:lnTo>
                  <a:pt x="608415" y="607498"/>
                </a:lnTo>
                <a:lnTo>
                  <a:pt x="0" y="6074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8" name="progress-report_18229"/>
          <p:cNvSpPr>
            <a:spLocks noChangeAspect="1"/>
          </p:cNvSpPr>
          <p:nvPr/>
        </p:nvSpPr>
        <p:spPr bwMode="auto">
          <a:xfrm>
            <a:off x="1748770" y="4441526"/>
            <a:ext cx="609684" cy="553212"/>
          </a:xfrm>
          <a:custGeom>
            <a:avLst/>
            <a:gdLst>
              <a:gd name="connsiteX0" fmla="*/ 116112 w 607919"/>
              <a:gd name="connsiteY0" fmla="*/ 473652 h 551610"/>
              <a:gd name="connsiteX1" fmla="*/ 118901 w 607919"/>
              <a:gd name="connsiteY1" fmla="*/ 480423 h 551610"/>
              <a:gd name="connsiteX2" fmla="*/ 118901 w 607919"/>
              <a:gd name="connsiteY2" fmla="*/ 551610 h 551610"/>
              <a:gd name="connsiteX3" fmla="*/ 55604 w 607919"/>
              <a:gd name="connsiteY3" fmla="*/ 551610 h 551610"/>
              <a:gd name="connsiteX4" fmla="*/ 55604 w 607919"/>
              <a:gd name="connsiteY4" fmla="*/ 540851 h 551610"/>
              <a:gd name="connsiteX5" fmla="*/ 65255 w 607919"/>
              <a:gd name="connsiteY5" fmla="*/ 520583 h 551610"/>
              <a:gd name="connsiteX6" fmla="*/ 83555 w 607919"/>
              <a:gd name="connsiteY6" fmla="*/ 502317 h 551610"/>
              <a:gd name="connsiteX7" fmla="*/ 109375 w 607919"/>
              <a:gd name="connsiteY7" fmla="*/ 476545 h 551610"/>
              <a:gd name="connsiteX8" fmla="*/ 116112 w 607919"/>
              <a:gd name="connsiteY8" fmla="*/ 473652 h 551610"/>
              <a:gd name="connsiteX9" fmla="*/ 199155 w 607919"/>
              <a:gd name="connsiteY9" fmla="*/ 390799 h 551610"/>
              <a:gd name="connsiteX10" fmla="*/ 201956 w 607919"/>
              <a:gd name="connsiteY10" fmla="*/ 397632 h 551610"/>
              <a:gd name="connsiteX11" fmla="*/ 201956 w 607919"/>
              <a:gd name="connsiteY11" fmla="*/ 551610 h 551610"/>
              <a:gd name="connsiteX12" fmla="*/ 145363 w 607919"/>
              <a:gd name="connsiteY12" fmla="*/ 551610 h 551610"/>
              <a:gd name="connsiteX13" fmla="*/ 145363 w 607919"/>
              <a:gd name="connsiteY13" fmla="*/ 454170 h 551610"/>
              <a:gd name="connsiteX14" fmla="*/ 154879 w 607919"/>
              <a:gd name="connsiteY14" fmla="*/ 431030 h 551610"/>
              <a:gd name="connsiteX15" fmla="*/ 192315 w 607919"/>
              <a:gd name="connsiteY15" fmla="*/ 393630 h 551610"/>
              <a:gd name="connsiteX16" fmla="*/ 199155 w 607919"/>
              <a:gd name="connsiteY16" fmla="*/ 390799 h 551610"/>
              <a:gd name="connsiteX17" fmla="*/ 231082 w 607919"/>
              <a:gd name="connsiteY17" fmla="*/ 388245 h 551610"/>
              <a:gd name="connsiteX18" fmla="*/ 237930 w 607919"/>
              <a:gd name="connsiteY18" fmla="*/ 391091 h 551610"/>
              <a:gd name="connsiteX19" fmla="*/ 266763 w 607919"/>
              <a:gd name="connsiteY19" fmla="*/ 419867 h 551610"/>
              <a:gd name="connsiteX20" fmla="*/ 275915 w 607919"/>
              <a:gd name="connsiteY20" fmla="*/ 428875 h 551610"/>
              <a:gd name="connsiteX21" fmla="*/ 284941 w 607919"/>
              <a:gd name="connsiteY21" fmla="*/ 451520 h 551610"/>
              <a:gd name="connsiteX22" fmla="*/ 284941 w 607919"/>
              <a:gd name="connsiteY22" fmla="*/ 551610 h 551610"/>
              <a:gd name="connsiteX23" fmla="*/ 228277 w 607919"/>
              <a:gd name="connsiteY23" fmla="*/ 551610 h 551610"/>
              <a:gd name="connsiteX24" fmla="*/ 228277 w 607919"/>
              <a:gd name="connsiteY24" fmla="*/ 394969 h 551610"/>
              <a:gd name="connsiteX25" fmla="*/ 231082 w 607919"/>
              <a:gd name="connsiteY25" fmla="*/ 388245 h 551610"/>
              <a:gd name="connsiteX26" fmla="*/ 365148 w 607919"/>
              <a:gd name="connsiteY26" fmla="*/ 381336 h 551610"/>
              <a:gd name="connsiteX27" fmla="*/ 367997 w 607919"/>
              <a:gd name="connsiteY27" fmla="*/ 388122 h 551610"/>
              <a:gd name="connsiteX28" fmla="*/ 367997 w 607919"/>
              <a:gd name="connsiteY28" fmla="*/ 551610 h 551610"/>
              <a:gd name="connsiteX29" fmla="*/ 311262 w 607919"/>
              <a:gd name="connsiteY29" fmla="*/ 551610 h 551610"/>
              <a:gd name="connsiteX30" fmla="*/ 311262 w 607919"/>
              <a:gd name="connsiteY30" fmla="*/ 444661 h 551610"/>
              <a:gd name="connsiteX31" fmla="*/ 316898 w 607919"/>
              <a:gd name="connsiteY31" fmla="*/ 425523 h 551610"/>
              <a:gd name="connsiteX32" fmla="*/ 322534 w 607919"/>
              <a:gd name="connsiteY32" fmla="*/ 419894 h 551610"/>
              <a:gd name="connsiteX33" fmla="*/ 358353 w 607919"/>
              <a:gd name="connsiteY33" fmla="*/ 384120 h 551610"/>
              <a:gd name="connsiteX34" fmla="*/ 365148 w 607919"/>
              <a:gd name="connsiteY34" fmla="*/ 381336 h 551610"/>
              <a:gd name="connsiteX35" fmla="*/ 448177 w 607919"/>
              <a:gd name="connsiteY35" fmla="*/ 298352 h 551610"/>
              <a:gd name="connsiteX36" fmla="*/ 450982 w 607919"/>
              <a:gd name="connsiteY36" fmla="*/ 305139 h 551610"/>
              <a:gd name="connsiteX37" fmla="*/ 450982 w 607919"/>
              <a:gd name="connsiteY37" fmla="*/ 551610 h 551610"/>
              <a:gd name="connsiteX38" fmla="*/ 394318 w 607919"/>
              <a:gd name="connsiteY38" fmla="*/ 551610 h 551610"/>
              <a:gd name="connsiteX39" fmla="*/ 394318 w 607919"/>
              <a:gd name="connsiteY39" fmla="*/ 361815 h 551610"/>
              <a:gd name="connsiteX40" fmla="*/ 403846 w 607919"/>
              <a:gd name="connsiteY40" fmla="*/ 338669 h 551610"/>
              <a:gd name="connsiteX41" fmla="*/ 441329 w 607919"/>
              <a:gd name="connsiteY41" fmla="*/ 301136 h 551610"/>
              <a:gd name="connsiteX42" fmla="*/ 448177 w 607919"/>
              <a:gd name="connsiteY42" fmla="*/ 298352 h 551610"/>
              <a:gd name="connsiteX43" fmla="*/ 527085 w 607919"/>
              <a:gd name="connsiteY43" fmla="*/ 219452 h 551610"/>
              <a:gd name="connsiteX44" fmla="*/ 529874 w 607919"/>
              <a:gd name="connsiteY44" fmla="*/ 226177 h 551610"/>
              <a:gd name="connsiteX45" fmla="*/ 529874 w 607919"/>
              <a:gd name="connsiteY45" fmla="*/ 551610 h 551610"/>
              <a:gd name="connsiteX46" fmla="*/ 477232 w 607919"/>
              <a:gd name="connsiteY46" fmla="*/ 551610 h 551610"/>
              <a:gd name="connsiteX47" fmla="*/ 477232 w 607919"/>
              <a:gd name="connsiteY47" fmla="*/ 278727 h 551610"/>
              <a:gd name="connsiteX48" fmla="*/ 486883 w 607919"/>
              <a:gd name="connsiteY48" fmla="*/ 255580 h 551610"/>
              <a:gd name="connsiteX49" fmla="*/ 520348 w 607919"/>
              <a:gd name="connsiteY49" fmla="*/ 222298 h 551610"/>
              <a:gd name="connsiteX50" fmla="*/ 527085 w 607919"/>
              <a:gd name="connsiteY50" fmla="*/ 219452 h 551610"/>
              <a:gd name="connsiteX51" fmla="*/ 387769 w 607919"/>
              <a:gd name="connsiteY51" fmla="*/ 0 h 551610"/>
              <a:gd name="connsiteX52" fmla="*/ 580729 w 607919"/>
              <a:gd name="connsiteY52" fmla="*/ 0 h 551610"/>
              <a:gd name="connsiteX53" fmla="*/ 607919 w 607919"/>
              <a:gd name="connsiteY53" fmla="*/ 26022 h 551610"/>
              <a:gd name="connsiteX54" fmla="*/ 607919 w 607919"/>
              <a:gd name="connsiteY54" fmla="*/ 219812 h 551610"/>
              <a:gd name="connsiteX55" fmla="*/ 598271 w 607919"/>
              <a:gd name="connsiteY55" fmla="*/ 223815 h 551610"/>
              <a:gd name="connsiteX56" fmla="*/ 530610 w 607919"/>
              <a:gd name="connsiteY56" fmla="*/ 156258 h 551610"/>
              <a:gd name="connsiteX57" fmla="*/ 304320 w 607919"/>
              <a:gd name="connsiteY57" fmla="*/ 382325 h 551610"/>
              <a:gd name="connsiteX58" fmla="*/ 285024 w 607919"/>
              <a:gd name="connsiteY58" fmla="*/ 382325 h 551610"/>
              <a:gd name="connsiteX59" fmla="*/ 216360 w 607919"/>
              <a:gd name="connsiteY59" fmla="*/ 313767 h 551610"/>
              <a:gd name="connsiteX60" fmla="*/ 94068 w 607919"/>
              <a:gd name="connsiteY60" fmla="*/ 435996 h 551610"/>
              <a:gd name="connsiteX61" fmla="*/ 17260 w 607919"/>
              <a:gd name="connsiteY61" fmla="*/ 435996 h 551610"/>
              <a:gd name="connsiteX62" fmla="*/ 15882 w 607919"/>
              <a:gd name="connsiteY62" fmla="*/ 434745 h 551610"/>
              <a:gd name="connsiteX63" fmla="*/ 15882 w 607919"/>
              <a:gd name="connsiteY63" fmla="*/ 358055 h 551610"/>
              <a:gd name="connsiteX64" fmla="*/ 206837 w 607919"/>
              <a:gd name="connsiteY64" fmla="*/ 167267 h 551610"/>
              <a:gd name="connsiteX65" fmla="*/ 226008 w 607919"/>
              <a:gd name="connsiteY65" fmla="*/ 167267 h 551610"/>
              <a:gd name="connsiteX66" fmla="*/ 294672 w 607919"/>
              <a:gd name="connsiteY66" fmla="*/ 235701 h 551610"/>
              <a:gd name="connsiteX67" fmla="*/ 424481 w 607919"/>
              <a:gd name="connsiteY67" fmla="*/ 105965 h 551610"/>
              <a:gd name="connsiteX68" fmla="*/ 452423 w 607919"/>
              <a:gd name="connsiteY68" fmla="*/ 78192 h 551610"/>
              <a:gd name="connsiteX69" fmla="*/ 383885 w 607919"/>
              <a:gd name="connsiteY69" fmla="*/ 9633 h 551610"/>
              <a:gd name="connsiteX70" fmla="*/ 387769 w 607919"/>
              <a:gd name="connsiteY70" fmla="*/ 0 h 55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607919" h="551610">
                <a:moveTo>
                  <a:pt x="116112" y="473652"/>
                </a:moveTo>
                <a:cubicBezTo>
                  <a:pt x="117836" y="474356"/>
                  <a:pt x="118901" y="476670"/>
                  <a:pt x="118901" y="480423"/>
                </a:cubicBezTo>
                <a:lnTo>
                  <a:pt x="118901" y="551610"/>
                </a:lnTo>
                <a:lnTo>
                  <a:pt x="55604" y="551610"/>
                </a:lnTo>
                <a:lnTo>
                  <a:pt x="55604" y="540851"/>
                </a:lnTo>
                <a:cubicBezTo>
                  <a:pt x="55604" y="534971"/>
                  <a:pt x="59991" y="525838"/>
                  <a:pt x="65255" y="520583"/>
                </a:cubicBezTo>
                <a:lnTo>
                  <a:pt x="83555" y="502317"/>
                </a:lnTo>
                <a:lnTo>
                  <a:pt x="109375" y="476545"/>
                </a:lnTo>
                <a:cubicBezTo>
                  <a:pt x="112007" y="473855"/>
                  <a:pt x="114389" y="472948"/>
                  <a:pt x="116112" y="473652"/>
                </a:cubicBezTo>
                <a:close/>
                <a:moveTo>
                  <a:pt x="199155" y="390799"/>
                </a:moveTo>
                <a:cubicBezTo>
                  <a:pt x="200892" y="391534"/>
                  <a:pt x="201956" y="393880"/>
                  <a:pt x="201956" y="397632"/>
                </a:cubicBezTo>
                <a:lnTo>
                  <a:pt x="201956" y="551610"/>
                </a:lnTo>
                <a:lnTo>
                  <a:pt x="145363" y="551610"/>
                </a:lnTo>
                <a:lnTo>
                  <a:pt x="145363" y="454170"/>
                </a:lnTo>
                <a:cubicBezTo>
                  <a:pt x="145363" y="446665"/>
                  <a:pt x="149620" y="436283"/>
                  <a:pt x="154879" y="431030"/>
                </a:cubicBezTo>
                <a:lnTo>
                  <a:pt x="192315" y="393630"/>
                </a:lnTo>
                <a:cubicBezTo>
                  <a:pt x="195007" y="390941"/>
                  <a:pt x="197417" y="390065"/>
                  <a:pt x="199155" y="390799"/>
                </a:cubicBezTo>
                <a:close/>
                <a:moveTo>
                  <a:pt x="231082" y="388245"/>
                </a:moveTo>
                <a:cubicBezTo>
                  <a:pt x="232822" y="387525"/>
                  <a:pt x="235235" y="388401"/>
                  <a:pt x="237930" y="391091"/>
                </a:cubicBezTo>
                <a:lnTo>
                  <a:pt x="266763" y="419867"/>
                </a:lnTo>
                <a:lnTo>
                  <a:pt x="275915" y="428875"/>
                </a:lnTo>
                <a:cubicBezTo>
                  <a:pt x="280929" y="433879"/>
                  <a:pt x="284941" y="444013"/>
                  <a:pt x="284941" y="451520"/>
                </a:cubicBezTo>
                <a:lnTo>
                  <a:pt x="284941" y="551610"/>
                </a:lnTo>
                <a:lnTo>
                  <a:pt x="228277" y="551610"/>
                </a:lnTo>
                <a:lnTo>
                  <a:pt x="228277" y="394969"/>
                </a:lnTo>
                <a:cubicBezTo>
                  <a:pt x="228277" y="391278"/>
                  <a:pt x="229343" y="388964"/>
                  <a:pt x="231082" y="388245"/>
                </a:cubicBezTo>
                <a:close/>
                <a:moveTo>
                  <a:pt x="365148" y="381336"/>
                </a:moveTo>
                <a:cubicBezTo>
                  <a:pt x="366901" y="382055"/>
                  <a:pt x="367997" y="384370"/>
                  <a:pt x="367997" y="388122"/>
                </a:cubicBezTo>
                <a:lnTo>
                  <a:pt x="367997" y="551610"/>
                </a:lnTo>
                <a:lnTo>
                  <a:pt x="311262" y="551610"/>
                </a:lnTo>
                <a:lnTo>
                  <a:pt x="311262" y="444661"/>
                </a:lnTo>
                <a:cubicBezTo>
                  <a:pt x="311262" y="437156"/>
                  <a:pt x="313767" y="428650"/>
                  <a:pt x="316898" y="425523"/>
                </a:cubicBezTo>
                <a:cubicBezTo>
                  <a:pt x="320029" y="422396"/>
                  <a:pt x="322534" y="419894"/>
                  <a:pt x="322534" y="419894"/>
                </a:cubicBezTo>
                <a:lnTo>
                  <a:pt x="358353" y="384120"/>
                </a:lnTo>
                <a:cubicBezTo>
                  <a:pt x="360983" y="381493"/>
                  <a:pt x="363394" y="380617"/>
                  <a:pt x="365148" y="381336"/>
                </a:cubicBezTo>
                <a:close/>
                <a:moveTo>
                  <a:pt x="448177" y="298352"/>
                </a:moveTo>
                <a:cubicBezTo>
                  <a:pt x="449916" y="299071"/>
                  <a:pt x="450982" y="301386"/>
                  <a:pt x="450982" y="305139"/>
                </a:cubicBezTo>
                <a:lnTo>
                  <a:pt x="450982" y="551610"/>
                </a:lnTo>
                <a:lnTo>
                  <a:pt x="394318" y="551610"/>
                </a:lnTo>
                <a:lnTo>
                  <a:pt x="394318" y="361815"/>
                </a:lnTo>
                <a:cubicBezTo>
                  <a:pt x="394318" y="354308"/>
                  <a:pt x="398580" y="343924"/>
                  <a:pt x="403846" y="338669"/>
                </a:cubicBezTo>
                <a:lnTo>
                  <a:pt x="441329" y="301136"/>
                </a:lnTo>
                <a:cubicBezTo>
                  <a:pt x="444024" y="298508"/>
                  <a:pt x="446438" y="297633"/>
                  <a:pt x="448177" y="298352"/>
                </a:cubicBezTo>
                <a:close/>
                <a:moveTo>
                  <a:pt x="527085" y="219452"/>
                </a:moveTo>
                <a:cubicBezTo>
                  <a:pt x="528809" y="220171"/>
                  <a:pt x="529874" y="222486"/>
                  <a:pt x="529874" y="226177"/>
                </a:cubicBezTo>
                <a:lnTo>
                  <a:pt x="529874" y="551610"/>
                </a:lnTo>
                <a:lnTo>
                  <a:pt x="477232" y="551610"/>
                </a:lnTo>
                <a:lnTo>
                  <a:pt x="477232" y="278727"/>
                </a:lnTo>
                <a:cubicBezTo>
                  <a:pt x="477232" y="271345"/>
                  <a:pt x="481494" y="260960"/>
                  <a:pt x="486883" y="255580"/>
                </a:cubicBezTo>
                <a:lnTo>
                  <a:pt x="520348" y="222298"/>
                </a:lnTo>
                <a:cubicBezTo>
                  <a:pt x="522980" y="219608"/>
                  <a:pt x="525362" y="218732"/>
                  <a:pt x="527085" y="219452"/>
                </a:cubicBezTo>
                <a:close/>
                <a:moveTo>
                  <a:pt x="387769" y="0"/>
                </a:moveTo>
                <a:lnTo>
                  <a:pt x="580729" y="0"/>
                </a:lnTo>
                <a:cubicBezTo>
                  <a:pt x="594512" y="0"/>
                  <a:pt x="607919" y="12135"/>
                  <a:pt x="607919" y="26022"/>
                </a:cubicBezTo>
                <a:lnTo>
                  <a:pt x="607919" y="219812"/>
                </a:lnTo>
                <a:cubicBezTo>
                  <a:pt x="607919" y="227318"/>
                  <a:pt x="603534" y="229070"/>
                  <a:pt x="598271" y="223815"/>
                </a:cubicBezTo>
                <a:lnTo>
                  <a:pt x="530610" y="156258"/>
                </a:lnTo>
                <a:lnTo>
                  <a:pt x="304320" y="382325"/>
                </a:lnTo>
                <a:cubicBezTo>
                  <a:pt x="298932" y="387580"/>
                  <a:pt x="290412" y="387580"/>
                  <a:pt x="285024" y="382325"/>
                </a:cubicBezTo>
                <a:lnTo>
                  <a:pt x="216360" y="313767"/>
                </a:lnTo>
                <a:lnTo>
                  <a:pt x="94068" y="435996"/>
                </a:lnTo>
                <a:cubicBezTo>
                  <a:pt x="72767" y="457264"/>
                  <a:pt x="38435" y="457264"/>
                  <a:pt x="17260" y="435996"/>
                </a:cubicBezTo>
                <a:lnTo>
                  <a:pt x="15882" y="434745"/>
                </a:lnTo>
                <a:cubicBezTo>
                  <a:pt x="-5294" y="413477"/>
                  <a:pt x="-5294" y="379198"/>
                  <a:pt x="15882" y="358055"/>
                </a:cubicBezTo>
                <a:lnTo>
                  <a:pt x="206837" y="167267"/>
                </a:lnTo>
                <a:cubicBezTo>
                  <a:pt x="212100" y="161888"/>
                  <a:pt x="220745" y="161888"/>
                  <a:pt x="226008" y="167267"/>
                </a:cubicBezTo>
                <a:lnTo>
                  <a:pt x="294672" y="235701"/>
                </a:lnTo>
                <a:lnTo>
                  <a:pt x="424481" y="105965"/>
                </a:lnTo>
                <a:lnTo>
                  <a:pt x="452423" y="78192"/>
                </a:lnTo>
                <a:lnTo>
                  <a:pt x="383885" y="9633"/>
                </a:lnTo>
                <a:cubicBezTo>
                  <a:pt x="378497" y="4379"/>
                  <a:pt x="380376" y="0"/>
                  <a:pt x="3877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9" name="worker-checked_87594"/>
          <p:cNvSpPr>
            <a:spLocks noChangeAspect="1"/>
          </p:cNvSpPr>
          <p:nvPr/>
        </p:nvSpPr>
        <p:spPr bwMode="auto">
          <a:xfrm>
            <a:off x="2725474" y="4441526"/>
            <a:ext cx="547205" cy="609684"/>
          </a:xfrm>
          <a:custGeom>
            <a:avLst/>
            <a:gdLst>
              <a:gd name="connsiteX0" fmla="*/ 513528 w 544356"/>
              <a:gd name="connsiteY0" fmla="*/ 405803 h 606510"/>
              <a:gd name="connsiteX1" fmla="*/ 535298 w 544356"/>
              <a:gd name="connsiteY1" fmla="*/ 414847 h 606510"/>
              <a:gd name="connsiteX2" fmla="*/ 535298 w 544356"/>
              <a:gd name="connsiteY2" fmla="*/ 458390 h 606510"/>
              <a:gd name="connsiteX3" fmla="*/ 395897 w 544356"/>
              <a:gd name="connsiteY3" fmla="*/ 597488 h 606510"/>
              <a:gd name="connsiteX4" fmla="*/ 374139 w 544356"/>
              <a:gd name="connsiteY4" fmla="*/ 606510 h 606510"/>
              <a:gd name="connsiteX5" fmla="*/ 352380 w 544356"/>
              <a:gd name="connsiteY5" fmla="*/ 597488 h 606510"/>
              <a:gd name="connsiteX6" fmla="*/ 294389 w 544356"/>
              <a:gd name="connsiteY6" fmla="*/ 539585 h 606510"/>
              <a:gd name="connsiteX7" fmla="*/ 294389 w 544356"/>
              <a:gd name="connsiteY7" fmla="*/ 496134 h 606510"/>
              <a:gd name="connsiteX8" fmla="*/ 337998 w 544356"/>
              <a:gd name="connsiteY8" fmla="*/ 496134 h 606510"/>
              <a:gd name="connsiteX9" fmla="*/ 374139 w 544356"/>
              <a:gd name="connsiteY9" fmla="*/ 532220 h 606510"/>
              <a:gd name="connsiteX10" fmla="*/ 491689 w 544356"/>
              <a:gd name="connsiteY10" fmla="*/ 414847 h 606510"/>
              <a:gd name="connsiteX11" fmla="*/ 513528 w 544356"/>
              <a:gd name="connsiteY11" fmla="*/ 405803 h 606510"/>
              <a:gd name="connsiteX12" fmla="*/ 110890 w 544356"/>
              <a:gd name="connsiteY12" fmla="*/ 325448 h 606510"/>
              <a:gd name="connsiteX13" fmla="*/ 149052 w 544356"/>
              <a:gd name="connsiteY13" fmla="*/ 401590 h 606510"/>
              <a:gd name="connsiteX14" fmla="*/ 199829 w 544356"/>
              <a:gd name="connsiteY14" fmla="*/ 361273 h 606510"/>
              <a:gd name="connsiteX15" fmla="*/ 199852 w 544356"/>
              <a:gd name="connsiteY15" fmla="*/ 361295 h 606510"/>
              <a:gd name="connsiteX16" fmla="*/ 199865 w 544356"/>
              <a:gd name="connsiteY16" fmla="*/ 361283 h 606510"/>
              <a:gd name="connsiteX17" fmla="*/ 250631 w 544356"/>
              <a:gd name="connsiteY17" fmla="*/ 401590 h 606510"/>
              <a:gd name="connsiteX18" fmla="*/ 288701 w 544356"/>
              <a:gd name="connsiteY18" fmla="*/ 325448 h 606510"/>
              <a:gd name="connsiteX19" fmla="*/ 399683 w 544356"/>
              <a:gd name="connsiteY19" fmla="*/ 457938 h 606510"/>
              <a:gd name="connsiteX20" fmla="*/ 399683 w 544356"/>
              <a:gd name="connsiteY20" fmla="*/ 463001 h 606510"/>
              <a:gd name="connsiteX21" fmla="*/ 374150 w 544356"/>
              <a:gd name="connsiteY21" fmla="*/ 488505 h 606510"/>
              <a:gd name="connsiteX22" fmla="*/ 359954 w 544356"/>
              <a:gd name="connsiteY22" fmla="*/ 474234 h 606510"/>
              <a:gd name="connsiteX23" fmla="*/ 272570 w 544356"/>
              <a:gd name="connsiteY23" fmla="*/ 474234 h 606510"/>
              <a:gd name="connsiteX24" fmla="*/ 272570 w 544356"/>
              <a:gd name="connsiteY24" fmla="*/ 561517 h 606510"/>
              <a:gd name="connsiteX25" fmla="*/ 284553 w 544356"/>
              <a:gd name="connsiteY25" fmla="*/ 573486 h 606510"/>
              <a:gd name="connsiteX26" fmla="*/ 217816 w 544356"/>
              <a:gd name="connsiteY26" fmla="*/ 573486 h 606510"/>
              <a:gd name="connsiteX27" fmla="*/ 231735 w 544356"/>
              <a:gd name="connsiteY27" fmla="*/ 433447 h 606510"/>
              <a:gd name="connsiteX28" fmla="*/ 199841 w 544356"/>
              <a:gd name="connsiteY28" fmla="*/ 401590 h 606510"/>
              <a:gd name="connsiteX29" fmla="*/ 167948 w 544356"/>
              <a:gd name="connsiteY29" fmla="*/ 433447 h 606510"/>
              <a:gd name="connsiteX30" fmla="*/ 181959 w 544356"/>
              <a:gd name="connsiteY30" fmla="*/ 573486 h 606510"/>
              <a:gd name="connsiteX31" fmla="*/ 27285 w 544356"/>
              <a:gd name="connsiteY31" fmla="*/ 573486 h 606510"/>
              <a:gd name="connsiteX32" fmla="*/ 0 w 544356"/>
              <a:gd name="connsiteY32" fmla="*/ 546233 h 606510"/>
              <a:gd name="connsiteX33" fmla="*/ 0 w 544356"/>
              <a:gd name="connsiteY33" fmla="*/ 457938 h 606510"/>
              <a:gd name="connsiteX34" fmla="*/ 110890 w 544356"/>
              <a:gd name="connsiteY34" fmla="*/ 325448 h 606510"/>
              <a:gd name="connsiteX35" fmla="*/ 199852 w 544356"/>
              <a:gd name="connsiteY35" fmla="*/ 0 h 606510"/>
              <a:gd name="connsiteX36" fmla="*/ 321083 w 544356"/>
              <a:gd name="connsiteY36" fmla="*/ 134024 h 606510"/>
              <a:gd name="connsiteX37" fmla="*/ 320806 w 544356"/>
              <a:gd name="connsiteY37" fmla="*/ 139823 h 606510"/>
              <a:gd name="connsiteX38" fmla="*/ 327997 w 544356"/>
              <a:gd name="connsiteY38" fmla="*/ 140652 h 606510"/>
              <a:gd name="connsiteX39" fmla="*/ 335741 w 544356"/>
              <a:gd name="connsiteY39" fmla="*/ 183179 h 606510"/>
              <a:gd name="connsiteX40" fmla="*/ 306425 w 544356"/>
              <a:gd name="connsiteY40" fmla="*/ 209137 h 606510"/>
              <a:gd name="connsiteX41" fmla="*/ 250557 w 544356"/>
              <a:gd name="connsiteY41" fmla="*/ 288484 h 606510"/>
              <a:gd name="connsiteX42" fmla="*/ 250557 w 544356"/>
              <a:gd name="connsiteY42" fmla="*/ 309103 h 606510"/>
              <a:gd name="connsiteX43" fmla="*/ 251295 w 544356"/>
              <a:gd name="connsiteY43" fmla="*/ 312509 h 606510"/>
              <a:gd name="connsiteX44" fmla="*/ 199865 w 544356"/>
              <a:gd name="connsiteY44" fmla="*/ 361283 h 606510"/>
              <a:gd name="connsiteX45" fmla="*/ 199841 w 544356"/>
              <a:gd name="connsiteY45" fmla="*/ 361263 h 606510"/>
              <a:gd name="connsiteX46" fmla="*/ 199829 w 544356"/>
              <a:gd name="connsiteY46" fmla="*/ 361273 h 606510"/>
              <a:gd name="connsiteX47" fmla="*/ 148410 w 544356"/>
              <a:gd name="connsiteY47" fmla="*/ 312509 h 606510"/>
              <a:gd name="connsiteX48" fmla="*/ 149055 w 544356"/>
              <a:gd name="connsiteY48" fmla="*/ 309103 h 606510"/>
              <a:gd name="connsiteX49" fmla="*/ 149055 w 544356"/>
              <a:gd name="connsiteY49" fmla="*/ 288484 h 606510"/>
              <a:gd name="connsiteX50" fmla="*/ 93187 w 544356"/>
              <a:gd name="connsiteY50" fmla="*/ 209137 h 606510"/>
              <a:gd name="connsiteX51" fmla="*/ 63963 w 544356"/>
              <a:gd name="connsiteY51" fmla="*/ 183179 h 606510"/>
              <a:gd name="connsiteX52" fmla="*/ 71707 w 544356"/>
              <a:gd name="connsiteY52" fmla="*/ 140652 h 606510"/>
              <a:gd name="connsiteX53" fmla="*/ 78806 w 544356"/>
              <a:gd name="connsiteY53" fmla="*/ 139823 h 606510"/>
              <a:gd name="connsiteX54" fmla="*/ 78529 w 544356"/>
              <a:gd name="connsiteY54" fmla="*/ 134024 h 606510"/>
              <a:gd name="connsiteX55" fmla="*/ 199852 w 544356"/>
              <a:gd name="connsiteY55" fmla="*/ 0 h 60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4356" h="606510">
                <a:moveTo>
                  <a:pt x="513528" y="405803"/>
                </a:moveTo>
                <a:cubicBezTo>
                  <a:pt x="521423" y="405803"/>
                  <a:pt x="529306" y="408818"/>
                  <a:pt x="535298" y="414847"/>
                </a:cubicBezTo>
                <a:cubicBezTo>
                  <a:pt x="547376" y="426815"/>
                  <a:pt x="547376" y="446331"/>
                  <a:pt x="535298" y="458390"/>
                </a:cubicBezTo>
                <a:lnTo>
                  <a:pt x="395897" y="597488"/>
                </a:lnTo>
                <a:cubicBezTo>
                  <a:pt x="390181" y="603196"/>
                  <a:pt x="382344" y="606510"/>
                  <a:pt x="374139" y="606510"/>
                </a:cubicBezTo>
                <a:cubicBezTo>
                  <a:pt x="365933" y="606510"/>
                  <a:pt x="358096" y="603196"/>
                  <a:pt x="352380" y="597488"/>
                </a:cubicBezTo>
                <a:lnTo>
                  <a:pt x="294389" y="539585"/>
                </a:lnTo>
                <a:cubicBezTo>
                  <a:pt x="282403" y="527617"/>
                  <a:pt x="282403" y="508101"/>
                  <a:pt x="294389" y="496134"/>
                </a:cubicBezTo>
                <a:cubicBezTo>
                  <a:pt x="306466" y="484074"/>
                  <a:pt x="326012" y="484074"/>
                  <a:pt x="337998" y="496134"/>
                </a:cubicBezTo>
                <a:lnTo>
                  <a:pt x="374139" y="532220"/>
                </a:lnTo>
                <a:lnTo>
                  <a:pt x="491689" y="414847"/>
                </a:lnTo>
                <a:cubicBezTo>
                  <a:pt x="497728" y="408818"/>
                  <a:pt x="505634" y="405803"/>
                  <a:pt x="513528" y="405803"/>
                </a:cubicBezTo>
                <a:close/>
                <a:moveTo>
                  <a:pt x="110890" y="325448"/>
                </a:moveTo>
                <a:lnTo>
                  <a:pt x="149052" y="401590"/>
                </a:lnTo>
                <a:lnTo>
                  <a:pt x="199829" y="361273"/>
                </a:lnTo>
                <a:lnTo>
                  <a:pt x="199852" y="361295"/>
                </a:lnTo>
                <a:lnTo>
                  <a:pt x="199865" y="361283"/>
                </a:lnTo>
                <a:lnTo>
                  <a:pt x="250631" y="401590"/>
                </a:lnTo>
                <a:lnTo>
                  <a:pt x="288701" y="325448"/>
                </a:lnTo>
                <a:cubicBezTo>
                  <a:pt x="351751" y="336773"/>
                  <a:pt x="399683" y="391739"/>
                  <a:pt x="399683" y="457938"/>
                </a:cubicBezTo>
                <a:lnTo>
                  <a:pt x="399683" y="463001"/>
                </a:lnTo>
                <a:lnTo>
                  <a:pt x="374150" y="488505"/>
                </a:lnTo>
                <a:lnTo>
                  <a:pt x="359954" y="474234"/>
                </a:lnTo>
                <a:cubicBezTo>
                  <a:pt x="335804" y="450204"/>
                  <a:pt x="296720" y="450204"/>
                  <a:pt x="272570" y="474234"/>
                </a:cubicBezTo>
                <a:cubicBezTo>
                  <a:pt x="248419" y="498356"/>
                  <a:pt x="248419" y="537394"/>
                  <a:pt x="272570" y="561517"/>
                </a:cubicBezTo>
                <a:lnTo>
                  <a:pt x="284553" y="573486"/>
                </a:lnTo>
                <a:lnTo>
                  <a:pt x="217816" y="573486"/>
                </a:lnTo>
                <a:lnTo>
                  <a:pt x="231735" y="433447"/>
                </a:lnTo>
                <a:lnTo>
                  <a:pt x="199841" y="401590"/>
                </a:lnTo>
                <a:lnTo>
                  <a:pt x="167948" y="433447"/>
                </a:lnTo>
                <a:lnTo>
                  <a:pt x="181959" y="573486"/>
                </a:lnTo>
                <a:lnTo>
                  <a:pt x="27285" y="573486"/>
                </a:lnTo>
                <a:cubicBezTo>
                  <a:pt x="12167" y="573486"/>
                  <a:pt x="0" y="561241"/>
                  <a:pt x="0" y="546233"/>
                </a:cubicBezTo>
                <a:lnTo>
                  <a:pt x="0" y="457938"/>
                </a:lnTo>
                <a:cubicBezTo>
                  <a:pt x="0" y="391739"/>
                  <a:pt x="47840" y="336773"/>
                  <a:pt x="110890" y="325448"/>
                </a:cubicBezTo>
                <a:close/>
                <a:moveTo>
                  <a:pt x="199852" y="0"/>
                </a:moveTo>
                <a:cubicBezTo>
                  <a:pt x="266783" y="0"/>
                  <a:pt x="321083" y="44920"/>
                  <a:pt x="321083" y="134024"/>
                </a:cubicBezTo>
                <a:cubicBezTo>
                  <a:pt x="321083" y="135957"/>
                  <a:pt x="320806" y="137798"/>
                  <a:pt x="320806" y="139823"/>
                </a:cubicBezTo>
                <a:cubicBezTo>
                  <a:pt x="323203" y="139547"/>
                  <a:pt x="325693" y="139731"/>
                  <a:pt x="327997" y="140652"/>
                </a:cubicBezTo>
                <a:cubicBezTo>
                  <a:pt x="339890" y="145531"/>
                  <a:pt x="343301" y="164585"/>
                  <a:pt x="335741" y="183179"/>
                </a:cubicBezTo>
                <a:cubicBezTo>
                  <a:pt x="329380" y="198827"/>
                  <a:pt x="317211" y="209045"/>
                  <a:pt x="306425" y="209137"/>
                </a:cubicBezTo>
                <a:cubicBezTo>
                  <a:pt x="294071" y="239974"/>
                  <a:pt x="274527" y="266484"/>
                  <a:pt x="250557" y="288484"/>
                </a:cubicBezTo>
                <a:lnTo>
                  <a:pt x="250557" y="309103"/>
                </a:lnTo>
                <a:cubicBezTo>
                  <a:pt x="250557" y="310299"/>
                  <a:pt x="250926" y="311404"/>
                  <a:pt x="251295" y="312509"/>
                </a:cubicBezTo>
                <a:lnTo>
                  <a:pt x="199865" y="361283"/>
                </a:lnTo>
                <a:lnTo>
                  <a:pt x="199841" y="361263"/>
                </a:lnTo>
                <a:lnTo>
                  <a:pt x="199829" y="361273"/>
                </a:lnTo>
                <a:lnTo>
                  <a:pt x="148410" y="312509"/>
                </a:lnTo>
                <a:cubicBezTo>
                  <a:pt x="148686" y="311404"/>
                  <a:pt x="149055" y="310299"/>
                  <a:pt x="149055" y="309103"/>
                </a:cubicBezTo>
                <a:lnTo>
                  <a:pt x="149055" y="288484"/>
                </a:lnTo>
                <a:cubicBezTo>
                  <a:pt x="125178" y="266484"/>
                  <a:pt x="105633" y="239974"/>
                  <a:pt x="93187" y="209137"/>
                </a:cubicBezTo>
                <a:cubicBezTo>
                  <a:pt x="82401" y="209137"/>
                  <a:pt x="70324" y="198827"/>
                  <a:pt x="63963" y="183179"/>
                </a:cubicBezTo>
                <a:cubicBezTo>
                  <a:pt x="56311" y="164585"/>
                  <a:pt x="59814" y="145531"/>
                  <a:pt x="71707" y="140652"/>
                </a:cubicBezTo>
                <a:cubicBezTo>
                  <a:pt x="73919" y="139731"/>
                  <a:pt x="76409" y="139639"/>
                  <a:pt x="78806" y="139823"/>
                </a:cubicBezTo>
                <a:cubicBezTo>
                  <a:pt x="78806" y="137798"/>
                  <a:pt x="78529" y="135957"/>
                  <a:pt x="78529" y="134024"/>
                </a:cubicBezTo>
                <a:cubicBezTo>
                  <a:pt x="78529" y="44920"/>
                  <a:pt x="132829" y="0"/>
                  <a:pt x="1998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0" name="analytics_329111"/>
          <p:cNvSpPr>
            <a:spLocks noChangeAspect="1"/>
          </p:cNvSpPr>
          <p:nvPr/>
        </p:nvSpPr>
        <p:spPr bwMode="auto">
          <a:xfrm>
            <a:off x="3702178" y="4441526"/>
            <a:ext cx="609685" cy="489744"/>
          </a:xfrm>
          <a:custGeom>
            <a:avLst/>
            <a:gdLst>
              <a:gd name="T0" fmla="*/ 6609 w 6827"/>
              <a:gd name="T1" fmla="*/ 3778 h 5492"/>
              <a:gd name="T2" fmla="*/ 5229 w 6827"/>
              <a:gd name="T3" fmla="*/ 3778 h 5492"/>
              <a:gd name="T4" fmla="*/ 5229 w 6827"/>
              <a:gd name="T5" fmla="*/ 2004 h 5492"/>
              <a:gd name="T6" fmla="*/ 5650 w 6827"/>
              <a:gd name="T7" fmla="*/ 2004 h 5492"/>
              <a:gd name="T8" fmla="*/ 5810 w 6827"/>
              <a:gd name="T9" fmla="*/ 1638 h 5492"/>
              <a:gd name="T10" fmla="*/ 4372 w 6827"/>
              <a:gd name="T11" fmla="*/ 92 h 5492"/>
              <a:gd name="T12" fmla="*/ 4053 w 6827"/>
              <a:gd name="T13" fmla="*/ 92 h 5492"/>
              <a:gd name="T14" fmla="*/ 2615 w 6827"/>
              <a:gd name="T15" fmla="*/ 1638 h 5492"/>
              <a:gd name="T16" fmla="*/ 2774 w 6827"/>
              <a:gd name="T17" fmla="*/ 2004 h 5492"/>
              <a:gd name="T18" fmla="*/ 3195 w 6827"/>
              <a:gd name="T19" fmla="*/ 2004 h 5492"/>
              <a:gd name="T20" fmla="*/ 3195 w 6827"/>
              <a:gd name="T21" fmla="*/ 2499 h 5492"/>
              <a:gd name="T22" fmla="*/ 1816 w 6827"/>
              <a:gd name="T23" fmla="*/ 2499 h 5492"/>
              <a:gd name="T24" fmla="*/ 1598 w 6827"/>
              <a:gd name="T25" fmla="*/ 2717 h 5492"/>
              <a:gd name="T26" fmla="*/ 1598 w 6827"/>
              <a:gd name="T27" fmla="*/ 3778 h 5492"/>
              <a:gd name="T28" fmla="*/ 218 w 6827"/>
              <a:gd name="T29" fmla="*/ 3778 h 5492"/>
              <a:gd name="T30" fmla="*/ 0 w 6827"/>
              <a:gd name="T31" fmla="*/ 3996 h 5492"/>
              <a:gd name="T32" fmla="*/ 0 w 6827"/>
              <a:gd name="T33" fmla="*/ 5274 h 5492"/>
              <a:gd name="T34" fmla="*/ 218 w 6827"/>
              <a:gd name="T35" fmla="*/ 5492 h 5492"/>
              <a:gd name="T36" fmla="*/ 6609 w 6827"/>
              <a:gd name="T37" fmla="*/ 5492 h 5492"/>
              <a:gd name="T38" fmla="*/ 6827 w 6827"/>
              <a:gd name="T39" fmla="*/ 5274 h 5492"/>
              <a:gd name="T40" fmla="*/ 6827 w 6827"/>
              <a:gd name="T41" fmla="*/ 3996 h 5492"/>
              <a:gd name="T42" fmla="*/ 6609 w 6827"/>
              <a:gd name="T43" fmla="*/ 3778 h 5492"/>
              <a:gd name="T44" fmla="*/ 3195 w 6827"/>
              <a:gd name="T45" fmla="*/ 5056 h 5492"/>
              <a:gd name="T46" fmla="*/ 2033 w 6827"/>
              <a:gd name="T47" fmla="*/ 5056 h 5492"/>
              <a:gd name="T48" fmla="*/ 2033 w 6827"/>
              <a:gd name="T49" fmla="*/ 2935 h 5492"/>
              <a:gd name="T50" fmla="*/ 3195 w 6827"/>
              <a:gd name="T51" fmla="*/ 2935 h 5492"/>
              <a:gd name="T52" fmla="*/ 3195 w 6827"/>
              <a:gd name="T53" fmla="*/ 5056 h 5492"/>
              <a:gd name="T54" fmla="*/ 6391 w 6827"/>
              <a:gd name="T55" fmla="*/ 5056 h 5492"/>
              <a:gd name="T56" fmla="*/ 5229 w 6827"/>
              <a:gd name="T57" fmla="*/ 5056 h 5492"/>
              <a:gd name="T58" fmla="*/ 5229 w 6827"/>
              <a:gd name="T59" fmla="*/ 4213 h 5492"/>
              <a:gd name="T60" fmla="*/ 6391 w 6827"/>
              <a:gd name="T61" fmla="*/ 4213 h 5492"/>
              <a:gd name="T62" fmla="*/ 6391 w 6827"/>
              <a:gd name="T63" fmla="*/ 5056 h 5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827" h="5492">
                <a:moveTo>
                  <a:pt x="6609" y="3778"/>
                </a:moveTo>
                <a:lnTo>
                  <a:pt x="5229" y="3778"/>
                </a:lnTo>
                <a:lnTo>
                  <a:pt x="5229" y="2004"/>
                </a:lnTo>
                <a:lnTo>
                  <a:pt x="5650" y="2004"/>
                </a:lnTo>
                <a:cubicBezTo>
                  <a:pt x="5840" y="2004"/>
                  <a:pt x="5939" y="1777"/>
                  <a:pt x="5810" y="1638"/>
                </a:cubicBezTo>
                <a:lnTo>
                  <a:pt x="4372" y="92"/>
                </a:lnTo>
                <a:cubicBezTo>
                  <a:pt x="4286" y="0"/>
                  <a:pt x="4139" y="0"/>
                  <a:pt x="4053" y="92"/>
                </a:cubicBezTo>
                <a:lnTo>
                  <a:pt x="2615" y="1638"/>
                </a:lnTo>
                <a:cubicBezTo>
                  <a:pt x="2485" y="1777"/>
                  <a:pt x="2584" y="2004"/>
                  <a:pt x="2774" y="2004"/>
                </a:cubicBezTo>
                <a:lnTo>
                  <a:pt x="3195" y="2004"/>
                </a:lnTo>
                <a:lnTo>
                  <a:pt x="3195" y="2499"/>
                </a:lnTo>
                <a:lnTo>
                  <a:pt x="1816" y="2499"/>
                </a:lnTo>
                <a:cubicBezTo>
                  <a:pt x="1695" y="2499"/>
                  <a:pt x="1598" y="2597"/>
                  <a:pt x="1598" y="2717"/>
                </a:cubicBezTo>
                <a:lnTo>
                  <a:pt x="1598" y="3778"/>
                </a:lnTo>
                <a:lnTo>
                  <a:pt x="218" y="3778"/>
                </a:lnTo>
                <a:cubicBezTo>
                  <a:pt x="98" y="3778"/>
                  <a:pt x="0" y="3875"/>
                  <a:pt x="0" y="3996"/>
                </a:cubicBezTo>
                <a:lnTo>
                  <a:pt x="0" y="5274"/>
                </a:lnTo>
                <a:cubicBezTo>
                  <a:pt x="0" y="5394"/>
                  <a:pt x="98" y="5492"/>
                  <a:pt x="218" y="5492"/>
                </a:cubicBezTo>
                <a:lnTo>
                  <a:pt x="6609" y="5492"/>
                </a:lnTo>
                <a:cubicBezTo>
                  <a:pt x="6729" y="5492"/>
                  <a:pt x="6827" y="5394"/>
                  <a:pt x="6827" y="5274"/>
                </a:cubicBezTo>
                <a:lnTo>
                  <a:pt x="6827" y="3996"/>
                </a:lnTo>
                <a:cubicBezTo>
                  <a:pt x="6827" y="3875"/>
                  <a:pt x="6729" y="3778"/>
                  <a:pt x="6609" y="3778"/>
                </a:cubicBezTo>
                <a:close/>
                <a:moveTo>
                  <a:pt x="3195" y="5056"/>
                </a:moveTo>
                <a:lnTo>
                  <a:pt x="2033" y="5056"/>
                </a:lnTo>
                <a:lnTo>
                  <a:pt x="2033" y="2935"/>
                </a:lnTo>
                <a:lnTo>
                  <a:pt x="3195" y="2935"/>
                </a:lnTo>
                <a:lnTo>
                  <a:pt x="3195" y="5056"/>
                </a:lnTo>
                <a:close/>
                <a:moveTo>
                  <a:pt x="6391" y="5056"/>
                </a:moveTo>
                <a:lnTo>
                  <a:pt x="5229" y="5056"/>
                </a:lnTo>
                <a:lnTo>
                  <a:pt x="5229" y="4213"/>
                </a:lnTo>
                <a:lnTo>
                  <a:pt x="6391" y="4213"/>
                </a:lnTo>
                <a:lnTo>
                  <a:pt x="6391" y="5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bookmark_238940"/>
          <p:cNvSpPr>
            <a:spLocks noChangeAspect="1"/>
          </p:cNvSpPr>
          <p:nvPr/>
        </p:nvSpPr>
        <p:spPr bwMode="auto">
          <a:xfrm>
            <a:off x="4678882" y="4441526"/>
            <a:ext cx="438738" cy="609685"/>
          </a:xfrm>
          <a:custGeom>
            <a:avLst/>
            <a:gdLst>
              <a:gd name="connsiteX0" fmla="*/ 14776 w 436588"/>
              <a:gd name="connsiteY0" fmla="*/ 128429 h 606696"/>
              <a:gd name="connsiteX1" fmla="*/ 421724 w 436588"/>
              <a:gd name="connsiteY1" fmla="*/ 128429 h 606696"/>
              <a:gd name="connsiteX2" fmla="*/ 436588 w 436588"/>
              <a:gd name="connsiteY2" fmla="*/ 143181 h 606696"/>
              <a:gd name="connsiteX3" fmla="*/ 436588 w 436588"/>
              <a:gd name="connsiteY3" fmla="*/ 583882 h 606696"/>
              <a:gd name="connsiteX4" fmla="*/ 398581 w 436588"/>
              <a:gd name="connsiteY4" fmla="*/ 600144 h 606696"/>
              <a:gd name="connsiteX5" fmla="*/ 218250 w 436588"/>
              <a:gd name="connsiteY5" fmla="*/ 420096 h 606696"/>
              <a:gd name="connsiteX6" fmla="*/ 37918 w 436588"/>
              <a:gd name="connsiteY6" fmla="*/ 600144 h 606696"/>
              <a:gd name="connsiteX7" fmla="*/ 0 w 436588"/>
              <a:gd name="connsiteY7" fmla="*/ 583970 h 606696"/>
              <a:gd name="connsiteX8" fmla="*/ 0 w 436588"/>
              <a:gd name="connsiteY8" fmla="*/ 143181 h 606696"/>
              <a:gd name="connsiteX9" fmla="*/ 14776 w 436588"/>
              <a:gd name="connsiteY9" fmla="*/ 128429 h 606696"/>
              <a:gd name="connsiteX10" fmla="*/ 22252 w 436588"/>
              <a:gd name="connsiteY10" fmla="*/ 0 h 606696"/>
              <a:gd name="connsiteX11" fmla="*/ 414336 w 436588"/>
              <a:gd name="connsiteY11" fmla="*/ 0 h 606696"/>
              <a:gd name="connsiteX12" fmla="*/ 436588 w 436588"/>
              <a:gd name="connsiteY12" fmla="*/ 22226 h 606696"/>
              <a:gd name="connsiteX13" fmla="*/ 436588 w 436588"/>
              <a:gd name="connsiteY13" fmla="*/ 84015 h 606696"/>
              <a:gd name="connsiteX14" fmla="*/ 421724 w 436588"/>
              <a:gd name="connsiteY14" fmla="*/ 98862 h 606696"/>
              <a:gd name="connsiteX15" fmla="*/ 14776 w 436588"/>
              <a:gd name="connsiteY15" fmla="*/ 98862 h 606696"/>
              <a:gd name="connsiteX16" fmla="*/ 0 w 436588"/>
              <a:gd name="connsiteY16" fmla="*/ 84015 h 606696"/>
              <a:gd name="connsiteX17" fmla="*/ 0 w 436588"/>
              <a:gd name="connsiteY17" fmla="*/ 22226 h 606696"/>
              <a:gd name="connsiteX18" fmla="*/ 22252 w 436588"/>
              <a:gd name="connsiteY18" fmla="*/ 0 h 60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6588" h="606696">
                <a:moveTo>
                  <a:pt x="14776" y="128429"/>
                </a:moveTo>
                <a:lnTo>
                  <a:pt x="421724" y="128429"/>
                </a:lnTo>
                <a:cubicBezTo>
                  <a:pt x="429913" y="128429"/>
                  <a:pt x="436588" y="135005"/>
                  <a:pt x="436588" y="143181"/>
                </a:cubicBezTo>
                <a:lnTo>
                  <a:pt x="436588" y="583882"/>
                </a:lnTo>
                <a:cubicBezTo>
                  <a:pt x="436588" y="604855"/>
                  <a:pt x="412289" y="613830"/>
                  <a:pt x="398581" y="600144"/>
                </a:cubicBezTo>
                <a:lnTo>
                  <a:pt x="218250" y="420096"/>
                </a:lnTo>
                <a:lnTo>
                  <a:pt x="37918" y="600144"/>
                </a:lnTo>
                <a:cubicBezTo>
                  <a:pt x="24211" y="613919"/>
                  <a:pt x="0" y="604766"/>
                  <a:pt x="0" y="583970"/>
                </a:cubicBezTo>
                <a:lnTo>
                  <a:pt x="0" y="143181"/>
                </a:lnTo>
                <a:cubicBezTo>
                  <a:pt x="0" y="135005"/>
                  <a:pt x="6676" y="128429"/>
                  <a:pt x="14776" y="128429"/>
                </a:cubicBezTo>
                <a:close/>
                <a:moveTo>
                  <a:pt x="22252" y="0"/>
                </a:moveTo>
                <a:lnTo>
                  <a:pt x="414336" y="0"/>
                </a:lnTo>
                <a:cubicBezTo>
                  <a:pt x="426619" y="0"/>
                  <a:pt x="436588" y="9957"/>
                  <a:pt x="436588" y="22226"/>
                </a:cubicBezTo>
                <a:lnTo>
                  <a:pt x="436588" y="84015"/>
                </a:lnTo>
                <a:cubicBezTo>
                  <a:pt x="436588" y="92194"/>
                  <a:pt x="429913" y="98862"/>
                  <a:pt x="421724" y="98862"/>
                </a:cubicBezTo>
                <a:lnTo>
                  <a:pt x="14776" y="98862"/>
                </a:lnTo>
                <a:cubicBezTo>
                  <a:pt x="6676" y="98862"/>
                  <a:pt x="0" y="92194"/>
                  <a:pt x="0" y="84015"/>
                </a:cubicBezTo>
                <a:lnTo>
                  <a:pt x="0" y="22226"/>
                </a:lnTo>
                <a:cubicBezTo>
                  <a:pt x="0" y="9957"/>
                  <a:pt x="9969" y="0"/>
                  <a:pt x="222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2" name="hierarchical-square-structure_17487"/>
          <p:cNvSpPr>
            <a:spLocks noChangeAspect="1"/>
          </p:cNvSpPr>
          <p:nvPr/>
        </p:nvSpPr>
        <p:spPr bwMode="auto">
          <a:xfrm>
            <a:off x="5655585" y="4441526"/>
            <a:ext cx="609685" cy="519356"/>
          </a:xfrm>
          <a:custGeom>
            <a:avLst/>
            <a:gdLst>
              <a:gd name="T0" fmla="*/ 5309 w 5501"/>
              <a:gd name="T1" fmla="*/ 3030 h 4693"/>
              <a:gd name="T2" fmla="*/ 4861 w 5501"/>
              <a:gd name="T3" fmla="*/ 3030 h 4693"/>
              <a:gd name="T4" fmla="*/ 4861 w 5501"/>
              <a:gd name="T5" fmla="*/ 2327 h 4693"/>
              <a:gd name="T6" fmla="*/ 4861 w 5501"/>
              <a:gd name="T7" fmla="*/ 2324 h 4693"/>
              <a:gd name="T8" fmla="*/ 4861 w 5501"/>
              <a:gd name="T9" fmla="*/ 2320 h 4693"/>
              <a:gd name="T10" fmla="*/ 4669 w 5501"/>
              <a:gd name="T11" fmla="*/ 2128 h 4693"/>
              <a:gd name="T12" fmla="*/ 2943 w 5501"/>
              <a:gd name="T13" fmla="*/ 2128 h 4693"/>
              <a:gd name="T14" fmla="*/ 2943 w 5501"/>
              <a:gd name="T15" fmla="*/ 1663 h 4693"/>
              <a:gd name="T16" fmla="*/ 3390 w 5501"/>
              <a:gd name="T17" fmla="*/ 1663 h 4693"/>
              <a:gd name="T18" fmla="*/ 3582 w 5501"/>
              <a:gd name="T19" fmla="*/ 1471 h 4693"/>
              <a:gd name="T20" fmla="*/ 3582 w 5501"/>
              <a:gd name="T21" fmla="*/ 192 h 4693"/>
              <a:gd name="T22" fmla="*/ 3390 w 5501"/>
              <a:gd name="T23" fmla="*/ 0 h 4693"/>
              <a:gd name="T24" fmla="*/ 2111 w 5501"/>
              <a:gd name="T25" fmla="*/ 0 h 4693"/>
              <a:gd name="T26" fmla="*/ 1919 w 5501"/>
              <a:gd name="T27" fmla="*/ 192 h 4693"/>
              <a:gd name="T28" fmla="*/ 1919 w 5501"/>
              <a:gd name="T29" fmla="*/ 1471 h 4693"/>
              <a:gd name="T30" fmla="*/ 2111 w 5501"/>
              <a:gd name="T31" fmla="*/ 1663 h 4693"/>
              <a:gd name="T32" fmla="*/ 2558 w 5501"/>
              <a:gd name="T33" fmla="*/ 1663 h 4693"/>
              <a:gd name="T34" fmla="*/ 2558 w 5501"/>
              <a:gd name="T35" fmla="*/ 2128 h 4693"/>
              <a:gd name="T36" fmla="*/ 832 w 5501"/>
              <a:gd name="T37" fmla="*/ 2128 h 4693"/>
              <a:gd name="T38" fmla="*/ 640 w 5501"/>
              <a:gd name="T39" fmla="*/ 2320 h 4693"/>
              <a:gd name="T40" fmla="*/ 640 w 5501"/>
              <a:gd name="T41" fmla="*/ 3030 h 4693"/>
              <a:gd name="T42" fmla="*/ 192 w 5501"/>
              <a:gd name="T43" fmla="*/ 3030 h 4693"/>
              <a:gd name="T44" fmla="*/ 0 w 5501"/>
              <a:gd name="T45" fmla="*/ 3222 h 4693"/>
              <a:gd name="T46" fmla="*/ 0 w 5501"/>
              <a:gd name="T47" fmla="*/ 4501 h 4693"/>
              <a:gd name="T48" fmla="*/ 192 w 5501"/>
              <a:gd name="T49" fmla="*/ 4693 h 4693"/>
              <a:gd name="T50" fmla="*/ 1471 w 5501"/>
              <a:gd name="T51" fmla="*/ 4693 h 4693"/>
              <a:gd name="T52" fmla="*/ 1664 w 5501"/>
              <a:gd name="T53" fmla="*/ 4501 h 4693"/>
              <a:gd name="T54" fmla="*/ 1664 w 5501"/>
              <a:gd name="T55" fmla="*/ 3222 h 4693"/>
              <a:gd name="T56" fmla="*/ 1471 w 5501"/>
              <a:gd name="T57" fmla="*/ 3030 h 4693"/>
              <a:gd name="T58" fmla="*/ 1024 w 5501"/>
              <a:gd name="T59" fmla="*/ 3030 h 4693"/>
              <a:gd name="T60" fmla="*/ 1024 w 5501"/>
              <a:gd name="T61" fmla="*/ 2513 h 4693"/>
              <a:gd name="T62" fmla="*/ 2558 w 5501"/>
              <a:gd name="T63" fmla="*/ 2513 h 4693"/>
              <a:gd name="T64" fmla="*/ 2558 w 5501"/>
              <a:gd name="T65" fmla="*/ 3030 h 4693"/>
              <a:gd name="T66" fmla="*/ 2111 w 5501"/>
              <a:gd name="T67" fmla="*/ 3030 h 4693"/>
              <a:gd name="T68" fmla="*/ 1919 w 5501"/>
              <a:gd name="T69" fmla="*/ 3222 h 4693"/>
              <a:gd name="T70" fmla="*/ 1919 w 5501"/>
              <a:gd name="T71" fmla="*/ 4501 h 4693"/>
              <a:gd name="T72" fmla="*/ 2111 w 5501"/>
              <a:gd name="T73" fmla="*/ 4693 h 4693"/>
              <a:gd name="T74" fmla="*/ 3390 w 5501"/>
              <a:gd name="T75" fmla="*/ 4693 h 4693"/>
              <a:gd name="T76" fmla="*/ 3582 w 5501"/>
              <a:gd name="T77" fmla="*/ 4501 h 4693"/>
              <a:gd name="T78" fmla="*/ 3582 w 5501"/>
              <a:gd name="T79" fmla="*/ 3222 h 4693"/>
              <a:gd name="T80" fmla="*/ 3390 w 5501"/>
              <a:gd name="T81" fmla="*/ 3030 h 4693"/>
              <a:gd name="T82" fmla="*/ 2943 w 5501"/>
              <a:gd name="T83" fmla="*/ 3030 h 4693"/>
              <a:gd name="T84" fmla="*/ 2943 w 5501"/>
              <a:gd name="T85" fmla="*/ 2513 h 4693"/>
              <a:gd name="T86" fmla="*/ 4477 w 5501"/>
              <a:gd name="T87" fmla="*/ 2513 h 4693"/>
              <a:gd name="T88" fmla="*/ 4477 w 5501"/>
              <a:gd name="T89" fmla="*/ 3030 h 4693"/>
              <a:gd name="T90" fmla="*/ 4030 w 5501"/>
              <a:gd name="T91" fmla="*/ 3030 h 4693"/>
              <a:gd name="T92" fmla="*/ 3837 w 5501"/>
              <a:gd name="T93" fmla="*/ 3222 h 4693"/>
              <a:gd name="T94" fmla="*/ 3837 w 5501"/>
              <a:gd name="T95" fmla="*/ 4501 h 4693"/>
              <a:gd name="T96" fmla="*/ 4030 w 5501"/>
              <a:gd name="T97" fmla="*/ 4693 h 4693"/>
              <a:gd name="T98" fmla="*/ 5309 w 5501"/>
              <a:gd name="T99" fmla="*/ 4693 h 4693"/>
              <a:gd name="T100" fmla="*/ 5501 w 5501"/>
              <a:gd name="T101" fmla="*/ 4501 h 4693"/>
              <a:gd name="T102" fmla="*/ 5501 w 5501"/>
              <a:gd name="T103" fmla="*/ 3222 h 4693"/>
              <a:gd name="T104" fmla="*/ 5309 w 5501"/>
              <a:gd name="T105" fmla="*/ 3030 h 4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501" h="4693">
                <a:moveTo>
                  <a:pt x="5309" y="3030"/>
                </a:moveTo>
                <a:lnTo>
                  <a:pt x="4861" y="3030"/>
                </a:lnTo>
                <a:lnTo>
                  <a:pt x="4861" y="2327"/>
                </a:lnTo>
                <a:cubicBezTo>
                  <a:pt x="4861" y="2326"/>
                  <a:pt x="4861" y="2325"/>
                  <a:pt x="4861" y="2324"/>
                </a:cubicBezTo>
                <a:cubicBezTo>
                  <a:pt x="4861" y="2323"/>
                  <a:pt x="4861" y="2321"/>
                  <a:pt x="4861" y="2320"/>
                </a:cubicBezTo>
                <a:cubicBezTo>
                  <a:pt x="4861" y="2214"/>
                  <a:pt x="4775" y="2128"/>
                  <a:pt x="4669" y="2128"/>
                </a:cubicBezTo>
                <a:lnTo>
                  <a:pt x="2943" y="2128"/>
                </a:lnTo>
                <a:lnTo>
                  <a:pt x="2943" y="1663"/>
                </a:lnTo>
                <a:lnTo>
                  <a:pt x="3390" y="1663"/>
                </a:lnTo>
                <a:cubicBezTo>
                  <a:pt x="3496" y="1663"/>
                  <a:pt x="3582" y="1577"/>
                  <a:pt x="3582" y="1471"/>
                </a:cubicBezTo>
                <a:lnTo>
                  <a:pt x="3582" y="192"/>
                </a:lnTo>
                <a:cubicBezTo>
                  <a:pt x="3582" y="86"/>
                  <a:pt x="3496" y="0"/>
                  <a:pt x="3390" y="0"/>
                </a:cubicBezTo>
                <a:lnTo>
                  <a:pt x="2111" y="0"/>
                </a:lnTo>
                <a:cubicBezTo>
                  <a:pt x="2005" y="0"/>
                  <a:pt x="1919" y="86"/>
                  <a:pt x="1919" y="192"/>
                </a:cubicBezTo>
                <a:lnTo>
                  <a:pt x="1919" y="1471"/>
                </a:lnTo>
                <a:cubicBezTo>
                  <a:pt x="1919" y="1577"/>
                  <a:pt x="2005" y="1663"/>
                  <a:pt x="2111" y="1663"/>
                </a:cubicBezTo>
                <a:lnTo>
                  <a:pt x="2558" y="1663"/>
                </a:lnTo>
                <a:lnTo>
                  <a:pt x="2558" y="2128"/>
                </a:lnTo>
                <a:lnTo>
                  <a:pt x="832" y="2128"/>
                </a:lnTo>
                <a:cubicBezTo>
                  <a:pt x="726" y="2128"/>
                  <a:pt x="640" y="2214"/>
                  <a:pt x="640" y="2320"/>
                </a:cubicBezTo>
                <a:lnTo>
                  <a:pt x="640" y="3030"/>
                </a:lnTo>
                <a:lnTo>
                  <a:pt x="192" y="3030"/>
                </a:lnTo>
                <a:cubicBezTo>
                  <a:pt x="86" y="3030"/>
                  <a:pt x="0" y="3116"/>
                  <a:pt x="0" y="3222"/>
                </a:cubicBezTo>
                <a:lnTo>
                  <a:pt x="0" y="4501"/>
                </a:lnTo>
                <a:cubicBezTo>
                  <a:pt x="0" y="4607"/>
                  <a:pt x="86" y="4693"/>
                  <a:pt x="192" y="4693"/>
                </a:cubicBezTo>
                <a:lnTo>
                  <a:pt x="1471" y="4693"/>
                </a:lnTo>
                <a:cubicBezTo>
                  <a:pt x="1578" y="4693"/>
                  <a:pt x="1664" y="4607"/>
                  <a:pt x="1664" y="4501"/>
                </a:cubicBezTo>
                <a:lnTo>
                  <a:pt x="1664" y="3222"/>
                </a:lnTo>
                <a:cubicBezTo>
                  <a:pt x="1664" y="3116"/>
                  <a:pt x="1578" y="3030"/>
                  <a:pt x="1471" y="3030"/>
                </a:cubicBezTo>
                <a:lnTo>
                  <a:pt x="1024" y="3030"/>
                </a:lnTo>
                <a:lnTo>
                  <a:pt x="1024" y="2513"/>
                </a:lnTo>
                <a:lnTo>
                  <a:pt x="2558" y="2513"/>
                </a:lnTo>
                <a:lnTo>
                  <a:pt x="2558" y="3030"/>
                </a:lnTo>
                <a:lnTo>
                  <a:pt x="2111" y="3030"/>
                </a:lnTo>
                <a:cubicBezTo>
                  <a:pt x="2005" y="3030"/>
                  <a:pt x="1919" y="3116"/>
                  <a:pt x="1919" y="3222"/>
                </a:cubicBezTo>
                <a:lnTo>
                  <a:pt x="1919" y="4501"/>
                </a:lnTo>
                <a:cubicBezTo>
                  <a:pt x="1919" y="4607"/>
                  <a:pt x="2005" y="4693"/>
                  <a:pt x="2111" y="4693"/>
                </a:cubicBezTo>
                <a:lnTo>
                  <a:pt x="3390" y="4693"/>
                </a:lnTo>
                <a:cubicBezTo>
                  <a:pt x="3496" y="4693"/>
                  <a:pt x="3582" y="4607"/>
                  <a:pt x="3582" y="4501"/>
                </a:cubicBezTo>
                <a:lnTo>
                  <a:pt x="3582" y="3222"/>
                </a:lnTo>
                <a:cubicBezTo>
                  <a:pt x="3582" y="3116"/>
                  <a:pt x="3496" y="3030"/>
                  <a:pt x="3390" y="3030"/>
                </a:cubicBezTo>
                <a:lnTo>
                  <a:pt x="2943" y="3030"/>
                </a:lnTo>
                <a:lnTo>
                  <a:pt x="2943" y="2513"/>
                </a:lnTo>
                <a:lnTo>
                  <a:pt x="4477" y="2513"/>
                </a:lnTo>
                <a:lnTo>
                  <a:pt x="4477" y="3030"/>
                </a:lnTo>
                <a:lnTo>
                  <a:pt x="4030" y="3030"/>
                </a:lnTo>
                <a:cubicBezTo>
                  <a:pt x="3923" y="3030"/>
                  <a:pt x="3837" y="3116"/>
                  <a:pt x="3837" y="3222"/>
                </a:cubicBezTo>
                <a:lnTo>
                  <a:pt x="3837" y="4501"/>
                </a:lnTo>
                <a:cubicBezTo>
                  <a:pt x="3837" y="4607"/>
                  <a:pt x="3923" y="4693"/>
                  <a:pt x="4030" y="4693"/>
                </a:cubicBezTo>
                <a:lnTo>
                  <a:pt x="5309" y="4693"/>
                </a:lnTo>
                <a:cubicBezTo>
                  <a:pt x="5415" y="4693"/>
                  <a:pt x="5501" y="4607"/>
                  <a:pt x="5501" y="4501"/>
                </a:cubicBezTo>
                <a:lnTo>
                  <a:pt x="5501" y="3222"/>
                </a:lnTo>
                <a:cubicBezTo>
                  <a:pt x="5501" y="3116"/>
                  <a:pt x="5415" y="3030"/>
                  <a:pt x="5309" y="30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3" name="teacher_264763"/>
          <p:cNvSpPr>
            <a:spLocks noChangeAspect="1"/>
          </p:cNvSpPr>
          <p:nvPr/>
        </p:nvSpPr>
        <p:spPr bwMode="auto">
          <a:xfrm>
            <a:off x="6632290" y="4441526"/>
            <a:ext cx="609685" cy="580585"/>
          </a:xfrm>
          <a:custGeom>
            <a:avLst/>
            <a:gdLst>
              <a:gd name="connsiteX0" fmla="*/ 257331 w 607639"/>
              <a:gd name="connsiteY0" fmla="*/ 145147 h 578637"/>
              <a:gd name="connsiteX1" fmla="*/ 310700 w 607639"/>
              <a:gd name="connsiteY1" fmla="*/ 187169 h 578637"/>
              <a:gd name="connsiteX2" fmla="*/ 297714 w 607639"/>
              <a:gd name="connsiteY2" fmla="*/ 200407 h 578637"/>
              <a:gd name="connsiteX3" fmla="*/ 295134 w 607639"/>
              <a:gd name="connsiteY3" fmla="*/ 205204 h 578637"/>
              <a:gd name="connsiteX4" fmla="*/ 242654 w 607639"/>
              <a:gd name="connsiteY4" fmla="*/ 163804 h 578637"/>
              <a:gd name="connsiteX5" fmla="*/ 240609 w 607639"/>
              <a:gd name="connsiteY5" fmla="*/ 147101 h 578637"/>
              <a:gd name="connsiteX6" fmla="*/ 257331 w 607639"/>
              <a:gd name="connsiteY6" fmla="*/ 145147 h 578637"/>
              <a:gd name="connsiteX7" fmla="*/ 440205 w 607639"/>
              <a:gd name="connsiteY7" fmla="*/ 141131 h 578637"/>
              <a:gd name="connsiteX8" fmla="*/ 461390 w 607639"/>
              <a:gd name="connsiteY8" fmla="*/ 141131 h 578637"/>
              <a:gd name="connsiteX9" fmla="*/ 488984 w 607639"/>
              <a:gd name="connsiteY9" fmla="*/ 210272 h 578637"/>
              <a:gd name="connsiteX10" fmla="*/ 482576 w 607639"/>
              <a:gd name="connsiteY10" fmla="*/ 182189 h 578637"/>
              <a:gd name="connsiteX11" fmla="*/ 483466 w 607639"/>
              <a:gd name="connsiteY11" fmla="*/ 176057 h 578637"/>
              <a:gd name="connsiteX12" fmla="*/ 492189 w 607639"/>
              <a:gd name="connsiteY12" fmla="*/ 160149 h 578637"/>
              <a:gd name="connsiteX13" fmla="*/ 484445 w 607639"/>
              <a:gd name="connsiteY13" fmla="*/ 146108 h 578637"/>
              <a:gd name="connsiteX14" fmla="*/ 484445 w 607639"/>
              <a:gd name="connsiteY14" fmla="*/ 142997 h 578637"/>
              <a:gd name="connsiteX15" fmla="*/ 487204 w 607639"/>
              <a:gd name="connsiteY15" fmla="*/ 141398 h 578637"/>
              <a:gd name="connsiteX16" fmla="*/ 508478 w 607639"/>
              <a:gd name="connsiteY16" fmla="*/ 141398 h 578637"/>
              <a:gd name="connsiteX17" fmla="*/ 511238 w 607639"/>
              <a:gd name="connsiteY17" fmla="*/ 142997 h 578637"/>
              <a:gd name="connsiteX18" fmla="*/ 511327 w 607639"/>
              <a:gd name="connsiteY18" fmla="*/ 146108 h 578637"/>
              <a:gd name="connsiteX19" fmla="*/ 503494 w 607639"/>
              <a:gd name="connsiteY19" fmla="*/ 160238 h 578637"/>
              <a:gd name="connsiteX20" fmla="*/ 512306 w 607639"/>
              <a:gd name="connsiteY20" fmla="*/ 176146 h 578637"/>
              <a:gd name="connsiteX21" fmla="*/ 513196 w 607639"/>
              <a:gd name="connsiteY21" fmla="*/ 182189 h 578637"/>
              <a:gd name="connsiteX22" fmla="*/ 507588 w 607639"/>
              <a:gd name="connsiteY22" fmla="*/ 210272 h 578637"/>
              <a:gd name="connsiteX23" fmla="*/ 534292 w 607639"/>
              <a:gd name="connsiteY23" fmla="*/ 141131 h 578637"/>
              <a:gd name="connsiteX24" fmla="*/ 555922 w 607639"/>
              <a:gd name="connsiteY24" fmla="*/ 141131 h 578637"/>
              <a:gd name="connsiteX25" fmla="*/ 606838 w 607639"/>
              <a:gd name="connsiteY25" fmla="*/ 191698 h 578637"/>
              <a:gd name="connsiteX26" fmla="*/ 607639 w 607639"/>
              <a:gd name="connsiteY26" fmla="*/ 349442 h 578637"/>
              <a:gd name="connsiteX27" fmla="*/ 586187 w 607639"/>
              <a:gd name="connsiteY27" fmla="*/ 371037 h 578637"/>
              <a:gd name="connsiteX28" fmla="*/ 586098 w 607639"/>
              <a:gd name="connsiteY28" fmla="*/ 371037 h 578637"/>
              <a:gd name="connsiteX29" fmla="*/ 564557 w 607639"/>
              <a:gd name="connsiteY29" fmla="*/ 349620 h 578637"/>
              <a:gd name="connsiteX30" fmla="*/ 563845 w 607639"/>
              <a:gd name="connsiteY30" fmla="*/ 191876 h 578637"/>
              <a:gd name="connsiteX31" fmla="*/ 559483 w 607639"/>
              <a:gd name="connsiteY31" fmla="*/ 187699 h 578637"/>
              <a:gd name="connsiteX32" fmla="*/ 555299 w 607639"/>
              <a:gd name="connsiteY32" fmla="*/ 191876 h 578637"/>
              <a:gd name="connsiteX33" fmla="*/ 555299 w 607639"/>
              <a:gd name="connsiteY33" fmla="*/ 552865 h 578637"/>
              <a:gd name="connsiteX34" fmla="*/ 529485 w 607639"/>
              <a:gd name="connsiteY34" fmla="*/ 578637 h 578637"/>
              <a:gd name="connsiteX35" fmla="*/ 503672 w 607639"/>
              <a:gd name="connsiteY35" fmla="*/ 552865 h 578637"/>
              <a:gd name="connsiteX36" fmla="*/ 503672 w 607639"/>
              <a:gd name="connsiteY36" fmla="*/ 346865 h 578637"/>
              <a:gd name="connsiteX37" fmla="*/ 492456 w 607639"/>
              <a:gd name="connsiteY37" fmla="*/ 346865 h 578637"/>
              <a:gd name="connsiteX38" fmla="*/ 492456 w 607639"/>
              <a:gd name="connsiteY38" fmla="*/ 552865 h 578637"/>
              <a:gd name="connsiteX39" fmla="*/ 466731 w 607639"/>
              <a:gd name="connsiteY39" fmla="*/ 578637 h 578637"/>
              <a:gd name="connsiteX40" fmla="*/ 440917 w 607639"/>
              <a:gd name="connsiteY40" fmla="*/ 552865 h 578637"/>
              <a:gd name="connsiteX41" fmla="*/ 441362 w 607639"/>
              <a:gd name="connsiteY41" fmla="*/ 191965 h 578637"/>
              <a:gd name="connsiteX42" fmla="*/ 436823 w 607639"/>
              <a:gd name="connsiteY42" fmla="*/ 187432 h 578637"/>
              <a:gd name="connsiteX43" fmla="*/ 432372 w 607639"/>
              <a:gd name="connsiteY43" fmla="*/ 191876 h 578637"/>
              <a:gd name="connsiteX44" fmla="*/ 431927 w 607639"/>
              <a:gd name="connsiteY44" fmla="*/ 270437 h 578637"/>
              <a:gd name="connsiteX45" fmla="*/ 399081 w 607639"/>
              <a:gd name="connsiteY45" fmla="*/ 288566 h 578637"/>
              <a:gd name="connsiteX46" fmla="*/ 322886 w 607639"/>
              <a:gd name="connsiteY46" fmla="*/ 241287 h 578637"/>
              <a:gd name="connsiteX47" fmla="*/ 315943 w 607639"/>
              <a:gd name="connsiteY47" fmla="*/ 211782 h 578637"/>
              <a:gd name="connsiteX48" fmla="*/ 345584 w 607639"/>
              <a:gd name="connsiteY48" fmla="*/ 204851 h 578637"/>
              <a:gd name="connsiteX49" fmla="*/ 389112 w 607639"/>
              <a:gd name="connsiteY49" fmla="*/ 231867 h 578637"/>
              <a:gd name="connsiteX50" fmla="*/ 389290 w 607639"/>
              <a:gd name="connsiteY50" fmla="*/ 191698 h 578637"/>
              <a:gd name="connsiteX51" fmla="*/ 440205 w 607639"/>
              <a:gd name="connsiteY51" fmla="*/ 141131 h 578637"/>
              <a:gd name="connsiteX52" fmla="*/ 498052 w 607639"/>
              <a:gd name="connsiteY52" fmla="*/ 37964 h 578637"/>
              <a:gd name="connsiteX53" fmla="*/ 542650 w 607639"/>
              <a:gd name="connsiteY53" fmla="*/ 82421 h 578637"/>
              <a:gd name="connsiteX54" fmla="*/ 498052 w 607639"/>
              <a:gd name="connsiteY54" fmla="*/ 126878 h 578637"/>
              <a:gd name="connsiteX55" fmla="*/ 453454 w 607639"/>
              <a:gd name="connsiteY55" fmla="*/ 82421 h 578637"/>
              <a:gd name="connsiteX56" fmla="*/ 498052 w 607639"/>
              <a:gd name="connsiteY56" fmla="*/ 37964 h 578637"/>
              <a:gd name="connsiteX57" fmla="*/ 15486 w 607639"/>
              <a:gd name="connsiteY57" fmla="*/ 0 h 578637"/>
              <a:gd name="connsiteX58" fmla="*/ 358581 w 607639"/>
              <a:gd name="connsiteY58" fmla="*/ 0 h 578637"/>
              <a:gd name="connsiteX59" fmla="*/ 374067 w 607639"/>
              <a:gd name="connsiteY59" fmla="*/ 15466 h 578637"/>
              <a:gd name="connsiteX60" fmla="*/ 374067 w 607639"/>
              <a:gd name="connsiteY60" fmla="*/ 197233 h 578637"/>
              <a:gd name="connsiteX61" fmla="*/ 356890 w 607639"/>
              <a:gd name="connsiteY61" fmla="*/ 186567 h 578637"/>
              <a:gd name="connsiteX62" fmla="*/ 343095 w 607639"/>
              <a:gd name="connsiteY62" fmla="*/ 181057 h 578637"/>
              <a:gd name="connsiteX63" fmla="*/ 343095 w 607639"/>
              <a:gd name="connsiteY63" fmla="*/ 30932 h 578637"/>
              <a:gd name="connsiteX64" fmla="*/ 30972 w 607639"/>
              <a:gd name="connsiteY64" fmla="*/ 30932 h 578637"/>
              <a:gd name="connsiteX65" fmla="*/ 30972 w 607639"/>
              <a:gd name="connsiteY65" fmla="*/ 253941 h 578637"/>
              <a:gd name="connsiteX66" fmla="*/ 304291 w 607639"/>
              <a:gd name="connsiteY66" fmla="*/ 253941 h 578637"/>
              <a:gd name="connsiteX67" fmla="*/ 311500 w 607639"/>
              <a:gd name="connsiteY67" fmla="*/ 259630 h 578637"/>
              <a:gd name="connsiteX68" fmla="*/ 352351 w 607639"/>
              <a:gd name="connsiteY68" fmla="*/ 284873 h 578637"/>
              <a:gd name="connsiteX69" fmla="*/ 15486 w 607639"/>
              <a:gd name="connsiteY69" fmla="*/ 284873 h 578637"/>
              <a:gd name="connsiteX70" fmla="*/ 0 w 607639"/>
              <a:gd name="connsiteY70" fmla="*/ 269407 h 578637"/>
              <a:gd name="connsiteX71" fmla="*/ 0 w 607639"/>
              <a:gd name="connsiteY71" fmla="*/ 15466 h 578637"/>
              <a:gd name="connsiteX72" fmla="*/ 15486 w 607639"/>
              <a:gd name="connsiteY72" fmla="*/ 0 h 57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07639" h="578637">
                <a:moveTo>
                  <a:pt x="257331" y="145147"/>
                </a:moveTo>
                <a:lnTo>
                  <a:pt x="310700" y="187169"/>
                </a:lnTo>
                <a:cubicBezTo>
                  <a:pt x="305541" y="190456"/>
                  <a:pt x="301094" y="194898"/>
                  <a:pt x="297714" y="200407"/>
                </a:cubicBezTo>
                <a:cubicBezTo>
                  <a:pt x="296735" y="202006"/>
                  <a:pt x="295846" y="203605"/>
                  <a:pt x="295134" y="205204"/>
                </a:cubicBezTo>
                <a:lnTo>
                  <a:pt x="242654" y="163804"/>
                </a:lnTo>
                <a:cubicBezTo>
                  <a:pt x="237495" y="159806"/>
                  <a:pt x="236606" y="152254"/>
                  <a:pt x="240609" y="147101"/>
                </a:cubicBezTo>
                <a:cubicBezTo>
                  <a:pt x="244700" y="141948"/>
                  <a:pt x="252172" y="141060"/>
                  <a:pt x="257331" y="145147"/>
                </a:cubicBezTo>
                <a:close/>
                <a:moveTo>
                  <a:pt x="440205" y="141131"/>
                </a:moveTo>
                <a:lnTo>
                  <a:pt x="461390" y="141131"/>
                </a:lnTo>
                <a:cubicBezTo>
                  <a:pt x="463972" y="147796"/>
                  <a:pt x="485246" y="200674"/>
                  <a:pt x="488984" y="210272"/>
                </a:cubicBezTo>
                <a:lnTo>
                  <a:pt x="482576" y="182189"/>
                </a:lnTo>
                <a:cubicBezTo>
                  <a:pt x="482041" y="180145"/>
                  <a:pt x="482398" y="177923"/>
                  <a:pt x="483466" y="176057"/>
                </a:cubicBezTo>
                <a:lnTo>
                  <a:pt x="492189" y="160149"/>
                </a:lnTo>
                <a:lnTo>
                  <a:pt x="484445" y="146108"/>
                </a:lnTo>
                <a:cubicBezTo>
                  <a:pt x="483911" y="145130"/>
                  <a:pt x="483911" y="143886"/>
                  <a:pt x="484445" y="142997"/>
                </a:cubicBezTo>
                <a:cubicBezTo>
                  <a:pt x="485068" y="142020"/>
                  <a:pt x="486047" y="141398"/>
                  <a:pt x="487204" y="141398"/>
                </a:cubicBezTo>
                <a:lnTo>
                  <a:pt x="508478" y="141398"/>
                </a:lnTo>
                <a:cubicBezTo>
                  <a:pt x="509636" y="141398"/>
                  <a:pt x="510704" y="142020"/>
                  <a:pt x="511238" y="142997"/>
                </a:cubicBezTo>
                <a:cubicBezTo>
                  <a:pt x="511772" y="143886"/>
                  <a:pt x="511861" y="145130"/>
                  <a:pt x="511327" y="146108"/>
                </a:cubicBezTo>
                <a:lnTo>
                  <a:pt x="503494" y="160238"/>
                </a:lnTo>
                <a:lnTo>
                  <a:pt x="512306" y="176146"/>
                </a:lnTo>
                <a:cubicBezTo>
                  <a:pt x="513285" y="177923"/>
                  <a:pt x="513641" y="180145"/>
                  <a:pt x="513196" y="182189"/>
                </a:cubicBezTo>
                <a:lnTo>
                  <a:pt x="507588" y="210272"/>
                </a:lnTo>
                <a:cubicBezTo>
                  <a:pt x="520851" y="175968"/>
                  <a:pt x="513196" y="195875"/>
                  <a:pt x="534292" y="141131"/>
                </a:cubicBezTo>
                <a:lnTo>
                  <a:pt x="555922" y="141131"/>
                </a:lnTo>
                <a:cubicBezTo>
                  <a:pt x="583872" y="141131"/>
                  <a:pt x="606660" y="163793"/>
                  <a:pt x="606838" y="191698"/>
                </a:cubicBezTo>
                <a:lnTo>
                  <a:pt x="607639" y="349442"/>
                </a:lnTo>
                <a:cubicBezTo>
                  <a:pt x="607639" y="361261"/>
                  <a:pt x="598115" y="370948"/>
                  <a:pt x="586187" y="371037"/>
                </a:cubicBezTo>
                <a:lnTo>
                  <a:pt x="586098" y="371037"/>
                </a:lnTo>
                <a:cubicBezTo>
                  <a:pt x="574259" y="371037"/>
                  <a:pt x="564646" y="361439"/>
                  <a:pt x="564557" y="349620"/>
                </a:cubicBezTo>
                <a:lnTo>
                  <a:pt x="563845" y="191876"/>
                </a:lnTo>
                <a:cubicBezTo>
                  <a:pt x="563756" y="189565"/>
                  <a:pt x="561886" y="187610"/>
                  <a:pt x="559483" y="187699"/>
                </a:cubicBezTo>
                <a:cubicBezTo>
                  <a:pt x="557169" y="187699"/>
                  <a:pt x="555299" y="189565"/>
                  <a:pt x="555299" y="191876"/>
                </a:cubicBezTo>
                <a:lnTo>
                  <a:pt x="555299" y="552865"/>
                </a:lnTo>
                <a:cubicBezTo>
                  <a:pt x="555299" y="567084"/>
                  <a:pt x="543728" y="578637"/>
                  <a:pt x="529485" y="578637"/>
                </a:cubicBezTo>
                <a:cubicBezTo>
                  <a:pt x="515154" y="578637"/>
                  <a:pt x="503672" y="567084"/>
                  <a:pt x="503672" y="552865"/>
                </a:cubicBezTo>
                <a:lnTo>
                  <a:pt x="503672" y="346865"/>
                </a:lnTo>
                <a:lnTo>
                  <a:pt x="492456" y="346865"/>
                </a:lnTo>
                <a:lnTo>
                  <a:pt x="492456" y="552865"/>
                </a:lnTo>
                <a:cubicBezTo>
                  <a:pt x="492456" y="567084"/>
                  <a:pt x="480973" y="578637"/>
                  <a:pt x="466731" y="578637"/>
                </a:cubicBezTo>
                <a:cubicBezTo>
                  <a:pt x="452400" y="578637"/>
                  <a:pt x="440917" y="567084"/>
                  <a:pt x="440917" y="552865"/>
                </a:cubicBezTo>
                <a:cubicBezTo>
                  <a:pt x="440917" y="324292"/>
                  <a:pt x="441362" y="295409"/>
                  <a:pt x="441362" y="191965"/>
                </a:cubicBezTo>
                <a:cubicBezTo>
                  <a:pt x="441362" y="189476"/>
                  <a:pt x="439315" y="187432"/>
                  <a:pt x="436823" y="187432"/>
                </a:cubicBezTo>
                <a:cubicBezTo>
                  <a:pt x="434419" y="187432"/>
                  <a:pt x="432372" y="189387"/>
                  <a:pt x="432372" y="191876"/>
                </a:cubicBezTo>
                <a:cubicBezTo>
                  <a:pt x="432283" y="201918"/>
                  <a:pt x="432016" y="261994"/>
                  <a:pt x="431927" y="270437"/>
                </a:cubicBezTo>
                <a:cubicBezTo>
                  <a:pt x="431838" y="287144"/>
                  <a:pt x="413412" y="297453"/>
                  <a:pt x="399081" y="288566"/>
                </a:cubicBezTo>
                <a:lnTo>
                  <a:pt x="322886" y="241287"/>
                </a:lnTo>
                <a:cubicBezTo>
                  <a:pt x="312827" y="235066"/>
                  <a:pt x="309712" y="221825"/>
                  <a:pt x="315943" y="211782"/>
                </a:cubicBezTo>
                <a:cubicBezTo>
                  <a:pt x="322174" y="201651"/>
                  <a:pt x="335437" y="198541"/>
                  <a:pt x="345584" y="204851"/>
                </a:cubicBezTo>
                <a:lnTo>
                  <a:pt x="389112" y="231867"/>
                </a:lnTo>
                <a:cubicBezTo>
                  <a:pt x="389290" y="195430"/>
                  <a:pt x="389201" y="214893"/>
                  <a:pt x="389290" y="191698"/>
                </a:cubicBezTo>
                <a:cubicBezTo>
                  <a:pt x="389468" y="163793"/>
                  <a:pt x="412344" y="141131"/>
                  <a:pt x="440205" y="141131"/>
                </a:cubicBezTo>
                <a:close/>
                <a:moveTo>
                  <a:pt x="498052" y="37964"/>
                </a:moveTo>
                <a:cubicBezTo>
                  <a:pt x="522683" y="37964"/>
                  <a:pt x="542650" y="57868"/>
                  <a:pt x="542650" y="82421"/>
                </a:cubicBezTo>
                <a:cubicBezTo>
                  <a:pt x="542650" y="106974"/>
                  <a:pt x="522683" y="126878"/>
                  <a:pt x="498052" y="126878"/>
                </a:cubicBezTo>
                <a:cubicBezTo>
                  <a:pt x="473421" y="126878"/>
                  <a:pt x="453454" y="106974"/>
                  <a:pt x="453454" y="82421"/>
                </a:cubicBezTo>
                <a:cubicBezTo>
                  <a:pt x="453454" y="57868"/>
                  <a:pt x="473421" y="37964"/>
                  <a:pt x="498052" y="37964"/>
                </a:cubicBezTo>
                <a:close/>
                <a:moveTo>
                  <a:pt x="15486" y="0"/>
                </a:moveTo>
                <a:lnTo>
                  <a:pt x="358581" y="0"/>
                </a:lnTo>
                <a:cubicBezTo>
                  <a:pt x="367125" y="0"/>
                  <a:pt x="374067" y="6933"/>
                  <a:pt x="374067" y="15466"/>
                </a:cubicBezTo>
                <a:lnTo>
                  <a:pt x="374067" y="197233"/>
                </a:lnTo>
                <a:lnTo>
                  <a:pt x="356890" y="186567"/>
                </a:lnTo>
                <a:cubicBezTo>
                  <a:pt x="352529" y="183901"/>
                  <a:pt x="347901" y="182034"/>
                  <a:pt x="343095" y="181057"/>
                </a:cubicBezTo>
                <a:lnTo>
                  <a:pt x="343095" y="30932"/>
                </a:lnTo>
                <a:lnTo>
                  <a:pt x="30972" y="30932"/>
                </a:lnTo>
                <a:lnTo>
                  <a:pt x="30972" y="253941"/>
                </a:lnTo>
                <a:lnTo>
                  <a:pt x="304291" y="253941"/>
                </a:lnTo>
                <a:cubicBezTo>
                  <a:pt x="306427" y="256075"/>
                  <a:pt x="308919" y="257941"/>
                  <a:pt x="311500" y="259630"/>
                </a:cubicBezTo>
                <a:lnTo>
                  <a:pt x="352351" y="284873"/>
                </a:lnTo>
                <a:lnTo>
                  <a:pt x="15486" y="284873"/>
                </a:lnTo>
                <a:cubicBezTo>
                  <a:pt x="6942" y="284873"/>
                  <a:pt x="0" y="277940"/>
                  <a:pt x="0" y="269407"/>
                </a:cubicBezTo>
                <a:lnTo>
                  <a:pt x="0" y="15466"/>
                </a:lnTo>
                <a:cubicBezTo>
                  <a:pt x="0" y="6933"/>
                  <a:pt x="6942" y="0"/>
                  <a:pt x="154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4" name="signing-contract_66138"/>
          <p:cNvSpPr>
            <a:spLocks noChangeAspect="1"/>
          </p:cNvSpPr>
          <p:nvPr/>
        </p:nvSpPr>
        <p:spPr bwMode="auto">
          <a:xfrm>
            <a:off x="7608994" y="4441526"/>
            <a:ext cx="609685" cy="609339"/>
          </a:xfrm>
          <a:custGeom>
            <a:avLst/>
            <a:gdLst>
              <a:gd name="connsiteX0" fmla="*/ 177088 w 577759"/>
              <a:gd name="connsiteY0" fmla="*/ 396051 h 577432"/>
              <a:gd name="connsiteX1" fmla="*/ 185388 w 577759"/>
              <a:gd name="connsiteY1" fmla="*/ 400653 h 577432"/>
              <a:gd name="connsiteX2" fmla="*/ 178010 w 577759"/>
              <a:gd name="connsiteY2" fmla="*/ 436543 h 577432"/>
              <a:gd name="connsiteX3" fmla="*/ 184466 w 577759"/>
              <a:gd name="connsiteY3" fmla="*/ 440224 h 577432"/>
              <a:gd name="connsiteX4" fmla="*/ 186310 w 577759"/>
              <a:gd name="connsiteY4" fmla="*/ 442985 h 577432"/>
              <a:gd name="connsiteX5" fmla="*/ 201988 w 577759"/>
              <a:gd name="connsiteY5" fmla="*/ 452188 h 577432"/>
              <a:gd name="connsiteX6" fmla="*/ 204755 w 577759"/>
              <a:gd name="connsiteY6" fmla="*/ 458630 h 577432"/>
              <a:gd name="connsiteX7" fmla="*/ 274843 w 577759"/>
              <a:gd name="connsiteY7" fmla="*/ 460470 h 577432"/>
              <a:gd name="connsiteX8" fmla="*/ 274843 w 577759"/>
              <a:gd name="connsiteY8" fmla="*/ 480716 h 577432"/>
              <a:gd name="connsiteX9" fmla="*/ 206599 w 577759"/>
              <a:gd name="connsiteY9" fmla="*/ 478876 h 577432"/>
              <a:gd name="connsiteX10" fmla="*/ 194610 w 577759"/>
              <a:gd name="connsiteY10" fmla="*/ 481636 h 577432"/>
              <a:gd name="connsiteX11" fmla="*/ 183544 w 577759"/>
              <a:gd name="connsiteY11" fmla="*/ 473354 h 577432"/>
              <a:gd name="connsiteX12" fmla="*/ 183544 w 577759"/>
              <a:gd name="connsiteY12" fmla="*/ 466912 h 577432"/>
              <a:gd name="connsiteX13" fmla="*/ 178933 w 577759"/>
              <a:gd name="connsiteY13" fmla="*/ 474274 h 577432"/>
              <a:gd name="connsiteX14" fmla="*/ 161410 w 577759"/>
              <a:gd name="connsiteY14" fmla="*/ 465992 h 577432"/>
              <a:gd name="connsiteX15" fmla="*/ 162333 w 577759"/>
              <a:gd name="connsiteY15" fmla="*/ 464151 h 577432"/>
              <a:gd name="connsiteX16" fmla="*/ 163255 w 577759"/>
              <a:gd name="connsiteY16" fmla="*/ 460470 h 577432"/>
              <a:gd name="connsiteX17" fmla="*/ 156799 w 577759"/>
              <a:gd name="connsiteY17" fmla="*/ 466912 h 577432"/>
              <a:gd name="connsiteX18" fmla="*/ 140199 w 577759"/>
              <a:gd name="connsiteY18" fmla="*/ 456789 h 577432"/>
              <a:gd name="connsiteX19" fmla="*/ 154033 w 577759"/>
              <a:gd name="connsiteY19" fmla="*/ 435623 h 577432"/>
              <a:gd name="connsiteX20" fmla="*/ 103311 w 577759"/>
              <a:gd name="connsiteY20" fmla="*/ 495441 h 577432"/>
              <a:gd name="connsiteX21" fmla="*/ 85789 w 577759"/>
              <a:gd name="connsiteY21" fmla="*/ 485318 h 577432"/>
              <a:gd name="connsiteX22" fmla="*/ 143888 w 577759"/>
              <a:gd name="connsiteY22" fmla="*/ 417217 h 577432"/>
              <a:gd name="connsiteX23" fmla="*/ 177088 w 577759"/>
              <a:gd name="connsiteY23" fmla="*/ 396051 h 577432"/>
              <a:gd name="connsiteX24" fmla="*/ 326592 w 577759"/>
              <a:gd name="connsiteY24" fmla="*/ 382185 h 577432"/>
              <a:gd name="connsiteX25" fmla="*/ 324748 w 577759"/>
              <a:gd name="connsiteY25" fmla="*/ 412582 h 577432"/>
              <a:gd name="connsiteX26" fmla="*/ 340423 w 577759"/>
              <a:gd name="connsiteY26" fmla="*/ 420871 h 577432"/>
              <a:gd name="connsiteX27" fmla="*/ 355177 w 577759"/>
              <a:gd name="connsiteY27" fmla="*/ 430082 h 577432"/>
              <a:gd name="connsiteX28" fmla="*/ 380995 w 577759"/>
              <a:gd name="connsiteY28" fmla="*/ 413503 h 577432"/>
              <a:gd name="connsiteX29" fmla="*/ 356099 w 577759"/>
              <a:gd name="connsiteY29" fmla="*/ 393238 h 577432"/>
              <a:gd name="connsiteX30" fmla="*/ 326592 w 577759"/>
              <a:gd name="connsiteY30" fmla="*/ 382185 h 577432"/>
              <a:gd name="connsiteX31" fmla="*/ 125443 w 577759"/>
              <a:gd name="connsiteY31" fmla="*/ 299294 h 577432"/>
              <a:gd name="connsiteX32" fmla="*/ 224189 w 577759"/>
              <a:gd name="connsiteY32" fmla="*/ 299294 h 577432"/>
              <a:gd name="connsiteX33" fmla="*/ 250029 w 577759"/>
              <a:gd name="connsiteY33" fmla="*/ 326015 h 577432"/>
              <a:gd name="connsiteX34" fmla="*/ 224189 w 577759"/>
              <a:gd name="connsiteY34" fmla="*/ 351815 h 577432"/>
              <a:gd name="connsiteX35" fmla="*/ 125443 w 577759"/>
              <a:gd name="connsiteY35" fmla="*/ 351815 h 577432"/>
              <a:gd name="connsiteX36" fmla="*/ 98680 w 577759"/>
              <a:gd name="connsiteY36" fmla="*/ 326015 h 577432"/>
              <a:gd name="connsiteX37" fmla="*/ 125443 w 577759"/>
              <a:gd name="connsiteY37" fmla="*/ 299294 h 577432"/>
              <a:gd name="connsiteX38" fmla="*/ 125436 w 577759"/>
              <a:gd name="connsiteY38" fmla="*/ 200762 h 577432"/>
              <a:gd name="connsiteX39" fmla="*/ 321952 w 577759"/>
              <a:gd name="connsiteY39" fmla="*/ 200762 h 577432"/>
              <a:gd name="connsiteX40" fmla="*/ 348708 w 577759"/>
              <a:gd name="connsiteY40" fmla="*/ 227483 h 577432"/>
              <a:gd name="connsiteX41" fmla="*/ 321952 w 577759"/>
              <a:gd name="connsiteY41" fmla="*/ 253283 h 577432"/>
              <a:gd name="connsiteX42" fmla="*/ 125436 w 577759"/>
              <a:gd name="connsiteY42" fmla="*/ 253283 h 577432"/>
              <a:gd name="connsiteX43" fmla="*/ 98680 w 577759"/>
              <a:gd name="connsiteY43" fmla="*/ 227483 h 577432"/>
              <a:gd name="connsiteX44" fmla="*/ 125436 w 577759"/>
              <a:gd name="connsiteY44" fmla="*/ 200762 h 577432"/>
              <a:gd name="connsiteX45" fmla="*/ 125436 w 577759"/>
              <a:gd name="connsiteY45" fmla="*/ 103118 h 577432"/>
              <a:gd name="connsiteX46" fmla="*/ 321952 w 577759"/>
              <a:gd name="connsiteY46" fmla="*/ 103118 h 577432"/>
              <a:gd name="connsiteX47" fmla="*/ 348708 w 577759"/>
              <a:gd name="connsiteY47" fmla="*/ 128918 h 577432"/>
              <a:gd name="connsiteX48" fmla="*/ 321952 w 577759"/>
              <a:gd name="connsiteY48" fmla="*/ 155639 h 577432"/>
              <a:gd name="connsiteX49" fmla="*/ 125436 w 577759"/>
              <a:gd name="connsiteY49" fmla="*/ 155639 h 577432"/>
              <a:gd name="connsiteX50" fmla="*/ 98680 w 577759"/>
              <a:gd name="connsiteY50" fmla="*/ 128918 h 577432"/>
              <a:gd name="connsiteX51" fmla="*/ 125436 w 577759"/>
              <a:gd name="connsiteY51" fmla="*/ 103118 h 577432"/>
              <a:gd name="connsiteX52" fmla="*/ 497753 w 577759"/>
              <a:gd name="connsiteY52" fmla="*/ 64639 h 577432"/>
              <a:gd name="connsiteX53" fmla="*/ 537748 w 577759"/>
              <a:gd name="connsiteY53" fmla="*/ 78225 h 577432"/>
              <a:gd name="connsiteX54" fmla="*/ 577398 w 577759"/>
              <a:gd name="connsiteY54" fmla="*/ 121516 h 577432"/>
              <a:gd name="connsiteX55" fmla="*/ 575554 w 577759"/>
              <a:gd name="connsiteY55" fmla="*/ 130727 h 577432"/>
              <a:gd name="connsiteX56" fmla="*/ 411424 w 577759"/>
              <a:gd name="connsiteY56" fmla="*/ 415345 h 577432"/>
              <a:gd name="connsiteX57" fmla="*/ 407735 w 577759"/>
              <a:gd name="connsiteY57" fmla="*/ 419029 h 577432"/>
              <a:gd name="connsiteX58" fmla="*/ 321982 w 577759"/>
              <a:gd name="connsiteY58" fmla="*/ 476137 h 577432"/>
              <a:gd name="connsiteX59" fmla="*/ 308151 w 577759"/>
              <a:gd name="connsiteY59" fmla="*/ 476137 h 577432"/>
              <a:gd name="connsiteX60" fmla="*/ 301696 w 577759"/>
              <a:gd name="connsiteY60" fmla="*/ 464163 h 577432"/>
              <a:gd name="connsiteX61" fmla="*/ 307229 w 577759"/>
              <a:gd name="connsiteY61" fmla="*/ 361921 h 577432"/>
              <a:gd name="connsiteX62" fmla="*/ 309073 w 577759"/>
              <a:gd name="connsiteY62" fmla="*/ 355473 h 577432"/>
              <a:gd name="connsiteX63" fmla="*/ 473203 w 577759"/>
              <a:gd name="connsiteY63" fmla="*/ 71777 h 577432"/>
              <a:gd name="connsiteX64" fmla="*/ 480580 w 577759"/>
              <a:gd name="connsiteY64" fmla="*/ 66250 h 577432"/>
              <a:gd name="connsiteX65" fmla="*/ 497753 w 577759"/>
              <a:gd name="connsiteY65" fmla="*/ 64639 h 577432"/>
              <a:gd name="connsiteX66" fmla="*/ 26751 w 577759"/>
              <a:gd name="connsiteY66" fmla="*/ 0 h 577432"/>
              <a:gd name="connsiteX67" fmla="*/ 420637 w 577759"/>
              <a:gd name="connsiteY67" fmla="*/ 0 h 577432"/>
              <a:gd name="connsiteX68" fmla="*/ 447388 w 577759"/>
              <a:gd name="connsiteY68" fmla="*/ 25786 h 577432"/>
              <a:gd name="connsiteX69" fmla="*/ 447388 w 577759"/>
              <a:gd name="connsiteY69" fmla="*/ 65387 h 577432"/>
              <a:gd name="connsiteX70" fmla="*/ 394808 w 577759"/>
              <a:gd name="connsiteY70" fmla="*/ 156560 h 577432"/>
              <a:gd name="connsiteX71" fmla="*/ 394808 w 577759"/>
              <a:gd name="connsiteY71" fmla="*/ 52494 h 577432"/>
              <a:gd name="connsiteX72" fmla="*/ 52580 w 577759"/>
              <a:gd name="connsiteY72" fmla="*/ 52494 h 577432"/>
              <a:gd name="connsiteX73" fmla="*/ 52580 w 577759"/>
              <a:gd name="connsiteY73" fmla="*/ 524938 h 577432"/>
              <a:gd name="connsiteX74" fmla="*/ 394808 w 577759"/>
              <a:gd name="connsiteY74" fmla="*/ 524938 h 577432"/>
              <a:gd name="connsiteX75" fmla="*/ 394808 w 577759"/>
              <a:gd name="connsiteY75" fmla="*/ 459551 h 577432"/>
              <a:gd name="connsiteX76" fmla="*/ 422482 w 577759"/>
              <a:gd name="connsiteY76" fmla="*/ 441132 h 577432"/>
              <a:gd name="connsiteX77" fmla="*/ 434474 w 577759"/>
              <a:gd name="connsiteY77" fmla="*/ 428239 h 577432"/>
              <a:gd name="connsiteX78" fmla="*/ 447388 w 577759"/>
              <a:gd name="connsiteY78" fmla="*/ 406137 h 577432"/>
              <a:gd name="connsiteX79" fmla="*/ 447388 w 577759"/>
              <a:gd name="connsiteY79" fmla="*/ 550725 h 577432"/>
              <a:gd name="connsiteX80" fmla="*/ 420637 w 577759"/>
              <a:gd name="connsiteY80" fmla="*/ 577432 h 577432"/>
              <a:gd name="connsiteX81" fmla="*/ 26751 w 577759"/>
              <a:gd name="connsiteY81" fmla="*/ 577432 h 577432"/>
              <a:gd name="connsiteX82" fmla="*/ 0 w 577759"/>
              <a:gd name="connsiteY82" fmla="*/ 550725 h 577432"/>
              <a:gd name="connsiteX83" fmla="*/ 0 w 577759"/>
              <a:gd name="connsiteY83" fmla="*/ 25786 h 577432"/>
              <a:gd name="connsiteX84" fmla="*/ 26751 w 577759"/>
              <a:gd name="connsiteY84" fmla="*/ 0 h 57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77759" h="577432">
                <a:moveTo>
                  <a:pt x="177088" y="396051"/>
                </a:moveTo>
                <a:cubicBezTo>
                  <a:pt x="179855" y="396051"/>
                  <a:pt x="183544" y="397892"/>
                  <a:pt x="185388" y="400653"/>
                </a:cubicBezTo>
                <a:cubicBezTo>
                  <a:pt x="189999" y="411696"/>
                  <a:pt x="185388" y="423659"/>
                  <a:pt x="178010" y="436543"/>
                </a:cubicBezTo>
                <a:cubicBezTo>
                  <a:pt x="180777" y="436543"/>
                  <a:pt x="182621" y="438384"/>
                  <a:pt x="184466" y="440224"/>
                </a:cubicBezTo>
                <a:cubicBezTo>
                  <a:pt x="185388" y="441145"/>
                  <a:pt x="185388" y="442065"/>
                  <a:pt x="186310" y="442985"/>
                </a:cubicBezTo>
                <a:cubicBezTo>
                  <a:pt x="191844" y="442065"/>
                  <a:pt x="197377" y="444826"/>
                  <a:pt x="201988" y="452188"/>
                </a:cubicBezTo>
                <a:cubicBezTo>
                  <a:pt x="203832" y="454949"/>
                  <a:pt x="204755" y="456789"/>
                  <a:pt x="204755" y="458630"/>
                </a:cubicBezTo>
                <a:cubicBezTo>
                  <a:pt x="229654" y="454028"/>
                  <a:pt x="249943" y="460470"/>
                  <a:pt x="274843" y="460470"/>
                </a:cubicBezTo>
                <a:cubicBezTo>
                  <a:pt x="287754" y="460470"/>
                  <a:pt x="287754" y="480716"/>
                  <a:pt x="274843" y="480716"/>
                </a:cubicBezTo>
                <a:cubicBezTo>
                  <a:pt x="253632" y="480716"/>
                  <a:pt x="226888" y="468753"/>
                  <a:pt x="206599" y="478876"/>
                </a:cubicBezTo>
                <a:cubicBezTo>
                  <a:pt x="202910" y="480716"/>
                  <a:pt x="198299" y="483477"/>
                  <a:pt x="194610" y="481636"/>
                </a:cubicBezTo>
                <a:cubicBezTo>
                  <a:pt x="189999" y="479796"/>
                  <a:pt x="184466" y="478876"/>
                  <a:pt x="183544" y="473354"/>
                </a:cubicBezTo>
                <a:cubicBezTo>
                  <a:pt x="183544" y="470593"/>
                  <a:pt x="183544" y="468753"/>
                  <a:pt x="183544" y="466912"/>
                </a:cubicBezTo>
                <a:cubicBezTo>
                  <a:pt x="181699" y="469673"/>
                  <a:pt x="180777" y="471513"/>
                  <a:pt x="178933" y="474274"/>
                </a:cubicBezTo>
                <a:cubicBezTo>
                  <a:pt x="173399" y="482557"/>
                  <a:pt x="156799" y="477035"/>
                  <a:pt x="161410" y="465992"/>
                </a:cubicBezTo>
                <a:cubicBezTo>
                  <a:pt x="161410" y="465992"/>
                  <a:pt x="161410" y="465072"/>
                  <a:pt x="162333" y="464151"/>
                </a:cubicBezTo>
                <a:cubicBezTo>
                  <a:pt x="162333" y="462311"/>
                  <a:pt x="163255" y="461391"/>
                  <a:pt x="163255" y="460470"/>
                </a:cubicBezTo>
                <a:cubicBezTo>
                  <a:pt x="161410" y="462311"/>
                  <a:pt x="158644" y="464151"/>
                  <a:pt x="156799" y="466912"/>
                </a:cubicBezTo>
                <a:cubicBezTo>
                  <a:pt x="150344" y="477035"/>
                  <a:pt x="132822" y="467832"/>
                  <a:pt x="140199" y="456789"/>
                </a:cubicBezTo>
                <a:cubicBezTo>
                  <a:pt x="144811" y="449427"/>
                  <a:pt x="149422" y="442985"/>
                  <a:pt x="154033" y="435623"/>
                </a:cubicBezTo>
                <a:cubicBezTo>
                  <a:pt x="135588" y="454028"/>
                  <a:pt x="118988" y="474274"/>
                  <a:pt x="103311" y="495441"/>
                </a:cubicBezTo>
                <a:cubicBezTo>
                  <a:pt x="95011" y="504643"/>
                  <a:pt x="78411" y="495441"/>
                  <a:pt x="85789" y="485318"/>
                </a:cubicBezTo>
                <a:cubicBezTo>
                  <a:pt x="104233" y="462311"/>
                  <a:pt x="122677" y="438384"/>
                  <a:pt x="143888" y="417217"/>
                </a:cubicBezTo>
                <a:cubicBezTo>
                  <a:pt x="152188" y="408935"/>
                  <a:pt x="163255" y="396051"/>
                  <a:pt x="177088" y="396051"/>
                </a:cubicBezTo>
                <a:close/>
                <a:moveTo>
                  <a:pt x="326592" y="382185"/>
                </a:moveTo>
                <a:lnTo>
                  <a:pt x="324748" y="412582"/>
                </a:lnTo>
                <a:cubicBezTo>
                  <a:pt x="329358" y="414424"/>
                  <a:pt x="334891" y="417187"/>
                  <a:pt x="340423" y="420871"/>
                </a:cubicBezTo>
                <a:cubicBezTo>
                  <a:pt x="345956" y="423635"/>
                  <a:pt x="350566" y="427319"/>
                  <a:pt x="355177" y="430082"/>
                </a:cubicBezTo>
                <a:lnTo>
                  <a:pt x="380995" y="413503"/>
                </a:lnTo>
                <a:cubicBezTo>
                  <a:pt x="376385" y="407976"/>
                  <a:pt x="369008" y="400607"/>
                  <a:pt x="356099" y="393238"/>
                </a:cubicBezTo>
                <a:cubicBezTo>
                  <a:pt x="343190" y="385869"/>
                  <a:pt x="333047" y="383106"/>
                  <a:pt x="326592" y="382185"/>
                </a:cubicBezTo>
                <a:close/>
                <a:moveTo>
                  <a:pt x="125443" y="299294"/>
                </a:moveTo>
                <a:lnTo>
                  <a:pt x="224189" y="299294"/>
                </a:lnTo>
                <a:cubicBezTo>
                  <a:pt x="238032" y="299294"/>
                  <a:pt x="250029" y="311272"/>
                  <a:pt x="250029" y="326015"/>
                </a:cubicBezTo>
                <a:cubicBezTo>
                  <a:pt x="250029" y="339836"/>
                  <a:pt x="238032" y="351815"/>
                  <a:pt x="224189" y="351815"/>
                </a:cubicBezTo>
                <a:lnTo>
                  <a:pt x="125443" y="351815"/>
                </a:lnTo>
                <a:cubicBezTo>
                  <a:pt x="110677" y="351815"/>
                  <a:pt x="98680" y="339836"/>
                  <a:pt x="98680" y="326015"/>
                </a:cubicBezTo>
                <a:cubicBezTo>
                  <a:pt x="98680" y="311272"/>
                  <a:pt x="110677" y="299294"/>
                  <a:pt x="125443" y="299294"/>
                </a:cubicBezTo>
                <a:close/>
                <a:moveTo>
                  <a:pt x="125436" y="200762"/>
                </a:moveTo>
                <a:lnTo>
                  <a:pt x="321952" y="200762"/>
                </a:lnTo>
                <a:cubicBezTo>
                  <a:pt x="336714" y="200762"/>
                  <a:pt x="348708" y="212740"/>
                  <a:pt x="348708" y="227483"/>
                </a:cubicBezTo>
                <a:cubicBezTo>
                  <a:pt x="348708" y="242226"/>
                  <a:pt x="336714" y="253283"/>
                  <a:pt x="321952" y="253283"/>
                </a:cubicBezTo>
                <a:lnTo>
                  <a:pt x="125436" y="253283"/>
                </a:lnTo>
                <a:cubicBezTo>
                  <a:pt x="110674" y="253283"/>
                  <a:pt x="98680" y="242226"/>
                  <a:pt x="98680" y="227483"/>
                </a:cubicBezTo>
                <a:cubicBezTo>
                  <a:pt x="98680" y="212740"/>
                  <a:pt x="110674" y="200762"/>
                  <a:pt x="125436" y="200762"/>
                </a:cubicBezTo>
                <a:close/>
                <a:moveTo>
                  <a:pt x="125436" y="103118"/>
                </a:moveTo>
                <a:lnTo>
                  <a:pt x="321952" y="103118"/>
                </a:lnTo>
                <a:cubicBezTo>
                  <a:pt x="336714" y="103118"/>
                  <a:pt x="348708" y="114175"/>
                  <a:pt x="348708" y="128918"/>
                </a:cubicBezTo>
                <a:cubicBezTo>
                  <a:pt x="348708" y="143660"/>
                  <a:pt x="336714" y="155639"/>
                  <a:pt x="321952" y="155639"/>
                </a:cubicBezTo>
                <a:lnTo>
                  <a:pt x="125436" y="155639"/>
                </a:lnTo>
                <a:cubicBezTo>
                  <a:pt x="110674" y="155639"/>
                  <a:pt x="98680" y="143660"/>
                  <a:pt x="98680" y="128918"/>
                </a:cubicBezTo>
                <a:cubicBezTo>
                  <a:pt x="98680" y="114175"/>
                  <a:pt x="110674" y="103118"/>
                  <a:pt x="125436" y="103118"/>
                </a:cubicBezTo>
                <a:close/>
                <a:moveTo>
                  <a:pt x="497753" y="64639"/>
                </a:moveTo>
                <a:cubicBezTo>
                  <a:pt x="507550" y="65329"/>
                  <a:pt x="521151" y="68553"/>
                  <a:pt x="537748" y="78225"/>
                </a:cubicBezTo>
                <a:cubicBezTo>
                  <a:pt x="570943" y="97568"/>
                  <a:pt x="576476" y="118753"/>
                  <a:pt x="577398" y="121516"/>
                </a:cubicBezTo>
                <a:cubicBezTo>
                  <a:pt x="578320" y="124279"/>
                  <a:pt x="577398" y="127964"/>
                  <a:pt x="575554" y="130727"/>
                </a:cubicBezTo>
                <a:lnTo>
                  <a:pt x="411424" y="415345"/>
                </a:lnTo>
                <a:cubicBezTo>
                  <a:pt x="410501" y="416266"/>
                  <a:pt x="409579" y="418108"/>
                  <a:pt x="407735" y="419029"/>
                </a:cubicBezTo>
                <a:lnTo>
                  <a:pt x="321982" y="476137"/>
                </a:lnTo>
                <a:cubicBezTo>
                  <a:pt x="317371" y="478900"/>
                  <a:pt x="312761" y="478900"/>
                  <a:pt x="308151" y="476137"/>
                </a:cubicBezTo>
                <a:cubicBezTo>
                  <a:pt x="303540" y="473374"/>
                  <a:pt x="300774" y="468768"/>
                  <a:pt x="301696" y="464163"/>
                </a:cubicBezTo>
                <a:lnTo>
                  <a:pt x="307229" y="361921"/>
                </a:lnTo>
                <a:cubicBezTo>
                  <a:pt x="308151" y="359158"/>
                  <a:pt x="308151" y="357316"/>
                  <a:pt x="309073" y="355473"/>
                </a:cubicBezTo>
                <a:lnTo>
                  <a:pt x="473203" y="71777"/>
                </a:lnTo>
                <a:cubicBezTo>
                  <a:pt x="475047" y="69014"/>
                  <a:pt x="477813" y="67172"/>
                  <a:pt x="480580" y="66250"/>
                </a:cubicBezTo>
                <a:cubicBezTo>
                  <a:pt x="481963" y="65790"/>
                  <a:pt x="487956" y="63948"/>
                  <a:pt x="497753" y="64639"/>
                </a:cubicBezTo>
                <a:close/>
                <a:moveTo>
                  <a:pt x="26751" y="0"/>
                </a:moveTo>
                <a:lnTo>
                  <a:pt x="420637" y="0"/>
                </a:lnTo>
                <a:cubicBezTo>
                  <a:pt x="435396" y="0"/>
                  <a:pt x="447388" y="11972"/>
                  <a:pt x="447388" y="25786"/>
                </a:cubicBezTo>
                <a:lnTo>
                  <a:pt x="447388" y="65387"/>
                </a:lnTo>
                <a:lnTo>
                  <a:pt x="394808" y="156560"/>
                </a:lnTo>
                <a:lnTo>
                  <a:pt x="394808" y="52494"/>
                </a:lnTo>
                <a:lnTo>
                  <a:pt x="52580" y="52494"/>
                </a:lnTo>
                <a:lnTo>
                  <a:pt x="52580" y="524938"/>
                </a:lnTo>
                <a:lnTo>
                  <a:pt x="394808" y="524938"/>
                </a:lnTo>
                <a:lnTo>
                  <a:pt x="394808" y="459551"/>
                </a:lnTo>
                <a:lnTo>
                  <a:pt x="422482" y="441132"/>
                </a:lnTo>
                <a:cubicBezTo>
                  <a:pt x="427094" y="437449"/>
                  <a:pt x="431706" y="432844"/>
                  <a:pt x="434474" y="428239"/>
                </a:cubicBezTo>
                <a:lnTo>
                  <a:pt x="447388" y="406137"/>
                </a:lnTo>
                <a:lnTo>
                  <a:pt x="447388" y="550725"/>
                </a:lnTo>
                <a:cubicBezTo>
                  <a:pt x="447388" y="565460"/>
                  <a:pt x="435396" y="577432"/>
                  <a:pt x="420637" y="577432"/>
                </a:cubicBezTo>
                <a:lnTo>
                  <a:pt x="26751" y="577432"/>
                </a:lnTo>
                <a:cubicBezTo>
                  <a:pt x="11992" y="577432"/>
                  <a:pt x="0" y="565460"/>
                  <a:pt x="0" y="550725"/>
                </a:cubicBezTo>
                <a:lnTo>
                  <a:pt x="0" y="25786"/>
                </a:lnTo>
                <a:cubicBezTo>
                  <a:pt x="0" y="11972"/>
                  <a:pt x="11992" y="0"/>
                  <a:pt x="267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5" name="three-businessmen_46576"/>
          <p:cNvSpPr>
            <a:spLocks noChangeAspect="1"/>
          </p:cNvSpPr>
          <p:nvPr/>
        </p:nvSpPr>
        <p:spPr bwMode="auto">
          <a:xfrm>
            <a:off x="8585698" y="4441526"/>
            <a:ext cx="609685" cy="516511"/>
          </a:xfrm>
          <a:custGeom>
            <a:avLst/>
            <a:gdLst>
              <a:gd name="connsiteX0" fmla="*/ 286884 w 598888"/>
              <a:gd name="connsiteY0" fmla="*/ 392767 h 507365"/>
              <a:gd name="connsiteX1" fmla="*/ 304096 w 598888"/>
              <a:gd name="connsiteY1" fmla="*/ 392767 h 507365"/>
              <a:gd name="connsiteX2" fmla="*/ 304096 w 598888"/>
              <a:gd name="connsiteY2" fmla="*/ 448275 h 507365"/>
              <a:gd name="connsiteX3" fmla="*/ 342824 w 598888"/>
              <a:gd name="connsiteY3" fmla="*/ 468330 h 507365"/>
              <a:gd name="connsiteX4" fmla="*/ 342824 w 598888"/>
              <a:gd name="connsiteY4" fmla="*/ 469046 h 507365"/>
              <a:gd name="connsiteX5" fmla="*/ 449325 w 598888"/>
              <a:gd name="connsiteY5" fmla="*/ 490533 h 507365"/>
              <a:gd name="connsiteX6" fmla="*/ 446098 w 598888"/>
              <a:gd name="connsiteY6" fmla="*/ 507365 h 507365"/>
              <a:gd name="connsiteX7" fmla="*/ 327404 w 598888"/>
              <a:gd name="connsiteY7" fmla="*/ 483013 h 507365"/>
              <a:gd name="connsiteX8" fmla="*/ 295490 w 598888"/>
              <a:gd name="connsiteY8" fmla="*/ 488385 h 507365"/>
              <a:gd name="connsiteX9" fmla="*/ 263934 w 598888"/>
              <a:gd name="connsiteY9" fmla="*/ 483371 h 507365"/>
              <a:gd name="connsiteX10" fmla="*/ 145240 w 598888"/>
              <a:gd name="connsiteY10" fmla="*/ 507365 h 507365"/>
              <a:gd name="connsiteX11" fmla="*/ 142013 w 598888"/>
              <a:gd name="connsiteY11" fmla="*/ 490533 h 507365"/>
              <a:gd name="connsiteX12" fmla="*/ 248156 w 598888"/>
              <a:gd name="connsiteY12" fmla="*/ 469046 h 507365"/>
              <a:gd name="connsiteX13" fmla="*/ 248156 w 598888"/>
              <a:gd name="connsiteY13" fmla="*/ 468330 h 507365"/>
              <a:gd name="connsiteX14" fmla="*/ 286884 w 598888"/>
              <a:gd name="connsiteY14" fmla="*/ 448275 h 507365"/>
              <a:gd name="connsiteX15" fmla="*/ 562256 w 598888"/>
              <a:gd name="connsiteY15" fmla="*/ 272855 h 507365"/>
              <a:gd name="connsiteX16" fmla="*/ 562256 w 598888"/>
              <a:gd name="connsiteY16" fmla="*/ 298632 h 507365"/>
              <a:gd name="connsiteX17" fmla="*/ 569067 w 598888"/>
              <a:gd name="connsiteY17" fmla="*/ 283954 h 507365"/>
              <a:gd name="connsiteX18" fmla="*/ 562256 w 598888"/>
              <a:gd name="connsiteY18" fmla="*/ 272855 h 507365"/>
              <a:gd name="connsiteX19" fmla="*/ 483382 w 598888"/>
              <a:gd name="connsiteY19" fmla="*/ 272855 h 507365"/>
              <a:gd name="connsiteX20" fmla="*/ 476570 w 598888"/>
              <a:gd name="connsiteY20" fmla="*/ 283954 h 507365"/>
              <a:gd name="connsiteX21" fmla="*/ 483382 w 598888"/>
              <a:gd name="connsiteY21" fmla="*/ 298632 h 507365"/>
              <a:gd name="connsiteX22" fmla="*/ 115860 w 598888"/>
              <a:gd name="connsiteY22" fmla="*/ 272855 h 507365"/>
              <a:gd name="connsiteX23" fmla="*/ 115860 w 598888"/>
              <a:gd name="connsiteY23" fmla="*/ 298632 h 507365"/>
              <a:gd name="connsiteX24" fmla="*/ 122672 w 598888"/>
              <a:gd name="connsiteY24" fmla="*/ 283954 h 507365"/>
              <a:gd name="connsiteX25" fmla="*/ 115860 w 598888"/>
              <a:gd name="connsiteY25" fmla="*/ 272855 h 507365"/>
              <a:gd name="connsiteX26" fmla="*/ 36989 w 598888"/>
              <a:gd name="connsiteY26" fmla="*/ 272855 h 507365"/>
              <a:gd name="connsiteX27" fmla="*/ 30178 w 598888"/>
              <a:gd name="connsiteY27" fmla="*/ 283954 h 507365"/>
              <a:gd name="connsiteX28" fmla="*/ 36989 w 598888"/>
              <a:gd name="connsiteY28" fmla="*/ 298632 h 507365"/>
              <a:gd name="connsiteX29" fmla="*/ 522819 w 598888"/>
              <a:gd name="connsiteY29" fmla="*/ 222376 h 507365"/>
              <a:gd name="connsiteX30" fmla="*/ 513497 w 598888"/>
              <a:gd name="connsiteY30" fmla="*/ 284312 h 507365"/>
              <a:gd name="connsiteX31" fmla="*/ 522819 w 598888"/>
              <a:gd name="connsiteY31" fmla="*/ 296842 h 507365"/>
              <a:gd name="connsiteX32" fmla="*/ 532140 w 598888"/>
              <a:gd name="connsiteY32" fmla="*/ 284312 h 507365"/>
              <a:gd name="connsiteX33" fmla="*/ 76066 w 598888"/>
              <a:gd name="connsiteY33" fmla="*/ 222376 h 507365"/>
              <a:gd name="connsiteX34" fmla="*/ 67104 w 598888"/>
              <a:gd name="connsiteY34" fmla="*/ 284312 h 507365"/>
              <a:gd name="connsiteX35" fmla="*/ 76066 w 598888"/>
              <a:gd name="connsiteY35" fmla="*/ 296842 h 507365"/>
              <a:gd name="connsiteX36" fmla="*/ 76425 w 598888"/>
              <a:gd name="connsiteY36" fmla="*/ 296842 h 507365"/>
              <a:gd name="connsiteX37" fmla="*/ 85746 w 598888"/>
              <a:gd name="connsiteY37" fmla="*/ 284312 h 507365"/>
              <a:gd name="connsiteX38" fmla="*/ 76425 w 598888"/>
              <a:gd name="connsiteY38" fmla="*/ 222376 h 507365"/>
              <a:gd name="connsiteX39" fmla="*/ 513497 w 598888"/>
              <a:gd name="connsiteY39" fmla="*/ 210920 h 507365"/>
              <a:gd name="connsiteX40" fmla="*/ 522819 w 598888"/>
              <a:gd name="connsiteY40" fmla="*/ 220944 h 507365"/>
              <a:gd name="connsiteX41" fmla="*/ 532499 w 598888"/>
              <a:gd name="connsiteY41" fmla="*/ 211278 h 507365"/>
              <a:gd name="connsiteX42" fmla="*/ 546481 w 598888"/>
              <a:gd name="connsiteY42" fmla="*/ 217364 h 507365"/>
              <a:gd name="connsiteX43" fmla="*/ 548273 w 598888"/>
              <a:gd name="connsiteY43" fmla="*/ 218438 h 507365"/>
              <a:gd name="connsiteX44" fmla="*/ 598824 w 598888"/>
              <a:gd name="connsiteY44" fmla="*/ 285744 h 507365"/>
              <a:gd name="connsiteX45" fmla="*/ 575162 w 598888"/>
              <a:gd name="connsiteY45" fmla="*/ 335149 h 507365"/>
              <a:gd name="connsiteX46" fmla="*/ 562614 w 598888"/>
              <a:gd name="connsiteY46" fmla="*/ 341951 h 507365"/>
              <a:gd name="connsiteX47" fmla="*/ 559387 w 598888"/>
              <a:gd name="connsiteY47" fmla="*/ 341593 h 507365"/>
              <a:gd name="connsiteX48" fmla="*/ 558670 w 598888"/>
              <a:gd name="connsiteY48" fmla="*/ 343383 h 507365"/>
              <a:gd name="connsiteX49" fmla="*/ 558670 w 598888"/>
              <a:gd name="connsiteY49" fmla="*/ 485871 h 507365"/>
              <a:gd name="connsiteX50" fmla="*/ 540744 w 598888"/>
              <a:gd name="connsiteY50" fmla="*/ 503413 h 507365"/>
              <a:gd name="connsiteX51" fmla="*/ 523177 w 598888"/>
              <a:gd name="connsiteY51" fmla="*/ 485871 h 507365"/>
              <a:gd name="connsiteX52" fmla="*/ 523177 w 598888"/>
              <a:gd name="connsiteY52" fmla="*/ 363074 h 507365"/>
              <a:gd name="connsiteX53" fmla="*/ 522819 w 598888"/>
              <a:gd name="connsiteY53" fmla="*/ 363432 h 507365"/>
              <a:gd name="connsiteX54" fmla="*/ 520667 w 598888"/>
              <a:gd name="connsiteY54" fmla="*/ 363074 h 507365"/>
              <a:gd name="connsiteX55" fmla="*/ 520667 w 598888"/>
              <a:gd name="connsiteY55" fmla="*/ 485871 h 507365"/>
              <a:gd name="connsiteX56" fmla="*/ 503100 w 598888"/>
              <a:gd name="connsiteY56" fmla="*/ 503413 h 507365"/>
              <a:gd name="connsiteX57" fmla="*/ 485533 w 598888"/>
              <a:gd name="connsiteY57" fmla="*/ 485871 h 507365"/>
              <a:gd name="connsiteX58" fmla="*/ 485533 w 598888"/>
              <a:gd name="connsiteY58" fmla="*/ 343025 h 507365"/>
              <a:gd name="connsiteX59" fmla="*/ 485533 w 598888"/>
              <a:gd name="connsiteY59" fmla="*/ 341951 h 507365"/>
              <a:gd name="connsiteX60" fmla="*/ 483023 w 598888"/>
              <a:gd name="connsiteY60" fmla="*/ 341951 h 507365"/>
              <a:gd name="connsiteX61" fmla="*/ 470475 w 598888"/>
              <a:gd name="connsiteY61" fmla="*/ 335149 h 507365"/>
              <a:gd name="connsiteX62" fmla="*/ 446454 w 598888"/>
              <a:gd name="connsiteY62" fmla="*/ 285744 h 507365"/>
              <a:gd name="connsiteX63" fmla="*/ 497364 w 598888"/>
              <a:gd name="connsiteY63" fmla="*/ 218438 h 507365"/>
              <a:gd name="connsiteX64" fmla="*/ 499156 w 598888"/>
              <a:gd name="connsiteY64" fmla="*/ 217364 h 507365"/>
              <a:gd name="connsiteX65" fmla="*/ 513497 w 598888"/>
              <a:gd name="connsiteY65" fmla="*/ 210920 h 507365"/>
              <a:gd name="connsiteX66" fmla="*/ 67104 w 598888"/>
              <a:gd name="connsiteY66" fmla="*/ 210920 h 507365"/>
              <a:gd name="connsiteX67" fmla="*/ 76425 w 598888"/>
              <a:gd name="connsiteY67" fmla="*/ 220944 h 507365"/>
              <a:gd name="connsiteX68" fmla="*/ 85746 w 598888"/>
              <a:gd name="connsiteY68" fmla="*/ 211278 h 507365"/>
              <a:gd name="connsiteX69" fmla="*/ 100086 w 598888"/>
              <a:gd name="connsiteY69" fmla="*/ 217364 h 507365"/>
              <a:gd name="connsiteX70" fmla="*/ 101879 w 598888"/>
              <a:gd name="connsiteY70" fmla="*/ 218438 h 507365"/>
              <a:gd name="connsiteX71" fmla="*/ 152428 w 598888"/>
              <a:gd name="connsiteY71" fmla="*/ 285744 h 507365"/>
              <a:gd name="connsiteX72" fmla="*/ 128766 w 598888"/>
              <a:gd name="connsiteY72" fmla="*/ 335149 h 507365"/>
              <a:gd name="connsiteX73" fmla="*/ 116219 w 598888"/>
              <a:gd name="connsiteY73" fmla="*/ 341951 h 507365"/>
              <a:gd name="connsiteX74" fmla="*/ 112992 w 598888"/>
              <a:gd name="connsiteY74" fmla="*/ 341593 h 507365"/>
              <a:gd name="connsiteX75" fmla="*/ 111917 w 598888"/>
              <a:gd name="connsiteY75" fmla="*/ 343383 h 507365"/>
              <a:gd name="connsiteX76" fmla="*/ 111917 w 598888"/>
              <a:gd name="connsiteY76" fmla="*/ 485871 h 507365"/>
              <a:gd name="connsiteX77" fmla="*/ 94350 w 598888"/>
              <a:gd name="connsiteY77" fmla="*/ 503413 h 507365"/>
              <a:gd name="connsiteX78" fmla="*/ 76783 w 598888"/>
              <a:gd name="connsiteY78" fmla="*/ 485871 h 507365"/>
              <a:gd name="connsiteX79" fmla="*/ 76783 w 598888"/>
              <a:gd name="connsiteY79" fmla="*/ 363074 h 507365"/>
              <a:gd name="connsiteX80" fmla="*/ 76425 w 598888"/>
              <a:gd name="connsiteY80" fmla="*/ 363432 h 507365"/>
              <a:gd name="connsiteX81" fmla="*/ 74274 w 598888"/>
              <a:gd name="connsiteY81" fmla="*/ 363074 h 507365"/>
              <a:gd name="connsiteX82" fmla="*/ 74274 w 598888"/>
              <a:gd name="connsiteY82" fmla="*/ 485871 h 507365"/>
              <a:gd name="connsiteX83" fmla="*/ 56707 w 598888"/>
              <a:gd name="connsiteY83" fmla="*/ 503413 h 507365"/>
              <a:gd name="connsiteX84" fmla="*/ 38782 w 598888"/>
              <a:gd name="connsiteY84" fmla="*/ 485871 h 507365"/>
              <a:gd name="connsiteX85" fmla="*/ 38782 w 598888"/>
              <a:gd name="connsiteY85" fmla="*/ 343025 h 507365"/>
              <a:gd name="connsiteX86" fmla="*/ 39140 w 598888"/>
              <a:gd name="connsiteY86" fmla="*/ 341951 h 507365"/>
              <a:gd name="connsiteX87" fmla="*/ 36272 w 598888"/>
              <a:gd name="connsiteY87" fmla="*/ 341951 h 507365"/>
              <a:gd name="connsiteX88" fmla="*/ 23725 w 598888"/>
              <a:gd name="connsiteY88" fmla="*/ 335149 h 507365"/>
              <a:gd name="connsiteX89" fmla="*/ 64 w 598888"/>
              <a:gd name="connsiteY89" fmla="*/ 285744 h 507365"/>
              <a:gd name="connsiteX90" fmla="*/ 50613 w 598888"/>
              <a:gd name="connsiteY90" fmla="*/ 218438 h 507365"/>
              <a:gd name="connsiteX91" fmla="*/ 52764 w 598888"/>
              <a:gd name="connsiteY91" fmla="*/ 217364 h 507365"/>
              <a:gd name="connsiteX92" fmla="*/ 67104 w 598888"/>
              <a:gd name="connsiteY92" fmla="*/ 210920 h 507365"/>
              <a:gd name="connsiteX93" fmla="*/ 332425 w 598888"/>
              <a:gd name="connsiteY93" fmla="*/ 140753 h 507365"/>
              <a:gd name="connsiteX94" fmla="*/ 332425 w 598888"/>
              <a:gd name="connsiteY94" fmla="*/ 166888 h 507365"/>
              <a:gd name="connsiteX95" fmla="*/ 339236 w 598888"/>
              <a:gd name="connsiteY95" fmla="*/ 152209 h 507365"/>
              <a:gd name="connsiteX96" fmla="*/ 332425 w 598888"/>
              <a:gd name="connsiteY96" fmla="*/ 140753 h 507365"/>
              <a:gd name="connsiteX97" fmla="*/ 253551 w 598888"/>
              <a:gd name="connsiteY97" fmla="*/ 140753 h 507365"/>
              <a:gd name="connsiteX98" fmla="*/ 246739 w 598888"/>
              <a:gd name="connsiteY98" fmla="*/ 152209 h 507365"/>
              <a:gd name="connsiteX99" fmla="*/ 253551 w 598888"/>
              <a:gd name="connsiteY99" fmla="*/ 166888 h 507365"/>
              <a:gd name="connsiteX100" fmla="*/ 522819 w 598888"/>
              <a:gd name="connsiteY100" fmla="*/ 132169 h 507365"/>
              <a:gd name="connsiteX101" fmla="*/ 561172 w 598888"/>
              <a:gd name="connsiteY101" fmla="*/ 170451 h 507365"/>
              <a:gd name="connsiteX102" fmla="*/ 522819 w 598888"/>
              <a:gd name="connsiteY102" fmla="*/ 208733 h 507365"/>
              <a:gd name="connsiteX103" fmla="*/ 484466 w 598888"/>
              <a:gd name="connsiteY103" fmla="*/ 170451 h 507365"/>
              <a:gd name="connsiteX104" fmla="*/ 522819 w 598888"/>
              <a:gd name="connsiteY104" fmla="*/ 132169 h 507365"/>
              <a:gd name="connsiteX105" fmla="*/ 76246 w 598888"/>
              <a:gd name="connsiteY105" fmla="*/ 132169 h 507365"/>
              <a:gd name="connsiteX106" fmla="*/ 114775 w 598888"/>
              <a:gd name="connsiteY106" fmla="*/ 170451 h 507365"/>
              <a:gd name="connsiteX107" fmla="*/ 76246 w 598888"/>
              <a:gd name="connsiteY107" fmla="*/ 208733 h 507365"/>
              <a:gd name="connsiteX108" fmla="*/ 37717 w 598888"/>
              <a:gd name="connsiteY108" fmla="*/ 170451 h 507365"/>
              <a:gd name="connsiteX109" fmla="*/ 76246 w 598888"/>
              <a:gd name="connsiteY109" fmla="*/ 132169 h 507365"/>
              <a:gd name="connsiteX110" fmla="*/ 292988 w 598888"/>
              <a:gd name="connsiteY110" fmla="*/ 90272 h 507365"/>
              <a:gd name="connsiteX111" fmla="*/ 283666 w 598888"/>
              <a:gd name="connsiteY111" fmla="*/ 152209 h 507365"/>
              <a:gd name="connsiteX112" fmla="*/ 292988 w 598888"/>
              <a:gd name="connsiteY112" fmla="*/ 164740 h 507365"/>
              <a:gd name="connsiteX113" fmla="*/ 302309 w 598888"/>
              <a:gd name="connsiteY113" fmla="*/ 152209 h 507365"/>
              <a:gd name="connsiteX114" fmla="*/ 283666 w 598888"/>
              <a:gd name="connsiteY114" fmla="*/ 79174 h 507365"/>
              <a:gd name="connsiteX115" fmla="*/ 292988 w 598888"/>
              <a:gd name="connsiteY115" fmla="*/ 88840 h 507365"/>
              <a:gd name="connsiteX116" fmla="*/ 302668 w 598888"/>
              <a:gd name="connsiteY116" fmla="*/ 79174 h 507365"/>
              <a:gd name="connsiteX117" fmla="*/ 316650 w 598888"/>
              <a:gd name="connsiteY117" fmla="*/ 85260 h 507365"/>
              <a:gd name="connsiteX118" fmla="*/ 318442 w 598888"/>
              <a:gd name="connsiteY118" fmla="*/ 86334 h 507365"/>
              <a:gd name="connsiteX119" fmla="*/ 368993 w 598888"/>
              <a:gd name="connsiteY119" fmla="*/ 153641 h 507365"/>
              <a:gd name="connsiteX120" fmla="*/ 345331 w 598888"/>
              <a:gd name="connsiteY120" fmla="*/ 203406 h 507365"/>
              <a:gd name="connsiteX121" fmla="*/ 332783 w 598888"/>
              <a:gd name="connsiteY121" fmla="*/ 210208 h 507365"/>
              <a:gd name="connsiteX122" fmla="*/ 329556 w 598888"/>
              <a:gd name="connsiteY122" fmla="*/ 209492 h 507365"/>
              <a:gd name="connsiteX123" fmla="*/ 328839 w 598888"/>
              <a:gd name="connsiteY123" fmla="*/ 211282 h 507365"/>
              <a:gd name="connsiteX124" fmla="*/ 328839 w 598888"/>
              <a:gd name="connsiteY124" fmla="*/ 353772 h 507365"/>
              <a:gd name="connsiteX125" fmla="*/ 310913 w 598888"/>
              <a:gd name="connsiteY125" fmla="*/ 371315 h 507365"/>
              <a:gd name="connsiteX126" fmla="*/ 293346 w 598888"/>
              <a:gd name="connsiteY126" fmla="*/ 353772 h 507365"/>
              <a:gd name="connsiteX127" fmla="*/ 293346 w 598888"/>
              <a:gd name="connsiteY127" fmla="*/ 231331 h 507365"/>
              <a:gd name="connsiteX128" fmla="*/ 292988 w 598888"/>
              <a:gd name="connsiteY128" fmla="*/ 231331 h 507365"/>
              <a:gd name="connsiteX129" fmla="*/ 290836 w 598888"/>
              <a:gd name="connsiteY129" fmla="*/ 231331 h 507365"/>
              <a:gd name="connsiteX130" fmla="*/ 290836 w 598888"/>
              <a:gd name="connsiteY130" fmla="*/ 353772 h 507365"/>
              <a:gd name="connsiteX131" fmla="*/ 273269 w 598888"/>
              <a:gd name="connsiteY131" fmla="*/ 371315 h 507365"/>
              <a:gd name="connsiteX132" fmla="*/ 255702 w 598888"/>
              <a:gd name="connsiteY132" fmla="*/ 353772 h 507365"/>
              <a:gd name="connsiteX133" fmla="*/ 255702 w 598888"/>
              <a:gd name="connsiteY133" fmla="*/ 210924 h 507365"/>
              <a:gd name="connsiteX134" fmla="*/ 255702 w 598888"/>
              <a:gd name="connsiteY134" fmla="*/ 209850 h 507365"/>
              <a:gd name="connsiteX135" fmla="*/ 253192 w 598888"/>
              <a:gd name="connsiteY135" fmla="*/ 210208 h 507365"/>
              <a:gd name="connsiteX136" fmla="*/ 240285 w 598888"/>
              <a:gd name="connsiteY136" fmla="*/ 203406 h 507365"/>
              <a:gd name="connsiteX137" fmla="*/ 216623 w 598888"/>
              <a:gd name="connsiteY137" fmla="*/ 153641 h 507365"/>
              <a:gd name="connsiteX138" fmla="*/ 267174 w 598888"/>
              <a:gd name="connsiteY138" fmla="*/ 86334 h 507365"/>
              <a:gd name="connsiteX139" fmla="*/ 269325 w 598888"/>
              <a:gd name="connsiteY139" fmla="*/ 85260 h 507365"/>
              <a:gd name="connsiteX140" fmla="*/ 283666 w 598888"/>
              <a:gd name="connsiteY140" fmla="*/ 79174 h 507365"/>
              <a:gd name="connsiteX141" fmla="*/ 292988 w 598888"/>
              <a:gd name="connsiteY141" fmla="*/ 0 h 507365"/>
              <a:gd name="connsiteX142" fmla="*/ 331341 w 598888"/>
              <a:gd name="connsiteY142" fmla="*/ 38494 h 507365"/>
              <a:gd name="connsiteX143" fmla="*/ 292988 w 598888"/>
              <a:gd name="connsiteY143" fmla="*/ 76988 h 507365"/>
              <a:gd name="connsiteX144" fmla="*/ 254635 w 598888"/>
              <a:gd name="connsiteY144" fmla="*/ 38494 h 507365"/>
              <a:gd name="connsiteX145" fmla="*/ 292988 w 598888"/>
              <a:gd name="connsiteY145" fmla="*/ 0 h 50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598888" h="507365">
                <a:moveTo>
                  <a:pt x="286884" y="392767"/>
                </a:moveTo>
                <a:lnTo>
                  <a:pt x="304096" y="392767"/>
                </a:lnTo>
                <a:lnTo>
                  <a:pt x="304096" y="448275"/>
                </a:lnTo>
                <a:cubicBezTo>
                  <a:pt x="325970" y="450066"/>
                  <a:pt x="342824" y="458303"/>
                  <a:pt x="342824" y="468330"/>
                </a:cubicBezTo>
                <a:cubicBezTo>
                  <a:pt x="342824" y="468688"/>
                  <a:pt x="342824" y="468688"/>
                  <a:pt x="342824" y="469046"/>
                </a:cubicBezTo>
                <a:lnTo>
                  <a:pt x="449325" y="490533"/>
                </a:lnTo>
                <a:lnTo>
                  <a:pt x="446098" y="507365"/>
                </a:lnTo>
                <a:lnTo>
                  <a:pt x="327404" y="483013"/>
                </a:lnTo>
                <a:cubicBezTo>
                  <a:pt x="318798" y="486594"/>
                  <a:pt x="307682" y="488385"/>
                  <a:pt x="295490" y="488385"/>
                </a:cubicBezTo>
                <a:cubicBezTo>
                  <a:pt x="283298" y="488385"/>
                  <a:pt x="272181" y="486594"/>
                  <a:pt x="263934" y="483371"/>
                </a:cubicBezTo>
                <a:lnTo>
                  <a:pt x="145240" y="507365"/>
                </a:lnTo>
                <a:lnTo>
                  <a:pt x="142013" y="490533"/>
                </a:lnTo>
                <a:lnTo>
                  <a:pt x="248156" y="469046"/>
                </a:lnTo>
                <a:cubicBezTo>
                  <a:pt x="248156" y="468688"/>
                  <a:pt x="248156" y="468688"/>
                  <a:pt x="248156" y="468330"/>
                </a:cubicBezTo>
                <a:cubicBezTo>
                  <a:pt x="248156" y="458303"/>
                  <a:pt x="265010" y="450066"/>
                  <a:pt x="286884" y="448275"/>
                </a:cubicBezTo>
                <a:close/>
                <a:moveTo>
                  <a:pt x="562256" y="272855"/>
                </a:moveTo>
                <a:lnTo>
                  <a:pt x="562256" y="298632"/>
                </a:lnTo>
                <a:cubicBezTo>
                  <a:pt x="565482" y="292188"/>
                  <a:pt x="568350" y="286818"/>
                  <a:pt x="569067" y="283954"/>
                </a:cubicBezTo>
                <a:cubicBezTo>
                  <a:pt x="567992" y="281448"/>
                  <a:pt x="565482" y="277510"/>
                  <a:pt x="562256" y="272855"/>
                </a:cubicBezTo>
                <a:close/>
                <a:moveTo>
                  <a:pt x="483382" y="272855"/>
                </a:moveTo>
                <a:cubicBezTo>
                  <a:pt x="480155" y="277510"/>
                  <a:pt x="477645" y="281448"/>
                  <a:pt x="476570" y="283954"/>
                </a:cubicBezTo>
                <a:cubicBezTo>
                  <a:pt x="477287" y="286818"/>
                  <a:pt x="479796" y="292188"/>
                  <a:pt x="483382" y="298632"/>
                </a:cubicBezTo>
                <a:close/>
                <a:moveTo>
                  <a:pt x="115860" y="272855"/>
                </a:moveTo>
                <a:lnTo>
                  <a:pt x="115860" y="298632"/>
                </a:lnTo>
                <a:cubicBezTo>
                  <a:pt x="119087" y="292188"/>
                  <a:pt x="121596" y="286818"/>
                  <a:pt x="122672" y="283954"/>
                </a:cubicBezTo>
                <a:cubicBezTo>
                  <a:pt x="121596" y="281448"/>
                  <a:pt x="119087" y="277510"/>
                  <a:pt x="115860" y="272855"/>
                </a:cubicBezTo>
                <a:close/>
                <a:moveTo>
                  <a:pt x="36989" y="272855"/>
                </a:moveTo>
                <a:cubicBezTo>
                  <a:pt x="33404" y="277510"/>
                  <a:pt x="30895" y="281448"/>
                  <a:pt x="30178" y="283954"/>
                </a:cubicBezTo>
                <a:cubicBezTo>
                  <a:pt x="30895" y="286818"/>
                  <a:pt x="33404" y="292188"/>
                  <a:pt x="36989" y="298632"/>
                </a:cubicBezTo>
                <a:close/>
                <a:moveTo>
                  <a:pt x="522819" y="222376"/>
                </a:moveTo>
                <a:lnTo>
                  <a:pt x="513497" y="284312"/>
                </a:lnTo>
                <a:lnTo>
                  <a:pt x="522819" y="296842"/>
                </a:lnTo>
                <a:lnTo>
                  <a:pt x="532140" y="284312"/>
                </a:lnTo>
                <a:close/>
                <a:moveTo>
                  <a:pt x="76066" y="222376"/>
                </a:moveTo>
                <a:lnTo>
                  <a:pt x="67104" y="284312"/>
                </a:lnTo>
                <a:lnTo>
                  <a:pt x="76066" y="296842"/>
                </a:lnTo>
                <a:lnTo>
                  <a:pt x="76425" y="296842"/>
                </a:lnTo>
                <a:lnTo>
                  <a:pt x="85746" y="284312"/>
                </a:lnTo>
                <a:lnTo>
                  <a:pt x="76425" y="222376"/>
                </a:lnTo>
                <a:close/>
                <a:moveTo>
                  <a:pt x="513497" y="210920"/>
                </a:moveTo>
                <a:lnTo>
                  <a:pt x="522819" y="220944"/>
                </a:lnTo>
                <a:lnTo>
                  <a:pt x="532499" y="211278"/>
                </a:lnTo>
                <a:cubicBezTo>
                  <a:pt x="537518" y="212352"/>
                  <a:pt x="542179" y="214500"/>
                  <a:pt x="546481" y="217364"/>
                </a:cubicBezTo>
                <a:cubicBezTo>
                  <a:pt x="547198" y="217722"/>
                  <a:pt x="547915" y="218080"/>
                  <a:pt x="548273" y="218438"/>
                </a:cubicBezTo>
                <a:cubicBezTo>
                  <a:pt x="564407" y="228104"/>
                  <a:pt x="600617" y="264621"/>
                  <a:pt x="598824" y="285744"/>
                </a:cubicBezTo>
                <a:cubicBezTo>
                  <a:pt x="598107" y="298274"/>
                  <a:pt x="583767" y="322261"/>
                  <a:pt x="575162" y="335149"/>
                </a:cubicBezTo>
                <a:cubicBezTo>
                  <a:pt x="572294" y="339803"/>
                  <a:pt x="567633" y="341951"/>
                  <a:pt x="562614" y="341951"/>
                </a:cubicBezTo>
                <a:cubicBezTo>
                  <a:pt x="561539" y="341951"/>
                  <a:pt x="560463" y="341951"/>
                  <a:pt x="559387" y="341593"/>
                </a:cubicBezTo>
                <a:cubicBezTo>
                  <a:pt x="559029" y="342309"/>
                  <a:pt x="558670" y="342667"/>
                  <a:pt x="558670" y="343383"/>
                </a:cubicBezTo>
                <a:lnTo>
                  <a:pt x="558670" y="485871"/>
                </a:lnTo>
                <a:cubicBezTo>
                  <a:pt x="558670" y="495537"/>
                  <a:pt x="550783" y="503413"/>
                  <a:pt x="540744" y="503413"/>
                </a:cubicBezTo>
                <a:cubicBezTo>
                  <a:pt x="531064" y="503413"/>
                  <a:pt x="523177" y="495537"/>
                  <a:pt x="523177" y="485871"/>
                </a:cubicBezTo>
                <a:lnTo>
                  <a:pt x="523177" y="363074"/>
                </a:lnTo>
                <a:cubicBezTo>
                  <a:pt x="523177" y="363074"/>
                  <a:pt x="522819" y="363432"/>
                  <a:pt x="522819" y="363432"/>
                </a:cubicBezTo>
                <a:cubicBezTo>
                  <a:pt x="522102" y="363432"/>
                  <a:pt x="521384" y="363074"/>
                  <a:pt x="520667" y="363074"/>
                </a:cubicBezTo>
                <a:lnTo>
                  <a:pt x="520667" y="485871"/>
                </a:lnTo>
                <a:cubicBezTo>
                  <a:pt x="520667" y="495537"/>
                  <a:pt x="512780" y="503413"/>
                  <a:pt x="503100" y="503413"/>
                </a:cubicBezTo>
                <a:cubicBezTo>
                  <a:pt x="493420" y="503413"/>
                  <a:pt x="485533" y="495537"/>
                  <a:pt x="485533" y="485871"/>
                </a:cubicBezTo>
                <a:lnTo>
                  <a:pt x="485533" y="343025"/>
                </a:lnTo>
                <a:cubicBezTo>
                  <a:pt x="485533" y="342667"/>
                  <a:pt x="485533" y="342309"/>
                  <a:pt x="485533" y="341951"/>
                </a:cubicBezTo>
                <a:cubicBezTo>
                  <a:pt x="484457" y="341951"/>
                  <a:pt x="483740" y="341951"/>
                  <a:pt x="483023" y="341951"/>
                </a:cubicBezTo>
                <a:cubicBezTo>
                  <a:pt x="478004" y="341951"/>
                  <a:pt x="473343" y="339803"/>
                  <a:pt x="470475" y="335149"/>
                </a:cubicBezTo>
                <a:cubicBezTo>
                  <a:pt x="461870" y="322261"/>
                  <a:pt x="447530" y="298274"/>
                  <a:pt x="446454" y="285744"/>
                </a:cubicBezTo>
                <a:cubicBezTo>
                  <a:pt x="445020" y="264621"/>
                  <a:pt x="481230" y="228104"/>
                  <a:pt x="497364" y="218438"/>
                </a:cubicBezTo>
                <a:cubicBezTo>
                  <a:pt x="497722" y="217722"/>
                  <a:pt x="498439" y="217722"/>
                  <a:pt x="499156" y="217364"/>
                </a:cubicBezTo>
                <a:cubicBezTo>
                  <a:pt x="503459" y="214500"/>
                  <a:pt x="508478" y="212352"/>
                  <a:pt x="513497" y="210920"/>
                </a:cubicBezTo>
                <a:close/>
                <a:moveTo>
                  <a:pt x="67104" y="210920"/>
                </a:moveTo>
                <a:lnTo>
                  <a:pt x="76425" y="220944"/>
                </a:lnTo>
                <a:lnTo>
                  <a:pt x="85746" y="211278"/>
                </a:lnTo>
                <a:cubicBezTo>
                  <a:pt x="90765" y="212352"/>
                  <a:pt x="95784" y="214500"/>
                  <a:pt x="100086" y="217364"/>
                </a:cubicBezTo>
                <a:cubicBezTo>
                  <a:pt x="100803" y="217722"/>
                  <a:pt x="101520" y="218080"/>
                  <a:pt x="101879" y="218438"/>
                </a:cubicBezTo>
                <a:cubicBezTo>
                  <a:pt x="117653" y="228104"/>
                  <a:pt x="154220" y="264621"/>
                  <a:pt x="152428" y="285744"/>
                </a:cubicBezTo>
                <a:cubicBezTo>
                  <a:pt x="151352" y="298274"/>
                  <a:pt x="137370" y="322261"/>
                  <a:pt x="128766" y="335149"/>
                </a:cubicBezTo>
                <a:cubicBezTo>
                  <a:pt x="125898" y="339803"/>
                  <a:pt x="121238" y="341951"/>
                  <a:pt x="116219" y="341951"/>
                </a:cubicBezTo>
                <a:cubicBezTo>
                  <a:pt x="115143" y="341951"/>
                  <a:pt x="114068" y="341951"/>
                  <a:pt x="112992" y="341593"/>
                </a:cubicBezTo>
                <a:cubicBezTo>
                  <a:pt x="112634" y="342309"/>
                  <a:pt x="112275" y="342667"/>
                  <a:pt x="111917" y="343383"/>
                </a:cubicBezTo>
                <a:lnTo>
                  <a:pt x="111917" y="485871"/>
                </a:lnTo>
                <a:cubicBezTo>
                  <a:pt x="111917" y="495537"/>
                  <a:pt x="104030" y="503413"/>
                  <a:pt x="94350" y="503413"/>
                </a:cubicBezTo>
                <a:cubicBezTo>
                  <a:pt x="84670" y="503413"/>
                  <a:pt x="76783" y="495537"/>
                  <a:pt x="76783" y="485871"/>
                </a:cubicBezTo>
                <a:lnTo>
                  <a:pt x="76783" y="363074"/>
                </a:lnTo>
                <a:cubicBezTo>
                  <a:pt x="76783" y="363074"/>
                  <a:pt x="76425" y="363432"/>
                  <a:pt x="76425" y="363432"/>
                </a:cubicBezTo>
                <a:cubicBezTo>
                  <a:pt x="75708" y="363432"/>
                  <a:pt x="74991" y="363074"/>
                  <a:pt x="74274" y="363074"/>
                </a:cubicBezTo>
                <a:lnTo>
                  <a:pt x="74274" y="485871"/>
                </a:lnTo>
                <a:cubicBezTo>
                  <a:pt x="74274" y="495537"/>
                  <a:pt x="66387" y="503413"/>
                  <a:pt x="56707" y="503413"/>
                </a:cubicBezTo>
                <a:cubicBezTo>
                  <a:pt x="46669" y="503413"/>
                  <a:pt x="38782" y="495537"/>
                  <a:pt x="38782" y="485871"/>
                </a:cubicBezTo>
                <a:lnTo>
                  <a:pt x="38782" y="343025"/>
                </a:lnTo>
                <a:cubicBezTo>
                  <a:pt x="38782" y="342667"/>
                  <a:pt x="38782" y="342309"/>
                  <a:pt x="39140" y="341951"/>
                </a:cubicBezTo>
                <a:cubicBezTo>
                  <a:pt x="38065" y="341951"/>
                  <a:pt x="37348" y="341951"/>
                  <a:pt x="36272" y="341951"/>
                </a:cubicBezTo>
                <a:cubicBezTo>
                  <a:pt x="31612" y="341951"/>
                  <a:pt x="26593" y="339803"/>
                  <a:pt x="23725" y="335149"/>
                </a:cubicBezTo>
                <a:cubicBezTo>
                  <a:pt x="15479" y="322261"/>
                  <a:pt x="1139" y="298274"/>
                  <a:pt x="64" y="285744"/>
                </a:cubicBezTo>
                <a:cubicBezTo>
                  <a:pt x="-1729" y="264621"/>
                  <a:pt x="34838" y="228104"/>
                  <a:pt x="50613" y="218438"/>
                </a:cubicBezTo>
                <a:cubicBezTo>
                  <a:pt x="51330" y="217722"/>
                  <a:pt x="52047" y="217722"/>
                  <a:pt x="52764" y="217364"/>
                </a:cubicBezTo>
                <a:cubicBezTo>
                  <a:pt x="57066" y="214500"/>
                  <a:pt x="62085" y="212352"/>
                  <a:pt x="67104" y="210920"/>
                </a:cubicBezTo>
                <a:close/>
                <a:moveTo>
                  <a:pt x="332425" y="140753"/>
                </a:moveTo>
                <a:lnTo>
                  <a:pt x="332425" y="166888"/>
                </a:lnTo>
                <a:cubicBezTo>
                  <a:pt x="335651" y="160444"/>
                  <a:pt x="338161" y="155073"/>
                  <a:pt x="339236" y="152209"/>
                </a:cubicBezTo>
                <a:cubicBezTo>
                  <a:pt x="338161" y="149345"/>
                  <a:pt x="335651" y="145407"/>
                  <a:pt x="332425" y="140753"/>
                </a:cubicBezTo>
                <a:close/>
                <a:moveTo>
                  <a:pt x="253551" y="140753"/>
                </a:moveTo>
                <a:cubicBezTo>
                  <a:pt x="249965" y="145407"/>
                  <a:pt x="247456" y="149703"/>
                  <a:pt x="246739" y="152209"/>
                </a:cubicBezTo>
                <a:cubicBezTo>
                  <a:pt x="247456" y="154715"/>
                  <a:pt x="249965" y="160444"/>
                  <a:pt x="253551" y="166888"/>
                </a:cubicBezTo>
                <a:close/>
                <a:moveTo>
                  <a:pt x="522819" y="132169"/>
                </a:moveTo>
                <a:cubicBezTo>
                  <a:pt x="544001" y="132169"/>
                  <a:pt x="561172" y="149308"/>
                  <a:pt x="561172" y="170451"/>
                </a:cubicBezTo>
                <a:cubicBezTo>
                  <a:pt x="561172" y="191594"/>
                  <a:pt x="544001" y="208733"/>
                  <a:pt x="522819" y="208733"/>
                </a:cubicBezTo>
                <a:cubicBezTo>
                  <a:pt x="501637" y="208733"/>
                  <a:pt x="484466" y="191594"/>
                  <a:pt x="484466" y="170451"/>
                </a:cubicBezTo>
                <a:cubicBezTo>
                  <a:pt x="484466" y="149308"/>
                  <a:pt x="501637" y="132169"/>
                  <a:pt x="522819" y="132169"/>
                </a:cubicBezTo>
                <a:close/>
                <a:moveTo>
                  <a:pt x="76246" y="132169"/>
                </a:moveTo>
                <a:cubicBezTo>
                  <a:pt x="97525" y="132169"/>
                  <a:pt x="114775" y="149308"/>
                  <a:pt x="114775" y="170451"/>
                </a:cubicBezTo>
                <a:cubicBezTo>
                  <a:pt x="114775" y="191594"/>
                  <a:pt x="97525" y="208733"/>
                  <a:pt x="76246" y="208733"/>
                </a:cubicBezTo>
                <a:cubicBezTo>
                  <a:pt x="54967" y="208733"/>
                  <a:pt x="37717" y="191594"/>
                  <a:pt x="37717" y="170451"/>
                </a:cubicBezTo>
                <a:cubicBezTo>
                  <a:pt x="37717" y="149308"/>
                  <a:pt x="54967" y="132169"/>
                  <a:pt x="76246" y="132169"/>
                </a:cubicBezTo>
                <a:close/>
                <a:moveTo>
                  <a:pt x="292988" y="90272"/>
                </a:moveTo>
                <a:lnTo>
                  <a:pt x="283666" y="152209"/>
                </a:lnTo>
                <a:lnTo>
                  <a:pt x="292988" y="164740"/>
                </a:lnTo>
                <a:lnTo>
                  <a:pt x="302309" y="152209"/>
                </a:lnTo>
                <a:close/>
                <a:moveTo>
                  <a:pt x="283666" y="79174"/>
                </a:moveTo>
                <a:lnTo>
                  <a:pt x="292988" y="88840"/>
                </a:lnTo>
                <a:lnTo>
                  <a:pt x="302668" y="79174"/>
                </a:lnTo>
                <a:cubicBezTo>
                  <a:pt x="307687" y="80248"/>
                  <a:pt x="312348" y="82396"/>
                  <a:pt x="316650" y="85260"/>
                </a:cubicBezTo>
                <a:cubicBezTo>
                  <a:pt x="317367" y="85618"/>
                  <a:pt x="318084" y="85976"/>
                  <a:pt x="318442" y="86334"/>
                </a:cubicBezTo>
                <a:cubicBezTo>
                  <a:pt x="334217" y="96001"/>
                  <a:pt x="370786" y="132518"/>
                  <a:pt x="368993" y="153641"/>
                </a:cubicBezTo>
                <a:cubicBezTo>
                  <a:pt x="367918" y="166530"/>
                  <a:pt x="353936" y="190159"/>
                  <a:pt x="345331" y="203406"/>
                </a:cubicBezTo>
                <a:cubicBezTo>
                  <a:pt x="342463" y="207702"/>
                  <a:pt x="337802" y="210208"/>
                  <a:pt x="332783" y="210208"/>
                </a:cubicBezTo>
                <a:cubicBezTo>
                  <a:pt x="331708" y="210208"/>
                  <a:pt x="330632" y="209850"/>
                  <a:pt x="329556" y="209492"/>
                </a:cubicBezTo>
                <a:cubicBezTo>
                  <a:pt x="329198" y="210208"/>
                  <a:pt x="328839" y="210566"/>
                  <a:pt x="328839" y="211282"/>
                </a:cubicBezTo>
                <a:lnTo>
                  <a:pt x="328839" y="353772"/>
                </a:lnTo>
                <a:cubicBezTo>
                  <a:pt x="328839" y="363439"/>
                  <a:pt x="320593" y="371315"/>
                  <a:pt x="310913" y="371315"/>
                </a:cubicBezTo>
                <a:cubicBezTo>
                  <a:pt x="301233" y="371315"/>
                  <a:pt x="293346" y="363439"/>
                  <a:pt x="293346" y="353772"/>
                </a:cubicBezTo>
                <a:lnTo>
                  <a:pt x="293346" y="231331"/>
                </a:lnTo>
                <a:cubicBezTo>
                  <a:pt x="293346" y="231331"/>
                  <a:pt x="292988" y="231331"/>
                  <a:pt x="292988" y="231331"/>
                </a:cubicBezTo>
                <a:cubicBezTo>
                  <a:pt x="292271" y="231331"/>
                  <a:pt x="291553" y="231331"/>
                  <a:pt x="290836" y="231331"/>
                </a:cubicBezTo>
                <a:lnTo>
                  <a:pt x="290836" y="353772"/>
                </a:lnTo>
                <a:cubicBezTo>
                  <a:pt x="290836" y="363439"/>
                  <a:pt x="282949" y="371315"/>
                  <a:pt x="273269" y="371315"/>
                </a:cubicBezTo>
                <a:cubicBezTo>
                  <a:pt x="263589" y="371315"/>
                  <a:pt x="255702" y="363439"/>
                  <a:pt x="255702" y="353772"/>
                </a:cubicBezTo>
                <a:lnTo>
                  <a:pt x="255702" y="210924"/>
                </a:lnTo>
                <a:cubicBezTo>
                  <a:pt x="255702" y="210566"/>
                  <a:pt x="255702" y="210208"/>
                  <a:pt x="255702" y="209850"/>
                </a:cubicBezTo>
                <a:cubicBezTo>
                  <a:pt x="254626" y="209850"/>
                  <a:pt x="253909" y="210208"/>
                  <a:pt x="253192" y="210208"/>
                </a:cubicBezTo>
                <a:cubicBezTo>
                  <a:pt x="248173" y="210208"/>
                  <a:pt x="243154" y="207702"/>
                  <a:pt x="240285" y="203406"/>
                </a:cubicBezTo>
                <a:cubicBezTo>
                  <a:pt x="232039" y="190159"/>
                  <a:pt x="217699" y="166530"/>
                  <a:pt x="216623" y="153641"/>
                </a:cubicBezTo>
                <a:cubicBezTo>
                  <a:pt x="215189" y="132518"/>
                  <a:pt x="251399" y="96001"/>
                  <a:pt x="267174" y="86334"/>
                </a:cubicBezTo>
                <a:cubicBezTo>
                  <a:pt x="267891" y="85976"/>
                  <a:pt x="268608" y="85618"/>
                  <a:pt x="269325" y="85260"/>
                </a:cubicBezTo>
                <a:cubicBezTo>
                  <a:pt x="273628" y="82396"/>
                  <a:pt x="278647" y="80248"/>
                  <a:pt x="283666" y="79174"/>
                </a:cubicBezTo>
                <a:close/>
                <a:moveTo>
                  <a:pt x="292988" y="0"/>
                </a:moveTo>
                <a:cubicBezTo>
                  <a:pt x="314170" y="0"/>
                  <a:pt x="331341" y="17234"/>
                  <a:pt x="331341" y="38494"/>
                </a:cubicBezTo>
                <a:cubicBezTo>
                  <a:pt x="331341" y="59754"/>
                  <a:pt x="314170" y="76988"/>
                  <a:pt x="292988" y="76988"/>
                </a:cubicBezTo>
                <a:cubicBezTo>
                  <a:pt x="271806" y="76988"/>
                  <a:pt x="254635" y="59754"/>
                  <a:pt x="254635" y="38494"/>
                </a:cubicBezTo>
                <a:cubicBezTo>
                  <a:pt x="254635" y="17234"/>
                  <a:pt x="271806" y="0"/>
                  <a:pt x="2929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6" name="business-male-team_30638"/>
          <p:cNvSpPr>
            <a:spLocks noChangeAspect="1"/>
          </p:cNvSpPr>
          <p:nvPr/>
        </p:nvSpPr>
        <p:spPr bwMode="auto">
          <a:xfrm>
            <a:off x="9562402" y="4441526"/>
            <a:ext cx="569222" cy="609684"/>
          </a:xfrm>
          <a:custGeom>
            <a:avLst/>
            <a:gdLst>
              <a:gd name="connsiteX0" fmla="*/ 458586 w 565731"/>
              <a:gd name="connsiteY0" fmla="*/ 166887 h 605945"/>
              <a:gd name="connsiteX1" fmla="*/ 538915 w 565731"/>
              <a:gd name="connsiteY1" fmla="*/ 182885 h 605945"/>
              <a:gd name="connsiteX2" fmla="*/ 541140 w 565731"/>
              <a:gd name="connsiteY2" fmla="*/ 184218 h 605945"/>
              <a:gd name="connsiteX3" fmla="*/ 544478 w 565731"/>
              <a:gd name="connsiteY3" fmla="*/ 186217 h 605945"/>
              <a:gd name="connsiteX4" fmla="*/ 546703 w 565731"/>
              <a:gd name="connsiteY4" fmla="*/ 188884 h 605945"/>
              <a:gd name="connsiteX5" fmla="*/ 548929 w 565731"/>
              <a:gd name="connsiteY5" fmla="*/ 191772 h 605945"/>
              <a:gd name="connsiteX6" fmla="*/ 550041 w 565731"/>
              <a:gd name="connsiteY6" fmla="*/ 195549 h 605945"/>
              <a:gd name="connsiteX7" fmla="*/ 550931 w 565731"/>
              <a:gd name="connsiteY7" fmla="*/ 198215 h 605945"/>
              <a:gd name="connsiteX8" fmla="*/ 565617 w 565731"/>
              <a:gd name="connsiteY8" fmla="*/ 331082 h 605945"/>
              <a:gd name="connsiteX9" fmla="*/ 549374 w 565731"/>
              <a:gd name="connsiteY9" fmla="*/ 351301 h 605945"/>
              <a:gd name="connsiteX10" fmla="*/ 547371 w 565731"/>
              <a:gd name="connsiteY10" fmla="*/ 351524 h 605945"/>
              <a:gd name="connsiteX11" fmla="*/ 528902 w 565731"/>
              <a:gd name="connsiteY11" fmla="*/ 335082 h 605945"/>
              <a:gd name="connsiteX12" fmla="*/ 515551 w 565731"/>
              <a:gd name="connsiteY12" fmla="*/ 213991 h 605945"/>
              <a:gd name="connsiteX13" fmla="*/ 510433 w 565731"/>
              <a:gd name="connsiteY13" fmla="*/ 212657 h 605945"/>
              <a:gd name="connsiteX14" fmla="*/ 510433 w 565731"/>
              <a:gd name="connsiteY14" fmla="*/ 338415 h 605945"/>
              <a:gd name="connsiteX15" fmla="*/ 525119 w 565731"/>
              <a:gd name="connsiteY15" fmla="*/ 521051 h 605945"/>
              <a:gd name="connsiteX16" fmla="*/ 504647 w 565731"/>
              <a:gd name="connsiteY16" fmla="*/ 544825 h 605945"/>
              <a:gd name="connsiteX17" fmla="*/ 502867 w 565731"/>
              <a:gd name="connsiteY17" fmla="*/ 545047 h 605945"/>
              <a:gd name="connsiteX18" fmla="*/ 480838 w 565731"/>
              <a:gd name="connsiteY18" fmla="*/ 524606 h 605945"/>
              <a:gd name="connsiteX19" fmla="*/ 467487 w 565731"/>
              <a:gd name="connsiteY19" fmla="*/ 359522 h 605945"/>
              <a:gd name="connsiteX20" fmla="*/ 458586 w 565731"/>
              <a:gd name="connsiteY20" fmla="*/ 361522 h 605945"/>
              <a:gd name="connsiteX21" fmla="*/ 449685 w 565731"/>
              <a:gd name="connsiteY21" fmla="*/ 359522 h 605945"/>
              <a:gd name="connsiteX22" fmla="*/ 436334 w 565731"/>
              <a:gd name="connsiteY22" fmla="*/ 524606 h 605945"/>
              <a:gd name="connsiteX23" fmla="*/ 414305 w 565731"/>
              <a:gd name="connsiteY23" fmla="*/ 545047 h 605945"/>
              <a:gd name="connsiteX24" fmla="*/ 412525 w 565731"/>
              <a:gd name="connsiteY24" fmla="*/ 544825 h 605945"/>
              <a:gd name="connsiteX25" fmla="*/ 392276 w 565731"/>
              <a:gd name="connsiteY25" fmla="*/ 521051 h 605945"/>
              <a:gd name="connsiteX26" fmla="*/ 403402 w 565731"/>
              <a:gd name="connsiteY26" fmla="*/ 380852 h 605945"/>
              <a:gd name="connsiteX27" fmla="*/ 426321 w 565731"/>
              <a:gd name="connsiteY27" fmla="*/ 366632 h 605945"/>
              <a:gd name="connsiteX28" fmla="*/ 435222 w 565731"/>
              <a:gd name="connsiteY28" fmla="*/ 335971 h 605945"/>
              <a:gd name="connsiteX29" fmla="*/ 416975 w 565731"/>
              <a:gd name="connsiteY29" fmla="*/ 171998 h 605945"/>
              <a:gd name="connsiteX30" fmla="*/ 458586 w 565731"/>
              <a:gd name="connsiteY30" fmla="*/ 166887 h 605945"/>
              <a:gd name="connsiteX31" fmla="*/ 107223 w 565731"/>
              <a:gd name="connsiteY31" fmla="*/ 166887 h 605945"/>
              <a:gd name="connsiteX32" fmla="*/ 148848 w 565731"/>
              <a:gd name="connsiteY32" fmla="*/ 171998 h 605945"/>
              <a:gd name="connsiteX33" fmla="*/ 130595 w 565731"/>
              <a:gd name="connsiteY33" fmla="*/ 335971 h 605945"/>
              <a:gd name="connsiteX34" fmla="*/ 139499 w 565731"/>
              <a:gd name="connsiteY34" fmla="*/ 366632 h 605945"/>
              <a:gd name="connsiteX35" fmla="*/ 162204 w 565731"/>
              <a:gd name="connsiteY35" fmla="*/ 380852 h 605945"/>
              <a:gd name="connsiteX36" fmla="*/ 173556 w 565731"/>
              <a:gd name="connsiteY36" fmla="*/ 521051 h 605945"/>
              <a:gd name="connsiteX37" fmla="*/ 153300 w 565731"/>
              <a:gd name="connsiteY37" fmla="*/ 545047 h 605945"/>
              <a:gd name="connsiteX38" fmla="*/ 151519 w 565731"/>
              <a:gd name="connsiteY38" fmla="*/ 545047 h 605945"/>
              <a:gd name="connsiteX39" fmla="*/ 129483 w 565731"/>
              <a:gd name="connsiteY39" fmla="*/ 524606 h 605945"/>
              <a:gd name="connsiteX40" fmla="*/ 116127 w 565731"/>
              <a:gd name="connsiteY40" fmla="*/ 359522 h 605945"/>
              <a:gd name="connsiteX41" fmla="*/ 107223 w 565731"/>
              <a:gd name="connsiteY41" fmla="*/ 361522 h 605945"/>
              <a:gd name="connsiteX42" fmla="*/ 98097 w 565731"/>
              <a:gd name="connsiteY42" fmla="*/ 359522 h 605945"/>
              <a:gd name="connsiteX43" fmla="*/ 84964 w 565731"/>
              <a:gd name="connsiteY43" fmla="*/ 524606 h 605945"/>
              <a:gd name="connsiteX44" fmla="*/ 62704 w 565731"/>
              <a:gd name="connsiteY44" fmla="*/ 545047 h 605945"/>
              <a:gd name="connsiteX45" fmla="*/ 60924 w 565731"/>
              <a:gd name="connsiteY45" fmla="*/ 545047 h 605945"/>
              <a:gd name="connsiteX46" fmla="*/ 40668 w 565731"/>
              <a:gd name="connsiteY46" fmla="*/ 521051 h 605945"/>
              <a:gd name="connsiteX47" fmla="*/ 55359 w 565731"/>
              <a:gd name="connsiteY47" fmla="*/ 338415 h 605945"/>
              <a:gd name="connsiteX48" fmla="*/ 55359 w 565731"/>
              <a:gd name="connsiteY48" fmla="*/ 212657 h 605945"/>
              <a:gd name="connsiteX49" fmla="*/ 50239 w 565731"/>
              <a:gd name="connsiteY49" fmla="*/ 213991 h 605945"/>
              <a:gd name="connsiteX50" fmla="*/ 36884 w 565731"/>
              <a:gd name="connsiteY50" fmla="*/ 335082 h 605945"/>
              <a:gd name="connsiteX51" fmla="*/ 18408 w 565731"/>
              <a:gd name="connsiteY51" fmla="*/ 351524 h 605945"/>
              <a:gd name="connsiteX52" fmla="*/ 16405 w 565731"/>
              <a:gd name="connsiteY52" fmla="*/ 351301 h 605945"/>
              <a:gd name="connsiteX53" fmla="*/ 156 w 565731"/>
              <a:gd name="connsiteY53" fmla="*/ 331082 h 605945"/>
              <a:gd name="connsiteX54" fmla="*/ 14847 w 565731"/>
              <a:gd name="connsiteY54" fmla="*/ 198215 h 605945"/>
              <a:gd name="connsiteX55" fmla="*/ 15737 w 565731"/>
              <a:gd name="connsiteY55" fmla="*/ 195549 h 605945"/>
              <a:gd name="connsiteX56" fmla="*/ 16850 w 565731"/>
              <a:gd name="connsiteY56" fmla="*/ 191772 h 605945"/>
              <a:gd name="connsiteX57" fmla="*/ 19299 w 565731"/>
              <a:gd name="connsiteY57" fmla="*/ 188439 h 605945"/>
              <a:gd name="connsiteX58" fmla="*/ 21079 w 565731"/>
              <a:gd name="connsiteY58" fmla="*/ 186440 h 605945"/>
              <a:gd name="connsiteX59" fmla="*/ 25976 w 565731"/>
              <a:gd name="connsiteY59" fmla="*/ 183551 h 605945"/>
              <a:gd name="connsiteX60" fmla="*/ 26867 w 565731"/>
              <a:gd name="connsiteY60" fmla="*/ 182885 h 605945"/>
              <a:gd name="connsiteX61" fmla="*/ 27312 w 565731"/>
              <a:gd name="connsiteY61" fmla="*/ 182662 h 605945"/>
              <a:gd name="connsiteX62" fmla="*/ 28202 w 565731"/>
              <a:gd name="connsiteY62" fmla="*/ 182440 h 605945"/>
              <a:gd name="connsiteX63" fmla="*/ 107223 w 565731"/>
              <a:gd name="connsiteY63" fmla="*/ 166887 h 605945"/>
              <a:gd name="connsiteX64" fmla="*/ 291929 w 565731"/>
              <a:gd name="connsiteY64" fmla="*/ 132875 h 605945"/>
              <a:gd name="connsiteX65" fmla="*/ 383170 w 565731"/>
              <a:gd name="connsiteY65" fmla="*/ 152651 h 605945"/>
              <a:gd name="connsiteX66" fmla="*/ 386063 w 565731"/>
              <a:gd name="connsiteY66" fmla="*/ 154207 h 605945"/>
              <a:gd name="connsiteX67" fmla="*/ 390291 w 565731"/>
              <a:gd name="connsiteY67" fmla="*/ 156873 h 605945"/>
              <a:gd name="connsiteX68" fmla="*/ 393184 w 565731"/>
              <a:gd name="connsiteY68" fmla="*/ 160206 h 605945"/>
              <a:gd name="connsiteX69" fmla="*/ 395855 w 565731"/>
              <a:gd name="connsiteY69" fmla="*/ 163761 h 605945"/>
              <a:gd name="connsiteX70" fmla="*/ 397412 w 565731"/>
              <a:gd name="connsiteY70" fmla="*/ 168650 h 605945"/>
              <a:gd name="connsiteX71" fmla="*/ 398303 w 565731"/>
              <a:gd name="connsiteY71" fmla="*/ 171761 h 605945"/>
              <a:gd name="connsiteX72" fmla="*/ 416773 w 565731"/>
              <a:gd name="connsiteY72" fmla="*/ 337969 h 605945"/>
              <a:gd name="connsiteX73" fmla="*/ 396522 w 565731"/>
              <a:gd name="connsiteY73" fmla="*/ 363522 h 605945"/>
              <a:gd name="connsiteX74" fmla="*/ 393852 w 565731"/>
              <a:gd name="connsiteY74" fmla="*/ 363744 h 605945"/>
              <a:gd name="connsiteX75" fmla="*/ 370930 w 565731"/>
              <a:gd name="connsiteY75" fmla="*/ 343079 h 605945"/>
              <a:gd name="connsiteX76" fmla="*/ 354017 w 565731"/>
              <a:gd name="connsiteY76" fmla="*/ 191759 h 605945"/>
              <a:gd name="connsiteX77" fmla="*/ 347564 w 565731"/>
              <a:gd name="connsiteY77" fmla="*/ 189759 h 605945"/>
              <a:gd name="connsiteX78" fmla="*/ 347564 w 565731"/>
              <a:gd name="connsiteY78" fmla="*/ 347523 h 605945"/>
              <a:gd name="connsiteX79" fmla="*/ 366034 w 565731"/>
              <a:gd name="connsiteY79" fmla="*/ 575948 h 605945"/>
              <a:gd name="connsiteX80" fmla="*/ 340665 w 565731"/>
              <a:gd name="connsiteY80" fmla="*/ 605723 h 605945"/>
              <a:gd name="connsiteX81" fmla="*/ 338440 w 565731"/>
              <a:gd name="connsiteY81" fmla="*/ 605945 h 605945"/>
              <a:gd name="connsiteX82" fmla="*/ 310622 w 565731"/>
              <a:gd name="connsiteY82" fmla="*/ 580392 h 605945"/>
              <a:gd name="connsiteX83" fmla="*/ 294154 w 565731"/>
              <a:gd name="connsiteY83" fmla="*/ 373965 h 605945"/>
              <a:gd name="connsiteX84" fmla="*/ 282805 w 565731"/>
              <a:gd name="connsiteY84" fmla="*/ 376187 h 605945"/>
              <a:gd name="connsiteX85" fmla="*/ 271678 w 565731"/>
              <a:gd name="connsiteY85" fmla="*/ 373965 h 605945"/>
              <a:gd name="connsiteX86" fmla="*/ 254987 w 565731"/>
              <a:gd name="connsiteY86" fmla="*/ 580392 h 605945"/>
              <a:gd name="connsiteX87" fmla="*/ 227393 w 565731"/>
              <a:gd name="connsiteY87" fmla="*/ 605945 h 605945"/>
              <a:gd name="connsiteX88" fmla="*/ 225167 w 565731"/>
              <a:gd name="connsiteY88" fmla="*/ 605723 h 605945"/>
              <a:gd name="connsiteX89" fmla="*/ 199798 w 565731"/>
              <a:gd name="connsiteY89" fmla="*/ 575948 h 605945"/>
              <a:gd name="connsiteX90" fmla="*/ 218046 w 565731"/>
              <a:gd name="connsiteY90" fmla="*/ 347523 h 605945"/>
              <a:gd name="connsiteX91" fmla="*/ 218046 w 565731"/>
              <a:gd name="connsiteY91" fmla="*/ 189759 h 605945"/>
              <a:gd name="connsiteX92" fmla="*/ 211815 w 565731"/>
              <a:gd name="connsiteY92" fmla="*/ 191759 h 605945"/>
              <a:gd name="connsiteX93" fmla="*/ 194902 w 565731"/>
              <a:gd name="connsiteY93" fmla="*/ 343079 h 605945"/>
              <a:gd name="connsiteX94" fmla="*/ 171980 w 565731"/>
              <a:gd name="connsiteY94" fmla="*/ 363744 h 605945"/>
              <a:gd name="connsiteX95" fmla="*/ 169310 w 565731"/>
              <a:gd name="connsiteY95" fmla="*/ 363522 h 605945"/>
              <a:gd name="connsiteX96" fmla="*/ 148836 w 565731"/>
              <a:gd name="connsiteY96" fmla="*/ 337969 h 605945"/>
              <a:gd name="connsiteX97" fmla="*/ 167307 w 565731"/>
              <a:gd name="connsiteY97" fmla="*/ 171761 h 605945"/>
              <a:gd name="connsiteX98" fmla="*/ 168420 w 565731"/>
              <a:gd name="connsiteY98" fmla="*/ 168428 h 605945"/>
              <a:gd name="connsiteX99" fmla="*/ 169977 w 565731"/>
              <a:gd name="connsiteY99" fmla="*/ 163984 h 605945"/>
              <a:gd name="connsiteX100" fmla="*/ 173093 w 565731"/>
              <a:gd name="connsiteY100" fmla="*/ 159540 h 605945"/>
              <a:gd name="connsiteX101" fmla="*/ 175096 w 565731"/>
              <a:gd name="connsiteY101" fmla="*/ 157095 h 605945"/>
              <a:gd name="connsiteX102" fmla="*/ 181327 w 565731"/>
              <a:gd name="connsiteY102" fmla="*/ 153318 h 605945"/>
              <a:gd name="connsiteX103" fmla="*/ 182440 w 565731"/>
              <a:gd name="connsiteY103" fmla="*/ 152651 h 605945"/>
              <a:gd name="connsiteX104" fmla="*/ 183107 w 565731"/>
              <a:gd name="connsiteY104" fmla="*/ 152429 h 605945"/>
              <a:gd name="connsiteX105" fmla="*/ 184220 w 565731"/>
              <a:gd name="connsiteY105" fmla="*/ 151985 h 605945"/>
              <a:gd name="connsiteX106" fmla="*/ 273903 w 565731"/>
              <a:gd name="connsiteY106" fmla="*/ 133097 h 605945"/>
              <a:gd name="connsiteX107" fmla="*/ 279689 w 565731"/>
              <a:gd name="connsiteY107" fmla="*/ 144652 h 605945"/>
              <a:gd name="connsiteX108" fmla="*/ 279912 w 565731"/>
              <a:gd name="connsiteY108" fmla="*/ 144652 h 605945"/>
              <a:gd name="connsiteX109" fmla="*/ 264334 w 565731"/>
              <a:gd name="connsiteY109" fmla="*/ 265975 h 605945"/>
              <a:gd name="connsiteX110" fmla="*/ 282805 w 565731"/>
              <a:gd name="connsiteY110" fmla="*/ 298194 h 605945"/>
              <a:gd name="connsiteX111" fmla="*/ 301498 w 565731"/>
              <a:gd name="connsiteY111" fmla="*/ 265975 h 605945"/>
              <a:gd name="connsiteX112" fmla="*/ 285920 w 565731"/>
              <a:gd name="connsiteY112" fmla="*/ 144652 h 605945"/>
              <a:gd name="connsiteX113" fmla="*/ 458589 w 565731"/>
              <a:gd name="connsiteY113" fmla="*/ 60898 h 605945"/>
              <a:gd name="connsiteX114" fmla="*/ 505339 w 565731"/>
              <a:gd name="connsiteY114" fmla="*/ 111988 h 605945"/>
              <a:gd name="connsiteX115" fmla="*/ 458589 w 565731"/>
              <a:gd name="connsiteY115" fmla="*/ 163078 h 605945"/>
              <a:gd name="connsiteX116" fmla="*/ 411839 w 565731"/>
              <a:gd name="connsiteY116" fmla="*/ 111988 h 605945"/>
              <a:gd name="connsiteX117" fmla="*/ 458589 w 565731"/>
              <a:gd name="connsiteY117" fmla="*/ 60898 h 605945"/>
              <a:gd name="connsiteX118" fmla="*/ 107209 w 565731"/>
              <a:gd name="connsiteY118" fmla="*/ 60898 h 605945"/>
              <a:gd name="connsiteX119" fmla="*/ 153924 w 565731"/>
              <a:gd name="connsiteY119" fmla="*/ 111988 h 605945"/>
              <a:gd name="connsiteX120" fmla="*/ 107209 w 565731"/>
              <a:gd name="connsiteY120" fmla="*/ 163078 h 605945"/>
              <a:gd name="connsiteX121" fmla="*/ 60494 w 565731"/>
              <a:gd name="connsiteY121" fmla="*/ 111988 h 605945"/>
              <a:gd name="connsiteX122" fmla="*/ 107209 w 565731"/>
              <a:gd name="connsiteY122" fmla="*/ 60898 h 605945"/>
              <a:gd name="connsiteX123" fmla="*/ 282810 w 565731"/>
              <a:gd name="connsiteY123" fmla="*/ 0 h 605945"/>
              <a:gd name="connsiteX124" fmla="*/ 341344 w 565731"/>
              <a:gd name="connsiteY124" fmla="*/ 64003 h 605945"/>
              <a:gd name="connsiteX125" fmla="*/ 282810 w 565731"/>
              <a:gd name="connsiteY125" fmla="*/ 128006 h 605945"/>
              <a:gd name="connsiteX126" fmla="*/ 224276 w 565731"/>
              <a:gd name="connsiteY126" fmla="*/ 64003 h 605945"/>
              <a:gd name="connsiteX127" fmla="*/ 282810 w 565731"/>
              <a:gd name="connsiteY127" fmla="*/ 0 h 60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565731" h="605945">
                <a:moveTo>
                  <a:pt x="458586" y="166887"/>
                </a:moveTo>
                <a:cubicBezTo>
                  <a:pt x="494634" y="166887"/>
                  <a:pt x="537135" y="182218"/>
                  <a:pt x="538915" y="182885"/>
                </a:cubicBezTo>
                <a:cubicBezTo>
                  <a:pt x="539583" y="183107"/>
                  <a:pt x="540250" y="183773"/>
                  <a:pt x="541140" y="184218"/>
                </a:cubicBezTo>
                <a:cubicBezTo>
                  <a:pt x="542253" y="184884"/>
                  <a:pt x="543366" y="185329"/>
                  <a:pt x="544478" y="186217"/>
                </a:cubicBezTo>
                <a:cubicBezTo>
                  <a:pt x="545368" y="187106"/>
                  <a:pt x="546036" y="187995"/>
                  <a:pt x="546703" y="188884"/>
                </a:cubicBezTo>
                <a:cubicBezTo>
                  <a:pt x="547593" y="189772"/>
                  <a:pt x="548261" y="190661"/>
                  <a:pt x="548929" y="191772"/>
                </a:cubicBezTo>
                <a:cubicBezTo>
                  <a:pt x="549596" y="193105"/>
                  <a:pt x="549819" y="194216"/>
                  <a:pt x="550041" y="195549"/>
                </a:cubicBezTo>
                <a:cubicBezTo>
                  <a:pt x="550264" y="196438"/>
                  <a:pt x="550709" y="197327"/>
                  <a:pt x="550931" y="198215"/>
                </a:cubicBezTo>
                <a:lnTo>
                  <a:pt x="565617" y="331082"/>
                </a:lnTo>
                <a:cubicBezTo>
                  <a:pt x="566730" y="341081"/>
                  <a:pt x="559609" y="350190"/>
                  <a:pt x="549374" y="351301"/>
                </a:cubicBezTo>
                <a:cubicBezTo>
                  <a:pt x="548706" y="351524"/>
                  <a:pt x="548038" y="351524"/>
                  <a:pt x="547371" y="351524"/>
                </a:cubicBezTo>
                <a:cubicBezTo>
                  <a:pt x="538025" y="351524"/>
                  <a:pt x="530015" y="344414"/>
                  <a:pt x="528902" y="335082"/>
                </a:cubicBezTo>
                <a:lnTo>
                  <a:pt x="515551" y="213991"/>
                </a:lnTo>
                <a:cubicBezTo>
                  <a:pt x="513993" y="213546"/>
                  <a:pt x="512213" y="213102"/>
                  <a:pt x="510433" y="212657"/>
                </a:cubicBezTo>
                <a:lnTo>
                  <a:pt x="510433" y="338415"/>
                </a:lnTo>
                <a:lnTo>
                  <a:pt x="525119" y="521051"/>
                </a:lnTo>
                <a:cubicBezTo>
                  <a:pt x="526009" y="533271"/>
                  <a:pt x="516886" y="543936"/>
                  <a:pt x="504647" y="544825"/>
                </a:cubicBezTo>
                <a:cubicBezTo>
                  <a:pt x="504202" y="545047"/>
                  <a:pt x="503535" y="545047"/>
                  <a:pt x="502867" y="545047"/>
                </a:cubicBezTo>
                <a:cubicBezTo>
                  <a:pt x="491519" y="545047"/>
                  <a:pt x="481728" y="536160"/>
                  <a:pt x="480838" y="524606"/>
                </a:cubicBezTo>
                <a:lnTo>
                  <a:pt x="467487" y="359522"/>
                </a:lnTo>
                <a:cubicBezTo>
                  <a:pt x="464817" y="360855"/>
                  <a:pt x="461924" y="361522"/>
                  <a:pt x="458586" y="361522"/>
                </a:cubicBezTo>
                <a:cubicBezTo>
                  <a:pt x="455471" y="361522"/>
                  <a:pt x="452356" y="360855"/>
                  <a:pt x="449685" y="359522"/>
                </a:cubicBezTo>
                <a:lnTo>
                  <a:pt x="436334" y="524606"/>
                </a:lnTo>
                <a:cubicBezTo>
                  <a:pt x="435444" y="536160"/>
                  <a:pt x="425653" y="545047"/>
                  <a:pt x="414305" y="545047"/>
                </a:cubicBezTo>
                <a:cubicBezTo>
                  <a:pt x="413637" y="545047"/>
                  <a:pt x="413192" y="545047"/>
                  <a:pt x="412525" y="544825"/>
                </a:cubicBezTo>
                <a:cubicBezTo>
                  <a:pt x="400286" y="543936"/>
                  <a:pt x="391163" y="533271"/>
                  <a:pt x="392276" y="521051"/>
                </a:cubicBezTo>
                <a:lnTo>
                  <a:pt x="403402" y="380852"/>
                </a:lnTo>
                <a:cubicBezTo>
                  <a:pt x="412525" y="378630"/>
                  <a:pt x="420535" y="373964"/>
                  <a:pt x="426321" y="366632"/>
                </a:cubicBezTo>
                <a:cubicBezTo>
                  <a:pt x="433219" y="357967"/>
                  <a:pt x="436557" y="347080"/>
                  <a:pt x="435222" y="335971"/>
                </a:cubicBezTo>
                <a:lnTo>
                  <a:pt x="416975" y="171998"/>
                </a:lnTo>
                <a:cubicBezTo>
                  <a:pt x="430104" y="169331"/>
                  <a:pt x="444790" y="166887"/>
                  <a:pt x="458586" y="166887"/>
                </a:cubicBezTo>
                <a:close/>
                <a:moveTo>
                  <a:pt x="107223" y="166887"/>
                </a:moveTo>
                <a:cubicBezTo>
                  <a:pt x="121024" y="166887"/>
                  <a:pt x="135715" y="169331"/>
                  <a:pt x="148848" y="171998"/>
                </a:cubicBezTo>
                <a:lnTo>
                  <a:pt x="130595" y="335971"/>
                </a:lnTo>
                <a:cubicBezTo>
                  <a:pt x="129260" y="347080"/>
                  <a:pt x="132376" y="357967"/>
                  <a:pt x="139499" y="366632"/>
                </a:cubicBezTo>
                <a:cubicBezTo>
                  <a:pt x="145287" y="373964"/>
                  <a:pt x="153300" y="378852"/>
                  <a:pt x="162204" y="380852"/>
                </a:cubicBezTo>
                <a:lnTo>
                  <a:pt x="173556" y="521051"/>
                </a:lnTo>
                <a:cubicBezTo>
                  <a:pt x="174669" y="533271"/>
                  <a:pt x="165543" y="543936"/>
                  <a:pt x="153300" y="545047"/>
                </a:cubicBezTo>
                <a:cubicBezTo>
                  <a:pt x="152632" y="545047"/>
                  <a:pt x="151964" y="545047"/>
                  <a:pt x="151519" y="545047"/>
                </a:cubicBezTo>
                <a:cubicBezTo>
                  <a:pt x="139944" y="545047"/>
                  <a:pt x="130373" y="536160"/>
                  <a:pt x="129483" y="524606"/>
                </a:cubicBezTo>
                <a:lnTo>
                  <a:pt x="116127" y="359522"/>
                </a:lnTo>
                <a:cubicBezTo>
                  <a:pt x="113456" y="360855"/>
                  <a:pt x="110339" y="361522"/>
                  <a:pt x="107223" y="361522"/>
                </a:cubicBezTo>
                <a:cubicBezTo>
                  <a:pt x="103884" y="361522"/>
                  <a:pt x="100991" y="360855"/>
                  <a:pt x="98097" y="359522"/>
                </a:cubicBezTo>
                <a:lnTo>
                  <a:pt x="84964" y="524606"/>
                </a:lnTo>
                <a:cubicBezTo>
                  <a:pt x="84073" y="536160"/>
                  <a:pt x="74279" y="545047"/>
                  <a:pt x="62704" y="545047"/>
                </a:cubicBezTo>
                <a:cubicBezTo>
                  <a:pt x="62259" y="545047"/>
                  <a:pt x="61591" y="545047"/>
                  <a:pt x="60924" y="545047"/>
                </a:cubicBezTo>
                <a:cubicBezTo>
                  <a:pt x="48904" y="543936"/>
                  <a:pt x="39777" y="533271"/>
                  <a:pt x="40668" y="521051"/>
                </a:cubicBezTo>
                <a:lnTo>
                  <a:pt x="55359" y="338415"/>
                </a:lnTo>
                <a:lnTo>
                  <a:pt x="55359" y="212657"/>
                </a:lnTo>
                <a:cubicBezTo>
                  <a:pt x="53578" y="213102"/>
                  <a:pt x="51797" y="213546"/>
                  <a:pt x="50239" y="213991"/>
                </a:cubicBezTo>
                <a:lnTo>
                  <a:pt x="36884" y="335082"/>
                </a:lnTo>
                <a:cubicBezTo>
                  <a:pt x="35771" y="344636"/>
                  <a:pt x="27757" y="351524"/>
                  <a:pt x="18408" y="351524"/>
                </a:cubicBezTo>
                <a:cubicBezTo>
                  <a:pt x="17740" y="351524"/>
                  <a:pt x="17073" y="351524"/>
                  <a:pt x="16405" y="351301"/>
                </a:cubicBezTo>
                <a:cubicBezTo>
                  <a:pt x="6166" y="350190"/>
                  <a:pt x="-1180" y="341081"/>
                  <a:pt x="156" y="331082"/>
                </a:cubicBezTo>
                <a:lnTo>
                  <a:pt x="14847" y="198215"/>
                </a:lnTo>
                <a:cubicBezTo>
                  <a:pt x="14847" y="197104"/>
                  <a:pt x="15515" y="196438"/>
                  <a:pt x="15737" y="195549"/>
                </a:cubicBezTo>
                <a:cubicBezTo>
                  <a:pt x="15960" y="194216"/>
                  <a:pt x="16182" y="193105"/>
                  <a:pt x="16850" y="191772"/>
                </a:cubicBezTo>
                <a:cubicBezTo>
                  <a:pt x="17518" y="190661"/>
                  <a:pt x="18408" y="189550"/>
                  <a:pt x="19299" y="188439"/>
                </a:cubicBezTo>
                <a:cubicBezTo>
                  <a:pt x="19966" y="187773"/>
                  <a:pt x="20412" y="187106"/>
                  <a:pt x="21079" y="186440"/>
                </a:cubicBezTo>
                <a:cubicBezTo>
                  <a:pt x="22415" y="185106"/>
                  <a:pt x="24196" y="184218"/>
                  <a:pt x="25976" y="183551"/>
                </a:cubicBezTo>
                <a:cubicBezTo>
                  <a:pt x="26199" y="183329"/>
                  <a:pt x="26644" y="183107"/>
                  <a:pt x="26867" y="182885"/>
                </a:cubicBezTo>
                <a:cubicBezTo>
                  <a:pt x="26867" y="182885"/>
                  <a:pt x="27312" y="182662"/>
                  <a:pt x="27312" y="182662"/>
                </a:cubicBezTo>
                <a:cubicBezTo>
                  <a:pt x="27757" y="182662"/>
                  <a:pt x="27980" y="182440"/>
                  <a:pt x="28202" y="182440"/>
                </a:cubicBezTo>
                <a:cubicBezTo>
                  <a:pt x="35771" y="179774"/>
                  <a:pt x="74279" y="166887"/>
                  <a:pt x="107223" y="166887"/>
                </a:cubicBezTo>
                <a:close/>
                <a:moveTo>
                  <a:pt x="291929" y="132875"/>
                </a:moveTo>
                <a:cubicBezTo>
                  <a:pt x="334656" y="135097"/>
                  <a:pt x="381167" y="151762"/>
                  <a:pt x="383170" y="152651"/>
                </a:cubicBezTo>
                <a:cubicBezTo>
                  <a:pt x="384283" y="153096"/>
                  <a:pt x="385173" y="153762"/>
                  <a:pt x="386063" y="154207"/>
                </a:cubicBezTo>
                <a:cubicBezTo>
                  <a:pt x="387621" y="155096"/>
                  <a:pt x="389178" y="155762"/>
                  <a:pt x="390291" y="156873"/>
                </a:cubicBezTo>
                <a:cubicBezTo>
                  <a:pt x="391626" y="157984"/>
                  <a:pt x="392294" y="159095"/>
                  <a:pt x="393184" y="160206"/>
                </a:cubicBezTo>
                <a:cubicBezTo>
                  <a:pt x="394074" y="161539"/>
                  <a:pt x="395187" y="162428"/>
                  <a:pt x="395855" y="163761"/>
                </a:cubicBezTo>
                <a:cubicBezTo>
                  <a:pt x="396522" y="165317"/>
                  <a:pt x="396967" y="166872"/>
                  <a:pt x="397412" y="168650"/>
                </a:cubicBezTo>
                <a:cubicBezTo>
                  <a:pt x="397635" y="169761"/>
                  <a:pt x="398303" y="170650"/>
                  <a:pt x="398303" y="171761"/>
                </a:cubicBezTo>
                <a:lnTo>
                  <a:pt x="416773" y="337969"/>
                </a:lnTo>
                <a:cubicBezTo>
                  <a:pt x="418331" y="350634"/>
                  <a:pt x="409207" y="362189"/>
                  <a:pt x="396522" y="363522"/>
                </a:cubicBezTo>
                <a:cubicBezTo>
                  <a:pt x="395632" y="363522"/>
                  <a:pt x="394742" y="363744"/>
                  <a:pt x="393852" y="363744"/>
                </a:cubicBezTo>
                <a:cubicBezTo>
                  <a:pt x="382280" y="363744"/>
                  <a:pt x="372265" y="354856"/>
                  <a:pt x="370930" y="343079"/>
                </a:cubicBezTo>
                <a:lnTo>
                  <a:pt x="354017" y="191759"/>
                </a:lnTo>
                <a:cubicBezTo>
                  <a:pt x="352014" y="191092"/>
                  <a:pt x="350012" y="190426"/>
                  <a:pt x="347564" y="189759"/>
                </a:cubicBezTo>
                <a:lnTo>
                  <a:pt x="347564" y="347523"/>
                </a:lnTo>
                <a:lnTo>
                  <a:pt x="366034" y="575948"/>
                </a:lnTo>
                <a:cubicBezTo>
                  <a:pt x="367370" y="591280"/>
                  <a:pt x="355798" y="604612"/>
                  <a:pt x="340665" y="605723"/>
                </a:cubicBezTo>
                <a:cubicBezTo>
                  <a:pt x="339775" y="605945"/>
                  <a:pt x="339107" y="605945"/>
                  <a:pt x="338440" y="605945"/>
                </a:cubicBezTo>
                <a:cubicBezTo>
                  <a:pt x="323974" y="605945"/>
                  <a:pt x="311957" y="594835"/>
                  <a:pt x="310622" y="580392"/>
                </a:cubicBezTo>
                <a:lnTo>
                  <a:pt x="294154" y="373965"/>
                </a:lnTo>
                <a:cubicBezTo>
                  <a:pt x="290594" y="375299"/>
                  <a:pt x="286810" y="376187"/>
                  <a:pt x="282805" y="376187"/>
                </a:cubicBezTo>
                <a:cubicBezTo>
                  <a:pt x="279022" y="376187"/>
                  <a:pt x="275238" y="375299"/>
                  <a:pt x="271678" y="373965"/>
                </a:cubicBezTo>
                <a:lnTo>
                  <a:pt x="254987" y="580392"/>
                </a:lnTo>
                <a:cubicBezTo>
                  <a:pt x="253875" y="594835"/>
                  <a:pt x="241858" y="605945"/>
                  <a:pt x="227393" y="605945"/>
                </a:cubicBezTo>
                <a:cubicBezTo>
                  <a:pt x="226725" y="605945"/>
                  <a:pt x="225835" y="605945"/>
                  <a:pt x="225167" y="605723"/>
                </a:cubicBezTo>
                <a:cubicBezTo>
                  <a:pt x="209812" y="604612"/>
                  <a:pt x="198462" y="591280"/>
                  <a:pt x="199798" y="575948"/>
                </a:cubicBezTo>
                <a:lnTo>
                  <a:pt x="218046" y="347523"/>
                </a:lnTo>
                <a:lnTo>
                  <a:pt x="218046" y="189759"/>
                </a:lnTo>
                <a:cubicBezTo>
                  <a:pt x="215821" y="190426"/>
                  <a:pt x="213595" y="191092"/>
                  <a:pt x="211815" y="191759"/>
                </a:cubicBezTo>
                <a:lnTo>
                  <a:pt x="194902" y="343079"/>
                </a:lnTo>
                <a:cubicBezTo>
                  <a:pt x="193567" y="354856"/>
                  <a:pt x="183552" y="363744"/>
                  <a:pt x="171980" y="363744"/>
                </a:cubicBezTo>
                <a:cubicBezTo>
                  <a:pt x="171090" y="363744"/>
                  <a:pt x="170200" y="363744"/>
                  <a:pt x="169310" y="363522"/>
                </a:cubicBezTo>
                <a:cubicBezTo>
                  <a:pt x="156625" y="362189"/>
                  <a:pt x="147501" y="350634"/>
                  <a:pt x="148836" y="337969"/>
                </a:cubicBezTo>
                <a:lnTo>
                  <a:pt x="167307" y="171761"/>
                </a:lnTo>
                <a:cubicBezTo>
                  <a:pt x="167530" y="170650"/>
                  <a:pt x="168197" y="169539"/>
                  <a:pt x="168420" y="168428"/>
                </a:cubicBezTo>
                <a:cubicBezTo>
                  <a:pt x="168865" y="166872"/>
                  <a:pt x="169087" y="165317"/>
                  <a:pt x="169977" y="163984"/>
                </a:cubicBezTo>
                <a:cubicBezTo>
                  <a:pt x="170645" y="162206"/>
                  <a:pt x="171980" y="160873"/>
                  <a:pt x="173093" y="159540"/>
                </a:cubicBezTo>
                <a:cubicBezTo>
                  <a:pt x="173761" y="158651"/>
                  <a:pt x="174206" y="157762"/>
                  <a:pt x="175096" y="157095"/>
                </a:cubicBezTo>
                <a:cubicBezTo>
                  <a:pt x="176876" y="155540"/>
                  <a:pt x="179102" y="154429"/>
                  <a:pt x="181327" y="153318"/>
                </a:cubicBezTo>
                <a:cubicBezTo>
                  <a:pt x="181772" y="153096"/>
                  <a:pt x="181995" y="152874"/>
                  <a:pt x="182440" y="152651"/>
                </a:cubicBezTo>
                <a:cubicBezTo>
                  <a:pt x="182662" y="152651"/>
                  <a:pt x="182885" y="152429"/>
                  <a:pt x="183107" y="152429"/>
                </a:cubicBezTo>
                <a:cubicBezTo>
                  <a:pt x="183552" y="152207"/>
                  <a:pt x="183775" y="152207"/>
                  <a:pt x="184220" y="151985"/>
                </a:cubicBezTo>
                <a:cubicBezTo>
                  <a:pt x="192899" y="148874"/>
                  <a:pt x="234959" y="135097"/>
                  <a:pt x="273903" y="133097"/>
                </a:cubicBezTo>
                <a:lnTo>
                  <a:pt x="279689" y="144652"/>
                </a:lnTo>
                <a:lnTo>
                  <a:pt x="279912" y="144652"/>
                </a:lnTo>
                <a:lnTo>
                  <a:pt x="264334" y="265975"/>
                </a:lnTo>
                <a:lnTo>
                  <a:pt x="282805" y="298194"/>
                </a:lnTo>
                <a:lnTo>
                  <a:pt x="301498" y="265975"/>
                </a:lnTo>
                <a:lnTo>
                  <a:pt x="285920" y="144652"/>
                </a:lnTo>
                <a:close/>
                <a:moveTo>
                  <a:pt x="458589" y="60898"/>
                </a:moveTo>
                <a:cubicBezTo>
                  <a:pt x="484408" y="60898"/>
                  <a:pt x="505339" y="83772"/>
                  <a:pt x="505339" y="111988"/>
                </a:cubicBezTo>
                <a:cubicBezTo>
                  <a:pt x="505339" y="140204"/>
                  <a:pt x="484408" y="163078"/>
                  <a:pt x="458589" y="163078"/>
                </a:cubicBezTo>
                <a:cubicBezTo>
                  <a:pt x="432770" y="163078"/>
                  <a:pt x="411839" y="140204"/>
                  <a:pt x="411839" y="111988"/>
                </a:cubicBezTo>
                <a:cubicBezTo>
                  <a:pt x="411839" y="83772"/>
                  <a:pt x="432770" y="60898"/>
                  <a:pt x="458589" y="60898"/>
                </a:cubicBezTo>
                <a:close/>
                <a:moveTo>
                  <a:pt x="107209" y="60898"/>
                </a:moveTo>
                <a:cubicBezTo>
                  <a:pt x="133009" y="60898"/>
                  <a:pt x="153924" y="83772"/>
                  <a:pt x="153924" y="111988"/>
                </a:cubicBezTo>
                <a:cubicBezTo>
                  <a:pt x="153924" y="140204"/>
                  <a:pt x="133009" y="163078"/>
                  <a:pt x="107209" y="163078"/>
                </a:cubicBezTo>
                <a:cubicBezTo>
                  <a:pt x="81409" y="163078"/>
                  <a:pt x="60494" y="140204"/>
                  <a:pt x="60494" y="111988"/>
                </a:cubicBezTo>
                <a:cubicBezTo>
                  <a:pt x="60494" y="83772"/>
                  <a:pt x="81409" y="60898"/>
                  <a:pt x="107209" y="60898"/>
                </a:cubicBezTo>
                <a:close/>
                <a:moveTo>
                  <a:pt x="282810" y="0"/>
                </a:moveTo>
                <a:cubicBezTo>
                  <a:pt x="315137" y="0"/>
                  <a:pt x="341344" y="28655"/>
                  <a:pt x="341344" y="64003"/>
                </a:cubicBezTo>
                <a:cubicBezTo>
                  <a:pt x="341344" y="99351"/>
                  <a:pt x="315137" y="128006"/>
                  <a:pt x="282810" y="128006"/>
                </a:cubicBezTo>
                <a:cubicBezTo>
                  <a:pt x="250483" y="128006"/>
                  <a:pt x="224276" y="99351"/>
                  <a:pt x="224276" y="64003"/>
                </a:cubicBezTo>
                <a:cubicBezTo>
                  <a:pt x="224276" y="28655"/>
                  <a:pt x="250483" y="0"/>
                  <a:pt x="2828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7" name="users_94970"/>
          <p:cNvSpPr>
            <a:spLocks noChangeAspect="1"/>
          </p:cNvSpPr>
          <p:nvPr/>
        </p:nvSpPr>
        <p:spPr bwMode="auto">
          <a:xfrm>
            <a:off x="10539106" y="4441526"/>
            <a:ext cx="609685" cy="600021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8" name="student-with-graduation-cap_57073"/>
          <p:cNvSpPr>
            <a:spLocks noChangeAspect="1"/>
          </p:cNvSpPr>
          <p:nvPr/>
        </p:nvSpPr>
        <p:spPr bwMode="auto">
          <a:xfrm>
            <a:off x="772066" y="5730679"/>
            <a:ext cx="512090" cy="609685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9" name="meeting_115918"/>
          <p:cNvSpPr>
            <a:spLocks noChangeAspect="1"/>
          </p:cNvSpPr>
          <p:nvPr/>
        </p:nvSpPr>
        <p:spPr bwMode="auto">
          <a:xfrm>
            <a:off x="1748770" y="5730679"/>
            <a:ext cx="609685" cy="608835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0" name="gearwheels-couple_31785"/>
          <p:cNvSpPr>
            <a:spLocks noChangeAspect="1"/>
          </p:cNvSpPr>
          <p:nvPr/>
        </p:nvSpPr>
        <p:spPr bwMode="auto">
          <a:xfrm>
            <a:off x="2725474" y="5730679"/>
            <a:ext cx="603498" cy="609685"/>
          </a:xfrm>
          <a:custGeom>
            <a:avLst/>
            <a:gdLst>
              <a:gd name="T0" fmla="*/ 4165 w 6033"/>
              <a:gd name="T1" fmla="*/ 3494 h 6104"/>
              <a:gd name="T2" fmla="*/ 4030 w 6033"/>
              <a:gd name="T3" fmla="*/ 2533 h 6104"/>
              <a:gd name="T4" fmla="*/ 4030 w 6033"/>
              <a:gd name="T5" fmla="*/ 2391 h 6104"/>
              <a:gd name="T6" fmla="*/ 3550 w 6033"/>
              <a:gd name="T7" fmla="*/ 2054 h 6104"/>
              <a:gd name="T8" fmla="*/ 2598 w 6033"/>
              <a:gd name="T9" fmla="*/ 1945 h 6104"/>
              <a:gd name="T10" fmla="*/ 2498 w 6033"/>
              <a:gd name="T11" fmla="*/ 1562 h 6104"/>
              <a:gd name="T12" fmla="*/ 1920 w 6033"/>
              <a:gd name="T13" fmla="*/ 1662 h 6104"/>
              <a:gd name="T14" fmla="*/ 1162 w 6033"/>
              <a:gd name="T15" fmla="*/ 2256 h 6104"/>
              <a:gd name="T16" fmla="*/ 826 w 6033"/>
              <a:gd name="T17" fmla="*/ 2063 h 6104"/>
              <a:gd name="T18" fmla="*/ 460 w 6033"/>
              <a:gd name="T19" fmla="*/ 2471 h 6104"/>
              <a:gd name="T20" fmla="*/ 679 w 6033"/>
              <a:gd name="T21" fmla="*/ 2731 h 6104"/>
              <a:gd name="T22" fmla="*/ 101 w 6033"/>
              <a:gd name="T23" fmla="*/ 3494 h 6104"/>
              <a:gd name="T24" fmla="*/ 0 w 6033"/>
              <a:gd name="T25" fmla="*/ 4071 h 6104"/>
              <a:gd name="T26" fmla="*/ 346 w 6033"/>
              <a:gd name="T27" fmla="*/ 4172 h 6104"/>
              <a:gd name="T28" fmla="*/ 480 w 6033"/>
              <a:gd name="T29" fmla="*/ 5124 h 6104"/>
              <a:gd name="T30" fmla="*/ 817 w 6033"/>
              <a:gd name="T31" fmla="*/ 5603 h 6104"/>
              <a:gd name="T32" fmla="*/ 959 w 6033"/>
              <a:gd name="T33" fmla="*/ 5603 h 6104"/>
              <a:gd name="T34" fmla="*/ 1920 w 6033"/>
              <a:gd name="T35" fmla="*/ 5763 h 6104"/>
              <a:gd name="T36" fmla="*/ 2021 w 6033"/>
              <a:gd name="T37" fmla="*/ 6104 h 6104"/>
              <a:gd name="T38" fmla="*/ 2598 w 6033"/>
              <a:gd name="T39" fmla="*/ 6004 h 6104"/>
              <a:gd name="T40" fmla="*/ 3382 w 6033"/>
              <a:gd name="T41" fmla="*/ 5435 h 6104"/>
              <a:gd name="T42" fmla="*/ 3701 w 6033"/>
              <a:gd name="T43" fmla="*/ 5612 h 6104"/>
              <a:gd name="T44" fmla="*/ 4038 w 6033"/>
              <a:gd name="T45" fmla="*/ 5133 h 6104"/>
              <a:gd name="T46" fmla="*/ 4173 w 6033"/>
              <a:gd name="T47" fmla="*/ 4172 h 6104"/>
              <a:gd name="T48" fmla="*/ 4543 w 6033"/>
              <a:gd name="T49" fmla="*/ 4071 h 6104"/>
              <a:gd name="T50" fmla="*/ 4443 w 6033"/>
              <a:gd name="T51" fmla="*/ 3494 h 6104"/>
              <a:gd name="T52" fmla="*/ 1214 w 6033"/>
              <a:gd name="T53" fmla="*/ 3833 h 6104"/>
              <a:gd name="T54" fmla="*/ 3330 w 6033"/>
              <a:gd name="T55" fmla="*/ 3833 h 6104"/>
              <a:gd name="T56" fmla="*/ 2674 w 6033"/>
              <a:gd name="T57" fmla="*/ 3833 h 6104"/>
              <a:gd name="T58" fmla="*/ 1870 w 6033"/>
              <a:gd name="T59" fmla="*/ 3833 h 6104"/>
              <a:gd name="T60" fmla="*/ 2674 w 6033"/>
              <a:gd name="T61" fmla="*/ 3833 h 6104"/>
              <a:gd name="T62" fmla="*/ 5843 w 6033"/>
              <a:gd name="T63" fmla="*/ 1525 h 6104"/>
              <a:gd name="T64" fmla="*/ 5990 w 6033"/>
              <a:gd name="T65" fmla="*/ 987 h 6104"/>
              <a:gd name="T66" fmla="*/ 5921 w 6033"/>
              <a:gd name="T67" fmla="*/ 659 h 6104"/>
              <a:gd name="T68" fmla="*/ 5699 w 6033"/>
              <a:gd name="T69" fmla="*/ 686 h 6104"/>
              <a:gd name="T70" fmla="*/ 5424 w 6033"/>
              <a:gd name="T71" fmla="*/ 204 h 6104"/>
              <a:gd name="T72" fmla="*/ 5394 w 6033"/>
              <a:gd name="T73" fmla="*/ 129 h 6104"/>
              <a:gd name="T74" fmla="*/ 5068 w 6033"/>
              <a:gd name="T75" fmla="*/ 51 h 6104"/>
              <a:gd name="T76" fmla="*/ 4540 w 6033"/>
              <a:gd name="T77" fmla="*/ 194 h 6104"/>
              <a:gd name="T78" fmla="*/ 4405 w 6033"/>
              <a:gd name="T79" fmla="*/ 12 h 6104"/>
              <a:gd name="T80" fmla="*/ 4120 w 6033"/>
              <a:gd name="T81" fmla="*/ 187 h 6104"/>
              <a:gd name="T82" fmla="*/ 3843 w 6033"/>
              <a:gd name="T83" fmla="*/ 663 h 6104"/>
              <a:gd name="T84" fmla="*/ 3624 w 6033"/>
              <a:gd name="T85" fmla="*/ 631 h 6104"/>
              <a:gd name="T86" fmla="*/ 3515 w 6033"/>
              <a:gd name="T87" fmla="*/ 925 h 6104"/>
              <a:gd name="T88" fmla="*/ 3687 w 6033"/>
              <a:gd name="T89" fmla="*/ 1017 h 6104"/>
              <a:gd name="T90" fmla="*/ 3541 w 6033"/>
              <a:gd name="T91" fmla="*/ 1545 h 6104"/>
              <a:gd name="T92" fmla="*/ 3610 w 6033"/>
              <a:gd name="T93" fmla="*/ 1872 h 6104"/>
              <a:gd name="T94" fmla="*/ 3814 w 6033"/>
              <a:gd name="T95" fmla="*/ 1853 h 6104"/>
              <a:gd name="T96" fmla="*/ 4087 w 6033"/>
              <a:gd name="T97" fmla="*/ 2330 h 6104"/>
              <a:gd name="T98" fmla="*/ 4367 w 6033"/>
              <a:gd name="T99" fmla="*/ 2513 h 6104"/>
              <a:gd name="T100" fmla="*/ 4442 w 6033"/>
              <a:gd name="T101" fmla="*/ 2483 h 6104"/>
              <a:gd name="T102" fmla="*/ 4986 w 6033"/>
              <a:gd name="T103" fmla="*/ 2365 h 6104"/>
              <a:gd name="T104" fmla="*/ 5112 w 6033"/>
              <a:gd name="T105" fmla="*/ 2525 h 6104"/>
              <a:gd name="T106" fmla="*/ 5397 w 6033"/>
              <a:gd name="T107" fmla="*/ 2350 h 6104"/>
              <a:gd name="T108" fmla="*/ 5693 w 6033"/>
              <a:gd name="T109" fmla="*/ 1882 h 6104"/>
              <a:gd name="T110" fmla="*/ 5900 w 6033"/>
              <a:gd name="T111" fmla="*/ 1909 h 6104"/>
              <a:gd name="T112" fmla="*/ 5978 w 6033"/>
              <a:gd name="T113" fmla="*/ 1583 h 6104"/>
              <a:gd name="T114" fmla="*/ 4203 w 6033"/>
              <a:gd name="T115" fmla="*/ 1489 h 6104"/>
              <a:gd name="T116" fmla="*/ 5327 w 6033"/>
              <a:gd name="T117" fmla="*/ 1042 h 6104"/>
              <a:gd name="T118" fmla="*/ 4979 w 6033"/>
              <a:gd name="T119" fmla="*/ 1181 h 6104"/>
              <a:gd name="T120" fmla="*/ 4552 w 6033"/>
              <a:gd name="T121" fmla="*/ 1351 h 6104"/>
              <a:gd name="T122" fmla="*/ 4979 w 6033"/>
              <a:gd name="T123" fmla="*/ 1181 h 6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033" h="6104">
                <a:moveTo>
                  <a:pt x="4443" y="3494"/>
                </a:moveTo>
                <a:lnTo>
                  <a:pt x="4165" y="3494"/>
                </a:lnTo>
                <a:cubicBezTo>
                  <a:pt x="4112" y="3217"/>
                  <a:pt x="4000" y="2955"/>
                  <a:pt x="3836" y="2726"/>
                </a:cubicBezTo>
                <a:lnTo>
                  <a:pt x="4030" y="2533"/>
                </a:lnTo>
                <a:cubicBezTo>
                  <a:pt x="4048" y="2514"/>
                  <a:pt x="4059" y="2488"/>
                  <a:pt x="4059" y="2462"/>
                </a:cubicBezTo>
                <a:cubicBezTo>
                  <a:pt x="4059" y="2435"/>
                  <a:pt x="4048" y="2410"/>
                  <a:pt x="4030" y="2391"/>
                </a:cubicBezTo>
                <a:lnTo>
                  <a:pt x="3692" y="2054"/>
                </a:lnTo>
                <a:cubicBezTo>
                  <a:pt x="3653" y="2015"/>
                  <a:pt x="3590" y="2015"/>
                  <a:pt x="3550" y="2054"/>
                </a:cubicBezTo>
                <a:lnTo>
                  <a:pt x="3351" y="2253"/>
                </a:lnTo>
                <a:cubicBezTo>
                  <a:pt x="3125" y="2098"/>
                  <a:pt x="2867" y="1992"/>
                  <a:pt x="2598" y="1945"/>
                </a:cubicBezTo>
                <a:lnTo>
                  <a:pt x="2598" y="1662"/>
                </a:lnTo>
                <a:cubicBezTo>
                  <a:pt x="2598" y="1607"/>
                  <a:pt x="2553" y="1562"/>
                  <a:pt x="2498" y="1562"/>
                </a:cubicBezTo>
                <a:lnTo>
                  <a:pt x="2021" y="1562"/>
                </a:lnTo>
                <a:cubicBezTo>
                  <a:pt x="1965" y="1562"/>
                  <a:pt x="1920" y="1607"/>
                  <a:pt x="1920" y="1662"/>
                </a:cubicBezTo>
                <a:lnTo>
                  <a:pt x="1920" y="1945"/>
                </a:lnTo>
                <a:cubicBezTo>
                  <a:pt x="1649" y="1993"/>
                  <a:pt x="1390" y="2099"/>
                  <a:pt x="1162" y="2256"/>
                </a:cubicBezTo>
                <a:lnTo>
                  <a:pt x="968" y="2063"/>
                </a:lnTo>
                <a:cubicBezTo>
                  <a:pt x="929" y="2023"/>
                  <a:pt x="865" y="2023"/>
                  <a:pt x="826" y="2063"/>
                </a:cubicBezTo>
                <a:lnTo>
                  <a:pt x="489" y="2400"/>
                </a:lnTo>
                <a:cubicBezTo>
                  <a:pt x="470" y="2419"/>
                  <a:pt x="460" y="2444"/>
                  <a:pt x="460" y="2471"/>
                </a:cubicBezTo>
                <a:cubicBezTo>
                  <a:pt x="460" y="2497"/>
                  <a:pt x="470" y="2523"/>
                  <a:pt x="489" y="2542"/>
                </a:cubicBezTo>
                <a:lnTo>
                  <a:pt x="679" y="2731"/>
                </a:lnTo>
                <a:cubicBezTo>
                  <a:pt x="517" y="2959"/>
                  <a:pt x="406" y="3220"/>
                  <a:pt x="354" y="3494"/>
                </a:cubicBezTo>
                <a:lnTo>
                  <a:pt x="101" y="3494"/>
                </a:lnTo>
                <a:cubicBezTo>
                  <a:pt x="45" y="3494"/>
                  <a:pt x="0" y="3539"/>
                  <a:pt x="0" y="3594"/>
                </a:cubicBezTo>
                <a:lnTo>
                  <a:pt x="0" y="4071"/>
                </a:lnTo>
                <a:cubicBezTo>
                  <a:pt x="0" y="4127"/>
                  <a:pt x="45" y="4172"/>
                  <a:pt x="101" y="4172"/>
                </a:cubicBezTo>
                <a:lnTo>
                  <a:pt x="346" y="4172"/>
                </a:lnTo>
                <a:cubicBezTo>
                  <a:pt x="392" y="4448"/>
                  <a:pt x="498" y="4713"/>
                  <a:pt x="658" y="4946"/>
                </a:cubicBezTo>
                <a:lnTo>
                  <a:pt x="480" y="5124"/>
                </a:lnTo>
                <a:cubicBezTo>
                  <a:pt x="441" y="5163"/>
                  <a:pt x="441" y="5227"/>
                  <a:pt x="480" y="5266"/>
                </a:cubicBezTo>
                <a:lnTo>
                  <a:pt x="817" y="5603"/>
                </a:lnTo>
                <a:cubicBezTo>
                  <a:pt x="836" y="5622"/>
                  <a:pt x="862" y="5633"/>
                  <a:pt x="888" y="5633"/>
                </a:cubicBezTo>
                <a:cubicBezTo>
                  <a:pt x="915" y="5633"/>
                  <a:pt x="940" y="5622"/>
                  <a:pt x="959" y="5603"/>
                </a:cubicBezTo>
                <a:lnTo>
                  <a:pt x="1131" y="5431"/>
                </a:lnTo>
                <a:cubicBezTo>
                  <a:pt x="1367" y="5599"/>
                  <a:pt x="1636" y="5713"/>
                  <a:pt x="1920" y="5763"/>
                </a:cubicBezTo>
                <a:lnTo>
                  <a:pt x="1920" y="6004"/>
                </a:lnTo>
                <a:cubicBezTo>
                  <a:pt x="1920" y="6059"/>
                  <a:pt x="1965" y="6104"/>
                  <a:pt x="2021" y="6104"/>
                </a:cubicBezTo>
                <a:lnTo>
                  <a:pt x="2498" y="6104"/>
                </a:lnTo>
                <a:cubicBezTo>
                  <a:pt x="2553" y="6104"/>
                  <a:pt x="2598" y="6059"/>
                  <a:pt x="2598" y="6004"/>
                </a:cubicBezTo>
                <a:lnTo>
                  <a:pt x="2598" y="5763"/>
                </a:lnTo>
                <a:cubicBezTo>
                  <a:pt x="2880" y="5713"/>
                  <a:pt x="3148" y="5601"/>
                  <a:pt x="3382" y="5435"/>
                </a:cubicBezTo>
                <a:lnTo>
                  <a:pt x="3559" y="5612"/>
                </a:lnTo>
                <a:cubicBezTo>
                  <a:pt x="3597" y="5650"/>
                  <a:pt x="3664" y="5650"/>
                  <a:pt x="3701" y="5612"/>
                </a:cubicBezTo>
                <a:lnTo>
                  <a:pt x="4038" y="5275"/>
                </a:lnTo>
                <a:cubicBezTo>
                  <a:pt x="4078" y="5235"/>
                  <a:pt x="4078" y="5172"/>
                  <a:pt x="4038" y="5133"/>
                </a:cubicBezTo>
                <a:lnTo>
                  <a:pt x="3857" y="4951"/>
                </a:lnTo>
                <a:cubicBezTo>
                  <a:pt x="4019" y="4717"/>
                  <a:pt x="4126" y="4450"/>
                  <a:pt x="4173" y="4172"/>
                </a:cubicBezTo>
                <a:lnTo>
                  <a:pt x="4443" y="4172"/>
                </a:lnTo>
                <a:cubicBezTo>
                  <a:pt x="4498" y="4172"/>
                  <a:pt x="4543" y="4127"/>
                  <a:pt x="4543" y="4071"/>
                </a:cubicBezTo>
                <a:lnTo>
                  <a:pt x="4543" y="3594"/>
                </a:lnTo>
                <a:cubicBezTo>
                  <a:pt x="4543" y="3539"/>
                  <a:pt x="4498" y="3494"/>
                  <a:pt x="4443" y="3494"/>
                </a:cubicBezTo>
                <a:close/>
                <a:moveTo>
                  <a:pt x="2272" y="4891"/>
                </a:moveTo>
                <a:cubicBezTo>
                  <a:pt x="1687" y="4891"/>
                  <a:pt x="1214" y="4417"/>
                  <a:pt x="1214" y="3833"/>
                </a:cubicBezTo>
                <a:cubicBezTo>
                  <a:pt x="1214" y="3248"/>
                  <a:pt x="1687" y="2775"/>
                  <a:pt x="2272" y="2775"/>
                </a:cubicBezTo>
                <a:cubicBezTo>
                  <a:pt x="2856" y="2775"/>
                  <a:pt x="3330" y="3248"/>
                  <a:pt x="3330" y="3833"/>
                </a:cubicBezTo>
                <a:cubicBezTo>
                  <a:pt x="3330" y="4417"/>
                  <a:pt x="2856" y="4891"/>
                  <a:pt x="2272" y="4891"/>
                </a:cubicBezTo>
                <a:close/>
                <a:moveTo>
                  <a:pt x="2674" y="3833"/>
                </a:moveTo>
                <a:cubicBezTo>
                  <a:pt x="2674" y="4055"/>
                  <a:pt x="2494" y="4235"/>
                  <a:pt x="2272" y="4235"/>
                </a:cubicBezTo>
                <a:cubicBezTo>
                  <a:pt x="2050" y="4235"/>
                  <a:pt x="1870" y="4055"/>
                  <a:pt x="1870" y="3833"/>
                </a:cubicBezTo>
                <a:cubicBezTo>
                  <a:pt x="1870" y="3611"/>
                  <a:pt x="2050" y="3431"/>
                  <a:pt x="2272" y="3431"/>
                </a:cubicBezTo>
                <a:cubicBezTo>
                  <a:pt x="2494" y="3431"/>
                  <a:pt x="2674" y="3611"/>
                  <a:pt x="2674" y="3833"/>
                </a:cubicBezTo>
                <a:close/>
                <a:moveTo>
                  <a:pt x="5978" y="1583"/>
                </a:moveTo>
                <a:lnTo>
                  <a:pt x="5843" y="1525"/>
                </a:lnTo>
                <a:cubicBezTo>
                  <a:pt x="5879" y="1366"/>
                  <a:pt x="5880" y="1202"/>
                  <a:pt x="5846" y="1044"/>
                </a:cubicBezTo>
                <a:lnTo>
                  <a:pt x="5990" y="987"/>
                </a:lnTo>
                <a:cubicBezTo>
                  <a:pt x="6019" y="975"/>
                  <a:pt x="6033" y="942"/>
                  <a:pt x="6022" y="913"/>
                </a:cubicBezTo>
                <a:lnTo>
                  <a:pt x="5921" y="659"/>
                </a:lnTo>
                <a:cubicBezTo>
                  <a:pt x="5909" y="630"/>
                  <a:pt x="5876" y="616"/>
                  <a:pt x="5846" y="627"/>
                </a:cubicBezTo>
                <a:lnTo>
                  <a:pt x="5699" y="686"/>
                </a:lnTo>
                <a:cubicBezTo>
                  <a:pt x="5612" y="550"/>
                  <a:pt x="5497" y="435"/>
                  <a:pt x="5362" y="348"/>
                </a:cubicBezTo>
                <a:lnTo>
                  <a:pt x="5424" y="204"/>
                </a:lnTo>
                <a:cubicBezTo>
                  <a:pt x="5430" y="190"/>
                  <a:pt x="5430" y="175"/>
                  <a:pt x="5424" y="160"/>
                </a:cubicBezTo>
                <a:cubicBezTo>
                  <a:pt x="5419" y="146"/>
                  <a:pt x="5408" y="135"/>
                  <a:pt x="5394" y="129"/>
                </a:cubicBezTo>
                <a:lnTo>
                  <a:pt x="5144" y="21"/>
                </a:lnTo>
                <a:cubicBezTo>
                  <a:pt x="5115" y="9"/>
                  <a:pt x="5081" y="22"/>
                  <a:pt x="5068" y="51"/>
                </a:cubicBezTo>
                <a:lnTo>
                  <a:pt x="5005" y="199"/>
                </a:lnTo>
                <a:cubicBezTo>
                  <a:pt x="4851" y="164"/>
                  <a:pt x="4693" y="163"/>
                  <a:pt x="4540" y="194"/>
                </a:cubicBezTo>
                <a:lnTo>
                  <a:pt x="4480" y="44"/>
                </a:lnTo>
                <a:cubicBezTo>
                  <a:pt x="4468" y="15"/>
                  <a:pt x="4435" y="0"/>
                  <a:pt x="4405" y="12"/>
                </a:cubicBezTo>
                <a:lnTo>
                  <a:pt x="4152" y="113"/>
                </a:lnTo>
                <a:cubicBezTo>
                  <a:pt x="4123" y="125"/>
                  <a:pt x="4108" y="158"/>
                  <a:pt x="4120" y="187"/>
                </a:cubicBezTo>
                <a:lnTo>
                  <a:pt x="4180" y="337"/>
                </a:lnTo>
                <a:cubicBezTo>
                  <a:pt x="4046" y="420"/>
                  <a:pt x="3931" y="532"/>
                  <a:pt x="3843" y="663"/>
                </a:cubicBezTo>
                <a:lnTo>
                  <a:pt x="3699" y="601"/>
                </a:lnTo>
                <a:cubicBezTo>
                  <a:pt x="3670" y="589"/>
                  <a:pt x="3636" y="602"/>
                  <a:pt x="3624" y="631"/>
                </a:cubicBezTo>
                <a:lnTo>
                  <a:pt x="3516" y="881"/>
                </a:lnTo>
                <a:cubicBezTo>
                  <a:pt x="3510" y="896"/>
                  <a:pt x="3510" y="911"/>
                  <a:pt x="3515" y="925"/>
                </a:cubicBezTo>
                <a:cubicBezTo>
                  <a:pt x="3521" y="940"/>
                  <a:pt x="3532" y="951"/>
                  <a:pt x="3546" y="957"/>
                </a:cubicBezTo>
                <a:lnTo>
                  <a:pt x="3687" y="1017"/>
                </a:lnTo>
                <a:cubicBezTo>
                  <a:pt x="3649" y="1173"/>
                  <a:pt x="3645" y="1334"/>
                  <a:pt x="3675" y="1491"/>
                </a:cubicBezTo>
                <a:lnTo>
                  <a:pt x="3541" y="1545"/>
                </a:lnTo>
                <a:cubicBezTo>
                  <a:pt x="3512" y="1556"/>
                  <a:pt x="3497" y="1590"/>
                  <a:pt x="3509" y="1619"/>
                </a:cubicBezTo>
                <a:lnTo>
                  <a:pt x="3610" y="1872"/>
                </a:lnTo>
                <a:cubicBezTo>
                  <a:pt x="3621" y="1902"/>
                  <a:pt x="3655" y="1916"/>
                  <a:pt x="3684" y="1904"/>
                </a:cubicBezTo>
                <a:lnTo>
                  <a:pt x="3814" y="1853"/>
                </a:lnTo>
                <a:cubicBezTo>
                  <a:pt x="3897" y="1990"/>
                  <a:pt x="4009" y="2108"/>
                  <a:pt x="4143" y="2198"/>
                </a:cubicBezTo>
                <a:lnTo>
                  <a:pt x="4087" y="2330"/>
                </a:lnTo>
                <a:cubicBezTo>
                  <a:pt x="4074" y="2359"/>
                  <a:pt x="4087" y="2393"/>
                  <a:pt x="4117" y="2405"/>
                </a:cubicBezTo>
                <a:lnTo>
                  <a:pt x="4367" y="2513"/>
                </a:lnTo>
                <a:cubicBezTo>
                  <a:pt x="4381" y="2519"/>
                  <a:pt x="4397" y="2519"/>
                  <a:pt x="4411" y="2514"/>
                </a:cubicBezTo>
                <a:cubicBezTo>
                  <a:pt x="4425" y="2508"/>
                  <a:pt x="4436" y="2497"/>
                  <a:pt x="4442" y="2483"/>
                </a:cubicBezTo>
                <a:lnTo>
                  <a:pt x="4497" y="2355"/>
                </a:lnTo>
                <a:cubicBezTo>
                  <a:pt x="4658" y="2395"/>
                  <a:pt x="4825" y="2398"/>
                  <a:pt x="4986" y="2365"/>
                </a:cubicBezTo>
                <a:lnTo>
                  <a:pt x="5037" y="2493"/>
                </a:lnTo>
                <a:cubicBezTo>
                  <a:pt x="5049" y="2522"/>
                  <a:pt x="5082" y="2537"/>
                  <a:pt x="5112" y="2525"/>
                </a:cubicBezTo>
                <a:lnTo>
                  <a:pt x="5365" y="2424"/>
                </a:lnTo>
                <a:cubicBezTo>
                  <a:pt x="5394" y="2413"/>
                  <a:pt x="5409" y="2379"/>
                  <a:pt x="5397" y="2350"/>
                </a:cubicBezTo>
                <a:lnTo>
                  <a:pt x="5346" y="2222"/>
                </a:lnTo>
                <a:cubicBezTo>
                  <a:pt x="5485" y="2136"/>
                  <a:pt x="5604" y="2020"/>
                  <a:pt x="5693" y="1882"/>
                </a:cubicBezTo>
                <a:lnTo>
                  <a:pt x="5825" y="1939"/>
                </a:lnTo>
                <a:cubicBezTo>
                  <a:pt x="5852" y="1951"/>
                  <a:pt x="5888" y="1937"/>
                  <a:pt x="5900" y="1909"/>
                </a:cubicBezTo>
                <a:lnTo>
                  <a:pt x="6008" y="1658"/>
                </a:lnTo>
                <a:cubicBezTo>
                  <a:pt x="6020" y="1629"/>
                  <a:pt x="6007" y="1595"/>
                  <a:pt x="5978" y="1583"/>
                </a:cubicBezTo>
                <a:close/>
                <a:moveTo>
                  <a:pt x="4989" y="1828"/>
                </a:moveTo>
                <a:cubicBezTo>
                  <a:pt x="4678" y="1951"/>
                  <a:pt x="4327" y="1800"/>
                  <a:pt x="4203" y="1489"/>
                </a:cubicBezTo>
                <a:cubicBezTo>
                  <a:pt x="4080" y="1179"/>
                  <a:pt x="4231" y="828"/>
                  <a:pt x="4542" y="704"/>
                </a:cubicBezTo>
                <a:cubicBezTo>
                  <a:pt x="4852" y="581"/>
                  <a:pt x="5204" y="732"/>
                  <a:pt x="5327" y="1042"/>
                </a:cubicBezTo>
                <a:cubicBezTo>
                  <a:pt x="5451" y="1353"/>
                  <a:pt x="5299" y="1704"/>
                  <a:pt x="4989" y="1828"/>
                </a:cubicBezTo>
                <a:close/>
                <a:moveTo>
                  <a:pt x="4979" y="1181"/>
                </a:moveTo>
                <a:cubicBezTo>
                  <a:pt x="5025" y="1299"/>
                  <a:pt x="4968" y="1432"/>
                  <a:pt x="4850" y="1479"/>
                </a:cubicBezTo>
                <a:cubicBezTo>
                  <a:pt x="4732" y="1526"/>
                  <a:pt x="4599" y="1468"/>
                  <a:pt x="4552" y="1351"/>
                </a:cubicBezTo>
                <a:cubicBezTo>
                  <a:pt x="4505" y="1233"/>
                  <a:pt x="4563" y="1099"/>
                  <a:pt x="4680" y="1053"/>
                </a:cubicBezTo>
                <a:cubicBezTo>
                  <a:pt x="4798" y="1006"/>
                  <a:pt x="4932" y="1063"/>
                  <a:pt x="4979" y="11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anchor_48550"/>
          <p:cNvSpPr>
            <a:spLocks noChangeAspect="1"/>
          </p:cNvSpPr>
          <p:nvPr/>
        </p:nvSpPr>
        <p:spPr bwMode="auto">
          <a:xfrm>
            <a:off x="3702178" y="5730679"/>
            <a:ext cx="548994" cy="609685"/>
          </a:xfrm>
          <a:custGeom>
            <a:avLst/>
            <a:gdLst>
              <a:gd name="T0" fmla="*/ 836 w 857"/>
              <a:gd name="T1" fmla="*/ 388 h 953"/>
              <a:gd name="T2" fmla="*/ 723 w 857"/>
              <a:gd name="T3" fmla="*/ 248 h 953"/>
              <a:gd name="T4" fmla="*/ 684 w 857"/>
              <a:gd name="T5" fmla="*/ 233 h 953"/>
              <a:gd name="T6" fmla="*/ 657 w 857"/>
              <a:gd name="T7" fmla="*/ 260 h 953"/>
              <a:gd name="T8" fmla="*/ 606 w 857"/>
              <a:gd name="T9" fmla="*/ 433 h 953"/>
              <a:gd name="T10" fmla="*/ 654 w 857"/>
              <a:gd name="T11" fmla="*/ 487 h 953"/>
              <a:gd name="T12" fmla="*/ 684 w 857"/>
              <a:gd name="T13" fmla="*/ 481 h 953"/>
              <a:gd name="T14" fmla="*/ 594 w 857"/>
              <a:gd name="T15" fmla="*/ 738 h 953"/>
              <a:gd name="T16" fmla="*/ 588 w 857"/>
              <a:gd name="T17" fmla="*/ 729 h 953"/>
              <a:gd name="T18" fmla="*/ 301 w 857"/>
              <a:gd name="T19" fmla="*/ 233 h 953"/>
              <a:gd name="T20" fmla="*/ 301 w 857"/>
              <a:gd name="T21" fmla="*/ 215 h 953"/>
              <a:gd name="T22" fmla="*/ 289 w 857"/>
              <a:gd name="T23" fmla="*/ 57 h 953"/>
              <a:gd name="T24" fmla="*/ 131 w 857"/>
              <a:gd name="T25" fmla="*/ 24 h 953"/>
              <a:gd name="T26" fmla="*/ 63 w 857"/>
              <a:gd name="T27" fmla="*/ 179 h 953"/>
              <a:gd name="T28" fmla="*/ 197 w 857"/>
              <a:gd name="T29" fmla="*/ 278 h 953"/>
              <a:gd name="T30" fmla="*/ 212 w 857"/>
              <a:gd name="T31" fmla="*/ 287 h 953"/>
              <a:gd name="T32" fmla="*/ 499 w 857"/>
              <a:gd name="T33" fmla="*/ 783 h 953"/>
              <a:gd name="T34" fmla="*/ 505 w 857"/>
              <a:gd name="T35" fmla="*/ 792 h 953"/>
              <a:gd name="T36" fmla="*/ 230 w 857"/>
              <a:gd name="T37" fmla="*/ 741 h 953"/>
              <a:gd name="T38" fmla="*/ 248 w 857"/>
              <a:gd name="T39" fmla="*/ 720 h 953"/>
              <a:gd name="T40" fmla="*/ 227 w 857"/>
              <a:gd name="T41" fmla="*/ 651 h 953"/>
              <a:gd name="T42" fmla="*/ 54 w 857"/>
              <a:gd name="T43" fmla="*/ 609 h 953"/>
              <a:gd name="T44" fmla="*/ 12 w 857"/>
              <a:gd name="T45" fmla="*/ 621 h 953"/>
              <a:gd name="T46" fmla="*/ 6 w 857"/>
              <a:gd name="T47" fmla="*/ 663 h 953"/>
              <a:gd name="T48" fmla="*/ 68 w 857"/>
              <a:gd name="T49" fmla="*/ 827 h 953"/>
              <a:gd name="T50" fmla="*/ 137 w 857"/>
              <a:gd name="T51" fmla="*/ 842 h 953"/>
              <a:gd name="T52" fmla="*/ 155 w 857"/>
              <a:gd name="T53" fmla="*/ 822 h 953"/>
              <a:gd name="T54" fmla="*/ 600 w 857"/>
              <a:gd name="T55" fmla="*/ 863 h 953"/>
              <a:gd name="T56" fmla="*/ 785 w 857"/>
              <a:gd name="T57" fmla="*/ 457 h 953"/>
              <a:gd name="T58" fmla="*/ 812 w 857"/>
              <a:gd name="T59" fmla="*/ 451 h 953"/>
              <a:gd name="T60" fmla="*/ 836 w 857"/>
              <a:gd name="T61" fmla="*/ 388 h 953"/>
              <a:gd name="T62" fmla="*/ 218 w 857"/>
              <a:gd name="T63" fmla="*/ 194 h 953"/>
              <a:gd name="T64" fmla="*/ 143 w 857"/>
              <a:gd name="T65" fmla="*/ 176 h 953"/>
              <a:gd name="T66" fmla="*/ 161 w 857"/>
              <a:gd name="T67" fmla="*/ 102 h 953"/>
              <a:gd name="T68" fmla="*/ 236 w 857"/>
              <a:gd name="T69" fmla="*/ 123 h 953"/>
              <a:gd name="T70" fmla="*/ 218 w 857"/>
              <a:gd name="T71" fmla="*/ 194 h 9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857" h="953">
                <a:moveTo>
                  <a:pt x="836" y="388"/>
                </a:moveTo>
                <a:cubicBezTo>
                  <a:pt x="797" y="341"/>
                  <a:pt x="761" y="296"/>
                  <a:pt x="723" y="248"/>
                </a:cubicBezTo>
                <a:cubicBezTo>
                  <a:pt x="714" y="236"/>
                  <a:pt x="702" y="230"/>
                  <a:pt x="684" y="233"/>
                </a:cubicBezTo>
                <a:cubicBezTo>
                  <a:pt x="669" y="236"/>
                  <a:pt x="660" y="245"/>
                  <a:pt x="657" y="260"/>
                </a:cubicBezTo>
                <a:cubicBezTo>
                  <a:pt x="639" y="317"/>
                  <a:pt x="621" y="376"/>
                  <a:pt x="606" y="433"/>
                </a:cubicBezTo>
                <a:cubicBezTo>
                  <a:pt x="597" y="466"/>
                  <a:pt x="618" y="493"/>
                  <a:pt x="654" y="487"/>
                </a:cubicBezTo>
                <a:cubicBezTo>
                  <a:pt x="663" y="484"/>
                  <a:pt x="675" y="484"/>
                  <a:pt x="684" y="481"/>
                </a:cubicBezTo>
                <a:cubicBezTo>
                  <a:pt x="705" y="589"/>
                  <a:pt x="654" y="690"/>
                  <a:pt x="594" y="738"/>
                </a:cubicBezTo>
                <a:cubicBezTo>
                  <a:pt x="591" y="735"/>
                  <a:pt x="591" y="732"/>
                  <a:pt x="588" y="729"/>
                </a:cubicBezTo>
                <a:cubicBezTo>
                  <a:pt x="493" y="565"/>
                  <a:pt x="397" y="397"/>
                  <a:pt x="301" y="233"/>
                </a:cubicBezTo>
                <a:cubicBezTo>
                  <a:pt x="298" y="227"/>
                  <a:pt x="298" y="221"/>
                  <a:pt x="301" y="215"/>
                </a:cubicBezTo>
                <a:cubicBezTo>
                  <a:pt x="334" y="167"/>
                  <a:pt x="328" y="102"/>
                  <a:pt x="289" y="57"/>
                </a:cubicBezTo>
                <a:cubicBezTo>
                  <a:pt x="251" y="12"/>
                  <a:pt x="185" y="0"/>
                  <a:pt x="131" y="24"/>
                </a:cubicBezTo>
                <a:cubicBezTo>
                  <a:pt x="74" y="54"/>
                  <a:pt x="45" y="120"/>
                  <a:pt x="63" y="179"/>
                </a:cubicBezTo>
                <a:cubicBezTo>
                  <a:pt x="77" y="239"/>
                  <a:pt x="134" y="281"/>
                  <a:pt x="197" y="278"/>
                </a:cubicBezTo>
                <a:cubicBezTo>
                  <a:pt x="206" y="278"/>
                  <a:pt x="209" y="281"/>
                  <a:pt x="212" y="287"/>
                </a:cubicBezTo>
                <a:cubicBezTo>
                  <a:pt x="307" y="451"/>
                  <a:pt x="403" y="615"/>
                  <a:pt x="499" y="783"/>
                </a:cubicBezTo>
                <a:cubicBezTo>
                  <a:pt x="502" y="786"/>
                  <a:pt x="502" y="789"/>
                  <a:pt x="505" y="792"/>
                </a:cubicBezTo>
                <a:cubicBezTo>
                  <a:pt x="403" y="830"/>
                  <a:pt x="289" y="798"/>
                  <a:pt x="230" y="741"/>
                </a:cubicBezTo>
                <a:cubicBezTo>
                  <a:pt x="236" y="735"/>
                  <a:pt x="242" y="726"/>
                  <a:pt x="248" y="720"/>
                </a:cubicBezTo>
                <a:cubicBezTo>
                  <a:pt x="272" y="693"/>
                  <a:pt x="260" y="660"/>
                  <a:pt x="227" y="651"/>
                </a:cubicBezTo>
                <a:cubicBezTo>
                  <a:pt x="170" y="636"/>
                  <a:pt x="110" y="624"/>
                  <a:pt x="54" y="609"/>
                </a:cubicBezTo>
                <a:cubicBezTo>
                  <a:pt x="39" y="606"/>
                  <a:pt x="24" y="606"/>
                  <a:pt x="12" y="621"/>
                </a:cubicBezTo>
                <a:cubicBezTo>
                  <a:pt x="0" y="633"/>
                  <a:pt x="0" y="648"/>
                  <a:pt x="6" y="663"/>
                </a:cubicBezTo>
                <a:cubicBezTo>
                  <a:pt x="27" y="717"/>
                  <a:pt x="48" y="774"/>
                  <a:pt x="68" y="827"/>
                </a:cubicBezTo>
                <a:cubicBezTo>
                  <a:pt x="80" y="857"/>
                  <a:pt x="113" y="863"/>
                  <a:pt x="137" y="842"/>
                </a:cubicBezTo>
                <a:cubicBezTo>
                  <a:pt x="143" y="836"/>
                  <a:pt x="149" y="827"/>
                  <a:pt x="155" y="822"/>
                </a:cubicBezTo>
                <a:cubicBezTo>
                  <a:pt x="295" y="929"/>
                  <a:pt x="445" y="953"/>
                  <a:pt x="600" y="863"/>
                </a:cubicBezTo>
                <a:cubicBezTo>
                  <a:pt x="755" y="774"/>
                  <a:pt x="809" y="630"/>
                  <a:pt x="785" y="457"/>
                </a:cubicBezTo>
                <a:cubicBezTo>
                  <a:pt x="794" y="454"/>
                  <a:pt x="803" y="454"/>
                  <a:pt x="812" y="451"/>
                </a:cubicBezTo>
                <a:cubicBezTo>
                  <a:pt x="845" y="445"/>
                  <a:pt x="857" y="412"/>
                  <a:pt x="836" y="388"/>
                </a:cubicBezTo>
                <a:close/>
                <a:moveTo>
                  <a:pt x="218" y="194"/>
                </a:moveTo>
                <a:cubicBezTo>
                  <a:pt x="191" y="209"/>
                  <a:pt x="158" y="200"/>
                  <a:pt x="143" y="176"/>
                </a:cubicBezTo>
                <a:cubicBezTo>
                  <a:pt x="128" y="149"/>
                  <a:pt x="137" y="117"/>
                  <a:pt x="161" y="102"/>
                </a:cubicBezTo>
                <a:cubicBezTo>
                  <a:pt x="188" y="87"/>
                  <a:pt x="221" y="96"/>
                  <a:pt x="236" y="123"/>
                </a:cubicBezTo>
                <a:cubicBezTo>
                  <a:pt x="251" y="144"/>
                  <a:pt x="242" y="179"/>
                  <a:pt x="218" y="1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2" name="teamwork_292324"/>
          <p:cNvSpPr>
            <a:spLocks noChangeAspect="1"/>
          </p:cNvSpPr>
          <p:nvPr/>
        </p:nvSpPr>
        <p:spPr bwMode="auto">
          <a:xfrm>
            <a:off x="4678882" y="5730679"/>
            <a:ext cx="872718" cy="689435"/>
          </a:xfrm>
          <a:custGeom>
            <a:avLst/>
            <a:gdLst>
              <a:gd name="connsiteX0" fmla="*/ 471165 w 607639"/>
              <a:gd name="connsiteY0" fmla="*/ 232443 h 424310"/>
              <a:gd name="connsiteX1" fmla="*/ 554492 w 607639"/>
              <a:gd name="connsiteY1" fmla="*/ 232443 h 424310"/>
              <a:gd name="connsiteX2" fmla="*/ 607639 w 607639"/>
              <a:gd name="connsiteY2" fmla="*/ 285482 h 424310"/>
              <a:gd name="connsiteX3" fmla="*/ 607639 w 607639"/>
              <a:gd name="connsiteY3" fmla="*/ 367572 h 424310"/>
              <a:gd name="connsiteX4" fmla="*/ 587342 w 607639"/>
              <a:gd name="connsiteY4" fmla="*/ 387828 h 424310"/>
              <a:gd name="connsiteX5" fmla="*/ 484430 w 607639"/>
              <a:gd name="connsiteY5" fmla="*/ 387828 h 424310"/>
              <a:gd name="connsiteX6" fmla="*/ 484430 w 607639"/>
              <a:gd name="connsiteY6" fmla="*/ 284327 h 424310"/>
              <a:gd name="connsiteX7" fmla="*/ 471165 w 607639"/>
              <a:gd name="connsiteY7" fmla="*/ 232443 h 424310"/>
              <a:gd name="connsiteX8" fmla="*/ 53127 w 607639"/>
              <a:gd name="connsiteY8" fmla="*/ 232443 h 424310"/>
              <a:gd name="connsiteX9" fmla="*/ 136332 w 607639"/>
              <a:gd name="connsiteY9" fmla="*/ 232443 h 424310"/>
              <a:gd name="connsiteX10" fmla="*/ 123162 w 607639"/>
              <a:gd name="connsiteY10" fmla="*/ 284327 h 424310"/>
              <a:gd name="connsiteX11" fmla="*/ 123162 w 607639"/>
              <a:gd name="connsiteY11" fmla="*/ 387828 h 424310"/>
              <a:gd name="connsiteX12" fmla="*/ 20290 w 607639"/>
              <a:gd name="connsiteY12" fmla="*/ 387828 h 424310"/>
              <a:gd name="connsiteX13" fmla="*/ 0 w 607639"/>
              <a:gd name="connsiteY13" fmla="*/ 367572 h 424310"/>
              <a:gd name="connsiteX14" fmla="*/ 0 w 607639"/>
              <a:gd name="connsiteY14" fmla="*/ 285482 h 424310"/>
              <a:gd name="connsiteX15" fmla="*/ 53127 w 607639"/>
              <a:gd name="connsiteY15" fmla="*/ 232443 h 424310"/>
              <a:gd name="connsiteX16" fmla="*/ 199559 w 607639"/>
              <a:gd name="connsiteY16" fmla="*/ 224446 h 424310"/>
              <a:gd name="connsiteX17" fmla="*/ 208281 w 607639"/>
              <a:gd name="connsiteY17" fmla="*/ 226312 h 424310"/>
              <a:gd name="connsiteX18" fmla="*/ 287577 w 607639"/>
              <a:gd name="connsiteY18" fmla="*/ 332065 h 424310"/>
              <a:gd name="connsiteX19" fmla="*/ 320061 w 607639"/>
              <a:gd name="connsiteY19" fmla="*/ 332065 h 424310"/>
              <a:gd name="connsiteX20" fmla="*/ 399357 w 607639"/>
              <a:gd name="connsiteY20" fmla="*/ 226312 h 424310"/>
              <a:gd name="connsiteX21" fmla="*/ 407990 w 607639"/>
              <a:gd name="connsiteY21" fmla="*/ 224446 h 424310"/>
              <a:gd name="connsiteX22" fmla="*/ 443856 w 607639"/>
              <a:gd name="connsiteY22" fmla="*/ 284343 h 424310"/>
              <a:gd name="connsiteX23" fmla="*/ 443856 w 607639"/>
              <a:gd name="connsiteY23" fmla="*/ 404048 h 424310"/>
              <a:gd name="connsiteX24" fmla="*/ 423565 w 607639"/>
              <a:gd name="connsiteY24" fmla="*/ 424310 h 424310"/>
              <a:gd name="connsiteX25" fmla="*/ 184073 w 607639"/>
              <a:gd name="connsiteY25" fmla="*/ 424310 h 424310"/>
              <a:gd name="connsiteX26" fmla="*/ 163782 w 607639"/>
              <a:gd name="connsiteY26" fmla="*/ 404048 h 424310"/>
              <a:gd name="connsiteX27" fmla="*/ 163782 w 607639"/>
              <a:gd name="connsiteY27" fmla="*/ 284343 h 424310"/>
              <a:gd name="connsiteX28" fmla="*/ 199559 w 607639"/>
              <a:gd name="connsiteY28" fmla="*/ 224446 h 424310"/>
              <a:gd name="connsiteX29" fmla="*/ 264876 w 607639"/>
              <a:gd name="connsiteY29" fmla="*/ 216213 h 424310"/>
              <a:gd name="connsiteX30" fmla="*/ 342675 w 607639"/>
              <a:gd name="connsiteY30" fmla="*/ 216213 h 424310"/>
              <a:gd name="connsiteX31" fmla="*/ 348104 w 607639"/>
              <a:gd name="connsiteY31" fmla="*/ 227064 h 424310"/>
              <a:gd name="connsiteX32" fmla="*/ 309205 w 607639"/>
              <a:gd name="connsiteY32" fmla="*/ 278917 h 424310"/>
              <a:gd name="connsiteX33" fmla="*/ 298346 w 607639"/>
              <a:gd name="connsiteY33" fmla="*/ 278917 h 424310"/>
              <a:gd name="connsiteX34" fmla="*/ 259536 w 607639"/>
              <a:gd name="connsiteY34" fmla="*/ 227064 h 424310"/>
              <a:gd name="connsiteX35" fmla="*/ 264876 w 607639"/>
              <a:gd name="connsiteY35" fmla="*/ 216213 h 424310"/>
              <a:gd name="connsiteX36" fmla="*/ 505460 w 607639"/>
              <a:gd name="connsiteY36" fmla="*/ 83832 h 424310"/>
              <a:gd name="connsiteX37" fmla="*/ 575179 w 607639"/>
              <a:gd name="connsiteY37" fmla="*/ 153409 h 424310"/>
              <a:gd name="connsiteX38" fmla="*/ 505460 w 607639"/>
              <a:gd name="connsiteY38" fmla="*/ 222987 h 424310"/>
              <a:gd name="connsiteX39" fmla="*/ 435742 w 607639"/>
              <a:gd name="connsiteY39" fmla="*/ 153409 h 424310"/>
              <a:gd name="connsiteX40" fmla="*/ 505460 w 607639"/>
              <a:gd name="connsiteY40" fmla="*/ 83832 h 424310"/>
              <a:gd name="connsiteX41" fmla="*/ 102179 w 607639"/>
              <a:gd name="connsiteY41" fmla="*/ 83832 h 424310"/>
              <a:gd name="connsiteX42" fmla="*/ 171898 w 607639"/>
              <a:gd name="connsiteY42" fmla="*/ 153410 h 424310"/>
              <a:gd name="connsiteX43" fmla="*/ 102179 w 607639"/>
              <a:gd name="connsiteY43" fmla="*/ 222988 h 424310"/>
              <a:gd name="connsiteX44" fmla="*/ 32460 w 607639"/>
              <a:gd name="connsiteY44" fmla="*/ 153410 h 424310"/>
              <a:gd name="connsiteX45" fmla="*/ 102179 w 607639"/>
              <a:gd name="connsiteY45" fmla="*/ 83832 h 424310"/>
              <a:gd name="connsiteX46" fmla="*/ 304491 w 607639"/>
              <a:gd name="connsiteY46" fmla="*/ 0 h 424310"/>
              <a:gd name="connsiteX47" fmla="*/ 396509 w 607639"/>
              <a:gd name="connsiteY47" fmla="*/ 91912 h 424310"/>
              <a:gd name="connsiteX48" fmla="*/ 304491 w 607639"/>
              <a:gd name="connsiteY48" fmla="*/ 183824 h 424310"/>
              <a:gd name="connsiteX49" fmla="*/ 212473 w 607639"/>
              <a:gd name="connsiteY49" fmla="*/ 91912 h 424310"/>
              <a:gd name="connsiteX50" fmla="*/ 304491 w 607639"/>
              <a:gd name="connsiteY50" fmla="*/ 0 h 424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607639" h="424310">
                <a:moveTo>
                  <a:pt x="471165" y="232443"/>
                </a:moveTo>
                <a:lnTo>
                  <a:pt x="554492" y="232443"/>
                </a:lnTo>
                <a:cubicBezTo>
                  <a:pt x="583781" y="232443"/>
                  <a:pt x="607639" y="256253"/>
                  <a:pt x="607639" y="285482"/>
                </a:cubicBezTo>
                <a:lnTo>
                  <a:pt x="607639" y="367572"/>
                </a:lnTo>
                <a:cubicBezTo>
                  <a:pt x="607639" y="378766"/>
                  <a:pt x="598559" y="387828"/>
                  <a:pt x="587342" y="387828"/>
                </a:cubicBezTo>
                <a:lnTo>
                  <a:pt x="484430" y="387828"/>
                </a:lnTo>
                <a:lnTo>
                  <a:pt x="484430" y="284327"/>
                </a:lnTo>
                <a:cubicBezTo>
                  <a:pt x="484430" y="265937"/>
                  <a:pt x="479711" y="248168"/>
                  <a:pt x="471165" y="232443"/>
                </a:cubicBezTo>
                <a:close/>
                <a:moveTo>
                  <a:pt x="53127" y="232443"/>
                </a:moveTo>
                <a:lnTo>
                  <a:pt x="136332" y="232443"/>
                </a:lnTo>
                <a:cubicBezTo>
                  <a:pt x="127789" y="248168"/>
                  <a:pt x="123162" y="265937"/>
                  <a:pt x="123162" y="284327"/>
                </a:cubicBezTo>
                <a:lnTo>
                  <a:pt x="123162" y="387828"/>
                </a:lnTo>
                <a:lnTo>
                  <a:pt x="20290" y="387828"/>
                </a:lnTo>
                <a:cubicBezTo>
                  <a:pt x="9077" y="387828"/>
                  <a:pt x="0" y="378766"/>
                  <a:pt x="0" y="367572"/>
                </a:cubicBezTo>
                <a:lnTo>
                  <a:pt x="0" y="285482"/>
                </a:lnTo>
                <a:cubicBezTo>
                  <a:pt x="0" y="256253"/>
                  <a:pt x="23849" y="232443"/>
                  <a:pt x="53127" y="232443"/>
                </a:cubicBezTo>
                <a:close/>
                <a:moveTo>
                  <a:pt x="199559" y="224446"/>
                </a:moveTo>
                <a:cubicBezTo>
                  <a:pt x="202496" y="222846"/>
                  <a:pt x="206234" y="223646"/>
                  <a:pt x="208281" y="226312"/>
                </a:cubicBezTo>
                <a:lnTo>
                  <a:pt x="287577" y="332065"/>
                </a:lnTo>
                <a:cubicBezTo>
                  <a:pt x="295676" y="342818"/>
                  <a:pt x="311962" y="342907"/>
                  <a:pt x="320061" y="332065"/>
                </a:cubicBezTo>
                <a:lnTo>
                  <a:pt x="399357" y="226312"/>
                </a:lnTo>
                <a:cubicBezTo>
                  <a:pt x="401404" y="223646"/>
                  <a:pt x="405053" y="222846"/>
                  <a:pt x="407990" y="224446"/>
                </a:cubicBezTo>
                <a:cubicBezTo>
                  <a:pt x="429349" y="235999"/>
                  <a:pt x="443856" y="258482"/>
                  <a:pt x="443856" y="284343"/>
                </a:cubicBezTo>
                <a:lnTo>
                  <a:pt x="443856" y="404048"/>
                </a:lnTo>
                <a:cubicBezTo>
                  <a:pt x="443856" y="415246"/>
                  <a:pt x="434778" y="424310"/>
                  <a:pt x="423565" y="424310"/>
                </a:cubicBezTo>
                <a:lnTo>
                  <a:pt x="184073" y="424310"/>
                </a:lnTo>
                <a:cubicBezTo>
                  <a:pt x="172860" y="424310"/>
                  <a:pt x="163782" y="415246"/>
                  <a:pt x="163782" y="404048"/>
                </a:cubicBezTo>
                <a:lnTo>
                  <a:pt x="163782" y="284343"/>
                </a:lnTo>
                <a:cubicBezTo>
                  <a:pt x="163782" y="258482"/>
                  <a:pt x="178289" y="235999"/>
                  <a:pt x="199559" y="224446"/>
                </a:cubicBezTo>
                <a:close/>
                <a:moveTo>
                  <a:pt x="264876" y="216213"/>
                </a:moveTo>
                <a:lnTo>
                  <a:pt x="342675" y="216213"/>
                </a:lnTo>
                <a:cubicBezTo>
                  <a:pt x="348282" y="216213"/>
                  <a:pt x="351487" y="222528"/>
                  <a:pt x="348104" y="227064"/>
                </a:cubicBezTo>
                <a:lnTo>
                  <a:pt x="309205" y="278917"/>
                </a:lnTo>
                <a:cubicBezTo>
                  <a:pt x="306535" y="282474"/>
                  <a:pt x="301105" y="282474"/>
                  <a:pt x="298346" y="278917"/>
                </a:cubicBezTo>
                <a:lnTo>
                  <a:pt x="259536" y="227064"/>
                </a:lnTo>
                <a:cubicBezTo>
                  <a:pt x="256153" y="222528"/>
                  <a:pt x="259358" y="216213"/>
                  <a:pt x="264876" y="216213"/>
                </a:cubicBezTo>
                <a:close/>
                <a:moveTo>
                  <a:pt x="505460" y="83832"/>
                </a:moveTo>
                <a:cubicBezTo>
                  <a:pt x="543926" y="83832"/>
                  <a:pt x="575179" y="115022"/>
                  <a:pt x="575179" y="153409"/>
                </a:cubicBezTo>
                <a:cubicBezTo>
                  <a:pt x="575179" y="191797"/>
                  <a:pt x="543837" y="222987"/>
                  <a:pt x="505460" y="222987"/>
                </a:cubicBezTo>
                <a:cubicBezTo>
                  <a:pt x="466995" y="222987"/>
                  <a:pt x="435742" y="191797"/>
                  <a:pt x="435742" y="153409"/>
                </a:cubicBezTo>
                <a:cubicBezTo>
                  <a:pt x="435742" y="115022"/>
                  <a:pt x="466995" y="83832"/>
                  <a:pt x="505460" y="83832"/>
                </a:cubicBezTo>
                <a:close/>
                <a:moveTo>
                  <a:pt x="102179" y="83832"/>
                </a:moveTo>
                <a:cubicBezTo>
                  <a:pt x="140684" y="83832"/>
                  <a:pt x="171898" y="114983"/>
                  <a:pt x="171898" y="153410"/>
                </a:cubicBezTo>
                <a:cubicBezTo>
                  <a:pt x="171898" y="191837"/>
                  <a:pt x="140684" y="222988"/>
                  <a:pt x="102179" y="222988"/>
                </a:cubicBezTo>
                <a:cubicBezTo>
                  <a:pt x="63674" y="222988"/>
                  <a:pt x="32460" y="191837"/>
                  <a:pt x="32460" y="153410"/>
                </a:cubicBezTo>
                <a:cubicBezTo>
                  <a:pt x="32460" y="114983"/>
                  <a:pt x="63674" y="83832"/>
                  <a:pt x="102179" y="83832"/>
                </a:cubicBezTo>
                <a:close/>
                <a:moveTo>
                  <a:pt x="304491" y="0"/>
                </a:moveTo>
                <a:cubicBezTo>
                  <a:pt x="355311" y="0"/>
                  <a:pt x="396509" y="41150"/>
                  <a:pt x="396509" y="91912"/>
                </a:cubicBezTo>
                <a:cubicBezTo>
                  <a:pt x="396509" y="142674"/>
                  <a:pt x="355311" y="183824"/>
                  <a:pt x="304491" y="183824"/>
                </a:cubicBezTo>
                <a:cubicBezTo>
                  <a:pt x="253671" y="183824"/>
                  <a:pt x="212473" y="142674"/>
                  <a:pt x="212473" y="91912"/>
                </a:cubicBezTo>
                <a:cubicBezTo>
                  <a:pt x="212473" y="41150"/>
                  <a:pt x="253671" y="0"/>
                  <a:pt x="3044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3" name="two-black-flags_53308"/>
          <p:cNvSpPr>
            <a:spLocks noChangeAspect="1"/>
          </p:cNvSpPr>
          <p:nvPr/>
        </p:nvSpPr>
        <p:spPr bwMode="auto">
          <a:xfrm>
            <a:off x="5655585" y="5730679"/>
            <a:ext cx="603754" cy="609685"/>
          </a:xfrm>
          <a:custGeom>
            <a:avLst/>
            <a:gdLst>
              <a:gd name="connsiteX0" fmla="*/ 241560 w 600890"/>
              <a:gd name="connsiteY0" fmla="*/ 17123 h 606792"/>
              <a:gd name="connsiteX1" fmla="*/ 252977 w 600890"/>
              <a:gd name="connsiteY1" fmla="*/ 19518 h 606792"/>
              <a:gd name="connsiteX2" fmla="*/ 316684 w 600890"/>
              <a:gd name="connsiteY2" fmla="*/ 83083 h 606792"/>
              <a:gd name="connsiteX3" fmla="*/ 232494 w 600890"/>
              <a:gd name="connsiteY3" fmla="*/ 120399 h 606792"/>
              <a:gd name="connsiteX4" fmla="*/ 209851 w 600890"/>
              <a:gd name="connsiteY4" fmla="*/ 109717 h 606792"/>
              <a:gd name="connsiteX5" fmla="*/ 197714 w 600890"/>
              <a:gd name="connsiteY5" fmla="*/ 112303 h 606792"/>
              <a:gd name="connsiteX6" fmla="*/ 182411 w 600890"/>
              <a:gd name="connsiteY6" fmla="*/ 128686 h 606792"/>
              <a:gd name="connsiteX7" fmla="*/ 183178 w 600890"/>
              <a:gd name="connsiteY7" fmla="*/ 151056 h 606792"/>
              <a:gd name="connsiteX8" fmla="*/ 257919 w 600890"/>
              <a:gd name="connsiteY8" fmla="*/ 315454 h 606792"/>
              <a:gd name="connsiteX9" fmla="*/ 169411 w 600890"/>
              <a:gd name="connsiteY9" fmla="*/ 396935 h 606792"/>
              <a:gd name="connsiteX10" fmla="*/ 362305 w 600890"/>
              <a:gd name="connsiteY10" fmla="*/ 589548 h 606792"/>
              <a:gd name="connsiteX11" fmla="*/ 362305 w 600890"/>
              <a:gd name="connsiteY11" fmla="*/ 603822 h 606792"/>
              <a:gd name="connsiteX12" fmla="*/ 355157 w 600890"/>
              <a:gd name="connsiteY12" fmla="*/ 606792 h 606792"/>
              <a:gd name="connsiteX13" fmla="*/ 348009 w 600890"/>
              <a:gd name="connsiteY13" fmla="*/ 603822 h 606792"/>
              <a:gd name="connsiteX14" fmla="*/ 2949 w 600890"/>
              <a:gd name="connsiteY14" fmla="*/ 259313 h 606792"/>
              <a:gd name="connsiteX15" fmla="*/ 2949 w 600890"/>
              <a:gd name="connsiteY15" fmla="*/ 244991 h 606792"/>
              <a:gd name="connsiteX16" fmla="*/ 17293 w 600890"/>
              <a:gd name="connsiteY16" fmla="*/ 244991 h 606792"/>
              <a:gd name="connsiteX17" fmla="*/ 21323 w 600890"/>
              <a:gd name="connsiteY17" fmla="*/ 249062 h 606792"/>
              <a:gd name="connsiteX18" fmla="*/ 241560 w 600890"/>
              <a:gd name="connsiteY18" fmla="*/ 17123 h 606792"/>
              <a:gd name="connsiteX19" fmla="*/ 504185 w 600890"/>
              <a:gd name="connsiteY19" fmla="*/ 0 h 606792"/>
              <a:gd name="connsiteX20" fmla="*/ 509222 w 600890"/>
              <a:gd name="connsiteY20" fmla="*/ 96 h 606792"/>
              <a:gd name="connsiteX21" fmla="*/ 519104 w 600890"/>
              <a:gd name="connsiteY21" fmla="*/ 6324 h 606792"/>
              <a:gd name="connsiteX22" fmla="*/ 600417 w 600890"/>
              <a:gd name="connsiteY22" fmla="*/ 185105 h 606792"/>
              <a:gd name="connsiteX23" fmla="*/ 596196 w 600890"/>
              <a:gd name="connsiteY23" fmla="*/ 190470 h 606792"/>
              <a:gd name="connsiteX24" fmla="*/ 595860 w 600890"/>
              <a:gd name="connsiteY24" fmla="*/ 190470 h 606792"/>
              <a:gd name="connsiteX25" fmla="*/ 590823 w 600890"/>
              <a:gd name="connsiteY25" fmla="*/ 190374 h 606792"/>
              <a:gd name="connsiteX26" fmla="*/ 308987 w 600890"/>
              <a:gd name="connsiteY26" fmla="*/ 330400 h 606792"/>
              <a:gd name="connsiteX27" fmla="*/ 308075 w 600890"/>
              <a:gd name="connsiteY27" fmla="*/ 330400 h 606792"/>
              <a:gd name="connsiteX28" fmla="*/ 420906 w 600890"/>
              <a:gd name="connsiteY28" fmla="*/ 578404 h 606792"/>
              <a:gd name="connsiteX29" fmla="*/ 415869 w 600890"/>
              <a:gd name="connsiteY29" fmla="*/ 591769 h 606792"/>
              <a:gd name="connsiteX30" fmla="*/ 411695 w 600890"/>
              <a:gd name="connsiteY30" fmla="*/ 592679 h 606792"/>
              <a:gd name="connsiteX31" fmla="*/ 408097 w 600890"/>
              <a:gd name="connsiteY31" fmla="*/ 592056 h 606792"/>
              <a:gd name="connsiteX32" fmla="*/ 402436 w 600890"/>
              <a:gd name="connsiteY32" fmla="*/ 586787 h 606792"/>
              <a:gd name="connsiteX33" fmla="*/ 269890 w 600890"/>
              <a:gd name="connsiteY33" fmla="*/ 295286 h 606792"/>
              <a:gd name="connsiteX34" fmla="*/ 200666 w 600890"/>
              <a:gd name="connsiteY34" fmla="*/ 143140 h 606792"/>
              <a:gd name="connsiteX35" fmla="*/ 205703 w 600890"/>
              <a:gd name="connsiteY35" fmla="*/ 129774 h 606792"/>
              <a:gd name="connsiteX36" fmla="*/ 209877 w 600890"/>
              <a:gd name="connsiteY36" fmla="*/ 128864 h 606792"/>
              <a:gd name="connsiteX37" fmla="*/ 219087 w 600890"/>
              <a:gd name="connsiteY37" fmla="*/ 134757 h 606792"/>
              <a:gd name="connsiteX38" fmla="*/ 221438 w 600890"/>
              <a:gd name="connsiteY38" fmla="*/ 139978 h 606792"/>
              <a:gd name="connsiteX39" fmla="*/ 222397 w 600890"/>
              <a:gd name="connsiteY39" fmla="*/ 140026 h 606792"/>
              <a:gd name="connsiteX40" fmla="*/ 330430 w 600890"/>
              <a:gd name="connsiteY40" fmla="*/ 96768 h 606792"/>
              <a:gd name="connsiteX41" fmla="*/ 504185 w 600890"/>
              <a:gd name="connsiteY41" fmla="*/ 0 h 60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0890" h="606792">
                <a:moveTo>
                  <a:pt x="241560" y="17123"/>
                </a:moveTo>
                <a:cubicBezTo>
                  <a:pt x="245302" y="15877"/>
                  <a:pt x="250483" y="17027"/>
                  <a:pt x="252977" y="19518"/>
                </a:cubicBezTo>
                <a:lnTo>
                  <a:pt x="316684" y="83083"/>
                </a:lnTo>
                <a:cubicBezTo>
                  <a:pt x="290827" y="102579"/>
                  <a:pt x="264107" y="117716"/>
                  <a:pt x="232494" y="120399"/>
                </a:cubicBezTo>
                <a:cubicBezTo>
                  <a:pt x="227025" y="113740"/>
                  <a:pt x="218726" y="109717"/>
                  <a:pt x="209851" y="109717"/>
                </a:cubicBezTo>
                <a:cubicBezTo>
                  <a:pt x="205630" y="109717"/>
                  <a:pt x="201552" y="110579"/>
                  <a:pt x="197714" y="112303"/>
                </a:cubicBezTo>
                <a:cubicBezTo>
                  <a:pt x="190614" y="115561"/>
                  <a:pt x="185145" y="121357"/>
                  <a:pt x="182411" y="128686"/>
                </a:cubicBezTo>
                <a:cubicBezTo>
                  <a:pt x="179677" y="136015"/>
                  <a:pt x="179916" y="143966"/>
                  <a:pt x="183178" y="151056"/>
                </a:cubicBezTo>
                <a:lnTo>
                  <a:pt x="257919" y="315454"/>
                </a:lnTo>
                <a:cubicBezTo>
                  <a:pt x="236331" y="350470"/>
                  <a:pt x="210858" y="381702"/>
                  <a:pt x="169411" y="396935"/>
                </a:cubicBezTo>
                <a:lnTo>
                  <a:pt x="362305" y="589548"/>
                </a:lnTo>
                <a:cubicBezTo>
                  <a:pt x="366238" y="593475"/>
                  <a:pt x="366238" y="599894"/>
                  <a:pt x="362305" y="603822"/>
                </a:cubicBezTo>
                <a:cubicBezTo>
                  <a:pt x="360338" y="605786"/>
                  <a:pt x="357747" y="606792"/>
                  <a:pt x="355157" y="606792"/>
                </a:cubicBezTo>
                <a:cubicBezTo>
                  <a:pt x="352566" y="606792"/>
                  <a:pt x="349976" y="605786"/>
                  <a:pt x="348009" y="603822"/>
                </a:cubicBezTo>
                <a:lnTo>
                  <a:pt x="2949" y="259313"/>
                </a:lnTo>
                <a:cubicBezTo>
                  <a:pt x="-984" y="255338"/>
                  <a:pt x="-984" y="248967"/>
                  <a:pt x="2949" y="244991"/>
                </a:cubicBezTo>
                <a:cubicBezTo>
                  <a:pt x="6931" y="241063"/>
                  <a:pt x="13311" y="241063"/>
                  <a:pt x="17293" y="244991"/>
                </a:cubicBezTo>
                <a:lnTo>
                  <a:pt x="21323" y="249062"/>
                </a:lnTo>
                <a:cubicBezTo>
                  <a:pt x="131609" y="208538"/>
                  <a:pt x="128635" y="54965"/>
                  <a:pt x="241560" y="17123"/>
                </a:cubicBezTo>
                <a:close/>
                <a:moveTo>
                  <a:pt x="504185" y="0"/>
                </a:moveTo>
                <a:cubicBezTo>
                  <a:pt x="505864" y="0"/>
                  <a:pt x="507543" y="48"/>
                  <a:pt x="509222" y="96"/>
                </a:cubicBezTo>
                <a:cubicBezTo>
                  <a:pt x="513204" y="240"/>
                  <a:pt x="517665" y="3114"/>
                  <a:pt x="519104" y="6324"/>
                </a:cubicBezTo>
                <a:cubicBezTo>
                  <a:pt x="546209" y="65917"/>
                  <a:pt x="573313" y="125511"/>
                  <a:pt x="600417" y="185105"/>
                </a:cubicBezTo>
                <a:cubicBezTo>
                  <a:pt x="601856" y="188218"/>
                  <a:pt x="599889" y="190470"/>
                  <a:pt x="596196" y="190470"/>
                </a:cubicBezTo>
                <a:cubicBezTo>
                  <a:pt x="596052" y="190470"/>
                  <a:pt x="595956" y="190470"/>
                  <a:pt x="595860" y="190470"/>
                </a:cubicBezTo>
                <a:cubicBezTo>
                  <a:pt x="594133" y="190422"/>
                  <a:pt x="592454" y="190374"/>
                  <a:pt x="590823" y="190374"/>
                </a:cubicBezTo>
                <a:cubicBezTo>
                  <a:pt x="475642" y="190422"/>
                  <a:pt x="424168" y="330400"/>
                  <a:pt x="308987" y="330400"/>
                </a:cubicBezTo>
                <a:cubicBezTo>
                  <a:pt x="308699" y="330400"/>
                  <a:pt x="308363" y="330400"/>
                  <a:pt x="308075" y="330400"/>
                </a:cubicBezTo>
                <a:lnTo>
                  <a:pt x="420906" y="578404"/>
                </a:lnTo>
                <a:cubicBezTo>
                  <a:pt x="423208" y="583481"/>
                  <a:pt x="420954" y="589470"/>
                  <a:pt x="415869" y="591769"/>
                </a:cubicBezTo>
                <a:cubicBezTo>
                  <a:pt x="414477" y="592392"/>
                  <a:pt x="413086" y="592679"/>
                  <a:pt x="411695" y="592679"/>
                </a:cubicBezTo>
                <a:cubicBezTo>
                  <a:pt x="410448" y="592679"/>
                  <a:pt x="409248" y="592488"/>
                  <a:pt x="408097" y="592056"/>
                </a:cubicBezTo>
                <a:cubicBezTo>
                  <a:pt x="405698" y="591146"/>
                  <a:pt x="403636" y="589326"/>
                  <a:pt x="402436" y="586787"/>
                </a:cubicBezTo>
                <a:lnTo>
                  <a:pt x="269890" y="295286"/>
                </a:lnTo>
                <a:lnTo>
                  <a:pt x="200666" y="143140"/>
                </a:lnTo>
                <a:cubicBezTo>
                  <a:pt x="198363" y="138062"/>
                  <a:pt x="200618" y="132074"/>
                  <a:pt x="205703" y="129774"/>
                </a:cubicBezTo>
                <a:cubicBezTo>
                  <a:pt x="207046" y="129152"/>
                  <a:pt x="208485" y="128864"/>
                  <a:pt x="209877" y="128864"/>
                </a:cubicBezTo>
                <a:cubicBezTo>
                  <a:pt x="213714" y="128864"/>
                  <a:pt x="217408" y="131068"/>
                  <a:pt x="219087" y="134757"/>
                </a:cubicBezTo>
                <a:lnTo>
                  <a:pt x="221438" y="139978"/>
                </a:lnTo>
                <a:cubicBezTo>
                  <a:pt x="221774" y="139978"/>
                  <a:pt x="222061" y="140026"/>
                  <a:pt x="222397" y="140026"/>
                </a:cubicBezTo>
                <a:cubicBezTo>
                  <a:pt x="264948" y="140026"/>
                  <a:pt x="298817" y="120864"/>
                  <a:pt x="330430" y="96768"/>
                </a:cubicBezTo>
                <a:cubicBezTo>
                  <a:pt x="384303" y="55618"/>
                  <a:pt x="431603" y="0"/>
                  <a:pt x="5041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4" name="Freeform 11"/>
          <p:cNvSpPr>
            <a:spLocks noEditPoints="1"/>
          </p:cNvSpPr>
          <p:nvPr/>
        </p:nvSpPr>
        <p:spPr bwMode="auto">
          <a:xfrm>
            <a:off x="11008531" y="-911244"/>
            <a:ext cx="555796" cy="644449"/>
          </a:xfrm>
          <a:custGeom>
            <a:avLst/>
            <a:gdLst>
              <a:gd name="T0" fmla="*/ 229 w 443"/>
              <a:gd name="T1" fmla="*/ 257 h 514"/>
              <a:gd name="T2" fmla="*/ 236 w 443"/>
              <a:gd name="T3" fmla="*/ 252 h 514"/>
              <a:gd name="T4" fmla="*/ 268 w 443"/>
              <a:gd name="T5" fmla="*/ 191 h 514"/>
              <a:gd name="T6" fmla="*/ 229 w 443"/>
              <a:gd name="T7" fmla="*/ 191 h 514"/>
              <a:gd name="T8" fmla="*/ 229 w 443"/>
              <a:gd name="T9" fmla="*/ 257 h 514"/>
              <a:gd name="T10" fmla="*/ 167 w 443"/>
              <a:gd name="T11" fmla="*/ 113 h 514"/>
              <a:gd name="T12" fmla="*/ 167 w 443"/>
              <a:gd name="T13" fmla="*/ 265 h 514"/>
              <a:gd name="T14" fmla="*/ 212 w 443"/>
              <a:gd name="T15" fmla="*/ 264 h 514"/>
              <a:gd name="T16" fmla="*/ 212 w 443"/>
              <a:gd name="T17" fmla="*/ 113 h 514"/>
              <a:gd name="T18" fmla="*/ 167 w 443"/>
              <a:gd name="T19" fmla="*/ 113 h 514"/>
              <a:gd name="T20" fmla="*/ 125 w 443"/>
              <a:gd name="T21" fmla="*/ 236 h 514"/>
              <a:gd name="T22" fmla="*/ 150 w 443"/>
              <a:gd name="T23" fmla="*/ 258 h 514"/>
              <a:gd name="T24" fmla="*/ 150 w 443"/>
              <a:gd name="T25" fmla="*/ 155 h 514"/>
              <a:gd name="T26" fmla="*/ 117 w 443"/>
              <a:gd name="T27" fmla="*/ 155 h 514"/>
              <a:gd name="T28" fmla="*/ 125 w 443"/>
              <a:gd name="T29" fmla="*/ 236 h 514"/>
              <a:gd name="T30" fmla="*/ 428 w 443"/>
              <a:gd name="T31" fmla="*/ 431 h 514"/>
              <a:gd name="T32" fmla="*/ 371 w 443"/>
              <a:gd name="T33" fmla="*/ 354 h 514"/>
              <a:gd name="T34" fmla="*/ 329 w 443"/>
              <a:gd name="T35" fmla="*/ 335 h 514"/>
              <a:gd name="T36" fmla="*/ 326 w 443"/>
              <a:gd name="T37" fmla="*/ 326 h 514"/>
              <a:gd name="T38" fmla="*/ 317 w 443"/>
              <a:gd name="T39" fmla="*/ 314 h 514"/>
              <a:gd name="T40" fmla="*/ 305 w 443"/>
              <a:gd name="T41" fmla="*/ 308 h 514"/>
              <a:gd name="T42" fmla="*/ 323 w 443"/>
              <a:gd name="T43" fmla="*/ 90 h 514"/>
              <a:gd name="T44" fmla="*/ 90 w 443"/>
              <a:gd name="T45" fmla="*/ 55 h 514"/>
              <a:gd name="T46" fmla="*/ 55 w 443"/>
              <a:gd name="T47" fmla="*/ 288 h 514"/>
              <a:gd name="T48" fmla="*/ 269 w 443"/>
              <a:gd name="T49" fmla="*/ 335 h 514"/>
              <a:gd name="T50" fmla="*/ 271 w 443"/>
              <a:gd name="T51" fmla="*/ 348 h 514"/>
              <a:gd name="T52" fmla="*/ 280 w 443"/>
              <a:gd name="T53" fmla="*/ 360 h 514"/>
              <a:gd name="T54" fmla="*/ 288 w 443"/>
              <a:gd name="T55" fmla="*/ 365 h 514"/>
              <a:gd name="T56" fmla="*/ 294 w 443"/>
              <a:gd name="T57" fmla="*/ 411 h 514"/>
              <a:gd name="T58" fmla="*/ 351 w 443"/>
              <a:gd name="T59" fmla="*/ 488 h 514"/>
              <a:gd name="T60" fmla="*/ 418 w 443"/>
              <a:gd name="T61" fmla="*/ 498 h 514"/>
              <a:gd name="T62" fmla="*/ 428 w 443"/>
              <a:gd name="T63" fmla="*/ 431 h 514"/>
              <a:gd name="T64" fmla="*/ 250 w 443"/>
              <a:gd name="T65" fmla="*/ 271 h 514"/>
              <a:gd name="T66" fmla="*/ 106 w 443"/>
              <a:gd name="T67" fmla="*/ 250 h 514"/>
              <a:gd name="T68" fmla="*/ 128 w 443"/>
              <a:gd name="T69" fmla="*/ 106 h 514"/>
              <a:gd name="T70" fmla="*/ 271 w 443"/>
              <a:gd name="T71" fmla="*/ 128 h 514"/>
              <a:gd name="T72" fmla="*/ 250 w 443"/>
              <a:gd name="T73" fmla="*/ 271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43" h="514">
                <a:moveTo>
                  <a:pt x="229" y="257"/>
                </a:moveTo>
                <a:cubicBezTo>
                  <a:pt x="231" y="256"/>
                  <a:pt x="234" y="254"/>
                  <a:pt x="236" y="252"/>
                </a:cubicBezTo>
                <a:cubicBezTo>
                  <a:pt x="256" y="237"/>
                  <a:pt x="267" y="215"/>
                  <a:pt x="268" y="191"/>
                </a:cubicBezTo>
                <a:cubicBezTo>
                  <a:pt x="229" y="191"/>
                  <a:pt x="229" y="191"/>
                  <a:pt x="229" y="191"/>
                </a:cubicBezTo>
                <a:lnTo>
                  <a:pt x="229" y="257"/>
                </a:lnTo>
                <a:close/>
                <a:moveTo>
                  <a:pt x="167" y="113"/>
                </a:moveTo>
                <a:cubicBezTo>
                  <a:pt x="167" y="265"/>
                  <a:pt x="167" y="265"/>
                  <a:pt x="167" y="265"/>
                </a:cubicBezTo>
                <a:cubicBezTo>
                  <a:pt x="182" y="269"/>
                  <a:pt x="197" y="269"/>
                  <a:pt x="212" y="264"/>
                </a:cubicBezTo>
                <a:cubicBezTo>
                  <a:pt x="212" y="113"/>
                  <a:pt x="212" y="113"/>
                  <a:pt x="212" y="113"/>
                </a:cubicBezTo>
                <a:cubicBezTo>
                  <a:pt x="197" y="109"/>
                  <a:pt x="182" y="109"/>
                  <a:pt x="167" y="113"/>
                </a:cubicBezTo>
                <a:close/>
                <a:moveTo>
                  <a:pt x="125" y="236"/>
                </a:moveTo>
                <a:cubicBezTo>
                  <a:pt x="132" y="245"/>
                  <a:pt x="141" y="252"/>
                  <a:pt x="150" y="258"/>
                </a:cubicBezTo>
                <a:cubicBezTo>
                  <a:pt x="150" y="155"/>
                  <a:pt x="150" y="155"/>
                  <a:pt x="150" y="155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05" y="181"/>
                  <a:pt x="107" y="212"/>
                  <a:pt x="125" y="236"/>
                </a:cubicBezTo>
                <a:close/>
                <a:moveTo>
                  <a:pt x="428" y="431"/>
                </a:moveTo>
                <a:cubicBezTo>
                  <a:pt x="371" y="354"/>
                  <a:pt x="371" y="354"/>
                  <a:pt x="371" y="354"/>
                </a:cubicBezTo>
                <a:cubicBezTo>
                  <a:pt x="361" y="341"/>
                  <a:pt x="345" y="334"/>
                  <a:pt x="329" y="335"/>
                </a:cubicBezTo>
                <a:cubicBezTo>
                  <a:pt x="329" y="332"/>
                  <a:pt x="328" y="328"/>
                  <a:pt x="326" y="326"/>
                </a:cubicBezTo>
                <a:cubicBezTo>
                  <a:pt x="317" y="314"/>
                  <a:pt x="317" y="314"/>
                  <a:pt x="317" y="314"/>
                </a:cubicBezTo>
                <a:cubicBezTo>
                  <a:pt x="315" y="310"/>
                  <a:pt x="310" y="308"/>
                  <a:pt x="305" y="308"/>
                </a:cubicBezTo>
                <a:cubicBezTo>
                  <a:pt x="364" y="251"/>
                  <a:pt x="373" y="157"/>
                  <a:pt x="323" y="90"/>
                </a:cubicBezTo>
                <a:cubicBezTo>
                  <a:pt x="268" y="16"/>
                  <a:pt x="164" y="0"/>
                  <a:pt x="90" y="55"/>
                </a:cubicBezTo>
                <a:cubicBezTo>
                  <a:pt x="16" y="110"/>
                  <a:pt x="0" y="214"/>
                  <a:pt x="55" y="288"/>
                </a:cubicBezTo>
                <a:cubicBezTo>
                  <a:pt x="105" y="356"/>
                  <a:pt x="197" y="375"/>
                  <a:pt x="269" y="335"/>
                </a:cubicBezTo>
                <a:cubicBezTo>
                  <a:pt x="268" y="340"/>
                  <a:pt x="268" y="345"/>
                  <a:pt x="271" y="348"/>
                </a:cubicBezTo>
                <a:cubicBezTo>
                  <a:pt x="280" y="360"/>
                  <a:pt x="280" y="360"/>
                  <a:pt x="280" y="360"/>
                </a:cubicBezTo>
                <a:cubicBezTo>
                  <a:pt x="282" y="363"/>
                  <a:pt x="285" y="364"/>
                  <a:pt x="288" y="365"/>
                </a:cubicBezTo>
                <a:cubicBezTo>
                  <a:pt x="282" y="380"/>
                  <a:pt x="284" y="397"/>
                  <a:pt x="294" y="411"/>
                </a:cubicBezTo>
                <a:cubicBezTo>
                  <a:pt x="351" y="488"/>
                  <a:pt x="351" y="488"/>
                  <a:pt x="351" y="488"/>
                </a:cubicBezTo>
                <a:cubicBezTo>
                  <a:pt x="367" y="509"/>
                  <a:pt x="397" y="514"/>
                  <a:pt x="418" y="498"/>
                </a:cubicBezTo>
                <a:cubicBezTo>
                  <a:pt x="439" y="482"/>
                  <a:pt x="443" y="452"/>
                  <a:pt x="428" y="431"/>
                </a:cubicBezTo>
                <a:close/>
                <a:moveTo>
                  <a:pt x="250" y="271"/>
                </a:moveTo>
                <a:cubicBezTo>
                  <a:pt x="204" y="305"/>
                  <a:pt x="140" y="296"/>
                  <a:pt x="106" y="250"/>
                </a:cubicBezTo>
                <a:cubicBezTo>
                  <a:pt x="73" y="204"/>
                  <a:pt x="82" y="140"/>
                  <a:pt x="128" y="106"/>
                </a:cubicBezTo>
                <a:cubicBezTo>
                  <a:pt x="173" y="73"/>
                  <a:pt x="238" y="82"/>
                  <a:pt x="271" y="128"/>
                </a:cubicBezTo>
                <a:cubicBezTo>
                  <a:pt x="305" y="173"/>
                  <a:pt x="296" y="238"/>
                  <a:pt x="250" y="27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i="0" u="none" strike="noStrike" kern="1200" cap="none" spc="0" normalizeH="0" baseline="0" noProof="0">
              <a:ln>
                <a:noFill/>
              </a:ln>
              <a:solidFill>
                <a:srgbClr val="003229"/>
              </a:solidFill>
              <a:effectLst/>
              <a:uLnTx/>
              <a:uFillTx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4"/>
          <p:cNvSpPr/>
          <p:nvPr/>
        </p:nvSpPr>
        <p:spPr bwMode="auto">
          <a:xfrm>
            <a:off x="7104117" y="5793212"/>
            <a:ext cx="294573" cy="29591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511313" y="5816078"/>
            <a:ext cx="303988" cy="247495"/>
            <a:chOff x="7550150" y="3613150"/>
            <a:chExt cx="358775" cy="292100"/>
          </a:xfrm>
          <a:solidFill>
            <a:schemeClr val="accent1"/>
          </a:solidFill>
        </p:grpSpPr>
        <p:sp>
          <p:nvSpPr>
            <p:cNvPr id="57" name="AutoShape 5"/>
            <p:cNvSpPr/>
            <p:nvPr/>
          </p:nvSpPr>
          <p:spPr bwMode="auto">
            <a:xfrm>
              <a:off x="7796213" y="3702050"/>
              <a:ext cx="68262" cy="904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999" y="18900"/>
                  </a:moveTo>
                  <a:lnTo>
                    <a:pt x="3600" y="18900"/>
                  </a:lnTo>
                  <a:lnTo>
                    <a:pt x="3600" y="2700"/>
                  </a:lnTo>
                  <a:lnTo>
                    <a:pt x="7200" y="2700"/>
                  </a:lnTo>
                  <a:lnTo>
                    <a:pt x="17999" y="14850"/>
                  </a:lnTo>
                  <a:cubicBezTo>
                    <a:pt x="17999" y="14850"/>
                    <a:pt x="17999" y="18900"/>
                    <a:pt x="17999" y="18900"/>
                  </a:cubicBezTo>
                  <a:close/>
                  <a:moveTo>
                    <a:pt x="10195" y="1202"/>
                  </a:moveTo>
                  <a:cubicBezTo>
                    <a:pt x="9527" y="450"/>
                    <a:pt x="8402" y="0"/>
                    <a:pt x="7200" y="0"/>
                  </a:cubicBezTo>
                  <a:lnTo>
                    <a:pt x="3600" y="0"/>
                  </a:lnTo>
                  <a:cubicBezTo>
                    <a:pt x="1610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610" y="21599"/>
                    <a:pt x="3600" y="21599"/>
                  </a:cubicBezTo>
                  <a:lnTo>
                    <a:pt x="17999" y="21599"/>
                  </a:lnTo>
                  <a:cubicBezTo>
                    <a:pt x="19989" y="21599"/>
                    <a:pt x="21600" y="20392"/>
                    <a:pt x="21600" y="18900"/>
                  </a:cubicBezTo>
                  <a:lnTo>
                    <a:pt x="21600" y="14850"/>
                  </a:lnTo>
                  <a:cubicBezTo>
                    <a:pt x="21600" y="14317"/>
                    <a:pt x="21389" y="13795"/>
                    <a:pt x="20995" y="13352"/>
                  </a:cubicBezTo>
                  <a:cubicBezTo>
                    <a:pt x="20995" y="13352"/>
                    <a:pt x="10195" y="1202"/>
                    <a:pt x="10195" y="120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8" name="AutoShape 6"/>
            <p:cNvSpPr/>
            <p:nvPr/>
          </p:nvSpPr>
          <p:spPr bwMode="auto">
            <a:xfrm>
              <a:off x="7550150" y="3613150"/>
              <a:ext cx="358775" cy="2921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50" y="16615"/>
                  </a:moveTo>
                  <a:cubicBezTo>
                    <a:pt x="20250" y="17074"/>
                    <a:pt x="19948" y="17446"/>
                    <a:pt x="19575" y="17446"/>
                  </a:cubicBezTo>
                  <a:lnTo>
                    <a:pt x="18803" y="17446"/>
                  </a:lnTo>
                  <a:cubicBezTo>
                    <a:pt x="18501" y="16016"/>
                    <a:pt x="17453" y="14953"/>
                    <a:pt x="16200" y="14953"/>
                  </a:cubicBezTo>
                  <a:cubicBezTo>
                    <a:pt x="14945" y="14953"/>
                    <a:pt x="13897" y="16016"/>
                    <a:pt x="13595" y="17446"/>
                  </a:cubicBezTo>
                  <a:lnTo>
                    <a:pt x="10029" y="17446"/>
                  </a:lnTo>
                  <a:cubicBezTo>
                    <a:pt x="9727" y="16016"/>
                    <a:pt x="8679" y="14953"/>
                    <a:pt x="7425" y="14953"/>
                  </a:cubicBezTo>
                  <a:cubicBezTo>
                    <a:pt x="6170" y="14953"/>
                    <a:pt x="5122" y="16016"/>
                    <a:pt x="4820" y="17446"/>
                  </a:cubicBezTo>
                  <a:lnTo>
                    <a:pt x="4050" y="17446"/>
                  </a:lnTo>
                  <a:cubicBezTo>
                    <a:pt x="3677" y="17446"/>
                    <a:pt x="3375" y="17074"/>
                    <a:pt x="3375" y="16615"/>
                  </a:cubicBezTo>
                  <a:lnTo>
                    <a:pt x="3375" y="14123"/>
                  </a:lnTo>
                  <a:lnTo>
                    <a:pt x="12150" y="14123"/>
                  </a:lnTo>
                  <a:cubicBezTo>
                    <a:pt x="13266" y="14123"/>
                    <a:pt x="14175" y="13005"/>
                    <a:pt x="14175" y="11630"/>
                  </a:cubicBezTo>
                  <a:lnTo>
                    <a:pt x="14175" y="5815"/>
                  </a:lnTo>
                  <a:lnTo>
                    <a:pt x="16875" y="5815"/>
                  </a:lnTo>
                  <a:cubicBezTo>
                    <a:pt x="17100" y="5815"/>
                    <a:pt x="17311" y="5954"/>
                    <a:pt x="17436" y="6185"/>
                  </a:cubicBezTo>
                  <a:lnTo>
                    <a:pt x="20136" y="11169"/>
                  </a:lnTo>
                  <a:cubicBezTo>
                    <a:pt x="20210" y="11306"/>
                    <a:pt x="20250" y="11466"/>
                    <a:pt x="20250" y="11630"/>
                  </a:cubicBezTo>
                  <a:cubicBezTo>
                    <a:pt x="20250" y="11630"/>
                    <a:pt x="20250" y="16615"/>
                    <a:pt x="20250" y="16615"/>
                  </a:cubicBezTo>
                  <a:close/>
                  <a:moveTo>
                    <a:pt x="16200" y="19938"/>
                  </a:moveTo>
                  <a:cubicBezTo>
                    <a:pt x="15454" y="19938"/>
                    <a:pt x="14850" y="19193"/>
                    <a:pt x="14850" y="18276"/>
                  </a:cubicBezTo>
                  <a:cubicBezTo>
                    <a:pt x="14850" y="17360"/>
                    <a:pt x="15454" y="16615"/>
                    <a:pt x="16200" y="16615"/>
                  </a:cubicBezTo>
                  <a:cubicBezTo>
                    <a:pt x="16945" y="16615"/>
                    <a:pt x="17550" y="17360"/>
                    <a:pt x="17550" y="18276"/>
                  </a:cubicBezTo>
                  <a:cubicBezTo>
                    <a:pt x="17550" y="19193"/>
                    <a:pt x="16945" y="19938"/>
                    <a:pt x="16200" y="19938"/>
                  </a:cubicBezTo>
                  <a:moveTo>
                    <a:pt x="7425" y="19938"/>
                  </a:moveTo>
                  <a:cubicBezTo>
                    <a:pt x="6679" y="19938"/>
                    <a:pt x="6075" y="19193"/>
                    <a:pt x="6075" y="18276"/>
                  </a:cubicBezTo>
                  <a:cubicBezTo>
                    <a:pt x="6075" y="17360"/>
                    <a:pt x="6679" y="16615"/>
                    <a:pt x="7425" y="16615"/>
                  </a:cubicBezTo>
                  <a:cubicBezTo>
                    <a:pt x="8170" y="16615"/>
                    <a:pt x="8775" y="17360"/>
                    <a:pt x="8775" y="18276"/>
                  </a:cubicBezTo>
                  <a:cubicBezTo>
                    <a:pt x="8775" y="19193"/>
                    <a:pt x="8170" y="19938"/>
                    <a:pt x="7425" y="19938"/>
                  </a:cubicBezTo>
                  <a:moveTo>
                    <a:pt x="2024" y="12461"/>
                  </a:moveTo>
                  <a:cubicBezTo>
                    <a:pt x="1652" y="12461"/>
                    <a:pt x="1349" y="12089"/>
                    <a:pt x="1349" y="11630"/>
                  </a:cubicBezTo>
                  <a:lnTo>
                    <a:pt x="1349" y="2492"/>
                  </a:lnTo>
                  <a:cubicBezTo>
                    <a:pt x="1349" y="2033"/>
                    <a:pt x="1652" y="1661"/>
                    <a:pt x="2024" y="1661"/>
                  </a:cubicBezTo>
                  <a:lnTo>
                    <a:pt x="12150" y="1661"/>
                  </a:lnTo>
                  <a:cubicBezTo>
                    <a:pt x="12523" y="1661"/>
                    <a:pt x="12825" y="2033"/>
                    <a:pt x="12825" y="2492"/>
                  </a:cubicBezTo>
                  <a:lnTo>
                    <a:pt x="12825" y="4153"/>
                  </a:lnTo>
                  <a:lnTo>
                    <a:pt x="12825" y="5815"/>
                  </a:lnTo>
                  <a:lnTo>
                    <a:pt x="12825" y="11630"/>
                  </a:lnTo>
                  <a:cubicBezTo>
                    <a:pt x="12825" y="12089"/>
                    <a:pt x="12523" y="12461"/>
                    <a:pt x="12150" y="12461"/>
                  </a:cubicBezTo>
                  <a:cubicBezTo>
                    <a:pt x="12150" y="12461"/>
                    <a:pt x="2024" y="12461"/>
                    <a:pt x="2024" y="12461"/>
                  </a:cubicBezTo>
                  <a:close/>
                  <a:moveTo>
                    <a:pt x="21259" y="10248"/>
                  </a:moveTo>
                  <a:lnTo>
                    <a:pt x="18559" y="5263"/>
                  </a:lnTo>
                  <a:cubicBezTo>
                    <a:pt x="18182" y="4568"/>
                    <a:pt x="17552" y="4153"/>
                    <a:pt x="16875" y="4153"/>
                  </a:cubicBezTo>
                  <a:lnTo>
                    <a:pt x="14175" y="4153"/>
                  </a:lnTo>
                  <a:lnTo>
                    <a:pt x="14175" y="2492"/>
                  </a:lnTo>
                  <a:cubicBezTo>
                    <a:pt x="14175" y="1117"/>
                    <a:pt x="13266" y="0"/>
                    <a:pt x="12150" y="0"/>
                  </a:cubicBezTo>
                  <a:lnTo>
                    <a:pt x="2024" y="0"/>
                  </a:lnTo>
                  <a:cubicBezTo>
                    <a:pt x="908" y="0"/>
                    <a:pt x="0" y="1117"/>
                    <a:pt x="0" y="2492"/>
                  </a:cubicBezTo>
                  <a:lnTo>
                    <a:pt x="0" y="11630"/>
                  </a:lnTo>
                  <a:cubicBezTo>
                    <a:pt x="0" y="13005"/>
                    <a:pt x="908" y="14123"/>
                    <a:pt x="2024" y="14123"/>
                  </a:cubicBezTo>
                  <a:lnTo>
                    <a:pt x="2025" y="14123"/>
                  </a:lnTo>
                  <a:lnTo>
                    <a:pt x="2025" y="16615"/>
                  </a:lnTo>
                  <a:cubicBezTo>
                    <a:pt x="2025" y="17989"/>
                    <a:pt x="2933" y="19107"/>
                    <a:pt x="4050" y="19107"/>
                  </a:cubicBezTo>
                  <a:lnTo>
                    <a:pt x="4820" y="19107"/>
                  </a:lnTo>
                  <a:cubicBezTo>
                    <a:pt x="5122" y="20537"/>
                    <a:pt x="6170" y="21600"/>
                    <a:pt x="7425" y="21600"/>
                  </a:cubicBezTo>
                  <a:cubicBezTo>
                    <a:pt x="8679" y="21600"/>
                    <a:pt x="9727" y="20537"/>
                    <a:pt x="10029" y="19107"/>
                  </a:cubicBezTo>
                  <a:lnTo>
                    <a:pt x="13595" y="19107"/>
                  </a:lnTo>
                  <a:cubicBezTo>
                    <a:pt x="13897" y="20537"/>
                    <a:pt x="14945" y="21600"/>
                    <a:pt x="16200" y="21600"/>
                  </a:cubicBezTo>
                  <a:cubicBezTo>
                    <a:pt x="17453" y="21600"/>
                    <a:pt x="18501" y="20537"/>
                    <a:pt x="18803" y="19107"/>
                  </a:cubicBezTo>
                  <a:lnTo>
                    <a:pt x="19575" y="19107"/>
                  </a:lnTo>
                  <a:cubicBezTo>
                    <a:pt x="20691" y="19107"/>
                    <a:pt x="21599" y="17989"/>
                    <a:pt x="21599" y="16615"/>
                  </a:cubicBezTo>
                  <a:lnTo>
                    <a:pt x="21599" y="11630"/>
                  </a:lnTo>
                  <a:cubicBezTo>
                    <a:pt x="21599" y="11137"/>
                    <a:pt x="21482" y="10658"/>
                    <a:pt x="21259" y="1024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59" name="Group 5"/>
          <p:cNvGrpSpPr/>
          <p:nvPr/>
        </p:nvGrpSpPr>
        <p:grpSpPr>
          <a:xfrm>
            <a:off x="5876542" y="5784128"/>
            <a:ext cx="304319" cy="304839"/>
            <a:chOff x="9145588" y="4435475"/>
            <a:chExt cx="464344" cy="465138"/>
          </a:xfrm>
          <a:solidFill>
            <a:schemeClr val="accent1"/>
          </a:solidFill>
        </p:grpSpPr>
        <p:sp>
          <p:nvSpPr>
            <p:cNvPr id="60" name="AutoShape 7"/>
            <p:cNvSpPr/>
            <p:nvPr/>
          </p:nvSpPr>
          <p:spPr bwMode="auto">
            <a:xfrm>
              <a:off x="9145588" y="4435475"/>
              <a:ext cx="464344" cy="465138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1" name="AutoShape 8"/>
            <p:cNvSpPr/>
            <p:nvPr/>
          </p:nvSpPr>
          <p:spPr bwMode="auto">
            <a:xfrm>
              <a:off x="9348788" y="4638675"/>
              <a:ext cx="57944" cy="5794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2" name="AutoShape 9"/>
            <p:cNvSpPr/>
            <p:nvPr/>
          </p:nvSpPr>
          <p:spPr bwMode="auto">
            <a:xfrm>
              <a:off x="9290050" y="4580732"/>
              <a:ext cx="174625" cy="174625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3" name="AutoShape 10"/>
            <p:cNvSpPr/>
            <p:nvPr/>
          </p:nvSpPr>
          <p:spPr bwMode="auto">
            <a:xfrm>
              <a:off x="9406732" y="4696619"/>
              <a:ext cx="72231" cy="74613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4" name="AutoShape 11"/>
            <p:cNvSpPr/>
            <p:nvPr/>
          </p:nvSpPr>
          <p:spPr bwMode="auto">
            <a:xfrm>
              <a:off x="9435307" y="4725988"/>
              <a:ext cx="103981" cy="106363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5" name="AutoShape 12"/>
            <p:cNvSpPr/>
            <p:nvPr/>
          </p:nvSpPr>
          <p:spPr bwMode="auto">
            <a:xfrm>
              <a:off x="9421019" y="4711700"/>
              <a:ext cx="88106" cy="89694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6" name="AutoShape 13"/>
            <p:cNvSpPr/>
            <p:nvPr/>
          </p:nvSpPr>
          <p:spPr bwMode="auto">
            <a:xfrm>
              <a:off x="9275763" y="4566444"/>
              <a:ext cx="73025" cy="7381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7" name="AutoShape 14"/>
            <p:cNvSpPr/>
            <p:nvPr/>
          </p:nvSpPr>
          <p:spPr bwMode="auto">
            <a:xfrm>
              <a:off x="9217819" y="4508500"/>
              <a:ext cx="103981" cy="105569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8" name="AutoShape 15"/>
            <p:cNvSpPr/>
            <p:nvPr/>
          </p:nvSpPr>
          <p:spPr bwMode="auto">
            <a:xfrm>
              <a:off x="9247188" y="4537075"/>
              <a:ext cx="88107" cy="9048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69" name="Group 15"/>
          <p:cNvGrpSpPr/>
          <p:nvPr/>
        </p:nvGrpSpPr>
        <p:grpSpPr>
          <a:xfrm>
            <a:off x="5267386" y="5793491"/>
            <a:ext cx="304319" cy="295475"/>
            <a:chOff x="8216107" y="4449763"/>
            <a:chExt cx="464344" cy="450850"/>
          </a:xfrm>
          <a:solidFill>
            <a:schemeClr val="accent1"/>
          </a:solidFill>
        </p:grpSpPr>
        <p:sp>
          <p:nvSpPr>
            <p:cNvPr id="70" name="AutoShape 16"/>
            <p:cNvSpPr/>
            <p:nvPr/>
          </p:nvSpPr>
          <p:spPr bwMode="auto">
            <a:xfrm>
              <a:off x="8448675" y="4696619"/>
              <a:ext cx="57944" cy="587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4841"/>
                    <a:pt x="0" y="10800"/>
                  </a:cubicBezTo>
                  <a:cubicBezTo>
                    <a:pt x="0" y="16758"/>
                    <a:pt x="4838" y="21599"/>
                    <a:pt x="10800" y="21599"/>
                  </a:cubicBezTo>
                  <a:cubicBezTo>
                    <a:pt x="16761" y="21599"/>
                    <a:pt x="21600" y="16758"/>
                    <a:pt x="21600" y="10800"/>
                  </a:cubicBezTo>
                  <a:cubicBezTo>
                    <a:pt x="21600" y="4841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1" name="AutoShape 17"/>
            <p:cNvSpPr/>
            <p:nvPr/>
          </p:nvSpPr>
          <p:spPr bwMode="auto">
            <a:xfrm>
              <a:off x="8216107" y="4449763"/>
              <a:ext cx="464344" cy="450850"/>
            </a:xfrm>
            <a:custGeom>
              <a:avLst/>
              <a:gdLst>
                <a:gd name="T0" fmla="*/ 10473 w 20946"/>
                <a:gd name="T1" fmla="*/ 10800 h 21600"/>
                <a:gd name="T2" fmla="*/ 10473 w 20946"/>
                <a:gd name="T3" fmla="*/ 10800 h 21600"/>
                <a:gd name="T4" fmla="*/ 10473 w 20946"/>
                <a:gd name="T5" fmla="*/ 10800 h 21600"/>
                <a:gd name="T6" fmla="*/ 10473 w 20946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46" h="21600">
                  <a:moveTo>
                    <a:pt x="18509" y="15329"/>
                  </a:moveTo>
                  <a:lnTo>
                    <a:pt x="11782" y="15329"/>
                  </a:lnTo>
                  <a:cubicBezTo>
                    <a:pt x="10699" y="15329"/>
                    <a:pt x="9818" y="14391"/>
                    <a:pt x="9818" y="13238"/>
                  </a:cubicBezTo>
                  <a:cubicBezTo>
                    <a:pt x="9818" y="12086"/>
                    <a:pt x="10699" y="11148"/>
                    <a:pt x="11782" y="11148"/>
                  </a:cubicBezTo>
                  <a:lnTo>
                    <a:pt x="17673" y="11148"/>
                  </a:lnTo>
                  <a:cubicBezTo>
                    <a:pt x="18077" y="11142"/>
                    <a:pt x="18477" y="10934"/>
                    <a:pt x="18721" y="10588"/>
                  </a:cubicBezTo>
                  <a:cubicBezTo>
                    <a:pt x="18789" y="10491"/>
                    <a:pt x="18842" y="10381"/>
                    <a:pt x="18885" y="10267"/>
                  </a:cubicBezTo>
                  <a:cubicBezTo>
                    <a:pt x="18890" y="10251"/>
                    <a:pt x="18901" y="10239"/>
                    <a:pt x="18906" y="10224"/>
                  </a:cubicBezTo>
                  <a:cubicBezTo>
                    <a:pt x="19377" y="10880"/>
                    <a:pt x="19636" y="11686"/>
                    <a:pt x="19636" y="12541"/>
                  </a:cubicBezTo>
                  <a:cubicBezTo>
                    <a:pt x="19636" y="13613"/>
                    <a:pt x="19230" y="14607"/>
                    <a:pt x="18509" y="15329"/>
                  </a:cubicBezTo>
                  <a:moveTo>
                    <a:pt x="17673" y="17767"/>
                  </a:moveTo>
                  <a:cubicBezTo>
                    <a:pt x="17673" y="19114"/>
                    <a:pt x="16647" y="20206"/>
                    <a:pt x="15382" y="20206"/>
                  </a:cubicBezTo>
                  <a:lnTo>
                    <a:pt x="3600" y="20206"/>
                  </a:lnTo>
                  <a:cubicBezTo>
                    <a:pt x="2334" y="20206"/>
                    <a:pt x="1309" y="19114"/>
                    <a:pt x="1309" y="17767"/>
                  </a:cubicBezTo>
                  <a:lnTo>
                    <a:pt x="1309" y="6786"/>
                  </a:lnTo>
                  <a:cubicBezTo>
                    <a:pt x="1931" y="7334"/>
                    <a:pt x="2730" y="7664"/>
                    <a:pt x="3600" y="7664"/>
                  </a:cubicBezTo>
                  <a:lnTo>
                    <a:pt x="14400" y="7664"/>
                  </a:lnTo>
                  <a:lnTo>
                    <a:pt x="17018" y="7664"/>
                  </a:lnTo>
                  <a:cubicBezTo>
                    <a:pt x="17379" y="7664"/>
                    <a:pt x="17673" y="7976"/>
                    <a:pt x="17673" y="8361"/>
                  </a:cubicBezTo>
                  <a:lnTo>
                    <a:pt x="17673" y="9754"/>
                  </a:lnTo>
                  <a:lnTo>
                    <a:pt x="11782" y="9754"/>
                  </a:lnTo>
                  <a:cubicBezTo>
                    <a:pt x="9974" y="9754"/>
                    <a:pt x="8509" y="11314"/>
                    <a:pt x="8509" y="13238"/>
                  </a:cubicBezTo>
                  <a:cubicBezTo>
                    <a:pt x="8509" y="15163"/>
                    <a:pt x="9974" y="16722"/>
                    <a:pt x="11782" y="16722"/>
                  </a:cubicBezTo>
                  <a:lnTo>
                    <a:pt x="17673" y="16722"/>
                  </a:lnTo>
                  <a:cubicBezTo>
                    <a:pt x="17673" y="16722"/>
                    <a:pt x="17673" y="17767"/>
                    <a:pt x="17673" y="17767"/>
                  </a:cubicBezTo>
                  <a:close/>
                  <a:moveTo>
                    <a:pt x="16363" y="5574"/>
                  </a:moveTo>
                  <a:lnTo>
                    <a:pt x="16363" y="6270"/>
                  </a:lnTo>
                  <a:lnTo>
                    <a:pt x="14400" y="6270"/>
                  </a:lnTo>
                  <a:lnTo>
                    <a:pt x="3600" y="6270"/>
                  </a:lnTo>
                  <a:cubicBezTo>
                    <a:pt x="3246" y="6270"/>
                    <a:pt x="2916" y="6179"/>
                    <a:pt x="2617" y="6027"/>
                  </a:cubicBezTo>
                  <a:lnTo>
                    <a:pt x="2617" y="5574"/>
                  </a:lnTo>
                  <a:cubicBezTo>
                    <a:pt x="2617" y="5574"/>
                    <a:pt x="16363" y="5574"/>
                    <a:pt x="16363" y="5574"/>
                  </a:cubicBezTo>
                  <a:close/>
                  <a:moveTo>
                    <a:pt x="16363" y="4877"/>
                  </a:moveTo>
                  <a:lnTo>
                    <a:pt x="2617" y="4877"/>
                  </a:lnTo>
                  <a:lnTo>
                    <a:pt x="2617" y="4180"/>
                  </a:lnTo>
                  <a:lnTo>
                    <a:pt x="16363" y="4180"/>
                  </a:lnTo>
                  <a:cubicBezTo>
                    <a:pt x="16363" y="4180"/>
                    <a:pt x="16363" y="4877"/>
                    <a:pt x="16363" y="4877"/>
                  </a:cubicBezTo>
                  <a:close/>
                  <a:moveTo>
                    <a:pt x="16363" y="3483"/>
                  </a:moveTo>
                  <a:lnTo>
                    <a:pt x="2617" y="3483"/>
                  </a:lnTo>
                  <a:lnTo>
                    <a:pt x="2617" y="2787"/>
                  </a:lnTo>
                  <a:lnTo>
                    <a:pt x="16363" y="2787"/>
                  </a:lnTo>
                  <a:cubicBezTo>
                    <a:pt x="16363" y="2787"/>
                    <a:pt x="16363" y="3483"/>
                    <a:pt x="16363" y="3483"/>
                  </a:cubicBezTo>
                  <a:close/>
                  <a:moveTo>
                    <a:pt x="3600" y="1393"/>
                  </a:moveTo>
                  <a:lnTo>
                    <a:pt x="14400" y="1393"/>
                  </a:lnTo>
                  <a:lnTo>
                    <a:pt x="17018" y="1393"/>
                  </a:lnTo>
                  <a:cubicBezTo>
                    <a:pt x="17379" y="1393"/>
                    <a:pt x="17673" y="1705"/>
                    <a:pt x="17673" y="2090"/>
                  </a:cubicBezTo>
                  <a:lnTo>
                    <a:pt x="17673" y="3832"/>
                  </a:lnTo>
                  <a:lnTo>
                    <a:pt x="17673" y="4180"/>
                  </a:lnTo>
                  <a:lnTo>
                    <a:pt x="17673" y="6398"/>
                  </a:lnTo>
                  <a:cubicBezTo>
                    <a:pt x="17466" y="6321"/>
                    <a:pt x="17249" y="6270"/>
                    <a:pt x="17018" y="6270"/>
                  </a:cubicBezTo>
                  <a:lnTo>
                    <a:pt x="17018" y="5574"/>
                  </a:lnTo>
                  <a:lnTo>
                    <a:pt x="17018" y="4180"/>
                  </a:lnTo>
                  <a:lnTo>
                    <a:pt x="17018" y="2787"/>
                  </a:lnTo>
                  <a:cubicBezTo>
                    <a:pt x="17018" y="2401"/>
                    <a:pt x="16724" y="2090"/>
                    <a:pt x="16363" y="2090"/>
                  </a:cubicBezTo>
                  <a:lnTo>
                    <a:pt x="2617" y="2090"/>
                  </a:lnTo>
                  <a:cubicBezTo>
                    <a:pt x="2256" y="2090"/>
                    <a:pt x="1963" y="2401"/>
                    <a:pt x="1963" y="2787"/>
                  </a:cubicBezTo>
                  <a:lnTo>
                    <a:pt x="1963" y="4180"/>
                  </a:lnTo>
                  <a:lnTo>
                    <a:pt x="1963" y="5534"/>
                  </a:lnTo>
                  <a:cubicBezTo>
                    <a:pt x="1559" y="5094"/>
                    <a:pt x="1309" y="4495"/>
                    <a:pt x="1309" y="3832"/>
                  </a:cubicBezTo>
                  <a:cubicBezTo>
                    <a:pt x="1309" y="2485"/>
                    <a:pt x="2334" y="1393"/>
                    <a:pt x="3600" y="1393"/>
                  </a:cubicBezTo>
                  <a:moveTo>
                    <a:pt x="18983" y="8361"/>
                  </a:moveTo>
                  <a:lnTo>
                    <a:pt x="18982" y="8361"/>
                  </a:lnTo>
                  <a:lnTo>
                    <a:pt x="18982" y="4180"/>
                  </a:lnTo>
                  <a:lnTo>
                    <a:pt x="18982" y="3832"/>
                  </a:lnTo>
                  <a:lnTo>
                    <a:pt x="18982" y="2090"/>
                  </a:lnTo>
                  <a:cubicBezTo>
                    <a:pt x="18982" y="935"/>
                    <a:pt x="18102" y="0"/>
                    <a:pt x="17018" y="0"/>
                  </a:cubicBezTo>
                  <a:lnTo>
                    <a:pt x="14400" y="0"/>
                  </a:lnTo>
                  <a:lnTo>
                    <a:pt x="3600" y="0"/>
                  </a:lnTo>
                  <a:cubicBezTo>
                    <a:pt x="1614" y="0"/>
                    <a:pt x="0" y="1719"/>
                    <a:pt x="0" y="3832"/>
                  </a:cubicBezTo>
                  <a:lnTo>
                    <a:pt x="0" y="17767"/>
                  </a:lnTo>
                  <a:cubicBezTo>
                    <a:pt x="0" y="19880"/>
                    <a:pt x="1614" y="21600"/>
                    <a:pt x="3600" y="21600"/>
                  </a:cubicBezTo>
                  <a:lnTo>
                    <a:pt x="15382" y="21600"/>
                  </a:lnTo>
                  <a:cubicBezTo>
                    <a:pt x="17366" y="21600"/>
                    <a:pt x="18982" y="19880"/>
                    <a:pt x="18982" y="17767"/>
                  </a:cubicBezTo>
                  <a:lnTo>
                    <a:pt x="18982" y="16722"/>
                  </a:lnTo>
                  <a:lnTo>
                    <a:pt x="18983" y="16722"/>
                  </a:lnTo>
                  <a:cubicBezTo>
                    <a:pt x="21600" y="14631"/>
                    <a:pt x="21600" y="10452"/>
                    <a:pt x="18983" y="836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658758" y="5783796"/>
            <a:ext cx="303988" cy="305334"/>
            <a:chOff x="5394325" y="3578225"/>
            <a:chExt cx="358775" cy="360363"/>
          </a:xfrm>
          <a:solidFill>
            <a:schemeClr val="accent1"/>
          </a:solidFill>
        </p:grpSpPr>
        <p:sp>
          <p:nvSpPr>
            <p:cNvPr id="73" name="AutoShape 18"/>
            <p:cNvSpPr/>
            <p:nvPr/>
          </p:nvSpPr>
          <p:spPr bwMode="auto">
            <a:xfrm>
              <a:off x="5394325" y="3578225"/>
              <a:ext cx="358775" cy="36036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4" name="AutoShape 19"/>
            <p:cNvSpPr/>
            <p:nvPr/>
          </p:nvSpPr>
          <p:spPr bwMode="auto">
            <a:xfrm>
              <a:off x="5472113" y="3713163"/>
              <a:ext cx="46037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5" name="AutoShape 20"/>
            <p:cNvSpPr/>
            <p:nvPr/>
          </p:nvSpPr>
          <p:spPr bwMode="auto">
            <a:xfrm>
              <a:off x="5472113" y="3770313"/>
              <a:ext cx="46037" cy="333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6" name="AutoShape 21"/>
            <p:cNvSpPr/>
            <p:nvPr/>
          </p:nvSpPr>
          <p:spPr bwMode="auto">
            <a:xfrm>
              <a:off x="5472113" y="3825875"/>
              <a:ext cx="46037" cy="333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7" name="AutoShape 22"/>
            <p:cNvSpPr/>
            <p:nvPr/>
          </p:nvSpPr>
          <p:spPr bwMode="auto">
            <a:xfrm>
              <a:off x="5551488" y="3825875"/>
              <a:ext cx="44450" cy="333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8" name="AutoShape 23"/>
            <p:cNvSpPr/>
            <p:nvPr/>
          </p:nvSpPr>
          <p:spPr bwMode="auto">
            <a:xfrm>
              <a:off x="5551488" y="3770313"/>
              <a:ext cx="44450" cy="333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79" name="AutoShape 24"/>
            <p:cNvSpPr/>
            <p:nvPr/>
          </p:nvSpPr>
          <p:spPr bwMode="auto">
            <a:xfrm>
              <a:off x="5551488" y="3713163"/>
              <a:ext cx="44450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80" name="AutoShape 25"/>
            <p:cNvSpPr/>
            <p:nvPr/>
          </p:nvSpPr>
          <p:spPr bwMode="auto">
            <a:xfrm>
              <a:off x="5630863" y="3825875"/>
              <a:ext cx="44450" cy="333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81" name="AutoShape 26"/>
            <p:cNvSpPr/>
            <p:nvPr/>
          </p:nvSpPr>
          <p:spPr bwMode="auto">
            <a:xfrm>
              <a:off x="5630863" y="3770313"/>
              <a:ext cx="44450" cy="333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82" name="AutoShape 27"/>
            <p:cNvSpPr/>
            <p:nvPr/>
          </p:nvSpPr>
          <p:spPr bwMode="auto">
            <a:xfrm>
              <a:off x="5630863" y="3713163"/>
              <a:ext cx="44450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83" name="AutoShape 28"/>
          <p:cNvSpPr/>
          <p:nvPr/>
        </p:nvSpPr>
        <p:spPr bwMode="auto">
          <a:xfrm>
            <a:off x="4049437" y="5783796"/>
            <a:ext cx="305333" cy="30533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9450"/>
                </a:moveTo>
                <a:cubicBezTo>
                  <a:pt x="20249" y="9823"/>
                  <a:pt x="19947" y="10124"/>
                  <a:pt x="19575" y="10124"/>
                </a:cubicBezTo>
                <a:lnTo>
                  <a:pt x="18324" y="10124"/>
                </a:lnTo>
                <a:lnTo>
                  <a:pt x="15624" y="5400"/>
                </a:lnTo>
                <a:lnTo>
                  <a:pt x="17549" y="5400"/>
                </a:lnTo>
                <a:cubicBezTo>
                  <a:pt x="17762" y="5400"/>
                  <a:pt x="17962" y="5500"/>
                  <a:pt x="18089" y="5670"/>
                </a:cubicBezTo>
                <a:lnTo>
                  <a:pt x="20114" y="8370"/>
                </a:lnTo>
                <a:cubicBezTo>
                  <a:pt x="20202" y="8486"/>
                  <a:pt x="20249" y="8628"/>
                  <a:pt x="20249" y="8774"/>
                </a:cubicBezTo>
                <a:cubicBezTo>
                  <a:pt x="20249" y="8774"/>
                  <a:pt x="20249" y="9450"/>
                  <a:pt x="20249" y="9450"/>
                </a:cubicBezTo>
                <a:close/>
                <a:moveTo>
                  <a:pt x="18224" y="20249"/>
                </a:moveTo>
                <a:lnTo>
                  <a:pt x="14174" y="20249"/>
                </a:lnTo>
                <a:lnTo>
                  <a:pt x="14174" y="13500"/>
                </a:lnTo>
                <a:cubicBezTo>
                  <a:pt x="14174" y="13126"/>
                  <a:pt x="13872" y="12825"/>
                  <a:pt x="13499" y="12825"/>
                </a:cubicBezTo>
                <a:lnTo>
                  <a:pt x="8437" y="12825"/>
                </a:lnTo>
                <a:cubicBezTo>
                  <a:pt x="8064" y="12825"/>
                  <a:pt x="7762" y="13126"/>
                  <a:pt x="7762" y="13500"/>
                </a:cubicBezTo>
                <a:lnTo>
                  <a:pt x="7762" y="20249"/>
                </a:lnTo>
                <a:lnTo>
                  <a:pt x="3374" y="20249"/>
                </a:lnTo>
                <a:lnTo>
                  <a:pt x="3374" y="11475"/>
                </a:lnTo>
                <a:lnTo>
                  <a:pt x="18224" y="11475"/>
                </a:lnTo>
                <a:cubicBezTo>
                  <a:pt x="18224" y="11475"/>
                  <a:pt x="18224" y="20249"/>
                  <a:pt x="18224" y="20249"/>
                </a:cubicBezTo>
                <a:close/>
                <a:moveTo>
                  <a:pt x="13499" y="20249"/>
                </a:moveTo>
                <a:lnTo>
                  <a:pt x="8437" y="20249"/>
                </a:lnTo>
                <a:lnTo>
                  <a:pt x="8437" y="13500"/>
                </a:lnTo>
                <a:lnTo>
                  <a:pt x="13499" y="13500"/>
                </a:lnTo>
                <a:cubicBezTo>
                  <a:pt x="13499" y="13500"/>
                  <a:pt x="13499" y="20249"/>
                  <a:pt x="13499" y="20249"/>
                </a:cubicBezTo>
                <a:close/>
                <a:moveTo>
                  <a:pt x="1349" y="9450"/>
                </a:moveTo>
                <a:lnTo>
                  <a:pt x="1349" y="8774"/>
                </a:lnTo>
                <a:cubicBezTo>
                  <a:pt x="1349" y="8628"/>
                  <a:pt x="1397" y="8486"/>
                  <a:pt x="1485" y="8370"/>
                </a:cubicBezTo>
                <a:lnTo>
                  <a:pt x="3510" y="5670"/>
                </a:lnTo>
                <a:cubicBezTo>
                  <a:pt x="3637" y="5500"/>
                  <a:pt x="3837" y="5400"/>
                  <a:pt x="4049" y="5400"/>
                </a:cubicBezTo>
                <a:lnTo>
                  <a:pt x="5975" y="5400"/>
                </a:lnTo>
                <a:lnTo>
                  <a:pt x="3275" y="10124"/>
                </a:lnTo>
                <a:lnTo>
                  <a:pt x="2024" y="10124"/>
                </a:lnTo>
                <a:cubicBezTo>
                  <a:pt x="1652" y="10124"/>
                  <a:pt x="1349" y="9823"/>
                  <a:pt x="1349" y="9450"/>
                </a:cubicBezTo>
                <a:moveTo>
                  <a:pt x="13369" y="5400"/>
                </a:moveTo>
                <a:lnTo>
                  <a:pt x="14846" y="5400"/>
                </a:lnTo>
                <a:lnTo>
                  <a:pt x="17546" y="10124"/>
                </a:lnTo>
                <a:lnTo>
                  <a:pt x="14719" y="10124"/>
                </a:lnTo>
                <a:cubicBezTo>
                  <a:pt x="14719" y="10124"/>
                  <a:pt x="13369" y="5400"/>
                  <a:pt x="13369" y="5400"/>
                </a:cubicBezTo>
                <a:close/>
                <a:moveTo>
                  <a:pt x="11137" y="5400"/>
                </a:moveTo>
                <a:lnTo>
                  <a:pt x="12666" y="5400"/>
                </a:lnTo>
                <a:lnTo>
                  <a:pt x="14016" y="10124"/>
                </a:lnTo>
                <a:lnTo>
                  <a:pt x="11137" y="10124"/>
                </a:lnTo>
                <a:cubicBezTo>
                  <a:pt x="11137" y="10124"/>
                  <a:pt x="11137" y="5400"/>
                  <a:pt x="11137" y="5400"/>
                </a:cubicBezTo>
                <a:close/>
                <a:moveTo>
                  <a:pt x="8932" y="5400"/>
                </a:moveTo>
                <a:lnTo>
                  <a:pt x="10462" y="5400"/>
                </a:lnTo>
                <a:lnTo>
                  <a:pt x="10462" y="10124"/>
                </a:lnTo>
                <a:lnTo>
                  <a:pt x="7582" y="10124"/>
                </a:lnTo>
                <a:cubicBezTo>
                  <a:pt x="7582" y="10124"/>
                  <a:pt x="8932" y="5400"/>
                  <a:pt x="8932" y="5400"/>
                </a:cubicBezTo>
                <a:close/>
                <a:moveTo>
                  <a:pt x="6880" y="10124"/>
                </a:moveTo>
                <a:lnTo>
                  <a:pt x="4052" y="10124"/>
                </a:lnTo>
                <a:lnTo>
                  <a:pt x="6752" y="5400"/>
                </a:lnTo>
                <a:lnTo>
                  <a:pt x="8230" y="5400"/>
                </a:lnTo>
                <a:cubicBezTo>
                  <a:pt x="8230" y="5400"/>
                  <a:pt x="6880" y="10124"/>
                  <a:pt x="6880" y="10124"/>
                </a:cubicBezTo>
                <a:close/>
                <a:moveTo>
                  <a:pt x="17549" y="1350"/>
                </a:moveTo>
                <a:lnTo>
                  <a:pt x="17549" y="4050"/>
                </a:lnTo>
                <a:lnTo>
                  <a:pt x="4049" y="4050"/>
                </a:lnTo>
                <a:lnTo>
                  <a:pt x="4049" y="1350"/>
                </a:lnTo>
                <a:cubicBezTo>
                  <a:pt x="4049" y="1350"/>
                  <a:pt x="17549" y="1350"/>
                  <a:pt x="17549" y="1350"/>
                </a:cubicBezTo>
                <a:close/>
                <a:moveTo>
                  <a:pt x="21194" y="7560"/>
                </a:moveTo>
                <a:lnTo>
                  <a:pt x="19170" y="4861"/>
                </a:lnTo>
                <a:cubicBezTo>
                  <a:pt x="19091" y="4755"/>
                  <a:pt x="18997" y="4663"/>
                  <a:pt x="18899" y="4576"/>
                </a:cubicBezTo>
                <a:lnTo>
                  <a:pt x="18899" y="1350"/>
                </a:lnTo>
                <a:cubicBezTo>
                  <a:pt x="18899" y="605"/>
                  <a:pt x="18295" y="0"/>
                  <a:pt x="17549" y="0"/>
                </a:cubicBezTo>
                <a:lnTo>
                  <a:pt x="4049" y="0"/>
                </a:lnTo>
                <a:cubicBezTo>
                  <a:pt x="3304" y="0"/>
                  <a:pt x="2699" y="605"/>
                  <a:pt x="2699" y="1350"/>
                </a:cubicBezTo>
                <a:lnTo>
                  <a:pt x="2699" y="4576"/>
                </a:lnTo>
                <a:cubicBezTo>
                  <a:pt x="2602" y="4663"/>
                  <a:pt x="2508" y="4754"/>
                  <a:pt x="2430" y="4860"/>
                </a:cubicBezTo>
                <a:lnTo>
                  <a:pt x="406" y="7559"/>
                </a:lnTo>
                <a:cubicBezTo>
                  <a:pt x="143" y="7907"/>
                  <a:pt x="0" y="8338"/>
                  <a:pt x="0" y="8774"/>
                </a:cubicBezTo>
                <a:lnTo>
                  <a:pt x="0" y="9450"/>
                </a:lnTo>
                <a:cubicBezTo>
                  <a:pt x="0" y="10566"/>
                  <a:pt x="908" y="11475"/>
                  <a:pt x="2024" y="11475"/>
                </a:cubicBezTo>
                <a:lnTo>
                  <a:pt x="2024" y="20249"/>
                </a:lnTo>
                <a:cubicBezTo>
                  <a:pt x="2024" y="20994"/>
                  <a:pt x="2629" y="21599"/>
                  <a:pt x="3374" y="21599"/>
                </a:cubicBezTo>
                <a:lnTo>
                  <a:pt x="18224" y="21599"/>
                </a:lnTo>
                <a:cubicBezTo>
                  <a:pt x="18970" y="21599"/>
                  <a:pt x="19575" y="20994"/>
                  <a:pt x="19575" y="20249"/>
                </a:cubicBezTo>
                <a:lnTo>
                  <a:pt x="19575" y="11475"/>
                </a:lnTo>
                <a:cubicBezTo>
                  <a:pt x="20691" y="11475"/>
                  <a:pt x="21600" y="10566"/>
                  <a:pt x="21600" y="9450"/>
                </a:cubicBezTo>
                <a:lnTo>
                  <a:pt x="21600" y="8774"/>
                </a:lnTo>
                <a:cubicBezTo>
                  <a:pt x="21600" y="8338"/>
                  <a:pt x="21456" y="7907"/>
                  <a:pt x="21194" y="756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84" name="AutoShape 29"/>
          <p:cNvSpPr/>
          <p:nvPr/>
        </p:nvSpPr>
        <p:spPr bwMode="auto">
          <a:xfrm>
            <a:off x="7093356" y="5185235"/>
            <a:ext cx="305334" cy="275741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85" name="AutoShape 30"/>
          <p:cNvSpPr/>
          <p:nvPr/>
        </p:nvSpPr>
        <p:spPr bwMode="auto">
          <a:xfrm>
            <a:off x="6532457" y="5174474"/>
            <a:ext cx="209833" cy="305333"/>
          </a:xfrm>
          <a:custGeom>
            <a:avLst/>
            <a:gdLst>
              <a:gd name="T0" fmla="*/ 10383 w 20767"/>
              <a:gd name="T1" fmla="*/ 10800 h 21600"/>
              <a:gd name="T2" fmla="*/ 10383 w 20767"/>
              <a:gd name="T3" fmla="*/ 10800 h 21600"/>
              <a:gd name="T4" fmla="*/ 10383 w 20767"/>
              <a:gd name="T5" fmla="*/ 10800 h 21600"/>
              <a:gd name="T6" fmla="*/ 10383 w 20767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767" h="21600">
                <a:moveTo>
                  <a:pt x="18566" y="16551"/>
                </a:moveTo>
                <a:cubicBezTo>
                  <a:pt x="17960" y="18284"/>
                  <a:pt x="17274" y="20249"/>
                  <a:pt x="9436" y="20249"/>
                </a:cubicBezTo>
                <a:cubicBezTo>
                  <a:pt x="4711" y="20249"/>
                  <a:pt x="1888" y="17809"/>
                  <a:pt x="1888" y="15451"/>
                </a:cubicBezTo>
                <a:cubicBezTo>
                  <a:pt x="1888" y="13645"/>
                  <a:pt x="2349" y="12161"/>
                  <a:pt x="2835" y="10591"/>
                </a:cubicBezTo>
                <a:cubicBezTo>
                  <a:pt x="3454" y="8600"/>
                  <a:pt x="4088" y="6563"/>
                  <a:pt x="3813" y="3868"/>
                </a:cubicBezTo>
                <a:cubicBezTo>
                  <a:pt x="6723" y="6750"/>
                  <a:pt x="7759" y="10567"/>
                  <a:pt x="7759" y="10567"/>
                </a:cubicBezTo>
                <a:cubicBezTo>
                  <a:pt x="7759" y="10567"/>
                  <a:pt x="10468" y="7846"/>
                  <a:pt x="11196" y="6582"/>
                </a:cubicBezTo>
                <a:cubicBezTo>
                  <a:pt x="11755" y="7395"/>
                  <a:pt x="12267" y="10124"/>
                  <a:pt x="12267" y="12825"/>
                </a:cubicBezTo>
                <a:cubicBezTo>
                  <a:pt x="12267" y="12825"/>
                  <a:pt x="14773" y="11347"/>
                  <a:pt x="16653" y="9127"/>
                </a:cubicBezTo>
                <a:cubicBezTo>
                  <a:pt x="18632" y="11666"/>
                  <a:pt x="19346" y="14320"/>
                  <a:pt x="18566" y="16551"/>
                </a:cubicBezTo>
                <a:moveTo>
                  <a:pt x="16041" y="6075"/>
                </a:moveTo>
                <a:cubicBezTo>
                  <a:pt x="15982" y="7879"/>
                  <a:pt x="14088" y="9404"/>
                  <a:pt x="14088" y="9404"/>
                </a:cubicBezTo>
                <a:cubicBezTo>
                  <a:pt x="14088" y="6046"/>
                  <a:pt x="10380" y="3375"/>
                  <a:pt x="10380" y="3375"/>
                </a:cubicBezTo>
                <a:cubicBezTo>
                  <a:pt x="10380" y="3375"/>
                  <a:pt x="10330" y="5373"/>
                  <a:pt x="8452" y="7389"/>
                </a:cubicBezTo>
                <a:cubicBezTo>
                  <a:pt x="6574" y="2686"/>
                  <a:pt x="938" y="0"/>
                  <a:pt x="938" y="0"/>
                </a:cubicBezTo>
                <a:cubicBezTo>
                  <a:pt x="3756" y="7389"/>
                  <a:pt x="0" y="10076"/>
                  <a:pt x="0" y="15451"/>
                </a:cubicBezTo>
                <a:cubicBezTo>
                  <a:pt x="0" y="18604"/>
                  <a:pt x="3730" y="21599"/>
                  <a:pt x="9436" y="21599"/>
                </a:cubicBezTo>
                <a:cubicBezTo>
                  <a:pt x="17888" y="21599"/>
                  <a:pt x="19523" y="19379"/>
                  <a:pt x="20396" y="16878"/>
                </a:cubicBezTo>
                <a:cubicBezTo>
                  <a:pt x="21599" y="13436"/>
                  <a:pt x="19797" y="9432"/>
                  <a:pt x="16041" y="607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86" name="AutoShape 31"/>
          <p:cNvSpPr/>
          <p:nvPr/>
        </p:nvSpPr>
        <p:spPr bwMode="auto">
          <a:xfrm>
            <a:off x="6571464" y="5307637"/>
            <a:ext cx="134508" cy="110297"/>
          </a:xfrm>
          <a:custGeom>
            <a:avLst/>
            <a:gdLst>
              <a:gd name="T0" fmla="*/ 10641 w 21282"/>
              <a:gd name="T1" fmla="*/ 10800 h 21600"/>
              <a:gd name="T2" fmla="*/ 10641 w 21282"/>
              <a:gd name="T3" fmla="*/ 10800 h 21600"/>
              <a:gd name="T4" fmla="*/ 10641 w 21282"/>
              <a:gd name="T5" fmla="*/ 10800 h 21600"/>
              <a:gd name="T6" fmla="*/ 10641 w 21282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82" h="21600">
                <a:moveTo>
                  <a:pt x="20698" y="5891"/>
                </a:moveTo>
                <a:lnTo>
                  <a:pt x="19424" y="7749"/>
                </a:lnTo>
                <a:cubicBezTo>
                  <a:pt x="17846" y="10064"/>
                  <a:pt x="16352" y="12259"/>
                  <a:pt x="12365" y="14784"/>
                </a:cubicBezTo>
                <a:cubicBezTo>
                  <a:pt x="11794" y="12631"/>
                  <a:pt x="11275" y="10259"/>
                  <a:pt x="11275" y="6631"/>
                </a:cubicBezTo>
                <a:lnTo>
                  <a:pt x="11275" y="3408"/>
                </a:lnTo>
                <a:lnTo>
                  <a:pt x="9000" y="7893"/>
                </a:lnTo>
                <a:cubicBezTo>
                  <a:pt x="8233" y="9421"/>
                  <a:pt x="7598" y="10690"/>
                  <a:pt x="6649" y="12373"/>
                </a:cubicBezTo>
                <a:cubicBezTo>
                  <a:pt x="5211" y="8296"/>
                  <a:pt x="4195" y="5281"/>
                  <a:pt x="3422" y="2545"/>
                </a:cubicBezTo>
                <a:lnTo>
                  <a:pt x="2705" y="0"/>
                </a:lnTo>
                <a:lnTo>
                  <a:pt x="1926" y="2847"/>
                </a:lnTo>
                <a:cubicBezTo>
                  <a:pt x="936" y="6469"/>
                  <a:pt x="0" y="9891"/>
                  <a:pt x="0" y="18771"/>
                </a:cubicBezTo>
                <a:cubicBezTo>
                  <a:pt x="0" y="19292"/>
                  <a:pt x="333" y="19714"/>
                  <a:pt x="749" y="19714"/>
                </a:cubicBezTo>
                <a:cubicBezTo>
                  <a:pt x="1162" y="19714"/>
                  <a:pt x="1499" y="19292"/>
                  <a:pt x="1499" y="18771"/>
                </a:cubicBezTo>
                <a:cubicBezTo>
                  <a:pt x="1499" y="11964"/>
                  <a:pt x="2037" y="8594"/>
                  <a:pt x="2758" y="5681"/>
                </a:cubicBezTo>
                <a:cubicBezTo>
                  <a:pt x="3537" y="8174"/>
                  <a:pt x="4520" y="11009"/>
                  <a:pt x="5812" y="14638"/>
                </a:cubicBezTo>
                <a:lnTo>
                  <a:pt x="6339" y="16117"/>
                </a:lnTo>
                <a:lnTo>
                  <a:pt x="7100" y="14811"/>
                </a:lnTo>
                <a:cubicBezTo>
                  <a:pt x="8344" y="12681"/>
                  <a:pt x="9085" y="11248"/>
                  <a:pt x="9896" y="9638"/>
                </a:cubicBezTo>
                <a:cubicBezTo>
                  <a:pt x="10133" y="12428"/>
                  <a:pt x="10681" y="14428"/>
                  <a:pt x="11223" y="16408"/>
                </a:cubicBezTo>
                <a:lnTo>
                  <a:pt x="11495" y="17404"/>
                </a:lnTo>
                <a:lnTo>
                  <a:pt x="12253" y="16953"/>
                </a:lnTo>
                <a:cubicBezTo>
                  <a:pt x="16306" y="14531"/>
                  <a:pt x="18203" y="12327"/>
                  <a:pt x="19708" y="10211"/>
                </a:cubicBezTo>
                <a:cubicBezTo>
                  <a:pt x="19942" y="13727"/>
                  <a:pt x="19573" y="17574"/>
                  <a:pt x="18698" y="20305"/>
                </a:cubicBezTo>
                <a:cubicBezTo>
                  <a:pt x="18543" y="20787"/>
                  <a:pt x="18730" y="21336"/>
                  <a:pt x="19114" y="21531"/>
                </a:cubicBezTo>
                <a:cubicBezTo>
                  <a:pt x="19204" y="21577"/>
                  <a:pt x="19301" y="21599"/>
                  <a:pt x="19395" y="21599"/>
                </a:cubicBezTo>
                <a:cubicBezTo>
                  <a:pt x="19690" y="21599"/>
                  <a:pt x="19972" y="21377"/>
                  <a:pt x="20089" y="21008"/>
                </a:cubicBezTo>
                <a:cubicBezTo>
                  <a:pt x="21251" y="17380"/>
                  <a:pt x="21600" y="12213"/>
                  <a:pt x="20976" y="7841"/>
                </a:cubicBezTo>
                <a:cubicBezTo>
                  <a:pt x="20976" y="7841"/>
                  <a:pt x="20698" y="5891"/>
                  <a:pt x="20698" y="58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87" name="AutoShape 32"/>
          <p:cNvSpPr/>
          <p:nvPr/>
        </p:nvSpPr>
        <p:spPr bwMode="auto">
          <a:xfrm>
            <a:off x="5876058" y="5194650"/>
            <a:ext cx="305333" cy="266326"/>
          </a:xfrm>
          <a:custGeom>
            <a:avLst/>
            <a:gdLst>
              <a:gd name="T0" fmla="+- 0 10800 108"/>
              <a:gd name="T1" fmla="*/ T0 w 21384"/>
              <a:gd name="T2" fmla="*/ 10800 h 21600"/>
              <a:gd name="T3" fmla="+- 0 10800 108"/>
              <a:gd name="T4" fmla="*/ T3 w 21384"/>
              <a:gd name="T5" fmla="*/ 10800 h 21600"/>
              <a:gd name="T6" fmla="+- 0 10800 108"/>
              <a:gd name="T7" fmla="*/ T6 w 21384"/>
              <a:gd name="T8" fmla="*/ 10800 h 21600"/>
              <a:gd name="T9" fmla="+- 0 10800 108"/>
              <a:gd name="T10" fmla="*/ T9 w 21384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84" h="21600">
                <a:moveTo>
                  <a:pt x="18710" y="9257"/>
                </a:moveTo>
                <a:lnTo>
                  <a:pt x="16706" y="7714"/>
                </a:lnTo>
                <a:lnTo>
                  <a:pt x="16706" y="20057"/>
                </a:lnTo>
                <a:lnTo>
                  <a:pt x="4677" y="20057"/>
                </a:lnTo>
                <a:lnTo>
                  <a:pt x="4677" y="7714"/>
                </a:lnTo>
                <a:lnTo>
                  <a:pt x="2673" y="9257"/>
                </a:lnTo>
                <a:lnTo>
                  <a:pt x="1336" y="4628"/>
                </a:lnTo>
                <a:lnTo>
                  <a:pt x="4677" y="1542"/>
                </a:lnTo>
                <a:lnTo>
                  <a:pt x="7468" y="1542"/>
                </a:lnTo>
                <a:cubicBezTo>
                  <a:pt x="7841" y="2871"/>
                  <a:pt x="9136" y="3857"/>
                  <a:pt x="10691" y="3857"/>
                </a:cubicBezTo>
                <a:cubicBezTo>
                  <a:pt x="12247" y="3857"/>
                  <a:pt x="13542" y="2871"/>
                  <a:pt x="13915" y="1542"/>
                </a:cubicBezTo>
                <a:lnTo>
                  <a:pt x="16706" y="1542"/>
                </a:lnTo>
                <a:lnTo>
                  <a:pt x="20047" y="4628"/>
                </a:lnTo>
                <a:cubicBezTo>
                  <a:pt x="20047" y="4628"/>
                  <a:pt x="18710" y="9257"/>
                  <a:pt x="18710" y="9257"/>
                </a:cubicBezTo>
                <a:close/>
                <a:moveTo>
                  <a:pt x="13200" y="1542"/>
                </a:moveTo>
                <a:cubicBezTo>
                  <a:pt x="12831" y="2438"/>
                  <a:pt x="11852" y="3085"/>
                  <a:pt x="10691" y="3085"/>
                </a:cubicBezTo>
                <a:cubicBezTo>
                  <a:pt x="9531" y="3085"/>
                  <a:pt x="8552" y="2438"/>
                  <a:pt x="8183" y="1542"/>
                </a:cubicBezTo>
                <a:cubicBezTo>
                  <a:pt x="8183" y="1542"/>
                  <a:pt x="13200" y="1542"/>
                  <a:pt x="13200" y="1542"/>
                </a:cubicBezTo>
                <a:close/>
                <a:moveTo>
                  <a:pt x="20882" y="3423"/>
                </a:moveTo>
                <a:lnTo>
                  <a:pt x="17541" y="338"/>
                </a:lnTo>
                <a:cubicBezTo>
                  <a:pt x="17303" y="119"/>
                  <a:pt x="17009" y="0"/>
                  <a:pt x="16706" y="0"/>
                </a:cubicBezTo>
                <a:lnTo>
                  <a:pt x="4677" y="0"/>
                </a:lnTo>
                <a:cubicBezTo>
                  <a:pt x="4374" y="0"/>
                  <a:pt x="4080" y="119"/>
                  <a:pt x="3842" y="338"/>
                </a:cubicBezTo>
                <a:lnTo>
                  <a:pt x="501" y="3423"/>
                </a:lnTo>
                <a:cubicBezTo>
                  <a:pt x="64" y="3827"/>
                  <a:pt x="-108" y="4503"/>
                  <a:pt x="68" y="5116"/>
                </a:cubicBezTo>
                <a:lnTo>
                  <a:pt x="1405" y="9745"/>
                </a:lnTo>
                <a:cubicBezTo>
                  <a:pt x="1537" y="10201"/>
                  <a:pt x="1845" y="10560"/>
                  <a:pt x="2239" y="10716"/>
                </a:cubicBezTo>
                <a:cubicBezTo>
                  <a:pt x="2380" y="10772"/>
                  <a:pt x="2527" y="10800"/>
                  <a:pt x="2673" y="10800"/>
                </a:cubicBezTo>
                <a:cubicBezTo>
                  <a:pt x="2905" y="10800"/>
                  <a:pt x="3136" y="10729"/>
                  <a:pt x="3341" y="10593"/>
                </a:cubicBezTo>
                <a:lnTo>
                  <a:pt x="3341" y="20057"/>
                </a:lnTo>
                <a:cubicBezTo>
                  <a:pt x="3341" y="20908"/>
                  <a:pt x="3940" y="21600"/>
                  <a:pt x="4677" y="21600"/>
                </a:cubicBezTo>
                <a:lnTo>
                  <a:pt x="16706" y="21600"/>
                </a:lnTo>
                <a:cubicBezTo>
                  <a:pt x="17443" y="21600"/>
                  <a:pt x="18042" y="20908"/>
                  <a:pt x="18042" y="20057"/>
                </a:cubicBezTo>
                <a:lnTo>
                  <a:pt x="18042" y="10593"/>
                </a:lnTo>
                <a:cubicBezTo>
                  <a:pt x="18247" y="10729"/>
                  <a:pt x="18478" y="10800"/>
                  <a:pt x="18710" y="10800"/>
                </a:cubicBezTo>
                <a:cubicBezTo>
                  <a:pt x="18856" y="10800"/>
                  <a:pt x="19002" y="10772"/>
                  <a:pt x="19144" y="10716"/>
                </a:cubicBezTo>
                <a:cubicBezTo>
                  <a:pt x="19538" y="10560"/>
                  <a:pt x="19846" y="10201"/>
                  <a:pt x="19978" y="9745"/>
                </a:cubicBezTo>
                <a:lnTo>
                  <a:pt x="21315" y="5116"/>
                </a:lnTo>
                <a:cubicBezTo>
                  <a:pt x="21491" y="4503"/>
                  <a:pt x="21319" y="3827"/>
                  <a:pt x="20882" y="342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88" name="AutoShape 33"/>
          <p:cNvSpPr/>
          <p:nvPr/>
        </p:nvSpPr>
        <p:spPr bwMode="auto">
          <a:xfrm>
            <a:off x="5266735" y="5288806"/>
            <a:ext cx="305334" cy="191002"/>
          </a:xfrm>
          <a:custGeom>
            <a:avLst/>
            <a:gdLst>
              <a:gd name="T0" fmla="*/ 10752 w 21505"/>
              <a:gd name="T1" fmla="*/ 10800 h 21600"/>
              <a:gd name="T2" fmla="*/ 10752 w 21505"/>
              <a:gd name="T3" fmla="*/ 10800 h 21600"/>
              <a:gd name="T4" fmla="*/ 10752 w 21505"/>
              <a:gd name="T5" fmla="*/ 10800 h 21600"/>
              <a:gd name="T6" fmla="*/ 10752 w 21505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505" h="21600">
                <a:moveTo>
                  <a:pt x="17472" y="17279"/>
                </a:moveTo>
                <a:lnTo>
                  <a:pt x="17472" y="18899"/>
                </a:lnTo>
                <a:cubicBezTo>
                  <a:pt x="17472" y="19198"/>
                  <a:pt x="17321" y="19439"/>
                  <a:pt x="17136" y="19439"/>
                </a:cubicBezTo>
                <a:lnTo>
                  <a:pt x="4368" y="19439"/>
                </a:lnTo>
                <a:cubicBezTo>
                  <a:pt x="4182" y="19439"/>
                  <a:pt x="4032" y="19198"/>
                  <a:pt x="4032" y="18899"/>
                </a:cubicBezTo>
                <a:lnTo>
                  <a:pt x="4032" y="17279"/>
                </a:lnTo>
                <a:lnTo>
                  <a:pt x="1344" y="12419"/>
                </a:lnTo>
                <a:cubicBezTo>
                  <a:pt x="1344" y="12121"/>
                  <a:pt x="1494" y="11879"/>
                  <a:pt x="1680" y="11879"/>
                </a:cubicBezTo>
                <a:lnTo>
                  <a:pt x="3360" y="11879"/>
                </a:lnTo>
                <a:lnTo>
                  <a:pt x="4032" y="11879"/>
                </a:lnTo>
                <a:lnTo>
                  <a:pt x="4704" y="11879"/>
                </a:lnTo>
                <a:lnTo>
                  <a:pt x="5376" y="11879"/>
                </a:lnTo>
                <a:lnTo>
                  <a:pt x="6048" y="11879"/>
                </a:lnTo>
                <a:lnTo>
                  <a:pt x="6720" y="11879"/>
                </a:lnTo>
                <a:lnTo>
                  <a:pt x="7392" y="11879"/>
                </a:lnTo>
                <a:lnTo>
                  <a:pt x="8064" y="11879"/>
                </a:lnTo>
                <a:lnTo>
                  <a:pt x="8736" y="11879"/>
                </a:lnTo>
                <a:lnTo>
                  <a:pt x="12768" y="11879"/>
                </a:lnTo>
                <a:lnTo>
                  <a:pt x="13440" y="11879"/>
                </a:lnTo>
                <a:lnTo>
                  <a:pt x="14112" y="11879"/>
                </a:lnTo>
                <a:lnTo>
                  <a:pt x="14784" y="11879"/>
                </a:lnTo>
                <a:lnTo>
                  <a:pt x="15456" y="11879"/>
                </a:lnTo>
                <a:lnTo>
                  <a:pt x="16128" y="11879"/>
                </a:lnTo>
                <a:lnTo>
                  <a:pt x="16800" y="11879"/>
                </a:lnTo>
                <a:lnTo>
                  <a:pt x="17472" y="11879"/>
                </a:lnTo>
                <a:lnTo>
                  <a:pt x="18144" y="11879"/>
                </a:lnTo>
                <a:lnTo>
                  <a:pt x="19824" y="11879"/>
                </a:lnTo>
                <a:cubicBezTo>
                  <a:pt x="20009" y="11879"/>
                  <a:pt x="20160" y="12121"/>
                  <a:pt x="20160" y="12419"/>
                </a:cubicBezTo>
                <a:cubicBezTo>
                  <a:pt x="20160" y="12419"/>
                  <a:pt x="17472" y="17279"/>
                  <a:pt x="17472" y="17279"/>
                </a:cubicBezTo>
                <a:close/>
                <a:moveTo>
                  <a:pt x="10752" y="4320"/>
                </a:moveTo>
                <a:cubicBezTo>
                  <a:pt x="8625" y="4320"/>
                  <a:pt x="6826" y="6601"/>
                  <a:pt x="6246" y="9719"/>
                </a:cubicBezTo>
                <a:lnTo>
                  <a:pt x="5552" y="9719"/>
                </a:lnTo>
                <a:cubicBezTo>
                  <a:pt x="6152" y="6000"/>
                  <a:pt x="8252" y="3239"/>
                  <a:pt x="10752" y="3239"/>
                </a:cubicBezTo>
                <a:cubicBezTo>
                  <a:pt x="12934" y="3239"/>
                  <a:pt x="14813" y="5344"/>
                  <a:pt x="15654" y="8353"/>
                </a:cubicBezTo>
                <a:lnTo>
                  <a:pt x="15054" y="8835"/>
                </a:lnTo>
                <a:cubicBezTo>
                  <a:pt x="14323" y="6180"/>
                  <a:pt x="12671" y="4320"/>
                  <a:pt x="10752" y="4320"/>
                </a:cubicBezTo>
                <a:moveTo>
                  <a:pt x="10752" y="8639"/>
                </a:moveTo>
                <a:cubicBezTo>
                  <a:pt x="10158" y="8639"/>
                  <a:pt x="9630" y="9061"/>
                  <a:pt x="9260" y="9719"/>
                </a:cubicBezTo>
                <a:lnTo>
                  <a:pt x="8437" y="9719"/>
                </a:lnTo>
                <a:cubicBezTo>
                  <a:pt x="8904" y="8435"/>
                  <a:pt x="9761" y="7560"/>
                  <a:pt x="10752" y="7560"/>
                </a:cubicBezTo>
                <a:cubicBezTo>
                  <a:pt x="11742" y="7560"/>
                  <a:pt x="12600" y="8435"/>
                  <a:pt x="13066" y="9719"/>
                </a:cubicBezTo>
                <a:lnTo>
                  <a:pt x="12244" y="9719"/>
                </a:lnTo>
                <a:cubicBezTo>
                  <a:pt x="11874" y="9061"/>
                  <a:pt x="11345" y="8639"/>
                  <a:pt x="10752" y="8639"/>
                </a:cubicBezTo>
                <a:moveTo>
                  <a:pt x="13827" y="9719"/>
                </a:moveTo>
                <a:cubicBezTo>
                  <a:pt x="13307" y="7816"/>
                  <a:pt x="12126" y="6479"/>
                  <a:pt x="10752" y="6479"/>
                </a:cubicBezTo>
                <a:cubicBezTo>
                  <a:pt x="9378" y="6479"/>
                  <a:pt x="8197" y="7816"/>
                  <a:pt x="7676" y="9719"/>
                </a:cubicBezTo>
                <a:lnTo>
                  <a:pt x="6955" y="9719"/>
                </a:lnTo>
                <a:cubicBezTo>
                  <a:pt x="7510" y="7207"/>
                  <a:pt x="9001" y="5400"/>
                  <a:pt x="10752" y="5400"/>
                </a:cubicBezTo>
                <a:cubicBezTo>
                  <a:pt x="12409" y="5400"/>
                  <a:pt x="13834" y="7015"/>
                  <a:pt x="14454" y="9317"/>
                </a:cubicBezTo>
                <a:lnTo>
                  <a:pt x="13953" y="9719"/>
                </a:lnTo>
                <a:cubicBezTo>
                  <a:pt x="13953" y="9719"/>
                  <a:pt x="13827" y="9719"/>
                  <a:pt x="13827" y="9719"/>
                </a:cubicBezTo>
                <a:close/>
                <a:moveTo>
                  <a:pt x="10752" y="1080"/>
                </a:moveTo>
                <a:cubicBezTo>
                  <a:pt x="13459" y="1080"/>
                  <a:pt x="15792" y="3672"/>
                  <a:pt x="16856" y="7388"/>
                </a:cubicBezTo>
                <a:lnTo>
                  <a:pt x="16256" y="7869"/>
                </a:lnTo>
                <a:cubicBezTo>
                  <a:pt x="15305" y="4504"/>
                  <a:pt x="13201" y="2160"/>
                  <a:pt x="10752" y="2160"/>
                </a:cubicBezTo>
                <a:cubicBezTo>
                  <a:pt x="7874" y="2160"/>
                  <a:pt x="5470" y="5392"/>
                  <a:pt x="4858" y="9719"/>
                </a:cubicBezTo>
                <a:lnTo>
                  <a:pt x="4167" y="9719"/>
                </a:lnTo>
                <a:cubicBezTo>
                  <a:pt x="4792" y="4796"/>
                  <a:pt x="7507" y="1080"/>
                  <a:pt x="10752" y="1080"/>
                </a:cubicBezTo>
                <a:moveTo>
                  <a:pt x="17336" y="9719"/>
                </a:moveTo>
                <a:lnTo>
                  <a:pt x="16958" y="9719"/>
                </a:lnTo>
                <a:lnTo>
                  <a:pt x="17294" y="9449"/>
                </a:lnTo>
                <a:cubicBezTo>
                  <a:pt x="17307" y="9540"/>
                  <a:pt x="17325" y="9628"/>
                  <a:pt x="17336" y="9719"/>
                </a:cubicBezTo>
                <a:moveTo>
                  <a:pt x="19824" y="9719"/>
                </a:moveTo>
                <a:lnTo>
                  <a:pt x="18016" y="9719"/>
                </a:lnTo>
                <a:cubicBezTo>
                  <a:pt x="17986" y="9461"/>
                  <a:pt x="17948" y="9209"/>
                  <a:pt x="17908" y="8957"/>
                </a:cubicBezTo>
                <a:lnTo>
                  <a:pt x="21132" y="6366"/>
                </a:lnTo>
                <a:cubicBezTo>
                  <a:pt x="21464" y="6099"/>
                  <a:pt x="21599" y="5450"/>
                  <a:pt x="21433" y="4916"/>
                </a:cubicBezTo>
                <a:cubicBezTo>
                  <a:pt x="21267" y="4383"/>
                  <a:pt x="20864" y="4169"/>
                  <a:pt x="20532" y="4433"/>
                </a:cubicBezTo>
                <a:lnTo>
                  <a:pt x="17456" y="6905"/>
                </a:lnTo>
                <a:cubicBezTo>
                  <a:pt x="16282" y="2836"/>
                  <a:pt x="13721" y="0"/>
                  <a:pt x="10752" y="0"/>
                </a:cubicBezTo>
                <a:cubicBezTo>
                  <a:pt x="7135" y="0"/>
                  <a:pt x="4122" y="4198"/>
                  <a:pt x="3488" y="9719"/>
                </a:cubicBezTo>
                <a:lnTo>
                  <a:pt x="1680" y="9719"/>
                </a:lnTo>
                <a:cubicBezTo>
                  <a:pt x="754" y="9719"/>
                  <a:pt x="0" y="10930"/>
                  <a:pt x="0" y="12419"/>
                </a:cubicBezTo>
                <a:cubicBezTo>
                  <a:pt x="0" y="12949"/>
                  <a:pt x="121" y="13459"/>
                  <a:pt x="339" y="13855"/>
                </a:cubicBezTo>
                <a:lnTo>
                  <a:pt x="2688" y="18101"/>
                </a:lnTo>
                <a:lnTo>
                  <a:pt x="2688" y="18899"/>
                </a:lnTo>
                <a:cubicBezTo>
                  <a:pt x="2688" y="20389"/>
                  <a:pt x="3442" y="21599"/>
                  <a:pt x="4368" y="21599"/>
                </a:cubicBezTo>
                <a:lnTo>
                  <a:pt x="17136" y="21599"/>
                </a:lnTo>
                <a:cubicBezTo>
                  <a:pt x="18062" y="21599"/>
                  <a:pt x="18816" y="20389"/>
                  <a:pt x="18816" y="18899"/>
                </a:cubicBezTo>
                <a:lnTo>
                  <a:pt x="18816" y="18101"/>
                </a:lnTo>
                <a:lnTo>
                  <a:pt x="21165" y="13855"/>
                </a:lnTo>
                <a:cubicBezTo>
                  <a:pt x="21383" y="13459"/>
                  <a:pt x="21504" y="12949"/>
                  <a:pt x="21504" y="12419"/>
                </a:cubicBezTo>
                <a:cubicBezTo>
                  <a:pt x="21504" y="10930"/>
                  <a:pt x="20750" y="9719"/>
                  <a:pt x="19824" y="971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89" name="AutoShape 34"/>
          <p:cNvSpPr/>
          <p:nvPr/>
        </p:nvSpPr>
        <p:spPr bwMode="auto">
          <a:xfrm>
            <a:off x="5343405" y="5213481"/>
            <a:ext cx="21521" cy="71290"/>
          </a:xfrm>
          <a:custGeom>
            <a:avLst/>
            <a:gdLst>
              <a:gd name="T0" fmla="+- 0 10758 2273"/>
              <a:gd name="T1" fmla="*/ T0 w 16970"/>
              <a:gd name="T2" fmla="*/ 10800 h 21600"/>
              <a:gd name="T3" fmla="+- 0 10758 2273"/>
              <a:gd name="T4" fmla="*/ T3 w 16970"/>
              <a:gd name="T5" fmla="*/ 10800 h 21600"/>
              <a:gd name="T6" fmla="+- 0 10758 2273"/>
              <a:gd name="T7" fmla="*/ T6 w 16970"/>
              <a:gd name="T8" fmla="*/ 10800 h 21600"/>
              <a:gd name="T9" fmla="+- 0 10758 2273"/>
              <a:gd name="T10" fmla="*/ T9 w 16970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16970" h="21600">
                <a:moveTo>
                  <a:pt x="1763" y="20770"/>
                </a:moveTo>
                <a:cubicBezTo>
                  <a:pt x="1785" y="20787"/>
                  <a:pt x="1800" y="20804"/>
                  <a:pt x="1822" y="20820"/>
                </a:cubicBezTo>
                <a:lnTo>
                  <a:pt x="1840" y="20820"/>
                </a:lnTo>
                <a:cubicBezTo>
                  <a:pt x="2471" y="21282"/>
                  <a:pt x="3719" y="21600"/>
                  <a:pt x="5169" y="21600"/>
                </a:cubicBezTo>
                <a:cubicBezTo>
                  <a:pt x="7249" y="21600"/>
                  <a:pt x="8949" y="20947"/>
                  <a:pt x="8949" y="20151"/>
                </a:cubicBezTo>
                <a:cubicBezTo>
                  <a:pt x="8949" y="20027"/>
                  <a:pt x="8890" y="19906"/>
                  <a:pt x="8813" y="19791"/>
                </a:cubicBezTo>
                <a:cubicBezTo>
                  <a:pt x="8827" y="19771"/>
                  <a:pt x="8827" y="19755"/>
                  <a:pt x="8805" y="19735"/>
                </a:cubicBezTo>
                <a:cubicBezTo>
                  <a:pt x="5994" y="17195"/>
                  <a:pt x="8670" y="14408"/>
                  <a:pt x="11954" y="11407"/>
                </a:cubicBezTo>
                <a:cubicBezTo>
                  <a:pt x="15517" y="8164"/>
                  <a:pt x="19327" y="4564"/>
                  <a:pt x="15125" y="902"/>
                </a:cubicBezTo>
                <a:cubicBezTo>
                  <a:pt x="14593" y="374"/>
                  <a:pt x="13264" y="0"/>
                  <a:pt x="11701" y="0"/>
                </a:cubicBezTo>
                <a:cubicBezTo>
                  <a:pt x="9671" y="0"/>
                  <a:pt x="8016" y="632"/>
                  <a:pt x="8016" y="1411"/>
                </a:cubicBezTo>
                <a:cubicBezTo>
                  <a:pt x="8016" y="1583"/>
                  <a:pt x="8108" y="1746"/>
                  <a:pt x="8259" y="1898"/>
                </a:cubicBezTo>
                <a:cubicBezTo>
                  <a:pt x="8259" y="1904"/>
                  <a:pt x="8259" y="1909"/>
                  <a:pt x="8266" y="1915"/>
                </a:cubicBezTo>
                <a:cubicBezTo>
                  <a:pt x="8273" y="1923"/>
                  <a:pt x="8281" y="1932"/>
                  <a:pt x="8295" y="1940"/>
                </a:cubicBezTo>
                <a:lnTo>
                  <a:pt x="8325" y="1974"/>
                </a:lnTo>
                <a:cubicBezTo>
                  <a:pt x="11360" y="4592"/>
                  <a:pt x="8424" y="7275"/>
                  <a:pt x="5106" y="10305"/>
                </a:cubicBezTo>
                <a:cubicBezTo>
                  <a:pt x="1605" y="13500"/>
                  <a:pt x="-2273" y="17040"/>
                  <a:pt x="1635" y="20649"/>
                </a:cubicBezTo>
                <a:cubicBezTo>
                  <a:pt x="1671" y="20691"/>
                  <a:pt x="1719" y="20730"/>
                  <a:pt x="1763" y="2077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90" name="AutoShape 35"/>
          <p:cNvSpPr/>
          <p:nvPr/>
        </p:nvSpPr>
        <p:spPr bwMode="auto">
          <a:xfrm>
            <a:off x="5457737" y="5213481"/>
            <a:ext cx="21521" cy="71290"/>
          </a:xfrm>
          <a:custGeom>
            <a:avLst/>
            <a:gdLst>
              <a:gd name="T0" fmla="+- 0 10758 2273"/>
              <a:gd name="T1" fmla="*/ T0 w 16970"/>
              <a:gd name="T2" fmla="*/ 10800 h 21600"/>
              <a:gd name="T3" fmla="+- 0 10758 2273"/>
              <a:gd name="T4" fmla="*/ T3 w 16970"/>
              <a:gd name="T5" fmla="*/ 10800 h 21600"/>
              <a:gd name="T6" fmla="+- 0 10758 2273"/>
              <a:gd name="T7" fmla="*/ T6 w 16970"/>
              <a:gd name="T8" fmla="*/ 10800 h 21600"/>
              <a:gd name="T9" fmla="+- 0 10758 2273"/>
              <a:gd name="T10" fmla="*/ T9 w 16970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16970" h="21600">
                <a:moveTo>
                  <a:pt x="1763" y="20770"/>
                </a:moveTo>
                <a:cubicBezTo>
                  <a:pt x="1785" y="20787"/>
                  <a:pt x="1800" y="20804"/>
                  <a:pt x="1822" y="20820"/>
                </a:cubicBezTo>
                <a:lnTo>
                  <a:pt x="1840" y="20820"/>
                </a:lnTo>
                <a:cubicBezTo>
                  <a:pt x="2471" y="21282"/>
                  <a:pt x="3719" y="21600"/>
                  <a:pt x="5169" y="21600"/>
                </a:cubicBezTo>
                <a:cubicBezTo>
                  <a:pt x="7249" y="21600"/>
                  <a:pt x="8949" y="20950"/>
                  <a:pt x="8949" y="20151"/>
                </a:cubicBezTo>
                <a:cubicBezTo>
                  <a:pt x="8949" y="20027"/>
                  <a:pt x="8890" y="19906"/>
                  <a:pt x="8813" y="19791"/>
                </a:cubicBezTo>
                <a:cubicBezTo>
                  <a:pt x="8827" y="19771"/>
                  <a:pt x="8827" y="19755"/>
                  <a:pt x="8805" y="19735"/>
                </a:cubicBezTo>
                <a:cubicBezTo>
                  <a:pt x="5994" y="17195"/>
                  <a:pt x="8670" y="14408"/>
                  <a:pt x="11954" y="11407"/>
                </a:cubicBezTo>
                <a:cubicBezTo>
                  <a:pt x="15517" y="8164"/>
                  <a:pt x="19327" y="4564"/>
                  <a:pt x="15125" y="902"/>
                </a:cubicBezTo>
                <a:cubicBezTo>
                  <a:pt x="14593" y="374"/>
                  <a:pt x="13264" y="0"/>
                  <a:pt x="11701" y="0"/>
                </a:cubicBezTo>
                <a:cubicBezTo>
                  <a:pt x="9671" y="0"/>
                  <a:pt x="8016" y="632"/>
                  <a:pt x="8016" y="1411"/>
                </a:cubicBezTo>
                <a:cubicBezTo>
                  <a:pt x="8016" y="1583"/>
                  <a:pt x="8108" y="1746"/>
                  <a:pt x="8259" y="1898"/>
                </a:cubicBezTo>
                <a:cubicBezTo>
                  <a:pt x="8259" y="1904"/>
                  <a:pt x="8259" y="1909"/>
                  <a:pt x="8266" y="1915"/>
                </a:cubicBezTo>
                <a:cubicBezTo>
                  <a:pt x="8273" y="1923"/>
                  <a:pt x="8281" y="1932"/>
                  <a:pt x="8295" y="1940"/>
                </a:cubicBezTo>
                <a:lnTo>
                  <a:pt x="8325" y="1974"/>
                </a:lnTo>
                <a:cubicBezTo>
                  <a:pt x="11360" y="4592"/>
                  <a:pt x="8424" y="7275"/>
                  <a:pt x="5106" y="10305"/>
                </a:cubicBezTo>
                <a:cubicBezTo>
                  <a:pt x="1605" y="13500"/>
                  <a:pt x="-2273" y="17040"/>
                  <a:pt x="1635" y="20649"/>
                </a:cubicBezTo>
                <a:cubicBezTo>
                  <a:pt x="1671" y="20691"/>
                  <a:pt x="1719" y="20730"/>
                  <a:pt x="1763" y="2077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91" name="AutoShape 36"/>
          <p:cNvSpPr/>
          <p:nvPr/>
        </p:nvSpPr>
        <p:spPr bwMode="auto">
          <a:xfrm>
            <a:off x="5409314" y="5174474"/>
            <a:ext cx="22867" cy="72634"/>
          </a:xfrm>
          <a:custGeom>
            <a:avLst/>
            <a:gdLst>
              <a:gd name="T0" fmla="+- 0 10758 2273"/>
              <a:gd name="T1" fmla="*/ T0 w 16970"/>
              <a:gd name="T2" fmla="*/ 10800 h 21600"/>
              <a:gd name="T3" fmla="+- 0 10758 2273"/>
              <a:gd name="T4" fmla="*/ T3 w 16970"/>
              <a:gd name="T5" fmla="*/ 10800 h 21600"/>
              <a:gd name="T6" fmla="+- 0 10758 2273"/>
              <a:gd name="T7" fmla="*/ T6 w 16970"/>
              <a:gd name="T8" fmla="*/ 10800 h 21600"/>
              <a:gd name="T9" fmla="+- 0 10758 2273"/>
              <a:gd name="T10" fmla="*/ T9 w 16970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16970" h="21600">
                <a:moveTo>
                  <a:pt x="1763" y="20770"/>
                </a:moveTo>
                <a:cubicBezTo>
                  <a:pt x="1785" y="20787"/>
                  <a:pt x="1800" y="20804"/>
                  <a:pt x="1822" y="20820"/>
                </a:cubicBezTo>
                <a:lnTo>
                  <a:pt x="1840" y="20820"/>
                </a:lnTo>
                <a:cubicBezTo>
                  <a:pt x="2471" y="21282"/>
                  <a:pt x="3719" y="21600"/>
                  <a:pt x="5169" y="21600"/>
                </a:cubicBezTo>
                <a:cubicBezTo>
                  <a:pt x="7249" y="21600"/>
                  <a:pt x="8949" y="20950"/>
                  <a:pt x="8949" y="20151"/>
                </a:cubicBezTo>
                <a:cubicBezTo>
                  <a:pt x="8949" y="20027"/>
                  <a:pt x="8890" y="19906"/>
                  <a:pt x="8813" y="19791"/>
                </a:cubicBezTo>
                <a:cubicBezTo>
                  <a:pt x="8827" y="19771"/>
                  <a:pt x="8827" y="19755"/>
                  <a:pt x="8805" y="19735"/>
                </a:cubicBezTo>
                <a:cubicBezTo>
                  <a:pt x="5994" y="17195"/>
                  <a:pt x="8670" y="14408"/>
                  <a:pt x="11954" y="11407"/>
                </a:cubicBezTo>
                <a:cubicBezTo>
                  <a:pt x="15517" y="8164"/>
                  <a:pt x="19327" y="4564"/>
                  <a:pt x="15125" y="902"/>
                </a:cubicBezTo>
                <a:cubicBezTo>
                  <a:pt x="14593" y="374"/>
                  <a:pt x="13264" y="0"/>
                  <a:pt x="11701" y="0"/>
                </a:cubicBezTo>
                <a:cubicBezTo>
                  <a:pt x="9671" y="0"/>
                  <a:pt x="8016" y="632"/>
                  <a:pt x="8016" y="1411"/>
                </a:cubicBezTo>
                <a:cubicBezTo>
                  <a:pt x="8016" y="1583"/>
                  <a:pt x="8108" y="1749"/>
                  <a:pt x="8259" y="1898"/>
                </a:cubicBezTo>
                <a:cubicBezTo>
                  <a:pt x="8259" y="1904"/>
                  <a:pt x="8259" y="1909"/>
                  <a:pt x="8266" y="1915"/>
                </a:cubicBezTo>
                <a:cubicBezTo>
                  <a:pt x="8273" y="1923"/>
                  <a:pt x="8281" y="1932"/>
                  <a:pt x="8295" y="1940"/>
                </a:cubicBezTo>
                <a:lnTo>
                  <a:pt x="8325" y="1974"/>
                </a:lnTo>
                <a:cubicBezTo>
                  <a:pt x="11360" y="4592"/>
                  <a:pt x="8424" y="7275"/>
                  <a:pt x="5106" y="10305"/>
                </a:cubicBezTo>
                <a:cubicBezTo>
                  <a:pt x="1605" y="13500"/>
                  <a:pt x="-2273" y="17040"/>
                  <a:pt x="1635" y="20649"/>
                </a:cubicBezTo>
                <a:cubicBezTo>
                  <a:pt x="1675" y="20691"/>
                  <a:pt x="1719" y="20730"/>
                  <a:pt x="1763" y="2077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4658758" y="5174474"/>
            <a:ext cx="303988" cy="305333"/>
            <a:chOff x="5394325" y="2859088"/>
            <a:chExt cx="358775" cy="360362"/>
          </a:xfrm>
          <a:solidFill>
            <a:schemeClr val="accent1"/>
          </a:solidFill>
        </p:grpSpPr>
        <p:sp>
          <p:nvSpPr>
            <p:cNvPr id="93" name="AutoShape 37"/>
            <p:cNvSpPr/>
            <p:nvPr/>
          </p:nvSpPr>
          <p:spPr bwMode="auto">
            <a:xfrm>
              <a:off x="5394325" y="2894013"/>
              <a:ext cx="327025" cy="325437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94" name="AutoShape 38"/>
            <p:cNvSpPr/>
            <p:nvPr/>
          </p:nvSpPr>
          <p:spPr bwMode="auto">
            <a:xfrm>
              <a:off x="5551488" y="3040063"/>
              <a:ext cx="55562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95" name="AutoShape 39"/>
            <p:cNvSpPr/>
            <p:nvPr/>
          </p:nvSpPr>
          <p:spPr bwMode="auto">
            <a:xfrm>
              <a:off x="5697538" y="2859088"/>
              <a:ext cx="55562" cy="571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96" name="AutoShape 40"/>
            <p:cNvSpPr/>
            <p:nvPr/>
          </p:nvSpPr>
          <p:spPr bwMode="auto">
            <a:xfrm>
              <a:off x="5483225" y="3028950"/>
              <a:ext cx="46038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97" name="AutoShape 41"/>
            <p:cNvSpPr/>
            <p:nvPr/>
          </p:nvSpPr>
          <p:spPr bwMode="auto">
            <a:xfrm>
              <a:off x="5529263" y="3106738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98" name="AutoShape 42"/>
            <p:cNvSpPr/>
            <p:nvPr/>
          </p:nvSpPr>
          <p:spPr bwMode="auto">
            <a:xfrm>
              <a:off x="5708650" y="2938463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99" name="AutoShape 43"/>
          <p:cNvSpPr/>
          <p:nvPr/>
        </p:nvSpPr>
        <p:spPr bwMode="auto">
          <a:xfrm>
            <a:off x="4049437" y="5194650"/>
            <a:ext cx="305333" cy="21790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951" y="9367"/>
                </a:moveTo>
                <a:cubicBezTo>
                  <a:pt x="10901" y="9383"/>
                  <a:pt x="10851" y="9391"/>
                  <a:pt x="10800" y="9391"/>
                </a:cubicBezTo>
                <a:cubicBezTo>
                  <a:pt x="10748" y="9391"/>
                  <a:pt x="10698" y="9383"/>
                  <a:pt x="10648" y="9367"/>
                </a:cubicBezTo>
                <a:lnTo>
                  <a:pt x="1873" y="6550"/>
                </a:lnTo>
                <a:cubicBezTo>
                  <a:pt x="1566" y="6452"/>
                  <a:pt x="1349" y="6072"/>
                  <a:pt x="1349" y="5634"/>
                </a:cubicBezTo>
                <a:cubicBezTo>
                  <a:pt x="1349" y="5197"/>
                  <a:pt x="1566" y="4817"/>
                  <a:pt x="1873" y="4719"/>
                </a:cubicBezTo>
                <a:lnTo>
                  <a:pt x="10648" y="1902"/>
                </a:lnTo>
                <a:cubicBezTo>
                  <a:pt x="10698" y="1886"/>
                  <a:pt x="10748" y="1878"/>
                  <a:pt x="10800" y="1878"/>
                </a:cubicBezTo>
                <a:cubicBezTo>
                  <a:pt x="10851" y="1878"/>
                  <a:pt x="10901" y="1886"/>
                  <a:pt x="10951" y="1902"/>
                </a:cubicBezTo>
                <a:lnTo>
                  <a:pt x="19726" y="4719"/>
                </a:lnTo>
                <a:cubicBezTo>
                  <a:pt x="20033" y="4817"/>
                  <a:pt x="20249" y="5197"/>
                  <a:pt x="20249" y="5634"/>
                </a:cubicBezTo>
                <a:cubicBezTo>
                  <a:pt x="20249" y="6072"/>
                  <a:pt x="20033" y="6452"/>
                  <a:pt x="19726" y="6550"/>
                </a:cubicBezTo>
                <a:cubicBezTo>
                  <a:pt x="19726" y="6550"/>
                  <a:pt x="10951" y="9367"/>
                  <a:pt x="10951" y="9367"/>
                </a:cubicBezTo>
                <a:close/>
                <a:moveTo>
                  <a:pt x="16874" y="16904"/>
                </a:moveTo>
                <a:cubicBezTo>
                  <a:pt x="16874" y="17942"/>
                  <a:pt x="14849" y="19721"/>
                  <a:pt x="10800" y="19721"/>
                </a:cubicBezTo>
                <a:cubicBezTo>
                  <a:pt x="6749" y="19721"/>
                  <a:pt x="4724" y="17942"/>
                  <a:pt x="4724" y="16904"/>
                </a:cubicBezTo>
                <a:lnTo>
                  <a:pt x="4724" y="9394"/>
                </a:lnTo>
                <a:lnTo>
                  <a:pt x="10353" y="11200"/>
                </a:lnTo>
                <a:cubicBezTo>
                  <a:pt x="10501" y="11246"/>
                  <a:pt x="10651" y="11269"/>
                  <a:pt x="10800" y="11269"/>
                </a:cubicBezTo>
                <a:cubicBezTo>
                  <a:pt x="10949" y="11269"/>
                  <a:pt x="11098" y="11246"/>
                  <a:pt x="11255" y="11198"/>
                </a:cubicBezTo>
                <a:lnTo>
                  <a:pt x="16874" y="9394"/>
                </a:lnTo>
                <a:cubicBezTo>
                  <a:pt x="16874" y="9394"/>
                  <a:pt x="16874" y="16904"/>
                  <a:pt x="16874" y="16904"/>
                </a:cubicBezTo>
                <a:close/>
                <a:moveTo>
                  <a:pt x="21600" y="5634"/>
                </a:moveTo>
                <a:cubicBezTo>
                  <a:pt x="21600" y="4314"/>
                  <a:pt x="20954" y="3185"/>
                  <a:pt x="20030" y="2888"/>
                </a:cubicBezTo>
                <a:lnTo>
                  <a:pt x="11246" y="68"/>
                </a:lnTo>
                <a:cubicBezTo>
                  <a:pt x="11098" y="22"/>
                  <a:pt x="10949" y="0"/>
                  <a:pt x="10800" y="0"/>
                </a:cubicBezTo>
                <a:cubicBezTo>
                  <a:pt x="10651" y="0"/>
                  <a:pt x="10501" y="22"/>
                  <a:pt x="10344" y="71"/>
                </a:cubicBezTo>
                <a:lnTo>
                  <a:pt x="1570" y="2888"/>
                </a:lnTo>
                <a:cubicBezTo>
                  <a:pt x="645" y="3185"/>
                  <a:pt x="0" y="4314"/>
                  <a:pt x="0" y="5634"/>
                </a:cubicBezTo>
                <a:cubicBezTo>
                  <a:pt x="0" y="6955"/>
                  <a:pt x="645" y="8084"/>
                  <a:pt x="1569" y="8380"/>
                </a:cubicBezTo>
                <a:lnTo>
                  <a:pt x="3374" y="8960"/>
                </a:lnTo>
                <a:lnTo>
                  <a:pt x="3374" y="16904"/>
                </a:lnTo>
                <a:cubicBezTo>
                  <a:pt x="3374" y="19397"/>
                  <a:pt x="5425" y="21600"/>
                  <a:pt x="10800" y="21600"/>
                </a:cubicBezTo>
                <a:cubicBezTo>
                  <a:pt x="16174" y="21600"/>
                  <a:pt x="18224" y="19397"/>
                  <a:pt x="18224" y="16904"/>
                </a:cubicBezTo>
                <a:lnTo>
                  <a:pt x="18224" y="8960"/>
                </a:lnTo>
                <a:lnTo>
                  <a:pt x="20030" y="8380"/>
                </a:lnTo>
                <a:cubicBezTo>
                  <a:pt x="20954" y="8084"/>
                  <a:pt x="21600" y="6955"/>
                  <a:pt x="21600" y="563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00" name="AutoShape 44"/>
          <p:cNvSpPr/>
          <p:nvPr/>
        </p:nvSpPr>
        <p:spPr bwMode="auto">
          <a:xfrm>
            <a:off x="4325178" y="5288806"/>
            <a:ext cx="18831" cy="10491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1963"/>
                </a:moveTo>
                <a:lnTo>
                  <a:pt x="0" y="19636"/>
                </a:lnTo>
                <a:cubicBezTo>
                  <a:pt x="0" y="20721"/>
                  <a:pt x="4841" y="21599"/>
                  <a:pt x="10800" y="21599"/>
                </a:cubicBezTo>
                <a:cubicBezTo>
                  <a:pt x="16758" y="21599"/>
                  <a:pt x="21600" y="20721"/>
                  <a:pt x="21600" y="19636"/>
                </a:cubicBezTo>
                <a:lnTo>
                  <a:pt x="21600" y="1963"/>
                </a:lnTo>
                <a:cubicBezTo>
                  <a:pt x="21600" y="878"/>
                  <a:pt x="16758" y="0"/>
                  <a:pt x="10800" y="0"/>
                </a:cubicBezTo>
                <a:cubicBezTo>
                  <a:pt x="4841" y="0"/>
                  <a:pt x="0" y="878"/>
                  <a:pt x="0" y="196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01" name="AutoShape 45"/>
          <p:cNvSpPr/>
          <p:nvPr/>
        </p:nvSpPr>
        <p:spPr bwMode="auto">
          <a:xfrm>
            <a:off x="4315763" y="5403138"/>
            <a:ext cx="39007" cy="5783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cubicBezTo>
                  <a:pt x="4838" y="0"/>
                  <a:pt x="0" y="10427"/>
                  <a:pt x="0" y="14400"/>
                </a:cubicBezTo>
                <a:cubicBezTo>
                  <a:pt x="0" y="18372"/>
                  <a:pt x="4838" y="21599"/>
                  <a:pt x="10800" y="21599"/>
                </a:cubicBezTo>
                <a:cubicBezTo>
                  <a:pt x="16761" y="21599"/>
                  <a:pt x="21600" y="18372"/>
                  <a:pt x="21600" y="14400"/>
                </a:cubicBezTo>
                <a:cubicBezTo>
                  <a:pt x="21600" y="10427"/>
                  <a:pt x="16761" y="0"/>
                  <a:pt x="108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02" name="AutoShape 46"/>
          <p:cNvSpPr/>
          <p:nvPr/>
        </p:nvSpPr>
        <p:spPr bwMode="auto">
          <a:xfrm>
            <a:off x="7093356" y="4566497"/>
            <a:ext cx="305334" cy="3039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874" y="17549"/>
                </a:moveTo>
                <a:cubicBezTo>
                  <a:pt x="15513" y="17549"/>
                  <a:pt x="14343" y="15612"/>
                  <a:pt x="13809" y="12825"/>
                </a:cubicBezTo>
                <a:lnTo>
                  <a:pt x="15524" y="12825"/>
                </a:lnTo>
                <a:cubicBezTo>
                  <a:pt x="17038" y="12825"/>
                  <a:pt x="18224" y="11343"/>
                  <a:pt x="18224" y="9450"/>
                </a:cubicBezTo>
                <a:cubicBezTo>
                  <a:pt x="18224" y="7558"/>
                  <a:pt x="17038" y="6075"/>
                  <a:pt x="15524" y="6075"/>
                </a:cubicBezTo>
                <a:lnTo>
                  <a:pt x="13809" y="6075"/>
                </a:lnTo>
                <a:cubicBezTo>
                  <a:pt x="14343" y="3289"/>
                  <a:pt x="15513" y="1350"/>
                  <a:pt x="16874" y="1350"/>
                </a:cubicBezTo>
                <a:cubicBezTo>
                  <a:pt x="18739" y="1350"/>
                  <a:pt x="20249" y="4976"/>
                  <a:pt x="20249" y="9450"/>
                </a:cubicBezTo>
                <a:cubicBezTo>
                  <a:pt x="20249" y="13923"/>
                  <a:pt x="18739" y="17549"/>
                  <a:pt x="16874" y="17549"/>
                </a:cubicBezTo>
                <a:moveTo>
                  <a:pt x="8926" y="11482"/>
                </a:moveTo>
                <a:lnTo>
                  <a:pt x="8774" y="11482"/>
                </a:lnTo>
                <a:lnTo>
                  <a:pt x="8774" y="11475"/>
                </a:lnTo>
                <a:cubicBezTo>
                  <a:pt x="8028" y="11475"/>
                  <a:pt x="7424" y="10569"/>
                  <a:pt x="7424" y="9450"/>
                </a:cubicBezTo>
                <a:cubicBezTo>
                  <a:pt x="7424" y="8332"/>
                  <a:pt x="8028" y="7425"/>
                  <a:pt x="8774" y="7425"/>
                </a:cubicBezTo>
                <a:lnTo>
                  <a:pt x="8926" y="7425"/>
                </a:lnTo>
                <a:cubicBezTo>
                  <a:pt x="10200" y="7425"/>
                  <a:pt x="11391" y="6924"/>
                  <a:pt x="12441" y="6063"/>
                </a:cubicBezTo>
                <a:cubicBezTo>
                  <a:pt x="12248" y="7149"/>
                  <a:pt x="12149" y="8300"/>
                  <a:pt x="12149" y="9450"/>
                </a:cubicBezTo>
                <a:cubicBezTo>
                  <a:pt x="12149" y="10603"/>
                  <a:pt x="12248" y="11758"/>
                  <a:pt x="12442" y="12846"/>
                </a:cubicBezTo>
                <a:cubicBezTo>
                  <a:pt x="11393" y="11983"/>
                  <a:pt x="10200" y="11482"/>
                  <a:pt x="8926" y="11482"/>
                </a:cubicBezTo>
                <a:moveTo>
                  <a:pt x="8096" y="20249"/>
                </a:moveTo>
                <a:lnTo>
                  <a:pt x="5396" y="20249"/>
                </a:lnTo>
                <a:lnTo>
                  <a:pt x="5396" y="14175"/>
                </a:lnTo>
                <a:cubicBezTo>
                  <a:pt x="5396" y="13683"/>
                  <a:pt x="5264" y="13223"/>
                  <a:pt x="5033" y="12825"/>
                </a:cubicBezTo>
                <a:lnTo>
                  <a:pt x="5505" y="12825"/>
                </a:lnTo>
                <a:lnTo>
                  <a:pt x="5505" y="12832"/>
                </a:lnTo>
                <a:lnTo>
                  <a:pt x="7535" y="12832"/>
                </a:lnTo>
                <a:cubicBezTo>
                  <a:pt x="7463" y="13042"/>
                  <a:pt x="7421" y="13265"/>
                  <a:pt x="7421" y="13500"/>
                </a:cubicBezTo>
                <a:lnTo>
                  <a:pt x="7421" y="18225"/>
                </a:lnTo>
                <a:cubicBezTo>
                  <a:pt x="7421" y="18874"/>
                  <a:pt x="7784" y="19307"/>
                  <a:pt x="8001" y="19565"/>
                </a:cubicBezTo>
                <a:cubicBezTo>
                  <a:pt x="8031" y="19601"/>
                  <a:pt x="8065" y="19638"/>
                  <a:pt x="8096" y="19677"/>
                </a:cubicBezTo>
                <a:cubicBezTo>
                  <a:pt x="8096" y="19677"/>
                  <a:pt x="8096" y="20249"/>
                  <a:pt x="8096" y="20249"/>
                </a:cubicBezTo>
                <a:close/>
                <a:moveTo>
                  <a:pt x="1349" y="9450"/>
                </a:moveTo>
                <a:cubicBezTo>
                  <a:pt x="1349" y="8332"/>
                  <a:pt x="1953" y="7425"/>
                  <a:pt x="2699" y="7425"/>
                </a:cubicBezTo>
                <a:lnTo>
                  <a:pt x="7434" y="7425"/>
                </a:lnTo>
                <a:cubicBezTo>
                  <a:pt x="7014" y="7916"/>
                  <a:pt x="6749" y="8631"/>
                  <a:pt x="6749" y="9450"/>
                </a:cubicBezTo>
                <a:cubicBezTo>
                  <a:pt x="6749" y="10270"/>
                  <a:pt x="7014" y="10984"/>
                  <a:pt x="7434" y="11475"/>
                </a:cubicBezTo>
                <a:lnTo>
                  <a:pt x="2699" y="11475"/>
                </a:lnTo>
                <a:cubicBezTo>
                  <a:pt x="1953" y="11475"/>
                  <a:pt x="1349" y="10569"/>
                  <a:pt x="1349" y="9450"/>
                </a:cubicBezTo>
                <a:moveTo>
                  <a:pt x="13499" y="9450"/>
                </a:moveTo>
                <a:cubicBezTo>
                  <a:pt x="13499" y="8749"/>
                  <a:pt x="13540" y="8073"/>
                  <a:pt x="13610" y="7425"/>
                </a:cubicBezTo>
                <a:lnTo>
                  <a:pt x="15524" y="7425"/>
                </a:lnTo>
                <a:cubicBezTo>
                  <a:pt x="16269" y="7425"/>
                  <a:pt x="16874" y="8332"/>
                  <a:pt x="16874" y="9450"/>
                </a:cubicBezTo>
                <a:cubicBezTo>
                  <a:pt x="16874" y="10569"/>
                  <a:pt x="16269" y="11475"/>
                  <a:pt x="15524" y="11475"/>
                </a:cubicBezTo>
                <a:lnTo>
                  <a:pt x="13610" y="11475"/>
                </a:lnTo>
                <a:cubicBezTo>
                  <a:pt x="13540" y="10826"/>
                  <a:pt x="13499" y="10151"/>
                  <a:pt x="13499" y="9450"/>
                </a:cubicBezTo>
                <a:moveTo>
                  <a:pt x="16874" y="0"/>
                </a:moveTo>
                <a:cubicBezTo>
                  <a:pt x="15489" y="0"/>
                  <a:pt x="14400" y="951"/>
                  <a:pt x="13618" y="2420"/>
                </a:cubicBezTo>
                <a:lnTo>
                  <a:pt x="13604" y="2412"/>
                </a:lnTo>
                <a:cubicBezTo>
                  <a:pt x="12469" y="4635"/>
                  <a:pt x="10778" y="6075"/>
                  <a:pt x="8926" y="6075"/>
                </a:cubicBezTo>
                <a:lnTo>
                  <a:pt x="8479" y="6075"/>
                </a:lnTo>
                <a:lnTo>
                  <a:pt x="5505" y="6075"/>
                </a:lnTo>
                <a:lnTo>
                  <a:pt x="2699" y="6075"/>
                </a:lnTo>
                <a:cubicBezTo>
                  <a:pt x="1185" y="6075"/>
                  <a:pt x="0" y="7558"/>
                  <a:pt x="0" y="9450"/>
                </a:cubicBezTo>
                <a:cubicBezTo>
                  <a:pt x="0" y="11343"/>
                  <a:pt x="1185" y="12825"/>
                  <a:pt x="2699" y="12825"/>
                </a:cubicBezTo>
                <a:cubicBezTo>
                  <a:pt x="3443" y="12827"/>
                  <a:pt x="4046" y="13430"/>
                  <a:pt x="4046" y="14175"/>
                </a:cubicBezTo>
                <a:lnTo>
                  <a:pt x="4046" y="20249"/>
                </a:lnTo>
                <a:cubicBezTo>
                  <a:pt x="4046" y="20996"/>
                  <a:pt x="4651" y="21599"/>
                  <a:pt x="5396" y="21599"/>
                </a:cubicBezTo>
                <a:lnTo>
                  <a:pt x="8096" y="21599"/>
                </a:lnTo>
                <a:cubicBezTo>
                  <a:pt x="8842" y="21599"/>
                  <a:pt x="9446" y="20996"/>
                  <a:pt x="9446" y="20249"/>
                </a:cubicBezTo>
                <a:lnTo>
                  <a:pt x="9446" y="19575"/>
                </a:lnTo>
                <a:cubicBezTo>
                  <a:pt x="9446" y="18900"/>
                  <a:pt x="8771" y="18598"/>
                  <a:pt x="8771" y="18225"/>
                </a:cubicBezTo>
                <a:lnTo>
                  <a:pt x="8771" y="13500"/>
                </a:lnTo>
                <a:cubicBezTo>
                  <a:pt x="8771" y="13484"/>
                  <a:pt x="8781" y="13473"/>
                  <a:pt x="8782" y="13458"/>
                </a:cubicBezTo>
                <a:cubicBezTo>
                  <a:pt x="8789" y="13361"/>
                  <a:pt x="8815" y="13271"/>
                  <a:pt x="8859" y="13191"/>
                </a:cubicBezTo>
                <a:cubicBezTo>
                  <a:pt x="8871" y="13169"/>
                  <a:pt x="8884" y="13151"/>
                  <a:pt x="8898" y="13132"/>
                </a:cubicBezTo>
                <a:cubicBezTo>
                  <a:pt x="8952" y="13051"/>
                  <a:pt x="9020" y="12985"/>
                  <a:pt x="9103" y="12934"/>
                </a:cubicBezTo>
                <a:cubicBezTo>
                  <a:pt x="9107" y="12931"/>
                  <a:pt x="9108" y="12927"/>
                  <a:pt x="9112" y="12925"/>
                </a:cubicBezTo>
                <a:cubicBezTo>
                  <a:pt x="9115" y="12925"/>
                  <a:pt x="9117" y="12922"/>
                  <a:pt x="9120" y="12922"/>
                </a:cubicBezTo>
                <a:cubicBezTo>
                  <a:pt x="9174" y="12892"/>
                  <a:pt x="9238" y="12885"/>
                  <a:pt x="9299" y="12868"/>
                </a:cubicBezTo>
                <a:cubicBezTo>
                  <a:pt x="11003" y="13049"/>
                  <a:pt x="12545" y="14424"/>
                  <a:pt x="13604" y="16495"/>
                </a:cubicBezTo>
                <a:lnTo>
                  <a:pt x="13621" y="16487"/>
                </a:lnTo>
                <a:cubicBezTo>
                  <a:pt x="14404" y="17950"/>
                  <a:pt x="15490" y="18900"/>
                  <a:pt x="16874" y="18900"/>
                </a:cubicBezTo>
                <a:cubicBezTo>
                  <a:pt x="19977" y="18900"/>
                  <a:pt x="21600" y="14145"/>
                  <a:pt x="21600" y="9450"/>
                </a:cubicBezTo>
                <a:cubicBezTo>
                  <a:pt x="21600" y="4754"/>
                  <a:pt x="19977" y="0"/>
                  <a:pt x="16874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03" name="AutoShape 47"/>
          <p:cNvSpPr/>
          <p:nvPr/>
        </p:nvSpPr>
        <p:spPr bwMode="auto">
          <a:xfrm>
            <a:off x="6485379" y="4566497"/>
            <a:ext cx="303988" cy="303988"/>
          </a:xfrm>
          <a:custGeom>
            <a:avLst/>
            <a:gdLst>
              <a:gd name="T0" fmla="+- 0 10853 107"/>
              <a:gd name="T1" fmla="*/ T0 w 21493"/>
              <a:gd name="T2" fmla="*/ 10800 h 21600"/>
              <a:gd name="T3" fmla="+- 0 10853 107"/>
              <a:gd name="T4" fmla="*/ T3 w 21493"/>
              <a:gd name="T5" fmla="*/ 10800 h 21600"/>
              <a:gd name="T6" fmla="+- 0 10853 107"/>
              <a:gd name="T7" fmla="*/ T6 w 21493"/>
              <a:gd name="T8" fmla="*/ 10800 h 21600"/>
              <a:gd name="T9" fmla="+- 0 10853 107"/>
              <a:gd name="T10" fmla="*/ T9 w 2149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493" h="21600">
                <a:moveTo>
                  <a:pt x="20123" y="3375"/>
                </a:moveTo>
                <a:lnTo>
                  <a:pt x="8704" y="5400"/>
                </a:lnTo>
                <a:lnTo>
                  <a:pt x="8704" y="4725"/>
                </a:lnTo>
                <a:lnTo>
                  <a:pt x="8704" y="3375"/>
                </a:lnTo>
                <a:lnTo>
                  <a:pt x="20123" y="1350"/>
                </a:lnTo>
                <a:lnTo>
                  <a:pt x="20123" y="2700"/>
                </a:lnTo>
                <a:cubicBezTo>
                  <a:pt x="20123" y="2700"/>
                  <a:pt x="20123" y="3375"/>
                  <a:pt x="20123" y="3375"/>
                </a:cubicBezTo>
                <a:close/>
                <a:moveTo>
                  <a:pt x="17901" y="18014"/>
                </a:moveTo>
                <a:cubicBezTo>
                  <a:pt x="16291" y="18553"/>
                  <a:pt x="14628" y="18025"/>
                  <a:pt x="14187" y="16839"/>
                </a:cubicBezTo>
                <a:cubicBezTo>
                  <a:pt x="13745" y="15651"/>
                  <a:pt x="14691" y="14251"/>
                  <a:pt x="16300" y="13712"/>
                </a:cubicBezTo>
                <a:cubicBezTo>
                  <a:pt x="17910" y="13173"/>
                  <a:pt x="19573" y="13699"/>
                  <a:pt x="20014" y="14886"/>
                </a:cubicBezTo>
                <a:cubicBezTo>
                  <a:pt x="20456" y="16074"/>
                  <a:pt x="19510" y="17474"/>
                  <a:pt x="17901" y="18014"/>
                </a:cubicBezTo>
                <a:moveTo>
                  <a:pt x="5163" y="20039"/>
                </a:moveTo>
                <a:cubicBezTo>
                  <a:pt x="3554" y="20578"/>
                  <a:pt x="1890" y="20050"/>
                  <a:pt x="1450" y="18864"/>
                </a:cubicBezTo>
                <a:cubicBezTo>
                  <a:pt x="1008" y="17676"/>
                  <a:pt x="1954" y="16276"/>
                  <a:pt x="3562" y="15737"/>
                </a:cubicBezTo>
                <a:cubicBezTo>
                  <a:pt x="5172" y="15198"/>
                  <a:pt x="6836" y="15724"/>
                  <a:pt x="7277" y="16911"/>
                </a:cubicBezTo>
                <a:cubicBezTo>
                  <a:pt x="7719" y="18099"/>
                  <a:pt x="6773" y="19499"/>
                  <a:pt x="5163" y="20039"/>
                </a:cubicBezTo>
                <a:moveTo>
                  <a:pt x="21012" y="316"/>
                </a:moveTo>
                <a:cubicBezTo>
                  <a:pt x="20770" y="110"/>
                  <a:pt x="20463" y="0"/>
                  <a:pt x="20149" y="0"/>
                </a:cubicBezTo>
                <a:cubicBezTo>
                  <a:pt x="20072" y="0"/>
                  <a:pt x="19993" y="6"/>
                  <a:pt x="19916" y="21"/>
                </a:cubicBezTo>
                <a:lnTo>
                  <a:pt x="8497" y="2046"/>
                </a:lnTo>
                <a:cubicBezTo>
                  <a:pt x="7855" y="2159"/>
                  <a:pt x="7387" y="2719"/>
                  <a:pt x="7387" y="3375"/>
                </a:cubicBezTo>
                <a:lnTo>
                  <a:pt x="7387" y="4725"/>
                </a:lnTo>
                <a:lnTo>
                  <a:pt x="7387" y="5400"/>
                </a:lnTo>
                <a:lnTo>
                  <a:pt x="7387" y="14964"/>
                </a:lnTo>
                <a:cubicBezTo>
                  <a:pt x="6706" y="14467"/>
                  <a:pt x="5822" y="14175"/>
                  <a:pt x="4839" y="14175"/>
                </a:cubicBezTo>
                <a:cubicBezTo>
                  <a:pt x="4268" y="14175"/>
                  <a:pt x="3696" y="14269"/>
                  <a:pt x="3139" y="14455"/>
                </a:cubicBezTo>
                <a:cubicBezTo>
                  <a:pt x="1865" y="14882"/>
                  <a:pt x="843" y="15739"/>
                  <a:pt x="336" y="16807"/>
                </a:cubicBezTo>
                <a:cubicBezTo>
                  <a:pt x="-56" y="17633"/>
                  <a:pt x="-107" y="18530"/>
                  <a:pt x="192" y="19336"/>
                </a:cubicBezTo>
                <a:cubicBezTo>
                  <a:pt x="703" y="20711"/>
                  <a:pt x="2155" y="21599"/>
                  <a:pt x="3892" y="21599"/>
                </a:cubicBezTo>
                <a:cubicBezTo>
                  <a:pt x="4462" y="21599"/>
                  <a:pt x="5033" y="21506"/>
                  <a:pt x="5590" y="21319"/>
                </a:cubicBezTo>
                <a:cubicBezTo>
                  <a:pt x="6865" y="20893"/>
                  <a:pt x="7887" y="20036"/>
                  <a:pt x="8394" y="18969"/>
                </a:cubicBezTo>
                <a:cubicBezTo>
                  <a:pt x="8612" y="18509"/>
                  <a:pt x="8714" y="18027"/>
                  <a:pt x="8718" y="17549"/>
                </a:cubicBezTo>
                <a:lnTo>
                  <a:pt x="8730" y="17549"/>
                </a:lnTo>
                <a:lnTo>
                  <a:pt x="8730" y="6750"/>
                </a:lnTo>
                <a:cubicBezTo>
                  <a:pt x="8807" y="6750"/>
                  <a:pt x="8886" y="6743"/>
                  <a:pt x="8964" y="6730"/>
                </a:cubicBezTo>
                <a:lnTo>
                  <a:pt x="20149" y="4746"/>
                </a:lnTo>
                <a:lnTo>
                  <a:pt x="20149" y="12939"/>
                </a:lnTo>
                <a:cubicBezTo>
                  <a:pt x="19468" y="12442"/>
                  <a:pt x="18584" y="12150"/>
                  <a:pt x="17600" y="12150"/>
                </a:cubicBezTo>
                <a:cubicBezTo>
                  <a:pt x="17030" y="12150"/>
                  <a:pt x="16459" y="12244"/>
                  <a:pt x="15902" y="12430"/>
                </a:cubicBezTo>
                <a:cubicBezTo>
                  <a:pt x="14628" y="12857"/>
                  <a:pt x="13606" y="13714"/>
                  <a:pt x="13098" y="14782"/>
                </a:cubicBezTo>
                <a:cubicBezTo>
                  <a:pt x="12706" y="15608"/>
                  <a:pt x="12656" y="16505"/>
                  <a:pt x="12955" y="17311"/>
                </a:cubicBezTo>
                <a:cubicBezTo>
                  <a:pt x="13466" y="18686"/>
                  <a:pt x="14918" y="19575"/>
                  <a:pt x="16653" y="19575"/>
                </a:cubicBezTo>
                <a:cubicBezTo>
                  <a:pt x="17224" y="19575"/>
                  <a:pt x="17796" y="19481"/>
                  <a:pt x="18352" y="19294"/>
                </a:cubicBezTo>
                <a:cubicBezTo>
                  <a:pt x="19627" y="18868"/>
                  <a:pt x="20649" y="18011"/>
                  <a:pt x="21157" y="16944"/>
                </a:cubicBezTo>
                <a:cubicBezTo>
                  <a:pt x="21374" y="16484"/>
                  <a:pt x="21477" y="16002"/>
                  <a:pt x="21480" y="15525"/>
                </a:cubicBezTo>
                <a:lnTo>
                  <a:pt x="21493" y="15525"/>
                </a:lnTo>
                <a:lnTo>
                  <a:pt x="21493" y="3375"/>
                </a:lnTo>
                <a:lnTo>
                  <a:pt x="21493" y="2700"/>
                </a:lnTo>
                <a:lnTo>
                  <a:pt x="21493" y="1350"/>
                </a:lnTo>
                <a:cubicBezTo>
                  <a:pt x="21493" y="951"/>
                  <a:pt x="21317" y="572"/>
                  <a:pt x="21012" y="31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5895271" y="4566332"/>
            <a:ext cx="266344" cy="304319"/>
            <a:chOff x="6853689" y="2141343"/>
            <a:chExt cx="314346" cy="359165"/>
          </a:xfrm>
          <a:solidFill>
            <a:schemeClr val="accent1"/>
          </a:solidFill>
        </p:grpSpPr>
        <p:sp>
          <p:nvSpPr>
            <p:cNvPr id="105" name="AutoShape 48"/>
            <p:cNvSpPr/>
            <p:nvPr/>
          </p:nvSpPr>
          <p:spPr bwMode="auto">
            <a:xfrm>
              <a:off x="6853689" y="2141343"/>
              <a:ext cx="314346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425"/>
                  </a:moveTo>
                  <a:cubicBezTo>
                    <a:pt x="5687" y="7425"/>
                    <a:pt x="1542" y="6064"/>
                    <a:pt x="1542" y="4387"/>
                  </a:cubicBezTo>
                  <a:cubicBezTo>
                    <a:pt x="1542" y="2709"/>
                    <a:pt x="5687" y="1350"/>
                    <a:pt x="10800" y="1350"/>
                  </a:cubicBezTo>
                  <a:cubicBezTo>
                    <a:pt x="15912" y="1350"/>
                    <a:pt x="20057" y="2709"/>
                    <a:pt x="20057" y="4387"/>
                  </a:cubicBezTo>
                  <a:cubicBezTo>
                    <a:pt x="20057" y="6064"/>
                    <a:pt x="15912" y="7425"/>
                    <a:pt x="10800" y="7425"/>
                  </a:cubicBezTo>
                  <a:moveTo>
                    <a:pt x="20057" y="9112"/>
                  </a:moveTo>
                  <a:lnTo>
                    <a:pt x="20054" y="9112"/>
                  </a:lnTo>
                  <a:cubicBezTo>
                    <a:pt x="20054" y="9119"/>
                    <a:pt x="20057" y="9127"/>
                    <a:pt x="20057" y="9133"/>
                  </a:cubicBezTo>
                  <a:cubicBezTo>
                    <a:pt x="20057" y="10800"/>
                    <a:pt x="15912" y="12150"/>
                    <a:pt x="10800" y="12150"/>
                  </a:cubicBezTo>
                  <a:cubicBezTo>
                    <a:pt x="5687" y="12150"/>
                    <a:pt x="1542" y="10800"/>
                    <a:pt x="1542" y="9133"/>
                  </a:cubicBezTo>
                  <a:cubicBezTo>
                    <a:pt x="1542" y="9127"/>
                    <a:pt x="1545" y="9119"/>
                    <a:pt x="1545" y="9112"/>
                  </a:cubicBezTo>
                  <a:lnTo>
                    <a:pt x="1542" y="9112"/>
                  </a:lnTo>
                  <a:lnTo>
                    <a:pt x="1542" y="6793"/>
                  </a:lnTo>
                  <a:cubicBezTo>
                    <a:pt x="3564" y="8140"/>
                    <a:pt x="7271" y="8774"/>
                    <a:pt x="10800" y="8774"/>
                  </a:cubicBezTo>
                  <a:cubicBezTo>
                    <a:pt x="14328" y="8774"/>
                    <a:pt x="18035" y="8140"/>
                    <a:pt x="20057" y="6793"/>
                  </a:cubicBezTo>
                  <a:cubicBezTo>
                    <a:pt x="20057" y="6793"/>
                    <a:pt x="20057" y="9112"/>
                    <a:pt x="20057" y="9112"/>
                  </a:cubicBezTo>
                  <a:close/>
                  <a:moveTo>
                    <a:pt x="20057" y="13162"/>
                  </a:moveTo>
                  <a:lnTo>
                    <a:pt x="20054" y="13162"/>
                  </a:lnTo>
                  <a:cubicBezTo>
                    <a:pt x="20054" y="13169"/>
                    <a:pt x="20057" y="13177"/>
                    <a:pt x="20057" y="13183"/>
                  </a:cubicBezTo>
                  <a:cubicBezTo>
                    <a:pt x="20057" y="14850"/>
                    <a:pt x="15912" y="16200"/>
                    <a:pt x="10800" y="16200"/>
                  </a:cubicBezTo>
                  <a:cubicBezTo>
                    <a:pt x="5687" y="16200"/>
                    <a:pt x="1542" y="14850"/>
                    <a:pt x="1542" y="13183"/>
                  </a:cubicBezTo>
                  <a:cubicBezTo>
                    <a:pt x="1542" y="13177"/>
                    <a:pt x="1545" y="13169"/>
                    <a:pt x="1545" y="13162"/>
                  </a:cubicBezTo>
                  <a:lnTo>
                    <a:pt x="1542" y="13162"/>
                  </a:lnTo>
                  <a:lnTo>
                    <a:pt x="1542" y="10640"/>
                  </a:lnTo>
                  <a:cubicBezTo>
                    <a:pt x="3136" y="12077"/>
                    <a:pt x="6982" y="12825"/>
                    <a:pt x="10800" y="12825"/>
                  </a:cubicBezTo>
                  <a:cubicBezTo>
                    <a:pt x="14617" y="12825"/>
                    <a:pt x="18463" y="12077"/>
                    <a:pt x="20057" y="10640"/>
                  </a:cubicBezTo>
                  <a:cubicBezTo>
                    <a:pt x="20057" y="10640"/>
                    <a:pt x="20057" y="13162"/>
                    <a:pt x="20057" y="13162"/>
                  </a:cubicBezTo>
                  <a:close/>
                  <a:moveTo>
                    <a:pt x="20057" y="17212"/>
                  </a:moveTo>
                  <a:cubicBezTo>
                    <a:pt x="20057" y="18889"/>
                    <a:pt x="15912" y="20249"/>
                    <a:pt x="10800" y="20249"/>
                  </a:cubicBezTo>
                  <a:cubicBezTo>
                    <a:pt x="5687" y="20249"/>
                    <a:pt x="1542" y="18889"/>
                    <a:pt x="1542" y="17212"/>
                  </a:cubicBezTo>
                  <a:lnTo>
                    <a:pt x="1542" y="14690"/>
                  </a:lnTo>
                  <a:cubicBezTo>
                    <a:pt x="3136" y="16127"/>
                    <a:pt x="6982" y="16875"/>
                    <a:pt x="10800" y="16875"/>
                  </a:cubicBezTo>
                  <a:cubicBezTo>
                    <a:pt x="14617" y="16875"/>
                    <a:pt x="18463" y="16127"/>
                    <a:pt x="20057" y="14690"/>
                  </a:cubicBezTo>
                  <a:cubicBezTo>
                    <a:pt x="20057" y="14690"/>
                    <a:pt x="20057" y="17212"/>
                    <a:pt x="20057" y="17212"/>
                  </a:cubicBezTo>
                  <a:close/>
                  <a:moveTo>
                    <a:pt x="10800" y="0"/>
                  </a:moveTo>
                  <a:cubicBezTo>
                    <a:pt x="5598" y="0"/>
                    <a:pt x="0" y="1372"/>
                    <a:pt x="0" y="4387"/>
                  </a:cubicBezTo>
                  <a:lnTo>
                    <a:pt x="0" y="17212"/>
                  </a:lnTo>
                  <a:cubicBezTo>
                    <a:pt x="0" y="20226"/>
                    <a:pt x="5598" y="21599"/>
                    <a:pt x="10800" y="21599"/>
                  </a:cubicBezTo>
                  <a:cubicBezTo>
                    <a:pt x="16001" y="21599"/>
                    <a:pt x="21599" y="20226"/>
                    <a:pt x="21599" y="17212"/>
                  </a:cubicBezTo>
                  <a:lnTo>
                    <a:pt x="21599" y="4387"/>
                  </a:lnTo>
                  <a:cubicBezTo>
                    <a:pt x="21599" y="1372"/>
                    <a:pt x="1600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06" name="AutoShape 49"/>
            <p:cNvSpPr/>
            <p:nvPr/>
          </p:nvSpPr>
          <p:spPr bwMode="auto">
            <a:xfrm>
              <a:off x="7100498" y="2421922"/>
              <a:ext cx="22717" cy="2210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07" name="AutoShape 50"/>
            <p:cNvSpPr/>
            <p:nvPr/>
          </p:nvSpPr>
          <p:spPr bwMode="auto">
            <a:xfrm>
              <a:off x="7100498" y="2354387"/>
              <a:ext cx="22717" cy="227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08" name="AutoShape 51"/>
            <p:cNvSpPr/>
            <p:nvPr/>
          </p:nvSpPr>
          <p:spPr bwMode="auto">
            <a:xfrm>
              <a:off x="7100498" y="2286850"/>
              <a:ext cx="22717" cy="227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5266735" y="4566497"/>
            <a:ext cx="305334" cy="303988"/>
            <a:chOff x="6111875" y="2141538"/>
            <a:chExt cx="360363" cy="358775"/>
          </a:xfrm>
          <a:solidFill>
            <a:schemeClr val="accent1"/>
          </a:solidFill>
        </p:grpSpPr>
        <p:sp>
          <p:nvSpPr>
            <p:cNvPr id="110" name="AutoShape 52"/>
            <p:cNvSpPr/>
            <p:nvPr/>
          </p:nvSpPr>
          <p:spPr bwMode="auto">
            <a:xfrm>
              <a:off x="6111875" y="2141538"/>
              <a:ext cx="360363" cy="358775"/>
            </a:xfrm>
            <a:custGeom>
              <a:avLst/>
              <a:gdLst>
                <a:gd name="T0" fmla="+- 0 10800 87"/>
                <a:gd name="T1" fmla="*/ T0 w 21426"/>
                <a:gd name="T2" fmla="+- 0 10799 73"/>
                <a:gd name="T3" fmla="*/ 10799 h 21453"/>
                <a:gd name="T4" fmla="+- 0 10800 87"/>
                <a:gd name="T5" fmla="*/ T4 w 21426"/>
                <a:gd name="T6" fmla="+- 0 10799 73"/>
                <a:gd name="T7" fmla="*/ 10799 h 21453"/>
                <a:gd name="T8" fmla="+- 0 10800 87"/>
                <a:gd name="T9" fmla="*/ T8 w 21426"/>
                <a:gd name="T10" fmla="+- 0 10799 73"/>
                <a:gd name="T11" fmla="*/ 10799 h 21453"/>
                <a:gd name="T12" fmla="+- 0 10800 87"/>
                <a:gd name="T13" fmla="*/ T12 w 21426"/>
                <a:gd name="T14" fmla="+- 0 10799 73"/>
                <a:gd name="T15" fmla="*/ 10799 h 2145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26" h="21453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11" name="AutoShape 53"/>
            <p:cNvSpPr/>
            <p:nvPr/>
          </p:nvSpPr>
          <p:spPr bwMode="auto">
            <a:xfrm>
              <a:off x="6248400" y="2265363"/>
              <a:ext cx="96838" cy="100012"/>
            </a:xfrm>
            <a:custGeom>
              <a:avLst/>
              <a:gdLst>
                <a:gd name="T0" fmla="+- 0 10801 59"/>
                <a:gd name="T1" fmla="*/ T0 w 21484"/>
                <a:gd name="T2" fmla="+- 0 10799 41"/>
                <a:gd name="T3" fmla="*/ 10799 h 21516"/>
                <a:gd name="T4" fmla="+- 0 10801 59"/>
                <a:gd name="T5" fmla="*/ T4 w 21484"/>
                <a:gd name="T6" fmla="+- 0 10799 41"/>
                <a:gd name="T7" fmla="*/ 10799 h 21516"/>
                <a:gd name="T8" fmla="+- 0 10801 59"/>
                <a:gd name="T9" fmla="*/ T8 w 21484"/>
                <a:gd name="T10" fmla="+- 0 10799 41"/>
                <a:gd name="T11" fmla="*/ 10799 h 21516"/>
                <a:gd name="T12" fmla="+- 0 10801 59"/>
                <a:gd name="T13" fmla="*/ T12 w 21484"/>
                <a:gd name="T14" fmla="+- 0 10799 41"/>
                <a:gd name="T15" fmla="*/ 10799 h 2151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84" h="21516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12" name="AutoShape 54"/>
            <p:cNvSpPr/>
            <p:nvPr/>
          </p:nvSpPr>
          <p:spPr bwMode="auto">
            <a:xfrm>
              <a:off x="6235700" y="2387600"/>
              <a:ext cx="55563" cy="57150"/>
            </a:xfrm>
            <a:custGeom>
              <a:avLst/>
              <a:gdLst>
                <a:gd name="T0" fmla="+- 0 10791 197"/>
                <a:gd name="T1" fmla="*/ T0 w 21188"/>
                <a:gd name="T2" fmla="+- 0 10794 193"/>
                <a:gd name="T3" fmla="*/ 10794 h 21203"/>
                <a:gd name="T4" fmla="+- 0 10791 197"/>
                <a:gd name="T5" fmla="*/ T4 w 21188"/>
                <a:gd name="T6" fmla="+- 0 10794 193"/>
                <a:gd name="T7" fmla="*/ 10794 h 21203"/>
                <a:gd name="T8" fmla="+- 0 10791 197"/>
                <a:gd name="T9" fmla="*/ T8 w 21188"/>
                <a:gd name="T10" fmla="+- 0 10794 193"/>
                <a:gd name="T11" fmla="*/ 10794 h 21203"/>
                <a:gd name="T12" fmla="+- 0 10791 197"/>
                <a:gd name="T13" fmla="*/ T12 w 21188"/>
                <a:gd name="T14" fmla="+- 0 10794 193"/>
                <a:gd name="T15" fmla="*/ 10794 h 2120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8" h="21203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13" name="AutoShape 55"/>
            <p:cNvSpPr/>
            <p:nvPr/>
          </p:nvSpPr>
          <p:spPr bwMode="auto">
            <a:xfrm>
              <a:off x="6292850" y="2197100"/>
              <a:ext cx="55563" cy="57150"/>
            </a:xfrm>
            <a:custGeom>
              <a:avLst/>
              <a:gdLst>
                <a:gd name="T0" fmla="+- 0 10803 213"/>
                <a:gd name="T1" fmla="*/ T0 w 21180"/>
                <a:gd name="T2" fmla="+- 0 10801 203"/>
                <a:gd name="T3" fmla="*/ 10801 h 21196"/>
                <a:gd name="T4" fmla="+- 0 10803 213"/>
                <a:gd name="T5" fmla="*/ T4 w 21180"/>
                <a:gd name="T6" fmla="+- 0 10801 203"/>
                <a:gd name="T7" fmla="*/ 10801 h 21196"/>
                <a:gd name="T8" fmla="+- 0 10803 213"/>
                <a:gd name="T9" fmla="*/ T8 w 21180"/>
                <a:gd name="T10" fmla="+- 0 10801 203"/>
                <a:gd name="T11" fmla="*/ 10801 h 21196"/>
                <a:gd name="T12" fmla="+- 0 10803 213"/>
                <a:gd name="T13" fmla="*/ T12 w 21180"/>
                <a:gd name="T14" fmla="+- 0 10801 203"/>
                <a:gd name="T15" fmla="*/ 10801 h 2119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0" h="21196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4658747" y="4566332"/>
            <a:ext cx="304319" cy="304319"/>
            <a:chOff x="5394312" y="2141343"/>
            <a:chExt cx="359165" cy="359165"/>
          </a:xfrm>
          <a:solidFill>
            <a:schemeClr val="accent1"/>
          </a:solidFill>
        </p:grpSpPr>
        <p:sp>
          <p:nvSpPr>
            <p:cNvPr id="115" name="AutoShape 56"/>
            <p:cNvSpPr/>
            <p:nvPr/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16" name="AutoShape 57"/>
            <p:cNvSpPr/>
            <p:nvPr/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17" name="AutoShape 58"/>
            <p:cNvSpPr/>
            <p:nvPr/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118" name="AutoShape 59"/>
          <p:cNvSpPr/>
          <p:nvPr/>
        </p:nvSpPr>
        <p:spPr bwMode="auto">
          <a:xfrm>
            <a:off x="4049437" y="4566497"/>
            <a:ext cx="305333" cy="303988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19" name="AutoShape 60"/>
          <p:cNvSpPr/>
          <p:nvPr/>
        </p:nvSpPr>
        <p:spPr bwMode="auto">
          <a:xfrm>
            <a:off x="7237280" y="4041915"/>
            <a:ext cx="18831" cy="2017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21599"/>
                </a:moveTo>
                <a:cubicBezTo>
                  <a:pt x="16769" y="21599"/>
                  <a:pt x="21600" y="16769"/>
                  <a:pt x="21600" y="10800"/>
                </a:cubicBezTo>
                <a:cubicBezTo>
                  <a:pt x="21600" y="4819"/>
                  <a:pt x="16769" y="0"/>
                  <a:pt x="10800" y="0"/>
                </a:cubicBezTo>
                <a:cubicBezTo>
                  <a:pt x="4830" y="0"/>
                  <a:pt x="0" y="4819"/>
                  <a:pt x="0" y="10800"/>
                </a:cubicBezTo>
                <a:cubicBezTo>
                  <a:pt x="0" y="16769"/>
                  <a:pt x="4830" y="21599"/>
                  <a:pt x="10800" y="2159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0" name="AutoShape 61"/>
          <p:cNvSpPr/>
          <p:nvPr/>
        </p:nvSpPr>
        <p:spPr bwMode="auto">
          <a:xfrm>
            <a:off x="7237280" y="4157592"/>
            <a:ext cx="18831" cy="1748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cubicBezTo>
                  <a:pt x="4830" y="0"/>
                  <a:pt x="0" y="4830"/>
                  <a:pt x="0" y="10800"/>
                </a:cubicBezTo>
                <a:cubicBezTo>
                  <a:pt x="0" y="16769"/>
                  <a:pt x="4830" y="21599"/>
                  <a:pt x="10800" y="21599"/>
                </a:cubicBezTo>
                <a:cubicBezTo>
                  <a:pt x="16769" y="21599"/>
                  <a:pt x="21600" y="16769"/>
                  <a:pt x="21600" y="10800"/>
                </a:cubicBezTo>
                <a:cubicBezTo>
                  <a:pt x="21600" y="4830"/>
                  <a:pt x="16769" y="0"/>
                  <a:pt x="108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1" name="AutoShape 62"/>
          <p:cNvSpPr/>
          <p:nvPr/>
        </p:nvSpPr>
        <p:spPr bwMode="auto">
          <a:xfrm>
            <a:off x="7179441" y="4099754"/>
            <a:ext cx="18831" cy="1883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cubicBezTo>
                  <a:pt x="4830" y="0"/>
                  <a:pt x="0" y="4819"/>
                  <a:pt x="0" y="10800"/>
                </a:cubicBezTo>
                <a:cubicBezTo>
                  <a:pt x="0" y="16769"/>
                  <a:pt x="4830" y="21599"/>
                  <a:pt x="10800" y="21599"/>
                </a:cubicBezTo>
                <a:cubicBezTo>
                  <a:pt x="16769" y="21599"/>
                  <a:pt x="21600" y="16769"/>
                  <a:pt x="21600" y="10800"/>
                </a:cubicBezTo>
                <a:cubicBezTo>
                  <a:pt x="21600" y="4819"/>
                  <a:pt x="16769" y="0"/>
                  <a:pt x="108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2" name="AutoShape 63"/>
          <p:cNvSpPr/>
          <p:nvPr/>
        </p:nvSpPr>
        <p:spPr bwMode="auto">
          <a:xfrm>
            <a:off x="7293774" y="4099754"/>
            <a:ext cx="18831" cy="1883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cubicBezTo>
                  <a:pt x="0" y="16769"/>
                  <a:pt x="4830" y="21599"/>
                  <a:pt x="10800" y="21599"/>
                </a:cubicBezTo>
                <a:cubicBezTo>
                  <a:pt x="16769" y="21599"/>
                  <a:pt x="21600" y="16769"/>
                  <a:pt x="21600" y="10800"/>
                </a:cubicBezTo>
                <a:cubicBezTo>
                  <a:pt x="21600" y="4819"/>
                  <a:pt x="16769" y="0"/>
                  <a:pt x="10800" y="0"/>
                </a:cubicBezTo>
                <a:cubicBezTo>
                  <a:pt x="4830" y="0"/>
                  <a:pt x="0" y="4819"/>
                  <a:pt x="0" y="1080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3" name="AutoShape 64"/>
          <p:cNvSpPr/>
          <p:nvPr/>
        </p:nvSpPr>
        <p:spPr bwMode="auto">
          <a:xfrm>
            <a:off x="7198272" y="4137416"/>
            <a:ext cx="18831" cy="20177"/>
          </a:xfrm>
          <a:custGeom>
            <a:avLst/>
            <a:gdLst>
              <a:gd name="T0" fmla="+- 0 10802 965"/>
              <a:gd name="T1" fmla="*/ T0 w 19675"/>
              <a:gd name="T2" fmla="+- 0 10800 961"/>
              <a:gd name="T3" fmla="*/ 10800 h 19678"/>
              <a:gd name="T4" fmla="+- 0 10802 965"/>
              <a:gd name="T5" fmla="*/ T4 w 19675"/>
              <a:gd name="T6" fmla="+- 0 10800 961"/>
              <a:gd name="T7" fmla="*/ 10800 h 19678"/>
              <a:gd name="T8" fmla="+- 0 10802 965"/>
              <a:gd name="T9" fmla="*/ T8 w 19675"/>
              <a:gd name="T10" fmla="+- 0 10800 961"/>
              <a:gd name="T11" fmla="*/ 10800 h 19678"/>
              <a:gd name="T12" fmla="+- 0 10802 965"/>
              <a:gd name="T13" fmla="*/ T12 w 19675"/>
              <a:gd name="T14" fmla="+- 0 10800 961"/>
              <a:gd name="T15" fmla="*/ 10800 h 1967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5" h="19678">
                <a:moveTo>
                  <a:pt x="2894" y="2882"/>
                </a:moveTo>
                <a:cubicBezTo>
                  <a:pt x="-965" y="6725"/>
                  <a:pt x="-965" y="12952"/>
                  <a:pt x="2894" y="16795"/>
                </a:cubicBezTo>
                <a:cubicBezTo>
                  <a:pt x="6734" y="20638"/>
                  <a:pt x="12935" y="20638"/>
                  <a:pt x="16794" y="16795"/>
                </a:cubicBezTo>
                <a:cubicBezTo>
                  <a:pt x="20634" y="12952"/>
                  <a:pt x="20634" y="6725"/>
                  <a:pt x="16794" y="2882"/>
                </a:cubicBezTo>
                <a:cubicBezTo>
                  <a:pt x="12935" y="-961"/>
                  <a:pt x="6734" y="-961"/>
                  <a:pt x="2894" y="288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4" name="AutoShape 65"/>
          <p:cNvSpPr/>
          <p:nvPr/>
        </p:nvSpPr>
        <p:spPr bwMode="auto">
          <a:xfrm>
            <a:off x="7198272" y="4062091"/>
            <a:ext cx="18831" cy="18831"/>
          </a:xfrm>
          <a:custGeom>
            <a:avLst/>
            <a:gdLst>
              <a:gd name="T0" fmla="+- 0 10801 962"/>
              <a:gd name="T1" fmla="*/ T0 w 19678"/>
              <a:gd name="T2" fmla="+- 0 10801 965"/>
              <a:gd name="T3" fmla="*/ 10801 h 19673"/>
              <a:gd name="T4" fmla="+- 0 10801 962"/>
              <a:gd name="T5" fmla="*/ T4 w 19678"/>
              <a:gd name="T6" fmla="+- 0 10801 965"/>
              <a:gd name="T7" fmla="*/ 10801 h 19673"/>
              <a:gd name="T8" fmla="+- 0 10801 962"/>
              <a:gd name="T9" fmla="*/ T8 w 19678"/>
              <a:gd name="T10" fmla="+- 0 10801 965"/>
              <a:gd name="T11" fmla="*/ 10801 h 19673"/>
              <a:gd name="T12" fmla="+- 0 10801 962"/>
              <a:gd name="T13" fmla="*/ T12 w 19678"/>
              <a:gd name="T14" fmla="+- 0 10801 965"/>
              <a:gd name="T15" fmla="*/ 10801 h 19673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8" h="19673">
                <a:moveTo>
                  <a:pt x="2897" y="2894"/>
                </a:moveTo>
                <a:cubicBezTo>
                  <a:pt x="-962" y="6734"/>
                  <a:pt x="-962" y="12935"/>
                  <a:pt x="2877" y="16785"/>
                </a:cubicBezTo>
                <a:cubicBezTo>
                  <a:pt x="6737" y="20635"/>
                  <a:pt x="12938" y="20635"/>
                  <a:pt x="16797" y="16785"/>
                </a:cubicBezTo>
                <a:cubicBezTo>
                  <a:pt x="20638" y="12935"/>
                  <a:pt x="20638" y="6734"/>
                  <a:pt x="16797" y="2894"/>
                </a:cubicBezTo>
                <a:cubicBezTo>
                  <a:pt x="12938" y="-965"/>
                  <a:pt x="6737" y="-965"/>
                  <a:pt x="2897" y="289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5" name="AutoShape 66"/>
          <p:cNvSpPr/>
          <p:nvPr/>
        </p:nvSpPr>
        <p:spPr bwMode="auto">
          <a:xfrm>
            <a:off x="7274942" y="4137416"/>
            <a:ext cx="18831" cy="20177"/>
          </a:xfrm>
          <a:custGeom>
            <a:avLst/>
            <a:gdLst>
              <a:gd name="T0" fmla="+- 0 10800 961"/>
              <a:gd name="T1" fmla="*/ T0 w 19678"/>
              <a:gd name="T2" fmla="+- 0 10800 961"/>
              <a:gd name="T3" fmla="*/ 10800 h 19678"/>
              <a:gd name="T4" fmla="+- 0 10800 961"/>
              <a:gd name="T5" fmla="*/ T4 w 19678"/>
              <a:gd name="T6" fmla="+- 0 10800 961"/>
              <a:gd name="T7" fmla="*/ 10800 h 19678"/>
              <a:gd name="T8" fmla="+- 0 10800 961"/>
              <a:gd name="T9" fmla="*/ T8 w 19678"/>
              <a:gd name="T10" fmla="+- 0 10800 961"/>
              <a:gd name="T11" fmla="*/ 10800 h 19678"/>
              <a:gd name="T12" fmla="+- 0 10800 961"/>
              <a:gd name="T13" fmla="*/ T12 w 19678"/>
              <a:gd name="T14" fmla="+- 0 10800 961"/>
              <a:gd name="T15" fmla="*/ 10800 h 1967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8" h="19678">
                <a:moveTo>
                  <a:pt x="2882" y="2882"/>
                </a:moveTo>
                <a:cubicBezTo>
                  <a:pt x="-961" y="6725"/>
                  <a:pt x="-961" y="12952"/>
                  <a:pt x="2882" y="16795"/>
                </a:cubicBezTo>
                <a:cubicBezTo>
                  <a:pt x="6725" y="20638"/>
                  <a:pt x="12952" y="20638"/>
                  <a:pt x="16795" y="16795"/>
                </a:cubicBezTo>
                <a:cubicBezTo>
                  <a:pt x="20639" y="12952"/>
                  <a:pt x="20639" y="6725"/>
                  <a:pt x="16795" y="2882"/>
                </a:cubicBezTo>
                <a:cubicBezTo>
                  <a:pt x="12952" y="-961"/>
                  <a:pt x="6725" y="-961"/>
                  <a:pt x="2882" y="288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6" name="AutoShape 67"/>
          <p:cNvSpPr/>
          <p:nvPr/>
        </p:nvSpPr>
        <p:spPr bwMode="auto">
          <a:xfrm>
            <a:off x="7151195" y="3957175"/>
            <a:ext cx="208487" cy="3039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9818" y="16200"/>
                </a:moveTo>
                <a:cubicBezTo>
                  <a:pt x="5486" y="16200"/>
                  <a:pt x="1963" y="13776"/>
                  <a:pt x="1963" y="10800"/>
                </a:cubicBezTo>
                <a:cubicBezTo>
                  <a:pt x="1963" y="7821"/>
                  <a:pt x="5486" y="5400"/>
                  <a:pt x="9818" y="5400"/>
                </a:cubicBezTo>
                <a:cubicBezTo>
                  <a:pt x="14148" y="5400"/>
                  <a:pt x="17672" y="7821"/>
                  <a:pt x="17672" y="10800"/>
                </a:cubicBezTo>
                <a:cubicBezTo>
                  <a:pt x="17672" y="13776"/>
                  <a:pt x="14148" y="16200"/>
                  <a:pt x="9818" y="16200"/>
                </a:cubicBezTo>
                <a:moveTo>
                  <a:pt x="13745" y="20249"/>
                </a:moveTo>
                <a:lnTo>
                  <a:pt x="5890" y="20249"/>
                </a:lnTo>
                <a:lnTo>
                  <a:pt x="4909" y="16613"/>
                </a:lnTo>
                <a:cubicBezTo>
                  <a:pt x="6358" y="17192"/>
                  <a:pt x="8019" y="17549"/>
                  <a:pt x="9818" y="17549"/>
                </a:cubicBezTo>
                <a:cubicBezTo>
                  <a:pt x="11614" y="17549"/>
                  <a:pt x="13277" y="17192"/>
                  <a:pt x="14727" y="16613"/>
                </a:cubicBezTo>
                <a:cubicBezTo>
                  <a:pt x="14727" y="16613"/>
                  <a:pt x="13745" y="20249"/>
                  <a:pt x="13745" y="20249"/>
                </a:cubicBezTo>
                <a:close/>
                <a:moveTo>
                  <a:pt x="5992" y="1350"/>
                </a:moveTo>
                <a:lnTo>
                  <a:pt x="13847" y="1350"/>
                </a:lnTo>
                <a:lnTo>
                  <a:pt x="14828" y="4985"/>
                </a:lnTo>
                <a:cubicBezTo>
                  <a:pt x="13379" y="4406"/>
                  <a:pt x="11718" y="4050"/>
                  <a:pt x="9919" y="4050"/>
                </a:cubicBezTo>
                <a:cubicBezTo>
                  <a:pt x="8123" y="4050"/>
                  <a:pt x="6460" y="4406"/>
                  <a:pt x="5010" y="4985"/>
                </a:cubicBezTo>
                <a:cubicBezTo>
                  <a:pt x="5010" y="4985"/>
                  <a:pt x="5992" y="1350"/>
                  <a:pt x="5992" y="1350"/>
                </a:cubicBezTo>
                <a:close/>
                <a:moveTo>
                  <a:pt x="19636" y="9450"/>
                </a:moveTo>
                <a:cubicBezTo>
                  <a:pt x="19567" y="9450"/>
                  <a:pt x="19509" y="9472"/>
                  <a:pt x="19442" y="9477"/>
                </a:cubicBezTo>
                <a:cubicBezTo>
                  <a:pt x="19101" y="8298"/>
                  <a:pt x="18294" y="7245"/>
                  <a:pt x="17187" y="6376"/>
                </a:cubicBezTo>
                <a:lnTo>
                  <a:pt x="15778" y="1102"/>
                </a:lnTo>
                <a:cubicBezTo>
                  <a:pt x="15605" y="464"/>
                  <a:pt x="14794" y="0"/>
                  <a:pt x="13847" y="0"/>
                </a:cubicBezTo>
                <a:lnTo>
                  <a:pt x="5992" y="0"/>
                </a:lnTo>
                <a:cubicBezTo>
                  <a:pt x="5047" y="0"/>
                  <a:pt x="4236" y="464"/>
                  <a:pt x="4061" y="1102"/>
                </a:cubicBezTo>
                <a:lnTo>
                  <a:pt x="2686" y="6198"/>
                </a:lnTo>
                <a:cubicBezTo>
                  <a:pt x="1037" y="7405"/>
                  <a:pt x="0" y="9012"/>
                  <a:pt x="0" y="10800"/>
                </a:cubicBezTo>
                <a:cubicBezTo>
                  <a:pt x="0" y="12542"/>
                  <a:pt x="995" y="14110"/>
                  <a:pt x="2573" y="15307"/>
                </a:cubicBezTo>
                <a:lnTo>
                  <a:pt x="3959" y="20496"/>
                </a:lnTo>
                <a:cubicBezTo>
                  <a:pt x="4132" y="21135"/>
                  <a:pt x="4943" y="21599"/>
                  <a:pt x="5890" y="21599"/>
                </a:cubicBezTo>
                <a:lnTo>
                  <a:pt x="13745" y="21599"/>
                </a:lnTo>
                <a:cubicBezTo>
                  <a:pt x="14690" y="21599"/>
                  <a:pt x="15501" y="21135"/>
                  <a:pt x="15676" y="20496"/>
                </a:cubicBezTo>
                <a:lnTo>
                  <a:pt x="17074" y="15311"/>
                </a:lnTo>
                <a:cubicBezTo>
                  <a:pt x="18242" y="14426"/>
                  <a:pt x="19089" y="13340"/>
                  <a:pt x="19442" y="12122"/>
                </a:cubicBezTo>
                <a:cubicBezTo>
                  <a:pt x="19509" y="12127"/>
                  <a:pt x="19567" y="12150"/>
                  <a:pt x="19636" y="12150"/>
                </a:cubicBezTo>
                <a:cubicBezTo>
                  <a:pt x="20719" y="12150"/>
                  <a:pt x="21600" y="11544"/>
                  <a:pt x="21600" y="10800"/>
                </a:cubicBezTo>
                <a:cubicBezTo>
                  <a:pt x="21600" y="10053"/>
                  <a:pt x="20719" y="9450"/>
                  <a:pt x="19636" y="945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27" name="AutoShape 68"/>
          <p:cNvSpPr/>
          <p:nvPr/>
        </p:nvSpPr>
        <p:spPr bwMode="auto">
          <a:xfrm>
            <a:off x="7237280" y="4062091"/>
            <a:ext cx="56493" cy="57839"/>
          </a:xfrm>
          <a:custGeom>
            <a:avLst/>
            <a:gdLst>
              <a:gd name="T0" fmla="*/ 10740 w 21481"/>
              <a:gd name="T1" fmla="+- 0 10860 120"/>
              <a:gd name="T2" fmla="*/ 10860 h 21480"/>
              <a:gd name="T3" fmla="*/ 10740 w 21481"/>
              <a:gd name="T4" fmla="+- 0 10860 120"/>
              <a:gd name="T5" fmla="*/ 10860 h 21480"/>
              <a:gd name="T6" fmla="*/ 10740 w 21481"/>
              <a:gd name="T7" fmla="+- 0 10860 120"/>
              <a:gd name="T8" fmla="*/ 10860 h 21480"/>
              <a:gd name="T9" fmla="*/ 10740 w 21481"/>
              <a:gd name="T10" fmla="+- 0 10860 120"/>
              <a:gd name="T11" fmla="*/ 10860 h 21480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1481" h="21480">
                <a:moveTo>
                  <a:pt x="21127" y="346"/>
                </a:moveTo>
                <a:cubicBezTo>
                  <a:pt x="20697" y="-82"/>
                  <a:pt x="20002" y="-120"/>
                  <a:pt x="19516" y="270"/>
                </a:cubicBezTo>
                <a:lnTo>
                  <a:pt x="1055" y="15432"/>
                </a:lnTo>
                <a:cubicBezTo>
                  <a:pt x="375" y="16113"/>
                  <a:pt x="0" y="17012"/>
                  <a:pt x="0" y="17972"/>
                </a:cubicBezTo>
                <a:cubicBezTo>
                  <a:pt x="0" y="18902"/>
                  <a:pt x="361" y="19783"/>
                  <a:pt x="1027" y="20446"/>
                </a:cubicBezTo>
                <a:cubicBezTo>
                  <a:pt x="1694" y="21103"/>
                  <a:pt x="2583" y="21473"/>
                  <a:pt x="3542" y="21479"/>
                </a:cubicBezTo>
                <a:cubicBezTo>
                  <a:pt x="4431" y="21473"/>
                  <a:pt x="5354" y="21144"/>
                  <a:pt x="6028" y="20495"/>
                </a:cubicBezTo>
                <a:lnTo>
                  <a:pt x="12598" y="12627"/>
                </a:lnTo>
                <a:lnTo>
                  <a:pt x="21224" y="1935"/>
                </a:lnTo>
                <a:cubicBezTo>
                  <a:pt x="21600" y="1462"/>
                  <a:pt x="21558" y="771"/>
                  <a:pt x="21127" y="34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28" name="Group 69"/>
          <p:cNvGrpSpPr/>
          <p:nvPr/>
        </p:nvGrpSpPr>
        <p:grpSpPr>
          <a:xfrm>
            <a:off x="6485181" y="3957174"/>
            <a:ext cx="304319" cy="285592"/>
            <a:chOff x="10074275" y="1647825"/>
            <a:chExt cx="464344" cy="435769"/>
          </a:xfrm>
          <a:solidFill>
            <a:schemeClr val="accent1"/>
          </a:solidFill>
        </p:grpSpPr>
        <p:sp>
          <p:nvSpPr>
            <p:cNvPr id="129" name="AutoShape 69"/>
            <p:cNvSpPr/>
            <p:nvPr/>
          </p:nvSpPr>
          <p:spPr bwMode="auto">
            <a:xfrm>
              <a:off x="10074275" y="1647825"/>
              <a:ext cx="464344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0" name="AutoShape 70"/>
            <p:cNvSpPr/>
            <p:nvPr/>
          </p:nvSpPr>
          <p:spPr bwMode="auto">
            <a:xfrm>
              <a:off x="10291763" y="1734344"/>
              <a:ext cx="873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1" name="AutoShape 71"/>
            <p:cNvSpPr/>
            <p:nvPr/>
          </p:nvSpPr>
          <p:spPr bwMode="auto">
            <a:xfrm>
              <a:off x="10291763" y="1778000"/>
              <a:ext cx="87313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2" name="AutoShape 72"/>
            <p:cNvSpPr/>
            <p:nvPr/>
          </p:nvSpPr>
          <p:spPr bwMode="auto">
            <a:xfrm>
              <a:off x="10291763" y="1821657"/>
              <a:ext cx="1889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3" name="AutoShape 73"/>
            <p:cNvSpPr/>
            <p:nvPr/>
          </p:nvSpPr>
          <p:spPr bwMode="auto">
            <a:xfrm>
              <a:off x="10132219" y="1908969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4" name="AutoShape 74"/>
            <p:cNvSpPr/>
            <p:nvPr/>
          </p:nvSpPr>
          <p:spPr bwMode="auto">
            <a:xfrm>
              <a:off x="10132219" y="1952625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5" name="AutoShape 75"/>
            <p:cNvSpPr/>
            <p:nvPr/>
          </p:nvSpPr>
          <p:spPr bwMode="auto">
            <a:xfrm>
              <a:off x="10132219" y="1996282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6" name="AutoShape 76"/>
            <p:cNvSpPr/>
            <p:nvPr/>
          </p:nvSpPr>
          <p:spPr bwMode="auto">
            <a:xfrm>
              <a:off x="10132219" y="1865313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7" name="AutoShape 77"/>
            <p:cNvSpPr/>
            <p:nvPr/>
          </p:nvSpPr>
          <p:spPr bwMode="auto">
            <a:xfrm>
              <a:off x="10132219" y="1720057"/>
              <a:ext cx="130969" cy="1166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5885473" y="3957175"/>
            <a:ext cx="285157" cy="303988"/>
            <a:chOff x="6842125" y="1422400"/>
            <a:chExt cx="336550" cy="358775"/>
          </a:xfrm>
          <a:solidFill>
            <a:schemeClr val="accent1"/>
          </a:solidFill>
        </p:grpSpPr>
        <p:sp>
          <p:nvSpPr>
            <p:cNvPr id="139" name="AutoShape 78"/>
            <p:cNvSpPr/>
            <p:nvPr/>
          </p:nvSpPr>
          <p:spPr bwMode="auto">
            <a:xfrm>
              <a:off x="6842125" y="1422400"/>
              <a:ext cx="336550" cy="358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18900"/>
                  </a:moveTo>
                  <a:cubicBezTo>
                    <a:pt x="20160" y="19643"/>
                    <a:pt x="19513" y="20249"/>
                    <a:pt x="18720" y="20249"/>
                  </a:cubicBezTo>
                  <a:lnTo>
                    <a:pt x="2880" y="20249"/>
                  </a:lnTo>
                  <a:cubicBezTo>
                    <a:pt x="2086" y="20249"/>
                    <a:pt x="1440" y="19643"/>
                    <a:pt x="1440" y="18900"/>
                  </a:cubicBezTo>
                  <a:lnTo>
                    <a:pt x="1440" y="2700"/>
                  </a:lnTo>
                  <a:cubicBezTo>
                    <a:pt x="1440" y="1955"/>
                    <a:pt x="2086" y="1350"/>
                    <a:pt x="2880" y="1350"/>
                  </a:cubicBezTo>
                  <a:lnTo>
                    <a:pt x="18720" y="1350"/>
                  </a:lnTo>
                  <a:cubicBezTo>
                    <a:pt x="19513" y="1350"/>
                    <a:pt x="20160" y="1955"/>
                    <a:pt x="20160" y="2700"/>
                  </a:cubicBezTo>
                  <a:cubicBezTo>
                    <a:pt x="20160" y="2700"/>
                    <a:pt x="20160" y="18900"/>
                    <a:pt x="20160" y="18900"/>
                  </a:cubicBezTo>
                  <a:close/>
                  <a:moveTo>
                    <a:pt x="18720" y="0"/>
                  </a:moveTo>
                  <a:lnTo>
                    <a:pt x="2880" y="0"/>
                  </a:lnTo>
                  <a:cubicBezTo>
                    <a:pt x="1289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1289" y="21599"/>
                    <a:pt x="2880" y="21599"/>
                  </a:cubicBezTo>
                  <a:lnTo>
                    <a:pt x="18720" y="21599"/>
                  </a:lnTo>
                  <a:cubicBezTo>
                    <a:pt x="20310" y="21599"/>
                    <a:pt x="21599" y="20391"/>
                    <a:pt x="21599" y="18900"/>
                  </a:cubicBezTo>
                  <a:lnTo>
                    <a:pt x="21599" y="2700"/>
                  </a:lnTo>
                  <a:cubicBezTo>
                    <a:pt x="21599" y="1208"/>
                    <a:pt x="20310" y="0"/>
                    <a:pt x="1872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0" name="AutoShape 79"/>
            <p:cNvSpPr/>
            <p:nvPr/>
          </p:nvSpPr>
          <p:spPr bwMode="auto">
            <a:xfrm>
              <a:off x="6888163" y="1466850"/>
              <a:ext cx="246062" cy="2254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418" y="20519"/>
                  </a:moveTo>
                  <a:lnTo>
                    <a:pt x="14053" y="16248"/>
                  </a:lnTo>
                  <a:lnTo>
                    <a:pt x="16690" y="12959"/>
                  </a:lnTo>
                  <a:lnTo>
                    <a:pt x="20618" y="17689"/>
                  </a:lnTo>
                  <a:lnTo>
                    <a:pt x="20618" y="20519"/>
                  </a:lnTo>
                  <a:cubicBezTo>
                    <a:pt x="20618" y="20519"/>
                    <a:pt x="17418" y="20519"/>
                    <a:pt x="17418" y="20519"/>
                  </a:cubicBezTo>
                  <a:close/>
                  <a:moveTo>
                    <a:pt x="981" y="11446"/>
                  </a:moveTo>
                  <a:lnTo>
                    <a:pt x="4909" y="6479"/>
                  </a:lnTo>
                  <a:lnTo>
                    <a:pt x="12828" y="16353"/>
                  </a:lnTo>
                  <a:lnTo>
                    <a:pt x="13398" y="17064"/>
                  </a:lnTo>
                  <a:lnTo>
                    <a:pt x="16109" y="20519"/>
                  </a:lnTo>
                  <a:lnTo>
                    <a:pt x="981" y="20519"/>
                  </a:lnTo>
                  <a:cubicBezTo>
                    <a:pt x="981" y="20519"/>
                    <a:pt x="981" y="11446"/>
                    <a:pt x="981" y="11446"/>
                  </a:cubicBezTo>
                  <a:close/>
                  <a:moveTo>
                    <a:pt x="20618" y="1080"/>
                  </a:moveTo>
                  <a:lnTo>
                    <a:pt x="20618" y="16058"/>
                  </a:lnTo>
                  <a:lnTo>
                    <a:pt x="17427" y="12244"/>
                  </a:lnTo>
                  <a:cubicBezTo>
                    <a:pt x="17240" y="12012"/>
                    <a:pt x="16972" y="11879"/>
                    <a:pt x="16690" y="11879"/>
                  </a:cubicBezTo>
                  <a:cubicBezTo>
                    <a:pt x="16409" y="11879"/>
                    <a:pt x="16141" y="12012"/>
                    <a:pt x="15954" y="12244"/>
                  </a:cubicBezTo>
                  <a:lnTo>
                    <a:pt x="13399" y="15432"/>
                  </a:lnTo>
                  <a:lnTo>
                    <a:pt x="5645" y="5764"/>
                  </a:lnTo>
                  <a:cubicBezTo>
                    <a:pt x="5458" y="5532"/>
                    <a:pt x="5190" y="5400"/>
                    <a:pt x="4909" y="5400"/>
                  </a:cubicBezTo>
                  <a:cubicBezTo>
                    <a:pt x="4627" y="5400"/>
                    <a:pt x="4359" y="5532"/>
                    <a:pt x="4172" y="5764"/>
                  </a:cubicBezTo>
                  <a:lnTo>
                    <a:pt x="981" y="9812"/>
                  </a:lnTo>
                  <a:lnTo>
                    <a:pt x="981" y="1080"/>
                  </a:lnTo>
                  <a:cubicBezTo>
                    <a:pt x="981" y="1080"/>
                    <a:pt x="20618" y="1080"/>
                    <a:pt x="20618" y="1080"/>
                  </a:cubicBezTo>
                  <a:close/>
                  <a:moveTo>
                    <a:pt x="20618" y="0"/>
                  </a:moveTo>
                  <a:lnTo>
                    <a:pt x="981" y="0"/>
                  </a:lnTo>
                  <a:cubicBezTo>
                    <a:pt x="439" y="0"/>
                    <a:pt x="0" y="483"/>
                    <a:pt x="0" y="1080"/>
                  </a:cubicBezTo>
                  <a:lnTo>
                    <a:pt x="0" y="20519"/>
                  </a:lnTo>
                  <a:cubicBezTo>
                    <a:pt x="0" y="21116"/>
                    <a:pt x="439" y="21599"/>
                    <a:pt x="981" y="21599"/>
                  </a:cubicBezTo>
                  <a:lnTo>
                    <a:pt x="20618" y="21599"/>
                  </a:lnTo>
                  <a:cubicBezTo>
                    <a:pt x="21160" y="21599"/>
                    <a:pt x="21600" y="21116"/>
                    <a:pt x="21600" y="20519"/>
                  </a:cubicBezTo>
                  <a:lnTo>
                    <a:pt x="21600" y="1080"/>
                  </a:lnTo>
                  <a:cubicBezTo>
                    <a:pt x="21600" y="483"/>
                    <a:pt x="21160" y="0"/>
                    <a:pt x="2061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1" name="AutoShape 80"/>
            <p:cNvSpPr/>
            <p:nvPr/>
          </p:nvSpPr>
          <p:spPr bwMode="auto">
            <a:xfrm>
              <a:off x="7021513" y="1501775"/>
              <a:ext cx="68262" cy="666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3600"/>
                  </a:moveTo>
                  <a:cubicBezTo>
                    <a:pt x="14769" y="3600"/>
                    <a:pt x="17999" y="6827"/>
                    <a:pt x="17999" y="10800"/>
                  </a:cubicBezTo>
                  <a:cubicBezTo>
                    <a:pt x="17999" y="14769"/>
                    <a:pt x="14769" y="18000"/>
                    <a:pt x="10800" y="18000"/>
                  </a:cubicBezTo>
                  <a:cubicBezTo>
                    <a:pt x="6830" y="18000"/>
                    <a:pt x="3600" y="14769"/>
                    <a:pt x="3600" y="10800"/>
                  </a:cubicBezTo>
                  <a:cubicBezTo>
                    <a:pt x="3600" y="6827"/>
                    <a:pt x="6830" y="3600"/>
                    <a:pt x="10800" y="3600"/>
                  </a:cubicBezTo>
                  <a:moveTo>
                    <a:pt x="10800" y="21599"/>
                  </a:moveTo>
                  <a:cubicBezTo>
                    <a:pt x="16766" y="21599"/>
                    <a:pt x="21600" y="16762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  <a:cubicBezTo>
                    <a:pt x="4833" y="0"/>
                    <a:pt x="0" y="4833"/>
                    <a:pt x="0" y="10800"/>
                  </a:cubicBezTo>
                  <a:cubicBezTo>
                    <a:pt x="0" y="16762"/>
                    <a:pt x="483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42" name="Group 82"/>
          <p:cNvGrpSpPr/>
          <p:nvPr/>
        </p:nvGrpSpPr>
        <p:grpSpPr>
          <a:xfrm>
            <a:off x="5267386" y="3957174"/>
            <a:ext cx="304319" cy="304319"/>
            <a:chOff x="8216107" y="1647825"/>
            <a:chExt cx="464344" cy="464344"/>
          </a:xfrm>
          <a:solidFill>
            <a:schemeClr val="accent1"/>
          </a:solidFill>
        </p:grpSpPr>
        <p:sp>
          <p:nvSpPr>
            <p:cNvPr id="143" name="AutoShape 81"/>
            <p:cNvSpPr/>
            <p:nvPr/>
          </p:nvSpPr>
          <p:spPr bwMode="auto">
            <a:xfrm>
              <a:off x="8216107" y="1647825"/>
              <a:ext cx="464344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35" y="9811"/>
                  </a:moveTo>
                  <a:cubicBezTo>
                    <a:pt x="20220" y="10144"/>
                    <a:pt x="20081" y="10800"/>
                    <a:pt x="18899" y="10800"/>
                  </a:cubicBezTo>
                  <a:lnTo>
                    <a:pt x="17549" y="10800"/>
                  </a:lnTo>
                  <a:cubicBezTo>
                    <a:pt x="17363" y="10800"/>
                    <a:pt x="17212" y="10950"/>
                    <a:pt x="17212" y="11137"/>
                  </a:cubicBezTo>
                  <a:cubicBezTo>
                    <a:pt x="17212" y="11324"/>
                    <a:pt x="17363" y="11475"/>
                    <a:pt x="17549" y="11475"/>
                  </a:cubicBezTo>
                  <a:lnTo>
                    <a:pt x="18858" y="11475"/>
                  </a:lnTo>
                  <a:cubicBezTo>
                    <a:pt x="19870" y="11475"/>
                    <a:pt x="20003" y="12314"/>
                    <a:pt x="19938" y="12719"/>
                  </a:cubicBezTo>
                  <a:cubicBezTo>
                    <a:pt x="19855" y="13223"/>
                    <a:pt x="19618" y="14175"/>
                    <a:pt x="18478" y="14175"/>
                  </a:cubicBezTo>
                  <a:lnTo>
                    <a:pt x="16874" y="14175"/>
                  </a:lnTo>
                  <a:cubicBezTo>
                    <a:pt x="16688" y="14175"/>
                    <a:pt x="16537" y="14325"/>
                    <a:pt x="16537" y="14512"/>
                  </a:cubicBezTo>
                  <a:cubicBezTo>
                    <a:pt x="16537" y="14699"/>
                    <a:pt x="16688" y="14850"/>
                    <a:pt x="16874" y="14850"/>
                  </a:cubicBezTo>
                  <a:lnTo>
                    <a:pt x="18203" y="14850"/>
                  </a:lnTo>
                  <a:cubicBezTo>
                    <a:pt x="19343" y="14850"/>
                    <a:pt x="19243" y="15718"/>
                    <a:pt x="19079" y="16237"/>
                  </a:cubicBezTo>
                  <a:cubicBezTo>
                    <a:pt x="18864" y="16918"/>
                    <a:pt x="18732" y="17549"/>
                    <a:pt x="17297" y="17549"/>
                  </a:cubicBezTo>
                  <a:lnTo>
                    <a:pt x="16196" y="17549"/>
                  </a:lnTo>
                  <a:cubicBezTo>
                    <a:pt x="16009" y="17549"/>
                    <a:pt x="15859" y="17700"/>
                    <a:pt x="15859" y="17887"/>
                  </a:cubicBezTo>
                  <a:cubicBezTo>
                    <a:pt x="15859" y="18073"/>
                    <a:pt x="16009" y="18225"/>
                    <a:pt x="16196" y="18225"/>
                  </a:cubicBezTo>
                  <a:lnTo>
                    <a:pt x="17255" y="18225"/>
                  </a:lnTo>
                  <a:cubicBezTo>
                    <a:pt x="17993" y="18225"/>
                    <a:pt x="18027" y="18923"/>
                    <a:pt x="17950" y="19174"/>
                  </a:cubicBezTo>
                  <a:cubicBezTo>
                    <a:pt x="17866" y="19448"/>
                    <a:pt x="17767" y="19651"/>
                    <a:pt x="17762" y="19660"/>
                  </a:cubicBezTo>
                  <a:cubicBezTo>
                    <a:pt x="17558" y="20028"/>
                    <a:pt x="17229" y="20249"/>
                    <a:pt x="16534" y="20249"/>
                  </a:cubicBezTo>
                  <a:lnTo>
                    <a:pt x="12844" y="20249"/>
                  </a:lnTo>
                  <a:cubicBezTo>
                    <a:pt x="10990" y="20249"/>
                    <a:pt x="9151" y="19829"/>
                    <a:pt x="9104" y="19818"/>
                  </a:cubicBezTo>
                  <a:cubicBezTo>
                    <a:pt x="6299" y="19172"/>
                    <a:pt x="6152" y="19122"/>
                    <a:pt x="5976" y="19072"/>
                  </a:cubicBezTo>
                  <a:cubicBezTo>
                    <a:pt x="5976" y="19072"/>
                    <a:pt x="5405" y="18976"/>
                    <a:pt x="5405" y="18478"/>
                  </a:cubicBezTo>
                  <a:lnTo>
                    <a:pt x="5399" y="9155"/>
                  </a:lnTo>
                  <a:cubicBezTo>
                    <a:pt x="5399" y="8839"/>
                    <a:pt x="5601" y="8552"/>
                    <a:pt x="5935" y="8452"/>
                  </a:cubicBezTo>
                  <a:cubicBezTo>
                    <a:pt x="5977" y="8435"/>
                    <a:pt x="6034" y="8419"/>
                    <a:pt x="6074" y="8401"/>
                  </a:cubicBezTo>
                  <a:cubicBezTo>
                    <a:pt x="9158" y="7125"/>
                    <a:pt x="10097" y="4324"/>
                    <a:pt x="10124" y="2025"/>
                  </a:cubicBezTo>
                  <a:cubicBezTo>
                    <a:pt x="10128" y="1702"/>
                    <a:pt x="10378" y="1350"/>
                    <a:pt x="10800" y="1350"/>
                  </a:cubicBezTo>
                  <a:cubicBezTo>
                    <a:pt x="11514" y="1350"/>
                    <a:pt x="12774" y="2782"/>
                    <a:pt x="12774" y="4554"/>
                  </a:cubicBezTo>
                  <a:cubicBezTo>
                    <a:pt x="12774" y="6155"/>
                    <a:pt x="12711" y="6432"/>
                    <a:pt x="12149" y="8100"/>
                  </a:cubicBezTo>
                  <a:cubicBezTo>
                    <a:pt x="18899" y="8100"/>
                    <a:pt x="18852" y="8196"/>
                    <a:pt x="19448" y="8353"/>
                  </a:cubicBezTo>
                  <a:cubicBezTo>
                    <a:pt x="20187" y="8564"/>
                    <a:pt x="20249" y="9175"/>
                    <a:pt x="20249" y="9386"/>
                  </a:cubicBezTo>
                  <a:cubicBezTo>
                    <a:pt x="20249" y="9618"/>
                    <a:pt x="20243" y="9584"/>
                    <a:pt x="20235" y="9811"/>
                  </a:cubicBezTo>
                  <a:moveTo>
                    <a:pt x="4724" y="19575"/>
                  </a:moveTo>
                  <a:cubicBezTo>
                    <a:pt x="4724" y="19948"/>
                    <a:pt x="4423" y="20249"/>
                    <a:pt x="4049" y="20249"/>
                  </a:cubicBezTo>
                  <a:lnTo>
                    <a:pt x="2024" y="20249"/>
                  </a:lnTo>
                  <a:cubicBezTo>
                    <a:pt x="1652" y="20249"/>
                    <a:pt x="1349" y="19948"/>
                    <a:pt x="1349" y="19575"/>
                  </a:cubicBezTo>
                  <a:lnTo>
                    <a:pt x="1349" y="8774"/>
                  </a:lnTo>
                  <a:cubicBezTo>
                    <a:pt x="1349" y="8401"/>
                    <a:pt x="1652" y="8100"/>
                    <a:pt x="2024" y="8100"/>
                  </a:cubicBezTo>
                  <a:lnTo>
                    <a:pt x="4049" y="8100"/>
                  </a:lnTo>
                  <a:cubicBezTo>
                    <a:pt x="4423" y="8100"/>
                    <a:pt x="4724" y="8401"/>
                    <a:pt x="4724" y="8774"/>
                  </a:cubicBezTo>
                  <a:cubicBezTo>
                    <a:pt x="4724" y="8774"/>
                    <a:pt x="4724" y="19575"/>
                    <a:pt x="4724" y="19575"/>
                  </a:cubicBezTo>
                  <a:close/>
                  <a:moveTo>
                    <a:pt x="19686" y="7069"/>
                  </a:moveTo>
                  <a:cubicBezTo>
                    <a:pt x="18842" y="6846"/>
                    <a:pt x="16858" y="6849"/>
                    <a:pt x="13956" y="6773"/>
                  </a:cubicBezTo>
                  <a:cubicBezTo>
                    <a:pt x="14093" y="6139"/>
                    <a:pt x="14124" y="5568"/>
                    <a:pt x="14124" y="4554"/>
                  </a:cubicBezTo>
                  <a:cubicBezTo>
                    <a:pt x="14124" y="2133"/>
                    <a:pt x="12361" y="0"/>
                    <a:pt x="10800" y="0"/>
                  </a:cubicBezTo>
                  <a:cubicBezTo>
                    <a:pt x="9698" y="0"/>
                    <a:pt x="8789" y="901"/>
                    <a:pt x="8774" y="2009"/>
                  </a:cubicBezTo>
                  <a:cubicBezTo>
                    <a:pt x="8760" y="3368"/>
                    <a:pt x="8340" y="5716"/>
                    <a:pt x="6074" y="6906"/>
                  </a:cubicBezTo>
                  <a:cubicBezTo>
                    <a:pt x="5908" y="6994"/>
                    <a:pt x="5433" y="7228"/>
                    <a:pt x="5364" y="7259"/>
                  </a:cubicBezTo>
                  <a:lnTo>
                    <a:pt x="5399" y="7289"/>
                  </a:lnTo>
                  <a:cubicBezTo>
                    <a:pt x="5045" y="6984"/>
                    <a:pt x="4554" y="6750"/>
                    <a:pt x="4049" y="6750"/>
                  </a:cubicBezTo>
                  <a:lnTo>
                    <a:pt x="2024" y="6750"/>
                  </a:lnTo>
                  <a:cubicBezTo>
                    <a:pt x="908" y="6750"/>
                    <a:pt x="0" y="7658"/>
                    <a:pt x="0" y="8774"/>
                  </a:cubicBezTo>
                  <a:lnTo>
                    <a:pt x="0" y="19575"/>
                  </a:lnTo>
                  <a:cubicBezTo>
                    <a:pt x="0" y="20691"/>
                    <a:pt x="908" y="21599"/>
                    <a:pt x="2024" y="21599"/>
                  </a:cubicBezTo>
                  <a:lnTo>
                    <a:pt x="4049" y="21599"/>
                  </a:lnTo>
                  <a:cubicBezTo>
                    <a:pt x="4853" y="21599"/>
                    <a:pt x="5525" y="21114"/>
                    <a:pt x="5850" y="20434"/>
                  </a:cubicBezTo>
                  <a:cubicBezTo>
                    <a:pt x="5859" y="20437"/>
                    <a:pt x="5873" y="20441"/>
                    <a:pt x="5882" y="20442"/>
                  </a:cubicBezTo>
                  <a:cubicBezTo>
                    <a:pt x="5927" y="20454"/>
                    <a:pt x="5979" y="20467"/>
                    <a:pt x="6044" y="20485"/>
                  </a:cubicBezTo>
                  <a:cubicBezTo>
                    <a:pt x="6056" y="20487"/>
                    <a:pt x="6062" y="20488"/>
                    <a:pt x="6074" y="20492"/>
                  </a:cubicBezTo>
                  <a:cubicBezTo>
                    <a:pt x="6464" y="20588"/>
                    <a:pt x="7212" y="20768"/>
                    <a:pt x="8812" y="21135"/>
                  </a:cubicBezTo>
                  <a:cubicBezTo>
                    <a:pt x="9155" y="21213"/>
                    <a:pt x="10966" y="21599"/>
                    <a:pt x="12844" y="21599"/>
                  </a:cubicBezTo>
                  <a:lnTo>
                    <a:pt x="16534" y="21599"/>
                  </a:lnTo>
                  <a:cubicBezTo>
                    <a:pt x="17659" y="21599"/>
                    <a:pt x="18469" y="21167"/>
                    <a:pt x="18952" y="20298"/>
                  </a:cubicBezTo>
                  <a:cubicBezTo>
                    <a:pt x="18958" y="20285"/>
                    <a:pt x="19114" y="19982"/>
                    <a:pt x="19240" y="19572"/>
                  </a:cubicBezTo>
                  <a:cubicBezTo>
                    <a:pt x="19336" y="19263"/>
                    <a:pt x="19371" y="18827"/>
                    <a:pt x="19256" y="18384"/>
                  </a:cubicBezTo>
                  <a:cubicBezTo>
                    <a:pt x="19981" y="17886"/>
                    <a:pt x="20214" y="17133"/>
                    <a:pt x="20366" y="16643"/>
                  </a:cubicBezTo>
                  <a:cubicBezTo>
                    <a:pt x="20620" y="15838"/>
                    <a:pt x="20544" y="15235"/>
                    <a:pt x="20367" y="14803"/>
                  </a:cubicBezTo>
                  <a:cubicBezTo>
                    <a:pt x="20775" y="14418"/>
                    <a:pt x="21122" y="13831"/>
                    <a:pt x="21269" y="12935"/>
                  </a:cubicBezTo>
                  <a:cubicBezTo>
                    <a:pt x="21361" y="12380"/>
                    <a:pt x="21263" y="11809"/>
                    <a:pt x="21007" y="11334"/>
                  </a:cubicBezTo>
                  <a:cubicBezTo>
                    <a:pt x="21389" y="10905"/>
                    <a:pt x="21564" y="10365"/>
                    <a:pt x="21583" y="9865"/>
                  </a:cubicBezTo>
                  <a:lnTo>
                    <a:pt x="21591" y="9724"/>
                  </a:lnTo>
                  <a:cubicBezTo>
                    <a:pt x="21596" y="9635"/>
                    <a:pt x="21600" y="9581"/>
                    <a:pt x="21600" y="9386"/>
                  </a:cubicBezTo>
                  <a:cubicBezTo>
                    <a:pt x="21600" y="8533"/>
                    <a:pt x="21010" y="7446"/>
                    <a:pt x="19686" y="706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4" name="AutoShape 82"/>
            <p:cNvSpPr/>
            <p:nvPr/>
          </p:nvSpPr>
          <p:spPr bwMode="auto">
            <a:xfrm>
              <a:off x="8259763" y="2024857"/>
              <a:ext cx="43657" cy="436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4400"/>
                  </a:moveTo>
                  <a:cubicBezTo>
                    <a:pt x="8820" y="14400"/>
                    <a:pt x="7200" y="12782"/>
                    <a:pt x="7200" y="10800"/>
                  </a:cubicBezTo>
                  <a:cubicBezTo>
                    <a:pt x="7200" y="8817"/>
                    <a:pt x="8820" y="7200"/>
                    <a:pt x="10800" y="7200"/>
                  </a:cubicBezTo>
                  <a:cubicBezTo>
                    <a:pt x="12779" y="7200"/>
                    <a:pt x="14400" y="8817"/>
                    <a:pt x="14400" y="10800"/>
                  </a:cubicBezTo>
                  <a:cubicBezTo>
                    <a:pt x="14400" y="12782"/>
                    <a:pt x="12779" y="14400"/>
                    <a:pt x="10800" y="14400"/>
                  </a:cubicBezTo>
                  <a:moveTo>
                    <a:pt x="10800" y="0"/>
                  </a:move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145" name="AutoShape 83"/>
          <p:cNvSpPr/>
          <p:nvPr/>
        </p:nvSpPr>
        <p:spPr bwMode="auto">
          <a:xfrm>
            <a:off x="4658758" y="4004253"/>
            <a:ext cx="303988" cy="20041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4049437" y="3957175"/>
            <a:ext cx="305333" cy="303988"/>
            <a:chOff x="4675188" y="1422400"/>
            <a:chExt cx="360362" cy="358775"/>
          </a:xfrm>
          <a:solidFill>
            <a:schemeClr val="accent1"/>
          </a:solidFill>
        </p:grpSpPr>
        <p:sp>
          <p:nvSpPr>
            <p:cNvPr id="147" name="AutoShape 84"/>
            <p:cNvSpPr/>
            <p:nvPr/>
          </p:nvSpPr>
          <p:spPr bwMode="auto">
            <a:xfrm>
              <a:off x="4675188" y="1422400"/>
              <a:ext cx="360362" cy="358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8900"/>
                  </a:moveTo>
                  <a:cubicBezTo>
                    <a:pt x="20249" y="19643"/>
                    <a:pt x="19644" y="20249"/>
                    <a:pt x="18899" y="20249"/>
                  </a:cubicBezTo>
                  <a:lnTo>
                    <a:pt x="2699" y="20249"/>
                  </a:lnTo>
                  <a:cubicBezTo>
                    <a:pt x="1955" y="20249"/>
                    <a:pt x="1349" y="19643"/>
                    <a:pt x="1349" y="18900"/>
                  </a:cubicBezTo>
                  <a:lnTo>
                    <a:pt x="1349" y="5400"/>
                  </a:lnTo>
                  <a:cubicBezTo>
                    <a:pt x="1349" y="5027"/>
                    <a:pt x="1652" y="4725"/>
                    <a:pt x="2024" y="4725"/>
                  </a:cubicBezTo>
                  <a:lnTo>
                    <a:pt x="2699" y="4725"/>
                  </a:lnTo>
                  <a:lnTo>
                    <a:pt x="2699" y="18225"/>
                  </a:lnTo>
                  <a:cubicBezTo>
                    <a:pt x="2699" y="18598"/>
                    <a:pt x="3001" y="18900"/>
                    <a:pt x="3374" y="18900"/>
                  </a:cubicBezTo>
                  <a:cubicBezTo>
                    <a:pt x="3748" y="18900"/>
                    <a:pt x="4049" y="18598"/>
                    <a:pt x="4049" y="18225"/>
                  </a:cubicBezTo>
                  <a:lnTo>
                    <a:pt x="4049" y="2025"/>
                  </a:lnTo>
                  <a:cubicBezTo>
                    <a:pt x="4049" y="1652"/>
                    <a:pt x="4352" y="1350"/>
                    <a:pt x="4724" y="1350"/>
                  </a:cubicBezTo>
                  <a:lnTo>
                    <a:pt x="19575" y="1350"/>
                  </a:lnTo>
                  <a:cubicBezTo>
                    <a:pt x="19947" y="1350"/>
                    <a:pt x="20249" y="1652"/>
                    <a:pt x="20249" y="2025"/>
                  </a:cubicBezTo>
                  <a:cubicBezTo>
                    <a:pt x="20249" y="2025"/>
                    <a:pt x="20249" y="18900"/>
                    <a:pt x="20249" y="18900"/>
                  </a:cubicBezTo>
                  <a:close/>
                  <a:moveTo>
                    <a:pt x="19575" y="0"/>
                  </a:moveTo>
                  <a:lnTo>
                    <a:pt x="4724" y="0"/>
                  </a:lnTo>
                  <a:cubicBezTo>
                    <a:pt x="3606" y="0"/>
                    <a:pt x="2699" y="905"/>
                    <a:pt x="2699" y="2025"/>
                  </a:cubicBezTo>
                  <a:lnTo>
                    <a:pt x="2699" y="3375"/>
                  </a:lnTo>
                  <a:lnTo>
                    <a:pt x="2024" y="3375"/>
                  </a:lnTo>
                  <a:cubicBezTo>
                    <a:pt x="906" y="3375"/>
                    <a:pt x="0" y="4280"/>
                    <a:pt x="0" y="5400"/>
                  </a:cubicBezTo>
                  <a:lnTo>
                    <a:pt x="0" y="18900"/>
                  </a:lnTo>
                  <a:cubicBezTo>
                    <a:pt x="0" y="20391"/>
                    <a:pt x="1208" y="21599"/>
                    <a:pt x="2699" y="21599"/>
                  </a:cubicBezTo>
                  <a:lnTo>
                    <a:pt x="18899" y="21599"/>
                  </a:lnTo>
                  <a:cubicBezTo>
                    <a:pt x="20391" y="21599"/>
                    <a:pt x="21600" y="20391"/>
                    <a:pt x="21600" y="18900"/>
                  </a:cubicBezTo>
                  <a:lnTo>
                    <a:pt x="21600" y="2025"/>
                  </a:lnTo>
                  <a:cubicBezTo>
                    <a:pt x="21600" y="905"/>
                    <a:pt x="20693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8" name="AutoShape 85"/>
            <p:cNvSpPr/>
            <p:nvPr/>
          </p:nvSpPr>
          <p:spPr bwMode="auto">
            <a:xfrm>
              <a:off x="4889500" y="1557338"/>
              <a:ext cx="100013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9" name="AutoShape 86"/>
            <p:cNvSpPr/>
            <p:nvPr/>
          </p:nvSpPr>
          <p:spPr bwMode="auto">
            <a:xfrm>
              <a:off x="4889500" y="1522413"/>
              <a:ext cx="100013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0" name="AutoShape 87"/>
            <p:cNvSpPr/>
            <p:nvPr/>
          </p:nvSpPr>
          <p:spPr bwMode="auto">
            <a:xfrm>
              <a:off x="4889500" y="1489075"/>
              <a:ext cx="100013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1" name="AutoShape 88"/>
            <p:cNvSpPr/>
            <p:nvPr/>
          </p:nvSpPr>
          <p:spPr bwMode="auto">
            <a:xfrm>
              <a:off x="4765675" y="1725613"/>
              <a:ext cx="100013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2" name="AutoShape 89"/>
            <p:cNvSpPr/>
            <p:nvPr/>
          </p:nvSpPr>
          <p:spPr bwMode="auto">
            <a:xfrm>
              <a:off x="4765675" y="1692275"/>
              <a:ext cx="100013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3" name="AutoShape 90"/>
            <p:cNvSpPr/>
            <p:nvPr/>
          </p:nvSpPr>
          <p:spPr bwMode="auto">
            <a:xfrm>
              <a:off x="4765675" y="1658938"/>
              <a:ext cx="100013" cy="95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4" name="AutoShape 91"/>
            <p:cNvSpPr/>
            <p:nvPr/>
          </p:nvSpPr>
          <p:spPr bwMode="auto">
            <a:xfrm>
              <a:off x="4889500" y="1725613"/>
              <a:ext cx="100013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5" name="AutoShape 92"/>
            <p:cNvSpPr/>
            <p:nvPr/>
          </p:nvSpPr>
          <p:spPr bwMode="auto">
            <a:xfrm>
              <a:off x="4889500" y="1692275"/>
              <a:ext cx="100013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6" name="AutoShape 93"/>
            <p:cNvSpPr/>
            <p:nvPr/>
          </p:nvSpPr>
          <p:spPr bwMode="auto">
            <a:xfrm>
              <a:off x="4889500" y="1658938"/>
              <a:ext cx="100013" cy="95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7" name="AutoShape 94"/>
            <p:cNvSpPr/>
            <p:nvPr/>
          </p:nvSpPr>
          <p:spPr bwMode="auto">
            <a:xfrm>
              <a:off x="4765675" y="1590675"/>
              <a:ext cx="223838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69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69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8" name="AutoShape 95"/>
            <p:cNvSpPr/>
            <p:nvPr/>
          </p:nvSpPr>
          <p:spPr bwMode="auto">
            <a:xfrm>
              <a:off x="4765675" y="1624013"/>
              <a:ext cx="223838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90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90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59" name="AutoShape 96"/>
            <p:cNvSpPr/>
            <p:nvPr/>
          </p:nvSpPr>
          <p:spPr bwMode="auto">
            <a:xfrm>
              <a:off x="4765675" y="1466850"/>
              <a:ext cx="100013" cy="1016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4792"/>
                  </a:moveTo>
                  <a:lnTo>
                    <a:pt x="16800" y="4792"/>
                  </a:lnTo>
                  <a:lnTo>
                    <a:pt x="16800" y="16797"/>
                  </a:lnTo>
                  <a:lnTo>
                    <a:pt x="4799" y="16797"/>
                  </a:lnTo>
                  <a:cubicBezTo>
                    <a:pt x="4799" y="16797"/>
                    <a:pt x="4799" y="4792"/>
                    <a:pt x="4799" y="4792"/>
                  </a:cubicBezTo>
                  <a:close/>
                  <a:moveTo>
                    <a:pt x="2399" y="21600"/>
                  </a:moveTo>
                  <a:lnTo>
                    <a:pt x="19199" y="21600"/>
                  </a:lnTo>
                  <a:cubicBezTo>
                    <a:pt x="20527" y="21600"/>
                    <a:pt x="21600" y="20523"/>
                    <a:pt x="21600" y="19198"/>
                  </a:cubicBezTo>
                  <a:lnTo>
                    <a:pt x="21600" y="2401"/>
                  </a:lnTo>
                  <a:cubicBezTo>
                    <a:pt x="21600" y="1076"/>
                    <a:pt x="20527" y="0"/>
                    <a:pt x="19199" y="0"/>
                  </a:cubicBezTo>
                  <a:lnTo>
                    <a:pt x="2399" y="0"/>
                  </a:lnTo>
                  <a:cubicBezTo>
                    <a:pt x="1072" y="0"/>
                    <a:pt x="0" y="1076"/>
                    <a:pt x="0" y="2401"/>
                  </a:cubicBezTo>
                  <a:lnTo>
                    <a:pt x="0" y="19198"/>
                  </a:lnTo>
                  <a:cubicBezTo>
                    <a:pt x="0" y="20523"/>
                    <a:pt x="1072" y="21600"/>
                    <a:pt x="2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448185" y="5787832"/>
            <a:ext cx="181081" cy="303988"/>
            <a:chOff x="3965575" y="3582988"/>
            <a:chExt cx="247650" cy="358775"/>
          </a:xfrm>
          <a:solidFill>
            <a:schemeClr val="accent1"/>
          </a:solidFill>
        </p:grpSpPr>
        <p:sp>
          <p:nvSpPr>
            <p:cNvPr id="161" name="AutoShape 97"/>
            <p:cNvSpPr/>
            <p:nvPr/>
          </p:nvSpPr>
          <p:spPr bwMode="auto">
            <a:xfrm>
              <a:off x="3965575" y="3582988"/>
              <a:ext cx="247650" cy="358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636" y="3374"/>
                  </a:moveTo>
                  <a:lnTo>
                    <a:pt x="1963" y="3375"/>
                  </a:lnTo>
                  <a:lnTo>
                    <a:pt x="1963" y="2025"/>
                  </a:lnTo>
                  <a:cubicBezTo>
                    <a:pt x="1963" y="1653"/>
                    <a:pt x="2402" y="1350"/>
                    <a:pt x="2945" y="1350"/>
                  </a:cubicBezTo>
                  <a:lnTo>
                    <a:pt x="18654" y="1349"/>
                  </a:lnTo>
                  <a:cubicBezTo>
                    <a:pt x="19195" y="1349"/>
                    <a:pt x="19636" y="1652"/>
                    <a:pt x="19636" y="2024"/>
                  </a:cubicBezTo>
                  <a:cubicBezTo>
                    <a:pt x="19636" y="2024"/>
                    <a:pt x="19636" y="3374"/>
                    <a:pt x="19636" y="3374"/>
                  </a:cubicBezTo>
                  <a:close/>
                  <a:moveTo>
                    <a:pt x="19636" y="17546"/>
                  </a:moveTo>
                  <a:lnTo>
                    <a:pt x="1963" y="17547"/>
                  </a:lnTo>
                  <a:lnTo>
                    <a:pt x="1963" y="4050"/>
                  </a:lnTo>
                  <a:lnTo>
                    <a:pt x="19636" y="4049"/>
                  </a:lnTo>
                  <a:cubicBezTo>
                    <a:pt x="19636" y="4049"/>
                    <a:pt x="19636" y="17546"/>
                    <a:pt x="19636" y="17546"/>
                  </a:cubicBezTo>
                  <a:close/>
                  <a:moveTo>
                    <a:pt x="19636" y="19574"/>
                  </a:moveTo>
                  <a:cubicBezTo>
                    <a:pt x="19636" y="19946"/>
                    <a:pt x="19195" y="20249"/>
                    <a:pt x="18654" y="20249"/>
                  </a:cubicBezTo>
                  <a:lnTo>
                    <a:pt x="2945" y="20250"/>
                  </a:lnTo>
                  <a:cubicBezTo>
                    <a:pt x="2402" y="20250"/>
                    <a:pt x="1963" y="19947"/>
                    <a:pt x="1963" y="19575"/>
                  </a:cubicBezTo>
                  <a:lnTo>
                    <a:pt x="1963" y="18222"/>
                  </a:lnTo>
                  <a:lnTo>
                    <a:pt x="19636" y="18221"/>
                  </a:lnTo>
                  <a:cubicBezTo>
                    <a:pt x="19636" y="18221"/>
                    <a:pt x="19636" y="19574"/>
                    <a:pt x="19636" y="19574"/>
                  </a:cubicBezTo>
                  <a:close/>
                  <a:moveTo>
                    <a:pt x="18654" y="0"/>
                  </a:moveTo>
                  <a:lnTo>
                    <a:pt x="2945" y="0"/>
                  </a:lnTo>
                  <a:cubicBezTo>
                    <a:pt x="1317" y="0"/>
                    <a:pt x="0" y="907"/>
                    <a:pt x="0" y="2025"/>
                  </a:cubicBezTo>
                  <a:lnTo>
                    <a:pt x="0" y="19575"/>
                  </a:lnTo>
                  <a:cubicBezTo>
                    <a:pt x="0" y="20693"/>
                    <a:pt x="1317" y="21600"/>
                    <a:pt x="2945" y="21600"/>
                  </a:cubicBezTo>
                  <a:lnTo>
                    <a:pt x="18654" y="21599"/>
                  </a:lnTo>
                  <a:cubicBezTo>
                    <a:pt x="20280" y="21599"/>
                    <a:pt x="21600" y="20693"/>
                    <a:pt x="21600" y="19574"/>
                  </a:cubicBezTo>
                  <a:lnTo>
                    <a:pt x="21600" y="2024"/>
                  </a:lnTo>
                  <a:cubicBezTo>
                    <a:pt x="21600" y="906"/>
                    <a:pt x="20280" y="0"/>
                    <a:pt x="18654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62" name="AutoShape 98"/>
            <p:cNvSpPr/>
            <p:nvPr/>
          </p:nvSpPr>
          <p:spPr bwMode="auto">
            <a:xfrm>
              <a:off x="4067175" y="3616325"/>
              <a:ext cx="44450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58"/>
                    <a:pt x="20387" y="21599"/>
                    <a:pt x="18899" y="21599"/>
                  </a:cubicBezTo>
                  <a:lnTo>
                    <a:pt x="2699" y="21599"/>
                  </a:lnTo>
                  <a:cubicBezTo>
                    <a:pt x="1202" y="21599"/>
                    <a:pt x="0" y="16758"/>
                    <a:pt x="0" y="10800"/>
                  </a:cubicBezTo>
                  <a:cubicBezTo>
                    <a:pt x="0" y="4841"/>
                    <a:pt x="1202" y="0"/>
                    <a:pt x="2699" y="0"/>
                  </a:cubicBezTo>
                  <a:lnTo>
                    <a:pt x="18899" y="0"/>
                  </a:lnTo>
                  <a:cubicBezTo>
                    <a:pt x="20387" y="0"/>
                    <a:pt x="21600" y="4841"/>
                    <a:pt x="2160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63" name="AutoShape 99"/>
            <p:cNvSpPr/>
            <p:nvPr/>
          </p:nvSpPr>
          <p:spPr bwMode="auto">
            <a:xfrm>
              <a:off x="4078288" y="3897313"/>
              <a:ext cx="22225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69"/>
                    <a:pt x="19174" y="21599"/>
                    <a:pt x="16199" y="21599"/>
                  </a:cubicBezTo>
                  <a:lnTo>
                    <a:pt x="5399" y="21599"/>
                  </a:lnTo>
                  <a:cubicBezTo>
                    <a:pt x="2404" y="21599"/>
                    <a:pt x="0" y="16769"/>
                    <a:pt x="0" y="10800"/>
                  </a:cubicBezTo>
                  <a:cubicBezTo>
                    <a:pt x="0" y="4830"/>
                    <a:pt x="2404" y="0"/>
                    <a:pt x="5399" y="0"/>
                  </a:cubicBezTo>
                  <a:lnTo>
                    <a:pt x="16199" y="0"/>
                  </a:lnTo>
                  <a:cubicBezTo>
                    <a:pt x="19174" y="0"/>
                    <a:pt x="21600" y="4830"/>
                    <a:pt x="2160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164" name="AutoShape 100"/>
          <p:cNvSpPr/>
          <p:nvPr/>
        </p:nvSpPr>
        <p:spPr bwMode="auto">
          <a:xfrm>
            <a:off x="2811961" y="5787832"/>
            <a:ext cx="266326" cy="3039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057" y="6750"/>
                </a:moveTo>
                <a:lnTo>
                  <a:pt x="1542" y="6750"/>
                </a:lnTo>
                <a:lnTo>
                  <a:pt x="1542" y="4725"/>
                </a:lnTo>
                <a:lnTo>
                  <a:pt x="20057" y="4725"/>
                </a:lnTo>
                <a:cubicBezTo>
                  <a:pt x="20057" y="4725"/>
                  <a:pt x="20057" y="6750"/>
                  <a:pt x="20057" y="6750"/>
                </a:cubicBezTo>
                <a:close/>
                <a:moveTo>
                  <a:pt x="17485" y="10124"/>
                </a:moveTo>
                <a:lnTo>
                  <a:pt x="4113" y="10124"/>
                </a:lnTo>
                <a:lnTo>
                  <a:pt x="3857" y="8100"/>
                </a:lnTo>
                <a:lnTo>
                  <a:pt x="17742" y="8100"/>
                </a:lnTo>
                <a:cubicBezTo>
                  <a:pt x="17742" y="8100"/>
                  <a:pt x="17485" y="10124"/>
                  <a:pt x="17485" y="10124"/>
                </a:cubicBezTo>
                <a:close/>
                <a:moveTo>
                  <a:pt x="16542" y="17549"/>
                </a:moveTo>
                <a:lnTo>
                  <a:pt x="5057" y="17549"/>
                </a:lnTo>
                <a:lnTo>
                  <a:pt x="4199" y="10800"/>
                </a:lnTo>
                <a:lnTo>
                  <a:pt x="17399" y="10800"/>
                </a:lnTo>
                <a:cubicBezTo>
                  <a:pt x="17399" y="10800"/>
                  <a:pt x="16542" y="17549"/>
                  <a:pt x="16542" y="17549"/>
                </a:cubicBezTo>
                <a:close/>
                <a:moveTo>
                  <a:pt x="5400" y="20249"/>
                </a:moveTo>
                <a:lnTo>
                  <a:pt x="5142" y="18225"/>
                </a:lnTo>
                <a:lnTo>
                  <a:pt x="16456" y="18225"/>
                </a:lnTo>
                <a:lnTo>
                  <a:pt x="16200" y="20249"/>
                </a:lnTo>
                <a:cubicBezTo>
                  <a:pt x="16200" y="20249"/>
                  <a:pt x="5400" y="20249"/>
                  <a:pt x="5400" y="20249"/>
                </a:cubicBezTo>
                <a:close/>
                <a:moveTo>
                  <a:pt x="3857" y="1350"/>
                </a:moveTo>
                <a:lnTo>
                  <a:pt x="17742" y="1350"/>
                </a:lnTo>
                <a:lnTo>
                  <a:pt x="18514" y="3375"/>
                </a:lnTo>
                <a:lnTo>
                  <a:pt x="3085" y="3375"/>
                </a:lnTo>
                <a:cubicBezTo>
                  <a:pt x="3085" y="3375"/>
                  <a:pt x="3857" y="1350"/>
                  <a:pt x="3857" y="1350"/>
                </a:cubicBezTo>
                <a:close/>
                <a:moveTo>
                  <a:pt x="20143" y="3389"/>
                </a:moveTo>
                <a:lnTo>
                  <a:pt x="19205" y="922"/>
                </a:lnTo>
                <a:cubicBezTo>
                  <a:pt x="18996" y="371"/>
                  <a:pt x="18407" y="0"/>
                  <a:pt x="17742" y="0"/>
                </a:cubicBezTo>
                <a:lnTo>
                  <a:pt x="3857" y="0"/>
                </a:lnTo>
                <a:cubicBezTo>
                  <a:pt x="3192" y="0"/>
                  <a:pt x="2603" y="371"/>
                  <a:pt x="2393" y="922"/>
                </a:cubicBezTo>
                <a:lnTo>
                  <a:pt x="1448" y="3391"/>
                </a:lnTo>
                <a:cubicBezTo>
                  <a:pt x="643" y="3436"/>
                  <a:pt x="0" y="4008"/>
                  <a:pt x="0" y="4725"/>
                </a:cubicBezTo>
                <a:lnTo>
                  <a:pt x="0" y="6750"/>
                </a:lnTo>
                <a:cubicBezTo>
                  <a:pt x="0" y="7495"/>
                  <a:pt x="690" y="8100"/>
                  <a:pt x="1542" y="8100"/>
                </a:cubicBezTo>
                <a:lnTo>
                  <a:pt x="2340" y="8100"/>
                </a:lnTo>
                <a:cubicBezTo>
                  <a:pt x="2340" y="8150"/>
                  <a:pt x="2317" y="8198"/>
                  <a:pt x="2323" y="8249"/>
                </a:cubicBezTo>
                <a:lnTo>
                  <a:pt x="3866" y="20398"/>
                </a:lnTo>
                <a:cubicBezTo>
                  <a:pt x="3953" y="21082"/>
                  <a:pt x="4614" y="21599"/>
                  <a:pt x="5400" y="21599"/>
                </a:cubicBezTo>
                <a:lnTo>
                  <a:pt x="16200" y="21599"/>
                </a:lnTo>
                <a:cubicBezTo>
                  <a:pt x="16986" y="21599"/>
                  <a:pt x="17646" y="21082"/>
                  <a:pt x="17732" y="20398"/>
                </a:cubicBezTo>
                <a:lnTo>
                  <a:pt x="19275" y="8249"/>
                </a:lnTo>
                <a:cubicBezTo>
                  <a:pt x="19282" y="8198"/>
                  <a:pt x="19258" y="8150"/>
                  <a:pt x="19258" y="8100"/>
                </a:cubicBezTo>
                <a:lnTo>
                  <a:pt x="20057" y="8100"/>
                </a:lnTo>
                <a:cubicBezTo>
                  <a:pt x="20908" y="8100"/>
                  <a:pt x="21600" y="7495"/>
                  <a:pt x="21600" y="6750"/>
                </a:cubicBezTo>
                <a:lnTo>
                  <a:pt x="21600" y="4725"/>
                </a:lnTo>
                <a:cubicBezTo>
                  <a:pt x="21600" y="4006"/>
                  <a:pt x="20952" y="3431"/>
                  <a:pt x="20143" y="338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65" name="AutoShape 101"/>
          <p:cNvSpPr/>
          <p:nvPr/>
        </p:nvSpPr>
        <p:spPr bwMode="auto">
          <a:xfrm>
            <a:off x="2183808" y="5806663"/>
            <a:ext cx="303988" cy="26632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18514"/>
                </a:moveTo>
                <a:cubicBezTo>
                  <a:pt x="20249" y="19365"/>
                  <a:pt x="19644" y="20057"/>
                  <a:pt x="18899" y="20057"/>
                </a:cubicBezTo>
                <a:lnTo>
                  <a:pt x="2699" y="20057"/>
                </a:lnTo>
                <a:cubicBezTo>
                  <a:pt x="1955" y="20057"/>
                  <a:pt x="1349" y="19365"/>
                  <a:pt x="1349" y="18514"/>
                </a:cubicBezTo>
                <a:lnTo>
                  <a:pt x="1349" y="13114"/>
                </a:lnTo>
                <a:lnTo>
                  <a:pt x="4050" y="1542"/>
                </a:lnTo>
                <a:lnTo>
                  <a:pt x="17549" y="1542"/>
                </a:lnTo>
                <a:lnTo>
                  <a:pt x="20249" y="13114"/>
                </a:lnTo>
                <a:cubicBezTo>
                  <a:pt x="20249" y="13114"/>
                  <a:pt x="20249" y="18514"/>
                  <a:pt x="20249" y="18514"/>
                </a:cubicBezTo>
                <a:close/>
                <a:moveTo>
                  <a:pt x="21548" y="12693"/>
                </a:moveTo>
                <a:lnTo>
                  <a:pt x="18847" y="1117"/>
                </a:lnTo>
                <a:cubicBezTo>
                  <a:pt x="18683" y="460"/>
                  <a:pt x="18150" y="0"/>
                  <a:pt x="17549" y="0"/>
                </a:cubicBezTo>
                <a:lnTo>
                  <a:pt x="10800" y="0"/>
                </a:lnTo>
                <a:lnTo>
                  <a:pt x="4049" y="0"/>
                </a:lnTo>
                <a:cubicBezTo>
                  <a:pt x="3449" y="0"/>
                  <a:pt x="2916" y="460"/>
                  <a:pt x="2752" y="1117"/>
                </a:cubicBezTo>
                <a:lnTo>
                  <a:pt x="51" y="12693"/>
                </a:lnTo>
                <a:cubicBezTo>
                  <a:pt x="17" y="12835"/>
                  <a:pt x="0" y="12976"/>
                  <a:pt x="0" y="13114"/>
                </a:cubicBezTo>
                <a:lnTo>
                  <a:pt x="0" y="18514"/>
                </a:lnTo>
                <a:cubicBezTo>
                  <a:pt x="0" y="20218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20218"/>
                  <a:pt x="21600" y="18514"/>
                </a:cubicBezTo>
                <a:lnTo>
                  <a:pt x="21600" y="13114"/>
                </a:lnTo>
                <a:cubicBezTo>
                  <a:pt x="21600" y="12976"/>
                  <a:pt x="21582" y="12835"/>
                  <a:pt x="21548" y="126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66" name="AutoShape 102"/>
          <p:cNvSpPr/>
          <p:nvPr/>
        </p:nvSpPr>
        <p:spPr bwMode="auto">
          <a:xfrm>
            <a:off x="2221470" y="5844325"/>
            <a:ext cx="232700" cy="170825"/>
          </a:xfrm>
          <a:custGeom>
            <a:avLst/>
            <a:gdLst>
              <a:gd name="T0" fmla="+- 0 10799 40"/>
              <a:gd name="T1" fmla="*/ T0 w 21519"/>
              <a:gd name="T2" fmla="*/ 10800 h 21600"/>
              <a:gd name="T3" fmla="+- 0 10799 40"/>
              <a:gd name="T4" fmla="*/ T3 w 21519"/>
              <a:gd name="T5" fmla="*/ 10800 h 21600"/>
              <a:gd name="T6" fmla="+- 0 10799 40"/>
              <a:gd name="T7" fmla="*/ T6 w 21519"/>
              <a:gd name="T8" fmla="*/ 10800 h 21600"/>
              <a:gd name="T9" fmla="+- 0 10799 40"/>
              <a:gd name="T10" fmla="*/ T9 w 21519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19" h="21600">
                <a:moveTo>
                  <a:pt x="18070" y="14399"/>
                </a:moveTo>
                <a:lnTo>
                  <a:pt x="16603" y="14399"/>
                </a:lnTo>
                <a:cubicBezTo>
                  <a:pt x="15931" y="14399"/>
                  <a:pt x="15325" y="14907"/>
                  <a:pt x="15024" y="15725"/>
                </a:cubicBezTo>
                <a:lnTo>
                  <a:pt x="13746" y="19199"/>
                </a:lnTo>
                <a:lnTo>
                  <a:pt x="7773" y="19199"/>
                </a:lnTo>
                <a:lnTo>
                  <a:pt x="6495" y="15725"/>
                </a:lnTo>
                <a:cubicBezTo>
                  <a:pt x="6194" y="14907"/>
                  <a:pt x="5588" y="14399"/>
                  <a:pt x="4916" y="14399"/>
                </a:cubicBezTo>
                <a:lnTo>
                  <a:pt x="3449" y="14399"/>
                </a:lnTo>
                <a:lnTo>
                  <a:pt x="1343" y="14399"/>
                </a:lnTo>
                <a:lnTo>
                  <a:pt x="3924" y="1200"/>
                </a:lnTo>
                <a:lnTo>
                  <a:pt x="17595" y="1200"/>
                </a:lnTo>
                <a:lnTo>
                  <a:pt x="20176" y="14399"/>
                </a:lnTo>
                <a:cubicBezTo>
                  <a:pt x="20176" y="14399"/>
                  <a:pt x="18070" y="14399"/>
                  <a:pt x="18070" y="14399"/>
                </a:cubicBezTo>
                <a:close/>
                <a:moveTo>
                  <a:pt x="17595" y="0"/>
                </a:moveTo>
                <a:lnTo>
                  <a:pt x="3924" y="0"/>
                </a:lnTo>
                <a:cubicBezTo>
                  <a:pt x="3524" y="0"/>
                  <a:pt x="3174" y="366"/>
                  <a:pt x="3071" y="891"/>
                </a:cubicBezTo>
                <a:lnTo>
                  <a:pt x="28" y="15291"/>
                </a:lnTo>
                <a:cubicBezTo>
                  <a:pt x="-40" y="15651"/>
                  <a:pt x="16" y="16035"/>
                  <a:pt x="183" y="16330"/>
                </a:cubicBezTo>
                <a:cubicBezTo>
                  <a:pt x="350" y="16625"/>
                  <a:pt x="609" y="16799"/>
                  <a:pt x="883" y="16799"/>
                </a:cubicBezTo>
                <a:lnTo>
                  <a:pt x="3449" y="16799"/>
                </a:lnTo>
                <a:lnTo>
                  <a:pt x="4456" y="16799"/>
                </a:lnTo>
                <a:lnTo>
                  <a:pt x="4916" y="16799"/>
                </a:lnTo>
                <a:lnTo>
                  <a:pt x="6194" y="20274"/>
                </a:lnTo>
                <a:cubicBezTo>
                  <a:pt x="6493" y="21086"/>
                  <a:pt x="7104" y="21599"/>
                  <a:pt x="7773" y="21599"/>
                </a:cubicBezTo>
                <a:lnTo>
                  <a:pt x="13746" y="21599"/>
                </a:lnTo>
                <a:cubicBezTo>
                  <a:pt x="14415" y="21599"/>
                  <a:pt x="15026" y="21086"/>
                  <a:pt x="15325" y="20274"/>
                </a:cubicBezTo>
                <a:lnTo>
                  <a:pt x="16603" y="16799"/>
                </a:lnTo>
                <a:lnTo>
                  <a:pt x="17063" y="16799"/>
                </a:lnTo>
                <a:lnTo>
                  <a:pt x="18070" y="16799"/>
                </a:lnTo>
                <a:lnTo>
                  <a:pt x="20636" y="16799"/>
                </a:lnTo>
                <a:cubicBezTo>
                  <a:pt x="20910" y="16799"/>
                  <a:pt x="21169" y="16625"/>
                  <a:pt x="21336" y="16330"/>
                </a:cubicBezTo>
                <a:cubicBezTo>
                  <a:pt x="21503" y="16035"/>
                  <a:pt x="21560" y="15651"/>
                  <a:pt x="21490" y="15291"/>
                </a:cubicBezTo>
                <a:lnTo>
                  <a:pt x="18448" y="891"/>
                </a:lnTo>
                <a:cubicBezTo>
                  <a:pt x="18345" y="366"/>
                  <a:pt x="17995" y="0"/>
                  <a:pt x="17595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67" name="AutoShape 103"/>
          <p:cNvSpPr/>
          <p:nvPr/>
        </p:nvSpPr>
        <p:spPr bwMode="auto">
          <a:xfrm>
            <a:off x="1622909" y="5853740"/>
            <a:ext cx="108951" cy="7129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660" y="0"/>
                </a:moveTo>
                <a:cubicBezTo>
                  <a:pt x="9461" y="0"/>
                  <a:pt x="0" y="9233"/>
                  <a:pt x="0" y="20160"/>
                </a:cubicBezTo>
                <a:cubicBezTo>
                  <a:pt x="0" y="20954"/>
                  <a:pt x="420" y="21600"/>
                  <a:pt x="939" y="21600"/>
                </a:cubicBezTo>
                <a:cubicBezTo>
                  <a:pt x="1457" y="21600"/>
                  <a:pt x="1878" y="20954"/>
                  <a:pt x="1878" y="20160"/>
                </a:cubicBezTo>
                <a:cubicBezTo>
                  <a:pt x="1878" y="10956"/>
                  <a:pt x="10655" y="2880"/>
                  <a:pt x="20660" y="2880"/>
                </a:cubicBezTo>
                <a:cubicBezTo>
                  <a:pt x="21179" y="2880"/>
                  <a:pt x="21600" y="2234"/>
                  <a:pt x="21600" y="1440"/>
                </a:cubicBezTo>
                <a:cubicBezTo>
                  <a:pt x="21600" y="645"/>
                  <a:pt x="21179" y="0"/>
                  <a:pt x="2066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68" name="AutoShape 104"/>
          <p:cNvSpPr/>
          <p:nvPr/>
        </p:nvSpPr>
        <p:spPr bwMode="auto">
          <a:xfrm>
            <a:off x="1574486" y="5806663"/>
            <a:ext cx="303988" cy="26632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16971"/>
                </a:moveTo>
                <a:cubicBezTo>
                  <a:pt x="10181" y="16971"/>
                  <a:pt x="9546" y="16918"/>
                  <a:pt x="8912" y="16811"/>
                </a:cubicBezTo>
                <a:cubicBezTo>
                  <a:pt x="8847" y="16800"/>
                  <a:pt x="8781" y="16794"/>
                  <a:pt x="8716" y="16794"/>
                </a:cubicBezTo>
                <a:cubicBezTo>
                  <a:pt x="8315" y="16794"/>
                  <a:pt x="7931" y="16999"/>
                  <a:pt x="7673" y="17359"/>
                </a:cubicBezTo>
                <a:cubicBezTo>
                  <a:pt x="7384" y="17761"/>
                  <a:pt x="6563" y="18657"/>
                  <a:pt x="5591" y="19318"/>
                </a:cubicBezTo>
                <a:cubicBezTo>
                  <a:pt x="5854" y="18628"/>
                  <a:pt x="6060" y="17853"/>
                  <a:pt x="6074" y="17056"/>
                </a:cubicBezTo>
                <a:cubicBezTo>
                  <a:pt x="6078" y="17006"/>
                  <a:pt x="6080" y="16956"/>
                  <a:pt x="6080" y="16914"/>
                </a:cubicBezTo>
                <a:cubicBezTo>
                  <a:pt x="6080" y="16334"/>
                  <a:pt x="5796" y="15803"/>
                  <a:pt x="5344" y="15540"/>
                </a:cubicBezTo>
                <a:cubicBezTo>
                  <a:pt x="2843" y="14080"/>
                  <a:pt x="1349" y="11731"/>
                  <a:pt x="1349" y="9257"/>
                </a:cubicBezTo>
                <a:cubicBezTo>
                  <a:pt x="1349" y="5003"/>
                  <a:pt x="5588" y="1542"/>
                  <a:pt x="10800" y="1542"/>
                </a:cubicBezTo>
                <a:cubicBezTo>
                  <a:pt x="16011" y="1542"/>
                  <a:pt x="20249" y="5003"/>
                  <a:pt x="20249" y="9257"/>
                </a:cubicBezTo>
                <a:cubicBezTo>
                  <a:pt x="20249" y="13510"/>
                  <a:pt x="16011" y="16971"/>
                  <a:pt x="10800" y="16971"/>
                </a:cubicBezTo>
                <a:moveTo>
                  <a:pt x="10800" y="0"/>
                </a:moveTo>
                <a:cubicBezTo>
                  <a:pt x="4835" y="0"/>
                  <a:pt x="0" y="4144"/>
                  <a:pt x="0" y="9257"/>
                </a:cubicBezTo>
                <a:cubicBezTo>
                  <a:pt x="0" y="12440"/>
                  <a:pt x="1875" y="15248"/>
                  <a:pt x="4730" y="16914"/>
                </a:cubicBezTo>
                <a:cubicBezTo>
                  <a:pt x="4730" y="16935"/>
                  <a:pt x="4724" y="16949"/>
                  <a:pt x="4724" y="16971"/>
                </a:cubicBezTo>
                <a:cubicBezTo>
                  <a:pt x="4724" y="18354"/>
                  <a:pt x="3821" y="19843"/>
                  <a:pt x="3423" y="20625"/>
                </a:cubicBezTo>
                <a:lnTo>
                  <a:pt x="3425" y="20625"/>
                </a:lnTo>
                <a:cubicBezTo>
                  <a:pt x="3393" y="20709"/>
                  <a:pt x="3374" y="20802"/>
                  <a:pt x="3374" y="20900"/>
                </a:cubicBezTo>
                <a:cubicBezTo>
                  <a:pt x="3374" y="21287"/>
                  <a:pt x="3648" y="21600"/>
                  <a:pt x="3986" y="21600"/>
                </a:cubicBezTo>
                <a:cubicBezTo>
                  <a:pt x="4049" y="21600"/>
                  <a:pt x="4161" y="21580"/>
                  <a:pt x="4158" y="21590"/>
                </a:cubicBezTo>
                <a:cubicBezTo>
                  <a:pt x="6268" y="21195"/>
                  <a:pt x="8255" y="18979"/>
                  <a:pt x="8716" y="18338"/>
                </a:cubicBezTo>
                <a:cubicBezTo>
                  <a:pt x="9391" y="18451"/>
                  <a:pt x="10086" y="18514"/>
                  <a:pt x="10800" y="18514"/>
                </a:cubicBezTo>
                <a:cubicBezTo>
                  <a:pt x="16764" y="18514"/>
                  <a:pt x="21600" y="14369"/>
                  <a:pt x="21600" y="9257"/>
                </a:cubicBezTo>
                <a:cubicBezTo>
                  <a:pt x="21600" y="4144"/>
                  <a:pt x="16764" y="0"/>
                  <a:pt x="108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965164" y="5844325"/>
            <a:ext cx="303988" cy="191002"/>
            <a:chOff x="1035050" y="3649663"/>
            <a:chExt cx="358775" cy="225425"/>
          </a:xfrm>
          <a:solidFill>
            <a:schemeClr val="accent1"/>
          </a:solidFill>
        </p:grpSpPr>
        <p:sp>
          <p:nvSpPr>
            <p:cNvPr id="170" name="AutoShape 105"/>
            <p:cNvSpPr/>
            <p:nvPr/>
          </p:nvSpPr>
          <p:spPr bwMode="auto">
            <a:xfrm>
              <a:off x="1035050" y="3649663"/>
              <a:ext cx="358775" cy="2254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8"/>
                    <a:pt x="1437" y="10797"/>
                  </a:cubicBezTo>
                  <a:cubicBezTo>
                    <a:pt x="3298" y="5598"/>
                    <a:pt x="7009" y="2161"/>
                    <a:pt x="10800" y="2161"/>
                  </a:cubicBezTo>
                  <a:cubicBezTo>
                    <a:pt x="14595" y="2161"/>
                    <a:pt x="18310" y="5611"/>
                    <a:pt x="20162" y="10802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1"/>
                  </a:moveTo>
                  <a:cubicBezTo>
                    <a:pt x="21569" y="10516"/>
                    <a:pt x="21573" y="10467"/>
                    <a:pt x="21562" y="10423"/>
                  </a:cubicBezTo>
                  <a:cubicBezTo>
                    <a:pt x="21558" y="10406"/>
                    <a:pt x="21548" y="10395"/>
                    <a:pt x="21544" y="10378"/>
                  </a:cubicBezTo>
                  <a:cubicBezTo>
                    <a:pt x="21537" y="10352"/>
                    <a:pt x="21539" y="10322"/>
                    <a:pt x="21530" y="10297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7" y="0"/>
                    <a:pt x="2030" y="4290"/>
                    <a:pt x="69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7"/>
                    <a:pt x="41" y="10398"/>
                    <a:pt x="37" y="10415"/>
                  </a:cubicBezTo>
                  <a:cubicBezTo>
                    <a:pt x="26" y="10459"/>
                    <a:pt x="30" y="10508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5"/>
                    <a:pt x="24" y="11038"/>
                  </a:cubicBezTo>
                  <a:cubicBezTo>
                    <a:pt x="30" y="11083"/>
                    <a:pt x="26" y="11131"/>
                    <a:pt x="37" y="11175"/>
                  </a:cubicBezTo>
                  <a:cubicBezTo>
                    <a:pt x="41" y="11193"/>
                    <a:pt x="51" y="11204"/>
                    <a:pt x="55" y="11220"/>
                  </a:cubicBezTo>
                  <a:cubicBezTo>
                    <a:pt x="62" y="11247"/>
                    <a:pt x="61" y="11276"/>
                    <a:pt x="69" y="11302"/>
                  </a:cubicBezTo>
                  <a:cubicBezTo>
                    <a:pt x="2030" y="17300"/>
                    <a:pt x="6297" y="21599"/>
                    <a:pt x="10800" y="21599"/>
                  </a:cubicBezTo>
                  <a:cubicBezTo>
                    <a:pt x="15302" y="21599"/>
                    <a:pt x="19569" y="17308"/>
                    <a:pt x="21530" y="11309"/>
                  </a:cubicBezTo>
                  <a:cubicBezTo>
                    <a:pt x="21539" y="11283"/>
                    <a:pt x="21537" y="11255"/>
                    <a:pt x="21544" y="11228"/>
                  </a:cubicBezTo>
                  <a:cubicBezTo>
                    <a:pt x="21548" y="11212"/>
                    <a:pt x="21558" y="11201"/>
                    <a:pt x="21562" y="11183"/>
                  </a:cubicBezTo>
                  <a:cubicBezTo>
                    <a:pt x="21573" y="11139"/>
                    <a:pt x="21569" y="11089"/>
                    <a:pt x="21576" y="11044"/>
                  </a:cubicBezTo>
                  <a:cubicBezTo>
                    <a:pt x="21587" y="10963"/>
                    <a:pt x="21599" y="10885"/>
                    <a:pt x="21599" y="10803"/>
                  </a:cubicBezTo>
                  <a:cubicBezTo>
                    <a:pt x="21599" y="10721"/>
                    <a:pt x="21587" y="10642"/>
                    <a:pt x="21576" y="1056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71" name="AutoShape 106"/>
            <p:cNvSpPr/>
            <p:nvPr/>
          </p:nvSpPr>
          <p:spPr bwMode="auto">
            <a:xfrm>
              <a:off x="1169988" y="3717925"/>
              <a:ext cx="50800" cy="492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2" y="0"/>
                  </a:moveTo>
                  <a:cubicBezTo>
                    <a:pt x="19193" y="0"/>
                    <a:pt x="19183" y="4"/>
                    <a:pt x="19174" y="4"/>
                  </a:cubicBezTo>
                  <a:cubicBezTo>
                    <a:pt x="8585" y="23"/>
                    <a:pt x="0" y="8607"/>
                    <a:pt x="0" y="19198"/>
                  </a:cubicBezTo>
                  <a:cubicBezTo>
                    <a:pt x="0" y="20523"/>
                    <a:pt x="1076" y="21600"/>
                    <a:pt x="2402" y="21600"/>
                  </a:cubicBezTo>
                  <a:cubicBezTo>
                    <a:pt x="3722" y="21600"/>
                    <a:pt x="4799" y="20523"/>
                    <a:pt x="4799" y="19198"/>
                  </a:cubicBezTo>
                  <a:cubicBezTo>
                    <a:pt x="4799" y="11262"/>
                    <a:pt x="11262" y="4803"/>
                    <a:pt x="19202" y="4803"/>
                  </a:cubicBezTo>
                  <a:lnTo>
                    <a:pt x="19202" y="4798"/>
                  </a:lnTo>
                  <a:cubicBezTo>
                    <a:pt x="20523" y="4798"/>
                    <a:pt x="21599" y="3721"/>
                    <a:pt x="21599" y="2401"/>
                  </a:cubicBezTo>
                  <a:cubicBezTo>
                    <a:pt x="21599" y="1076"/>
                    <a:pt x="20523" y="0"/>
                    <a:pt x="19202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72" name="AutoShape 107"/>
            <p:cNvSpPr/>
            <p:nvPr/>
          </p:nvSpPr>
          <p:spPr bwMode="auto">
            <a:xfrm>
              <a:off x="1136650" y="3683000"/>
              <a:ext cx="157163" cy="15716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4" y="20057"/>
                    <a:pt x="1542" y="15905"/>
                    <a:pt x="1542" y="10800"/>
                  </a:cubicBezTo>
                  <a:cubicBezTo>
                    <a:pt x="1542" y="5694"/>
                    <a:pt x="5694" y="1542"/>
                    <a:pt x="10800" y="1542"/>
                  </a:cubicBezTo>
                  <a:cubicBezTo>
                    <a:pt x="15905" y="1542"/>
                    <a:pt x="20057" y="5694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4" y="0"/>
                    <a:pt x="0" y="4834"/>
                    <a:pt x="0" y="10800"/>
                  </a:cubicBezTo>
                  <a:cubicBezTo>
                    <a:pt x="0" y="16765"/>
                    <a:pt x="4834" y="21600"/>
                    <a:pt x="10800" y="21600"/>
                  </a:cubicBezTo>
                  <a:cubicBezTo>
                    <a:pt x="16765" y="21600"/>
                    <a:pt x="21599" y="16765"/>
                    <a:pt x="21599" y="10800"/>
                  </a:cubicBezTo>
                  <a:cubicBezTo>
                    <a:pt x="21599" y="4834"/>
                    <a:pt x="1676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394849" y="5787832"/>
            <a:ext cx="228664" cy="303988"/>
            <a:chOff x="361950" y="3582988"/>
            <a:chExt cx="269875" cy="358775"/>
          </a:xfrm>
          <a:solidFill>
            <a:schemeClr val="accent1"/>
          </a:solidFill>
        </p:grpSpPr>
        <p:sp>
          <p:nvSpPr>
            <p:cNvPr id="174" name="AutoShape 108"/>
            <p:cNvSpPr/>
            <p:nvPr/>
          </p:nvSpPr>
          <p:spPr bwMode="auto">
            <a:xfrm>
              <a:off x="428625" y="3649663"/>
              <a:ext cx="134938" cy="1349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"/>
                  </a:moveTo>
                  <a:cubicBezTo>
                    <a:pt x="15764" y="1800"/>
                    <a:pt x="19800" y="5835"/>
                    <a:pt x="19800" y="10800"/>
                  </a:cubicBezTo>
                  <a:cubicBezTo>
                    <a:pt x="19800" y="15764"/>
                    <a:pt x="15764" y="19800"/>
                    <a:pt x="10800" y="19800"/>
                  </a:cubicBezTo>
                  <a:cubicBezTo>
                    <a:pt x="5835" y="19800"/>
                    <a:pt x="1800" y="15764"/>
                    <a:pt x="1800" y="10800"/>
                  </a:cubicBezTo>
                  <a:cubicBezTo>
                    <a:pt x="1800" y="5835"/>
                    <a:pt x="5835" y="1800"/>
                    <a:pt x="10800" y="1800"/>
                  </a:cubicBezTo>
                  <a:moveTo>
                    <a:pt x="10800" y="21599"/>
                  </a:moveTo>
                  <a:cubicBezTo>
                    <a:pt x="16756" y="21599"/>
                    <a:pt x="21600" y="16756"/>
                    <a:pt x="21600" y="10800"/>
                  </a:cubicBezTo>
                  <a:cubicBezTo>
                    <a:pt x="21600" y="4843"/>
                    <a:pt x="16756" y="0"/>
                    <a:pt x="10800" y="0"/>
                  </a:cubicBezTo>
                  <a:cubicBezTo>
                    <a:pt x="4843" y="0"/>
                    <a:pt x="0" y="4843"/>
                    <a:pt x="0" y="10800"/>
                  </a:cubicBezTo>
                  <a:cubicBezTo>
                    <a:pt x="0" y="16756"/>
                    <a:pt x="484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75" name="AutoShape 109"/>
            <p:cNvSpPr/>
            <p:nvPr/>
          </p:nvSpPr>
          <p:spPr bwMode="auto">
            <a:xfrm>
              <a:off x="361950" y="3582988"/>
              <a:ext cx="269875" cy="358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04" y="20170"/>
                  </a:moveTo>
                  <a:cubicBezTo>
                    <a:pt x="10885" y="20184"/>
                    <a:pt x="10830" y="20215"/>
                    <a:pt x="10782" y="20237"/>
                  </a:cubicBezTo>
                  <a:cubicBezTo>
                    <a:pt x="10774" y="20218"/>
                    <a:pt x="10707" y="20178"/>
                    <a:pt x="10666" y="20147"/>
                  </a:cubicBezTo>
                  <a:cubicBezTo>
                    <a:pt x="7368" y="17300"/>
                    <a:pt x="1799" y="12497"/>
                    <a:pt x="1799" y="8101"/>
                  </a:cubicBezTo>
                  <a:cubicBezTo>
                    <a:pt x="1799" y="4378"/>
                    <a:pt x="5838" y="1350"/>
                    <a:pt x="10800" y="1350"/>
                  </a:cubicBezTo>
                  <a:cubicBezTo>
                    <a:pt x="15762" y="1350"/>
                    <a:pt x="19800" y="4378"/>
                    <a:pt x="19800" y="8101"/>
                  </a:cubicBezTo>
                  <a:cubicBezTo>
                    <a:pt x="19800" y="12497"/>
                    <a:pt x="14231" y="17300"/>
                    <a:pt x="10904" y="20170"/>
                  </a:cubicBezTo>
                  <a:moveTo>
                    <a:pt x="10800" y="0"/>
                  </a:moveTo>
                  <a:cubicBezTo>
                    <a:pt x="4844" y="0"/>
                    <a:pt x="0" y="3588"/>
                    <a:pt x="0" y="8101"/>
                  </a:cubicBezTo>
                  <a:cubicBezTo>
                    <a:pt x="0" y="12826"/>
                    <a:pt x="5400" y="17660"/>
                    <a:pt x="9337" y="21056"/>
                  </a:cubicBezTo>
                  <a:cubicBezTo>
                    <a:pt x="9352" y="21070"/>
                    <a:pt x="9984" y="21599"/>
                    <a:pt x="10766" y="21599"/>
                  </a:cubicBezTo>
                  <a:lnTo>
                    <a:pt x="10834" y="21599"/>
                  </a:lnTo>
                  <a:cubicBezTo>
                    <a:pt x="11615" y="21599"/>
                    <a:pt x="12247" y="21070"/>
                    <a:pt x="12262" y="21056"/>
                  </a:cubicBezTo>
                  <a:cubicBezTo>
                    <a:pt x="16200" y="17660"/>
                    <a:pt x="21599" y="12826"/>
                    <a:pt x="21599" y="8101"/>
                  </a:cubicBezTo>
                  <a:cubicBezTo>
                    <a:pt x="21599" y="3588"/>
                    <a:pt x="1675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76" name="Group 112"/>
          <p:cNvGrpSpPr/>
          <p:nvPr/>
        </p:nvGrpSpPr>
        <p:grpSpPr>
          <a:xfrm>
            <a:off x="3400897" y="5197339"/>
            <a:ext cx="304839" cy="285592"/>
            <a:chOff x="5368132" y="3540125"/>
            <a:chExt cx="465138" cy="435769"/>
          </a:xfrm>
          <a:solidFill>
            <a:schemeClr val="accent1"/>
          </a:solidFill>
        </p:grpSpPr>
        <p:sp>
          <p:nvSpPr>
            <p:cNvPr id="177" name="AutoShape 110"/>
            <p:cNvSpPr/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78" name="AutoShape 111"/>
            <p:cNvSpPr/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179" name="AutoShape 112"/>
          <p:cNvSpPr/>
          <p:nvPr/>
        </p:nvSpPr>
        <p:spPr bwMode="auto">
          <a:xfrm>
            <a:off x="2791785" y="5178509"/>
            <a:ext cx="305334" cy="303988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80" name="组合 179"/>
          <p:cNvGrpSpPr/>
          <p:nvPr/>
        </p:nvGrpSpPr>
        <p:grpSpPr>
          <a:xfrm>
            <a:off x="2230959" y="5178091"/>
            <a:ext cx="209122" cy="304839"/>
            <a:chOff x="2528974" y="2863357"/>
            <a:chExt cx="246811" cy="359779"/>
          </a:xfrm>
          <a:solidFill>
            <a:schemeClr val="accent1"/>
          </a:solidFill>
        </p:grpSpPr>
        <p:sp>
          <p:nvSpPr>
            <p:cNvPr id="181" name="AutoShape 113"/>
            <p:cNvSpPr/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82" name="AutoShape 114"/>
            <p:cNvSpPr/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183" name="AutoShape 115"/>
          <p:cNvSpPr/>
          <p:nvPr/>
        </p:nvSpPr>
        <p:spPr bwMode="auto">
          <a:xfrm>
            <a:off x="1612149" y="5178509"/>
            <a:ext cx="228664" cy="3039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800" y="12825"/>
                </a:moveTo>
                <a:lnTo>
                  <a:pt x="19800" y="13500"/>
                </a:lnTo>
                <a:lnTo>
                  <a:pt x="19800" y="14850"/>
                </a:lnTo>
                <a:lnTo>
                  <a:pt x="19800" y="15525"/>
                </a:lnTo>
                <a:cubicBezTo>
                  <a:pt x="19800" y="18129"/>
                  <a:pt x="16972" y="20249"/>
                  <a:pt x="13499" y="20249"/>
                </a:cubicBezTo>
                <a:lnTo>
                  <a:pt x="8099" y="20249"/>
                </a:lnTo>
                <a:cubicBezTo>
                  <a:pt x="4627" y="20249"/>
                  <a:pt x="1800" y="18129"/>
                  <a:pt x="1800" y="15525"/>
                </a:cubicBezTo>
                <a:lnTo>
                  <a:pt x="1800" y="14850"/>
                </a:lnTo>
                <a:lnTo>
                  <a:pt x="1800" y="13500"/>
                </a:lnTo>
                <a:lnTo>
                  <a:pt x="1800" y="12825"/>
                </a:lnTo>
                <a:lnTo>
                  <a:pt x="1800" y="10800"/>
                </a:lnTo>
                <a:cubicBezTo>
                  <a:pt x="1800" y="10427"/>
                  <a:pt x="2203" y="10124"/>
                  <a:pt x="2699" y="10124"/>
                </a:cubicBezTo>
                <a:lnTo>
                  <a:pt x="4499" y="10124"/>
                </a:lnTo>
                <a:lnTo>
                  <a:pt x="17100" y="10124"/>
                </a:lnTo>
                <a:lnTo>
                  <a:pt x="18899" y="10124"/>
                </a:lnTo>
                <a:cubicBezTo>
                  <a:pt x="19396" y="10124"/>
                  <a:pt x="19800" y="10427"/>
                  <a:pt x="19800" y="10800"/>
                </a:cubicBezTo>
                <a:cubicBezTo>
                  <a:pt x="19800" y="10800"/>
                  <a:pt x="19800" y="12825"/>
                  <a:pt x="19800" y="12825"/>
                </a:cubicBezTo>
                <a:close/>
                <a:moveTo>
                  <a:pt x="14400" y="6075"/>
                </a:moveTo>
                <a:lnTo>
                  <a:pt x="14400" y="6076"/>
                </a:lnTo>
                <a:lnTo>
                  <a:pt x="14400" y="8774"/>
                </a:lnTo>
                <a:lnTo>
                  <a:pt x="7200" y="8774"/>
                </a:lnTo>
                <a:lnTo>
                  <a:pt x="7200" y="6076"/>
                </a:lnTo>
                <a:lnTo>
                  <a:pt x="7200" y="6075"/>
                </a:lnTo>
                <a:cubicBezTo>
                  <a:pt x="7200" y="4583"/>
                  <a:pt x="8811" y="3375"/>
                  <a:pt x="10800" y="3375"/>
                </a:cubicBezTo>
                <a:cubicBezTo>
                  <a:pt x="12788" y="3375"/>
                  <a:pt x="14400" y="4583"/>
                  <a:pt x="14400" y="6075"/>
                </a:cubicBezTo>
                <a:moveTo>
                  <a:pt x="4499" y="6075"/>
                </a:moveTo>
                <a:cubicBezTo>
                  <a:pt x="4499" y="3465"/>
                  <a:pt x="7320" y="1350"/>
                  <a:pt x="10800" y="1350"/>
                </a:cubicBezTo>
                <a:cubicBezTo>
                  <a:pt x="14279" y="1350"/>
                  <a:pt x="17100" y="3465"/>
                  <a:pt x="17100" y="6075"/>
                </a:cubicBezTo>
                <a:lnTo>
                  <a:pt x="17100" y="8774"/>
                </a:lnTo>
                <a:lnTo>
                  <a:pt x="15299" y="8774"/>
                </a:lnTo>
                <a:lnTo>
                  <a:pt x="15299" y="6076"/>
                </a:lnTo>
                <a:cubicBezTo>
                  <a:pt x="15299" y="4212"/>
                  <a:pt x="13285" y="2701"/>
                  <a:pt x="10800" y="2701"/>
                </a:cubicBezTo>
                <a:cubicBezTo>
                  <a:pt x="8314" y="2701"/>
                  <a:pt x="6299" y="4212"/>
                  <a:pt x="6299" y="6076"/>
                </a:cubicBezTo>
                <a:lnTo>
                  <a:pt x="6299" y="8774"/>
                </a:lnTo>
                <a:lnTo>
                  <a:pt x="4499" y="8774"/>
                </a:lnTo>
                <a:cubicBezTo>
                  <a:pt x="4499" y="8774"/>
                  <a:pt x="4499" y="6075"/>
                  <a:pt x="4499" y="6075"/>
                </a:cubicBezTo>
                <a:close/>
                <a:moveTo>
                  <a:pt x="18899" y="8774"/>
                </a:moveTo>
                <a:lnTo>
                  <a:pt x="18899" y="6075"/>
                </a:lnTo>
                <a:cubicBezTo>
                  <a:pt x="18899" y="2719"/>
                  <a:pt x="15274" y="0"/>
                  <a:pt x="10800" y="0"/>
                </a:cubicBezTo>
                <a:cubicBezTo>
                  <a:pt x="6325" y="0"/>
                  <a:pt x="2699" y="2719"/>
                  <a:pt x="2699" y="6075"/>
                </a:cubicBezTo>
                <a:lnTo>
                  <a:pt x="2699" y="8774"/>
                </a:lnTo>
                <a:cubicBezTo>
                  <a:pt x="1208" y="8774"/>
                  <a:pt x="0" y="9681"/>
                  <a:pt x="0" y="10800"/>
                </a:cubicBezTo>
                <a:lnTo>
                  <a:pt x="0" y="12825"/>
                </a:lnTo>
                <a:lnTo>
                  <a:pt x="0" y="13500"/>
                </a:lnTo>
                <a:lnTo>
                  <a:pt x="0" y="14850"/>
                </a:lnTo>
                <a:lnTo>
                  <a:pt x="0" y="15525"/>
                </a:lnTo>
                <a:cubicBezTo>
                  <a:pt x="0" y="18880"/>
                  <a:pt x="3625" y="21599"/>
                  <a:pt x="8099" y="21599"/>
                </a:cubicBezTo>
                <a:lnTo>
                  <a:pt x="13499" y="21599"/>
                </a:lnTo>
                <a:cubicBezTo>
                  <a:pt x="17974" y="21599"/>
                  <a:pt x="21600" y="18880"/>
                  <a:pt x="21600" y="15525"/>
                </a:cubicBezTo>
                <a:lnTo>
                  <a:pt x="21600" y="14850"/>
                </a:lnTo>
                <a:lnTo>
                  <a:pt x="21600" y="13500"/>
                </a:lnTo>
                <a:lnTo>
                  <a:pt x="21600" y="12825"/>
                </a:lnTo>
                <a:lnTo>
                  <a:pt x="21600" y="10800"/>
                </a:lnTo>
                <a:cubicBezTo>
                  <a:pt x="21600" y="9681"/>
                  <a:pt x="20391" y="8774"/>
                  <a:pt x="18899" y="877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84" name="AutoShape 116"/>
          <p:cNvSpPr/>
          <p:nvPr/>
        </p:nvSpPr>
        <p:spPr bwMode="auto">
          <a:xfrm>
            <a:off x="1707649" y="5358750"/>
            <a:ext cx="37662" cy="5783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cubicBezTo>
                  <a:pt x="4838" y="0"/>
                  <a:pt x="0" y="3226"/>
                  <a:pt x="0" y="7201"/>
                </a:cubicBezTo>
                <a:cubicBezTo>
                  <a:pt x="0" y="9390"/>
                  <a:pt x="1798" y="13537"/>
                  <a:pt x="3601" y="16821"/>
                </a:cubicBezTo>
                <a:cubicBezTo>
                  <a:pt x="5070" y="19493"/>
                  <a:pt x="6916" y="21600"/>
                  <a:pt x="10800" y="21600"/>
                </a:cubicBezTo>
                <a:cubicBezTo>
                  <a:pt x="15016" y="21600"/>
                  <a:pt x="16529" y="19514"/>
                  <a:pt x="18003" y="16858"/>
                </a:cubicBezTo>
                <a:cubicBezTo>
                  <a:pt x="19828" y="13567"/>
                  <a:pt x="21600" y="9397"/>
                  <a:pt x="21600" y="7201"/>
                </a:cubicBezTo>
                <a:cubicBezTo>
                  <a:pt x="21600" y="3226"/>
                  <a:pt x="16761" y="0"/>
                  <a:pt x="1080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85" name="AutoShape 117"/>
          <p:cNvSpPr/>
          <p:nvPr/>
        </p:nvSpPr>
        <p:spPr bwMode="auto">
          <a:xfrm>
            <a:off x="965164" y="5235003"/>
            <a:ext cx="305334" cy="228664"/>
          </a:xfrm>
          <a:custGeom>
            <a:avLst/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rPr>
              <a:t>	</a:t>
            </a: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86" name="Group 121"/>
          <p:cNvGrpSpPr/>
          <p:nvPr/>
        </p:nvGrpSpPr>
        <p:grpSpPr>
          <a:xfrm>
            <a:off x="357187" y="5216587"/>
            <a:ext cx="304319" cy="228368"/>
            <a:chOff x="723900" y="3569494"/>
            <a:chExt cx="464344" cy="348456"/>
          </a:xfrm>
          <a:solidFill>
            <a:schemeClr val="accent1"/>
          </a:solidFill>
        </p:grpSpPr>
        <p:sp>
          <p:nvSpPr>
            <p:cNvPr id="187" name="AutoShape 118"/>
            <p:cNvSpPr/>
            <p:nvPr/>
          </p:nvSpPr>
          <p:spPr bwMode="auto">
            <a:xfrm>
              <a:off x="723900" y="3569494"/>
              <a:ext cx="464344" cy="348456"/>
            </a:xfrm>
            <a:custGeom>
              <a:avLst/>
              <a:gdLst>
                <a:gd name="T0" fmla="*/ 10732 w 21464"/>
                <a:gd name="T1" fmla="*/ 10800 h 21600"/>
                <a:gd name="T2" fmla="*/ 10732 w 21464"/>
                <a:gd name="T3" fmla="*/ 10800 h 21600"/>
                <a:gd name="T4" fmla="*/ 10732 w 21464"/>
                <a:gd name="T5" fmla="*/ 10800 h 21600"/>
                <a:gd name="T6" fmla="*/ 10732 w 21464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64" h="21600">
                  <a:moveTo>
                    <a:pt x="19918" y="11754"/>
                  </a:moveTo>
                  <a:lnTo>
                    <a:pt x="16564" y="18954"/>
                  </a:lnTo>
                  <a:cubicBezTo>
                    <a:pt x="16317" y="19484"/>
                    <a:pt x="15892" y="19800"/>
                    <a:pt x="15427" y="19800"/>
                  </a:cubicBezTo>
                  <a:lnTo>
                    <a:pt x="2683" y="19800"/>
                  </a:lnTo>
                  <a:cubicBezTo>
                    <a:pt x="1943" y="19800"/>
                    <a:pt x="1341" y="18992"/>
                    <a:pt x="1341" y="18000"/>
                  </a:cubicBezTo>
                  <a:lnTo>
                    <a:pt x="1341" y="3600"/>
                  </a:lnTo>
                  <a:cubicBezTo>
                    <a:pt x="1341" y="2608"/>
                    <a:pt x="1943" y="1800"/>
                    <a:pt x="2683" y="1800"/>
                  </a:cubicBezTo>
                  <a:lnTo>
                    <a:pt x="15427" y="1800"/>
                  </a:lnTo>
                  <a:cubicBezTo>
                    <a:pt x="15892" y="1800"/>
                    <a:pt x="16317" y="2116"/>
                    <a:pt x="16564" y="2645"/>
                  </a:cubicBezTo>
                  <a:lnTo>
                    <a:pt x="19917" y="9845"/>
                  </a:lnTo>
                  <a:cubicBezTo>
                    <a:pt x="20188" y="10425"/>
                    <a:pt x="20188" y="11174"/>
                    <a:pt x="19918" y="11754"/>
                  </a:cubicBezTo>
                  <a:moveTo>
                    <a:pt x="21055" y="8891"/>
                  </a:moveTo>
                  <a:lnTo>
                    <a:pt x="17701" y="1691"/>
                  </a:lnTo>
                  <a:cubicBezTo>
                    <a:pt x="17211" y="639"/>
                    <a:pt x="16352" y="0"/>
                    <a:pt x="15427" y="0"/>
                  </a:cubicBezTo>
                  <a:lnTo>
                    <a:pt x="2683" y="0"/>
                  </a:lnTo>
                  <a:cubicBezTo>
                    <a:pt x="1201" y="0"/>
                    <a:pt x="0" y="1611"/>
                    <a:pt x="0" y="3600"/>
                  </a:cubicBezTo>
                  <a:lnTo>
                    <a:pt x="0" y="18000"/>
                  </a:lnTo>
                  <a:cubicBezTo>
                    <a:pt x="0" y="19988"/>
                    <a:pt x="1201" y="21599"/>
                    <a:pt x="2683" y="21599"/>
                  </a:cubicBezTo>
                  <a:lnTo>
                    <a:pt x="15427" y="21599"/>
                  </a:lnTo>
                  <a:cubicBezTo>
                    <a:pt x="16352" y="21599"/>
                    <a:pt x="17211" y="20960"/>
                    <a:pt x="17701" y="19908"/>
                  </a:cubicBezTo>
                  <a:lnTo>
                    <a:pt x="21055" y="12708"/>
                  </a:lnTo>
                  <a:cubicBezTo>
                    <a:pt x="21600" y="11541"/>
                    <a:pt x="21600" y="10059"/>
                    <a:pt x="21055" y="889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88" name="AutoShape 119"/>
            <p:cNvSpPr/>
            <p:nvPr/>
          </p:nvSpPr>
          <p:spPr bwMode="auto">
            <a:xfrm>
              <a:off x="1013619" y="3699669"/>
              <a:ext cx="87313" cy="873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0"/>
                  </a:moveTo>
                  <a:cubicBezTo>
                    <a:pt x="6825" y="18000"/>
                    <a:pt x="3600" y="14774"/>
                    <a:pt x="3600" y="10800"/>
                  </a:cubicBezTo>
                  <a:cubicBezTo>
                    <a:pt x="3600" y="6825"/>
                    <a:pt x="6825" y="3600"/>
                    <a:pt x="10800" y="3600"/>
                  </a:cubicBezTo>
                  <a:cubicBezTo>
                    <a:pt x="14774" y="3600"/>
                    <a:pt x="17999" y="6825"/>
                    <a:pt x="17999" y="10800"/>
                  </a:cubicBezTo>
                  <a:cubicBezTo>
                    <a:pt x="17999" y="14774"/>
                    <a:pt x="14774" y="18000"/>
                    <a:pt x="10800" y="18000"/>
                  </a:cubicBezTo>
                  <a:moveTo>
                    <a:pt x="10800" y="0"/>
                  </a:moveTo>
                  <a:cubicBezTo>
                    <a:pt x="4833" y="0"/>
                    <a:pt x="0" y="4833"/>
                    <a:pt x="0" y="10800"/>
                  </a:cubicBezTo>
                  <a:cubicBezTo>
                    <a:pt x="0" y="16766"/>
                    <a:pt x="4833" y="21599"/>
                    <a:pt x="10800" y="21599"/>
                  </a:cubicBezTo>
                  <a:cubicBezTo>
                    <a:pt x="16766" y="21599"/>
                    <a:pt x="21600" y="16766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89" name="Group 124"/>
          <p:cNvGrpSpPr/>
          <p:nvPr/>
        </p:nvGrpSpPr>
        <p:grpSpPr>
          <a:xfrm>
            <a:off x="3400897" y="4598065"/>
            <a:ext cx="304839" cy="256459"/>
            <a:chOff x="5368132" y="2625725"/>
            <a:chExt cx="465138" cy="391319"/>
          </a:xfrm>
          <a:solidFill>
            <a:schemeClr val="accent1"/>
          </a:solidFill>
        </p:grpSpPr>
        <p:sp>
          <p:nvSpPr>
            <p:cNvPr id="190" name="AutoShape 120"/>
            <p:cNvSpPr/>
            <p:nvPr/>
          </p:nvSpPr>
          <p:spPr bwMode="auto">
            <a:xfrm>
              <a:off x="5484813" y="2727325"/>
              <a:ext cx="231775" cy="231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91" name="AutoShape 121"/>
            <p:cNvSpPr/>
            <p:nvPr/>
          </p:nvSpPr>
          <p:spPr bwMode="auto">
            <a:xfrm>
              <a:off x="5542757" y="2785269"/>
              <a:ext cx="65088" cy="650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92" name="AutoShape 122"/>
            <p:cNvSpPr/>
            <p:nvPr/>
          </p:nvSpPr>
          <p:spPr bwMode="auto">
            <a:xfrm>
              <a:off x="5368132" y="2625725"/>
              <a:ext cx="465138" cy="3913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2792258" y="4569454"/>
            <a:ext cx="304319" cy="304319"/>
            <a:chOff x="3191434" y="2145028"/>
            <a:chExt cx="359165" cy="359165"/>
          </a:xfrm>
          <a:solidFill>
            <a:schemeClr val="accent1"/>
          </a:solidFill>
        </p:grpSpPr>
        <p:sp>
          <p:nvSpPr>
            <p:cNvPr id="194" name="AutoShape 123"/>
            <p:cNvSpPr/>
            <p:nvPr/>
          </p:nvSpPr>
          <p:spPr bwMode="auto">
            <a:xfrm>
              <a:off x="319143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95" name="AutoShape 124"/>
            <p:cNvSpPr/>
            <p:nvPr/>
          </p:nvSpPr>
          <p:spPr bwMode="auto">
            <a:xfrm>
              <a:off x="3292736" y="2245717"/>
              <a:ext cx="157173" cy="1571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96" name="AutoShape 125"/>
            <p:cNvSpPr/>
            <p:nvPr/>
          </p:nvSpPr>
          <p:spPr bwMode="auto">
            <a:xfrm>
              <a:off x="3325891" y="2279484"/>
              <a:ext cx="90253" cy="9025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2183621" y="4569454"/>
            <a:ext cx="304319" cy="304319"/>
            <a:chOff x="2473104" y="2145028"/>
            <a:chExt cx="359165" cy="359165"/>
          </a:xfrm>
          <a:solidFill>
            <a:schemeClr val="accent1"/>
          </a:solidFill>
        </p:grpSpPr>
        <p:sp>
          <p:nvSpPr>
            <p:cNvPr id="198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99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00" name="AutoShape 128"/>
          <p:cNvSpPr/>
          <p:nvPr/>
        </p:nvSpPr>
        <p:spPr bwMode="auto">
          <a:xfrm>
            <a:off x="1574486" y="4569187"/>
            <a:ext cx="305333" cy="3039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4850" y="12150"/>
                </a:moveTo>
                <a:cubicBezTo>
                  <a:pt x="13851" y="12150"/>
                  <a:pt x="12926" y="11859"/>
                  <a:pt x="12124" y="11386"/>
                </a:cubicBezTo>
                <a:lnTo>
                  <a:pt x="11892" y="11618"/>
                </a:lnTo>
                <a:lnTo>
                  <a:pt x="11132" y="12377"/>
                </a:lnTo>
                <a:lnTo>
                  <a:pt x="9846" y="13663"/>
                </a:lnTo>
                <a:cubicBezTo>
                  <a:pt x="9593" y="13916"/>
                  <a:pt x="9451" y="14260"/>
                  <a:pt x="9451" y="14617"/>
                </a:cubicBezTo>
                <a:lnTo>
                  <a:pt x="9451" y="16200"/>
                </a:lnTo>
                <a:lnTo>
                  <a:pt x="8101" y="16200"/>
                </a:lnTo>
                <a:cubicBezTo>
                  <a:pt x="7356" y="16200"/>
                  <a:pt x="6751" y="16804"/>
                  <a:pt x="6751" y="17549"/>
                </a:cubicBezTo>
                <a:lnTo>
                  <a:pt x="6751" y="18900"/>
                </a:lnTo>
                <a:lnTo>
                  <a:pt x="5170" y="18900"/>
                </a:lnTo>
                <a:cubicBezTo>
                  <a:pt x="4812" y="18900"/>
                  <a:pt x="4469" y="19042"/>
                  <a:pt x="4216" y="19295"/>
                </a:cubicBezTo>
                <a:lnTo>
                  <a:pt x="3259" y="20252"/>
                </a:lnTo>
                <a:lnTo>
                  <a:pt x="1352" y="20249"/>
                </a:lnTo>
                <a:lnTo>
                  <a:pt x="1350" y="18326"/>
                </a:lnTo>
                <a:lnTo>
                  <a:pt x="9223" y="10467"/>
                </a:lnTo>
                <a:cubicBezTo>
                  <a:pt x="9223" y="10467"/>
                  <a:pt x="9223" y="10467"/>
                  <a:pt x="9224" y="10468"/>
                </a:cubicBezTo>
                <a:lnTo>
                  <a:pt x="10215" y="9477"/>
                </a:lnTo>
                <a:cubicBezTo>
                  <a:pt x="9741" y="8674"/>
                  <a:pt x="9451" y="7748"/>
                  <a:pt x="9451" y="6750"/>
                </a:cubicBezTo>
                <a:cubicBezTo>
                  <a:pt x="9451" y="3767"/>
                  <a:pt x="11869" y="1350"/>
                  <a:pt x="14850" y="1350"/>
                </a:cubicBezTo>
                <a:cubicBezTo>
                  <a:pt x="17832" y="1350"/>
                  <a:pt x="20250" y="3767"/>
                  <a:pt x="20250" y="6750"/>
                </a:cubicBezTo>
                <a:cubicBezTo>
                  <a:pt x="20250" y="9732"/>
                  <a:pt x="17832" y="12150"/>
                  <a:pt x="14850" y="12150"/>
                </a:cubicBezTo>
                <a:moveTo>
                  <a:pt x="14850" y="0"/>
                </a:moveTo>
                <a:cubicBezTo>
                  <a:pt x="11123" y="0"/>
                  <a:pt x="8101" y="3022"/>
                  <a:pt x="8101" y="6750"/>
                </a:cubicBezTo>
                <a:cubicBezTo>
                  <a:pt x="8101" y="7617"/>
                  <a:pt x="8283" y="8438"/>
                  <a:pt x="8582" y="9199"/>
                </a:cubicBezTo>
                <a:lnTo>
                  <a:pt x="383" y="17400"/>
                </a:lnTo>
                <a:cubicBezTo>
                  <a:pt x="146" y="17637"/>
                  <a:pt x="0" y="17863"/>
                  <a:pt x="0" y="18225"/>
                </a:cubicBezTo>
                <a:lnTo>
                  <a:pt x="0" y="20249"/>
                </a:lnTo>
                <a:cubicBezTo>
                  <a:pt x="0" y="20972"/>
                  <a:pt x="626" y="21599"/>
                  <a:pt x="1349" y="21599"/>
                </a:cubicBezTo>
                <a:lnTo>
                  <a:pt x="3374" y="21599"/>
                </a:lnTo>
                <a:cubicBezTo>
                  <a:pt x="3736" y="21599"/>
                  <a:pt x="3965" y="21455"/>
                  <a:pt x="4202" y="21219"/>
                </a:cubicBezTo>
                <a:lnTo>
                  <a:pt x="5170" y="20249"/>
                </a:lnTo>
                <a:lnTo>
                  <a:pt x="6751" y="20249"/>
                </a:lnTo>
                <a:cubicBezTo>
                  <a:pt x="7496" y="20249"/>
                  <a:pt x="8101" y="19645"/>
                  <a:pt x="8101" y="18900"/>
                </a:cubicBezTo>
                <a:lnTo>
                  <a:pt x="8101" y="17549"/>
                </a:lnTo>
                <a:lnTo>
                  <a:pt x="9451" y="17549"/>
                </a:lnTo>
                <a:cubicBezTo>
                  <a:pt x="10196" y="17549"/>
                  <a:pt x="10801" y="16945"/>
                  <a:pt x="10801" y="16200"/>
                </a:cubicBezTo>
                <a:lnTo>
                  <a:pt x="10801" y="14617"/>
                </a:lnTo>
                <a:lnTo>
                  <a:pt x="12400" y="13018"/>
                </a:lnTo>
                <a:cubicBezTo>
                  <a:pt x="13162" y="13317"/>
                  <a:pt x="13982" y="13500"/>
                  <a:pt x="14850" y="13500"/>
                </a:cubicBezTo>
                <a:cubicBezTo>
                  <a:pt x="18577" y="13500"/>
                  <a:pt x="21599" y="10477"/>
                  <a:pt x="21599" y="6750"/>
                </a:cubicBezTo>
                <a:cubicBezTo>
                  <a:pt x="21599" y="3022"/>
                  <a:pt x="18577" y="0"/>
                  <a:pt x="14850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1" name="AutoShape 129"/>
          <p:cNvSpPr/>
          <p:nvPr/>
        </p:nvSpPr>
        <p:spPr bwMode="auto">
          <a:xfrm>
            <a:off x="1765488" y="4606850"/>
            <a:ext cx="75325" cy="76669"/>
          </a:xfrm>
          <a:custGeom>
            <a:avLst/>
            <a:gdLst>
              <a:gd name="T0" fmla="*/ 10800 w 21600"/>
              <a:gd name="T1" fmla="+- 0 10800 134"/>
              <a:gd name="T2" fmla="*/ 10800 h 21333"/>
              <a:gd name="T3" fmla="*/ 10800 w 21600"/>
              <a:gd name="T4" fmla="+- 0 10800 134"/>
              <a:gd name="T5" fmla="*/ 10800 h 21333"/>
              <a:gd name="T6" fmla="*/ 10800 w 21600"/>
              <a:gd name="T7" fmla="+- 0 10800 134"/>
              <a:gd name="T8" fmla="*/ 10800 h 21333"/>
              <a:gd name="T9" fmla="*/ 10800 w 21600"/>
              <a:gd name="T10" fmla="+- 0 10800 134"/>
              <a:gd name="T11" fmla="*/ 10800 h 21333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1600" h="21333">
                <a:moveTo>
                  <a:pt x="13008" y="18684"/>
                </a:moveTo>
                <a:cubicBezTo>
                  <a:pt x="9017" y="15850"/>
                  <a:pt x="5542" y="12415"/>
                  <a:pt x="2694" y="8570"/>
                </a:cubicBezTo>
                <a:cubicBezTo>
                  <a:pt x="3736" y="5628"/>
                  <a:pt x="5693" y="3697"/>
                  <a:pt x="8585" y="2647"/>
                </a:cubicBezTo>
                <a:cubicBezTo>
                  <a:pt x="12578" y="5489"/>
                  <a:pt x="16048" y="8911"/>
                  <a:pt x="18889" y="12809"/>
                </a:cubicBezTo>
                <a:cubicBezTo>
                  <a:pt x="17836" y="15730"/>
                  <a:pt x="15883" y="17647"/>
                  <a:pt x="13008" y="18684"/>
                </a:cubicBezTo>
                <a:moveTo>
                  <a:pt x="21110" y="11295"/>
                </a:moveTo>
                <a:cubicBezTo>
                  <a:pt x="18081" y="7130"/>
                  <a:pt x="14396" y="3496"/>
                  <a:pt x="10161" y="484"/>
                </a:cubicBezTo>
                <a:cubicBezTo>
                  <a:pt x="9468" y="-8"/>
                  <a:pt x="8579" y="-134"/>
                  <a:pt x="7778" y="145"/>
                </a:cubicBezTo>
                <a:cubicBezTo>
                  <a:pt x="4027" y="1450"/>
                  <a:pt x="1463" y="3983"/>
                  <a:pt x="145" y="7687"/>
                </a:cubicBezTo>
                <a:cubicBezTo>
                  <a:pt x="46" y="7962"/>
                  <a:pt x="0" y="8252"/>
                  <a:pt x="0" y="8537"/>
                </a:cubicBezTo>
                <a:cubicBezTo>
                  <a:pt x="0" y="9071"/>
                  <a:pt x="167" y="9596"/>
                  <a:pt x="487" y="10041"/>
                </a:cubicBezTo>
                <a:cubicBezTo>
                  <a:pt x="3525" y="14213"/>
                  <a:pt x="7211" y="17850"/>
                  <a:pt x="11431" y="20850"/>
                </a:cubicBezTo>
                <a:cubicBezTo>
                  <a:pt x="12122" y="21338"/>
                  <a:pt x="13010" y="21466"/>
                  <a:pt x="13812" y="21188"/>
                </a:cubicBezTo>
                <a:cubicBezTo>
                  <a:pt x="17563" y="19893"/>
                  <a:pt x="20133" y="17356"/>
                  <a:pt x="21451" y="13647"/>
                </a:cubicBezTo>
                <a:cubicBezTo>
                  <a:pt x="21551" y="13372"/>
                  <a:pt x="21600" y="13081"/>
                  <a:pt x="21600" y="12796"/>
                </a:cubicBezTo>
                <a:cubicBezTo>
                  <a:pt x="21600" y="12265"/>
                  <a:pt x="21429" y="11740"/>
                  <a:pt x="21110" y="1129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2" name="AutoShape 130"/>
          <p:cNvSpPr/>
          <p:nvPr/>
        </p:nvSpPr>
        <p:spPr bwMode="auto">
          <a:xfrm>
            <a:off x="965164" y="4569187"/>
            <a:ext cx="305334" cy="303988"/>
          </a:xfrm>
          <a:custGeom>
            <a:avLst/>
            <a:gdLst>
              <a:gd name="T0" fmla="+- 0 10799 113"/>
              <a:gd name="T1" fmla="*/ T0 w 21373"/>
              <a:gd name="T2" fmla="*/ 10800 h 21600"/>
              <a:gd name="T3" fmla="+- 0 10799 113"/>
              <a:gd name="T4" fmla="*/ T3 w 21373"/>
              <a:gd name="T5" fmla="*/ 10800 h 21600"/>
              <a:gd name="T6" fmla="+- 0 10799 113"/>
              <a:gd name="T7" fmla="*/ T6 w 21373"/>
              <a:gd name="T8" fmla="*/ 10800 h 21600"/>
              <a:gd name="T9" fmla="+- 0 10799 113"/>
              <a:gd name="T10" fmla="*/ T9 w 2137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73" h="21600">
                <a:moveTo>
                  <a:pt x="1336" y="20249"/>
                </a:moveTo>
                <a:cubicBezTo>
                  <a:pt x="1428" y="20188"/>
                  <a:pt x="3691" y="18688"/>
                  <a:pt x="7070" y="17950"/>
                </a:cubicBezTo>
                <a:lnTo>
                  <a:pt x="8729" y="17587"/>
                </a:lnTo>
                <a:cubicBezTo>
                  <a:pt x="9321" y="17980"/>
                  <a:pt x="9972" y="18225"/>
                  <a:pt x="10686" y="18225"/>
                </a:cubicBezTo>
                <a:cubicBezTo>
                  <a:pt x="11401" y="18225"/>
                  <a:pt x="12052" y="17980"/>
                  <a:pt x="12644" y="17587"/>
                </a:cubicBezTo>
                <a:lnTo>
                  <a:pt x="14303" y="17950"/>
                </a:lnTo>
                <a:cubicBezTo>
                  <a:pt x="17656" y="18682"/>
                  <a:pt x="19911" y="20165"/>
                  <a:pt x="20037" y="20249"/>
                </a:cubicBezTo>
                <a:cubicBezTo>
                  <a:pt x="20037" y="20249"/>
                  <a:pt x="1336" y="20249"/>
                  <a:pt x="1336" y="20249"/>
                </a:cubicBezTo>
                <a:close/>
                <a:moveTo>
                  <a:pt x="13537" y="15793"/>
                </a:moveTo>
                <a:lnTo>
                  <a:pt x="13317" y="16073"/>
                </a:lnTo>
                <a:cubicBezTo>
                  <a:pt x="11725" y="17923"/>
                  <a:pt x="9648" y="17923"/>
                  <a:pt x="8056" y="16073"/>
                </a:cubicBezTo>
                <a:lnTo>
                  <a:pt x="7836" y="15793"/>
                </a:lnTo>
                <a:cubicBezTo>
                  <a:pt x="5977" y="13411"/>
                  <a:pt x="5053" y="10261"/>
                  <a:pt x="5451" y="7255"/>
                </a:cubicBezTo>
                <a:cubicBezTo>
                  <a:pt x="5815" y="4367"/>
                  <a:pt x="7453" y="1350"/>
                  <a:pt x="10686" y="1350"/>
                </a:cubicBezTo>
                <a:cubicBezTo>
                  <a:pt x="13920" y="1350"/>
                  <a:pt x="15558" y="4367"/>
                  <a:pt x="15922" y="7255"/>
                </a:cubicBezTo>
                <a:cubicBezTo>
                  <a:pt x="16318" y="10262"/>
                  <a:pt x="15398" y="13411"/>
                  <a:pt x="13537" y="15793"/>
                </a:cubicBezTo>
                <a:moveTo>
                  <a:pt x="20778" y="19126"/>
                </a:moveTo>
                <a:cubicBezTo>
                  <a:pt x="20644" y="19037"/>
                  <a:pt x="18209" y="17422"/>
                  <a:pt x="14585" y="16630"/>
                </a:cubicBezTo>
                <a:cubicBezTo>
                  <a:pt x="15914" y="14927"/>
                  <a:pt x="16767" y="12639"/>
                  <a:pt x="17130" y="11115"/>
                </a:cubicBezTo>
                <a:cubicBezTo>
                  <a:pt x="17633" y="9004"/>
                  <a:pt x="17438" y="4873"/>
                  <a:pt x="15431" y="2299"/>
                </a:cubicBezTo>
                <a:cubicBezTo>
                  <a:pt x="14259" y="795"/>
                  <a:pt x="12618" y="0"/>
                  <a:pt x="10686" y="0"/>
                </a:cubicBezTo>
                <a:cubicBezTo>
                  <a:pt x="8755" y="0"/>
                  <a:pt x="7114" y="795"/>
                  <a:pt x="5942" y="2299"/>
                </a:cubicBezTo>
                <a:cubicBezTo>
                  <a:pt x="3935" y="4873"/>
                  <a:pt x="3740" y="9004"/>
                  <a:pt x="4243" y="11115"/>
                </a:cubicBezTo>
                <a:cubicBezTo>
                  <a:pt x="4606" y="12639"/>
                  <a:pt x="5459" y="14927"/>
                  <a:pt x="6788" y="16630"/>
                </a:cubicBezTo>
                <a:cubicBezTo>
                  <a:pt x="3164" y="17422"/>
                  <a:pt x="729" y="19037"/>
                  <a:pt x="595" y="19126"/>
                </a:cubicBezTo>
                <a:cubicBezTo>
                  <a:pt x="105" y="19457"/>
                  <a:pt x="-113" y="20071"/>
                  <a:pt x="57" y="20640"/>
                </a:cubicBezTo>
                <a:cubicBezTo>
                  <a:pt x="228" y="21210"/>
                  <a:pt x="747" y="21599"/>
                  <a:pt x="1336" y="21599"/>
                </a:cubicBezTo>
                <a:lnTo>
                  <a:pt x="20037" y="21599"/>
                </a:lnTo>
                <a:cubicBezTo>
                  <a:pt x="20626" y="21599"/>
                  <a:pt x="21145" y="21210"/>
                  <a:pt x="21316" y="20640"/>
                </a:cubicBezTo>
                <a:cubicBezTo>
                  <a:pt x="21487" y="20071"/>
                  <a:pt x="21268" y="19457"/>
                  <a:pt x="20778" y="1912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3" name="AutoShape 131"/>
          <p:cNvSpPr/>
          <p:nvPr/>
        </p:nvSpPr>
        <p:spPr bwMode="auto">
          <a:xfrm>
            <a:off x="376018" y="4569187"/>
            <a:ext cx="266326" cy="3039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057" y="5400"/>
                </a:moveTo>
                <a:lnTo>
                  <a:pt x="20057" y="6075"/>
                </a:lnTo>
                <a:lnTo>
                  <a:pt x="1542" y="6075"/>
                </a:lnTo>
                <a:lnTo>
                  <a:pt x="1542" y="5400"/>
                </a:lnTo>
                <a:lnTo>
                  <a:pt x="1542" y="4725"/>
                </a:lnTo>
                <a:cubicBezTo>
                  <a:pt x="1542" y="4352"/>
                  <a:pt x="1887" y="4050"/>
                  <a:pt x="2314" y="4050"/>
                </a:cubicBezTo>
                <a:lnTo>
                  <a:pt x="19285" y="4050"/>
                </a:lnTo>
                <a:cubicBezTo>
                  <a:pt x="19712" y="4050"/>
                  <a:pt x="20057" y="4352"/>
                  <a:pt x="20057" y="4725"/>
                </a:cubicBezTo>
                <a:cubicBezTo>
                  <a:pt x="20057" y="4725"/>
                  <a:pt x="20057" y="5400"/>
                  <a:pt x="20057" y="5400"/>
                </a:cubicBezTo>
                <a:close/>
                <a:moveTo>
                  <a:pt x="18514" y="18900"/>
                </a:moveTo>
                <a:cubicBezTo>
                  <a:pt x="18514" y="19644"/>
                  <a:pt x="17822" y="20249"/>
                  <a:pt x="16971" y="20249"/>
                </a:cubicBezTo>
                <a:lnTo>
                  <a:pt x="4628" y="20249"/>
                </a:lnTo>
                <a:cubicBezTo>
                  <a:pt x="3777" y="20249"/>
                  <a:pt x="3085" y="19644"/>
                  <a:pt x="3085" y="18900"/>
                </a:cubicBezTo>
                <a:lnTo>
                  <a:pt x="3085" y="7425"/>
                </a:lnTo>
                <a:lnTo>
                  <a:pt x="18514" y="7425"/>
                </a:lnTo>
                <a:cubicBezTo>
                  <a:pt x="18514" y="7425"/>
                  <a:pt x="18514" y="18900"/>
                  <a:pt x="18514" y="18900"/>
                </a:cubicBezTo>
                <a:close/>
                <a:moveTo>
                  <a:pt x="6171" y="2025"/>
                </a:moveTo>
                <a:cubicBezTo>
                  <a:pt x="6171" y="1652"/>
                  <a:pt x="6516" y="1350"/>
                  <a:pt x="6942" y="1350"/>
                </a:cubicBezTo>
                <a:lnTo>
                  <a:pt x="14657" y="1350"/>
                </a:lnTo>
                <a:cubicBezTo>
                  <a:pt x="15083" y="1350"/>
                  <a:pt x="15428" y="1652"/>
                  <a:pt x="15428" y="2025"/>
                </a:cubicBezTo>
                <a:lnTo>
                  <a:pt x="15428" y="2700"/>
                </a:lnTo>
                <a:lnTo>
                  <a:pt x="6171" y="2700"/>
                </a:lnTo>
                <a:cubicBezTo>
                  <a:pt x="6171" y="2700"/>
                  <a:pt x="6171" y="2025"/>
                  <a:pt x="6171" y="2025"/>
                </a:cubicBezTo>
                <a:close/>
                <a:moveTo>
                  <a:pt x="21585" y="4601"/>
                </a:moveTo>
                <a:cubicBezTo>
                  <a:pt x="21511" y="3541"/>
                  <a:pt x="20516" y="2700"/>
                  <a:pt x="19285" y="2700"/>
                </a:cubicBezTo>
                <a:lnTo>
                  <a:pt x="16971" y="2700"/>
                </a:lnTo>
                <a:lnTo>
                  <a:pt x="16971" y="2025"/>
                </a:lnTo>
                <a:cubicBezTo>
                  <a:pt x="16971" y="906"/>
                  <a:pt x="15935" y="0"/>
                  <a:pt x="14657" y="0"/>
                </a:cubicBezTo>
                <a:lnTo>
                  <a:pt x="6942" y="0"/>
                </a:lnTo>
                <a:cubicBezTo>
                  <a:pt x="5664" y="0"/>
                  <a:pt x="4628" y="906"/>
                  <a:pt x="4628" y="2025"/>
                </a:cubicBezTo>
                <a:lnTo>
                  <a:pt x="4628" y="2700"/>
                </a:lnTo>
                <a:lnTo>
                  <a:pt x="2314" y="2700"/>
                </a:lnTo>
                <a:cubicBezTo>
                  <a:pt x="1083" y="2700"/>
                  <a:pt x="88" y="3541"/>
                  <a:pt x="14" y="4601"/>
                </a:cubicBezTo>
                <a:lnTo>
                  <a:pt x="0" y="4601"/>
                </a:lnTo>
                <a:lnTo>
                  <a:pt x="0" y="5400"/>
                </a:lnTo>
                <a:lnTo>
                  <a:pt x="0" y="6075"/>
                </a:lnTo>
                <a:cubicBezTo>
                  <a:pt x="0" y="6820"/>
                  <a:pt x="691" y="7425"/>
                  <a:pt x="1542" y="7425"/>
                </a:cubicBezTo>
                <a:lnTo>
                  <a:pt x="1542" y="18900"/>
                </a:lnTo>
                <a:cubicBezTo>
                  <a:pt x="1542" y="20391"/>
                  <a:pt x="2924" y="21599"/>
                  <a:pt x="4628" y="21599"/>
                </a:cubicBezTo>
                <a:lnTo>
                  <a:pt x="16971" y="21599"/>
                </a:lnTo>
                <a:cubicBezTo>
                  <a:pt x="18675" y="21599"/>
                  <a:pt x="20057" y="20391"/>
                  <a:pt x="20057" y="18900"/>
                </a:cubicBezTo>
                <a:lnTo>
                  <a:pt x="20057" y="7425"/>
                </a:lnTo>
                <a:cubicBezTo>
                  <a:pt x="20908" y="7425"/>
                  <a:pt x="21599" y="6820"/>
                  <a:pt x="21599" y="6075"/>
                </a:cubicBezTo>
                <a:lnTo>
                  <a:pt x="21599" y="5400"/>
                </a:lnTo>
                <a:lnTo>
                  <a:pt x="21599" y="4601"/>
                </a:lnTo>
                <a:cubicBezTo>
                  <a:pt x="21599" y="4601"/>
                  <a:pt x="21585" y="4601"/>
                  <a:pt x="21585" y="46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4" name="AutoShape 132"/>
          <p:cNvSpPr/>
          <p:nvPr/>
        </p:nvSpPr>
        <p:spPr bwMode="auto">
          <a:xfrm>
            <a:off x="432512" y="4692935"/>
            <a:ext cx="39008" cy="14257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5399" y="1440"/>
                </a:moveTo>
                <a:lnTo>
                  <a:pt x="16199" y="1440"/>
                </a:lnTo>
                <a:lnTo>
                  <a:pt x="16199" y="20160"/>
                </a:lnTo>
                <a:lnTo>
                  <a:pt x="5399" y="20160"/>
                </a:lnTo>
                <a:cubicBezTo>
                  <a:pt x="5399" y="20160"/>
                  <a:pt x="5399" y="1440"/>
                  <a:pt x="5399" y="1440"/>
                </a:cubicBezTo>
                <a:close/>
                <a:moveTo>
                  <a:pt x="5399" y="21600"/>
                </a:moveTo>
                <a:lnTo>
                  <a:pt x="16199" y="21600"/>
                </a:lnTo>
                <a:cubicBezTo>
                  <a:pt x="19187" y="21600"/>
                  <a:pt x="21600" y="20956"/>
                  <a:pt x="21600" y="20160"/>
                </a:cubicBezTo>
                <a:lnTo>
                  <a:pt x="21600" y="1440"/>
                </a:lnTo>
                <a:cubicBezTo>
                  <a:pt x="21600" y="644"/>
                  <a:pt x="19187" y="0"/>
                  <a:pt x="16199" y="0"/>
                </a:cubicBezTo>
                <a:lnTo>
                  <a:pt x="5399" y="0"/>
                </a:lnTo>
                <a:cubicBezTo>
                  <a:pt x="2412" y="0"/>
                  <a:pt x="0" y="644"/>
                  <a:pt x="0" y="1440"/>
                </a:cubicBezTo>
                <a:lnTo>
                  <a:pt x="0" y="20160"/>
                </a:lnTo>
                <a:cubicBezTo>
                  <a:pt x="0" y="20956"/>
                  <a:pt x="2412" y="21600"/>
                  <a:pt x="5399" y="2160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5" name="AutoShape 133"/>
          <p:cNvSpPr/>
          <p:nvPr/>
        </p:nvSpPr>
        <p:spPr bwMode="auto">
          <a:xfrm>
            <a:off x="490351" y="4692935"/>
            <a:ext cx="37662" cy="14257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5399" y="1440"/>
                </a:moveTo>
                <a:lnTo>
                  <a:pt x="16199" y="1440"/>
                </a:lnTo>
                <a:lnTo>
                  <a:pt x="16199" y="20160"/>
                </a:lnTo>
                <a:lnTo>
                  <a:pt x="5399" y="20160"/>
                </a:lnTo>
                <a:cubicBezTo>
                  <a:pt x="5399" y="20160"/>
                  <a:pt x="5399" y="1440"/>
                  <a:pt x="5399" y="1440"/>
                </a:cubicBezTo>
                <a:close/>
                <a:moveTo>
                  <a:pt x="5399" y="21600"/>
                </a:moveTo>
                <a:lnTo>
                  <a:pt x="16199" y="21600"/>
                </a:lnTo>
                <a:cubicBezTo>
                  <a:pt x="19187" y="21600"/>
                  <a:pt x="21600" y="20956"/>
                  <a:pt x="21600" y="20160"/>
                </a:cubicBezTo>
                <a:lnTo>
                  <a:pt x="21600" y="1440"/>
                </a:lnTo>
                <a:cubicBezTo>
                  <a:pt x="21600" y="644"/>
                  <a:pt x="19187" y="0"/>
                  <a:pt x="16199" y="0"/>
                </a:cubicBezTo>
                <a:lnTo>
                  <a:pt x="5399" y="0"/>
                </a:lnTo>
                <a:cubicBezTo>
                  <a:pt x="2412" y="0"/>
                  <a:pt x="0" y="644"/>
                  <a:pt x="0" y="1440"/>
                </a:cubicBezTo>
                <a:lnTo>
                  <a:pt x="0" y="20160"/>
                </a:lnTo>
                <a:cubicBezTo>
                  <a:pt x="0" y="20956"/>
                  <a:pt x="2412" y="21600"/>
                  <a:pt x="5399" y="2160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6" name="AutoShape 134"/>
          <p:cNvSpPr/>
          <p:nvPr/>
        </p:nvSpPr>
        <p:spPr bwMode="auto">
          <a:xfrm>
            <a:off x="546844" y="4692935"/>
            <a:ext cx="37662" cy="14257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5399" y="1440"/>
                </a:moveTo>
                <a:lnTo>
                  <a:pt x="16199" y="1440"/>
                </a:lnTo>
                <a:lnTo>
                  <a:pt x="16199" y="20160"/>
                </a:lnTo>
                <a:lnTo>
                  <a:pt x="5399" y="20160"/>
                </a:lnTo>
                <a:cubicBezTo>
                  <a:pt x="5399" y="20160"/>
                  <a:pt x="5399" y="1440"/>
                  <a:pt x="5399" y="1440"/>
                </a:cubicBezTo>
                <a:close/>
                <a:moveTo>
                  <a:pt x="5399" y="21600"/>
                </a:moveTo>
                <a:lnTo>
                  <a:pt x="16199" y="21600"/>
                </a:lnTo>
                <a:cubicBezTo>
                  <a:pt x="19187" y="21600"/>
                  <a:pt x="21600" y="20956"/>
                  <a:pt x="21600" y="20160"/>
                </a:cubicBezTo>
                <a:lnTo>
                  <a:pt x="21600" y="1440"/>
                </a:lnTo>
                <a:cubicBezTo>
                  <a:pt x="21600" y="644"/>
                  <a:pt x="19187" y="0"/>
                  <a:pt x="16199" y="0"/>
                </a:cubicBezTo>
                <a:lnTo>
                  <a:pt x="5399" y="0"/>
                </a:lnTo>
                <a:cubicBezTo>
                  <a:pt x="2412" y="0"/>
                  <a:pt x="0" y="644"/>
                  <a:pt x="0" y="1440"/>
                </a:cubicBezTo>
                <a:lnTo>
                  <a:pt x="0" y="20160"/>
                </a:lnTo>
                <a:cubicBezTo>
                  <a:pt x="0" y="20956"/>
                  <a:pt x="2412" y="21600"/>
                  <a:pt x="5399" y="2160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7" name="AutoShape 135"/>
          <p:cNvSpPr/>
          <p:nvPr/>
        </p:nvSpPr>
        <p:spPr bwMode="auto">
          <a:xfrm>
            <a:off x="3401107" y="4008288"/>
            <a:ext cx="303988" cy="2084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18681"/>
                </a:moveTo>
                <a:lnTo>
                  <a:pt x="19651" y="18681"/>
                </a:lnTo>
                <a:lnTo>
                  <a:pt x="19575" y="18681"/>
                </a:lnTo>
                <a:lnTo>
                  <a:pt x="16874" y="14754"/>
                </a:lnTo>
                <a:lnTo>
                  <a:pt x="16874" y="14727"/>
                </a:lnTo>
                <a:lnTo>
                  <a:pt x="16199" y="13745"/>
                </a:lnTo>
                <a:lnTo>
                  <a:pt x="16199" y="7854"/>
                </a:lnTo>
                <a:lnTo>
                  <a:pt x="19575" y="2945"/>
                </a:lnTo>
                <a:lnTo>
                  <a:pt x="19651" y="2945"/>
                </a:lnTo>
                <a:lnTo>
                  <a:pt x="20249" y="2945"/>
                </a:lnTo>
                <a:cubicBezTo>
                  <a:pt x="20249" y="2945"/>
                  <a:pt x="20249" y="18681"/>
                  <a:pt x="20249" y="18681"/>
                </a:cubicBezTo>
                <a:close/>
                <a:moveTo>
                  <a:pt x="2024" y="19636"/>
                </a:moveTo>
                <a:cubicBezTo>
                  <a:pt x="1651" y="19636"/>
                  <a:pt x="1349" y="19195"/>
                  <a:pt x="1349" y="18654"/>
                </a:cubicBezTo>
                <a:lnTo>
                  <a:pt x="1349" y="2945"/>
                </a:lnTo>
                <a:cubicBezTo>
                  <a:pt x="1349" y="2402"/>
                  <a:pt x="1651" y="1963"/>
                  <a:pt x="2024" y="1963"/>
                </a:cubicBezTo>
                <a:lnTo>
                  <a:pt x="14849" y="1963"/>
                </a:lnTo>
                <a:cubicBezTo>
                  <a:pt x="15221" y="1963"/>
                  <a:pt x="15524" y="2403"/>
                  <a:pt x="15524" y="2945"/>
                </a:cubicBezTo>
                <a:lnTo>
                  <a:pt x="15524" y="18654"/>
                </a:lnTo>
                <a:cubicBezTo>
                  <a:pt x="15524" y="19195"/>
                  <a:pt x="15221" y="19636"/>
                  <a:pt x="14849" y="19636"/>
                </a:cubicBezTo>
                <a:cubicBezTo>
                  <a:pt x="14849" y="19636"/>
                  <a:pt x="2024" y="19636"/>
                  <a:pt x="2024" y="19636"/>
                </a:cubicBezTo>
                <a:close/>
                <a:moveTo>
                  <a:pt x="20249" y="981"/>
                </a:moveTo>
                <a:lnTo>
                  <a:pt x="19651" y="981"/>
                </a:lnTo>
                <a:cubicBezTo>
                  <a:pt x="19296" y="981"/>
                  <a:pt x="18956" y="1185"/>
                  <a:pt x="18703" y="1547"/>
                </a:cubicBezTo>
                <a:lnTo>
                  <a:pt x="16874" y="4170"/>
                </a:lnTo>
                <a:lnTo>
                  <a:pt x="16874" y="2945"/>
                </a:lnTo>
                <a:cubicBezTo>
                  <a:pt x="16874" y="1317"/>
                  <a:pt x="15967" y="0"/>
                  <a:pt x="14849" y="0"/>
                </a:cubicBezTo>
                <a:lnTo>
                  <a:pt x="2024" y="0"/>
                </a:lnTo>
                <a:cubicBezTo>
                  <a:pt x="908" y="0"/>
                  <a:pt x="0" y="1320"/>
                  <a:pt x="0" y="2945"/>
                </a:cubicBezTo>
                <a:lnTo>
                  <a:pt x="0" y="9789"/>
                </a:lnTo>
                <a:lnTo>
                  <a:pt x="0" y="18654"/>
                </a:lnTo>
                <a:cubicBezTo>
                  <a:pt x="0" y="20281"/>
                  <a:pt x="905" y="21599"/>
                  <a:pt x="2024" y="21599"/>
                </a:cubicBezTo>
                <a:lnTo>
                  <a:pt x="14849" y="21599"/>
                </a:lnTo>
                <a:cubicBezTo>
                  <a:pt x="15967" y="21599"/>
                  <a:pt x="16874" y="20281"/>
                  <a:pt x="16874" y="18654"/>
                </a:cubicBezTo>
                <a:lnTo>
                  <a:pt x="16874" y="17456"/>
                </a:lnTo>
                <a:lnTo>
                  <a:pt x="18703" y="20079"/>
                </a:lnTo>
                <a:cubicBezTo>
                  <a:pt x="18956" y="20442"/>
                  <a:pt x="19296" y="20645"/>
                  <a:pt x="19651" y="20645"/>
                </a:cubicBezTo>
                <a:lnTo>
                  <a:pt x="20249" y="20645"/>
                </a:lnTo>
                <a:cubicBezTo>
                  <a:pt x="20994" y="20645"/>
                  <a:pt x="21600" y="19765"/>
                  <a:pt x="21600" y="18681"/>
                </a:cubicBezTo>
                <a:lnTo>
                  <a:pt x="21600" y="2945"/>
                </a:lnTo>
                <a:cubicBezTo>
                  <a:pt x="21600" y="1860"/>
                  <a:pt x="20994" y="981"/>
                  <a:pt x="20249" y="98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8" name="AutoShape 136"/>
          <p:cNvSpPr/>
          <p:nvPr/>
        </p:nvSpPr>
        <p:spPr bwMode="auto">
          <a:xfrm>
            <a:off x="2954540" y="3998873"/>
            <a:ext cx="99536" cy="9953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538" y="20579"/>
                </a:moveTo>
                <a:lnTo>
                  <a:pt x="19542" y="20579"/>
                </a:lnTo>
                <a:cubicBezTo>
                  <a:pt x="19546" y="21142"/>
                  <a:pt x="20004" y="21600"/>
                  <a:pt x="20571" y="21600"/>
                </a:cubicBezTo>
                <a:cubicBezTo>
                  <a:pt x="21137" y="21600"/>
                  <a:pt x="21599" y="21138"/>
                  <a:pt x="21599" y="20571"/>
                </a:cubicBezTo>
                <a:cubicBezTo>
                  <a:pt x="21599" y="20565"/>
                  <a:pt x="21595" y="20561"/>
                  <a:pt x="21595" y="20555"/>
                </a:cubicBezTo>
                <a:cubicBezTo>
                  <a:pt x="21583" y="9221"/>
                  <a:pt x="12411" y="41"/>
                  <a:pt x="1080" y="12"/>
                </a:cubicBezTo>
                <a:cubicBezTo>
                  <a:pt x="1064" y="10"/>
                  <a:pt x="1048" y="0"/>
                  <a:pt x="1028" y="0"/>
                </a:cubicBezTo>
                <a:cubicBezTo>
                  <a:pt x="458" y="0"/>
                  <a:pt x="0" y="461"/>
                  <a:pt x="0" y="1028"/>
                </a:cubicBezTo>
                <a:cubicBezTo>
                  <a:pt x="0" y="1594"/>
                  <a:pt x="458" y="2055"/>
                  <a:pt x="1024" y="2057"/>
                </a:cubicBezTo>
                <a:lnTo>
                  <a:pt x="1024" y="2065"/>
                </a:lnTo>
                <a:cubicBezTo>
                  <a:pt x="11233" y="2065"/>
                  <a:pt x="19538" y="10370"/>
                  <a:pt x="19538" y="2057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09" name="AutoShape 137"/>
          <p:cNvSpPr/>
          <p:nvPr/>
        </p:nvSpPr>
        <p:spPr bwMode="auto">
          <a:xfrm>
            <a:off x="2791785" y="3959865"/>
            <a:ext cx="305334" cy="305334"/>
          </a:xfrm>
          <a:custGeom>
            <a:avLst/>
            <a:gdLst>
              <a:gd name="T0" fmla="+- 0 10819 195"/>
              <a:gd name="T1" fmla="*/ T0 w 21248"/>
              <a:gd name="T2" fmla="*/ 10800 h 21600"/>
              <a:gd name="T3" fmla="+- 0 10819 195"/>
              <a:gd name="T4" fmla="*/ T3 w 21248"/>
              <a:gd name="T5" fmla="*/ 10800 h 21600"/>
              <a:gd name="T6" fmla="+- 0 10819 195"/>
              <a:gd name="T7" fmla="*/ T6 w 21248"/>
              <a:gd name="T8" fmla="*/ 10800 h 21600"/>
              <a:gd name="T9" fmla="+- 0 10819 195"/>
              <a:gd name="T10" fmla="*/ T9 w 21248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248" h="21600">
                <a:moveTo>
                  <a:pt x="19868" y="17133"/>
                </a:moveTo>
                <a:cubicBezTo>
                  <a:pt x="19766" y="17386"/>
                  <a:pt x="19525" y="17549"/>
                  <a:pt x="19255" y="17549"/>
                </a:cubicBezTo>
                <a:lnTo>
                  <a:pt x="19058" y="17549"/>
                </a:lnTo>
                <a:lnTo>
                  <a:pt x="3983" y="2226"/>
                </a:lnTo>
                <a:lnTo>
                  <a:pt x="3983" y="2025"/>
                </a:lnTo>
                <a:cubicBezTo>
                  <a:pt x="3983" y="1750"/>
                  <a:pt x="4144" y="1506"/>
                  <a:pt x="4393" y="1401"/>
                </a:cubicBezTo>
                <a:cubicBezTo>
                  <a:pt x="4475" y="1367"/>
                  <a:pt x="4560" y="1350"/>
                  <a:pt x="4647" y="1350"/>
                </a:cubicBezTo>
                <a:cubicBezTo>
                  <a:pt x="4824" y="1350"/>
                  <a:pt x="4991" y="1420"/>
                  <a:pt x="5116" y="1547"/>
                </a:cubicBezTo>
                <a:lnTo>
                  <a:pt x="19724" y="16397"/>
                </a:lnTo>
                <a:cubicBezTo>
                  <a:pt x="19915" y="16591"/>
                  <a:pt x="19972" y="16880"/>
                  <a:pt x="19868" y="17133"/>
                </a:cubicBezTo>
                <a:moveTo>
                  <a:pt x="10121" y="17549"/>
                </a:moveTo>
                <a:cubicBezTo>
                  <a:pt x="10017" y="17549"/>
                  <a:pt x="9922" y="17586"/>
                  <a:pt x="9824" y="17609"/>
                </a:cubicBezTo>
                <a:lnTo>
                  <a:pt x="3923" y="11612"/>
                </a:lnTo>
                <a:cubicBezTo>
                  <a:pt x="3946" y="11512"/>
                  <a:pt x="3982" y="11415"/>
                  <a:pt x="3982" y="11311"/>
                </a:cubicBezTo>
                <a:lnTo>
                  <a:pt x="3983" y="3180"/>
                </a:lnTo>
                <a:lnTo>
                  <a:pt x="18119" y="17549"/>
                </a:lnTo>
                <a:cubicBezTo>
                  <a:pt x="18119" y="17549"/>
                  <a:pt x="10121" y="17549"/>
                  <a:pt x="10121" y="17549"/>
                </a:cubicBezTo>
                <a:close/>
                <a:moveTo>
                  <a:pt x="9182" y="17945"/>
                </a:moveTo>
                <a:lnTo>
                  <a:pt x="7109" y="20052"/>
                </a:lnTo>
                <a:cubicBezTo>
                  <a:pt x="6939" y="20224"/>
                  <a:pt x="6742" y="20249"/>
                  <a:pt x="6640" y="20249"/>
                </a:cubicBezTo>
                <a:cubicBezTo>
                  <a:pt x="6537" y="20249"/>
                  <a:pt x="6339" y="20224"/>
                  <a:pt x="6170" y="20052"/>
                </a:cubicBezTo>
                <a:lnTo>
                  <a:pt x="1522" y="15327"/>
                </a:lnTo>
                <a:cubicBezTo>
                  <a:pt x="1352" y="15154"/>
                  <a:pt x="1327" y="14953"/>
                  <a:pt x="1327" y="14850"/>
                </a:cubicBezTo>
                <a:cubicBezTo>
                  <a:pt x="1327" y="14745"/>
                  <a:pt x="1352" y="14544"/>
                  <a:pt x="1522" y="14373"/>
                </a:cubicBezTo>
                <a:lnTo>
                  <a:pt x="3593" y="12266"/>
                </a:lnTo>
                <a:cubicBezTo>
                  <a:pt x="3599" y="12260"/>
                  <a:pt x="3601" y="12251"/>
                  <a:pt x="3607" y="12245"/>
                </a:cubicBezTo>
                <a:lnTo>
                  <a:pt x="9202" y="17932"/>
                </a:lnTo>
                <a:cubicBezTo>
                  <a:pt x="9196" y="17937"/>
                  <a:pt x="9187" y="17939"/>
                  <a:pt x="9182" y="17945"/>
                </a:cubicBezTo>
                <a:moveTo>
                  <a:pt x="6056" y="593"/>
                </a:moveTo>
                <a:cubicBezTo>
                  <a:pt x="5675" y="205"/>
                  <a:pt x="5165" y="0"/>
                  <a:pt x="4647" y="0"/>
                </a:cubicBezTo>
                <a:cubicBezTo>
                  <a:pt x="4390" y="0"/>
                  <a:pt x="4132" y="49"/>
                  <a:pt x="3885" y="154"/>
                </a:cubicBezTo>
                <a:cubicBezTo>
                  <a:pt x="3141" y="467"/>
                  <a:pt x="2655" y="1205"/>
                  <a:pt x="2655" y="2025"/>
                </a:cubicBezTo>
                <a:lnTo>
                  <a:pt x="2654" y="11311"/>
                </a:lnTo>
                <a:lnTo>
                  <a:pt x="583" y="13418"/>
                </a:lnTo>
                <a:cubicBezTo>
                  <a:pt x="-195" y="14208"/>
                  <a:pt x="-195" y="15491"/>
                  <a:pt x="583" y="16281"/>
                </a:cubicBezTo>
                <a:lnTo>
                  <a:pt x="5231" y="21006"/>
                </a:lnTo>
                <a:cubicBezTo>
                  <a:pt x="5620" y="21402"/>
                  <a:pt x="6131" y="21599"/>
                  <a:pt x="6640" y="21599"/>
                </a:cubicBezTo>
                <a:cubicBezTo>
                  <a:pt x="7150" y="21599"/>
                  <a:pt x="7659" y="21402"/>
                  <a:pt x="8048" y="21006"/>
                </a:cubicBezTo>
                <a:lnTo>
                  <a:pt x="10121" y="18900"/>
                </a:lnTo>
                <a:lnTo>
                  <a:pt x="19255" y="18900"/>
                </a:lnTo>
                <a:cubicBezTo>
                  <a:pt x="20062" y="18900"/>
                  <a:pt x="20788" y="18407"/>
                  <a:pt x="21095" y="17650"/>
                </a:cubicBezTo>
                <a:cubicBezTo>
                  <a:pt x="21405" y="16893"/>
                  <a:pt x="21234" y="16022"/>
                  <a:pt x="20663" y="15443"/>
                </a:cubicBezTo>
                <a:cubicBezTo>
                  <a:pt x="20663" y="15443"/>
                  <a:pt x="6056" y="593"/>
                  <a:pt x="6056" y="5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0" name="AutoShape 138"/>
          <p:cNvSpPr/>
          <p:nvPr/>
        </p:nvSpPr>
        <p:spPr bwMode="auto">
          <a:xfrm>
            <a:off x="2954540" y="3959865"/>
            <a:ext cx="142579" cy="14257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437" y="2880"/>
                </a:moveTo>
                <a:lnTo>
                  <a:pt x="1437" y="2885"/>
                </a:lnTo>
                <a:cubicBezTo>
                  <a:pt x="10965" y="2885"/>
                  <a:pt x="18717" y="10637"/>
                  <a:pt x="18717" y="20165"/>
                </a:cubicBezTo>
                <a:lnTo>
                  <a:pt x="18720" y="20165"/>
                </a:lnTo>
                <a:cubicBezTo>
                  <a:pt x="18722" y="20959"/>
                  <a:pt x="19366" y="21600"/>
                  <a:pt x="20160" y="21600"/>
                </a:cubicBezTo>
                <a:cubicBezTo>
                  <a:pt x="20955" y="21600"/>
                  <a:pt x="21599" y="20956"/>
                  <a:pt x="21599" y="20160"/>
                </a:cubicBezTo>
                <a:cubicBezTo>
                  <a:pt x="21599" y="20155"/>
                  <a:pt x="21597" y="20152"/>
                  <a:pt x="21597" y="20148"/>
                </a:cubicBezTo>
                <a:cubicBezTo>
                  <a:pt x="21588" y="9034"/>
                  <a:pt x="12588" y="28"/>
                  <a:pt x="1476" y="8"/>
                </a:cubicBezTo>
                <a:cubicBezTo>
                  <a:pt x="1465" y="7"/>
                  <a:pt x="1454" y="0"/>
                  <a:pt x="1440" y="0"/>
                </a:cubicBezTo>
                <a:cubicBezTo>
                  <a:pt x="644" y="0"/>
                  <a:pt x="0" y="644"/>
                  <a:pt x="0" y="1440"/>
                </a:cubicBezTo>
                <a:cubicBezTo>
                  <a:pt x="0" y="2234"/>
                  <a:pt x="644" y="2878"/>
                  <a:pt x="1437" y="288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1" name="AutoShape 139"/>
          <p:cNvSpPr/>
          <p:nvPr/>
        </p:nvSpPr>
        <p:spPr bwMode="auto">
          <a:xfrm>
            <a:off x="2183808" y="3959865"/>
            <a:ext cx="303988" cy="295918"/>
          </a:xfrm>
          <a:custGeom>
            <a:avLst/>
            <a:gdLst>
              <a:gd name="T0" fmla="+- 0 10800 104"/>
              <a:gd name="T1" fmla="*/ T0 w 21392"/>
              <a:gd name="T2" fmla="*/ 10800 h 21600"/>
              <a:gd name="T3" fmla="+- 0 10800 104"/>
              <a:gd name="T4" fmla="*/ T3 w 21392"/>
              <a:gd name="T5" fmla="*/ 10800 h 21600"/>
              <a:gd name="T6" fmla="+- 0 10800 104"/>
              <a:gd name="T7" fmla="*/ T6 w 21392"/>
              <a:gd name="T8" fmla="*/ 10800 h 21600"/>
              <a:gd name="T9" fmla="+- 0 10800 104"/>
              <a:gd name="T10" fmla="*/ T9 w 2139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92" h="21600">
                <a:moveTo>
                  <a:pt x="15768" y="12794"/>
                </a:moveTo>
                <a:cubicBezTo>
                  <a:pt x="15426" y="13150"/>
                  <a:pt x="15271" y="13651"/>
                  <a:pt x="15350" y="14142"/>
                </a:cubicBezTo>
                <a:lnTo>
                  <a:pt x="16296" y="20031"/>
                </a:lnTo>
                <a:lnTo>
                  <a:pt x="11443" y="17309"/>
                </a:lnTo>
                <a:cubicBezTo>
                  <a:pt x="11210" y="17178"/>
                  <a:pt x="10953" y="17112"/>
                  <a:pt x="10696" y="17112"/>
                </a:cubicBezTo>
                <a:cubicBezTo>
                  <a:pt x="10439" y="17112"/>
                  <a:pt x="10182" y="17178"/>
                  <a:pt x="9949" y="17309"/>
                </a:cubicBezTo>
                <a:lnTo>
                  <a:pt x="5095" y="20031"/>
                </a:lnTo>
                <a:lnTo>
                  <a:pt x="6042" y="14142"/>
                </a:lnTo>
                <a:cubicBezTo>
                  <a:pt x="6121" y="13651"/>
                  <a:pt x="5966" y="13150"/>
                  <a:pt x="5624" y="12794"/>
                </a:cubicBezTo>
                <a:lnTo>
                  <a:pt x="1545" y="8550"/>
                </a:lnTo>
                <a:lnTo>
                  <a:pt x="7111" y="7685"/>
                </a:lnTo>
                <a:cubicBezTo>
                  <a:pt x="7619" y="7607"/>
                  <a:pt x="8057" y="7275"/>
                  <a:pt x="8276" y="6802"/>
                </a:cubicBezTo>
                <a:lnTo>
                  <a:pt x="10696" y="1568"/>
                </a:lnTo>
                <a:lnTo>
                  <a:pt x="13116" y="6802"/>
                </a:lnTo>
                <a:cubicBezTo>
                  <a:pt x="13334" y="7275"/>
                  <a:pt x="13772" y="7607"/>
                  <a:pt x="14280" y="7685"/>
                </a:cubicBezTo>
                <a:lnTo>
                  <a:pt x="19847" y="8550"/>
                </a:lnTo>
                <a:cubicBezTo>
                  <a:pt x="19847" y="8550"/>
                  <a:pt x="15768" y="12794"/>
                  <a:pt x="15768" y="12794"/>
                </a:cubicBezTo>
                <a:close/>
                <a:moveTo>
                  <a:pt x="21312" y="8051"/>
                </a:moveTo>
                <a:cubicBezTo>
                  <a:pt x="21127" y="7495"/>
                  <a:pt x="20652" y="7088"/>
                  <a:pt x="20080" y="6999"/>
                </a:cubicBezTo>
                <a:lnTo>
                  <a:pt x="14514" y="6136"/>
                </a:lnTo>
                <a:lnTo>
                  <a:pt x="12094" y="901"/>
                </a:lnTo>
                <a:cubicBezTo>
                  <a:pt x="11840" y="351"/>
                  <a:pt x="11295" y="0"/>
                  <a:pt x="10696" y="0"/>
                </a:cubicBezTo>
                <a:cubicBezTo>
                  <a:pt x="10097" y="0"/>
                  <a:pt x="9552" y="351"/>
                  <a:pt x="9297" y="901"/>
                </a:cubicBezTo>
                <a:lnTo>
                  <a:pt x="6878" y="6136"/>
                </a:lnTo>
                <a:lnTo>
                  <a:pt x="1311" y="6999"/>
                </a:lnTo>
                <a:cubicBezTo>
                  <a:pt x="739" y="7088"/>
                  <a:pt x="264" y="7495"/>
                  <a:pt x="80" y="8051"/>
                </a:cubicBezTo>
                <a:cubicBezTo>
                  <a:pt x="-104" y="8609"/>
                  <a:pt x="35" y="9224"/>
                  <a:pt x="439" y="9644"/>
                </a:cubicBezTo>
                <a:lnTo>
                  <a:pt x="4518" y="13889"/>
                </a:lnTo>
                <a:lnTo>
                  <a:pt x="3572" y="19777"/>
                </a:lnTo>
                <a:cubicBezTo>
                  <a:pt x="3476" y="20370"/>
                  <a:pt x="3722" y="20966"/>
                  <a:pt x="4206" y="21313"/>
                </a:cubicBezTo>
                <a:cubicBezTo>
                  <a:pt x="4471" y="21503"/>
                  <a:pt x="4783" y="21600"/>
                  <a:pt x="5095" y="21600"/>
                </a:cubicBezTo>
                <a:cubicBezTo>
                  <a:pt x="5352" y="21600"/>
                  <a:pt x="5609" y="21534"/>
                  <a:pt x="5843" y="21404"/>
                </a:cubicBezTo>
                <a:lnTo>
                  <a:pt x="10696" y="18681"/>
                </a:lnTo>
                <a:lnTo>
                  <a:pt x="15549" y="21404"/>
                </a:lnTo>
                <a:cubicBezTo>
                  <a:pt x="15782" y="21534"/>
                  <a:pt x="16040" y="21600"/>
                  <a:pt x="16296" y="21600"/>
                </a:cubicBezTo>
                <a:cubicBezTo>
                  <a:pt x="16608" y="21600"/>
                  <a:pt x="16920" y="21503"/>
                  <a:pt x="17186" y="21313"/>
                </a:cubicBezTo>
                <a:cubicBezTo>
                  <a:pt x="17669" y="20966"/>
                  <a:pt x="17915" y="20370"/>
                  <a:pt x="17820" y="19777"/>
                </a:cubicBezTo>
                <a:lnTo>
                  <a:pt x="16873" y="13889"/>
                </a:lnTo>
                <a:lnTo>
                  <a:pt x="20953" y="9644"/>
                </a:lnTo>
                <a:cubicBezTo>
                  <a:pt x="21357" y="9224"/>
                  <a:pt x="21496" y="8609"/>
                  <a:pt x="21312" y="805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2" name="AutoShape 140"/>
          <p:cNvSpPr/>
          <p:nvPr/>
        </p:nvSpPr>
        <p:spPr bwMode="auto">
          <a:xfrm>
            <a:off x="1612149" y="4036535"/>
            <a:ext cx="191002" cy="154684"/>
          </a:xfrm>
          <a:custGeom>
            <a:avLst/>
            <a:gdLst>
              <a:gd name="T0" fmla="+- 0 10800 376"/>
              <a:gd name="T1" fmla="*/ T0 w 20848"/>
              <a:gd name="T2" fmla="*/ 10800 h 21600"/>
              <a:gd name="T3" fmla="+- 0 10800 376"/>
              <a:gd name="T4" fmla="*/ T3 w 20848"/>
              <a:gd name="T5" fmla="*/ 10800 h 21600"/>
              <a:gd name="T6" fmla="+- 0 10800 376"/>
              <a:gd name="T7" fmla="*/ T6 w 20848"/>
              <a:gd name="T8" fmla="*/ 10800 h 21600"/>
              <a:gd name="T9" fmla="+- 0 10800 376"/>
              <a:gd name="T10" fmla="*/ T9 w 20848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0848" h="21600">
                <a:moveTo>
                  <a:pt x="18728" y="19178"/>
                </a:moveTo>
                <a:cubicBezTo>
                  <a:pt x="13191" y="20631"/>
                  <a:pt x="7654" y="20631"/>
                  <a:pt x="2118" y="19178"/>
                </a:cubicBezTo>
                <a:cubicBezTo>
                  <a:pt x="678" y="13592"/>
                  <a:pt x="678" y="8008"/>
                  <a:pt x="2118" y="2421"/>
                </a:cubicBezTo>
                <a:cubicBezTo>
                  <a:pt x="7654" y="968"/>
                  <a:pt x="13191" y="968"/>
                  <a:pt x="18728" y="2421"/>
                </a:cubicBezTo>
                <a:cubicBezTo>
                  <a:pt x="20168" y="8008"/>
                  <a:pt x="20168" y="13592"/>
                  <a:pt x="18728" y="19178"/>
                </a:cubicBezTo>
                <a:moveTo>
                  <a:pt x="18938" y="1116"/>
                </a:moveTo>
                <a:cubicBezTo>
                  <a:pt x="16114" y="375"/>
                  <a:pt x="13249" y="0"/>
                  <a:pt x="10423" y="0"/>
                </a:cubicBezTo>
                <a:cubicBezTo>
                  <a:pt x="7597" y="0"/>
                  <a:pt x="4732" y="375"/>
                  <a:pt x="1908" y="1116"/>
                </a:cubicBezTo>
                <a:cubicBezTo>
                  <a:pt x="1543" y="1213"/>
                  <a:pt x="1244" y="1552"/>
                  <a:pt x="1127" y="2004"/>
                </a:cubicBezTo>
                <a:cubicBezTo>
                  <a:pt x="-376" y="7841"/>
                  <a:pt x="-376" y="13759"/>
                  <a:pt x="1127" y="19593"/>
                </a:cubicBezTo>
                <a:cubicBezTo>
                  <a:pt x="1244" y="20047"/>
                  <a:pt x="1543" y="20386"/>
                  <a:pt x="1908" y="20482"/>
                </a:cubicBezTo>
                <a:cubicBezTo>
                  <a:pt x="4732" y="21224"/>
                  <a:pt x="7597" y="21600"/>
                  <a:pt x="10423" y="21600"/>
                </a:cubicBezTo>
                <a:cubicBezTo>
                  <a:pt x="13249" y="21600"/>
                  <a:pt x="16114" y="21224"/>
                  <a:pt x="18938" y="20482"/>
                </a:cubicBezTo>
                <a:cubicBezTo>
                  <a:pt x="19303" y="20386"/>
                  <a:pt x="19602" y="20047"/>
                  <a:pt x="19719" y="19593"/>
                </a:cubicBezTo>
                <a:cubicBezTo>
                  <a:pt x="21223" y="13759"/>
                  <a:pt x="21223" y="7841"/>
                  <a:pt x="19719" y="2004"/>
                </a:cubicBezTo>
                <a:cubicBezTo>
                  <a:pt x="19602" y="1552"/>
                  <a:pt x="19303" y="1213"/>
                  <a:pt x="18938" y="111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3" name="AutoShape 141"/>
          <p:cNvSpPr/>
          <p:nvPr/>
        </p:nvSpPr>
        <p:spPr bwMode="auto">
          <a:xfrm>
            <a:off x="1574486" y="3998873"/>
            <a:ext cx="303988" cy="236734"/>
          </a:xfrm>
          <a:custGeom>
            <a:avLst/>
            <a:gdLst>
              <a:gd name="T0" fmla="+- 0 10800 252"/>
              <a:gd name="T1" fmla="*/ T0 w 21096"/>
              <a:gd name="T2" fmla="*/ 10800 h 21600"/>
              <a:gd name="T3" fmla="+- 0 10800 252"/>
              <a:gd name="T4" fmla="*/ T3 w 21096"/>
              <a:gd name="T5" fmla="*/ 10800 h 21600"/>
              <a:gd name="T6" fmla="+- 0 10800 252"/>
              <a:gd name="T7" fmla="*/ T6 w 21096"/>
              <a:gd name="T8" fmla="*/ 10800 h 21600"/>
              <a:gd name="T9" fmla="+- 0 10800 252"/>
              <a:gd name="T10" fmla="*/ T9 w 210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096" h="21600">
                <a:moveTo>
                  <a:pt x="19056" y="18331"/>
                </a:moveTo>
                <a:cubicBezTo>
                  <a:pt x="13383" y="19233"/>
                  <a:pt x="7711" y="19233"/>
                  <a:pt x="2038" y="18331"/>
                </a:cubicBezTo>
                <a:cubicBezTo>
                  <a:pt x="1074" y="13022"/>
                  <a:pt x="1074" y="7713"/>
                  <a:pt x="2038" y="2404"/>
                </a:cubicBezTo>
                <a:cubicBezTo>
                  <a:pt x="7711" y="1502"/>
                  <a:pt x="13383" y="1502"/>
                  <a:pt x="19056" y="2404"/>
                </a:cubicBezTo>
                <a:cubicBezTo>
                  <a:pt x="20021" y="7713"/>
                  <a:pt x="20021" y="13022"/>
                  <a:pt x="19056" y="18331"/>
                </a:cubicBezTo>
                <a:moveTo>
                  <a:pt x="20338" y="2005"/>
                </a:moveTo>
                <a:cubicBezTo>
                  <a:pt x="20211" y="1301"/>
                  <a:pt x="19762" y="776"/>
                  <a:pt x="19215" y="689"/>
                </a:cubicBezTo>
                <a:cubicBezTo>
                  <a:pt x="16339" y="232"/>
                  <a:pt x="13423" y="0"/>
                  <a:pt x="10547" y="0"/>
                </a:cubicBezTo>
                <a:cubicBezTo>
                  <a:pt x="7671" y="0"/>
                  <a:pt x="4755" y="232"/>
                  <a:pt x="1879" y="689"/>
                </a:cubicBezTo>
                <a:cubicBezTo>
                  <a:pt x="1332" y="776"/>
                  <a:pt x="883" y="1301"/>
                  <a:pt x="756" y="2005"/>
                </a:cubicBezTo>
                <a:cubicBezTo>
                  <a:pt x="-252" y="7553"/>
                  <a:pt x="-252" y="13181"/>
                  <a:pt x="756" y="18731"/>
                </a:cubicBezTo>
                <a:cubicBezTo>
                  <a:pt x="883" y="19434"/>
                  <a:pt x="1332" y="19959"/>
                  <a:pt x="1879" y="20046"/>
                </a:cubicBezTo>
                <a:cubicBezTo>
                  <a:pt x="3265" y="20266"/>
                  <a:pt x="4660" y="20429"/>
                  <a:pt x="6055" y="20544"/>
                </a:cubicBezTo>
                <a:cubicBezTo>
                  <a:pt x="5979" y="20606"/>
                  <a:pt x="5931" y="20670"/>
                  <a:pt x="5931" y="20735"/>
                </a:cubicBezTo>
                <a:cubicBezTo>
                  <a:pt x="5931" y="21213"/>
                  <a:pt x="7997" y="21599"/>
                  <a:pt x="10547" y="21599"/>
                </a:cubicBezTo>
                <a:cubicBezTo>
                  <a:pt x="13097" y="21599"/>
                  <a:pt x="15164" y="21213"/>
                  <a:pt x="15164" y="20735"/>
                </a:cubicBezTo>
                <a:cubicBezTo>
                  <a:pt x="15164" y="20670"/>
                  <a:pt x="15115" y="20606"/>
                  <a:pt x="15040" y="20544"/>
                </a:cubicBezTo>
                <a:cubicBezTo>
                  <a:pt x="16434" y="20429"/>
                  <a:pt x="17830" y="20266"/>
                  <a:pt x="19215" y="20046"/>
                </a:cubicBezTo>
                <a:cubicBezTo>
                  <a:pt x="19762" y="19959"/>
                  <a:pt x="20211" y="19434"/>
                  <a:pt x="20338" y="18731"/>
                </a:cubicBezTo>
                <a:cubicBezTo>
                  <a:pt x="21347" y="13181"/>
                  <a:pt x="21347" y="7553"/>
                  <a:pt x="20338" y="200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4" name="AutoShape 142"/>
          <p:cNvSpPr/>
          <p:nvPr/>
        </p:nvSpPr>
        <p:spPr bwMode="auto">
          <a:xfrm>
            <a:off x="1812565" y="4045950"/>
            <a:ext cx="28247" cy="2824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7200"/>
                </a:moveTo>
                <a:cubicBezTo>
                  <a:pt x="12779" y="7200"/>
                  <a:pt x="14399" y="8820"/>
                  <a:pt x="14399" y="10800"/>
                </a:cubicBezTo>
                <a:cubicBezTo>
                  <a:pt x="14399" y="12779"/>
                  <a:pt x="12779" y="14400"/>
                  <a:pt x="10800" y="14400"/>
                </a:cubicBezTo>
                <a:cubicBezTo>
                  <a:pt x="8820" y="14400"/>
                  <a:pt x="7199" y="12779"/>
                  <a:pt x="7199" y="10800"/>
                </a:cubicBezTo>
                <a:cubicBezTo>
                  <a:pt x="7199" y="8820"/>
                  <a:pt x="8820" y="7200"/>
                  <a:pt x="10800" y="7200"/>
                </a:cubicBezTo>
                <a:moveTo>
                  <a:pt x="10800" y="21599"/>
                </a:moveTo>
                <a:cubicBezTo>
                  <a:pt x="16762" y="21599"/>
                  <a:pt x="21600" y="16762"/>
                  <a:pt x="21600" y="10800"/>
                </a:cubicBezTo>
                <a:cubicBezTo>
                  <a:pt x="21600" y="4837"/>
                  <a:pt x="16762" y="0"/>
                  <a:pt x="10800" y="0"/>
                </a:cubicBezTo>
                <a:cubicBezTo>
                  <a:pt x="4837" y="0"/>
                  <a:pt x="0" y="4837"/>
                  <a:pt x="0" y="10800"/>
                </a:cubicBezTo>
                <a:cubicBezTo>
                  <a:pt x="0" y="16762"/>
                  <a:pt x="4837" y="21599"/>
                  <a:pt x="10800" y="2159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5" name="AutoShape 143"/>
          <p:cNvSpPr/>
          <p:nvPr/>
        </p:nvSpPr>
        <p:spPr bwMode="auto">
          <a:xfrm>
            <a:off x="1803150" y="4169698"/>
            <a:ext cx="37662" cy="941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8899" y="0"/>
                </a:moveTo>
                <a:lnTo>
                  <a:pt x="2699" y="0"/>
                </a:lnTo>
                <a:cubicBezTo>
                  <a:pt x="1210" y="0"/>
                  <a:pt x="0" y="4841"/>
                  <a:pt x="0" y="10800"/>
                </a:cubicBezTo>
                <a:cubicBezTo>
                  <a:pt x="0" y="16758"/>
                  <a:pt x="1210" y="21599"/>
                  <a:pt x="2699" y="21599"/>
                </a:cubicBezTo>
                <a:lnTo>
                  <a:pt x="18899" y="21599"/>
                </a:lnTo>
                <a:cubicBezTo>
                  <a:pt x="20389" y="21599"/>
                  <a:pt x="21600" y="16758"/>
                  <a:pt x="21600" y="10800"/>
                </a:cubicBezTo>
                <a:cubicBezTo>
                  <a:pt x="21600" y="4841"/>
                  <a:pt x="20389" y="0"/>
                  <a:pt x="18899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6" name="AutoShape 144"/>
          <p:cNvSpPr/>
          <p:nvPr/>
        </p:nvSpPr>
        <p:spPr bwMode="auto">
          <a:xfrm>
            <a:off x="1812565" y="4141451"/>
            <a:ext cx="37662" cy="941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8899" y="0"/>
                </a:moveTo>
                <a:lnTo>
                  <a:pt x="2699" y="0"/>
                </a:lnTo>
                <a:cubicBezTo>
                  <a:pt x="1210" y="0"/>
                  <a:pt x="0" y="4841"/>
                  <a:pt x="0" y="10800"/>
                </a:cubicBezTo>
                <a:cubicBezTo>
                  <a:pt x="0" y="16758"/>
                  <a:pt x="1210" y="21599"/>
                  <a:pt x="2699" y="21599"/>
                </a:cubicBezTo>
                <a:lnTo>
                  <a:pt x="18899" y="21599"/>
                </a:lnTo>
                <a:cubicBezTo>
                  <a:pt x="20389" y="21599"/>
                  <a:pt x="21600" y="16758"/>
                  <a:pt x="21600" y="10800"/>
                </a:cubicBezTo>
                <a:cubicBezTo>
                  <a:pt x="21600" y="4841"/>
                  <a:pt x="20389" y="0"/>
                  <a:pt x="18899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7" name="AutoShape 145"/>
          <p:cNvSpPr/>
          <p:nvPr/>
        </p:nvSpPr>
        <p:spPr bwMode="auto">
          <a:xfrm>
            <a:off x="1812565" y="4113204"/>
            <a:ext cx="37662" cy="941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8899" y="0"/>
                </a:moveTo>
                <a:lnTo>
                  <a:pt x="2699" y="0"/>
                </a:lnTo>
                <a:cubicBezTo>
                  <a:pt x="1210" y="0"/>
                  <a:pt x="0" y="4841"/>
                  <a:pt x="0" y="10800"/>
                </a:cubicBezTo>
                <a:cubicBezTo>
                  <a:pt x="0" y="16758"/>
                  <a:pt x="1210" y="21599"/>
                  <a:pt x="2699" y="21599"/>
                </a:cubicBezTo>
                <a:lnTo>
                  <a:pt x="18899" y="21599"/>
                </a:lnTo>
                <a:cubicBezTo>
                  <a:pt x="20389" y="21599"/>
                  <a:pt x="21600" y="16758"/>
                  <a:pt x="21600" y="10800"/>
                </a:cubicBezTo>
                <a:cubicBezTo>
                  <a:pt x="21600" y="4841"/>
                  <a:pt x="20389" y="0"/>
                  <a:pt x="18899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218" name="AutoShape 146"/>
          <p:cNvSpPr/>
          <p:nvPr/>
        </p:nvSpPr>
        <p:spPr bwMode="auto">
          <a:xfrm>
            <a:off x="1651156" y="4074197"/>
            <a:ext cx="56493" cy="40352"/>
          </a:xfrm>
          <a:custGeom>
            <a:avLst/>
            <a:gdLst>
              <a:gd name="T0" fmla="+- 0 10822 44"/>
              <a:gd name="T1" fmla="*/ T0 w 21556"/>
              <a:gd name="T2" fmla="+- 0 10826 53"/>
              <a:gd name="T3" fmla="*/ 10826 h 21547"/>
              <a:gd name="T4" fmla="+- 0 10822 44"/>
              <a:gd name="T5" fmla="*/ T4 w 21556"/>
              <a:gd name="T6" fmla="+- 0 10826 53"/>
              <a:gd name="T7" fmla="*/ 10826 h 21547"/>
              <a:gd name="T8" fmla="+- 0 10822 44"/>
              <a:gd name="T9" fmla="*/ T8 w 21556"/>
              <a:gd name="T10" fmla="+- 0 10826 53"/>
              <a:gd name="T11" fmla="*/ 10826 h 21547"/>
              <a:gd name="T12" fmla="+- 0 10822 44"/>
              <a:gd name="T13" fmla="*/ T12 w 21556"/>
              <a:gd name="T14" fmla="+- 0 10826 53"/>
              <a:gd name="T15" fmla="*/ 10826 h 2154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56" h="21547">
                <a:moveTo>
                  <a:pt x="19751" y="2"/>
                </a:moveTo>
                <a:lnTo>
                  <a:pt x="3200" y="1845"/>
                </a:lnTo>
                <a:cubicBezTo>
                  <a:pt x="2215" y="2010"/>
                  <a:pt x="1272" y="3284"/>
                  <a:pt x="1106" y="4676"/>
                </a:cubicBezTo>
                <a:lnTo>
                  <a:pt x="1" y="18986"/>
                </a:lnTo>
                <a:cubicBezTo>
                  <a:pt x="-44" y="20398"/>
                  <a:pt x="724" y="21547"/>
                  <a:pt x="1712" y="21547"/>
                </a:cubicBezTo>
                <a:cubicBezTo>
                  <a:pt x="2698" y="21547"/>
                  <a:pt x="3542" y="20398"/>
                  <a:pt x="3582" y="18978"/>
                </a:cubicBezTo>
                <a:lnTo>
                  <a:pt x="4185" y="9251"/>
                </a:lnTo>
                <a:cubicBezTo>
                  <a:pt x="4319" y="7849"/>
                  <a:pt x="5235" y="6592"/>
                  <a:pt x="6220" y="6447"/>
                </a:cubicBezTo>
                <a:lnTo>
                  <a:pt x="19751" y="5128"/>
                </a:lnTo>
                <a:cubicBezTo>
                  <a:pt x="20743" y="5078"/>
                  <a:pt x="21556" y="3884"/>
                  <a:pt x="21556" y="2467"/>
                </a:cubicBezTo>
                <a:cubicBezTo>
                  <a:pt x="21556" y="1055"/>
                  <a:pt x="20743" y="-53"/>
                  <a:pt x="19751" y="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219" name="组合 218"/>
          <p:cNvGrpSpPr/>
          <p:nvPr/>
        </p:nvGrpSpPr>
        <p:grpSpPr>
          <a:xfrm>
            <a:off x="965164" y="3978696"/>
            <a:ext cx="305334" cy="267672"/>
            <a:chOff x="1035050" y="1447800"/>
            <a:chExt cx="360363" cy="315913"/>
          </a:xfrm>
          <a:solidFill>
            <a:schemeClr val="accent1"/>
          </a:solidFill>
        </p:grpSpPr>
        <p:sp>
          <p:nvSpPr>
            <p:cNvPr id="220" name="AutoShape 147"/>
            <p:cNvSpPr/>
            <p:nvPr/>
          </p:nvSpPr>
          <p:spPr bwMode="auto">
            <a:xfrm>
              <a:off x="1035050" y="1447800"/>
              <a:ext cx="360363" cy="315913"/>
            </a:xfrm>
            <a:custGeom>
              <a:avLst/>
              <a:gdLst>
                <a:gd name="T0" fmla="+- 0 10800 597"/>
                <a:gd name="T1" fmla="*/ T0 w 20407"/>
                <a:gd name="T2" fmla="+- 0 11028 672"/>
                <a:gd name="T3" fmla="*/ 11028 h 20712"/>
                <a:gd name="T4" fmla="+- 0 10800 597"/>
                <a:gd name="T5" fmla="*/ T4 w 20407"/>
                <a:gd name="T6" fmla="+- 0 11028 672"/>
                <a:gd name="T7" fmla="*/ 11028 h 20712"/>
                <a:gd name="T8" fmla="+- 0 10800 597"/>
                <a:gd name="T9" fmla="*/ T8 w 20407"/>
                <a:gd name="T10" fmla="+- 0 11028 672"/>
                <a:gd name="T11" fmla="*/ 11028 h 20712"/>
                <a:gd name="T12" fmla="+- 0 10800 597"/>
                <a:gd name="T13" fmla="*/ T12 w 20407"/>
                <a:gd name="T14" fmla="+- 0 11028 672"/>
                <a:gd name="T15" fmla="*/ 11028 h 2071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407" h="20712">
                  <a:moveTo>
                    <a:pt x="17706" y="10922"/>
                  </a:moveTo>
                  <a:lnTo>
                    <a:pt x="10657" y="19017"/>
                  </a:lnTo>
                  <a:cubicBezTo>
                    <a:pt x="10407" y="19305"/>
                    <a:pt x="9998" y="19305"/>
                    <a:pt x="9748" y="19017"/>
                  </a:cubicBezTo>
                  <a:lnTo>
                    <a:pt x="2699" y="10922"/>
                  </a:lnTo>
                  <a:cubicBezTo>
                    <a:pt x="817" y="8762"/>
                    <a:pt x="817" y="5247"/>
                    <a:pt x="2699" y="3087"/>
                  </a:cubicBezTo>
                  <a:cubicBezTo>
                    <a:pt x="4512" y="1004"/>
                    <a:pt x="7429" y="931"/>
                    <a:pt x="9338" y="2923"/>
                  </a:cubicBezTo>
                  <a:lnTo>
                    <a:pt x="10202" y="3825"/>
                  </a:lnTo>
                  <a:lnTo>
                    <a:pt x="11067" y="2923"/>
                  </a:lnTo>
                  <a:cubicBezTo>
                    <a:pt x="12976" y="931"/>
                    <a:pt x="15893" y="1004"/>
                    <a:pt x="17706" y="3087"/>
                  </a:cubicBezTo>
                  <a:cubicBezTo>
                    <a:pt x="19588" y="5247"/>
                    <a:pt x="19588" y="8762"/>
                    <a:pt x="17706" y="10922"/>
                  </a:cubicBezTo>
                  <a:moveTo>
                    <a:pt x="18616" y="2043"/>
                  </a:moveTo>
                  <a:cubicBezTo>
                    <a:pt x="16301" y="-617"/>
                    <a:pt x="12601" y="-672"/>
                    <a:pt x="10202" y="1830"/>
                  </a:cubicBezTo>
                  <a:cubicBezTo>
                    <a:pt x="7805" y="-672"/>
                    <a:pt x="4104" y="-617"/>
                    <a:pt x="1789" y="2043"/>
                  </a:cubicBezTo>
                  <a:cubicBezTo>
                    <a:pt x="-597" y="4783"/>
                    <a:pt x="-597" y="9226"/>
                    <a:pt x="1789" y="11967"/>
                  </a:cubicBezTo>
                  <a:cubicBezTo>
                    <a:pt x="2470" y="12750"/>
                    <a:pt x="8838" y="20061"/>
                    <a:pt x="8838" y="20061"/>
                  </a:cubicBezTo>
                  <a:cubicBezTo>
                    <a:pt x="9592" y="20928"/>
                    <a:pt x="10812" y="20928"/>
                    <a:pt x="11567" y="20061"/>
                  </a:cubicBezTo>
                  <a:cubicBezTo>
                    <a:pt x="11567" y="20061"/>
                    <a:pt x="18539" y="12056"/>
                    <a:pt x="18616" y="11967"/>
                  </a:cubicBezTo>
                  <a:cubicBezTo>
                    <a:pt x="21003" y="9226"/>
                    <a:pt x="21003" y="4783"/>
                    <a:pt x="18616" y="204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21" name="AutoShape 148"/>
            <p:cNvSpPr/>
            <p:nvPr/>
          </p:nvSpPr>
          <p:spPr bwMode="auto">
            <a:xfrm>
              <a:off x="1092200" y="1504950"/>
              <a:ext cx="52388" cy="523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326" y="0"/>
                  </a:moveTo>
                  <a:cubicBezTo>
                    <a:pt x="19317" y="0"/>
                    <a:pt x="19317" y="4"/>
                    <a:pt x="19308" y="4"/>
                  </a:cubicBezTo>
                  <a:cubicBezTo>
                    <a:pt x="8643" y="13"/>
                    <a:pt x="0" y="8659"/>
                    <a:pt x="0" y="19326"/>
                  </a:cubicBezTo>
                  <a:cubicBezTo>
                    <a:pt x="0" y="20580"/>
                    <a:pt x="1019" y="21600"/>
                    <a:pt x="2273" y="21600"/>
                  </a:cubicBezTo>
                  <a:cubicBezTo>
                    <a:pt x="3528" y="21600"/>
                    <a:pt x="4547" y="20580"/>
                    <a:pt x="4547" y="19326"/>
                  </a:cubicBezTo>
                  <a:lnTo>
                    <a:pt x="4547" y="19321"/>
                  </a:lnTo>
                  <a:cubicBezTo>
                    <a:pt x="4547" y="11164"/>
                    <a:pt x="11164" y="4547"/>
                    <a:pt x="19321" y="4547"/>
                  </a:cubicBezTo>
                  <a:lnTo>
                    <a:pt x="19326" y="4547"/>
                  </a:lnTo>
                  <a:cubicBezTo>
                    <a:pt x="20580" y="4547"/>
                    <a:pt x="21599" y="3528"/>
                    <a:pt x="21599" y="2273"/>
                  </a:cubicBezTo>
                  <a:cubicBezTo>
                    <a:pt x="21599" y="1019"/>
                    <a:pt x="20580" y="0"/>
                    <a:pt x="19326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22" name="AutoShape 149"/>
          <p:cNvSpPr/>
          <p:nvPr/>
        </p:nvSpPr>
        <p:spPr bwMode="auto">
          <a:xfrm>
            <a:off x="357187" y="3998873"/>
            <a:ext cx="303988" cy="21790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4" name="Freeform 858"/>
          <p:cNvSpPr>
            <a:spLocks noEditPoints="1"/>
          </p:cNvSpPr>
          <p:nvPr/>
        </p:nvSpPr>
        <p:spPr bwMode="auto">
          <a:xfrm>
            <a:off x="290203" y="1279302"/>
            <a:ext cx="325063" cy="403823"/>
          </a:xfrm>
          <a:custGeom>
            <a:avLst/>
            <a:gdLst>
              <a:gd name="T0" fmla="*/ 0 w 235"/>
              <a:gd name="T1" fmla="*/ 45 h 291"/>
              <a:gd name="T2" fmla="*/ 52 w 235"/>
              <a:gd name="T3" fmla="*/ 1 h 291"/>
              <a:gd name="T4" fmla="*/ 234 w 235"/>
              <a:gd name="T5" fmla="*/ 1 h 291"/>
              <a:gd name="T6" fmla="*/ 234 w 235"/>
              <a:gd name="T7" fmla="*/ 289 h 291"/>
              <a:gd name="T8" fmla="*/ 0 w 235"/>
              <a:gd name="T9" fmla="*/ 289 h 291"/>
              <a:gd name="T10" fmla="*/ 0 w 235"/>
              <a:gd name="T11" fmla="*/ 45 h 291"/>
              <a:gd name="T12" fmla="*/ 59 w 235"/>
              <a:gd name="T13" fmla="*/ 13 h 291"/>
              <a:gd name="T14" fmla="*/ 59 w 235"/>
              <a:gd name="T15" fmla="*/ 53 h 291"/>
              <a:gd name="T16" fmla="*/ 13 w 235"/>
              <a:gd name="T17" fmla="*/ 53 h 291"/>
              <a:gd name="T18" fmla="*/ 13 w 235"/>
              <a:gd name="T19" fmla="*/ 278 h 291"/>
              <a:gd name="T20" fmla="*/ 222 w 235"/>
              <a:gd name="T21" fmla="*/ 278 h 291"/>
              <a:gd name="T22" fmla="*/ 222 w 235"/>
              <a:gd name="T23" fmla="*/ 13 h 291"/>
              <a:gd name="T24" fmla="*/ 59 w 235"/>
              <a:gd name="T25" fmla="*/ 13 h 291"/>
              <a:gd name="T26" fmla="*/ 22 w 235"/>
              <a:gd name="T27" fmla="*/ 41 h 291"/>
              <a:gd name="T28" fmla="*/ 46 w 235"/>
              <a:gd name="T29" fmla="*/ 42 h 291"/>
              <a:gd name="T30" fmla="*/ 46 w 235"/>
              <a:gd name="T31" fmla="*/ 21 h 291"/>
              <a:gd name="T32" fmla="*/ 22 w 235"/>
              <a:gd name="T33" fmla="*/ 41 h 291"/>
              <a:gd name="T34" fmla="*/ 64 w 235"/>
              <a:gd name="T35" fmla="*/ 78 h 291"/>
              <a:gd name="T36" fmla="*/ 70 w 235"/>
              <a:gd name="T37" fmla="*/ 89 h 291"/>
              <a:gd name="T38" fmla="*/ 166 w 235"/>
              <a:gd name="T39" fmla="*/ 90 h 291"/>
              <a:gd name="T40" fmla="*/ 168 w 235"/>
              <a:gd name="T41" fmla="*/ 77 h 291"/>
              <a:gd name="T42" fmla="*/ 64 w 235"/>
              <a:gd name="T43" fmla="*/ 78 h 291"/>
              <a:gd name="T44" fmla="*/ 51 w 235"/>
              <a:gd name="T45" fmla="*/ 115 h 291"/>
              <a:gd name="T46" fmla="*/ 51 w 235"/>
              <a:gd name="T47" fmla="*/ 125 h 291"/>
              <a:gd name="T48" fmla="*/ 183 w 235"/>
              <a:gd name="T49" fmla="*/ 125 h 291"/>
              <a:gd name="T50" fmla="*/ 183 w 235"/>
              <a:gd name="T51" fmla="*/ 115 h 291"/>
              <a:gd name="T52" fmla="*/ 51 w 235"/>
              <a:gd name="T53" fmla="*/ 115 h 291"/>
              <a:gd name="T54" fmla="*/ 51 w 235"/>
              <a:gd name="T55" fmla="*/ 135 h 291"/>
              <a:gd name="T56" fmla="*/ 51 w 235"/>
              <a:gd name="T57" fmla="*/ 146 h 291"/>
              <a:gd name="T58" fmla="*/ 172 w 235"/>
              <a:gd name="T59" fmla="*/ 146 h 291"/>
              <a:gd name="T60" fmla="*/ 188 w 235"/>
              <a:gd name="T61" fmla="*/ 138 h 291"/>
              <a:gd name="T62" fmla="*/ 51 w 235"/>
              <a:gd name="T63" fmla="*/ 135 h 291"/>
              <a:gd name="T64" fmla="*/ 164 w 235"/>
              <a:gd name="T65" fmla="*/ 166 h 291"/>
              <a:gd name="T66" fmla="*/ 153 w 235"/>
              <a:gd name="T67" fmla="*/ 232 h 291"/>
              <a:gd name="T68" fmla="*/ 190 w 235"/>
              <a:gd name="T69" fmla="*/ 231 h 291"/>
              <a:gd name="T70" fmla="*/ 197 w 235"/>
              <a:gd name="T71" fmla="*/ 178 h 291"/>
              <a:gd name="T72" fmla="*/ 164 w 235"/>
              <a:gd name="T73" fmla="*/ 166 h 291"/>
              <a:gd name="T74" fmla="*/ 164 w 235"/>
              <a:gd name="T75" fmla="*/ 180 h 291"/>
              <a:gd name="T76" fmla="*/ 158 w 235"/>
              <a:gd name="T77" fmla="*/ 217 h 291"/>
              <a:gd name="T78" fmla="*/ 191 w 235"/>
              <a:gd name="T79" fmla="*/ 198 h 291"/>
              <a:gd name="T80" fmla="*/ 164 w 235"/>
              <a:gd name="T81" fmla="*/ 180 h 291"/>
              <a:gd name="T82" fmla="*/ 168 w 235"/>
              <a:gd name="T83" fmla="*/ 185 h 291"/>
              <a:gd name="T84" fmla="*/ 155 w 235"/>
              <a:gd name="T85" fmla="*/ 203 h 291"/>
              <a:gd name="T86" fmla="*/ 181 w 235"/>
              <a:gd name="T87" fmla="*/ 212 h 291"/>
              <a:gd name="T88" fmla="*/ 168 w 235"/>
              <a:gd name="T89" fmla="*/ 185 h 291"/>
              <a:gd name="T90" fmla="*/ 50 w 235"/>
              <a:gd name="T91" fmla="*/ 227 h 291"/>
              <a:gd name="T92" fmla="*/ 50 w 235"/>
              <a:gd name="T93" fmla="*/ 237 h 291"/>
              <a:gd name="T94" fmla="*/ 109 w 235"/>
              <a:gd name="T95" fmla="*/ 237 h 291"/>
              <a:gd name="T96" fmla="*/ 109 w 235"/>
              <a:gd name="T97" fmla="*/ 227 h 291"/>
              <a:gd name="T98" fmla="*/ 50 w 235"/>
              <a:gd name="T99" fmla="*/ 227 h 291"/>
              <a:gd name="T100" fmla="*/ 152 w 235"/>
              <a:gd name="T101" fmla="*/ 236 h 291"/>
              <a:gd name="T102" fmla="*/ 146 w 235"/>
              <a:gd name="T103" fmla="*/ 255 h 291"/>
              <a:gd name="T104" fmla="*/ 164 w 235"/>
              <a:gd name="T105" fmla="*/ 260 h 291"/>
              <a:gd name="T106" fmla="*/ 168 w 235"/>
              <a:gd name="T107" fmla="*/ 242 h 291"/>
              <a:gd name="T108" fmla="*/ 152 w 235"/>
              <a:gd name="T109" fmla="*/ 236 h 291"/>
              <a:gd name="T110" fmla="*/ 172 w 235"/>
              <a:gd name="T111" fmla="*/ 241 h 291"/>
              <a:gd name="T112" fmla="*/ 177 w 235"/>
              <a:gd name="T113" fmla="*/ 260 h 291"/>
              <a:gd name="T114" fmla="*/ 195 w 235"/>
              <a:gd name="T115" fmla="*/ 255 h 291"/>
              <a:gd name="T116" fmla="*/ 187 w 235"/>
              <a:gd name="T117" fmla="*/ 237 h 291"/>
              <a:gd name="T118" fmla="*/ 172 w 235"/>
              <a:gd name="T119" fmla="*/ 241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35" h="291">
                <a:moveTo>
                  <a:pt x="0" y="45"/>
                </a:moveTo>
                <a:cubicBezTo>
                  <a:pt x="18" y="31"/>
                  <a:pt x="33" y="13"/>
                  <a:pt x="52" y="1"/>
                </a:cubicBezTo>
                <a:cubicBezTo>
                  <a:pt x="113" y="0"/>
                  <a:pt x="173" y="0"/>
                  <a:pt x="234" y="1"/>
                </a:cubicBezTo>
                <a:cubicBezTo>
                  <a:pt x="235" y="97"/>
                  <a:pt x="235" y="193"/>
                  <a:pt x="234" y="289"/>
                </a:cubicBezTo>
                <a:cubicBezTo>
                  <a:pt x="156" y="291"/>
                  <a:pt x="78" y="291"/>
                  <a:pt x="0" y="289"/>
                </a:cubicBezTo>
                <a:cubicBezTo>
                  <a:pt x="0" y="208"/>
                  <a:pt x="0" y="126"/>
                  <a:pt x="0" y="45"/>
                </a:cubicBezTo>
                <a:close/>
                <a:moveTo>
                  <a:pt x="59" y="13"/>
                </a:moveTo>
                <a:cubicBezTo>
                  <a:pt x="59" y="26"/>
                  <a:pt x="59" y="39"/>
                  <a:pt x="59" y="53"/>
                </a:cubicBezTo>
                <a:cubicBezTo>
                  <a:pt x="43" y="53"/>
                  <a:pt x="28" y="53"/>
                  <a:pt x="13" y="53"/>
                </a:cubicBezTo>
                <a:cubicBezTo>
                  <a:pt x="13" y="128"/>
                  <a:pt x="12" y="203"/>
                  <a:pt x="13" y="278"/>
                </a:cubicBezTo>
                <a:cubicBezTo>
                  <a:pt x="83" y="278"/>
                  <a:pt x="152" y="278"/>
                  <a:pt x="222" y="278"/>
                </a:cubicBezTo>
                <a:cubicBezTo>
                  <a:pt x="223" y="190"/>
                  <a:pt x="222" y="101"/>
                  <a:pt x="222" y="13"/>
                </a:cubicBezTo>
                <a:cubicBezTo>
                  <a:pt x="168" y="13"/>
                  <a:pt x="113" y="13"/>
                  <a:pt x="59" y="13"/>
                </a:cubicBezTo>
                <a:close/>
                <a:moveTo>
                  <a:pt x="22" y="41"/>
                </a:moveTo>
                <a:cubicBezTo>
                  <a:pt x="30" y="42"/>
                  <a:pt x="38" y="42"/>
                  <a:pt x="46" y="42"/>
                </a:cubicBezTo>
                <a:cubicBezTo>
                  <a:pt x="46" y="35"/>
                  <a:pt x="46" y="28"/>
                  <a:pt x="46" y="21"/>
                </a:cubicBezTo>
                <a:cubicBezTo>
                  <a:pt x="38" y="28"/>
                  <a:pt x="30" y="35"/>
                  <a:pt x="22" y="41"/>
                </a:cubicBezTo>
                <a:close/>
                <a:moveTo>
                  <a:pt x="64" y="78"/>
                </a:moveTo>
                <a:cubicBezTo>
                  <a:pt x="65" y="81"/>
                  <a:pt x="68" y="86"/>
                  <a:pt x="70" y="89"/>
                </a:cubicBezTo>
                <a:cubicBezTo>
                  <a:pt x="102" y="92"/>
                  <a:pt x="134" y="90"/>
                  <a:pt x="166" y="90"/>
                </a:cubicBezTo>
                <a:cubicBezTo>
                  <a:pt x="167" y="87"/>
                  <a:pt x="168" y="80"/>
                  <a:pt x="168" y="77"/>
                </a:cubicBezTo>
                <a:cubicBezTo>
                  <a:pt x="133" y="77"/>
                  <a:pt x="99" y="75"/>
                  <a:pt x="64" y="78"/>
                </a:cubicBezTo>
                <a:close/>
                <a:moveTo>
                  <a:pt x="51" y="115"/>
                </a:moveTo>
                <a:cubicBezTo>
                  <a:pt x="51" y="117"/>
                  <a:pt x="51" y="122"/>
                  <a:pt x="51" y="125"/>
                </a:cubicBezTo>
                <a:cubicBezTo>
                  <a:pt x="95" y="125"/>
                  <a:pt x="139" y="126"/>
                  <a:pt x="183" y="125"/>
                </a:cubicBezTo>
                <a:cubicBezTo>
                  <a:pt x="183" y="122"/>
                  <a:pt x="183" y="118"/>
                  <a:pt x="183" y="115"/>
                </a:cubicBezTo>
                <a:cubicBezTo>
                  <a:pt x="139" y="114"/>
                  <a:pt x="95" y="115"/>
                  <a:pt x="51" y="115"/>
                </a:cubicBezTo>
                <a:close/>
                <a:moveTo>
                  <a:pt x="51" y="135"/>
                </a:moveTo>
                <a:cubicBezTo>
                  <a:pt x="51" y="138"/>
                  <a:pt x="51" y="143"/>
                  <a:pt x="51" y="146"/>
                </a:cubicBezTo>
                <a:cubicBezTo>
                  <a:pt x="91" y="146"/>
                  <a:pt x="132" y="146"/>
                  <a:pt x="172" y="146"/>
                </a:cubicBezTo>
                <a:cubicBezTo>
                  <a:pt x="179" y="147"/>
                  <a:pt x="184" y="143"/>
                  <a:pt x="188" y="138"/>
                </a:cubicBezTo>
                <a:cubicBezTo>
                  <a:pt x="142" y="133"/>
                  <a:pt x="96" y="137"/>
                  <a:pt x="51" y="135"/>
                </a:cubicBezTo>
                <a:close/>
                <a:moveTo>
                  <a:pt x="164" y="166"/>
                </a:moveTo>
                <a:cubicBezTo>
                  <a:pt x="132" y="169"/>
                  <a:pt x="125" y="218"/>
                  <a:pt x="153" y="232"/>
                </a:cubicBezTo>
                <a:cubicBezTo>
                  <a:pt x="165" y="237"/>
                  <a:pt x="178" y="236"/>
                  <a:pt x="190" y="231"/>
                </a:cubicBezTo>
                <a:cubicBezTo>
                  <a:pt x="207" y="219"/>
                  <a:pt x="212" y="193"/>
                  <a:pt x="197" y="178"/>
                </a:cubicBezTo>
                <a:cubicBezTo>
                  <a:pt x="191" y="168"/>
                  <a:pt x="176" y="164"/>
                  <a:pt x="164" y="166"/>
                </a:cubicBezTo>
                <a:close/>
                <a:moveTo>
                  <a:pt x="164" y="180"/>
                </a:moveTo>
                <a:cubicBezTo>
                  <a:pt x="149" y="185"/>
                  <a:pt x="143" y="208"/>
                  <a:pt x="158" y="217"/>
                </a:cubicBezTo>
                <a:cubicBezTo>
                  <a:pt x="171" y="230"/>
                  <a:pt x="194" y="215"/>
                  <a:pt x="191" y="198"/>
                </a:cubicBezTo>
                <a:cubicBezTo>
                  <a:pt x="191" y="186"/>
                  <a:pt x="176" y="176"/>
                  <a:pt x="164" y="180"/>
                </a:cubicBezTo>
                <a:close/>
                <a:moveTo>
                  <a:pt x="168" y="185"/>
                </a:moveTo>
                <a:cubicBezTo>
                  <a:pt x="160" y="186"/>
                  <a:pt x="153" y="194"/>
                  <a:pt x="155" y="203"/>
                </a:cubicBezTo>
                <a:cubicBezTo>
                  <a:pt x="155" y="215"/>
                  <a:pt x="173" y="221"/>
                  <a:pt x="181" y="212"/>
                </a:cubicBezTo>
                <a:cubicBezTo>
                  <a:pt x="193" y="202"/>
                  <a:pt x="183" y="182"/>
                  <a:pt x="168" y="185"/>
                </a:cubicBezTo>
                <a:close/>
                <a:moveTo>
                  <a:pt x="50" y="227"/>
                </a:moveTo>
                <a:cubicBezTo>
                  <a:pt x="50" y="229"/>
                  <a:pt x="50" y="234"/>
                  <a:pt x="50" y="237"/>
                </a:cubicBezTo>
                <a:cubicBezTo>
                  <a:pt x="70" y="237"/>
                  <a:pt x="89" y="237"/>
                  <a:pt x="109" y="237"/>
                </a:cubicBezTo>
                <a:cubicBezTo>
                  <a:pt x="109" y="234"/>
                  <a:pt x="109" y="229"/>
                  <a:pt x="109" y="227"/>
                </a:cubicBezTo>
                <a:cubicBezTo>
                  <a:pt x="89" y="227"/>
                  <a:pt x="70" y="226"/>
                  <a:pt x="50" y="227"/>
                </a:cubicBezTo>
                <a:close/>
                <a:moveTo>
                  <a:pt x="152" y="236"/>
                </a:moveTo>
                <a:cubicBezTo>
                  <a:pt x="150" y="242"/>
                  <a:pt x="148" y="248"/>
                  <a:pt x="146" y="255"/>
                </a:cubicBezTo>
                <a:cubicBezTo>
                  <a:pt x="152" y="257"/>
                  <a:pt x="158" y="258"/>
                  <a:pt x="164" y="260"/>
                </a:cubicBezTo>
                <a:cubicBezTo>
                  <a:pt x="165" y="254"/>
                  <a:pt x="167" y="248"/>
                  <a:pt x="168" y="242"/>
                </a:cubicBezTo>
                <a:cubicBezTo>
                  <a:pt x="163" y="240"/>
                  <a:pt x="157" y="238"/>
                  <a:pt x="152" y="236"/>
                </a:cubicBezTo>
                <a:close/>
                <a:moveTo>
                  <a:pt x="172" y="241"/>
                </a:moveTo>
                <a:cubicBezTo>
                  <a:pt x="174" y="248"/>
                  <a:pt x="175" y="254"/>
                  <a:pt x="177" y="260"/>
                </a:cubicBezTo>
                <a:cubicBezTo>
                  <a:pt x="183" y="258"/>
                  <a:pt x="189" y="256"/>
                  <a:pt x="195" y="255"/>
                </a:cubicBezTo>
                <a:cubicBezTo>
                  <a:pt x="193" y="248"/>
                  <a:pt x="191" y="242"/>
                  <a:pt x="187" y="237"/>
                </a:cubicBezTo>
                <a:cubicBezTo>
                  <a:pt x="182" y="238"/>
                  <a:pt x="177" y="240"/>
                  <a:pt x="172" y="2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859"/>
          <p:cNvSpPr>
            <a:spLocks noEditPoints="1"/>
          </p:cNvSpPr>
          <p:nvPr/>
        </p:nvSpPr>
        <p:spPr bwMode="auto">
          <a:xfrm>
            <a:off x="1124401" y="1279302"/>
            <a:ext cx="429598" cy="441054"/>
          </a:xfrm>
          <a:custGeom>
            <a:avLst/>
            <a:gdLst>
              <a:gd name="T0" fmla="*/ 287 w 310"/>
              <a:gd name="T1" fmla="*/ 15 h 318"/>
              <a:gd name="T2" fmla="*/ 310 w 310"/>
              <a:gd name="T3" fmla="*/ 0 h 318"/>
              <a:gd name="T4" fmla="*/ 252 w 310"/>
              <a:gd name="T5" fmla="*/ 72 h 318"/>
              <a:gd name="T6" fmla="*/ 157 w 310"/>
              <a:gd name="T7" fmla="*/ 157 h 318"/>
              <a:gd name="T8" fmla="*/ 147 w 310"/>
              <a:gd name="T9" fmla="*/ 147 h 318"/>
              <a:gd name="T10" fmla="*/ 186 w 310"/>
              <a:gd name="T11" fmla="*/ 98 h 318"/>
              <a:gd name="T12" fmla="*/ 287 w 310"/>
              <a:gd name="T13" fmla="*/ 15 h 318"/>
              <a:gd name="T14" fmla="*/ 15 w 310"/>
              <a:gd name="T15" fmla="*/ 120 h 318"/>
              <a:gd name="T16" fmla="*/ 60 w 310"/>
              <a:gd name="T17" fmla="*/ 264 h 318"/>
              <a:gd name="T18" fmla="*/ 256 w 310"/>
              <a:gd name="T19" fmla="*/ 274 h 318"/>
              <a:gd name="T20" fmla="*/ 291 w 310"/>
              <a:gd name="T21" fmla="*/ 149 h 318"/>
              <a:gd name="T22" fmla="*/ 239 w 310"/>
              <a:gd name="T23" fmla="*/ 95 h 318"/>
              <a:gd name="T24" fmla="*/ 228 w 310"/>
              <a:gd name="T25" fmla="*/ 105 h 318"/>
              <a:gd name="T26" fmla="*/ 268 w 310"/>
              <a:gd name="T27" fmla="*/ 138 h 318"/>
              <a:gd name="T28" fmla="*/ 260 w 310"/>
              <a:gd name="T29" fmla="*/ 249 h 318"/>
              <a:gd name="T30" fmla="*/ 148 w 310"/>
              <a:gd name="T31" fmla="*/ 287 h 318"/>
              <a:gd name="T32" fmla="*/ 23 w 310"/>
              <a:gd name="T33" fmla="*/ 152 h 318"/>
              <a:gd name="T34" fmla="*/ 134 w 310"/>
              <a:gd name="T35" fmla="*/ 40 h 318"/>
              <a:gd name="T36" fmla="*/ 166 w 310"/>
              <a:gd name="T37" fmla="*/ 55 h 318"/>
              <a:gd name="T38" fmla="*/ 172 w 310"/>
              <a:gd name="T39" fmla="*/ 106 h 318"/>
              <a:gd name="T40" fmla="*/ 179 w 310"/>
              <a:gd name="T41" fmla="*/ 67 h 318"/>
              <a:gd name="T42" fmla="*/ 142 w 310"/>
              <a:gd name="T43" fmla="*/ 27 h 318"/>
              <a:gd name="T44" fmla="*/ 15 w 310"/>
              <a:gd name="T45" fmla="*/ 120 h 318"/>
              <a:gd name="T46" fmla="*/ 107 w 310"/>
              <a:gd name="T47" fmla="*/ 81 h 318"/>
              <a:gd name="T48" fmla="*/ 94 w 310"/>
              <a:gd name="T49" fmla="*/ 114 h 318"/>
              <a:gd name="T50" fmla="*/ 149 w 310"/>
              <a:gd name="T51" fmla="*/ 99 h 318"/>
              <a:gd name="T52" fmla="*/ 107 w 310"/>
              <a:gd name="T53" fmla="*/ 81 h 318"/>
              <a:gd name="T54" fmla="*/ 105 w 310"/>
              <a:gd name="T55" fmla="*/ 113 h 318"/>
              <a:gd name="T56" fmla="*/ 120 w 310"/>
              <a:gd name="T57" fmla="*/ 91 h 318"/>
              <a:gd name="T58" fmla="*/ 134 w 310"/>
              <a:gd name="T59" fmla="*/ 107 h 318"/>
              <a:gd name="T60" fmla="*/ 105 w 310"/>
              <a:gd name="T61" fmla="*/ 113 h 318"/>
              <a:gd name="T62" fmla="*/ 212 w 310"/>
              <a:gd name="T63" fmla="*/ 125 h 318"/>
              <a:gd name="T64" fmla="*/ 212 w 310"/>
              <a:gd name="T65" fmla="*/ 146 h 318"/>
              <a:gd name="T66" fmla="*/ 236 w 310"/>
              <a:gd name="T67" fmla="*/ 153 h 318"/>
              <a:gd name="T68" fmla="*/ 212 w 310"/>
              <a:gd name="T69" fmla="*/ 125 h 318"/>
              <a:gd name="T70" fmla="*/ 110 w 310"/>
              <a:gd name="T71" fmla="*/ 191 h 318"/>
              <a:gd name="T72" fmla="*/ 148 w 310"/>
              <a:gd name="T73" fmla="*/ 176 h 318"/>
              <a:gd name="T74" fmla="*/ 149 w 310"/>
              <a:gd name="T75" fmla="*/ 149 h 318"/>
              <a:gd name="T76" fmla="*/ 110 w 310"/>
              <a:gd name="T77" fmla="*/ 191 h 318"/>
              <a:gd name="T78" fmla="*/ 244 w 310"/>
              <a:gd name="T79" fmla="*/ 180 h 318"/>
              <a:gd name="T80" fmla="*/ 269 w 310"/>
              <a:gd name="T81" fmla="*/ 177 h 318"/>
              <a:gd name="T82" fmla="*/ 245 w 310"/>
              <a:gd name="T83" fmla="*/ 232 h 318"/>
              <a:gd name="T84" fmla="*/ 244 w 310"/>
              <a:gd name="T85" fmla="*/ 180 h 318"/>
              <a:gd name="T86" fmla="*/ 58 w 310"/>
              <a:gd name="T87" fmla="*/ 192 h 318"/>
              <a:gd name="T88" fmla="*/ 91 w 310"/>
              <a:gd name="T89" fmla="*/ 206 h 318"/>
              <a:gd name="T90" fmla="*/ 68 w 310"/>
              <a:gd name="T91" fmla="*/ 231 h 318"/>
              <a:gd name="T92" fmla="*/ 58 w 310"/>
              <a:gd name="T93" fmla="*/ 192 h 318"/>
              <a:gd name="T94" fmla="*/ 208 w 310"/>
              <a:gd name="T95" fmla="*/ 221 h 318"/>
              <a:gd name="T96" fmla="*/ 227 w 310"/>
              <a:gd name="T97" fmla="*/ 229 h 318"/>
              <a:gd name="T98" fmla="*/ 206 w 310"/>
              <a:gd name="T99" fmla="*/ 263 h 318"/>
              <a:gd name="T100" fmla="*/ 168 w 310"/>
              <a:gd name="T101" fmla="*/ 254 h 318"/>
              <a:gd name="T102" fmla="*/ 208 w 310"/>
              <a:gd name="T103" fmla="*/ 221 h 318"/>
              <a:gd name="T104" fmla="*/ 103 w 310"/>
              <a:gd name="T105" fmla="*/ 229 h 318"/>
              <a:gd name="T106" fmla="*/ 145 w 310"/>
              <a:gd name="T107" fmla="*/ 237 h 318"/>
              <a:gd name="T108" fmla="*/ 136 w 310"/>
              <a:gd name="T109" fmla="*/ 266 h 318"/>
              <a:gd name="T110" fmla="*/ 106 w 310"/>
              <a:gd name="T111" fmla="*/ 257 h 318"/>
              <a:gd name="T112" fmla="*/ 103 w 310"/>
              <a:gd name="T113" fmla="*/ 22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0" h="318">
                <a:moveTo>
                  <a:pt x="287" y="15"/>
                </a:moveTo>
                <a:cubicBezTo>
                  <a:pt x="294" y="9"/>
                  <a:pt x="301" y="4"/>
                  <a:pt x="310" y="0"/>
                </a:cubicBezTo>
                <a:cubicBezTo>
                  <a:pt x="294" y="27"/>
                  <a:pt x="271" y="48"/>
                  <a:pt x="252" y="72"/>
                </a:cubicBezTo>
                <a:cubicBezTo>
                  <a:pt x="223" y="104"/>
                  <a:pt x="195" y="137"/>
                  <a:pt x="157" y="157"/>
                </a:cubicBezTo>
                <a:cubicBezTo>
                  <a:pt x="154" y="154"/>
                  <a:pt x="150" y="150"/>
                  <a:pt x="147" y="147"/>
                </a:cubicBezTo>
                <a:cubicBezTo>
                  <a:pt x="158" y="129"/>
                  <a:pt x="171" y="112"/>
                  <a:pt x="186" y="98"/>
                </a:cubicBezTo>
                <a:cubicBezTo>
                  <a:pt x="219" y="69"/>
                  <a:pt x="252" y="42"/>
                  <a:pt x="287" y="15"/>
                </a:cubicBezTo>
                <a:close/>
                <a:moveTo>
                  <a:pt x="15" y="120"/>
                </a:moveTo>
                <a:cubicBezTo>
                  <a:pt x="0" y="172"/>
                  <a:pt x="20" y="229"/>
                  <a:pt x="60" y="264"/>
                </a:cubicBezTo>
                <a:cubicBezTo>
                  <a:pt x="113" y="311"/>
                  <a:pt x="199" y="318"/>
                  <a:pt x="256" y="274"/>
                </a:cubicBezTo>
                <a:cubicBezTo>
                  <a:pt x="294" y="246"/>
                  <a:pt x="309" y="192"/>
                  <a:pt x="291" y="149"/>
                </a:cubicBezTo>
                <a:cubicBezTo>
                  <a:pt x="282" y="125"/>
                  <a:pt x="262" y="107"/>
                  <a:pt x="239" y="95"/>
                </a:cubicBezTo>
                <a:cubicBezTo>
                  <a:pt x="237" y="97"/>
                  <a:pt x="231" y="102"/>
                  <a:pt x="228" y="105"/>
                </a:cubicBezTo>
                <a:cubicBezTo>
                  <a:pt x="243" y="113"/>
                  <a:pt x="259" y="123"/>
                  <a:pt x="268" y="138"/>
                </a:cubicBezTo>
                <a:cubicBezTo>
                  <a:pt x="292" y="171"/>
                  <a:pt x="287" y="220"/>
                  <a:pt x="260" y="249"/>
                </a:cubicBezTo>
                <a:cubicBezTo>
                  <a:pt x="233" y="281"/>
                  <a:pt x="188" y="292"/>
                  <a:pt x="148" y="287"/>
                </a:cubicBezTo>
                <a:cubicBezTo>
                  <a:pt x="81" y="281"/>
                  <a:pt x="20" y="221"/>
                  <a:pt x="23" y="152"/>
                </a:cubicBezTo>
                <a:cubicBezTo>
                  <a:pt x="20" y="92"/>
                  <a:pt x="75" y="39"/>
                  <a:pt x="134" y="40"/>
                </a:cubicBezTo>
                <a:cubicBezTo>
                  <a:pt x="146" y="40"/>
                  <a:pt x="160" y="44"/>
                  <a:pt x="166" y="55"/>
                </a:cubicBezTo>
                <a:cubicBezTo>
                  <a:pt x="166" y="72"/>
                  <a:pt x="150" y="97"/>
                  <a:pt x="172" y="106"/>
                </a:cubicBezTo>
                <a:cubicBezTo>
                  <a:pt x="178" y="94"/>
                  <a:pt x="175" y="80"/>
                  <a:pt x="179" y="67"/>
                </a:cubicBezTo>
                <a:cubicBezTo>
                  <a:pt x="186" y="46"/>
                  <a:pt x="162" y="28"/>
                  <a:pt x="142" y="27"/>
                </a:cubicBezTo>
                <a:cubicBezTo>
                  <a:pt x="86" y="24"/>
                  <a:pt x="30" y="65"/>
                  <a:pt x="15" y="120"/>
                </a:cubicBezTo>
                <a:close/>
                <a:moveTo>
                  <a:pt x="107" y="81"/>
                </a:moveTo>
                <a:cubicBezTo>
                  <a:pt x="95" y="87"/>
                  <a:pt x="87" y="102"/>
                  <a:pt x="94" y="114"/>
                </a:cubicBezTo>
                <a:cubicBezTo>
                  <a:pt x="106" y="140"/>
                  <a:pt x="153" y="128"/>
                  <a:pt x="149" y="99"/>
                </a:cubicBezTo>
                <a:cubicBezTo>
                  <a:pt x="148" y="79"/>
                  <a:pt x="122" y="72"/>
                  <a:pt x="107" y="81"/>
                </a:cubicBezTo>
                <a:close/>
                <a:moveTo>
                  <a:pt x="105" y="113"/>
                </a:moveTo>
                <a:cubicBezTo>
                  <a:pt x="104" y="103"/>
                  <a:pt x="109" y="92"/>
                  <a:pt x="120" y="91"/>
                </a:cubicBezTo>
                <a:cubicBezTo>
                  <a:pt x="129" y="87"/>
                  <a:pt x="141" y="99"/>
                  <a:pt x="134" y="107"/>
                </a:cubicBezTo>
                <a:cubicBezTo>
                  <a:pt x="128" y="118"/>
                  <a:pt x="114" y="114"/>
                  <a:pt x="105" y="113"/>
                </a:cubicBezTo>
                <a:close/>
                <a:moveTo>
                  <a:pt x="212" y="125"/>
                </a:moveTo>
                <a:cubicBezTo>
                  <a:pt x="204" y="128"/>
                  <a:pt x="211" y="139"/>
                  <a:pt x="212" y="146"/>
                </a:cubicBezTo>
                <a:cubicBezTo>
                  <a:pt x="213" y="157"/>
                  <a:pt x="229" y="163"/>
                  <a:pt x="236" y="153"/>
                </a:cubicBezTo>
                <a:cubicBezTo>
                  <a:pt x="250" y="139"/>
                  <a:pt x="227" y="115"/>
                  <a:pt x="212" y="125"/>
                </a:cubicBezTo>
                <a:close/>
                <a:moveTo>
                  <a:pt x="110" y="191"/>
                </a:moveTo>
                <a:cubicBezTo>
                  <a:pt x="124" y="191"/>
                  <a:pt x="142" y="191"/>
                  <a:pt x="148" y="176"/>
                </a:cubicBezTo>
                <a:cubicBezTo>
                  <a:pt x="155" y="168"/>
                  <a:pt x="152" y="158"/>
                  <a:pt x="149" y="149"/>
                </a:cubicBezTo>
                <a:cubicBezTo>
                  <a:pt x="125" y="150"/>
                  <a:pt x="118" y="173"/>
                  <a:pt x="110" y="191"/>
                </a:cubicBezTo>
                <a:close/>
                <a:moveTo>
                  <a:pt x="244" y="180"/>
                </a:moveTo>
                <a:cubicBezTo>
                  <a:pt x="250" y="174"/>
                  <a:pt x="260" y="177"/>
                  <a:pt x="269" y="177"/>
                </a:cubicBezTo>
                <a:cubicBezTo>
                  <a:pt x="274" y="198"/>
                  <a:pt x="264" y="221"/>
                  <a:pt x="245" y="232"/>
                </a:cubicBezTo>
                <a:cubicBezTo>
                  <a:pt x="237" y="216"/>
                  <a:pt x="233" y="195"/>
                  <a:pt x="244" y="180"/>
                </a:cubicBezTo>
                <a:close/>
                <a:moveTo>
                  <a:pt x="58" y="192"/>
                </a:moveTo>
                <a:cubicBezTo>
                  <a:pt x="71" y="180"/>
                  <a:pt x="83" y="198"/>
                  <a:pt x="91" y="206"/>
                </a:cubicBezTo>
                <a:cubicBezTo>
                  <a:pt x="95" y="221"/>
                  <a:pt x="80" y="230"/>
                  <a:pt x="68" y="231"/>
                </a:cubicBezTo>
                <a:cubicBezTo>
                  <a:pt x="63" y="219"/>
                  <a:pt x="50" y="205"/>
                  <a:pt x="58" y="192"/>
                </a:cubicBezTo>
                <a:close/>
                <a:moveTo>
                  <a:pt x="208" y="221"/>
                </a:moveTo>
                <a:cubicBezTo>
                  <a:pt x="215" y="220"/>
                  <a:pt x="227" y="217"/>
                  <a:pt x="227" y="229"/>
                </a:cubicBezTo>
                <a:cubicBezTo>
                  <a:pt x="220" y="240"/>
                  <a:pt x="214" y="252"/>
                  <a:pt x="206" y="263"/>
                </a:cubicBezTo>
                <a:cubicBezTo>
                  <a:pt x="195" y="273"/>
                  <a:pt x="173" y="269"/>
                  <a:pt x="168" y="254"/>
                </a:cubicBezTo>
                <a:cubicBezTo>
                  <a:pt x="173" y="235"/>
                  <a:pt x="189" y="222"/>
                  <a:pt x="208" y="221"/>
                </a:cubicBezTo>
                <a:close/>
                <a:moveTo>
                  <a:pt x="103" y="229"/>
                </a:moveTo>
                <a:cubicBezTo>
                  <a:pt x="117" y="232"/>
                  <a:pt x="132" y="233"/>
                  <a:pt x="145" y="237"/>
                </a:cubicBezTo>
                <a:cubicBezTo>
                  <a:pt x="152" y="247"/>
                  <a:pt x="147" y="262"/>
                  <a:pt x="136" y="266"/>
                </a:cubicBezTo>
                <a:cubicBezTo>
                  <a:pt x="125" y="271"/>
                  <a:pt x="114" y="263"/>
                  <a:pt x="106" y="257"/>
                </a:cubicBezTo>
                <a:cubicBezTo>
                  <a:pt x="96" y="251"/>
                  <a:pt x="103" y="239"/>
                  <a:pt x="103" y="2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Freeform 860"/>
          <p:cNvSpPr>
            <a:spLocks noEditPoints="1"/>
          </p:cNvSpPr>
          <p:nvPr/>
        </p:nvSpPr>
        <p:spPr bwMode="auto">
          <a:xfrm>
            <a:off x="1958600" y="1279302"/>
            <a:ext cx="403823" cy="343679"/>
          </a:xfrm>
          <a:custGeom>
            <a:avLst/>
            <a:gdLst>
              <a:gd name="T0" fmla="*/ 105 w 291"/>
              <a:gd name="T1" fmla="*/ 4 h 248"/>
              <a:gd name="T2" fmla="*/ 160 w 291"/>
              <a:gd name="T3" fmla="*/ 2 h 248"/>
              <a:gd name="T4" fmla="*/ 192 w 291"/>
              <a:gd name="T5" fmla="*/ 7 h 248"/>
              <a:gd name="T6" fmla="*/ 199 w 291"/>
              <a:gd name="T7" fmla="*/ 34 h 248"/>
              <a:gd name="T8" fmla="*/ 187 w 291"/>
              <a:gd name="T9" fmla="*/ 40 h 248"/>
              <a:gd name="T10" fmla="*/ 183 w 291"/>
              <a:gd name="T11" fmla="*/ 16 h 248"/>
              <a:gd name="T12" fmla="*/ 109 w 291"/>
              <a:gd name="T13" fmla="*/ 16 h 248"/>
              <a:gd name="T14" fmla="*/ 96 w 291"/>
              <a:gd name="T15" fmla="*/ 40 h 248"/>
              <a:gd name="T16" fmla="*/ 105 w 291"/>
              <a:gd name="T17" fmla="*/ 4 h 248"/>
              <a:gd name="T18" fmla="*/ 28 w 291"/>
              <a:gd name="T19" fmla="*/ 44 h 248"/>
              <a:gd name="T20" fmla="*/ 266 w 291"/>
              <a:gd name="T21" fmla="*/ 45 h 248"/>
              <a:gd name="T22" fmla="*/ 263 w 291"/>
              <a:gd name="T23" fmla="*/ 91 h 248"/>
              <a:gd name="T24" fmla="*/ 290 w 291"/>
              <a:gd name="T25" fmla="*/ 199 h 248"/>
              <a:gd name="T26" fmla="*/ 273 w 291"/>
              <a:gd name="T27" fmla="*/ 230 h 248"/>
              <a:gd name="T28" fmla="*/ 237 w 291"/>
              <a:gd name="T29" fmla="*/ 247 h 248"/>
              <a:gd name="T30" fmla="*/ 45 w 291"/>
              <a:gd name="T31" fmla="*/ 245 h 248"/>
              <a:gd name="T32" fmla="*/ 4 w 291"/>
              <a:gd name="T33" fmla="*/ 209 h 248"/>
              <a:gd name="T34" fmla="*/ 31 w 291"/>
              <a:gd name="T35" fmla="*/ 88 h 248"/>
              <a:gd name="T36" fmla="*/ 28 w 291"/>
              <a:gd name="T37" fmla="*/ 44 h 248"/>
              <a:gd name="T38" fmla="*/ 38 w 291"/>
              <a:gd name="T39" fmla="*/ 57 h 248"/>
              <a:gd name="T40" fmla="*/ 53 w 291"/>
              <a:gd name="T41" fmla="*/ 97 h 248"/>
              <a:gd name="T42" fmla="*/ 88 w 291"/>
              <a:gd name="T43" fmla="*/ 119 h 248"/>
              <a:gd name="T44" fmla="*/ 100 w 291"/>
              <a:gd name="T45" fmla="*/ 102 h 248"/>
              <a:gd name="T46" fmla="*/ 119 w 291"/>
              <a:gd name="T47" fmla="*/ 119 h 248"/>
              <a:gd name="T48" fmla="*/ 176 w 291"/>
              <a:gd name="T49" fmla="*/ 119 h 248"/>
              <a:gd name="T50" fmla="*/ 183 w 291"/>
              <a:gd name="T51" fmla="*/ 101 h 248"/>
              <a:gd name="T52" fmla="*/ 218 w 291"/>
              <a:gd name="T53" fmla="*/ 113 h 248"/>
              <a:gd name="T54" fmla="*/ 253 w 291"/>
              <a:gd name="T55" fmla="*/ 57 h 248"/>
              <a:gd name="T56" fmla="*/ 38 w 291"/>
              <a:gd name="T57" fmla="*/ 57 h 248"/>
              <a:gd name="T58" fmla="*/ 44 w 291"/>
              <a:gd name="T59" fmla="*/ 108 h 248"/>
              <a:gd name="T60" fmla="*/ 45 w 291"/>
              <a:gd name="T61" fmla="*/ 233 h 248"/>
              <a:gd name="T62" fmla="*/ 248 w 291"/>
              <a:gd name="T63" fmla="*/ 233 h 248"/>
              <a:gd name="T64" fmla="*/ 248 w 291"/>
              <a:gd name="T65" fmla="*/ 110 h 248"/>
              <a:gd name="T66" fmla="*/ 204 w 291"/>
              <a:gd name="T67" fmla="*/ 133 h 248"/>
              <a:gd name="T68" fmla="*/ 179 w 291"/>
              <a:gd name="T69" fmla="*/ 148 h 248"/>
              <a:gd name="T70" fmla="*/ 178 w 291"/>
              <a:gd name="T71" fmla="*/ 131 h 248"/>
              <a:gd name="T72" fmla="*/ 117 w 291"/>
              <a:gd name="T73" fmla="*/ 131 h 248"/>
              <a:gd name="T74" fmla="*/ 111 w 291"/>
              <a:gd name="T75" fmla="*/ 150 h 248"/>
              <a:gd name="T76" fmla="*/ 90 w 291"/>
              <a:gd name="T77" fmla="*/ 132 h 248"/>
              <a:gd name="T78" fmla="*/ 44 w 291"/>
              <a:gd name="T79" fmla="*/ 108 h 248"/>
              <a:gd name="T80" fmla="*/ 15 w 291"/>
              <a:gd name="T81" fmla="*/ 199 h 248"/>
              <a:gd name="T82" fmla="*/ 31 w 291"/>
              <a:gd name="T83" fmla="*/ 224 h 248"/>
              <a:gd name="T84" fmla="*/ 32 w 291"/>
              <a:gd name="T85" fmla="*/ 125 h 248"/>
              <a:gd name="T86" fmla="*/ 15 w 291"/>
              <a:gd name="T87" fmla="*/ 199 h 248"/>
              <a:gd name="T88" fmla="*/ 262 w 291"/>
              <a:gd name="T89" fmla="*/ 129 h 248"/>
              <a:gd name="T90" fmla="*/ 262 w 291"/>
              <a:gd name="T91" fmla="*/ 223 h 248"/>
              <a:gd name="T92" fmla="*/ 277 w 291"/>
              <a:gd name="T93" fmla="*/ 204 h 248"/>
              <a:gd name="T94" fmla="*/ 262 w 291"/>
              <a:gd name="T95" fmla="*/ 129 h 248"/>
              <a:gd name="T96" fmla="*/ 68 w 291"/>
              <a:gd name="T97" fmla="*/ 131 h 248"/>
              <a:gd name="T98" fmla="*/ 70 w 291"/>
              <a:gd name="T99" fmla="*/ 207 h 248"/>
              <a:gd name="T100" fmla="*/ 125 w 291"/>
              <a:gd name="T101" fmla="*/ 211 h 248"/>
              <a:gd name="T102" fmla="*/ 225 w 291"/>
              <a:gd name="T103" fmla="*/ 207 h 248"/>
              <a:gd name="T104" fmla="*/ 225 w 291"/>
              <a:gd name="T105" fmla="*/ 130 h 248"/>
              <a:gd name="T106" fmla="*/ 201 w 291"/>
              <a:gd name="T107" fmla="*/ 150 h 248"/>
              <a:gd name="T108" fmla="*/ 177 w 291"/>
              <a:gd name="T109" fmla="*/ 154 h 248"/>
              <a:gd name="T110" fmla="*/ 172 w 291"/>
              <a:gd name="T111" fmla="*/ 138 h 248"/>
              <a:gd name="T112" fmla="*/ 123 w 291"/>
              <a:gd name="T113" fmla="*/ 137 h 248"/>
              <a:gd name="T114" fmla="*/ 102 w 291"/>
              <a:gd name="T115" fmla="*/ 155 h 248"/>
              <a:gd name="T116" fmla="*/ 85 w 291"/>
              <a:gd name="T117" fmla="*/ 137 h 248"/>
              <a:gd name="T118" fmla="*/ 68 w 291"/>
              <a:gd name="T119" fmla="*/ 131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91" h="248">
                <a:moveTo>
                  <a:pt x="105" y="4"/>
                </a:moveTo>
                <a:cubicBezTo>
                  <a:pt x="123" y="0"/>
                  <a:pt x="141" y="3"/>
                  <a:pt x="160" y="2"/>
                </a:cubicBezTo>
                <a:cubicBezTo>
                  <a:pt x="170" y="3"/>
                  <a:pt x="183" y="0"/>
                  <a:pt x="192" y="7"/>
                </a:cubicBezTo>
                <a:cubicBezTo>
                  <a:pt x="199" y="14"/>
                  <a:pt x="197" y="25"/>
                  <a:pt x="199" y="34"/>
                </a:cubicBezTo>
                <a:cubicBezTo>
                  <a:pt x="196" y="36"/>
                  <a:pt x="190" y="39"/>
                  <a:pt x="187" y="40"/>
                </a:cubicBezTo>
                <a:cubicBezTo>
                  <a:pt x="186" y="32"/>
                  <a:pt x="184" y="24"/>
                  <a:pt x="183" y="16"/>
                </a:cubicBezTo>
                <a:cubicBezTo>
                  <a:pt x="159" y="15"/>
                  <a:pt x="134" y="15"/>
                  <a:pt x="109" y="16"/>
                </a:cubicBezTo>
                <a:cubicBezTo>
                  <a:pt x="107" y="25"/>
                  <a:pt x="110" y="40"/>
                  <a:pt x="96" y="40"/>
                </a:cubicBezTo>
                <a:cubicBezTo>
                  <a:pt x="96" y="28"/>
                  <a:pt x="91" y="11"/>
                  <a:pt x="105" y="4"/>
                </a:cubicBezTo>
                <a:close/>
                <a:moveTo>
                  <a:pt x="28" y="44"/>
                </a:moveTo>
                <a:cubicBezTo>
                  <a:pt x="107" y="44"/>
                  <a:pt x="186" y="43"/>
                  <a:pt x="266" y="45"/>
                </a:cubicBezTo>
                <a:cubicBezTo>
                  <a:pt x="267" y="61"/>
                  <a:pt x="262" y="76"/>
                  <a:pt x="263" y="91"/>
                </a:cubicBezTo>
                <a:cubicBezTo>
                  <a:pt x="275" y="126"/>
                  <a:pt x="289" y="161"/>
                  <a:pt x="290" y="199"/>
                </a:cubicBezTo>
                <a:cubicBezTo>
                  <a:pt x="291" y="212"/>
                  <a:pt x="285" y="225"/>
                  <a:pt x="273" y="230"/>
                </a:cubicBezTo>
                <a:cubicBezTo>
                  <a:pt x="261" y="235"/>
                  <a:pt x="251" y="248"/>
                  <a:pt x="237" y="247"/>
                </a:cubicBezTo>
                <a:cubicBezTo>
                  <a:pt x="173" y="246"/>
                  <a:pt x="109" y="248"/>
                  <a:pt x="45" y="245"/>
                </a:cubicBezTo>
                <a:cubicBezTo>
                  <a:pt x="31" y="234"/>
                  <a:pt x="6" y="230"/>
                  <a:pt x="4" y="209"/>
                </a:cubicBezTo>
                <a:cubicBezTo>
                  <a:pt x="0" y="167"/>
                  <a:pt x="19" y="128"/>
                  <a:pt x="31" y="88"/>
                </a:cubicBezTo>
                <a:cubicBezTo>
                  <a:pt x="29" y="74"/>
                  <a:pt x="27" y="59"/>
                  <a:pt x="28" y="44"/>
                </a:cubicBezTo>
                <a:close/>
                <a:moveTo>
                  <a:pt x="38" y="57"/>
                </a:moveTo>
                <a:cubicBezTo>
                  <a:pt x="41" y="71"/>
                  <a:pt x="43" y="86"/>
                  <a:pt x="53" y="97"/>
                </a:cubicBezTo>
                <a:cubicBezTo>
                  <a:pt x="62" y="109"/>
                  <a:pt x="75" y="113"/>
                  <a:pt x="88" y="119"/>
                </a:cubicBezTo>
                <a:cubicBezTo>
                  <a:pt x="92" y="113"/>
                  <a:pt x="95" y="107"/>
                  <a:pt x="100" y="102"/>
                </a:cubicBezTo>
                <a:cubicBezTo>
                  <a:pt x="108" y="104"/>
                  <a:pt x="115" y="111"/>
                  <a:pt x="119" y="119"/>
                </a:cubicBezTo>
                <a:cubicBezTo>
                  <a:pt x="138" y="119"/>
                  <a:pt x="157" y="118"/>
                  <a:pt x="176" y="119"/>
                </a:cubicBezTo>
                <a:cubicBezTo>
                  <a:pt x="178" y="113"/>
                  <a:pt x="181" y="107"/>
                  <a:pt x="183" y="101"/>
                </a:cubicBezTo>
                <a:cubicBezTo>
                  <a:pt x="195" y="105"/>
                  <a:pt x="205" y="124"/>
                  <a:pt x="218" y="113"/>
                </a:cubicBezTo>
                <a:cubicBezTo>
                  <a:pt x="241" y="104"/>
                  <a:pt x="253" y="80"/>
                  <a:pt x="253" y="57"/>
                </a:cubicBezTo>
                <a:cubicBezTo>
                  <a:pt x="182" y="57"/>
                  <a:pt x="110" y="56"/>
                  <a:pt x="38" y="57"/>
                </a:cubicBezTo>
                <a:close/>
                <a:moveTo>
                  <a:pt x="44" y="108"/>
                </a:moveTo>
                <a:cubicBezTo>
                  <a:pt x="45" y="150"/>
                  <a:pt x="44" y="191"/>
                  <a:pt x="45" y="233"/>
                </a:cubicBezTo>
                <a:cubicBezTo>
                  <a:pt x="113" y="234"/>
                  <a:pt x="180" y="234"/>
                  <a:pt x="248" y="233"/>
                </a:cubicBezTo>
                <a:cubicBezTo>
                  <a:pt x="248" y="192"/>
                  <a:pt x="248" y="151"/>
                  <a:pt x="248" y="110"/>
                </a:cubicBezTo>
                <a:cubicBezTo>
                  <a:pt x="235" y="120"/>
                  <a:pt x="219" y="126"/>
                  <a:pt x="204" y="133"/>
                </a:cubicBezTo>
                <a:cubicBezTo>
                  <a:pt x="199" y="142"/>
                  <a:pt x="193" y="152"/>
                  <a:pt x="179" y="148"/>
                </a:cubicBezTo>
                <a:cubicBezTo>
                  <a:pt x="179" y="144"/>
                  <a:pt x="178" y="135"/>
                  <a:pt x="178" y="131"/>
                </a:cubicBezTo>
                <a:cubicBezTo>
                  <a:pt x="158" y="131"/>
                  <a:pt x="137" y="131"/>
                  <a:pt x="117" y="131"/>
                </a:cubicBezTo>
                <a:cubicBezTo>
                  <a:pt x="115" y="137"/>
                  <a:pt x="113" y="143"/>
                  <a:pt x="111" y="150"/>
                </a:cubicBezTo>
                <a:cubicBezTo>
                  <a:pt x="100" y="150"/>
                  <a:pt x="90" y="145"/>
                  <a:pt x="90" y="132"/>
                </a:cubicBezTo>
                <a:cubicBezTo>
                  <a:pt x="73" y="128"/>
                  <a:pt x="57" y="120"/>
                  <a:pt x="44" y="108"/>
                </a:cubicBezTo>
                <a:close/>
                <a:moveTo>
                  <a:pt x="15" y="199"/>
                </a:moveTo>
                <a:cubicBezTo>
                  <a:pt x="14" y="210"/>
                  <a:pt x="23" y="217"/>
                  <a:pt x="31" y="224"/>
                </a:cubicBezTo>
                <a:cubicBezTo>
                  <a:pt x="34" y="191"/>
                  <a:pt x="32" y="158"/>
                  <a:pt x="32" y="125"/>
                </a:cubicBezTo>
                <a:cubicBezTo>
                  <a:pt x="23" y="149"/>
                  <a:pt x="17" y="174"/>
                  <a:pt x="15" y="199"/>
                </a:cubicBezTo>
                <a:close/>
                <a:moveTo>
                  <a:pt x="262" y="129"/>
                </a:moveTo>
                <a:cubicBezTo>
                  <a:pt x="260" y="160"/>
                  <a:pt x="261" y="191"/>
                  <a:pt x="262" y="223"/>
                </a:cubicBezTo>
                <a:cubicBezTo>
                  <a:pt x="267" y="217"/>
                  <a:pt x="277" y="213"/>
                  <a:pt x="277" y="204"/>
                </a:cubicBezTo>
                <a:cubicBezTo>
                  <a:pt x="277" y="178"/>
                  <a:pt x="270" y="153"/>
                  <a:pt x="262" y="129"/>
                </a:cubicBezTo>
                <a:close/>
                <a:moveTo>
                  <a:pt x="68" y="131"/>
                </a:moveTo>
                <a:cubicBezTo>
                  <a:pt x="69" y="156"/>
                  <a:pt x="65" y="182"/>
                  <a:pt x="70" y="207"/>
                </a:cubicBezTo>
                <a:cubicBezTo>
                  <a:pt x="87" y="215"/>
                  <a:pt x="107" y="209"/>
                  <a:pt x="125" y="211"/>
                </a:cubicBezTo>
                <a:cubicBezTo>
                  <a:pt x="158" y="209"/>
                  <a:pt x="192" y="214"/>
                  <a:pt x="225" y="207"/>
                </a:cubicBezTo>
                <a:cubicBezTo>
                  <a:pt x="227" y="182"/>
                  <a:pt x="226" y="156"/>
                  <a:pt x="225" y="130"/>
                </a:cubicBezTo>
                <a:cubicBezTo>
                  <a:pt x="214" y="133"/>
                  <a:pt x="206" y="140"/>
                  <a:pt x="201" y="150"/>
                </a:cubicBezTo>
                <a:cubicBezTo>
                  <a:pt x="196" y="158"/>
                  <a:pt x="185" y="153"/>
                  <a:pt x="177" y="154"/>
                </a:cubicBezTo>
                <a:cubicBezTo>
                  <a:pt x="175" y="148"/>
                  <a:pt x="173" y="143"/>
                  <a:pt x="172" y="138"/>
                </a:cubicBezTo>
                <a:cubicBezTo>
                  <a:pt x="156" y="138"/>
                  <a:pt x="139" y="137"/>
                  <a:pt x="123" y="137"/>
                </a:cubicBezTo>
                <a:cubicBezTo>
                  <a:pt x="119" y="146"/>
                  <a:pt x="114" y="158"/>
                  <a:pt x="102" y="155"/>
                </a:cubicBezTo>
                <a:cubicBezTo>
                  <a:pt x="91" y="156"/>
                  <a:pt x="88" y="145"/>
                  <a:pt x="85" y="137"/>
                </a:cubicBezTo>
                <a:cubicBezTo>
                  <a:pt x="79" y="135"/>
                  <a:pt x="73" y="133"/>
                  <a:pt x="68" y="1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Freeform 861"/>
          <p:cNvSpPr>
            <a:spLocks noEditPoints="1"/>
          </p:cNvSpPr>
          <p:nvPr/>
        </p:nvSpPr>
        <p:spPr bwMode="auto">
          <a:xfrm>
            <a:off x="2792798" y="1279302"/>
            <a:ext cx="410983" cy="339383"/>
          </a:xfrm>
          <a:custGeom>
            <a:avLst/>
            <a:gdLst>
              <a:gd name="T0" fmla="*/ 266 w 296"/>
              <a:gd name="T1" fmla="*/ 2 h 244"/>
              <a:gd name="T2" fmla="*/ 295 w 296"/>
              <a:gd name="T3" fmla="*/ 216 h 244"/>
              <a:gd name="T4" fmla="*/ 241 w 296"/>
              <a:gd name="T5" fmla="*/ 225 h 244"/>
              <a:gd name="T6" fmla="*/ 19 w 296"/>
              <a:gd name="T7" fmla="*/ 240 h 244"/>
              <a:gd name="T8" fmla="*/ 1 w 296"/>
              <a:gd name="T9" fmla="*/ 32 h 244"/>
              <a:gd name="T10" fmla="*/ 15 w 296"/>
              <a:gd name="T11" fmla="*/ 17 h 244"/>
              <a:gd name="T12" fmla="*/ 28 w 296"/>
              <a:gd name="T13" fmla="*/ 227 h 244"/>
              <a:gd name="T14" fmla="*/ 258 w 296"/>
              <a:gd name="T15" fmla="*/ 212 h 244"/>
              <a:gd name="T16" fmla="*/ 281 w 296"/>
              <a:gd name="T17" fmla="*/ 172 h 244"/>
              <a:gd name="T18" fmla="*/ 15 w 296"/>
              <a:gd name="T19" fmla="*/ 17 h 244"/>
              <a:gd name="T20" fmla="*/ 27 w 296"/>
              <a:gd name="T21" fmla="*/ 185 h 244"/>
              <a:gd name="T22" fmla="*/ 269 w 296"/>
              <a:gd name="T23" fmla="*/ 28 h 244"/>
              <a:gd name="T24" fmla="*/ 49 w 296"/>
              <a:gd name="T25" fmla="*/ 94 h 244"/>
              <a:gd name="T26" fmla="*/ 66 w 296"/>
              <a:gd name="T27" fmla="*/ 122 h 244"/>
              <a:gd name="T28" fmla="*/ 49 w 296"/>
              <a:gd name="T29" fmla="*/ 94 h 244"/>
              <a:gd name="T30" fmla="*/ 94 w 296"/>
              <a:gd name="T31" fmla="*/ 96 h 244"/>
              <a:gd name="T32" fmla="*/ 102 w 296"/>
              <a:gd name="T33" fmla="*/ 121 h 244"/>
              <a:gd name="T34" fmla="*/ 101 w 296"/>
              <a:gd name="T35" fmla="*/ 96 h 244"/>
              <a:gd name="T36" fmla="*/ 106 w 296"/>
              <a:gd name="T37" fmla="*/ 90 h 244"/>
              <a:gd name="T38" fmla="*/ 115 w 296"/>
              <a:gd name="T39" fmla="*/ 106 h 244"/>
              <a:gd name="T40" fmla="*/ 103 w 296"/>
              <a:gd name="T41" fmla="*/ 118 h 244"/>
              <a:gd name="T42" fmla="*/ 130 w 296"/>
              <a:gd name="T43" fmla="*/ 90 h 244"/>
              <a:gd name="T44" fmla="*/ 164 w 296"/>
              <a:gd name="T45" fmla="*/ 89 h 244"/>
              <a:gd name="T46" fmla="*/ 168 w 296"/>
              <a:gd name="T47" fmla="*/ 115 h 244"/>
              <a:gd name="T48" fmla="*/ 164 w 296"/>
              <a:gd name="T49" fmla="*/ 89 h 244"/>
              <a:gd name="T50" fmla="*/ 199 w 296"/>
              <a:gd name="T51" fmla="*/ 125 h 244"/>
              <a:gd name="T52" fmla="*/ 202 w 296"/>
              <a:gd name="T53" fmla="*/ 123 h 244"/>
              <a:gd name="T54" fmla="*/ 213 w 296"/>
              <a:gd name="T55" fmla="*/ 91 h 244"/>
              <a:gd name="T56" fmla="*/ 229 w 296"/>
              <a:gd name="T57" fmla="*/ 90 h 244"/>
              <a:gd name="T58" fmla="*/ 253 w 296"/>
              <a:gd name="T59" fmla="*/ 117 h 244"/>
              <a:gd name="T60" fmla="*/ 231 w 296"/>
              <a:gd name="T61" fmla="*/ 95 h 244"/>
              <a:gd name="T62" fmla="*/ 229 w 296"/>
              <a:gd name="T63" fmla="*/ 90 h 244"/>
              <a:gd name="T64" fmla="*/ 205 w 296"/>
              <a:gd name="T65" fmla="*/ 102 h 244"/>
              <a:gd name="T66" fmla="*/ 164 w 296"/>
              <a:gd name="T67" fmla="*/ 102 h 244"/>
              <a:gd name="T68" fmla="*/ 164 w 296"/>
              <a:gd name="T69" fmla="*/ 102 h 244"/>
              <a:gd name="T70" fmla="*/ 168 w 296"/>
              <a:gd name="T71" fmla="*/ 203 h 244"/>
              <a:gd name="T72" fmla="*/ 123 w 296"/>
              <a:gd name="T73" fmla="*/ 20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96" h="244">
                <a:moveTo>
                  <a:pt x="15" y="4"/>
                </a:moveTo>
                <a:cubicBezTo>
                  <a:pt x="99" y="1"/>
                  <a:pt x="182" y="4"/>
                  <a:pt x="266" y="2"/>
                </a:cubicBezTo>
                <a:cubicBezTo>
                  <a:pt x="278" y="0"/>
                  <a:pt x="294" y="8"/>
                  <a:pt x="294" y="22"/>
                </a:cubicBezTo>
                <a:cubicBezTo>
                  <a:pt x="295" y="87"/>
                  <a:pt x="294" y="151"/>
                  <a:pt x="295" y="216"/>
                </a:cubicBezTo>
                <a:cubicBezTo>
                  <a:pt x="296" y="228"/>
                  <a:pt x="287" y="240"/>
                  <a:pt x="275" y="241"/>
                </a:cubicBezTo>
                <a:cubicBezTo>
                  <a:pt x="260" y="244"/>
                  <a:pt x="254" y="225"/>
                  <a:pt x="241" y="225"/>
                </a:cubicBezTo>
                <a:cubicBezTo>
                  <a:pt x="180" y="225"/>
                  <a:pt x="118" y="225"/>
                  <a:pt x="57" y="225"/>
                </a:cubicBezTo>
                <a:cubicBezTo>
                  <a:pt x="42" y="223"/>
                  <a:pt x="35" y="243"/>
                  <a:pt x="19" y="240"/>
                </a:cubicBezTo>
                <a:cubicBezTo>
                  <a:pt x="7" y="239"/>
                  <a:pt x="0" y="227"/>
                  <a:pt x="1" y="215"/>
                </a:cubicBezTo>
                <a:cubicBezTo>
                  <a:pt x="0" y="154"/>
                  <a:pt x="1" y="93"/>
                  <a:pt x="1" y="32"/>
                </a:cubicBezTo>
                <a:cubicBezTo>
                  <a:pt x="0" y="20"/>
                  <a:pt x="4" y="7"/>
                  <a:pt x="15" y="4"/>
                </a:cubicBezTo>
                <a:close/>
                <a:moveTo>
                  <a:pt x="15" y="17"/>
                </a:moveTo>
                <a:cubicBezTo>
                  <a:pt x="13" y="86"/>
                  <a:pt x="14" y="156"/>
                  <a:pt x="15" y="225"/>
                </a:cubicBezTo>
                <a:cubicBezTo>
                  <a:pt x="18" y="226"/>
                  <a:pt x="25" y="227"/>
                  <a:pt x="28" y="227"/>
                </a:cubicBezTo>
                <a:cubicBezTo>
                  <a:pt x="31" y="222"/>
                  <a:pt x="33" y="217"/>
                  <a:pt x="35" y="212"/>
                </a:cubicBezTo>
                <a:cubicBezTo>
                  <a:pt x="110" y="212"/>
                  <a:pt x="184" y="212"/>
                  <a:pt x="258" y="212"/>
                </a:cubicBezTo>
                <a:cubicBezTo>
                  <a:pt x="264" y="218"/>
                  <a:pt x="268" y="234"/>
                  <a:pt x="279" y="225"/>
                </a:cubicBezTo>
                <a:cubicBezTo>
                  <a:pt x="282" y="207"/>
                  <a:pt x="281" y="190"/>
                  <a:pt x="281" y="172"/>
                </a:cubicBezTo>
                <a:cubicBezTo>
                  <a:pt x="280" y="120"/>
                  <a:pt x="282" y="68"/>
                  <a:pt x="280" y="17"/>
                </a:cubicBezTo>
                <a:cubicBezTo>
                  <a:pt x="192" y="15"/>
                  <a:pt x="104" y="15"/>
                  <a:pt x="15" y="17"/>
                </a:cubicBezTo>
                <a:close/>
                <a:moveTo>
                  <a:pt x="27" y="28"/>
                </a:moveTo>
                <a:cubicBezTo>
                  <a:pt x="27" y="80"/>
                  <a:pt x="27" y="133"/>
                  <a:pt x="27" y="185"/>
                </a:cubicBezTo>
                <a:cubicBezTo>
                  <a:pt x="108" y="185"/>
                  <a:pt x="188" y="186"/>
                  <a:pt x="269" y="185"/>
                </a:cubicBezTo>
                <a:cubicBezTo>
                  <a:pt x="269" y="133"/>
                  <a:pt x="269" y="80"/>
                  <a:pt x="269" y="28"/>
                </a:cubicBezTo>
                <a:cubicBezTo>
                  <a:pt x="188" y="28"/>
                  <a:pt x="108" y="28"/>
                  <a:pt x="27" y="28"/>
                </a:cubicBezTo>
                <a:close/>
                <a:moveTo>
                  <a:pt x="49" y="94"/>
                </a:moveTo>
                <a:cubicBezTo>
                  <a:pt x="53" y="103"/>
                  <a:pt x="52" y="113"/>
                  <a:pt x="50" y="122"/>
                </a:cubicBezTo>
                <a:cubicBezTo>
                  <a:pt x="55" y="122"/>
                  <a:pt x="61" y="122"/>
                  <a:pt x="66" y="122"/>
                </a:cubicBezTo>
                <a:cubicBezTo>
                  <a:pt x="63" y="111"/>
                  <a:pt x="61" y="100"/>
                  <a:pt x="60" y="88"/>
                </a:cubicBezTo>
                <a:cubicBezTo>
                  <a:pt x="56" y="90"/>
                  <a:pt x="53" y="92"/>
                  <a:pt x="49" y="94"/>
                </a:cubicBezTo>
                <a:close/>
                <a:moveTo>
                  <a:pt x="73" y="94"/>
                </a:moveTo>
                <a:cubicBezTo>
                  <a:pt x="80" y="95"/>
                  <a:pt x="87" y="96"/>
                  <a:pt x="94" y="96"/>
                </a:cubicBezTo>
                <a:cubicBezTo>
                  <a:pt x="88" y="105"/>
                  <a:pt x="81" y="113"/>
                  <a:pt x="75" y="121"/>
                </a:cubicBezTo>
                <a:cubicBezTo>
                  <a:pt x="84" y="122"/>
                  <a:pt x="93" y="122"/>
                  <a:pt x="102" y="121"/>
                </a:cubicBezTo>
                <a:cubicBezTo>
                  <a:pt x="99" y="118"/>
                  <a:pt x="96" y="115"/>
                  <a:pt x="93" y="113"/>
                </a:cubicBezTo>
                <a:cubicBezTo>
                  <a:pt x="96" y="107"/>
                  <a:pt x="99" y="102"/>
                  <a:pt x="101" y="96"/>
                </a:cubicBezTo>
                <a:cubicBezTo>
                  <a:pt x="95" y="85"/>
                  <a:pt x="81" y="90"/>
                  <a:pt x="73" y="94"/>
                </a:cubicBezTo>
                <a:close/>
                <a:moveTo>
                  <a:pt x="106" y="90"/>
                </a:moveTo>
                <a:cubicBezTo>
                  <a:pt x="112" y="93"/>
                  <a:pt x="118" y="95"/>
                  <a:pt x="124" y="97"/>
                </a:cubicBezTo>
                <a:cubicBezTo>
                  <a:pt x="121" y="100"/>
                  <a:pt x="118" y="103"/>
                  <a:pt x="115" y="106"/>
                </a:cubicBezTo>
                <a:cubicBezTo>
                  <a:pt x="118" y="108"/>
                  <a:pt x="124" y="111"/>
                  <a:pt x="127" y="113"/>
                </a:cubicBezTo>
                <a:cubicBezTo>
                  <a:pt x="119" y="115"/>
                  <a:pt x="111" y="116"/>
                  <a:pt x="103" y="118"/>
                </a:cubicBezTo>
                <a:cubicBezTo>
                  <a:pt x="112" y="122"/>
                  <a:pt x="122" y="125"/>
                  <a:pt x="131" y="118"/>
                </a:cubicBezTo>
                <a:cubicBezTo>
                  <a:pt x="131" y="109"/>
                  <a:pt x="131" y="99"/>
                  <a:pt x="130" y="90"/>
                </a:cubicBezTo>
                <a:cubicBezTo>
                  <a:pt x="122" y="90"/>
                  <a:pt x="114" y="90"/>
                  <a:pt x="106" y="90"/>
                </a:cubicBezTo>
                <a:close/>
                <a:moveTo>
                  <a:pt x="164" y="89"/>
                </a:moveTo>
                <a:cubicBezTo>
                  <a:pt x="158" y="100"/>
                  <a:pt x="154" y="112"/>
                  <a:pt x="150" y="123"/>
                </a:cubicBezTo>
                <a:cubicBezTo>
                  <a:pt x="156" y="120"/>
                  <a:pt x="162" y="117"/>
                  <a:pt x="168" y="115"/>
                </a:cubicBezTo>
                <a:cubicBezTo>
                  <a:pt x="174" y="117"/>
                  <a:pt x="179" y="120"/>
                  <a:pt x="184" y="123"/>
                </a:cubicBezTo>
                <a:cubicBezTo>
                  <a:pt x="178" y="112"/>
                  <a:pt x="180" y="89"/>
                  <a:pt x="164" y="89"/>
                </a:cubicBezTo>
                <a:close/>
                <a:moveTo>
                  <a:pt x="189" y="89"/>
                </a:moveTo>
                <a:cubicBezTo>
                  <a:pt x="191" y="101"/>
                  <a:pt x="183" y="120"/>
                  <a:pt x="199" y="125"/>
                </a:cubicBezTo>
                <a:cubicBezTo>
                  <a:pt x="196" y="114"/>
                  <a:pt x="199" y="108"/>
                  <a:pt x="209" y="105"/>
                </a:cubicBezTo>
                <a:cubicBezTo>
                  <a:pt x="207" y="110"/>
                  <a:pt x="204" y="119"/>
                  <a:pt x="202" y="123"/>
                </a:cubicBezTo>
                <a:cubicBezTo>
                  <a:pt x="206" y="122"/>
                  <a:pt x="213" y="119"/>
                  <a:pt x="216" y="117"/>
                </a:cubicBezTo>
                <a:cubicBezTo>
                  <a:pt x="215" y="108"/>
                  <a:pt x="214" y="100"/>
                  <a:pt x="213" y="91"/>
                </a:cubicBezTo>
                <a:cubicBezTo>
                  <a:pt x="205" y="90"/>
                  <a:pt x="197" y="90"/>
                  <a:pt x="189" y="89"/>
                </a:cubicBezTo>
                <a:close/>
                <a:moveTo>
                  <a:pt x="229" y="90"/>
                </a:moveTo>
                <a:cubicBezTo>
                  <a:pt x="219" y="98"/>
                  <a:pt x="219" y="115"/>
                  <a:pt x="230" y="121"/>
                </a:cubicBezTo>
                <a:cubicBezTo>
                  <a:pt x="238" y="124"/>
                  <a:pt x="246" y="120"/>
                  <a:pt x="253" y="117"/>
                </a:cubicBezTo>
                <a:cubicBezTo>
                  <a:pt x="246" y="116"/>
                  <a:pt x="238" y="115"/>
                  <a:pt x="231" y="114"/>
                </a:cubicBezTo>
                <a:cubicBezTo>
                  <a:pt x="231" y="108"/>
                  <a:pt x="231" y="102"/>
                  <a:pt x="231" y="95"/>
                </a:cubicBezTo>
                <a:cubicBezTo>
                  <a:pt x="238" y="96"/>
                  <a:pt x="246" y="96"/>
                  <a:pt x="253" y="96"/>
                </a:cubicBezTo>
                <a:cubicBezTo>
                  <a:pt x="246" y="90"/>
                  <a:pt x="237" y="87"/>
                  <a:pt x="229" y="90"/>
                </a:cubicBezTo>
                <a:close/>
                <a:moveTo>
                  <a:pt x="198" y="95"/>
                </a:moveTo>
                <a:cubicBezTo>
                  <a:pt x="196" y="102"/>
                  <a:pt x="199" y="104"/>
                  <a:pt x="205" y="102"/>
                </a:cubicBezTo>
                <a:cubicBezTo>
                  <a:pt x="207" y="95"/>
                  <a:pt x="205" y="93"/>
                  <a:pt x="198" y="95"/>
                </a:cubicBezTo>
                <a:close/>
                <a:moveTo>
                  <a:pt x="164" y="102"/>
                </a:moveTo>
                <a:cubicBezTo>
                  <a:pt x="162" y="109"/>
                  <a:pt x="164" y="111"/>
                  <a:pt x="171" y="109"/>
                </a:cubicBezTo>
                <a:cubicBezTo>
                  <a:pt x="173" y="102"/>
                  <a:pt x="171" y="100"/>
                  <a:pt x="164" y="102"/>
                </a:cubicBezTo>
                <a:close/>
                <a:moveTo>
                  <a:pt x="123" y="200"/>
                </a:moveTo>
                <a:cubicBezTo>
                  <a:pt x="138" y="203"/>
                  <a:pt x="153" y="203"/>
                  <a:pt x="168" y="203"/>
                </a:cubicBezTo>
                <a:cubicBezTo>
                  <a:pt x="168" y="201"/>
                  <a:pt x="168" y="196"/>
                  <a:pt x="168" y="194"/>
                </a:cubicBezTo>
                <a:cubicBezTo>
                  <a:pt x="153" y="195"/>
                  <a:pt x="136" y="191"/>
                  <a:pt x="123" y="2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Freeform 862"/>
          <p:cNvSpPr>
            <a:spLocks noEditPoints="1"/>
          </p:cNvSpPr>
          <p:nvPr/>
        </p:nvSpPr>
        <p:spPr bwMode="auto">
          <a:xfrm>
            <a:off x="3626997" y="1279302"/>
            <a:ext cx="512654" cy="356567"/>
          </a:xfrm>
          <a:custGeom>
            <a:avLst/>
            <a:gdLst>
              <a:gd name="T0" fmla="*/ 189 w 370"/>
              <a:gd name="T1" fmla="*/ 65 h 257"/>
              <a:gd name="T2" fmla="*/ 354 w 370"/>
              <a:gd name="T3" fmla="*/ 121 h 257"/>
              <a:gd name="T4" fmla="*/ 97 w 370"/>
              <a:gd name="T5" fmla="*/ 243 h 257"/>
              <a:gd name="T6" fmla="*/ 15 w 370"/>
              <a:gd name="T7" fmla="*/ 121 h 257"/>
              <a:gd name="T8" fmla="*/ 100 w 370"/>
              <a:gd name="T9" fmla="*/ 87 h 257"/>
              <a:gd name="T10" fmla="*/ 145 w 370"/>
              <a:gd name="T11" fmla="*/ 39 h 257"/>
              <a:gd name="T12" fmla="*/ 128 w 370"/>
              <a:gd name="T13" fmla="*/ 232 h 257"/>
              <a:gd name="T14" fmla="*/ 184 w 370"/>
              <a:gd name="T15" fmla="*/ 77 h 257"/>
              <a:gd name="T16" fmla="*/ 25 w 370"/>
              <a:gd name="T17" fmla="*/ 231 h 257"/>
              <a:gd name="T18" fmla="*/ 26 w 370"/>
              <a:gd name="T19" fmla="*/ 133 h 257"/>
              <a:gd name="T20" fmla="*/ 343 w 370"/>
              <a:gd name="T21" fmla="*/ 232 h 257"/>
              <a:gd name="T22" fmla="*/ 142 w 370"/>
              <a:gd name="T23" fmla="*/ 107 h 257"/>
              <a:gd name="T24" fmla="*/ 159 w 370"/>
              <a:gd name="T25" fmla="*/ 106 h 257"/>
              <a:gd name="T26" fmla="*/ 177 w 370"/>
              <a:gd name="T27" fmla="*/ 131 h 257"/>
              <a:gd name="T28" fmla="*/ 177 w 370"/>
              <a:gd name="T29" fmla="*/ 107 h 257"/>
              <a:gd name="T30" fmla="*/ 226 w 370"/>
              <a:gd name="T31" fmla="*/ 132 h 257"/>
              <a:gd name="T32" fmla="*/ 37 w 370"/>
              <a:gd name="T33" fmla="*/ 145 h 257"/>
              <a:gd name="T34" fmla="*/ 53 w 370"/>
              <a:gd name="T35" fmla="*/ 144 h 257"/>
              <a:gd name="T36" fmla="*/ 64 w 370"/>
              <a:gd name="T37" fmla="*/ 178 h 257"/>
              <a:gd name="T38" fmla="*/ 63 w 370"/>
              <a:gd name="T39" fmla="*/ 144 h 257"/>
              <a:gd name="T40" fmla="*/ 105 w 370"/>
              <a:gd name="T41" fmla="*/ 178 h 257"/>
              <a:gd name="T42" fmla="*/ 143 w 370"/>
              <a:gd name="T43" fmla="*/ 145 h 257"/>
              <a:gd name="T44" fmla="*/ 159 w 370"/>
              <a:gd name="T45" fmla="*/ 144 h 257"/>
              <a:gd name="T46" fmla="*/ 177 w 370"/>
              <a:gd name="T47" fmla="*/ 178 h 257"/>
              <a:gd name="T48" fmla="*/ 177 w 370"/>
              <a:gd name="T49" fmla="*/ 145 h 257"/>
              <a:gd name="T50" fmla="*/ 226 w 370"/>
              <a:gd name="T51" fmla="*/ 178 h 257"/>
              <a:gd name="T52" fmla="*/ 264 w 370"/>
              <a:gd name="T53" fmla="*/ 145 h 257"/>
              <a:gd name="T54" fmla="*/ 280 w 370"/>
              <a:gd name="T55" fmla="*/ 144 h 257"/>
              <a:gd name="T56" fmla="*/ 291 w 370"/>
              <a:gd name="T57" fmla="*/ 178 h 257"/>
              <a:gd name="T58" fmla="*/ 290 w 370"/>
              <a:gd name="T59" fmla="*/ 144 h 257"/>
              <a:gd name="T60" fmla="*/ 332 w 370"/>
              <a:gd name="T61" fmla="*/ 178 h 257"/>
              <a:gd name="T62" fmla="*/ 37 w 370"/>
              <a:gd name="T63" fmla="*/ 190 h 257"/>
              <a:gd name="T64" fmla="*/ 53 w 370"/>
              <a:gd name="T65" fmla="*/ 190 h 257"/>
              <a:gd name="T66" fmla="*/ 64 w 370"/>
              <a:gd name="T67" fmla="*/ 221 h 257"/>
              <a:gd name="T68" fmla="*/ 64 w 370"/>
              <a:gd name="T69" fmla="*/ 190 h 257"/>
              <a:gd name="T70" fmla="*/ 105 w 370"/>
              <a:gd name="T71" fmla="*/ 221 h 257"/>
              <a:gd name="T72" fmla="*/ 143 w 370"/>
              <a:gd name="T73" fmla="*/ 190 h 257"/>
              <a:gd name="T74" fmla="*/ 159 w 370"/>
              <a:gd name="T75" fmla="*/ 190 h 257"/>
              <a:gd name="T76" fmla="*/ 177 w 370"/>
              <a:gd name="T77" fmla="*/ 221 h 257"/>
              <a:gd name="T78" fmla="*/ 177 w 370"/>
              <a:gd name="T79" fmla="*/ 190 h 257"/>
              <a:gd name="T80" fmla="*/ 226 w 370"/>
              <a:gd name="T81" fmla="*/ 221 h 257"/>
              <a:gd name="T82" fmla="*/ 264 w 370"/>
              <a:gd name="T83" fmla="*/ 190 h 257"/>
              <a:gd name="T84" fmla="*/ 279 w 370"/>
              <a:gd name="T85" fmla="*/ 189 h 257"/>
              <a:gd name="T86" fmla="*/ 291 w 370"/>
              <a:gd name="T87" fmla="*/ 221 h 257"/>
              <a:gd name="T88" fmla="*/ 290 w 370"/>
              <a:gd name="T89" fmla="*/ 190 h 257"/>
              <a:gd name="T90" fmla="*/ 332 w 370"/>
              <a:gd name="T91" fmla="*/ 221 h 257"/>
              <a:gd name="T92" fmla="*/ 3 w 370"/>
              <a:gd name="T93" fmla="*/ 249 h 257"/>
              <a:gd name="T94" fmla="*/ 3 w 370"/>
              <a:gd name="T95" fmla="*/ 256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70" h="257">
                <a:moveTo>
                  <a:pt x="145" y="15"/>
                </a:moveTo>
                <a:cubicBezTo>
                  <a:pt x="160" y="12"/>
                  <a:pt x="176" y="9"/>
                  <a:pt x="188" y="0"/>
                </a:cubicBezTo>
                <a:cubicBezTo>
                  <a:pt x="188" y="22"/>
                  <a:pt x="188" y="43"/>
                  <a:pt x="189" y="65"/>
                </a:cubicBezTo>
                <a:cubicBezTo>
                  <a:pt x="213" y="70"/>
                  <a:pt x="238" y="75"/>
                  <a:pt x="263" y="82"/>
                </a:cubicBezTo>
                <a:cubicBezTo>
                  <a:pt x="253" y="92"/>
                  <a:pt x="251" y="106"/>
                  <a:pt x="252" y="121"/>
                </a:cubicBezTo>
                <a:cubicBezTo>
                  <a:pt x="286" y="122"/>
                  <a:pt x="320" y="121"/>
                  <a:pt x="354" y="121"/>
                </a:cubicBezTo>
                <a:cubicBezTo>
                  <a:pt x="355" y="157"/>
                  <a:pt x="355" y="193"/>
                  <a:pt x="355" y="229"/>
                </a:cubicBezTo>
                <a:cubicBezTo>
                  <a:pt x="361" y="232"/>
                  <a:pt x="366" y="236"/>
                  <a:pt x="370" y="242"/>
                </a:cubicBezTo>
                <a:cubicBezTo>
                  <a:pt x="279" y="245"/>
                  <a:pt x="188" y="243"/>
                  <a:pt x="97" y="243"/>
                </a:cubicBezTo>
                <a:cubicBezTo>
                  <a:pt x="65" y="243"/>
                  <a:pt x="32" y="244"/>
                  <a:pt x="0" y="242"/>
                </a:cubicBezTo>
                <a:cubicBezTo>
                  <a:pt x="4" y="237"/>
                  <a:pt x="9" y="232"/>
                  <a:pt x="14" y="229"/>
                </a:cubicBezTo>
                <a:cubicBezTo>
                  <a:pt x="15" y="193"/>
                  <a:pt x="14" y="157"/>
                  <a:pt x="15" y="121"/>
                </a:cubicBezTo>
                <a:cubicBezTo>
                  <a:pt x="49" y="121"/>
                  <a:pt x="83" y="121"/>
                  <a:pt x="116" y="121"/>
                </a:cubicBezTo>
                <a:cubicBezTo>
                  <a:pt x="117" y="112"/>
                  <a:pt x="117" y="103"/>
                  <a:pt x="117" y="94"/>
                </a:cubicBezTo>
                <a:cubicBezTo>
                  <a:pt x="113" y="92"/>
                  <a:pt x="104" y="89"/>
                  <a:pt x="100" y="87"/>
                </a:cubicBezTo>
                <a:cubicBezTo>
                  <a:pt x="125" y="72"/>
                  <a:pt x="154" y="71"/>
                  <a:pt x="181" y="64"/>
                </a:cubicBezTo>
                <a:cubicBezTo>
                  <a:pt x="181" y="54"/>
                  <a:pt x="181" y="43"/>
                  <a:pt x="181" y="32"/>
                </a:cubicBezTo>
                <a:cubicBezTo>
                  <a:pt x="169" y="34"/>
                  <a:pt x="157" y="37"/>
                  <a:pt x="145" y="39"/>
                </a:cubicBezTo>
                <a:cubicBezTo>
                  <a:pt x="145" y="31"/>
                  <a:pt x="145" y="23"/>
                  <a:pt x="145" y="15"/>
                </a:cubicBezTo>
                <a:close/>
                <a:moveTo>
                  <a:pt x="128" y="88"/>
                </a:moveTo>
                <a:cubicBezTo>
                  <a:pt x="128" y="136"/>
                  <a:pt x="128" y="184"/>
                  <a:pt x="128" y="232"/>
                </a:cubicBezTo>
                <a:cubicBezTo>
                  <a:pt x="166" y="232"/>
                  <a:pt x="204" y="232"/>
                  <a:pt x="241" y="232"/>
                </a:cubicBezTo>
                <a:cubicBezTo>
                  <a:pt x="241" y="184"/>
                  <a:pt x="241" y="136"/>
                  <a:pt x="241" y="88"/>
                </a:cubicBezTo>
                <a:cubicBezTo>
                  <a:pt x="222" y="85"/>
                  <a:pt x="203" y="78"/>
                  <a:pt x="184" y="77"/>
                </a:cubicBezTo>
                <a:cubicBezTo>
                  <a:pt x="165" y="79"/>
                  <a:pt x="147" y="84"/>
                  <a:pt x="128" y="88"/>
                </a:cubicBezTo>
                <a:close/>
                <a:moveTo>
                  <a:pt x="26" y="133"/>
                </a:moveTo>
                <a:cubicBezTo>
                  <a:pt x="25" y="166"/>
                  <a:pt x="26" y="199"/>
                  <a:pt x="25" y="231"/>
                </a:cubicBezTo>
                <a:cubicBezTo>
                  <a:pt x="56" y="232"/>
                  <a:pt x="86" y="232"/>
                  <a:pt x="117" y="232"/>
                </a:cubicBezTo>
                <a:cubicBezTo>
                  <a:pt x="116" y="199"/>
                  <a:pt x="117" y="166"/>
                  <a:pt x="116" y="133"/>
                </a:cubicBezTo>
                <a:cubicBezTo>
                  <a:pt x="86" y="133"/>
                  <a:pt x="56" y="133"/>
                  <a:pt x="26" y="133"/>
                </a:cubicBezTo>
                <a:close/>
                <a:moveTo>
                  <a:pt x="252" y="133"/>
                </a:moveTo>
                <a:cubicBezTo>
                  <a:pt x="252" y="166"/>
                  <a:pt x="252" y="199"/>
                  <a:pt x="252" y="232"/>
                </a:cubicBezTo>
                <a:cubicBezTo>
                  <a:pt x="283" y="232"/>
                  <a:pt x="313" y="232"/>
                  <a:pt x="343" y="232"/>
                </a:cubicBezTo>
                <a:cubicBezTo>
                  <a:pt x="343" y="199"/>
                  <a:pt x="343" y="166"/>
                  <a:pt x="343" y="133"/>
                </a:cubicBezTo>
                <a:cubicBezTo>
                  <a:pt x="313" y="133"/>
                  <a:pt x="283" y="133"/>
                  <a:pt x="252" y="133"/>
                </a:cubicBezTo>
                <a:close/>
                <a:moveTo>
                  <a:pt x="142" y="107"/>
                </a:moveTo>
                <a:cubicBezTo>
                  <a:pt x="144" y="115"/>
                  <a:pt x="140" y="125"/>
                  <a:pt x="146" y="131"/>
                </a:cubicBezTo>
                <a:cubicBezTo>
                  <a:pt x="149" y="132"/>
                  <a:pt x="156" y="132"/>
                  <a:pt x="159" y="133"/>
                </a:cubicBezTo>
                <a:cubicBezTo>
                  <a:pt x="159" y="124"/>
                  <a:pt x="159" y="115"/>
                  <a:pt x="159" y="106"/>
                </a:cubicBezTo>
                <a:cubicBezTo>
                  <a:pt x="153" y="106"/>
                  <a:pt x="148" y="107"/>
                  <a:pt x="142" y="107"/>
                </a:cubicBezTo>
                <a:close/>
                <a:moveTo>
                  <a:pt x="177" y="107"/>
                </a:moveTo>
                <a:cubicBezTo>
                  <a:pt x="177" y="115"/>
                  <a:pt x="177" y="123"/>
                  <a:pt x="177" y="131"/>
                </a:cubicBezTo>
                <a:cubicBezTo>
                  <a:pt x="182" y="131"/>
                  <a:pt x="187" y="132"/>
                  <a:pt x="193" y="132"/>
                </a:cubicBezTo>
                <a:cubicBezTo>
                  <a:pt x="192" y="123"/>
                  <a:pt x="192" y="115"/>
                  <a:pt x="192" y="106"/>
                </a:cubicBezTo>
                <a:cubicBezTo>
                  <a:pt x="187" y="106"/>
                  <a:pt x="182" y="106"/>
                  <a:pt x="177" y="107"/>
                </a:cubicBezTo>
                <a:close/>
                <a:moveTo>
                  <a:pt x="210" y="107"/>
                </a:moveTo>
                <a:cubicBezTo>
                  <a:pt x="211" y="115"/>
                  <a:pt x="209" y="124"/>
                  <a:pt x="213" y="132"/>
                </a:cubicBezTo>
                <a:cubicBezTo>
                  <a:pt x="216" y="132"/>
                  <a:pt x="223" y="132"/>
                  <a:pt x="226" y="132"/>
                </a:cubicBezTo>
                <a:cubicBezTo>
                  <a:pt x="226" y="124"/>
                  <a:pt x="226" y="115"/>
                  <a:pt x="226" y="106"/>
                </a:cubicBezTo>
                <a:cubicBezTo>
                  <a:pt x="221" y="106"/>
                  <a:pt x="215" y="107"/>
                  <a:pt x="210" y="107"/>
                </a:cubicBezTo>
                <a:close/>
                <a:moveTo>
                  <a:pt x="37" y="145"/>
                </a:moveTo>
                <a:cubicBezTo>
                  <a:pt x="37" y="156"/>
                  <a:pt x="37" y="167"/>
                  <a:pt x="37" y="178"/>
                </a:cubicBezTo>
                <a:cubicBezTo>
                  <a:pt x="42" y="178"/>
                  <a:pt x="47" y="178"/>
                  <a:pt x="52" y="179"/>
                </a:cubicBezTo>
                <a:cubicBezTo>
                  <a:pt x="53" y="167"/>
                  <a:pt x="53" y="155"/>
                  <a:pt x="53" y="144"/>
                </a:cubicBezTo>
                <a:cubicBezTo>
                  <a:pt x="48" y="144"/>
                  <a:pt x="42" y="145"/>
                  <a:pt x="37" y="145"/>
                </a:cubicBezTo>
                <a:close/>
                <a:moveTo>
                  <a:pt x="63" y="144"/>
                </a:moveTo>
                <a:cubicBezTo>
                  <a:pt x="63" y="155"/>
                  <a:pt x="63" y="167"/>
                  <a:pt x="64" y="178"/>
                </a:cubicBezTo>
                <a:cubicBezTo>
                  <a:pt x="67" y="178"/>
                  <a:pt x="75" y="178"/>
                  <a:pt x="79" y="178"/>
                </a:cubicBezTo>
                <a:cubicBezTo>
                  <a:pt x="79" y="167"/>
                  <a:pt x="79" y="156"/>
                  <a:pt x="79" y="145"/>
                </a:cubicBezTo>
                <a:cubicBezTo>
                  <a:pt x="75" y="144"/>
                  <a:pt x="67" y="144"/>
                  <a:pt x="63" y="144"/>
                </a:cubicBezTo>
                <a:close/>
                <a:moveTo>
                  <a:pt x="90" y="145"/>
                </a:moveTo>
                <a:cubicBezTo>
                  <a:pt x="90" y="156"/>
                  <a:pt x="90" y="167"/>
                  <a:pt x="90" y="178"/>
                </a:cubicBezTo>
                <a:cubicBezTo>
                  <a:pt x="95" y="178"/>
                  <a:pt x="100" y="178"/>
                  <a:pt x="105" y="178"/>
                </a:cubicBezTo>
                <a:cubicBezTo>
                  <a:pt x="105" y="167"/>
                  <a:pt x="105" y="156"/>
                  <a:pt x="105" y="144"/>
                </a:cubicBezTo>
                <a:cubicBezTo>
                  <a:pt x="100" y="144"/>
                  <a:pt x="95" y="145"/>
                  <a:pt x="90" y="145"/>
                </a:cubicBezTo>
                <a:close/>
                <a:moveTo>
                  <a:pt x="143" y="145"/>
                </a:moveTo>
                <a:cubicBezTo>
                  <a:pt x="143" y="156"/>
                  <a:pt x="143" y="167"/>
                  <a:pt x="143" y="178"/>
                </a:cubicBezTo>
                <a:cubicBezTo>
                  <a:pt x="148" y="178"/>
                  <a:pt x="153" y="178"/>
                  <a:pt x="159" y="178"/>
                </a:cubicBezTo>
                <a:cubicBezTo>
                  <a:pt x="159" y="167"/>
                  <a:pt x="159" y="156"/>
                  <a:pt x="159" y="144"/>
                </a:cubicBezTo>
                <a:cubicBezTo>
                  <a:pt x="154" y="145"/>
                  <a:pt x="148" y="145"/>
                  <a:pt x="143" y="145"/>
                </a:cubicBezTo>
                <a:close/>
                <a:moveTo>
                  <a:pt x="177" y="145"/>
                </a:moveTo>
                <a:cubicBezTo>
                  <a:pt x="177" y="156"/>
                  <a:pt x="177" y="167"/>
                  <a:pt x="177" y="178"/>
                </a:cubicBezTo>
                <a:cubicBezTo>
                  <a:pt x="182" y="178"/>
                  <a:pt x="187" y="178"/>
                  <a:pt x="192" y="178"/>
                </a:cubicBezTo>
                <a:cubicBezTo>
                  <a:pt x="192" y="167"/>
                  <a:pt x="192" y="156"/>
                  <a:pt x="192" y="144"/>
                </a:cubicBezTo>
                <a:cubicBezTo>
                  <a:pt x="187" y="145"/>
                  <a:pt x="182" y="145"/>
                  <a:pt x="177" y="145"/>
                </a:cubicBezTo>
                <a:close/>
                <a:moveTo>
                  <a:pt x="210" y="144"/>
                </a:moveTo>
                <a:cubicBezTo>
                  <a:pt x="210" y="156"/>
                  <a:pt x="210" y="167"/>
                  <a:pt x="210" y="178"/>
                </a:cubicBezTo>
                <a:cubicBezTo>
                  <a:pt x="216" y="178"/>
                  <a:pt x="221" y="178"/>
                  <a:pt x="226" y="178"/>
                </a:cubicBezTo>
                <a:cubicBezTo>
                  <a:pt x="226" y="167"/>
                  <a:pt x="226" y="156"/>
                  <a:pt x="226" y="144"/>
                </a:cubicBezTo>
                <a:cubicBezTo>
                  <a:pt x="221" y="144"/>
                  <a:pt x="216" y="144"/>
                  <a:pt x="210" y="144"/>
                </a:cubicBezTo>
                <a:close/>
                <a:moveTo>
                  <a:pt x="264" y="145"/>
                </a:moveTo>
                <a:cubicBezTo>
                  <a:pt x="264" y="156"/>
                  <a:pt x="264" y="167"/>
                  <a:pt x="264" y="178"/>
                </a:cubicBezTo>
                <a:cubicBezTo>
                  <a:pt x="269" y="178"/>
                  <a:pt x="274" y="178"/>
                  <a:pt x="279" y="178"/>
                </a:cubicBezTo>
                <a:cubicBezTo>
                  <a:pt x="279" y="167"/>
                  <a:pt x="280" y="156"/>
                  <a:pt x="280" y="144"/>
                </a:cubicBezTo>
                <a:cubicBezTo>
                  <a:pt x="274" y="145"/>
                  <a:pt x="269" y="145"/>
                  <a:pt x="264" y="145"/>
                </a:cubicBezTo>
                <a:close/>
                <a:moveTo>
                  <a:pt x="290" y="144"/>
                </a:moveTo>
                <a:cubicBezTo>
                  <a:pt x="290" y="156"/>
                  <a:pt x="290" y="167"/>
                  <a:pt x="291" y="178"/>
                </a:cubicBezTo>
                <a:cubicBezTo>
                  <a:pt x="294" y="178"/>
                  <a:pt x="301" y="178"/>
                  <a:pt x="305" y="178"/>
                </a:cubicBezTo>
                <a:cubicBezTo>
                  <a:pt x="305" y="167"/>
                  <a:pt x="305" y="156"/>
                  <a:pt x="305" y="144"/>
                </a:cubicBezTo>
                <a:cubicBezTo>
                  <a:pt x="302" y="144"/>
                  <a:pt x="294" y="144"/>
                  <a:pt x="290" y="144"/>
                </a:cubicBezTo>
                <a:close/>
                <a:moveTo>
                  <a:pt x="316" y="145"/>
                </a:moveTo>
                <a:cubicBezTo>
                  <a:pt x="316" y="156"/>
                  <a:pt x="317" y="167"/>
                  <a:pt x="317" y="178"/>
                </a:cubicBezTo>
                <a:cubicBezTo>
                  <a:pt x="322" y="178"/>
                  <a:pt x="327" y="178"/>
                  <a:pt x="332" y="178"/>
                </a:cubicBezTo>
                <a:cubicBezTo>
                  <a:pt x="332" y="167"/>
                  <a:pt x="332" y="156"/>
                  <a:pt x="332" y="145"/>
                </a:cubicBezTo>
                <a:cubicBezTo>
                  <a:pt x="327" y="145"/>
                  <a:pt x="322" y="145"/>
                  <a:pt x="316" y="145"/>
                </a:cubicBezTo>
                <a:close/>
                <a:moveTo>
                  <a:pt x="37" y="190"/>
                </a:moveTo>
                <a:cubicBezTo>
                  <a:pt x="37" y="200"/>
                  <a:pt x="37" y="210"/>
                  <a:pt x="37" y="221"/>
                </a:cubicBezTo>
                <a:cubicBezTo>
                  <a:pt x="42" y="221"/>
                  <a:pt x="47" y="221"/>
                  <a:pt x="53" y="221"/>
                </a:cubicBezTo>
                <a:cubicBezTo>
                  <a:pt x="53" y="211"/>
                  <a:pt x="53" y="200"/>
                  <a:pt x="53" y="190"/>
                </a:cubicBezTo>
                <a:cubicBezTo>
                  <a:pt x="47" y="190"/>
                  <a:pt x="42" y="190"/>
                  <a:pt x="37" y="190"/>
                </a:cubicBezTo>
                <a:close/>
                <a:moveTo>
                  <a:pt x="64" y="190"/>
                </a:moveTo>
                <a:cubicBezTo>
                  <a:pt x="64" y="200"/>
                  <a:pt x="64" y="211"/>
                  <a:pt x="64" y="221"/>
                </a:cubicBezTo>
                <a:cubicBezTo>
                  <a:pt x="67" y="221"/>
                  <a:pt x="75" y="221"/>
                  <a:pt x="79" y="221"/>
                </a:cubicBezTo>
                <a:cubicBezTo>
                  <a:pt x="79" y="211"/>
                  <a:pt x="79" y="200"/>
                  <a:pt x="79" y="190"/>
                </a:cubicBezTo>
                <a:cubicBezTo>
                  <a:pt x="75" y="190"/>
                  <a:pt x="67" y="190"/>
                  <a:pt x="64" y="190"/>
                </a:cubicBezTo>
                <a:close/>
                <a:moveTo>
                  <a:pt x="90" y="190"/>
                </a:moveTo>
                <a:cubicBezTo>
                  <a:pt x="90" y="200"/>
                  <a:pt x="90" y="210"/>
                  <a:pt x="90" y="221"/>
                </a:cubicBezTo>
                <a:cubicBezTo>
                  <a:pt x="95" y="221"/>
                  <a:pt x="100" y="221"/>
                  <a:pt x="105" y="221"/>
                </a:cubicBezTo>
                <a:cubicBezTo>
                  <a:pt x="105" y="211"/>
                  <a:pt x="105" y="200"/>
                  <a:pt x="105" y="190"/>
                </a:cubicBezTo>
                <a:cubicBezTo>
                  <a:pt x="100" y="190"/>
                  <a:pt x="95" y="190"/>
                  <a:pt x="90" y="190"/>
                </a:cubicBezTo>
                <a:close/>
                <a:moveTo>
                  <a:pt x="143" y="190"/>
                </a:moveTo>
                <a:cubicBezTo>
                  <a:pt x="143" y="200"/>
                  <a:pt x="143" y="210"/>
                  <a:pt x="143" y="221"/>
                </a:cubicBezTo>
                <a:cubicBezTo>
                  <a:pt x="148" y="221"/>
                  <a:pt x="153" y="221"/>
                  <a:pt x="159" y="221"/>
                </a:cubicBezTo>
                <a:cubicBezTo>
                  <a:pt x="159" y="211"/>
                  <a:pt x="159" y="200"/>
                  <a:pt x="159" y="190"/>
                </a:cubicBezTo>
                <a:cubicBezTo>
                  <a:pt x="153" y="190"/>
                  <a:pt x="148" y="190"/>
                  <a:pt x="143" y="190"/>
                </a:cubicBezTo>
                <a:close/>
                <a:moveTo>
                  <a:pt x="177" y="190"/>
                </a:moveTo>
                <a:cubicBezTo>
                  <a:pt x="177" y="200"/>
                  <a:pt x="177" y="210"/>
                  <a:pt x="177" y="221"/>
                </a:cubicBezTo>
                <a:cubicBezTo>
                  <a:pt x="182" y="221"/>
                  <a:pt x="187" y="221"/>
                  <a:pt x="192" y="221"/>
                </a:cubicBezTo>
                <a:cubicBezTo>
                  <a:pt x="192" y="211"/>
                  <a:pt x="192" y="200"/>
                  <a:pt x="192" y="190"/>
                </a:cubicBezTo>
                <a:cubicBezTo>
                  <a:pt x="187" y="190"/>
                  <a:pt x="182" y="190"/>
                  <a:pt x="177" y="190"/>
                </a:cubicBezTo>
                <a:close/>
                <a:moveTo>
                  <a:pt x="211" y="190"/>
                </a:moveTo>
                <a:cubicBezTo>
                  <a:pt x="211" y="200"/>
                  <a:pt x="210" y="211"/>
                  <a:pt x="210" y="221"/>
                </a:cubicBezTo>
                <a:cubicBezTo>
                  <a:pt x="216" y="221"/>
                  <a:pt x="221" y="221"/>
                  <a:pt x="226" y="221"/>
                </a:cubicBezTo>
                <a:cubicBezTo>
                  <a:pt x="226" y="211"/>
                  <a:pt x="226" y="200"/>
                  <a:pt x="226" y="190"/>
                </a:cubicBezTo>
                <a:cubicBezTo>
                  <a:pt x="221" y="190"/>
                  <a:pt x="216" y="190"/>
                  <a:pt x="211" y="190"/>
                </a:cubicBezTo>
                <a:close/>
                <a:moveTo>
                  <a:pt x="264" y="190"/>
                </a:moveTo>
                <a:cubicBezTo>
                  <a:pt x="264" y="200"/>
                  <a:pt x="264" y="211"/>
                  <a:pt x="264" y="221"/>
                </a:cubicBezTo>
                <a:cubicBezTo>
                  <a:pt x="269" y="221"/>
                  <a:pt x="274" y="221"/>
                  <a:pt x="279" y="221"/>
                </a:cubicBezTo>
                <a:cubicBezTo>
                  <a:pt x="280" y="211"/>
                  <a:pt x="280" y="200"/>
                  <a:pt x="279" y="189"/>
                </a:cubicBezTo>
                <a:cubicBezTo>
                  <a:pt x="274" y="190"/>
                  <a:pt x="269" y="190"/>
                  <a:pt x="264" y="190"/>
                </a:cubicBezTo>
                <a:close/>
                <a:moveTo>
                  <a:pt x="290" y="190"/>
                </a:moveTo>
                <a:cubicBezTo>
                  <a:pt x="291" y="200"/>
                  <a:pt x="291" y="210"/>
                  <a:pt x="291" y="221"/>
                </a:cubicBezTo>
                <a:cubicBezTo>
                  <a:pt x="294" y="221"/>
                  <a:pt x="301" y="221"/>
                  <a:pt x="305" y="221"/>
                </a:cubicBezTo>
                <a:cubicBezTo>
                  <a:pt x="305" y="211"/>
                  <a:pt x="305" y="200"/>
                  <a:pt x="305" y="190"/>
                </a:cubicBezTo>
                <a:cubicBezTo>
                  <a:pt x="302" y="190"/>
                  <a:pt x="294" y="190"/>
                  <a:pt x="290" y="190"/>
                </a:cubicBezTo>
                <a:close/>
                <a:moveTo>
                  <a:pt x="317" y="190"/>
                </a:moveTo>
                <a:cubicBezTo>
                  <a:pt x="316" y="200"/>
                  <a:pt x="316" y="211"/>
                  <a:pt x="316" y="221"/>
                </a:cubicBezTo>
                <a:cubicBezTo>
                  <a:pt x="322" y="221"/>
                  <a:pt x="327" y="221"/>
                  <a:pt x="332" y="221"/>
                </a:cubicBezTo>
                <a:cubicBezTo>
                  <a:pt x="332" y="211"/>
                  <a:pt x="332" y="200"/>
                  <a:pt x="332" y="190"/>
                </a:cubicBezTo>
                <a:cubicBezTo>
                  <a:pt x="327" y="190"/>
                  <a:pt x="322" y="190"/>
                  <a:pt x="317" y="190"/>
                </a:cubicBezTo>
                <a:close/>
                <a:moveTo>
                  <a:pt x="3" y="249"/>
                </a:moveTo>
                <a:cubicBezTo>
                  <a:pt x="124" y="249"/>
                  <a:pt x="245" y="249"/>
                  <a:pt x="366" y="249"/>
                </a:cubicBezTo>
                <a:cubicBezTo>
                  <a:pt x="366" y="256"/>
                  <a:pt x="366" y="256"/>
                  <a:pt x="366" y="256"/>
                </a:cubicBezTo>
                <a:cubicBezTo>
                  <a:pt x="245" y="257"/>
                  <a:pt x="124" y="257"/>
                  <a:pt x="3" y="256"/>
                </a:cubicBezTo>
                <a:lnTo>
                  <a:pt x="3" y="2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Freeform 863"/>
          <p:cNvSpPr>
            <a:spLocks noEditPoints="1"/>
          </p:cNvSpPr>
          <p:nvPr/>
        </p:nvSpPr>
        <p:spPr bwMode="auto">
          <a:xfrm>
            <a:off x="4461195" y="1279302"/>
            <a:ext cx="378047" cy="409551"/>
          </a:xfrm>
          <a:custGeom>
            <a:avLst/>
            <a:gdLst>
              <a:gd name="T0" fmla="*/ 112 w 272"/>
              <a:gd name="T1" fmla="*/ 3 h 295"/>
              <a:gd name="T2" fmla="*/ 247 w 272"/>
              <a:gd name="T3" fmla="*/ 73 h 295"/>
              <a:gd name="T4" fmla="*/ 60 w 272"/>
              <a:gd name="T5" fmla="*/ 213 h 295"/>
              <a:gd name="T6" fmla="*/ 88 w 272"/>
              <a:gd name="T7" fmla="*/ 20 h 295"/>
              <a:gd name="T8" fmla="*/ 53 w 272"/>
              <a:gd name="T9" fmla="*/ 164 h 295"/>
              <a:gd name="T10" fmla="*/ 236 w 272"/>
              <a:gd name="T11" fmla="*/ 30 h 295"/>
              <a:gd name="T12" fmla="*/ 222 w 272"/>
              <a:gd name="T13" fmla="*/ 146 h 295"/>
              <a:gd name="T14" fmla="*/ 207 w 272"/>
              <a:gd name="T15" fmla="*/ 219 h 295"/>
              <a:gd name="T16" fmla="*/ 46 w 272"/>
              <a:gd name="T17" fmla="*/ 178 h 295"/>
              <a:gd name="T18" fmla="*/ 194 w 272"/>
              <a:gd name="T19" fmla="*/ 220 h 295"/>
              <a:gd name="T20" fmla="*/ 102 w 272"/>
              <a:gd name="T21" fmla="*/ 180 h 295"/>
              <a:gd name="T22" fmla="*/ 123 w 272"/>
              <a:gd name="T23" fmla="*/ 37 h 295"/>
              <a:gd name="T24" fmla="*/ 208 w 272"/>
              <a:gd name="T25" fmla="*/ 65 h 295"/>
              <a:gd name="T26" fmla="*/ 123 w 272"/>
              <a:gd name="T27" fmla="*/ 37 h 295"/>
              <a:gd name="T28" fmla="*/ 121 w 272"/>
              <a:gd name="T29" fmla="*/ 65 h 295"/>
              <a:gd name="T30" fmla="*/ 198 w 272"/>
              <a:gd name="T31" fmla="*/ 68 h 295"/>
              <a:gd name="T32" fmla="*/ 4 w 272"/>
              <a:gd name="T33" fmla="*/ 93 h 295"/>
              <a:gd name="T34" fmla="*/ 67 w 272"/>
              <a:gd name="T35" fmla="*/ 60 h 295"/>
              <a:gd name="T36" fmla="*/ 92 w 272"/>
              <a:gd name="T37" fmla="*/ 146 h 295"/>
              <a:gd name="T38" fmla="*/ 158 w 272"/>
              <a:gd name="T39" fmla="*/ 90 h 295"/>
              <a:gd name="T40" fmla="*/ 188 w 272"/>
              <a:gd name="T41" fmla="*/ 146 h 295"/>
              <a:gd name="T42" fmla="*/ 115 w 272"/>
              <a:gd name="T43" fmla="*/ 70 h 295"/>
              <a:gd name="T44" fmla="*/ 163 w 272"/>
              <a:gd name="T45" fmla="*/ 103 h 295"/>
              <a:gd name="T46" fmla="*/ 170 w 272"/>
              <a:gd name="T47" fmla="*/ 129 h 295"/>
              <a:gd name="T48" fmla="*/ 130 w 272"/>
              <a:gd name="T49" fmla="*/ 150 h 295"/>
              <a:gd name="T50" fmla="*/ 171 w 272"/>
              <a:gd name="T51" fmla="*/ 142 h 295"/>
              <a:gd name="T52" fmla="*/ 240 w 272"/>
              <a:gd name="T53" fmla="*/ 149 h 295"/>
              <a:gd name="T54" fmla="*/ 247 w 272"/>
              <a:gd name="T55" fmla="*/ 205 h 295"/>
              <a:gd name="T56" fmla="*/ 111 w 272"/>
              <a:gd name="T57" fmla="*/ 282 h 295"/>
              <a:gd name="T58" fmla="*/ 168 w 272"/>
              <a:gd name="T59" fmla="*/ 236 h 295"/>
              <a:gd name="T60" fmla="*/ 103 w 272"/>
              <a:gd name="T61" fmla="*/ 286 h 295"/>
              <a:gd name="T62" fmla="*/ 272 w 272"/>
              <a:gd name="T63" fmla="*/ 226 h 295"/>
              <a:gd name="T64" fmla="*/ 267 w 272"/>
              <a:gd name="T65" fmla="*/ 190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72" h="295">
                <a:moveTo>
                  <a:pt x="88" y="20"/>
                </a:moveTo>
                <a:cubicBezTo>
                  <a:pt x="90" y="10"/>
                  <a:pt x="100" y="0"/>
                  <a:pt x="112" y="3"/>
                </a:cubicBezTo>
                <a:cubicBezTo>
                  <a:pt x="157" y="8"/>
                  <a:pt x="203" y="14"/>
                  <a:pt x="248" y="20"/>
                </a:cubicBezTo>
                <a:cubicBezTo>
                  <a:pt x="244" y="38"/>
                  <a:pt x="244" y="55"/>
                  <a:pt x="247" y="73"/>
                </a:cubicBezTo>
                <a:cubicBezTo>
                  <a:pt x="238" y="127"/>
                  <a:pt x="227" y="180"/>
                  <a:pt x="218" y="234"/>
                </a:cubicBezTo>
                <a:cubicBezTo>
                  <a:pt x="165" y="229"/>
                  <a:pt x="112" y="220"/>
                  <a:pt x="60" y="213"/>
                </a:cubicBezTo>
                <a:cubicBezTo>
                  <a:pt x="43" y="211"/>
                  <a:pt x="30" y="193"/>
                  <a:pt x="37" y="177"/>
                </a:cubicBezTo>
                <a:cubicBezTo>
                  <a:pt x="54" y="125"/>
                  <a:pt x="71" y="73"/>
                  <a:pt x="88" y="20"/>
                </a:cubicBezTo>
                <a:close/>
                <a:moveTo>
                  <a:pt x="102" y="14"/>
                </a:moveTo>
                <a:cubicBezTo>
                  <a:pt x="84" y="63"/>
                  <a:pt x="69" y="114"/>
                  <a:pt x="53" y="164"/>
                </a:cubicBezTo>
                <a:cubicBezTo>
                  <a:pt x="103" y="167"/>
                  <a:pt x="153" y="176"/>
                  <a:pt x="203" y="180"/>
                </a:cubicBezTo>
                <a:cubicBezTo>
                  <a:pt x="214" y="130"/>
                  <a:pt x="225" y="80"/>
                  <a:pt x="236" y="30"/>
                </a:cubicBezTo>
                <a:cubicBezTo>
                  <a:pt x="192" y="24"/>
                  <a:pt x="147" y="17"/>
                  <a:pt x="102" y="14"/>
                </a:cubicBezTo>
                <a:close/>
                <a:moveTo>
                  <a:pt x="222" y="146"/>
                </a:moveTo>
                <a:cubicBezTo>
                  <a:pt x="217" y="162"/>
                  <a:pt x="217" y="179"/>
                  <a:pt x="207" y="193"/>
                </a:cubicBezTo>
                <a:cubicBezTo>
                  <a:pt x="200" y="200"/>
                  <a:pt x="206" y="210"/>
                  <a:pt x="207" y="219"/>
                </a:cubicBezTo>
                <a:cubicBezTo>
                  <a:pt x="216" y="196"/>
                  <a:pt x="219" y="170"/>
                  <a:pt x="222" y="146"/>
                </a:cubicBezTo>
                <a:close/>
                <a:moveTo>
                  <a:pt x="46" y="178"/>
                </a:moveTo>
                <a:cubicBezTo>
                  <a:pt x="45" y="188"/>
                  <a:pt x="49" y="200"/>
                  <a:pt x="61" y="202"/>
                </a:cubicBezTo>
                <a:cubicBezTo>
                  <a:pt x="105" y="209"/>
                  <a:pt x="150" y="215"/>
                  <a:pt x="194" y="220"/>
                </a:cubicBezTo>
                <a:cubicBezTo>
                  <a:pt x="193" y="210"/>
                  <a:pt x="193" y="200"/>
                  <a:pt x="192" y="190"/>
                </a:cubicBezTo>
                <a:cubicBezTo>
                  <a:pt x="162" y="188"/>
                  <a:pt x="132" y="183"/>
                  <a:pt x="102" y="180"/>
                </a:cubicBezTo>
                <a:cubicBezTo>
                  <a:pt x="83" y="178"/>
                  <a:pt x="64" y="173"/>
                  <a:pt x="46" y="178"/>
                </a:cubicBezTo>
                <a:close/>
                <a:moveTo>
                  <a:pt x="123" y="37"/>
                </a:moveTo>
                <a:cubicBezTo>
                  <a:pt x="122" y="42"/>
                  <a:pt x="121" y="50"/>
                  <a:pt x="120" y="54"/>
                </a:cubicBezTo>
                <a:cubicBezTo>
                  <a:pt x="150" y="57"/>
                  <a:pt x="179" y="62"/>
                  <a:pt x="208" y="65"/>
                </a:cubicBezTo>
                <a:cubicBezTo>
                  <a:pt x="208" y="61"/>
                  <a:pt x="209" y="52"/>
                  <a:pt x="210" y="48"/>
                </a:cubicBezTo>
                <a:cubicBezTo>
                  <a:pt x="181" y="44"/>
                  <a:pt x="152" y="40"/>
                  <a:pt x="123" y="37"/>
                </a:cubicBezTo>
                <a:close/>
                <a:moveTo>
                  <a:pt x="114" y="59"/>
                </a:moveTo>
                <a:cubicBezTo>
                  <a:pt x="116" y="61"/>
                  <a:pt x="119" y="64"/>
                  <a:pt x="121" y="65"/>
                </a:cubicBezTo>
                <a:cubicBezTo>
                  <a:pt x="150" y="70"/>
                  <a:pt x="179" y="76"/>
                  <a:pt x="208" y="75"/>
                </a:cubicBezTo>
                <a:cubicBezTo>
                  <a:pt x="206" y="73"/>
                  <a:pt x="201" y="70"/>
                  <a:pt x="198" y="68"/>
                </a:cubicBezTo>
                <a:cubicBezTo>
                  <a:pt x="170" y="65"/>
                  <a:pt x="142" y="59"/>
                  <a:pt x="114" y="59"/>
                </a:cubicBezTo>
                <a:close/>
                <a:moveTo>
                  <a:pt x="4" y="93"/>
                </a:moveTo>
                <a:cubicBezTo>
                  <a:pt x="0" y="119"/>
                  <a:pt x="23" y="140"/>
                  <a:pt x="34" y="163"/>
                </a:cubicBezTo>
                <a:cubicBezTo>
                  <a:pt x="45" y="129"/>
                  <a:pt x="57" y="94"/>
                  <a:pt x="67" y="60"/>
                </a:cubicBezTo>
                <a:cubicBezTo>
                  <a:pt x="46" y="69"/>
                  <a:pt x="14" y="68"/>
                  <a:pt x="4" y="93"/>
                </a:cubicBezTo>
                <a:close/>
                <a:moveTo>
                  <a:pt x="92" y="146"/>
                </a:moveTo>
                <a:cubicBezTo>
                  <a:pt x="100" y="145"/>
                  <a:pt x="112" y="152"/>
                  <a:pt x="118" y="143"/>
                </a:cubicBezTo>
                <a:cubicBezTo>
                  <a:pt x="132" y="126"/>
                  <a:pt x="144" y="107"/>
                  <a:pt x="158" y="90"/>
                </a:cubicBezTo>
                <a:cubicBezTo>
                  <a:pt x="164" y="89"/>
                  <a:pt x="169" y="87"/>
                  <a:pt x="175" y="86"/>
                </a:cubicBezTo>
                <a:cubicBezTo>
                  <a:pt x="180" y="106"/>
                  <a:pt x="184" y="126"/>
                  <a:pt x="188" y="146"/>
                </a:cubicBezTo>
                <a:cubicBezTo>
                  <a:pt x="194" y="125"/>
                  <a:pt x="199" y="103"/>
                  <a:pt x="203" y="81"/>
                </a:cubicBezTo>
                <a:cubicBezTo>
                  <a:pt x="174" y="78"/>
                  <a:pt x="144" y="74"/>
                  <a:pt x="115" y="70"/>
                </a:cubicBezTo>
                <a:cubicBezTo>
                  <a:pt x="107" y="95"/>
                  <a:pt x="99" y="121"/>
                  <a:pt x="92" y="146"/>
                </a:cubicBezTo>
                <a:close/>
                <a:moveTo>
                  <a:pt x="163" y="103"/>
                </a:moveTo>
                <a:cubicBezTo>
                  <a:pt x="158" y="111"/>
                  <a:pt x="153" y="118"/>
                  <a:pt x="148" y="126"/>
                </a:cubicBezTo>
                <a:cubicBezTo>
                  <a:pt x="155" y="127"/>
                  <a:pt x="163" y="128"/>
                  <a:pt x="170" y="129"/>
                </a:cubicBezTo>
                <a:cubicBezTo>
                  <a:pt x="168" y="120"/>
                  <a:pt x="166" y="112"/>
                  <a:pt x="163" y="103"/>
                </a:cubicBezTo>
                <a:close/>
                <a:moveTo>
                  <a:pt x="130" y="150"/>
                </a:moveTo>
                <a:cubicBezTo>
                  <a:pt x="145" y="152"/>
                  <a:pt x="159" y="154"/>
                  <a:pt x="174" y="156"/>
                </a:cubicBezTo>
                <a:cubicBezTo>
                  <a:pt x="173" y="152"/>
                  <a:pt x="172" y="145"/>
                  <a:pt x="171" y="142"/>
                </a:cubicBezTo>
                <a:cubicBezTo>
                  <a:pt x="157" y="138"/>
                  <a:pt x="138" y="133"/>
                  <a:pt x="130" y="150"/>
                </a:cubicBezTo>
                <a:close/>
                <a:moveTo>
                  <a:pt x="240" y="149"/>
                </a:moveTo>
                <a:cubicBezTo>
                  <a:pt x="237" y="170"/>
                  <a:pt x="233" y="191"/>
                  <a:pt x="230" y="212"/>
                </a:cubicBezTo>
                <a:cubicBezTo>
                  <a:pt x="235" y="210"/>
                  <a:pt x="241" y="208"/>
                  <a:pt x="247" y="205"/>
                </a:cubicBezTo>
                <a:cubicBezTo>
                  <a:pt x="249" y="211"/>
                  <a:pt x="251" y="217"/>
                  <a:pt x="253" y="223"/>
                </a:cubicBezTo>
                <a:cubicBezTo>
                  <a:pt x="205" y="243"/>
                  <a:pt x="158" y="263"/>
                  <a:pt x="111" y="282"/>
                </a:cubicBezTo>
                <a:cubicBezTo>
                  <a:pt x="109" y="274"/>
                  <a:pt x="106" y="264"/>
                  <a:pt x="115" y="260"/>
                </a:cubicBezTo>
                <a:cubicBezTo>
                  <a:pt x="132" y="250"/>
                  <a:pt x="151" y="245"/>
                  <a:pt x="168" y="236"/>
                </a:cubicBezTo>
                <a:cubicBezTo>
                  <a:pt x="134" y="231"/>
                  <a:pt x="101" y="226"/>
                  <a:pt x="67" y="222"/>
                </a:cubicBezTo>
                <a:cubicBezTo>
                  <a:pt x="78" y="243"/>
                  <a:pt x="89" y="265"/>
                  <a:pt x="103" y="286"/>
                </a:cubicBezTo>
                <a:cubicBezTo>
                  <a:pt x="108" y="295"/>
                  <a:pt x="120" y="291"/>
                  <a:pt x="128" y="287"/>
                </a:cubicBezTo>
                <a:cubicBezTo>
                  <a:pt x="176" y="267"/>
                  <a:pt x="224" y="248"/>
                  <a:pt x="272" y="226"/>
                </a:cubicBezTo>
                <a:cubicBezTo>
                  <a:pt x="267" y="220"/>
                  <a:pt x="263" y="214"/>
                  <a:pt x="258" y="208"/>
                </a:cubicBezTo>
                <a:cubicBezTo>
                  <a:pt x="261" y="202"/>
                  <a:pt x="265" y="196"/>
                  <a:pt x="267" y="190"/>
                </a:cubicBezTo>
                <a:cubicBezTo>
                  <a:pt x="259" y="176"/>
                  <a:pt x="250" y="162"/>
                  <a:pt x="240" y="14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Freeform 864"/>
          <p:cNvSpPr>
            <a:spLocks noEditPoints="1"/>
          </p:cNvSpPr>
          <p:nvPr/>
        </p:nvSpPr>
        <p:spPr bwMode="auto">
          <a:xfrm>
            <a:off x="5295394" y="1279302"/>
            <a:ext cx="419575" cy="283535"/>
          </a:xfrm>
          <a:custGeom>
            <a:avLst/>
            <a:gdLst>
              <a:gd name="T0" fmla="*/ 119 w 303"/>
              <a:gd name="T1" fmla="*/ 13 h 204"/>
              <a:gd name="T2" fmla="*/ 163 w 303"/>
              <a:gd name="T3" fmla="*/ 6 h 204"/>
              <a:gd name="T4" fmla="*/ 303 w 303"/>
              <a:gd name="T5" fmla="*/ 50 h 204"/>
              <a:gd name="T6" fmla="*/ 244 w 303"/>
              <a:gd name="T7" fmla="*/ 77 h 204"/>
              <a:gd name="T8" fmla="*/ 265 w 303"/>
              <a:gd name="T9" fmla="*/ 126 h 204"/>
              <a:gd name="T10" fmla="*/ 293 w 303"/>
              <a:gd name="T11" fmla="*/ 198 h 204"/>
              <a:gd name="T12" fmla="*/ 265 w 303"/>
              <a:gd name="T13" fmla="*/ 204 h 204"/>
              <a:gd name="T14" fmla="*/ 256 w 303"/>
              <a:gd name="T15" fmla="*/ 126 h 204"/>
              <a:gd name="T16" fmla="*/ 247 w 303"/>
              <a:gd name="T17" fmla="*/ 92 h 204"/>
              <a:gd name="T18" fmla="*/ 221 w 303"/>
              <a:gd name="T19" fmla="*/ 79 h 204"/>
              <a:gd name="T20" fmla="*/ 145 w 303"/>
              <a:gd name="T21" fmla="*/ 53 h 204"/>
              <a:gd name="T22" fmla="*/ 220 w 303"/>
              <a:gd name="T23" fmla="*/ 88 h 204"/>
              <a:gd name="T24" fmla="*/ 152 w 303"/>
              <a:gd name="T25" fmla="*/ 119 h 204"/>
              <a:gd name="T26" fmla="*/ 0 w 303"/>
              <a:gd name="T27" fmla="*/ 50 h 204"/>
              <a:gd name="T28" fmla="*/ 119 w 303"/>
              <a:gd name="T29" fmla="*/ 13 h 204"/>
              <a:gd name="T30" fmla="*/ 66 w 303"/>
              <a:gd name="T31" fmla="*/ 91 h 204"/>
              <a:gd name="T32" fmla="*/ 62 w 303"/>
              <a:gd name="T33" fmla="*/ 155 h 204"/>
              <a:gd name="T34" fmla="*/ 152 w 303"/>
              <a:gd name="T35" fmla="*/ 196 h 204"/>
              <a:gd name="T36" fmla="*/ 240 w 303"/>
              <a:gd name="T37" fmla="*/ 155 h 204"/>
              <a:gd name="T38" fmla="*/ 236 w 303"/>
              <a:gd name="T39" fmla="*/ 92 h 204"/>
              <a:gd name="T40" fmla="*/ 152 w 303"/>
              <a:gd name="T41" fmla="*/ 128 h 204"/>
              <a:gd name="T42" fmla="*/ 66 w 303"/>
              <a:gd name="T43" fmla="*/ 91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03" h="204">
                <a:moveTo>
                  <a:pt x="119" y="13"/>
                </a:moveTo>
                <a:cubicBezTo>
                  <a:pt x="133" y="9"/>
                  <a:pt x="148" y="0"/>
                  <a:pt x="163" y="6"/>
                </a:cubicBezTo>
                <a:cubicBezTo>
                  <a:pt x="209" y="22"/>
                  <a:pt x="257" y="33"/>
                  <a:pt x="303" y="50"/>
                </a:cubicBezTo>
                <a:cubicBezTo>
                  <a:pt x="284" y="61"/>
                  <a:pt x="264" y="69"/>
                  <a:pt x="244" y="77"/>
                </a:cubicBezTo>
                <a:cubicBezTo>
                  <a:pt x="259" y="89"/>
                  <a:pt x="260" y="109"/>
                  <a:pt x="265" y="126"/>
                </a:cubicBezTo>
                <a:cubicBezTo>
                  <a:pt x="274" y="150"/>
                  <a:pt x="283" y="175"/>
                  <a:pt x="293" y="198"/>
                </a:cubicBezTo>
                <a:cubicBezTo>
                  <a:pt x="283" y="200"/>
                  <a:pt x="274" y="202"/>
                  <a:pt x="265" y="204"/>
                </a:cubicBezTo>
                <a:cubicBezTo>
                  <a:pt x="267" y="177"/>
                  <a:pt x="255" y="152"/>
                  <a:pt x="256" y="126"/>
                </a:cubicBezTo>
                <a:cubicBezTo>
                  <a:pt x="254" y="114"/>
                  <a:pt x="252" y="103"/>
                  <a:pt x="247" y="92"/>
                </a:cubicBezTo>
                <a:cubicBezTo>
                  <a:pt x="240" y="86"/>
                  <a:pt x="230" y="83"/>
                  <a:pt x="221" y="79"/>
                </a:cubicBezTo>
                <a:cubicBezTo>
                  <a:pt x="196" y="70"/>
                  <a:pt x="171" y="59"/>
                  <a:pt x="145" y="53"/>
                </a:cubicBezTo>
                <a:cubicBezTo>
                  <a:pt x="169" y="67"/>
                  <a:pt x="196" y="75"/>
                  <a:pt x="220" y="88"/>
                </a:cubicBezTo>
                <a:cubicBezTo>
                  <a:pt x="198" y="99"/>
                  <a:pt x="174" y="107"/>
                  <a:pt x="152" y="119"/>
                </a:cubicBezTo>
                <a:cubicBezTo>
                  <a:pt x="102" y="96"/>
                  <a:pt x="50" y="75"/>
                  <a:pt x="0" y="50"/>
                </a:cubicBezTo>
                <a:cubicBezTo>
                  <a:pt x="39" y="35"/>
                  <a:pt x="80" y="26"/>
                  <a:pt x="119" y="13"/>
                </a:cubicBezTo>
                <a:close/>
                <a:moveTo>
                  <a:pt x="66" y="91"/>
                </a:moveTo>
                <a:cubicBezTo>
                  <a:pt x="65" y="113"/>
                  <a:pt x="65" y="134"/>
                  <a:pt x="62" y="155"/>
                </a:cubicBezTo>
                <a:cubicBezTo>
                  <a:pt x="98" y="148"/>
                  <a:pt x="131" y="168"/>
                  <a:pt x="152" y="196"/>
                </a:cubicBezTo>
                <a:cubicBezTo>
                  <a:pt x="172" y="169"/>
                  <a:pt x="205" y="148"/>
                  <a:pt x="240" y="155"/>
                </a:cubicBezTo>
                <a:cubicBezTo>
                  <a:pt x="239" y="134"/>
                  <a:pt x="238" y="113"/>
                  <a:pt x="236" y="92"/>
                </a:cubicBezTo>
                <a:cubicBezTo>
                  <a:pt x="208" y="103"/>
                  <a:pt x="181" y="117"/>
                  <a:pt x="152" y="128"/>
                </a:cubicBezTo>
                <a:cubicBezTo>
                  <a:pt x="123" y="118"/>
                  <a:pt x="95" y="102"/>
                  <a:pt x="66" y="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Freeform 865"/>
          <p:cNvSpPr>
            <a:spLocks noEditPoints="1"/>
          </p:cNvSpPr>
          <p:nvPr/>
        </p:nvSpPr>
        <p:spPr bwMode="auto">
          <a:xfrm>
            <a:off x="6129592" y="1279302"/>
            <a:ext cx="359431" cy="356567"/>
          </a:xfrm>
          <a:custGeom>
            <a:avLst/>
            <a:gdLst>
              <a:gd name="T0" fmla="*/ 42 w 259"/>
              <a:gd name="T1" fmla="*/ 0 h 257"/>
              <a:gd name="T2" fmla="*/ 108 w 259"/>
              <a:gd name="T3" fmla="*/ 96 h 257"/>
              <a:gd name="T4" fmla="*/ 96 w 259"/>
              <a:gd name="T5" fmla="*/ 82 h 257"/>
              <a:gd name="T6" fmla="*/ 73 w 259"/>
              <a:gd name="T7" fmla="*/ 82 h 257"/>
              <a:gd name="T8" fmla="*/ 73 w 259"/>
              <a:gd name="T9" fmla="*/ 60 h 257"/>
              <a:gd name="T10" fmla="*/ 61 w 259"/>
              <a:gd name="T11" fmla="*/ 48 h 257"/>
              <a:gd name="T12" fmla="*/ 39 w 259"/>
              <a:gd name="T13" fmla="*/ 48 h 257"/>
              <a:gd name="T14" fmla="*/ 42 w 259"/>
              <a:gd name="T15" fmla="*/ 13 h 257"/>
              <a:gd name="T16" fmla="*/ 92 w 259"/>
              <a:gd name="T17" fmla="*/ 121 h 257"/>
              <a:gd name="T18" fmla="*/ 0 w 259"/>
              <a:gd name="T19" fmla="*/ 42 h 257"/>
              <a:gd name="T20" fmla="*/ 35 w 259"/>
              <a:gd name="T21" fmla="*/ 186 h 257"/>
              <a:gd name="T22" fmla="*/ 44 w 259"/>
              <a:gd name="T23" fmla="*/ 239 h 257"/>
              <a:gd name="T24" fmla="*/ 216 w 259"/>
              <a:gd name="T25" fmla="*/ 257 h 257"/>
              <a:gd name="T26" fmla="*/ 172 w 259"/>
              <a:gd name="T27" fmla="*/ 128 h 257"/>
              <a:gd name="T28" fmla="*/ 225 w 259"/>
              <a:gd name="T29" fmla="*/ 71 h 257"/>
              <a:gd name="T30" fmla="*/ 226 w 259"/>
              <a:gd name="T31" fmla="*/ 5 h 257"/>
              <a:gd name="T32" fmla="*/ 203 w 259"/>
              <a:gd name="T33" fmla="*/ 30 h 257"/>
              <a:gd name="T34" fmla="*/ 228 w 259"/>
              <a:gd name="T35" fmla="*/ 57 h 257"/>
              <a:gd name="T36" fmla="*/ 192 w 259"/>
              <a:gd name="T37" fmla="*/ 38 h 257"/>
              <a:gd name="T38" fmla="*/ 192 w 259"/>
              <a:gd name="T39" fmla="*/ 38 h 257"/>
              <a:gd name="T40" fmla="*/ 80 w 259"/>
              <a:gd name="T41" fmla="*/ 154 h 257"/>
              <a:gd name="T42" fmla="*/ 65 w 259"/>
              <a:gd name="T43" fmla="*/ 177 h 257"/>
              <a:gd name="T44" fmla="*/ 187 w 259"/>
              <a:gd name="T45" fmla="*/ 50 h 257"/>
              <a:gd name="T46" fmla="*/ 185 w 259"/>
              <a:gd name="T47" fmla="*/ 65 h 257"/>
              <a:gd name="T48" fmla="*/ 59 w 259"/>
              <a:gd name="T49" fmla="*/ 199 h 257"/>
              <a:gd name="T50" fmla="*/ 193 w 259"/>
              <a:gd name="T51" fmla="*/ 73 h 257"/>
              <a:gd name="T52" fmla="*/ 185 w 259"/>
              <a:gd name="T53" fmla="*/ 65 h 257"/>
              <a:gd name="T54" fmla="*/ 68 w 259"/>
              <a:gd name="T55" fmla="*/ 212 h 257"/>
              <a:gd name="T56" fmla="*/ 207 w 259"/>
              <a:gd name="T57" fmla="*/ 70 h 257"/>
              <a:gd name="T58" fmla="*/ 134 w 259"/>
              <a:gd name="T59" fmla="*/ 162 h 257"/>
              <a:gd name="T60" fmla="*/ 167 w 259"/>
              <a:gd name="T61" fmla="*/ 151 h 257"/>
              <a:gd name="T62" fmla="*/ 175 w 259"/>
              <a:gd name="T63" fmla="*/ 163 h 257"/>
              <a:gd name="T64" fmla="*/ 176 w 259"/>
              <a:gd name="T65" fmla="*/ 185 h 257"/>
              <a:gd name="T66" fmla="*/ 200 w 259"/>
              <a:gd name="T67" fmla="*/ 185 h 257"/>
              <a:gd name="T68" fmla="*/ 209 w 259"/>
              <a:gd name="T69" fmla="*/ 197 h 257"/>
              <a:gd name="T70" fmla="*/ 211 w 259"/>
              <a:gd name="T71" fmla="*/ 219 h 257"/>
              <a:gd name="T72" fmla="*/ 245 w 259"/>
              <a:gd name="T73" fmla="*/ 215 h 257"/>
              <a:gd name="T74" fmla="*/ 134 w 259"/>
              <a:gd name="T75" fmla="*/ 162 h 257"/>
              <a:gd name="T76" fmla="*/ 62 w 259"/>
              <a:gd name="T77" fmla="*/ 219 h 257"/>
              <a:gd name="T78" fmla="*/ 22 w 259"/>
              <a:gd name="T79" fmla="*/ 224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" h="257">
                <a:moveTo>
                  <a:pt x="0" y="42"/>
                </a:moveTo>
                <a:cubicBezTo>
                  <a:pt x="14" y="27"/>
                  <a:pt x="28" y="13"/>
                  <a:pt x="42" y="0"/>
                </a:cubicBezTo>
                <a:cubicBezTo>
                  <a:pt x="71" y="27"/>
                  <a:pt x="99" y="55"/>
                  <a:pt x="126" y="84"/>
                </a:cubicBezTo>
                <a:cubicBezTo>
                  <a:pt x="120" y="88"/>
                  <a:pt x="114" y="92"/>
                  <a:pt x="108" y="96"/>
                </a:cubicBezTo>
                <a:cubicBezTo>
                  <a:pt x="109" y="90"/>
                  <a:pt x="110" y="84"/>
                  <a:pt x="111" y="78"/>
                </a:cubicBezTo>
                <a:cubicBezTo>
                  <a:pt x="106" y="79"/>
                  <a:pt x="101" y="80"/>
                  <a:pt x="96" y="82"/>
                </a:cubicBezTo>
                <a:cubicBezTo>
                  <a:pt x="97" y="76"/>
                  <a:pt x="98" y="71"/>
                  <a:pt x="99" y="65"/>
                </a:cubicBezTo>
                <a:cubicBezTo>
                  <a:pt x="90" y="71"/>
                  <a:pt x="82" y="77"/>
                  <a:pt x="73" y="82"/>
                </a:cubicBezTo>
                <a:cubicBezTo>
                  <a:pt x="78" y="73"/>
                  <a:pt x="85" y="65"/>
                  <a:pt x="90" y="56"/>
                </a:cubicBezTo>
                <a:cubicBezTo>
                  <a:pt x="85" y="57"/>
                  <a:pt x="79" y="58"/>
                  <a:pt x="73" y="60"/>
                </a:cubicBezTo>
                <a:cubicBezTo>
                  <a:pt x="75" y="54"/>
                  <a:pt x="76" y="49"/>
                  <a:pt x="77" y="44"/>
                </a:cubicBezTo>
                <a:cubicBezTo>
                  <a:pt x="72" y="45"/>
                  <a:pt x="67" y="47"/>
                  <a:pt x="61" y="48"/>
                </a:cubicBezTo>
                <a:cubicBezTo>
                  <a:pt x="63" y="42"/>
                  <a:pt x="64" y="36"/>
                  <a:pt x="65" y="31"/>
                </a:cubicBezTo>
                <a:cubicBezTo>
                  <a:pt x="56" y="36"/>
                  <a:pt x="48" y="43"/>
                  <a:pt x="39" y="48"/>
                </a:cubicBezTo>
                <a:cubicBezTo>
                  <a:pt x="43" y="40"/>
                  <a:pt x="49" y="33"/>
                  <a:pt x="55" y="26"/>
                </a:cubicBezTo>
                <a:cubicBezTo>
                  <a:pt x="51" y="21"/>
                  <a:pt x="47" y="17"/>
                  <a:pt x="42" y="13"/>
                </a:cubicBezTo>
                <a:cubicBezTo>
                  <a:pt x="33" y="23"/>
                  <a:pt x="23" y="32"/>
                  <a:pt x="14" y="42"/>
                </a:cubicBezTo>
                <a:cubicBezTo>
                  <a:pt x="40" y="68"/>
                  <a:pt x="67" y="93"/>
                  <a:pt x="92" y="121"/>
                </a:cubicBezTo>
                <a:cubicBezTo>
                  <a:pt x="86" y="123"/>
                  <a:pt x="80" y="123"/>
                  <a:pt x="76" y="118"/>
                </a:cubicBezTo>
                <a:cubicBezTo>
                  <a:pt x="51" y="93"/>
                  <a:pt x="25" y="67"/>
                  <a:pt x="0" y="42"/>
                </a:cubicBezTo>
                <a:close/>
                <a:moveTo>
                  <a:pt x="194" y="26"/>
                </a:moveTo>
                <a:cubicBezTo>
                  <a:pt x="141" y="79"/>
                  <a:pt x="87" y="132"/>
                  <a:pt x="35" y="186"/>
                </a:cubicBezTo>
                <a:cubicBezTo>
                  <a:pt x="21" y="208"/>
                  <a:pt x="10" y="232"/>
                  <a:pt x="1" y="256"/>
                </a:cubicBezTo>
                <a:cubicBezTo>
                  <a:pt x="16" y="253"/>
                  <a:pt x="30" y="245"/>
                  <a:pt x="44" y="239"/>
                </a:cubicBezTo>
                <a:cubicBezTo>
                  <a:pt x="79" y="225"/>
                  <a:pt x="100" y="192"/>
                  <a:pt x="127" y="169"/>
                </a:cubicBezTo>
                <a:cubicBezTo>
                  <a:pt x="157" y="198"/>
                  <a:pt x="186" y="228"/>
                  <a:pt x="216" y="257"/>
                </a:cubicBezTo>
                <a:cubicBezTo>
                  <a:pt x="231" y="244"/>
                  <a:pt x="245" y="230"/>
                  <a:pt x="259" y="216"/>
                </a:cubicBezTo>
                <a:cubicBezTo>
                  <a:pt x="231" y="186"/>
                  <a:pt x="200" y="158"/>
                  <a:pt x="172" y="128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88" y="106"/>
                  <a:pt x="207" y="89"/>
                  <a:pt x="225" y="71"/>
                </a:cubicBezTo>
                <a:cubicBezTo>
                  <a:pt x="235" y="60"/>
                  <a:pt x="248" y="51"/>
                  <a:pt x="253" y="36"/>
                </a:cubicBezTo>
                <a:cubicBezTo>
                  <a:pt x="258" y="20"/>
                  <a:pt x="242" y="2"/>
                  <a:pt x="226" y="5"/>
                </a:cubicBezTo>
                <a:cubicBezTo>
                  <a:pt x="212" y="6"/>
                  <a:pt x="203" y="17"/>
                  <a:pt x="194" y="26"/>
                </a:cubicBezTo>
                <a:close/>
                <a:moveTo>
                  <a:pt x="203" y="30"/>
                </a:moveTo>
                <a:cubicBezTo>
                  <a:pt x="213" y="22"/>
                  <a:pt x="229" y="6"/>
                  <a:pt x="241" y="21"/>
                </a:cubicBezTo>
                <a:cubicBezTo>
                  <a:pt x="250" y="34"/>
                  <a:pt x="235" y="46"/>
                  <a:pt x="228" y="57"/>
                </a:cubicBezTo>
                <a:cubicBezTo>
                  <a:pt x="221" y="46"/>
                  <a:pt x="212" y="38"/>
                  <a:pt x="203" y="30"/>
                </a:cubicBezTo>
                <a:close/>
                <a:moveTo>
                  <a:pt x="192" y="38"/>
                </a:moveTo>
                <a:cubicBezTo>
                  <a:pt x="208" y="38"/>
                  <a:pt x="220" y="51"/>
                  <a:pt x="221" y="67"/>
                </a:cubicBezTo>
                <a:cubicBezTo>
                  <a:pt x="211" y="57"/>
                  <a:pt x="202" y="47"/>
                  <a:pt x="192" y="38"/>
                </a:cubicBezTo>
                <a:close/>
                <a:moveTo>
                  <a:pt x="167" y="67"/>
                </a:moveTo>
                <a:cubicBezTo>
                  <a:pt x="138" y="96"/>
                  <a:pt x="109" y="125"/>
                  <a:pt x="80" y="154"/>
                </a:cubicBezTo>
                <a:cubicBezTo>
                  <a:pt x="69" y="165"/>
                  <a:pt x="57" y="175"/>
                  <a:pt x="48" y="189"/>
                </a:cubicBezTo>
                <a:cubicBezTo>
                  <a:pt x="54" y="186"/>
                  <a:pt x="60" y="182"/>
                  <a:pt x="65" y="177"/>
                </a:cubicBezTo>
                <a:cubicBezTo>
                  <a:pt x="96" y="145"/>
                  <a:pt x="128" y="114"/>
                  <a:pt x="159" y="83"/>
                </a:cubicBezTo>
                <a:cubicBezTo>
                  <a:pt x="169" y="73"/>
                  <a:pt x="180" y="63"/>
                  <a:pt x="187" y="50"/>
                </a:cubicBezTo>
                <a:cubicBezTo>
                  <a:pt x="180" y="55"/>
                  <a:pt x="173" y="61"/>
                  <a:pt x="167" y="67"/>
                </a:cubicBezTo>
                <a:close/>
                <a:moveTo>
                  <a:pt x="185" y="65"/>
                </a:moveTo>
                <a:cubicBezTo>
                  <a:pt x="150" y="100"/>
                  <a:pt x="116" y="135"/>
                  <a:pt x="81" y="169"/>
                </a:cubicBezTo>
                <a:cubicBezTo>
                  <a:pt x="73" y="178"/>
                  <a:pt x="62" y="186"/>
                  <a:pt x="59" y="199"/>
                </a:cubicBezTo>
                <a:cubicBezTo>
                  <a:pt x="73" y="195"/>
                  <a:pt x="81" y="184"/>
                  <a:pt x="91" y="174"/>
                </a:cubicBezTo>
                <a:cubicBezTo>
                  <a:pt x="125" y="140"/>
                  <a:pt x="159" y="107"/>
                  <a:pt x="193" y="73"/>
                </a:cubicBezTo>
                <a:cubicBezTo>
                  <a:pt x="198" y="68"/>
                  <a:pt x="200" y="61"/>
                  <a:pt x="202" y="55"/>
                </a:cubicBezTo>
                <a:cubicBezTo>
                  <a:pt x="196" y="57"/>
                  <a:pt x="190" y="60"/>
                  <a:pt x="185" y="65"/>
                </a:cubicBezTo>
                <a:close/>
                <a:moveTo>
                  <a:pt x="100" y="174"/>
                </a:moveTo>
                <a:cubicBezTo>
                  <a:pt x="89" y="186"/>
                  <a:pt x="74" y="196"/>
                  <a:pt x="68" y="212"/>
                </a:cubicBezTo>
                <a:cubicBezTo>
                  <a:pt x="106" y="179"/>
                  <a:pt x="140" y="140"/>
                  <a:pt x="177" y="105"/>
                </a:cubicBezTo>
                <a:cubicBezTo>
                  <a:pt x="187" y="94"/>
                  <a:pt x="201" y="85"/>
                  <a:pt x="207" y="70"/>
                </a:cubicBezTo>
                <a:cubicBezTo>
                  <a:pt x="169" y="102"/>
                  <a:pt x="136" y="139"/>
                  <a:pt x="100" y="174"/>
                </a:cubicBezTo>
                <a:close/>
                <a:moveTo>
                  <a:pt x="134" y="162"/>
                </a:moveTo>
                <a:cubicBezTo>
                  <a:pt x="144" y="151"/>
                  <a:pt x="155" y="141"/>
                  <a:pt x="166" y="132"/>
                </a:cubicBezTo>
                <a:cubicBezTo>
                  <a:pt x="167" y="138"/>
                  <a:pt x="167" y="145"/>
                  <a:pt x="167" y="151"/>
                </a:cubicBezTo>
                <a:cubicBezTo>
                  <a:pt x="172" y="150"/>
                  <a:pt x="176" y="149"/>
                  <a:pt x="181" y="147"/>
                </a:cubicBezTo>
                <a:cubicBezTo>
                  <a:pt x="179" y="153"/>
                  <a:pt x="177" y="158"/>
                  <a:pt x="175" y="163"/>
                </a:cubicBezTo>
                <a:cubicBezTo>
                  <a:pt x="181" y="161"/>
                  <a:pt x="187" y="160"/>
                  <a:pt x="193" y="158"/>
                </a:cubicBezTo>
                <a:cubicBezTo>
                  <a:pt x="188" y="167"/>
                  <a:pt x="181" y="176"/>
                  <a:pt x="176" y="185"/>
                </a:cubicBezTo>
                <a:cubicBezTo>
                  <a:pt x="185" y="180"/>
                  <a:pt x="192" y="172"/>
                  <a:pt x="202" y="169"/>
                </a:cubicBezTo>
                <a:cubicBezTo>
                  <a:pt x="202" y="174"/>
                  <a:pt x="201" y="180"/>
                  <a:pt x="200" y="185"/>
                </a:cubicBezTo>
                <a:cubicBezTo>
                  <a:pt x="205" y="184"/>
                  <a:pt x="210" y="183"/>
                  <a:pt x="215" y="181"/>
                </a:cubicBezTo>
                <a:cubicBezTo>
                  <a:pt x="213" y="186"/>
                  <a:pt x="211" y="192"/>
                  <a:pt x="209" y="197"/>
                </a:cubicBezTo>
                <a:cubicBezTo>
                  <a:pt x="215" y="195"/>
                  <a:pt x="221" y="194"/>
                  <a:pt x="227" y="192"/>
                </a:cubicBezTo>
                <a:cubicBezTo>
                  <a:pt x="222" y="201"/>
                  <a:pt x="216" y="210"/>
                  <a:pt x="211" y="219"/>
                </a:cubicBezTo>
                <a:cubicBezTo>
                  <a:pt x="218" y="214"/>
                  <a:pt x="225" y="208"/>
                  <a:pt x="232" y="203"/>
                </a:cubicBezTo>
                <a:cubicBezTo>
                  <a:pt x="237" y="207"/>
                  <a:pt x="241" y="211"/>
                  <a:pt x="245" y="215"/>
                </a:cubicBezTo>
                <a:cubicBezTo>
                  <a:pt x="236" y="225"/>
                  <a:pt x="226" y="235"/>
                  <a:pt x="217" y="244"/>
                </a:cubicBezTo>
                <a:cubicBezTo>
                  <a:pt x="189" y="217"/>
                  <a:pt x="162" y="189"/>
                  <a:pt x="134" y="162"/>
                </a:cubicBezTo>
                <a:close/>
                <a:moveTo>
                  <a:pt x="39" y="195"/>
                </a:moveTo>
                <a:cubicBezTo>
                  <a:pt x="51" y="197"/>
                  <a:pt x="61" y="206"/>
                  <a:pt x="62" y="219"/>
                </a:cubicBezTo>
                <a:cubicBezTo>
                  <a:pt x="53" y="225"/>
                  <a:pt x="45" y="230"/>
                  <a:pt x="36" y="236"/>
                </a:cubicBezTo>
                <a:cubicBezTo>
                  <a:pt x="31" y="232"/>
                  <a:pt x="27" y="228"/>
                  <a:pt x="22" y="224"/>
                </a:cubicBezTo>
                <a:cubicBezTo>
                  <a:pt x="27" y="214"/>
                  <a:pt x="33" y="205"/>
                  <a:pt x="39" y="1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Freeform 866"/>
          <p:cNvSpPr>
            <a:spLocks noEditPoints="1"/>
          </p:cNvSpPr>
          <p:nvPr/>
        </p:nvSpPr>
        <p:spPr bwMode="auto">
          <a:xfrm>
            <a:off x="6963791" y="1279302"/>
            <a:ext cx="287831" cy="396663"/>
          </a:xfrm>
          <a:custGeom>
            <a:avLst/>
            <a:gdLst>
              <a:gd name="T0" fmla="*/ 45 w 207"/>
              <a:gd name="T1" fmla="*/ 73 h 286"/>
              <a:gd name="T2" fmla="*/ 118 w 207"/>
              <a:gd name="T3" fmla="*/ 11 h 286"/>
              <a:gd name="T4" fmla="*/ 165 w 207"/>
              <a:gd name="T5" fmla="*/ 74 h 286"/>
              <a:gd name="T6" fmla="*/ 202 w 207"/>
              <a:gd name="T7" fmla="*/ 127 h 286"/>
              <a:gd name="T8" fmla="*/ 175 w 207"/>
              <a:gd name="T9" fmla="*/ 145 h 286"/>
              <a:gd name="T10" fmla="*/ 164 w 207"/>
              <a:gd name="T11" fmla="*/ 87 h 286"/>
              <a:gd name="T12" fmla="*/ 124 w 207"/>
              <a:gd name="T13" fmla="*/ 142 h 286"/>
              <a:gd name="T14" fmla="*/ 78 w 207"/>
              <a:gd name="T15" fmla="*/ 137 h 286"/>
              <a:gd name="T16" fmla="*/ 44 w 207"/>
              <a:gd name="T17" fmla="*/ 88 h 286"/>
              <a:gd name="T18" fmla="*/ 34 w 207"/>
              <a:gd name="T19" fmla="*/ 145 h 286"/>
              <a:gd name="T20" fmla="*/ 8 w 207"/>
              <a:gd name="T21" fmla="*/ 130 h 286"/>
              <a:gd name="T22" fmla="*/ 45 w 207"/>
              <a:gd name="T23" fmla="*/ 73 h 286"/>
              <a:gd name="T24" fmla="*/ 85 w 207"/>
              <a:gd name="T25" fmla="*/ 86 h 286"/>
              <a:gd name="T26" fmla="*/ 81 w 207"/>
              <a:gd name="T27" fmla="*/ 66 h 286"/>
              <a:gd name="T28" fmla="*/ 63 w 207"/>
              <a:gd name="T29" fmla="*/ 90 h 286"/>
              <a:gd name="T30" fmla="*/ 91 w 207"/>
              <a:gd name="T31" fmla="*/ 134 h 286"/>
              <a:gd name="T32" fmla="*/ 120 w 207"/>
              <a:gd name="T33" fmla="*/ 133 h 286"/>
              <a:gd name="T34" fmla="*/ 148 w 207"/>
              <a:gd name="T35" fmla="*/ 81 h 286"/>
              <a:gd name="T36" fmla="*/ 103 w 207"/>
              <a:gd name="T37" fmla="*/ 80 h 286"/>
              <a:gd name="T38" fmla="*/ 104 w 207"/>
              <a:gd name="T39" fmla="*/ 61 h 286"/>
              <a:gd name="T40" fmla="*/ 85 w 207"/>
              <a:gd name="T41" fmla="*/ 86 h 286"/>
              <a:gd name="T42" fmla="*/ 31 w 207"/>
              <a:gd name="T43" fmla="*/ 183 h 286"/>
              <a:gd name="T44" fmla="*/ 70 w 207"/>
              <a:gd name="T45" fmla="*/ 155 h 286"/>
              <a:gd name="T46" fmla="*/ 67 w 207"/>
              <a:gd name="T47" fmla="*/ 206 h 286"/>
              <a:gd name="T48" fmla="*/ 105 w 207"/>
              <a:gd name="T49" fmla="*/ 183 h 286"/>
              <a:gd name="T50" fmla="*/ 144 w 207"/>
              <a:gd name="T51" fmla="*/ 206 h 286"/>
              <a:gd name="T52" fmla="*/ 140 w 207"/>
              <a:gd name="T53" fmla="*/ 156 h 286"/>
              <a:gd name="T54" fmla="*/ 179 w 207"/>
              <a:gd name="T55" fmla="*/ 181 h 286"/>
              <a:gd name="T56" fmla="*/ 197 w 207"/>
              <a:gd name="T57" fmla="*/ 286 h 286"/>
              <a:gd name="T58" fmla="*/ 14 w 207"/>
              <a:gd name="T59" fmla="*/ 286 h 286"/>
              <a:gd name="T60" fmla="*/ 31 w 207"/>
              <a:gd name="T61" fmla="*/ 183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7" h="286">
                <a:moveTo>
                  <a:pt x="45" y="73"/>
                </a:moveTo>
                <a:cubicBezTo>
                  <a:pt x="42" y="35"/>
                  <a:pt x="81" y="0"/>
                  <a:pt x="118" y="11"/>
                </a:cubicBezTo>
                <a:cubicBezTo>
                  <a:pt x="147" y="17"/>
                  <a:pt x="164" y="46"/>
                  <a:pt x="165" y="74"/>
                </a:cubicBezTo>
                <a:cubicBezTo>
                  <a:pt x="186" y="82"/>
                  <a:pt x="207" y="103"/>
                  <a:pt x="202" y="127"/>
                </a:cubicBezTo>
                <a:cubicBezTo>
                  <a:pt x="200" y="140"/>
                  <a:pt x="185" y="143"/>
                  <a:pt x="175" y="145"/>
                </a:cubicBezTo>
                <a:cubicBezTo>
                  <a:pt x="174" y="125"/>
                  <a:pt x="174" y="104"/>
                  <a:pt x="164" y="87"/>
                </a:cubicBezTo>
                <a:cubicBezTo>
                  <a:pt x="153" y="107"/>
                  <a:pt x="142" y="127"/>
                  <a:pt x="124" y="142"/>
                </a:cubicBezTo>
                <a:cubicBezTo>
                  <a:pt x="111" y="153"/>
                  <a:pt x="90" y="150"/>
                  <a:pt x="78" y="137"/>
                </a:cubicBezTo>
                <a:cubicBezTo>
                  <a:pt x="65" y="122"/>
                  <a:pt x="55" y="105"/>
                  <a:pt x="44" y="88"/>
                </a:cubicBezTo>
                <a:cubicBezTo>
                  <a:pt x="35" y="106"/>
                  <a:pt x="33" y="125"/>
                  <a:pt x="34" y="145"/>
                </a:cubicBezTo>
                <a:cubicBezTo>
                  <a:pt x="24" y="142"/>
                  <a:pt x="11" y="142"/>
                  <a:pt x="8" y="130"/>
                </a:cubicBezTo>
                <a:cubicBezTo>
                  <a:pt x="0" y="104"/>
                  <a:pt x="22" y="81"/>
                  <a:pt x="45" y="73"/>
                </a:cubicBezTo>
                <a:close/>
                <a:moveTo>
                  <a:pt x="85" y="86"/>
                </a:moveTo>
                <a:cubicBezTo>
                  <a:pt x="83" y="79"/>
                  <a:pt x="82" y="73"/>
                  <a:pt x="81" y="66"/>
                </a:cubicBezTo>
                <a:cubicBezTo>
                  <a:pt x="76" y="75"/>
                  <a:pt x="65" y="80"/>
                  <a:pt x="63" y="90"/>
                </a:cubicBezTo>
                <a:cubicBezTo>
                  <a:pt x="67" y="107"/>
                  <a:pt x="76" y="124"/>
                  <a:pt x="91" y="134"/>
                </a:cubicBezTo>
                <a:cubicBezTo>
                  <a:pt x="99" y="142"/>
                  <a:pt x="112" y="141"/>
                  <a:pt x="120" y="133"/>
                </a:cubicBezTo>
                <a:cubicBezTo>
                  <a:pt x="136" y="120"/>
                  <a:pt x="143" y="100"/>
                  <a:pt x="148" y="81"/>
                </a:cubicBezTo>
                <a:cubicBezTo>
                  <a:pt x="133" y="81"/>
                  <a:pt x="118" y="81"/>
                  <a:pt x="103" y="80"/>
                </a:cubicBezTo>
                <a:cubicBezTo>
                  <a:pt x="103" y="74"/>
                  <a:pt x="104" y="67"/>
                  <a:pt x="104" y="61"/>
                </a:cubicBezTo>
                <a:cubicBezTo>
                  <a:pt x="98" y="69"/>
                  <a:pt x="92" y="78"/>
                  <a:pt x="85" y="86"/>
                </a:cubicBezTo>
                <a:close/>
                <a:moveTo>
                  <a:pt x="31" y="183"/>
                </a:moveTo>
                <a:cubicBezTo>
                  <a:pt x="35" y="166"/>
                  <a:pt x="56" y="162"/>
                  <a:pt x="70" y="155"/>
                </a:cubicBezTo>
                <a:cubicBezTo>
                  <a:pt x="68" y="172"/>
                  <a:pt x="67" y="189"/>
                  <a:pt x="67" y="206"/>
                </a:cubicBezTo>
                <a:cubicBezTo>
                  <a:pt x="80" y="198"/>
                  <a:pt x="92" y="191"/>
                  <a:pt x="105" y="183"/>
                </a:cubicBezTo>
                <a:cubicBezTo>
                  <a:pt x="118" y="191"/>
                  <a:pt x="131" y="199"/>
                  <a:pt x="144" y="206"/>
                </a:cubicBezTo>
                <a:cubicBezTo>
                  <a:pt x="143" y="189"/>
                  <a:pt x="142" y="172"/>
                  <a:pt x="140" y="156"/>
                </a:cubicBezTo>
                <a:cubicBezTo>
                  <a:pt x="154" y="161"/>
                  <a:pt x="173" y="165"/>
                  <a:pt x="179" y="181"/>
                </a:cubicBezTo>
                <a:cubicBezTo>
                  <a:pt x="190" y="215"/>
                  <a:pt x="197" y="250"/>
                  <a:pt x="197" y="286"/>
                </a:cubicBezTo>
                <a:cubicBezTo>
                  <a:pt x="136" y="286"/>
                  <a:pt x="75" y="286"/>
                  <a:pt x="14" y="286"/>
                </a:cubicBezTo>
                <a:cubicBezTo>
                  <a:pt x="13" y="251"/>
                  <a:pt x="20" y="216"/>
                  <a:pt x="31" y="1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Freeform 867"/>
          <p:cNvSpPr>
            <a:spLocks noEditPoints="1"/>
          </p:cNvSpPr>
          <p:nvPr/>
        </p:nvSpPr>
        <p:spPr bwMode="auto">
          <a:xfrm>
            <a:off x="7797989" y="1279302"/>
            <a:ext cx="435326" cy="327927"/>
          </a:xfrm>
          <a:custGeom>
            <a:avLst/>
            <a:gdLst>
              <a:gd name="T0" fmla="*/ 51 w 314"/>
              <a:gd name="T1" fmla="*/ 3 h 236"/>
              <a:gd name="T2" fmla="*/ 157 w 314"/>
              <a:gd name="T3" fmla="*/ 25 h 236"/>
              <a:gd name="T4" fmla="*/ 265 w 314"/>
              <a:gd name="T5" fmla="*/ 4 h 236"/>
              <a:gd name="T6" fmla="*/ 287 w 314"/>
              <a:gd name="T7" fmla="*/ 42 h 236"/>
              <a:gd name="T8" fmla="*/ 314 w 314"/>
              <a:gd name="T9" fmla="*/ 200 h 236"/>
              <a:gd name="T10" fmla="*/ 193 w 314"/>
              <a:gd name="T11" fmla="*/ 214 h 236"/>
              <a:gd name="T12" fmla="*/ 157 w 314"/>
              <a:gd name="T13" fmla="*/ 234 h 236"/>
              <a:gd name="T14" fmla="*/ 120 w 314"/>
              <a:gd name="T15" fmla="*/ 213 h 236"/>
              <a:gd name="T16" fmla="*/ 0 w 314"/>
              <a:gd name="T17" fmla="*/ 201 h 236"/>
              <a:gd name="T18" fmla="*/ 21 w 314"/>
              <a:gd name="T19" fmla="*/ 71 h 236"/>
              <a:gd name="T20" fmla="*/ 40 w 314"/>
              <a:gd name="T21" fmla="*/ 35 h 236"/>
              <a:gd name="T22" fmla="*/ 51 w 314"/>
              <a:gd name="T23" fmla="*/ 3 h 236"/>
              <a:gd name="T24" fmla="*/ 57 w 314"/>
              <a:gd name="T25" fmla="*/ 13 h 236"/>
              <a:gd name="T26" fmla="*/ 29 w 314"/>
              <a:gd name="T27" fmla="*/ 172 h 236"/>
              <a:gd name="T28" fmla="*/ 156 w 314"/>
              <a:gd name="T29" fmla="*/ 202 h 236"/>
              <a:gd name="T30" fmla="*/ 284 w 314"/>
              <a:gd name="T31" fmla="*/ 172 h 236"/>
              <a:gd name="T32" fmla="*/ 256 w 314"/>
              <a:gd name="T33" fmla="*/ 13 h 236"/>
              <a:gd name="T34" fmla="*/ 162 w 314"/>
              <a:gd name="T35" fmla="*/ 34 h 236"/>
              <a:gd name="T36" fmla="*/ 158 w 314"/>
              <a:gd name="T37" fmla="*/ 83 h 236"/>
              <a:gd name="T38" fmla="*/ 140 w 314"/>
              <a:gd name="T39" fmla="*/ 29 h 236"/>
              <a:gd name="T40" fmla="*/ 57 w 314"/>
              <a:gd name="T41" fmla="*/ 13 h 236"/>
              <a:gd name="T42" fmla="*/ 13 w 314"/>
              <a:gd name="T43" fmla="*/ 183 h 236"/>
              <a:gd name="T44" fmla="*/ 60 w 314"/>
              <a:gd name="T45" fmla="*/ 191 h 236"/>
              <a:gd name="T46" fmla="*/ 120 w 314"/>
              <a:gd name="T47" fmla="*/ 196 h 236"/>
              <a:gd name="T48" fmla="*/ 13 w 314"/>
              <a:gd name="T49" fmla="*/ 183 h 236"/>
              <a:gd name="T50" fmla="*/ 192 w 314"/>
              <a:gd name="T51" fmla="*/ 196 h 236"/>
              <a:gd name="T52" fmla="*/ 253 w 314"/>
              <a:gd name="T53" fmla="*/ 191 h 236"/>
              <a:gd name="T54" fmla="*/ 299 w 314"/>
              <a:gd name="T55" fmla="*/ 183 h 236"/>
              <a:gd name="T56" fmla="*/ 192 w 314"/>
              <a:gd name="T57" fmla="*/ 196 h 236"/>
              <a:gd name="T58" fmla="*/ 136 w 314"/>
              <a:gd name="T59" fmla="*/ 204 h 236"/>
              <a:gd name="T60" fmla="*/ 178 w 314"/>
              <a:gd name="T61" fmla="*/ 204 h 236"/>
              <a:gd name="T62" fmla="*/ 156 w 314"/>
              <a:gd name="T63" fmla="*/ 216 h 236"/>
              <a:gd name="T64" fmla="*/ 136 w 314"/>
              <a:gd name="T65" fmla="*/ 20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14" h="236">
                <a:moveTo>
                  <a:pt x="51" y="3"/>
                </a:moveTo>
                <a:cubicBezTo>
                  <a:pt x="87" y="0"/>
                  <a:pt x="124" y="9"/>
                  <a:pt x="157" y="25"/>
                </a:cubicBezTo>
                <a:cubicBezTo>
                  <a:pt x="190" y="8"/>
                  <a:pt x="228" y="0"/>
                  <a:pt x="265" y="4"/>
                </a:cubicBezTo>
                <a:cubicBezTo>
                  <a:pt x="269" y="18"/>
                  <a:pt x="268" y="39"/>
                  <a:pt x="287" y="42"/>
                </a:cubicBezTo>
                <a:cubicBezTo>
                  <a:pt x="296" y="94"/>
                  <a:pt x="307" y="147"/>
                  <a:pt x="314" y="200"/>
                </a:cubicBezTo>
                <a:cubicBezTo>
                  <a:pt x="274" y="207"/>
                  <a:pt x="233" y="207"/>
                  <a:pt x="193" y="214"/>
                </a:cubicBezTo>
                <a:cubicBezTo>
                  <a:pt x="182" y="222"/>
                  <a:pt x="172" y="236"/>
                  <a:pt x="157" y="234"/>
                </a:cubicBezTo>
                <a:cubicBezTo>
                  <a:pt x="141" y="235"/>
                  <a:pt x="131" y="223"/>
                  <a:pt x="120" y="213"/>
                </a:cubicBezTo>
                <a:cubicBezTo>
                  <a:pt x="80" y="208"/>
                  <a:pt x="40" y="206"/>
                  <a:pt x="0" y="201"/>
                </a:cubicBezTo>
                <a:cubicBezTo>
                  <a:pt x="3" y="157"/>
                  <a:pt x="14" y="114"/>
                  <a:pt x="21" y="71"/>
                </a:cubicBezTo>
                <a:cubicBezTo>
                  <a:pt x="24" y="57"/>
                  <a:pt x="22" y="37"/>
                  <a:pt x="40" y="35"/>
                </a:cubicBezTo>
                <a:cubicBezTo>
                  <a:pt x="44" y="25"/>
                  <a:pt x="44" y="12"/>
                  <a:pt x="51" y="3"/>
                </a:cubicBezTo>
                <a:close/>
                <a:moveTo>
                  <a:pt x="57" y="13"/>
                </a:moveTo>
                <a:cubicBezTo>
                  <a:pt x="48" y="66"/>
                  <a:pt x="38" y="119"/>
                  <a:pt x="29" y="172"/>
                </a:cubicBezTo>
                <a:cubicBezTo>
                  <a:pt x="73" y="172"/>
                  <a:pt x="120" y="175"/>
                  <a:pt x="156" y="202"/>
                </a:cubicBezTo>
                <a:cubicBezTo>
                  <a:pt x="193" y="176"/>
                  <a:pt x="240" y="172"/>
                  <a:pt x="284" y="172"/>
                </a:cubicBezTo>
                <a:cubicBezTo>
                  <a:pt x="275" y="119"/>
                  <a:pt x="265" y="66"/>
                  <a:pt x="256" y="13"/>
                </a:cubicBezTo>
                <a:cubicBezTo>
                  <a:pt x="224" y="13"/>
                  <a:pt x="191" y="20"/>
                  <a:pt x="162" y="34"/>
                </a:cubicBezTo>
                <a:cubicBezTo>
                  <a:pt x="160" y="51"/>
                  <a:pt x="161" y="67"/>
                  <a:pt x="158" y="83"/>
                </a:cubicBezTo>
                <a:cubicBezTo>
                  <a:pt x="145" y="67"/>
                  <a:pt x="164" y="36"/>
                  <a:pt x="140" y="29"/>
                </a:cubicBezTo>
                <a:cubicBezTo>
                  <a:pt x="114" y="18"/>
                  <a:pt x="85" y="13"/>
                  <a:pt x="57" y="13"/>
                </a:cubicBezTo>
                <a:close/>
                <a:moveTo>
                  <a:pt x="13" y="183"/>
                </a:moveTo>
                <a:cubicBezTo>
                  <a:pt x="28" y="190"/>
                  <a:pt x="44" y="190"/>
                  <a:pt x="60" y="191"/>
                </a:cubicBezTo>
                <a:cubicBezTo>
                  <a:pt x="80" y="193"/>
                  <a:pt x="100" y="197"/>
                  <a:pt x="120" y="196"/>
                </a:cubicBezTo>
                <a:cubicBezTo>
                  <a:pt x="87" y="182"/>
                  <a:pt x="49" y="182"/>
                  <a:pt x="13" y="183"/>
                </a:cubicBezTo>
                <a:close/>
                <a:moveTo>
                  <a:pt x="192" y="196"/>
                </a:moveTo>
                <a:cubicBezTo>
                  <a:pt x="212" y="197"/>
                  <a:pt x="233" y="193"/>
                  <a:pt x="253" y="191"/>
                </a:cubicBezTo>
                <a:cubicBezTo>
                  <a:pt x="269" y="190"/>
                  <a:pt x="285" y="190"/>
                  <a:pt x="299" y="183"/>
                </a:cubicBezTo>
                <a:cubicBezTo>
                  <a:pt x="263" y="181"/>
                  <a:pt x="226" y="182"/>
                  <a:pt x="192" y="196"/>
                </a:cubicBezTo>
                <a:close/>
                <a:moveTo>
                  <a:pt x="136" y="204"/>
                </a:moveTo>
                <a:cubicBezTo>
                  <a:pt x="143" y="223"/>
                  <a:pt x="170" y="223"/>
                  <a:pt x="178" y="204"/>
                </a:cubicBezTo>
                <a:cubicBezTo>
                  <a:pt x="170" y="207"/>
                  <a:pt x="163" y="211"/>
                  <a:pt x="156" y="216"/>
                </a:cubicBezTo>
                <a:cubicBezTo>
                  <a:pt x="150" y="212"/>
                  <a:pt x="143" y="207"/>
                  <a:pt x="136" y="2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Freeform 869"/>
          <p:cNvSpPr>
            <a:spLocks noEditPoints="1"/>
          </p:cNvSpPr>
          <p:nvPr/>
        </p:nvSpPr>
        <p:spPr bwMode="auto">
          <a:xfrm>
            <a:off x="8632188" y="1279302"/>
            <a:ext cx="335087" cy="315039"/>
          </a:xfrm>
          <a:custGeom>
            <a:avLst/>
            <a:gdLst>
              <a:gd name="T0" fmla="*/ 91 w 241"/>
              <a:gd name="T1" fmla="*/ 7 h 227"/>
              <a:gd name="T2" fmla="*/ 153 w 241"/>
              <a:gd name="T3" fmla="*/ 30 h 227"/>
              <a:gd name="T4" fmla="*/ 93 w 241"/>
              <a:gd name="T5" fmla="*/ 221 h 227"/>
              <a:gd name="T6" fmla="*/ 59 w 241"/>
              <a:gd name="T7" fmla="*/ 223 h 227"/>
              <a:gd name="T8" fmla="*/ 35 w 241"/>
              <a:gd name="T9" fmla="*/ 0 h 227"/>
              <a:gd name="T10" fmla="*/ 11 w 241"/>
              <a:gd name="T11" fmla="*/ 206 h 227"/>
              <a:gd name="T12" fmla="*/ 84 w 241"/>
              <a:gd name="T13" fmla="*/ 17 h 227"/>
              <a:gd name="T14" fmla="*/ 102 w 241"/>
              <a:gd name="T15" fmla="*/ 16 h 227"/>
              <a:gd name="T16" fmla="*/ 143 w 241"/>
              <a:gd name="T17" fmla="*/ 174 h 227"/>
              <a:gd name="T18" fmla="*/ 102 w 241"/>
              <a:gd name="T19" fmla="*/ 16 h 227"/>
              <a:gd name="T20" fmla="*/ 102 w 241"/>
              <a:gd name="T21" fmla="*/ 214 h 227"/>
              <a:gd name="T22" fmla="*/ 143 w 241"/>
              <a:gd name="T23" fmla="*/ 205 h 227"/>
              <a:gd name="T24" fmla="*/ 164 w 241"/>
              <a:gd name="T25" fmla="*/ 7 h 227"/>
              <a:gd name="T26" fmla="*/ 240 w 241"/>
              <a:gd name="T27" fmla="*/ 16 h 227"/>
              <a:gd name="T28" fmla="*/ 229 w 241"/>
              <a:gd name="T29" fmla="*/ 224 h 227"/>
              <a:gd name="T30" fmla="*/ 158 w 241"/>
              <a:gd name="T31" fmla="*/ 208 h 227"/>
              <a:gd name="T32" fmla="*/ 164 w 241"/>
              <a:gd name="T33" fmla="*/ 7 h 227"/>
              <a:gd name="T34" fmla="*/ 170 w 241"/>
              <a:gd name="T35" fmla="*/ 213 h 227"/>
              <a:gd name="T36" fmla="*/ 180 w 241"/>
              <a:gd name="T37" fmla="*/ 190 h 227"/>
              <a:gd name="T38" fmla="*/ 227 w 241"/>
              <a:gd name="T39" fmla="*/ 178 h 227"/>
              <a:gd name="T40" fmla="*/ 181 w 241"/>
              <a:gd name="T41" fmla="*/ 86 h 227"/>
              <a:gd name="T42" fmla="*/ 229 w 241"/>
              <a:gd name="T43" fmla="*/ 73 h 227"/>
              <a:gd name="T44" fmla="*/ 184 w 241"/>
              <a:gd name="T45" fmla="*/ 43 h 227"/>
              <a:gd name="T46" fmla="*/ 227 w 241"/>
              <a:gd name="T47" fmla="*/ 17 h 227"/>
              <a:gd name="T48" fmla="*/ 53 w 241"/>
              <a:gd name="T49" fmla="*/ 38 h 227"/>
              <a:gd name="T50" fmla="*/ 52 w 241"/>
              <a:gd name="T51" fmla="*/ 123 h 227"/>
              <a:gd name="T52" fmla="*/ 53 w 241"/>
              <a:gd name="T53" fmla="*/ 38 h 227"/>
              <a:gd name="T54" fmla="*/ 110 w 241"/>
              <a:gd name="T55" fmla="*/ 49 h 227"/>
              <a:gd name="T56" fmla="*/ 112 w 241"/>
              <a:gd name="T57" fmla="*/ 37 h 227"/>
              <a:gd name="T58" fmla="*/ 118 w 241"/>
              <a:gd name="T59" fmla="*/ 147 h 227"/>
              <a:gd name="T60" fmla="*/ 128 w 241"/>
              <a:gd name="T61" fmla="*/ 78 h 227"/>
              <a:gd name="T62" fmla="*/ 195 w 241"/>
              <a:gd name="T63" fmla="*/ 169 h 227"/>
              <a:gd name="T64" fmla="*/ 195 w 241"/>
              <a:gd name="T65" fmla="*/ 169 h 227"/>
              <a:gd name="T66" fmla="*/ 202 w 241"/>
              <a:gd name="T67" fmla="*/ 170 h 227"/>
              <a:gd name="T68" fmla="*/ 29 w 241"/>
              <a:gd name="T69" fmla="*/ 180 h 227"/>
              <a:gd name="T70" fmla="*/ 43 w 241"/>
              <a:gd name="T71" fmla="*/ 179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41" h="227">
                <a:moveTo>
                  <a:pt x="35" y="0"/>
                </a:moveTo>
                <a:cubicBezTo>
                  <a:pt x="54" y="1"/>
                  <a:pt x="72" y="7"/>
                  <a:pt x="91" y="7"/>
                </a:cubicBezTo>
                <a:cubicBezTo>
                  <a:pt x="110" y="5"/>
                  <a:pt x="130" y="4"/>
                  <a:pt x="149" y="6"/>
                </a:cubicBezTo>
                <a:cubicBezTo>
                  <a:pt x="155" y="12"/>
                  <a:pt x="152" y="22"/>
                  <a:pt x="153" y="30"/>
                </a:cubicBezTo>
                <a:cubicBezTo>
                  <a:pt x="152" y="94"/>
                  <a:pt x="154" y="158"/>
                  <a:pt x="152" y="223"/>
                </a:cubicBezTo>
                <a:cubicBezTo>
                  <a:pt x="132" y="223"/>
                  <a:pt x="111" y="227"/>
                  <a:pt x="93" y="221"/>
                </a:cubicBezTo>
                <a:cubicBezTo>
                  <a:pt x="89" y="163"/>
                  <a:pt x="95" y="105"/>
                  <a:pt x="90" y="47"/>
                </a:cubicBezTo>
                <a:cubicBezTo>
                  <a:pt x="78" y="105"/>
                  <a:pt x="70" y="164"/>
                  <a:pt x="59" y="223"/>
                </a:cubicBezTo>
                <a:cubicBezTo>
                  <a:pt x="39" y="222"/>
                  <a:pt x="20" y="218"/>
                  <a:pt x="0" y="213"/>
                </a:cubicBezTo>
                <a:cubicBezTo>
                  <a:pt x="11" y="142"/>
                  <a:pt x="24" y="71"/>
                  <a:pt x="35" y="0"/>
                </a:cubicBezTo>
                <a:close/>
                <a:moveTo>
                  <a:pt x="44" y="10"/>
                </a:moveTo>
                <a:cubicBezTo>
                  <a:pt x="33" y="76"/>
                  <a:pt x="22" y="141"/>
                  <a:pt x="11" y="206"/>
                </a:cubicBezTo>
                <a:cubicBezTo>
                  <a:pt x="25" y="208"/>
                  <a:pt x="38" y="210"/>
                  <a:pt x="51" y="213"/>
                </a:cubicBezTo>
                <a:cubicBezTo>
                  <a:pt x="62" y="148"/>
                  <a:pt x="73" y="83"/>
                  <a:pt x="84" y="17"/>
                </a:cubicBezTo>
                <a:cubicBezTo>
                  <a:pt x="70" y="15"/>
                  <a:pt x="57" y="13"/>
                  <a:pt x="44" y="10"/>
                </a:cubicBezTo>
                <a:close/>
                <a:moveTo>
                  <a:pt x="102" y="16"/>
                </a:moveTo>
                <a:cubicBezTo>
                  <a:pt x="102" y="68"/>
                  <a:pt x="102" y="121"/>
                  <a:pt x="102" y="174"/>
                </a:cubicBezTo>
                <a:cubicBezTo>
                  <a:pt x="115" y="174"/>
                  <a:pt x="129" y="174"/>
                  <a:pt x="143" y="174"/>
                </a:cubicBezTo>
                <a:cubicBezTo>
                  <a:pt x="142" y="121"/>
                  <a:pt x="143" y="68"/>
                  <a:pt x="143" y="15"/>
                </a:cubicBezTo>
                <a:cubicBezTo>
                  <a:pt x="129" y="16"/>
                  <a:pt x="115" y="16"/>
                  <a:pt x="102" y="16"/>
                </a:cubicBezTo>
                <a:close/>
                <a:moveTo>
                  <a:pt x="101" y="205"/>
                </a:moveTo>
                <a:cubicBezTo>
                  <a:pt x="101" y="207"/>
                  <a:pt x="102" y="211"/>
                  <a:pt x="102" y="214"/>
                </a:cubicBezTo>
                <a:cubicBezTo>
                  <a:pt x="116" y="214"/>
                  <a:pt x="129" y="214"/>
                  <a:pt x="142" y="214"/>
                </a:cubicBezTo>
                <a:cubicBezTo>
                  <a:pt x="142" y="212"/>
                  <a:pt x="143" y="207"/>
                  <a:pt x="143" y="205"/>
                </a:cubicBezTo>
                <a:cubicBezTo>
                  <a:pt x="129" y="205"/>
                  <a:pt x="115" y="204"/>
                  <a:pt x="101" y="205"/>
                </a:cubicBezTo>
                <a:close/>
                <a:moveTo>
                  <a:pt x="164" y="7"/>
                </a:moveTo>
                <a:cubicBezTo>
                  <a:pt x="178" y="2"/>
                  <a:pt x="193" y="5"/>
                  <a:pt x="207" y="4"/>
                </a:cubicBezTo>
                <a:cubicBezTo>
                  <a:pt x="218" y="5"/>
                  <a:pt x="236" y="0"/>
                  <a:pt x="240" y="16"/>
                </a:cubicBezTo>
                <a:cubicBezTo>
                  <a:pt x="241" y="77"/>
                  <a:pt x="240" y="138"/>
                  <a:pt x="240" y="199"/>
                </a:cubicBezTo>
                <a:cubicBezTo>
                  <a:pt x="240" y="208"/>
                  <a:pt x="241" y="223"/>
                  <a:pt x="229" y="224"/>
                </a:cubicBezTo>
                <a:cubicBezTo>
                  <a:pt x="210" y="226"/>
                  <a:pt x="192" y="225"/>
                  <a:pt x="173" y="225"/>
                </a:cubicBezTo>
                <a:cubicBezTo>
                  <a:pt x="164" y="225"/>
                  <a:pt x="156" y="218"/>
                  <a:pt x="158" y="208"/>
                </a:cubicBezTo>
                <a:cubicBezTo>
                  <a:pt x="157" y="149"/>
                  <a:pt x="158" y="89"/>
                  <a:pt x="158" y="29"/>
                </a:cubicBezTo>
                <a:cubicBezTo>
                  <a:pt x="158" y="22"/>
                  <a:pt x="156" y="11"/>
                  <a:pt x="164" y="7"/>
                </a:cubicBezTo>
                <a:close/>
                <a:moveTo>
                  <a:pt x="170" y="17"/>
                </a:moveTo>
                <a:cubicBezTo>
                  <a:pt x="170" y="82"/>
                  <a:pt x="170" y="147"/>
                  <a:pt x="170" y="213"/>
                </a:cubicBezTo>
                <a:cubicBezTo>
                  <a:pt x="190" y="213"/>
                  <a:pt x="210" y="213"/>
                  <a:pt x="229" y="212"/>
                </a:cubicBezTo>
                <a:cubicBezTo>
                  <a:pt x="221" y="192"/>
                  <a:pt x="198" y="191"/>
                  <a:pt x="180" y="190"/>
                </a:cubicBezTo>
                <a:cubicBezTo>
                  <a:pt x="181" y="187"/>
                  <a:pt x="183" y="182"/>
                  <a:pt x="185" y="179"/>
                </a:cubicBezTo>
                <a:cubicBezTo>
                  <a:pt x="199" y="177"/>
                  <a:pt x="213" y="179"/>
                  <a:pt x="227" y="178"/>
                </a:cubicBezTo>
                <a:cubicBezTo>
                  <a:pt x="226" y="153"/>
                  <a:pt x="229" y="127"/>
                  <a:pt x="226" y="102"/>
                </a:cubicBezTo>
                <a:cubicBezTo>
                  <a:pt x="217" y="87"/>
                  <a:pt x="197" y="87"/>
                  <a:pt x="181" y="86"/>
                </a:cubicBezTo>
                <a:cubicBezTo>
                  <a:pt x="182" y="83"/>
                  <a:pt x="183" y="77"/>
                  <a:pt x="184" y="74"/>
                </a:cubicBezTo>
                <a:cubicBezTo>
                  <a:pt x="199" y="74"/>
                  <a:pt x="214" y="74"/>
                  <a:pt x="229" y="73"/>
                </a:cubicBezTo>
                <a:cubicBezTo>
                  <a:pt x="218" y="57"/>
                  <a:pt x="198" y="54"/>
                  <a:pt x="180" y="54"/>
                </a:cubicBezTo>
                <a:cubicBezTo>
                  <a:pt x="181" y="51"/>
                  <a:pt x="183" y="46"/>
                  <a:pt x="184" y="43"/>
                </a:cubicBezTo>
                <a:cubicBezTo>
                  <a:pt x="198" y="41"/>
                  <a:pt x="213" y="42"/>
                  <a:pt x="227" y="42"/>
                </a:cubicBezTo>
                <a:cubicBezTo>
                  <a:pt x="227" y="34"/>
                  <a:pt x="227" y="25"/>
                  <a:pt x="227" y="17"/>
                </a:cubicBezTo>
                <a:cubicBezTo>
                  <a:pt x="208" y="16"/>
                  <a:pt x="189" y="17"/>
                  <a:pt x="170" y="17"/>
                </a:cubicBezTo>
                <a:close/>
                <a:moveTo>
                  <a:pt x="53" y="38"/>
                </a:moveTo>
                <a:cubicBezTo>
                  <a:pt x="49" y="68"/>
                  <a:pt x="42" y="97"/>
                  <a:pt x="40" y="126"/>
                </a:cubicBezTo>
                <a:cubicBezTo>
                  <a:pt x="43" y="125"/>
                  <a:pt x="49" y="123"/>
                  <a:pt x="52" y="123"/>
                </a:cubicBezTo>
                <a:cubicBezTo>
                  <a:pt x="57" y="92"/>
                  <a:pt x="65" y="61"/>
                  <a:pt x="66" y="30"/>
                </a:cubicBezTo>
                <a:cubicBezTo>
                  <a:pt x="60" y="29"/>
                  <a:pt x="53" y="31"/>
                  <a:pt x="53" y="38"/>
                </a:cubicBezTo>
                <a:close/>
                <a:moveTo>
                  <a:pt x="112" y="37"/>
                </a:moveTo>
                <a:cubicBezTo>
                  <a:pt x="106" y="35"/>
                  <a:pt x="102" y="50"/>
                  <a:pt x="110" y="49"/>
                </a:cubicBezTo>
                <a:cubicBezTo>
                  <a:pt x="119" y="50"/>
                  <a:pt x="129" y="50"/>
                  <a:pt x="138" y="48"/>
                </a:cubicBezTo>
                <a:cubicBezTo>
                  <a:pt x="143" y="32"/>
                  <a:pt x="121" y="38"/>
                  <a:pt x="112" y="37"/>
                </a:cubicBezTo>
                <a:close/>
                <a:moveTo>
                  <a:pt x="116" y="79"/>
                </a:moveTo>
                <a:cubicBezTo>
                  <a:pt x="116" y="102"/>
                  <a:pt x="113" y="125"/>
                  <a:pt x="118" y="147"/>
                </a:cubicBezTo>
                <a:cubicBezTo>
                  <a:pt x="120" y="147"/>
                  <a:pt x="125" y="146"/>
                  <a:pt x="128" y="145"/>
                </a:cubicBezTo>
                <a:cubicBezTo>
                  <a:pt x="130" y="123"/>
                  <a:pt x="129" y="101"/>
                  <a:pt x="128" y="78"/>
                </a:cubicBezTo>
                <a:cubicBezTo>
                  <a:pt x="125" y="79"/>
                  <a:pt x="119" y="79"/>
                  <a:pt x="116" y="79"/>
                </a:cubicBezTo>
                <a:close/>
                <a:moveTo>
                  <a:pt x="195" y="169"/>
                </a:moveTo>
                <a:cubicBezTo>
                  <a:pt x="196" y="159"/>
                  <a:pt x="197" y="148"/>
                  <a:pt x="196" y="138"/>
                </a:cubicBezTo>
                <a:cubicBezTo>
                  <a:pt x="186" y="145"/>
                  <a:pt x="188" y="161"/>
                  <a:pt x="195" y="169"/>
                </a:cubicBezTo>
                <a:close/>
                <a:moveTo>
                  <a:pt x="202" y="137"/>
                </a:moveTo>
                <a:cubicBezTo>
                  <a:pt x="201" y="148"/>
                  <a:pt x="201" y="159"/>
                  <a:pt x="202" y="170"/>
                </a:cubicBezTo>
                <a:cubicBezTo>
                  <a:pt x="209" y="160"/>
                  <a:pt x="210" y="146"/>
                  <a:pt x="202" y="137"/>
                </a:cubicBezTo>
                <a:close/>
                <a:moveTo>
                  <a:pt x="29" y="180"/>
                </a:moveTo>
                <a:cubicBezTo>
                  <a:pt x="30" y="185"/>
                  <a:pt x="31" y="189"/>
                  <a:pt x="33" y="193"/>
                </a:cubicBezTo>
                <a:cubicBezTo>
                  <a:pt x="37" y="190"/>
                  <a:pt x="43" y="186"/>
                  <a:pt x="43" y="179"/>
                </a:cubicBezTo>
                <a:cubicBezTo>
                  <a:pt x="38" y="176"/>
                  <a:pt x="33" y="176"/>
                  <a:pt x="29" y="1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Freeform 870"/>
          <p:cNvSpPr>
            <a:spLocks noEditPoints="1"/>
          </p:cNvSpPr>
          <p:nvPr/>
        </p:nvSpPr>
        <p:spPr bwMode="auto">
          <a:xfrm>
            <a:off x="9466386" y="1279302"/>
            <a:ext cx="402391" cy="369455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Freeform 871"/>
          <p:cNvSpPr>
            <a:spLocks noEditPoints="1"/>
          </p:cNvSpPr>
          <p:nvPr/>
        </p:nvSpPr>
        <p:spPr bwMode="auto">
          <a:xfrm>
            <a:off x="10300585" y="1279302"/>
            <a:ext cx="322199" cy="422982"/>
          </a:xfrm>
          <a:custGeom>
            <a:avLst/>
            <a:gdLst>
              <a:gd name="T0" fmla="*/ 79 w 218"/>
              <a:gd name="T1" fmla="*/ 0 h 286"/>
              <a:gd name="T2" fmla="*/ 36 w 218"/>
              <a:gd name="T3" fmla="*/ 30 h 286"/>
              <a:gd name="T4" fmla="*/ 56 w 218"/>
              <a:gd name="T5" fmla="*/ 77 h 286"/>
              <a:gd name="T6" fmla="*/ 81 w 218"/>
              <a:gd name="T7" fmla="*/ 120 h 286"/>
              <a:gd name="T8" fmla="*/ 96 w 218"/>
              <a:gd name="T9" fmla="*/ 149 h 286"/>
              <a:gd name="T10" fmla="*/ 137 w 218"/>
              <a:gd name="T11" fmla="*/ 87 h 286"/>
              <a:gd name="T12" fmla="*/ 89 w 218"/>
              <a:gd name="T13" fmla="*/ 23 h 286"/>
              <a:gd name="T14" fmla="*/ 61 w 218"/>
              <a:gd name="T15" fmla="*/ 51 h 286"/>
              <a:gd name="T16" fmla="*/ 119 w 218"/>
              <a:gd name="T17" fmla="*/ 92 h 286"/>
              <a:gd name="T18" fmla="*/ 84 w 218"/>
              <a:gd name="T19" fmla="*/ 92 h 286"/>
              <a:gd name="T20" fmla="*/ 66 w 218"/>
              <a:gd name="T21" fmla="*/ 61 h 286"/>
              <a:gd name="T22" fmla="*/ 67 w 218"/>
              <a:gd name="T23" fmla="*/ 74 h 286"/>
              <a:gd name="T24" fmla="*/ 67 w 218"/>
              <a:gd name="T25" fmla="*/ 74 h 286"/>
              <a:gd name="T26" fmla="*/ 124 w 218"/>
              <a:gd name="T27" fmla="*/ 100 h 286"/>
              <a:gd name="T28" fmla="*/ 108 w 218"/>
              <a:gd name="T29" fmla="*/ 133 h 286"/>
              <a:gd name="T30" fmla="*/ 10 w 218"/>
              <a:gd name="T31" fmla="*/ 178 h 286"/>
              <a:gd name="T32" fmla="*/ 58 w 218"/>
              <a:gd name="T33" fmla="*/ 96 h 286"/>
              <a:gd name="T34" fmla="*/ 55 w 218"/>
              <a:gd name="T35" fmla="*/ 183 h 286"/>
              <a:gd name="T36" fmla="*/ 99 w 218"/>
              <a:gd name="T37" fmla="*/ 240 h 286"/>
              <a:gd name="T38" fmla="*/ 131 w 218"/>
              <a:gd name="T39" fmla="*/ 204 h 286"/>
              <a:gd name="T40" fmla="*/ 118 w 218"/>
              <a:gd name="T41" fmla="*/ 191 h 286"/>
              <a:gd name="T42" fmla="*/ 215 w 218"/>
              <a:gd name="T43" fmla="*/ 202 h 286"/>
              <a:gd name="T44" fmla="*/ 164 w 218"/>
              <a:gd name="T45" fmla="*/ 231 h 286"/>
              <a:gd name="T46" fmla="*/ 210 w 218"/>
              <a:gd name="T47" fmla="*/ 272 h 286"/>
              <a:gd name="T48" fmla="*/ 3 w 218"/>
              <a:gd name="T49" fmla="*/ 284 h 286"/>
              <a:gd name="T50" fmla="*/ 70 w 218"/>
              <a:gd name="T51" fmla="*/ 272 h 286"/>
              <a:gd name="T52" fmla="*/ 6 w 218"/>
              <a:gd name="T53" fmla="*/ 209 h 286"/>
              <a:gd name="T54" fmla="*/ 23 w 218"/>
              <a:gd name="T55" fmla="*/ 185 h 286"/>
              <a:gd name="T56" fmla="*/ 23 w 218"/>
              <a:gd name="T57" fmla="*/ 185 h 286"/>
              <a:gd name="T58" fmla="*/ 157 w 218"/>
              <a:gd name="T59" fmla="*/ 216 h 286"/>
              <a:gd name="T60" fmla="*/ 143 w 218"/>
              <a:gd name="T61" fmla="*/ 204 h 286"/>
              <a:gd name="T62" fmla="*/ 149 w 218"/>
              <a:gd name="T63" fmla="*/ 128 h 286"/>
              <a:gd name="T64" fmla="*/ 148 w 218"/>
              <a:gd name="T65" fmla="*/ 149 h 286"/>
              <a:gd name="T66" fmla="*/ 135 w 218"/>
              <a:gd name="T67" fmla="*/ 161 h 286"/>
              <a:gd name="T68" fmla="*/ 116 w 218"/>
              <a:gd name="T69" fmla="*/ 1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8" h="286">
                <a:moveTo>
                  <a:pt x="36" y="30"/>
                </a:moveTo>
                <a:cubicBezTo>
                  <a:pt x="41" y="13"/>
                  <a:pt x="63" y="6"/>
                  <a:pt x="79" y="0"/>
                </a:cubicBezTo>
                <a:cubicBezTo>
                  <a:pt x="84" y="11"/>
                  <a:pt x="68" y="21"/>
                  <a:pt x="61" y="30"/>
                </a:cubicBezTo>
                <a:cubicBezTo>
                  <a:pt x="53" y="30"/>
                  <a:pt x="44" y="30"/>
                  <a:pt x="36" y="30"/>
                </a:cubicBezTo>
                <a:close/>
                <a:moveTo>
                  <a:pt x="48" y="47"/>
                </a:moveTo>
                <a:cubicBezTo>
                  <a:pt x="53" y="57"/>
                  <a:pt x="59" y="66"/>
                  <a:pt x="56" y="77"/>
                </a:cubicBezTo>
                <a:cubicBezTo>
                  <a:pt x="52" y="90"/>
                  <a:pt x="66" y="94"/>
                  <a:pt x="76" y="97"/>
                </a:cubicBezTo>
                <a:cubicBezTo>
                  <a:pt x="80" y="104"/>
                  <a:pt x="84" y="111"/>
                  <a:pt x="81" y="120"/>
                </a:cubicBezTo>
                <a:cubicBezTo>
                  <a:pt x="90" y="121"/>
                  <a:pt x="94" y="129"/>
                  <a:pt x="98" y="135"/>
                </a:cubicBezTo>
                <a:cubicBezTo>
                  <a:pt x="97" y="140"/>
                  <a:pt x="97" y="145"/>
                  <a:pt x="96" y="149"/>
                </a:cubicBezTo>
                <a:cubicBezTo>
                  <a:pt x="117" y="142"/>
                  <a:pt x="137" y="131"/>
                  <a:pt x="154" y="117"/>
                </a:cubicBezTo>
                <a:cubicBezTo>
                  <a:pt x="144" y="110"/>
                  <a:pt x="130" y="101"/>
                  <a:pt x="137" y="87"/>
                </a:cubicBezTo>
                <a:cubicBezTo>
                  <a:pt x="135" y="87"/>
                  <a:pt x="131" y="85"/>
                  <a:pt x="129" y="84"/>
                </a:cubicBezTo>
                <a:cubicBezTo>
                  <a:pt x="112" y="67"/>
                  <a:pt x="106" y="41"/>
                  <a:pt x="89" y="23"/>
                </a:cubicBezTo>
                <a:cubicBezTo>
                  <a:pt x="75" y="30"/>
                  <a:pt x="61" y="39"/>
                  <a:pt x="48" y="47"/>
                </a:cubicBezTo>
                <a:close/>
                <a:moveTo>
                  <a:pt x="61" y="51"/>
                </a:moveTo>
                <a:cubicBezTo>
                  <a:pt x="70" y="46"/>
                  <a:pt x="79" y="41"/>
                  <a:pt x="87" y="36"/>
                </a:cubicBezTo>
                <a:cubicBezTo>
                  <a:pt x="98" y="55"/>
                  <a:pt x="109" y="73"/>
                  <a:pt x="119" y="92"/>
                </a:cubicBezTo>
                <a:cubicBezTo>
                  <a:pt x="111" y="97"/>
                  <a:pt x="102" y="102"/>
                  <a:pt x="93" y="107"/>
                </a:cubicBezTo>
                <a:cubicBezTo>
                  <a:pt x="90" y="102"/>
                  <a:pt x="87" y="97"/>
                  <a:pt x="84" y="92"/>
                </a:cubicBezTo>
                <a:cubicBezTo>
                  <a:pt x="86" y="84"/>
                  <a:pt x="89" y="76"/>
                  <a:pt x="84" y="68"/>
                </a:cubicBezTo>
                <a:cubicBezTo>
                  <a:pt x="80" y="63"/>
                  <a:pt x="72" y="63"/>
                  <a:pt x="66" y="61"/>
                </a:cubicBezTo>
                <a:cubicBezTo>
                  <a:pt x="64" y="57"/>
                  <a:pt x="62" y="54"/>
                  <a:pt x="61" y="51"/>
                </a:cubicBezTo>
                <a:close/>
                <a:moveTo>
                  <a:pt x="67" y="74"/>
                </a:moveTo>
                <a:cubicBezTo>
                  <a:pt x="74" y="66"/>
                  <a:pt x="77" y="81"/>
                  <a:pt x="78" y="85"/>
                </a:cubicBezTo>
                <a:cubicBezTo>
                  <a:pt x="73" y="85"/>
                  <a:pt x="59" y="81"/>
                  <a:pt x="67" y="74"/>
                </a:cubicBezTo>
                <a:close/>
                <a:moveTo>
                  <a:pt x="99" y="115"/>
                </a:moveTo>
                <a:cubicBezTo>
                  <a:pt x="107" y="110"/>
                  <a:pt x="116" y="105"/>
                  <a:pt x="124" y="100"/>
                </a:cubicBezTo>
                <a:cubicBezTo>
                  <a:pt x="128" y="107"/>
                  <a:pt x="131" y="113"/>
                  <a:pt x="135" y="119"/>
                </a:cubicBezTo>
                <a:cubicBezTo>
                  <a:pt x="126" y="124"/>
                  <a:pt x="117" y="129"/>
                  <a:pt x="108" y="133"/>
                </a:cubicBezTo>
                <a:cubicBezTo>
                  <a:pt x="105" y="127"/>
                  <a:pt x="102" y="121"/>
                  <a:pt x="99" y="115"/>
                </a:cubicBezTo>
                <a:close/>
                <a:moveTo>
                  <a:pt x="10" y="178"/>
                </a:moveTo>
                <a:cubicBezTo>
                  <a:pt x="5" y="143"/>
                  <a:pt x="21" y="109"/>
                  <a:pt x="46" y="84"/>
                </a:cubicBezTo>
                <a:cubicBezTo>
                  <a:pt x="50" y="88"/>
                  <a:pt x="54" y="92"/>
                  <a:pt x="58" y="96"/>
                </a:cubicBezTo>
                <a:cubicBezTo>
                  <a:pt x="41" y="116"/>
                  <a:pt x="26" y="141"/>
                  <a:pt x="30" y="168"/>
                </a:cubicBezTo>
                <a:cubicBezTo>
                  <a:pt x="39" y="172"/>
                  <a:pt x="50" y="174"/>
                  <a:pt x="55" y="183"/>
                </a:cubicBezTo>
                <a:cubicBezTo>
                  <a:pt x="62" y="193"/>
                  <a:pt x="58" y="205"/>
                  <a:pt x="54" y="215"/>
                </a:cubicBezTo>
                <a:cubicBezTo>
                  <a:pt x="66" y="228"/>
                  <a:pt x="81" y="240"/>
                  <a:pt x="99" y="240"/>
                </a:cubicBezTo>
                <a:cubicBezTo>
                  <a:pt x="115" y="239"/>
                  <a:pt x="126" y="228"/>
                  <a:pt x="137" y="217"/>
                </a:cubicBezTo>
                <a:cubicBezTo>
                  <a:pt x="135" y="214"/>
                  <a:pt x="133" y="207"/>
                  <a:pt x="131" y="204"/>
                </a:cubicBezTo>
                <a:cubicBezTo>
                  <a:pt x="121" y="203"/>
                  <a:pt x="110" y="206"/>
                  <a:pt x="102" y="198"/>
                </a:cubicBezTo>
                <a:cubicBezTo>
                  <a:pt x="106" y="192"/>
                  <a:pt x="112" y="190"/>
                  <a:pt x="118" y="191"/>
                </a:cubicBezTo>
                <a:cubicBezTo>
                  <a:pt x="150" y="191"/>
                  <a:pt x="182" y="191"/>
                  <a:pt x="214" y="191"/>
                </a:cubicBezTo>
                <a:cubicBezTo>
                  <a:pt x="214" y="194"/>
                  <a:pt x="215" y="200"/>
                  <a:pt x="215" y="202"/>
                </a:cubicBezTo>
                <a:cubicBezTo>
                  <a:pt x="206" y="203"/>
                  <a:pt x="197" y="203"/>
                  <a:pt x="189" y="204"/>
                </a:cubicBezTo>
                <a:cubicBezTo>
                  <a:pt x="186" y="217"/>
                  <a:pt x="175" y="225"/>
                  <a:pt x="164" y="231"/>
                </a:cubicBezTo>
                <a:cubicBezTo>
                  <a:pt x="152" y="243"/>
                  <a:pt x="144" y="258"/>
                  <a:pt x="133" y="272"/>
                </a:cubicBezTo>
                <a:cubicBezTo>
                  <a:pt x="159" y="272"/>
                  <a:pt x="184" y="271"/>
                  <a:pt x="210" y="272"/>
                </a:cubicBezTo>
                <a:cubicBezTo>
                  <a:pt x="216" y="271"/>
                  <a:pt x="218" y="286"/>
                  <a:pt x="210" y="284"/>
                </a:cubicBezTo>
                <a:cubicBezTo>
                  <a:pt x="141" y="285"/>
                  <a:pt x="72" y="285"/>
                  <a:pt x="3" y="284"/>
                </a:cubicBezTo>
                <a:cubicBezTo>
                  <a:pt x="3" y="281"/>
                  <a:pt x="3" y="275"/>
                  <a:pt x="4" y="272"/>
                </a:cubicBezTo>
                <a:cubicBezTo>
                  <a:pt x="26" y="272"/>
                  <a:pt x="48" y="271"/>
                  <a:pt x="70" y="272"/>
                </a:cubicBezTo>
                <a:cubicBezTo>
                  <a:pt x="57" y="260"/>
                  <a:pt x="46" y="248"/>
                  <a:pt x="35" y="234"/>
                </a:cubicBezTo>
                <a:cubicBezTo>
                  <a:pt x="28" y="223"/>
                  <a:pt x="11" y="222"/>
                  <a:pt x="6" y="209"/>
                </a:cubicBezTo>
                <a:cubicBezTo>
                  <a:pt x="0" y="199"/>
                  <a:pt x="6" y="188"/>
                  <a:pt x="10" y="178"/>
                </a:cubicBezTo>
                <a:close/>
                <a:moveTo>
                  <a:pt x="23" y="185"/>
                </a:moveTo>
                <a:cubicBezTo>
                  <a:pt x="7" y="195"/>
                  <a:pt x="24" y="222"/>
                  <a:pt x="39" y="210"/>
                </a:cubicBezTo>
                <a:cubicBezTo>
                  <a:pt x="55" y="200"/>
                  <a:pt x="39" y="174"/>
                  <a:pt x="23" y="185"/>
                </a:cubicBezTo>
                <a:close/>
                <a:moveTo>
                  <a:pt x="143" y="204"/>
                </a:moveTo>
                <a:cubicBezTo>
                  <a:pt x="148" y="208"/>
                  <a:pt x="151" y="215"/>
                  <a:pt x="157" y="216"/>
                </a:cubicBezTo>
                <a:cubicBezTo>
                  <a:pt x="166" y="218"/>
                  <a:pt x="171" y="209"/>
                  <a:pt x="177" y="205"/>
                </a:cubicBezTo>
                <a:cubicBezTo>
                  <a:pt x="166" y="203"/>
                  <a:pt x="155" y="203"/>
                  <a:pt x="143" y="204"/>
                </a:cubicBezTo>
                <a:close/>
                <a:moveTo>
                  <a:pt x="111" y="151"/>
                </a:moveTo>
                <a:cubicBezTo>
                  <a:pt x="123" y="143"/>
                  <a:pt x="137" y="136"/>
                  <a:pt x="149" y="128"/>
                </a:cubicBezTo>
                <a:cubicBezTo>
                  <a:pt x="155" y="135"/>
                  <a:pt x="161" y="140"/>
                  <a:pt x="167" y="146"/>
                </a:cubicBezTo>
                <a:cubicBezTo>
                  <a:pt x="160" y="147"/>
                  <a:pt x="154" y="148"/>
                  <a:pt x="148" y="149"/>
                </a:cubicBezTo>
                <a:cubicBezTo>
                  <a:pt x="147" y="156"/>
                  <a:pt x="146" y="163"/>
                  <a:pt x="145" y="170"/>
                </a:cubicBezTo>
                <a:cubicBezTo>
                  <a:pt x="142" y="167"/>
                  <a:pt x="139" y="164"/>
                  <a:pt x="135" y="161"/>
                </a:cubicBezTo>
                <a:cubicBezTo>
                  <a:pt x="133" y="161"/>
                  <a:pt x="129" y="162"/>
                  <a:pt x="126" y="162"/>
                </a:cubicBezTo>
                <a:cubicBezTo>
                  <a:pt x="123" y="166"/>
                  <a:pt x="120" y="171"/>
                  <a:pt x="116" y="176"/>
                </a:cubicBezTo>
                <a:cubicBezTo>
                  <a:pt x="114" y="167"/>
                  <a:pt x="112" y="159"/>
                  <a:pt x="111" y="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Freeform 872"/>
          <p:cNvSpPr>
            <a:spLocks noEditPoints="1"/>
          </p:cNvSpPr>
          <p:nvPr/>
        </p:nvSpPr>
        <p:spPr bwMode="auto">
          <a:xfrm>
            <a:off x="11134783" y="1279302"/>
            <a:ext cx="396663" cy="388071"/>
          </a:xfrm>
          <a:custGeom>
            <a:avLst/>
            <a:gdLst>
              <a:gd name="T0" fmla="*/ 111 w 286"/>
              <a:gd name="T1" fmla="*/ 10 h 280"/>
              <a:gd name="T2" fmla="*/ 233 w 286"/>
              <a:gd name="T3" fmla="*/ 42 h 280"/>
              <a:gd name="T4" fmla="*/ 266 w 286"/>
              <a:gd name="T5" fmla="*/ 188 h 280"/>
              <a:gd name="T6" fmla="*/ 172 w 286"/>
              <a:gd name="T7" fmla="*/ 268 h 280"/>
              <a:gd name="T8" fmla="*/ 39 w 286"/>
              <a:gd name="T9" fmla="*/ 222 h 280"/>
              <a:gd name="T10" fmla="*/ 30 w 286"/>
              <a:gd name="T11" fmla="*/ 68 h 280"/>
              <a:gd name="T12" fmla="*/ 111 w 286"/>
              <a:gd name="T13" fmla="*/ 10 h 280"/>
              <a:gd name="T14" fmla="*/ 69 w 286"/>
              <a:gd name="T15" fmla="*/ 45 h 280"/>
              <a:gd name="T16" fmla="*/ 101 w 286"/>
              <a:gd name="T17" fmla="*/ 136 h 280"/>
              <a:gd name="T18" fmla="*/ 128 w 286"/>
              <a:gd name="T19" fmla="*/ 119 h 280"/>
              <a:gd name="T20" fmla="*/ 152 w 286"/>
              <a:gd name="T21" fmla="*/ 20 h 280"/>
              <a:gd name="T22" fmla="*/ 69 w 286"/>
              <a:gd name="T23" fmla="*/ 45 h 280"/>
              <a:gd name="T24" fmla="*/ 164 w 286"/>
              <a:gd name="T25" fmla="*/ 22 h 280"/>
              <a:gd name="T26" fmla="*/ 138 w 286"/>
              <a:gd name="T27" fmla="*/ 114 h 280"/>
              <a:gd name="T28" fmla="*/ 241 w 286"/>
              <a:gd name="T29" fmla="*/ 72 h 280"/>
              <a:gd name="T30" fmla="*/ 164 w 286"/>
              <a:gd name="T31" fmla="*/ 22 h 280"/>
              <a:gd name="T32" fmla="*/ 24 w 286"/>
              <a:gd name="T33" fmla="*/ 124 h 280"/>
              <a:gd name="T34" fmla="*/ 71 w 286"/>
              <a:gd name="T35" fmla="*/ 157 h 280"/>
              <a:gd name="T36" fmla="*/ 91 w 286"/>
              <a:gd name="T37" fmla="*/ 142 h 280"/>
              <a:gd name="T38" fmla="*/ 58 w 286"/>
              <a:gd name="T39" fmla="*/ 54 h 280"/>
              <a:gd name="T40" fmla="*/ 24 w 286"/>
              <a:gd name="T41" fmla="*/ 124 h 280"/>
              <a:gd name="T42" fmla="*/ 145 w 286"/>
              <a:gd name="T43" fmla="*/ 124 h 280"/>
              <a:gd name="T44" fmla="*/ 180 w 286"/>
              <a:gd name="T45" fmla="*/ 148 h 280"/>
              <a:gd name="T46" fmla="*/ 257 w 286"/>
              <a:gd name="T47" fmla="*/ 173 h 280"/>
              <a:gd name="T48" fmla="*/ 248 w 286"/>
              <a:gd name="T49" fmla="*/ 83 h 280"/>
              <a:gd name="T50" fmla="*/ 145 w 286"/>
              <a:gd name="T51" fmla="*/ 124 h 280"/>
              <a:gd name="T52" fmla="*/ 106 w 286"/>
              <a:gd name="T53" fmla="*/ 146 h 280"/>
              <a:gd name="T54" fmla="*/ 186 w 286"/>
              <a:gd name="T55" fmla="*/ 250 h 280"/>
              <a:gd name="T56" fmla="*/ 253 w 286"/>
              <a:gd name="T57" fmla="*/ 184 h 280"/>
              <a:gd name="T58" fmla="*/ 133 w 286"/>
              <a:gd name="T59" fmla="*/ 130 h 280"/>
              <a:gd name="T60" fmla="*/ 106 w 286"/>
              <a:gd name="T61" fmla="*/ 146 h 280"/>
              <a:gd name="T62" fmla="*/ 23 w 286"/>
              <a:gd name="T63" fmla="*/ 136 h 280"/>
              <a:gd name="T64" fmla="*/ 34 w 286"/>
              <a:gd name="T65" fmla="*/ 190 h 280"/>
              <a:gd name="T66" fmla="*/ 62 w 286"/>
              <a:gd name="T67" fmla="*/ 164 h 280"/>
              <a:gd name="T68" fmla="*/ 23 w 286"/>
              <a:gd name="T69" fmla="*/ 136 h 280"/>
              <a:gd name="T70" fmla="*/ 78 w 286"/>
              <a:gd name="T71" fmla="*/ 167 h 280"/>
              <a:gd name="T72" fmla="*/ 93 w 286"/>
              <a:gd name="T73" fmla="*/ 248 h 280"/>
              <a:gd name="T74" fmla="*/ 174 w 286"/>
              <a:gd name="T75" fmla="*/ 254 h 280"/>
              <a:gd name="T76" fmla="*/ 97 w 286"/>
              <a:gd name="T77" fmla="*/ 153 h 280"/>
              <a:gd name="T78" fmla="*/ 78 w 286"/>
              <a:gd name="T79" fmla="*/ 167 h 280"/>
              <a:gd name="T80" fmla="*/ 68 w 286"/>
              <a:gd name="T81" fmla="*/ 174 h 280"/>
              <a:gd name="T82" fmla="*/ 41 w 286"/>
              <a:gd name="T83" fmla="*/ 201 h 280"/>
              <a:gd name="T84" fmla="*/ 81 w 286"/>
              <a:gd name="T85" fmla="*/ 241 h 280"/>
              <a:gd name="T86" fmla="*/ 68 w 286"/>
              <a:gd name="T87" fmla="*/ 174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86" h="280">
                <a:moveTo>
                  <a:pt x="111" y="10"/>
                </a:moveTo>
                <a:cubicBezTo>
                  <a:pt x="154" y="0"/>
                  <a:pt x="201" y="11"/>
                  <a:pt x="233" y="42"/>
                </a:cubicBezTo>
                <a:cubicBezTo>
                  <a:pt x="273" y="78"/>
                  <a:pt x="286" y="139"/>
                  <a:pt x="266" y="188"/>
                </a:cubicBezTo>
                <a:cubicBezTo>
                  <a:pt x="250" y="228"/>
                  <a:pt x="214" y="259"/>
                  <a:pt x="172" y="268"/>
                </a:cubicBezTo>
                <a:cubicBezTo>
                  <a:pt x="124" y="280"/>
                  <a:pt x="70" y="261"/>
                  <a:pt x="39" y="222"/>
                </a:cubicBezTo>
                <a:cubicBezTo>
                  <a:pt x="4" y="180"/>
                  <a:pt x="0" y="115"/>
                  <a:pt x="30" y="68"/>
                </a:cubicBezTo>
                <a:cubicBezTo>
                  <a:pt x="48" y="39"/>
                  <a:pt x="78" y="18"/>
                  <a:pt x="111" y="10"/>
                </a:cubicBezTo>
                <a:close/>
                <a:moveTo>
                  <a:pt x="69" y="45"/>
                </a:moveTo>
                <a:cubicBezTo>
                  <a:pt x="76" y="76"/>
                  <a:pt x="88" y="106"/>
                  <a:pt x="101" y="136"/>
                </a:cubicBezTo>
                <a:cubicBezTo>
                  <a:pt x="110" y="130"/>
                  <a:pt x="119" y="125"/>
                  <a:pt x="128" y="119"/>
                </a:cubicBezTo>
                <a:cubicBezTo>
                  <a:pt x="114" y="84"/>
                  <a:pt x="137" y="51"/>
                  <a:pt x="152" y="20"/>
                </a:cubicBezTo>
                <a:cubicBezTo>
                  <a:pt x="122" y="18"/>
                  <a:pt x="93" y="28"/>
                  <a:pt x="69" y="45"/>
                </a:cubicBezTo>
                <a:close/>
                <a:moveTo>
                  <a:pt x="164" y="22"/>
                </a:moveTo>
                <a:cubicBezTo>
                  <a:pt x="152" y="51"/>
                  <a:pt x="129" y="80"/>
                  <a:pt x="138" y="114"/>
                </a:cubicBezTo>
                <a:cubicBezTo>
                  <a:pt x="171" y="97"/>
                  <a:pt x="206" y="83"/>
                  <a:pt x="241" y="72"/>
                </a:cubicBezTo>
                <a:cubicBezTo>
                  <a:pt x="223" y="46"/>
                  <a:pt x="195" y="29"/>
                  <a:pt x="164" y="22"/>
                </a:cubicBezTo>
                <a:close/>
                <a:moveTo>
                  <a:pt x="24" y="124"/>
                </a:moveTo>
                <a:cubicBezTo>
                  <a:pt x="42" y="132"/>
                  <a:pt x="58" y="143"/>
                  <a:pt x="71" y="157"/>
                </a:cubicBezTo>
                <a:cubicBezTo>
                  <a:pt x="78" y="152"/>
                  <a:pt x="84" y="147"/>
                  <a:pt x="91" y="142"/>
                </a:cubicBezTo>
                <a:cubicBezTo>
                  <a:pt x="78" y="114"/>
                  <a:pt x="67" y="84"/>
                  <a:pt x="58" y="54"/>
                </a:cubicBezTo>
                <a:cubicBezTo>
                  <a:pt x="41" y="74"/>
                  <a:pt x="28" y="98"/>
                  <a:pt x="24" y="124"/>
                </a:cubicBezTo>
                <a:close/>
                <a:moveTo>
                  <a:pt x="145" y="124"/>
                </a:moveTo>
                <a:cubicBezTo>
                  <a:pt x="153" y="137"/>
                  <a:pt x="167" y="143"/>
                  <a:pt x="180" y="148"/>
                </a:cubicBezTo>
                <a:cubicBezTo>
                  <a:pt x="206" y="157"/>
                  <a:pt x="233" y="162"/>
                  <a:pt x="257" y="173"/>
                </a:cubicBezTo>
                <a:cubicBezTo>
                  <a:pt x="264" y="143"/>
                  <a:pt x="261" y="111"/>
                  <a:pt x="248" y="83"/>
                </a:cubicBezTo>
                <a:cubicBezTo>
                  <a:pt x="213" y="94"/>
                  <a:pt x="178" y="106"/>
                  <a:pt x="145" y="124"/>
                </a:cubicBezTo>
                <a:close/>
                <a:moveTo>
                  <a:pt x="106" y="146"/>
                </a:moveTo>
                <a:cubicBezTo>
                  <a:pt x="127" y="185"/>
                  <a:pt x="155" y="220"/>
                  <a:pt x="186" y="250"/>
                </a:cubicBezTo>
                <a:cubicBezTo>
                  <a:pt x="216" y="237"/>
                  <a:pt x="240" y="214"/>
                  <a:pt x="253" y="184"/>
                </a:cubicBezTo>
                <a:cubicBezTo>
                  <a:pt x="214" y="165"/>
                  <a:pt x="163" y="166"/>
                  <a:pt x="133" y="130"/>
                </a:cubicBezTo>
                <a:cubicBezTo>
                  <a:pt x="124" y="135"/>
                  <a:pt x="115" y="141"/>
                  <a:pt x="106" y="146"/>
                </a:cubicBezTo>
                <a:close/>
                <a:moveTo>
                  <a:pt x="23" y="136"/>
                </a:moveTo>
                <a:cubicBezTo>
                  <a:pt x="24" y="155"/>
                  <a:pt x="28" y="173"/>
                  <a:pt x="34" y="190"/>
                </a:cubicBezTo>
                <a:cubicBezTo>
                  <a:pt x="44" y="182"/>
                  <a:pt x="53" y="173"/>
                  <a:pt x="62" y="164"/>
                </a:cubicBezTo>
                <a:cubicBezTo>
                  <a:pt x="50" y="153"/>
                  <a:pt x="37" y="143"/>
                  <a:pt x="23" y="136"/>
                </a:cubicBezTo>
                <a:close/>
                <a:moveTo>
                  <a:pt x="78" y="167"/>
                </a:moveTo>
                <a:cubicBezTo>
                  <a:pt x="91" y="191"/>
                  <a:pt x="93" y="220"/>
                  <a:pt x="93" y="248"/>
                </a:cubicBezTo>
                <a:cubicBezTo>
                  <a:pt x="119" y="257"/>
                  <a:pt x="147" y="261"/>
                  <a:pt x="174" y="254"/>
                </a:cubicBezTo>
                <a:cubicBezTo>
                  <a:pt x="143" y="224"/>
                  <a:pt x="116" y="191"/>
                  <a:pt x="97" y="153"/>
                </a:cubicBezTo>
                <a:cubicBezTo>
                  <a:pt x="90" y="157"/>
                  <a:pt x="84" y="162"/>
                  <a:pt x="78" y="167"/>
                </a:cubicBezTo>
                <a:close/>
                <a:moveTo>
                  <a:pt x="68" y="174"/>
                </a:moveTo>
                <a:cubicBezTo>
                  <a:pt x="59" y="183"/>
                  <a:pt x="50" y="192"/>
                  <a:pt x="41" y="201"/>
                </a:cubicBezTo>
                <a:cubicBezTo>
                  <a:pt x="51" y="217"/>
                  <a:pt x="65" y="231"/>
                  <a:pt x="81" y="241"/>
                </a:cubicBezTo>
                <a:cubicBezTo>
                  <a:pt x="81" y="218"/>
                  <a:pt x="79" y="195"/>
                  <a:pt x="68" y="1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Freeform 873"/>
          <p:cNvSpPr>
            <a:spLocks noEditPoints="1"/>
          </p:cNvSpPr>
          <p:nvPr/>
        </p:nvSpPr>
        <p:spPr bwMode="auto">
          <a:xfrm>
            <a:off x="290203" y="1987208"/>
            <a:ext cx="379479" cy="355135"/>
          </a:xfrm>
          <a:custGeom>
            <a:avLst/>
            <a:gdLst>
              <a:gd name="T0" fmla="*/ 186 w 274"/>
              <a:gd name="T1" fmla="*/ 5 h 256"/>
              <a:gd name="T2" fmla="*/ 223 w 274"/>
              <a:gd name="T3" fmla="*/ 70 h 256"/>
              <a:gd name="T4" fmla="*/ 177 w 274"/>
              <a:gd name="T5" fmla="*/ 136 h 256"/>
              <a:gd name="T6" fmla="*/ 115 w 274"/>
              <a:gd name="T7" fmla="*/ 79 h 256"/>
              <a:gd name="T8" fmla="*/ 138 w 274"/>
              <a:gd name="T9" fmla="*/ 15 h 256"/>
              <a:gd name="T10" fmla="*/ 171 w 274"/>
              <a:gd name="T11" fmla="*/ 72 h 256"/>
              <a:gd name="T12" fmla="*/ 206 w 274"/>
              <a:gd name="T13" fmla="*/ 38 h 256"/>
              <a:gd name="T14" fmla="*/ 197 w 274"/>
              <a:gd name="T15" fmla="*/ 48 h 256"/>
              <a:gd name="T16" fmla="*/ 136 w 274"/>
              <a:gd name="T17" fmla="*/ 40 h 256"/>
              <a:gd name="T18" fmla="*/ 134 w 274"/>
              <a:gd name="T19" fmla="*/ 72 h 256"/>
              <a:gd name="T20" fmla="*/ 147 w 274"/>
              <a:gd name="T21" fmla="*/ 95 h 256"/>
              <a:gd name="T22" fmla="*/ 167 w 274"/>
              <a:gd name="T23" fmla="*/ 127 h 256"/>
              <a:gd name="T24" fmla="*/ 177 w 274"/>
              <a:gd name="T25" fmla="*/ 93 h 256"/>
              <a:gd name="T26" fmla="*/ 207 w 274"/>
              <a:gd name="T27" fmla="*/ 70 h 256"/>
              <a:gd name="T28" fmla="*/ 171 w 274"/>
              <a:gd name="T29" fmla="*/ 86 h 256"/>
              <a:gd name="T30" fmla="*/ 155 w 274"/>
              <a:gd name="T31" fmla="*/ 96 h 256"/>
              <a:gd name="T32" fmla="*/ 162 w 274"/>
              <a:gd name="T33" fmla="*/ 72 h 256"/>
              <a:gd name="T34" fmla="*/ 134 w 274"/>
              <a:gd name="T35" fmla="*/ 72 h 256"/>
              <a:gd name="T36" fmla="*/ 108 w 274"/>
              <a:gd name="T37" fmla="*/ 46 h 256"/>
              <a:gd name="T38" fmla="*/ 8 w 274"/>
              <a:gd name="T39" fmla="*/ 55 h 256"/>
              <a:gd name="T40" fmla="*/ 75 w 274"/>
              <a:gd name="T41" fmla="*/ 170 h 256"/>
              <a:gd name="T42" fmla="*/ 0 w 274"/>
              <a:gd name="T43" fmla="*/ 180 h 256"/>
              <a:gd name="T44" fmla="*/ 12 w 274"/>
              <a:gd name="T45" fmla="*/ 59 h 256"/>
              <a:gd name="T46" fmla="*/ 74 w 274"/>
              <a:gd name="T47" fmla="*/ 167 h 256"/>
              <a:gd name="T48" fmla="*/ 109 w 274"/>
              <a:gd name="T49" fmla="*/ 93 h 256"/>
              <a:gd name="T50" fmla="*/ 12 w 274"/>
              <a:gd name="T51" fmla="*/ 59 h 256"/>
              <a:gd name="T52" fmla="*/ 92 w 274"/>
              <a:gd name="T53" fmla="*/ 93 h 256"/>
              <a:gd name="T54" fmla="*/ 106 w 274"/>
              <a:gd name="T55" fmla="*/ 119 h 256"/>
              <a:gd name="T56" fmla="*/ 97 w 274"/>
              <a:gd name="T57" fmla="*/ 96 h 256"/>
              <a:gd name="T58" fmla="*/ 76 w 274"/>
              <a:gd name="T59" fmla="*/ 105 h 256"/>
              <a:gd name="T60" fmla="*/ 36 w 274"/>
              <a:gd name="T61" fmla="*/ 111 h 256"/>
              <a:gd name="T62" fmla="*/ 40 w 274"/>
              <a:gd name="T63" fmla="*/ 95 h 256"/>
              <a:gd name="T64" fmla="*/ 59 w 274"/>
              <a:gd name="T65" fmla="*/ 97 h 256"/>
              <a:gd name="T66" fmla="*/ 57 w 274"/>
              <a:gd name="T67" fmla="*/ 116 h 256"/>
              <a:gd name="T68" fmla="*/ 71 w 274"/>
              <a:gd name="T69" fmla="*/ 112 h 256"/>
              <a:gd name="T70" fmla="*/ 59 w 274"/>
              <a:gd name="T71" fmla="*/ 97 h 256"/>
              <a:gd name="T72" fmla="*/ 187 w 274"/>
              <a:gd name="T73" fmla="*/ 215 h 256"/>
              <a:gd name="T74" fmla="*/ 164 w 274"/>
              <a:gd name="T75" fmla="*/ 158 h 256"/>
              <a:gd name="T76" fmla="*/ 132 w 274"/>
              <a:gd name="T77" fmla="*/ 143 h 256"/>
              <a:gd name="T78" fmla="*/ 79 w 274"/>
              <a:gd name="T79" fmla="*/ 184 h 256"/>
              <a:gd name="T80" fmla="*/ 90 w 274"/>
              <a:gd name="T81" fmla="*/ 256 h 256"/>
              <a:gd name="T82" fmla="*/ 272 w 274"/>
              <a:gd name="T83" fmla="*/ 253 h 256"/>
              <a:gd name="T84" fmla="*/ 245 w 274"/>
              <a:gd name="T85" fmla="*/ 155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4" h="256">
                <a:moveTo>
                  <a:pt x="138" y="15"/>
                </a:moveTo>
                <a:cubicBezTo>
                  <a:pt x="150" y="3"/>
                  <a:pt x="170" y="0"/>
                  <a:pt x="186" y="5"/>
                </a:cubicBezTo>
                <a:cubicBezTo>
                  <a:pt x="203" y="8"/>
                  <a:pt x="213" y="24"/>
                  <a:pt x="222" y="37"/>
                </a:cubicBezTo>
                <a:cubicBezTo>
                  <a:pt x="225" y="48"/>
                  <a:pt x="223" y="59"/>
                  <a:pt x="223" y="70"/>
                </a:cubicBezTo>
                <a:cubicBezTo>
                  <a:pt x="227" y="75"/>
                  <a:pt x="231" y="82"/>
                  <a:pt x="225" y="87"/>
                </a:cubicBezTo>
                <a:cubicBezTo>
                  <a:pt x="207" y="102"/>
                  <a:pt x="202" y="131"/>
                  <a:pt x="177" y="136"/>
                </a:cubicBezTo>
                <a:cubicBezTo>
                  <a:pt x="151" y="141"/>
                  <a:pt x="136" y="115"/>
                  <a:pt x="126" y="96"/>
                </a:cubicBezTo>
                <a:cubicBezTo>
                  <a:pt x="121" y="91"/>
                  <a:pt x="112" y="87"/>
                  <a:pt x="115" y="79"/>
                </a:cubicBezTo>
                <a:cubicBezTo>
                  <a:pt x="117" y="68"/>
                  <a:pt x="116" y="56"/>
                  <a:pt x="116" y="45"/>
                </a:cubicBezTo>
                <a:cubicBezTo>
                  <a:pt x="117" y="32"/>
                  <a:pt x="129" y="24"/>
                  <a:pt x="138" y="15"/>
                </a:cubicBezTo>
                <a:close/>
                <a:moveTo>
                  <a:pt x="128" y="68"/>
                </a:moveTo>
                <a:cubicBezTo>
                  <a:pt x="142" y="66"/>
                  <a:pt x="158" y="65"/>
                  <a:pt x="171" y="72"/>
                </a:cubicBezTo>
                <a:cubicBezTo>
                  <a:pt x="183" y="64"/>
                  <a:pt x="198" y="67"/>
                  <a:pt x="212" y="68"/>
                </a:cubicBezTo>
                <a:cubicBezTo>
                  <a:pt x="210" y="58"/>
                  <a:pt x="208" y="48"/>
                  <a:pt x="206" y="38"/>
                </a:cubicBezTo>
                <a:cubicBezTo>
                  <a:pt x="193" y="45"/>
                  <a:pt x="178" y="47"/>
                  <a:pt x="163" y="47"/>
                </a:cubicBezTo>
                <a:cubicBezTo>
                  <a:pt x="174" y="49"/>
                  <a:pt x="186" y="48"/>
                  <a:pt x="197" y="48"/>
                </a:cubicBezTo>
                <a:cubicBezTo>
                  <a:pt x="197" y="55"/>
                  <a:pt x="197" y="55"/>
                  <a:pt x="197" y="55"/>
                </a:cubicBezTo>
                <a:cubicBezTo>
                  <a:pt x="175" y="58"/>
                  <a:pt x="152" y="55"/>
                  <a:pt x="136" y="40"/>
                </a:cubicBezTo>
                <a:cubicBezTo>
                  <a:pt x="132" y="48"/>
                  <a:pt x="129" y="58"/>
                  <a:pt x="128" y="68"/>
                </a:cubicBezTo>
                <a:close/>
                <a:moveTo>
                  <a:pt x="134" y="72"/>
                </a:moveTo>
                <a:cubicBezTo>
                  <a:pt x="135" y="75"/>
                  <a:pt x="137" y="81"/>
                  <a:pt x="137" y="84"/>
                </a:cubicBezTo>
                <a:cubicBezTo>
                  <a:pt x="140" y="88"/>
                  <a:pt x="144" y="92"/>
                  <a:pt x="147" y="95"/>
                </a:cubicBezTo>
                <a:cubicBezTo>
                  <a:pt x="137" y="96"/>
                  <a:pt x="137" y="96"/>
                  <a:pt x="137" y="96"/>
                </a:cubicBezTo>
                <a:cubicBezTo>
                  <a:pt x="144" y="108"/>
                  <a:pt x="152" y="122"/>
                  <a:pt x="167" y="127"/>
                </a:cubicBezTo>
                <a:cubicBezTo>
                  <a:pt x="186" y="128"/>
                  <a:pt x="196" y="109"/>
                  <a:pt x="205" y="96"/>
                </a:cubicBezTo>
                <a:cubicBezTo>
                  <a:pt x="195" y="95"/>
                  <a:pt x="186" y="94"/>
                  <a:pt x="177" y="93"/>
                </a:cubicBezTo>
                <a:cubicBezTo>
                  <a:pt x="185" y="88"/>
                  <a:pt x="195" y="89"/>
                  <a:pt x="204" y="87"/>
                </a:cubicBezTo>
                <a:cubicBezTo>
                  <a:pt x="205" y="83"/>
                  <a:pt x="206" y="75"/>
                  <a:pt x="207" y="70"/>
                </a:cubicBezTo>
                <a:cubicBezTo>
                  <a:pt x="199" y="74"/>
                  <a:pt x="189" y="90"/>
                  <a:pt x="184" y="73"/>
                </a:cubicBezTo>
                <a:cubicBezTo>
                  <a:pt x="180" y="77"/>
                  <a:pt x="175" y="82"/>
                  <a:pt x="171" y="86"/>
                </a:cubicBezTo>
                <a:cubicBezTo>
                  <a:pt x="171" y="76"/>
                  <a:pt x="171" y="76"/>
                  <a:pt x="171" y="76"/>
                </a:cubicBezTo>
                <a:cubicBezTo>
                  <a:pt x="167" y="84"/>
                  <a:pt x="162" y="91"/>
                  <a:pt x="155" y="96"/>
                </a:cubicBezTo>
                <a:cubicBezTo>
                  <a:pt x="151" y="94"/>
                  <a:pt x="148" y="91"/>
                  <a:pt x="144" y="89"/>
                </a:cubicBezTo>
                <a:cubicBezTo>
                  <a:pt x="155" y="91"/>
                  <a:pt x="165" y="83"/>
                  <a:pt x="162" y="72"/>
                </a:cubicBezTo>
                <a:cubicBezTo>
                  <a:pt x="158" y="75"/>
                  <a:pt x="154" y="78"/>
                  <a:pt x="150" y="81"/>
                </a:cubicBezTo>
                <a:cubicBezTo>
                  <a:pt x="145" y="77"/>
                  <a:pt x="140" y="74"/>
                  <a:pt x="134" y="72"/>
                </a:cubicBezTo>
                <a:close/>
                <a:moveTo>
                  <a:pt x="0" y="45"/>
                </a:moveTo>
                <a:cubicBezTo>
                  <a:pt x="36" y="46"/>
                  <a:pt x="72" y="44"/>
                  <a:pt x="108" y="46"/>
                </a:cubicBezTo>
                <a:cubicBezTo>
                  <a:pt x="109" y="52"/>
                  <a:pt x="106" y="55"/>
                  <a:pt x="100" y="54"/>
                </a:cubicBezTo>
                <a:cubicBezTo>
                  <a:pt x="69" y="56"/>
                  <a:pt x="39" y="54"/>
                  <a:pt x="8" y="55"/>
                </a:cubicBezTo>
                <a:cubicBezTo>
                  <a:pt x="7" y="94"/>
                  <a:pt x="8" y="132"/>
                  <a:pt x="8" y="170"/>
                </a:cubicBezTo>
                <a:cubicBezTo>
                  <a:pt x="30" y="170"/>
                  <a:pt x="52" y="170"/>
                  <a:pt x="75" y="170"/>
                </a:cubicBezTo>
                <a:cubicBezTo>
                  <a:pt x="73" y="172"/>
                  <a:pt x="71" y="177"/>
                  <a:pt x="69" y="180"/>
                </a:cubicBezTo>
                <a:cubicBezTo>
                  <a:pt x="46" y="181"/>
                  <a:pt x="23" y="180"/>
                  <a:pt x="0" y="180"/>
                </a:cubicBezTo>
                <a:cubicBezTo>
                  <a:pt x="0" y="135"/>
                  <a:pt x="0" y="90"/>
                  <a:pt x="0" y="45"/>
                </a:cubicBezTo>
                <a:close/>
                <a:moveTo>
                  <a:pt x="12" y="59"/>
                </a:moveTo>
                <a:cubicBezTo>
                  <a:pt x="11" y="95"/>
                  <a:pt x="12" y="131"/>
                  <a:pt x="12" y="166"/>
                </a:cubicBezTo>
                <a:cubicBezTo>
                  <a:pt x="32" y="166"/>
                  <a:pt x="53" y="166"/>
                  <a:pt x="74" y="167"/>
                </a:cubicBezTo>
                <a:cubicBezTo>
                  <a:pt x="86" y="143"/>
                  <a:pt x="114" y="139"/>
                  <a:pt x="136" y="131"/>
                </a:cubicBezTo>
                <a:cubicBezTo>
                  <a:pt x="128" y="118"/>
                  <a:pt x="120" y="104"/>
                  <a:pt x="109" y="93"/>
                </a:cubicBezTo>
                <a:cubicBezTo>
                  <a:pt x="99" y="84"/>
                  <a:pt x="107" y="71"/>
                  <a:pt x="108" y="60"/>
                </a:cubicBezTo>
                <a:cubicBezTo>
                  <a:pt x="76" y="58"/>
                  <a:pt x="44" y="59"/>
                  <a:pt x="12" y="59"/>
                </a:cubicBezTo>
                <a:close/>
                <a:moveTo>
                  <a:pt x="76" y="105"/>
                </a:moveTo>
                <a:cubicBezTo>
                  <a:pt x="80" y="102"/>
                  <a:pt x="88" y="96"/>
                  <a:pt x="92" y="93"/>
                </a:cubicBezTo>
                <a:cubicBezTo>
                  <a:pt x="90" y="107"/>
                  <a:pt x="82" y="120"/>
                  <a:pt x="75" y="132"/>
                </a:cubicBezTo>
                <a:cubicBezTo>
                  <a:pt x="85" y="128"/>
                  <a:pt x="97" y="125"/>
                  <a:pt x="106" y="119"/>
                </a:cubicBezTo>
                <a:cubicBezTo>
                  <a:pt x="100" y="120"/>
                  <a:pt x="93" y="121"/>
                  <a:pt x="86" y="123"/>
                </a:cubicBezTo>
                <a:cubicBezTo>
                  <a:pt x="90" y="114"/>
                  <a:pt x="94" y="105"/>
                  <a:pt x="97" y="96"/>
                </a:cubicBezTo>
                <a:cubicBezTo>
                  <a:pt x="95" y="94"/>
                  <a:pt x="91" y="91"/>
                  <a:pt x="89" y="89"/>
                </a:cubicBezTo>
                <a:cubicBezTo>
                  <a:pt x="83" y="93"/>
                  <a:pt x="77" y="97"/>
                  <a:pt x="76" y="105"/>
                </a:cubicBezTo>
                <a:close/>
                <a:moveTo>
                  <a:pt x="24" y="119"/>
                </a:moveTo>
                <a:cubicBezTo>
                  <a:pt x="36" y="111"/>
                  <a:pt x="36" y="111"/>
                  <a:pt x="36" y="111"/>
                </a:cubicBezTo>
                <a:cubicBezTo>
                  <a:pt x="36" y="120"/>
                  <a:pt x="35" y="130"/>
                  <a:pt x="38" y="139"/>
                </a:cubicBezTo>
                <a:cubicBezTo>
                  <a:pt x="40" y="124"/>
                  <a:pt x="40" y="110"/>
                  <a:pt x="40" y="95"/>
                </a:cubicBezTo>
                <a:cubicBezTo>
                  <a:pt x="34" y="103"/>
                  <a:pt x="29" y="111"/>
                  <a:pt x="24" y="119"/>
                </a:cubicBezTo>
                <a:close/>
                <a:moveTo>
                  <a:pt x="59" y="97"/>
                </a:moveTo>
                <a:cubicBezTo>
                  <a:pt x="57" y="105"/>
                  <a:pt x="54" y="113"/>
                  <a:pt x="46" y="116"/>
                </a:cubicBezTo>
                <a:cubicBezTo>
                  <a:pt x="48" y="116"/>
                  <a:pt x="54" y="116"/>
                  <a:pt x="57" y="116"/>
                </a:cubicBezTo>
                <a:cubicBezTo>
                  <a:pt x="57" y="119"/>
                  <a:pt x="57" y="125"/>
                  <a:pt x="57" y="128"/>
                </a:cubicBezTo>
                <a:cubicBezTo>
                  <a:pt x="59" y="121"/>
                  <a:pt x="64" y="115"/>
                  <a:pt x="71" y="112"/>
                </a:cubicBezTo>
                <a:cubicBezTo>
                  <a:pt x="68" y="111"/>
                  <a:pt x="64" y="111"/>
                  <a:pt x="61" y="110"/>
                </a:cubicBezTo>
                <a:cubicBezTo>
                  <a:pt x="60" y="107"/>
                  <a:pt x="59" y="100"/>
                  <a:pt x="59" y="97"/>
                </a:cubicBezTo>
                <a:close/>
                <a:moveTo>
                  <a:pt x="210" y="143"/>
                </a:moveTo>
                <a:cubicBezTo>
                  <a:pt x="204" y="167"/>
                  <a:pt x="197" y="191"/>
                  <a:pt x="187" y="215"/>
                </a:cubicBezTo>
                <a:cubicBezTo>
                  <a:pt x="182" y="196"/>
                  <a:pt x="179" y="177"/>
                  <a:pt x="178" y="158"/>
                </a:cubicBezTo>
                <a:cubicBezTo>
                  <a:pt x="174" y="154"/>
                  <a:pt x="169" y="154"/>
                  <a:pt x="164" y="158"/>
                </a:cubicBezTo>
                <a:cubicBezTo>
                  <a:pt x="162" y="177"/>
                  <a:pt x="159" y="196"/>
                  <a:pt x="155" y="216"/>
                </a:cubicBezTo>
                <a:cubicBezTo>
                  <a:pt x="144" y="192"/>
                  <a:pt x="137" y="168"/>
                  <a:pt x="132" y="143"/>
                </a:cubicBezTo>
                <a:cubicBezTo>
                  <a:pt x="119" y="147"/>
                  <a:pt x="105" y="149"/>
                  <a:pt x="94" y="156"/>
                </a:cubicBezTo>
                <a:cubicBezTo>
                  <a:pt x="85" y="163"/>
                  <a:pt x="82" y="174"/>
                  <a:pt x="79" y="184"/>
                </a:cubicBezTo>
                <a:cubicBezTo>
                  <a:pt x="73" y="206"/>
                  <a:pt x="68" y="230"/>
                  <a:pt x="69" y="253"/>
                </a:cubicBezTo>
                <a:cubicBezTo>
                  <a:pt x="76" y="256"/>
                  <a:pt x="83" y="255"/>
                  <a:pt x="90" y="256"/>
                </a:cubicBezTo>
                <a:cubicBezTo>
                  <a:pt x="144" y="255"/>
                  <a:pt x="199" y="255"/>
                  <a:pt x="254" y="256"/>
                </a:cubicBezTo>
                <a:cubicBezTo>
                  <a:pt x="260" y="255"/>
                  <a:pt x="267" y="256"/>
                  <a:pt x="272" y="253"/>
                </a:cubicBezTo>
                <a:cubicBezTo>
                  <a:pt x="274" y="232"/>
                  <a:pt x="269" y="210"/>
                  <a:pt x="264" y="190"/>
                </a:cubicBezTo>
                <a:cubicBezTo>
                  <a:pt x="260" y="177"/>
                  <a:pt x="257" y="162"/>
                  <a:pt x="245" y="155"/>
                </a:cubicBezTo>
                <a:cubicBezTo>
                  <a:pt x="234" y="149"/>
                  <a:pt x="222" y="146"/>
                  <a:pt x="210" y="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Freeform 874"/>
          <p:cNvSpPr>
            <a:spLocks noEditPoints="1"/>
          </p:cNvSpPr>
          <p:nvPr/>
        </p:nvSpPr>
        <p:spPr bwMode="auto">
          <a:xfrm>
            <a:off x="1124401" y="1987208"/>
            <a:ext cx="362295" cy="362295"/>
          </a:xfrm>
          <a:custGeom>
            <a:avLst/>
            <a:gdLst>
              <a:gd name="T0" fmla="*/ 204 w 261"/>
              <a:gd name="T1" fmla="*/ 30 h 261"/>
              <a:gd name="T2" fmla="*/ 124 w 261"/>
              <a:gd name="T3" fmla="*/ 257 h 261"/>
              <a:gd name="T4" fmla="*/ 96 w 261"/>
              <a:gd name="T5" fmla="*/ 10 h 261"/>
              <a:gd name="T6" fmla="*/ 19 w 261"/>
              <a:gd name="T7" fmla="*/ 102 h 261"/>
              <a:gd name="T8" fmla="*/ 28 w 261"/>
              <a:gd name="T9" fmla="*/ 104 h 261"/>
              <a:gd name="T10" fmla="*/ 17 w 261"/>
              <a:gd name="T11" fmla="*/ 155 h 261"/>
              <a:gd name="T12" fmla="*/ 30 w 261"/>
              <a:gd name="T13" fmla="*/ 162 h 261"/>
              <a:gd name="T14" fmla="*/ 21 w 261"/>
              <a:gd name="T15" fmla="*/ 165 h 261"/>
              <a:gd name="T16" fmla="*/ 100 w 261"/>
              <a:gd name="T17" fmla="*/ 221 h 261"/>
              <a:gd name="T18" fmla="*/ 125 w 261"/>
              <a:gd name="T19" fmla="*/ 243 h 261"/>
              <a:gd name="T20" fmla="*/ 133 w 261"/>
              <a:gd name="T21" fmla="*/ 237 h 261"/>
              <a:gd name="T22" fmla="*/ 238 w 261"/>
              <a:gd name="T23" fmla="*/ 161 h 261"/>
              <a:gd name="T24" fmla="*/ 238 w 261"/>
              <a:gd name="T25" fmla="*/ 158 h 261"/>
              <a:gd name="T26" fmla="*/ 211 w 261"/>
              <a:gd name="T27" fmla="*/ 125 h 261"/>
              <a:gd name="T28" fmla="*/ 240 w 261"/>
              <a:gd name="T29" fmla="*/ 103 h 261"/>
              <a:gd name="T30" fmla="*/ 221 w 261"/>
              <a:gd name="T31" fmla="*/ 101 h 261"/>
              <a:gd name="T32" fmla="*/ 187 w 261"/>
              <a:gd name="T33" fmla="*/ 34 h 261"/>
              <a:gd name="T34" fmla="*/ 175 w 261"/>
              <a:gd name="T35" fmla="*/ 40 h 261"/>
              <a:gd name="T36" fmla="*/ 159 w 261"/>
              <a:gd name="T37" fmla="*/ 23 h 261"/>
              <a:gd name="T38" fmla="*/ 157 w 261"/>
              <a:gd name="T39" fmla="*/ 22 h 261"/>
              <a:gd name="T40" fmla="*/ 125 w 261"/>
              <a:gd name="T41" fmla="*/ 21 h 261"/>
              <a:gd name="T42" fmla="*/ 133 w 261"/>
              <a:gd name="T43" fmla="*/ 49 h 261"/>
              <a:gd name="T44" fmla="*/ 94 w 261"/>
              <a:gd name="T45" fmla="*/ 40 h 261"/>
              <a:gd name="T46" fmla="*/ 119 w 261"/>
              <a:gd name="T47" fmla="*/ 137 h 261"/>
              <a:gd name="T48" fmla="*/ 59 w 261"/>
              <a:gd name="T49" fmla="*/ 205 h 261"/>
              <a:gd name="T50" fmla="*/ 209 w 261"/>
              <a:gd name="T51" fmla="*/ 109 h 261"/>
              <a:gd name="T52" fmla="*/ 132 w 261"/>
              <a:gd name="T53" fmla="*/ 123 h 261"/>
              <a:gd name="T54" fmla="*/ 94 w 261"/>
              <a:gd name="T55" fmla="*/ 40 h 261"/>
              <a:gd name="T56" fmla="*/ 83 w 261"/>
              <a:gd name="T57" fmla="*/ 50 h 261"/>
              <a:gd name="T58" fmla="*/ 54 w 261"/>
              <a:gd name="T59" fmla="*/ 64 h 261"/>
              <a:gd name="T60" fmla="*/ 54 w 261"/>
              <a:gd name="T61" fmla="*/ 64 h 261"/>
              <a:gd name="T62" fmla="*/ 204 w 261"/>
              <a:gd name="T63" fmla="*/ 55 h 261"/>
              <a:gd name="T64" fmla="*/ 38 w 261"/>
              <a:gd name="T65" fmla="*/ 76 h 261"/>
              <a:gd name="T66" fmla="*/ 38 w 261"/>
              <a:gd name="T67" fmla="*/ 76 h 261"/>
              <a:gd name="T68" fmla="*/ 219 w 261"/>
              <a:gd name="T69" fmla="*/ 84 h 261"/>
              <a:gd name="T70" fmla="*/ 22 w 261"/>
              <a:gd name="T71" fmla="*/ 125 h 261"/>
              <a:gd name="T72" fmla="*/ 22 w 261"/>
              <a:gd name="T73" fmla="*/ 125 h 261"/>
              <a:gd name="T74" fmla="*/ 41 w 261"/>
              <a:gd name="T75" fmla="*/ 185 h 261"/>
              <a:gd name="T76" fmla="*/ 211 w 261"/>
              <a:gd name="T77" fmla="*/ 176 h 261"/>
              <a:gd name="T78" fmla="*/ 211 w 261"/>
              <a:gd name="T79" fmla="*/ 176 h 261"/>
              <a:gd name="T80" fmla="*/ 205 w 261"/>
              <a:gd name="T81" fmla="*/ 206 h 261"/>
              <a:gd name="T82" fmla="*/ 75 w 261"/>
              <a:gd name="T83" fmla="*/ 213 h 261"/>
              <a:gd name="T84" fmla="*/ 75 w 261"/>
              <a:gd name="T85" fmla="*/ 213 h 261"/>
              <a:gd name="T86" fmla="*/ 182 w 261"/>
              <a:gd name="T87" fmla="*/ 220 h 261"/>
              <a:gd name="T88" fmla="*/ 151 w 261"/>
              <a:gd name="T89" fmla="*/ 221 h 261"/>
              <a:gd name="T90" fmla="*/ 151 w 261"/>
              <a:gd name="T91" fmla="*/ 221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61" h="261">
                <a:moveTo>
                  <a:pt x="96" y="10"/>
                </a:moveTo>
                <a:cubicBezTo>
                  <a:pt x="132" y="0"/>
                  <a:pt x="173" y="7"/>
                  <a:pt x="204" y="30"/>
                </a:cubicBezTo>
                <a:cubicBezTo>
                  <a:pt x="241" y="57"/>
                  <a:pt x="261" y="104"/>
                  <a:pt x="253" y="149"/>
                </a:cubicBezTo>
                <a:cubicBezTo>
                  <a:pt x="245" y="211"/>
                  <a:pt x="186" y="261"/>
                  <a:pt x="124" y="257"/>
                </a:cubicBezTo>
                <a:cubicBezTo>
                  <a:pt x="60" y="256"/>
                  <a:pt x="4" y="198"/>
                  <a:pt x="3" y="134"/>
                </a:cubicBezTo>
                <a:cubicBezTo>
                  <a:pt x="0" y="78"/>
                  <a:pt x="41" y="24"/>
                  <a:pt x="96" y="10"/>
                </a:cubicBezTo>
                <a:close/>
                <a:moveTo>
                  <a:pt x="78" y="31"/>
                </a:moveTo>
                <a:cubicBezTo>
                  <a:pt x="49" y="45"/>
                  <a:pt x="30" y="72"/>
                  <a:pt x="19" y="102"/>
                </a:cubicBezTo>
                <a:cubicBezTo>
                  <a:pt x="28" y="100"/>
                  <a:pt x="38" y="98"/>
                  <a:pt x="38" y="111"/>
                </a:cubicBezTo>
                <a:cubicBezTo>
                  <a:pt x="35" y="109"/>
                  <a:pt x="30" y="106"/>
                  <a:pt x="28" y="104"/>
                </a:cubicBezTo>
                <a:cubicBezTo>
                  <a:pt x="24" y="106"/>
                  <a:pt x="21" y="108"/>
                  <a:pt x="18" y="110"/>
                </a:cubicBezTo>
                <a:cubicBezTo>
                  <a:pt x="16" y="125"/>
                  <a:pt x="17" y="140"/>
                  <a:pt x="17" y="155"/>
                </a:cubicBezTo>
                <a:cubicBezTo>
                  <a:pt x="25" y="154"/>
                  <a:pt x="33" y="153"/>
                  <a:pt x="40" y="153"/>
                </a:cubicBezTo>
                <a:cubicBezTo>
                  <a:pt x="38" y="155"/>
                  <a:pt x="33" y="160"/>
                  <a:pt x="30" y="162"/>
                </a:cubicBezTo>
                <a:cubicBezTo>
                  <a:pt x="27" y="154"/>
                  <a:pt x="27" y="154"/>
                  <a:pt x="27" y="154"/>
                </a:cubicBezTo>
                <a:cubicBezTo>
                  <a:pt x="25" y="158"/>
                  <a:pt x="23" y="161"/>
                  <a:pt x="21" y="165"/>
                </a:cubicBezTo>
                <a:cubicBezTo>
                  <a:pt x="34" y="200"/>
                  <a:pt x="63" y="227"/>
                  <a:pt x="99" y="239"/>
                </a:cubicBezTo>
                <a:cubicBezTo>
                  <a:pt x="99" y="233"/>
                  <a:pt x="100" y="227"/>
                  <a:pt x="100" y="221"/>
                </a:cubicBezTo>
                <a:cubicBezTo>
                  <a:pt x="102" y="221"/>
                  <a:pt x="105" y="222"/>
                  <a:pt x="106" y="222"/>
                </a:cubicBezTo>
                <a:cubicBezTo>
                  <a:pt x="100" y="235"/>
                  <a:pt x="112" y="245"/>
                  <a:pt x="125" y="243"/>
                </a:cubicBezTo>
                <a:cubicBezTo>
                  <a:pt x="124" y="233"/>
                  <a:pt x="123" y="222"/>
                  <a:pt x="124" y="212"/>
                </a:cubicBezTo>
                <a:cubicBezTo>
                  <a:pt x="141" y="206"/>
                  <a:pt x="130" y="228"/>
                  <a:pt x="133" y="237"/>
                </a:cubicBezTo>
                <a:cubicBezTo>
                  <a:pt x="139" y="246"/>
                  <a:pt x="152" y="239"/>
                  <a:pt x="160" y="237"/>
                </a:cubicBezTo>
                <a:cubicBezTo>
                  <a:pt x="197" y="227"/>
                  <a:pt x="225" y="196"/>
                  <a:pt x="238" y="161"/>
                </a:cubicBezTo>
                <a:cubicBezTo>
                  <a:pt x="230" y="160"/>
                  <a:pt x="221" y="160"/>
                  <a:pt x="216" y="152"/>
                </a:cubicBezTo>
                <a:cubicBezTo>
                  <a:pt x="222" y="154"/>
                  <a:pt x="233" y="156"/>
                  <a:pt x="238" y="158"/>
                </a:cubicBezTo>
                <a:cubicBezTo>
                  <a:pt x="240" y="149"/>
                  <a:pt x="242" y="140"/>
                  <a:pt x="237" y="132"/>
                </a:cubicBezTo>
                <a:cubicBezTo>
                  <a:pt x="229" y="136"/>
                  <a:pt x="204" y="142"/>
                  <a:pt x="211" y="125"/>
                </a:cubicBezTo>
                <a:cubicBezTo>
                  <a:pt x="221" y="124"/>
                  <a:pt x="231" y="125"/>
                  <a:pt x="242" y="126"/>
                </a:cubicBezTo>
                <a:cubicBezTo>
                  <a:pt x="241" y="120"/>
                  <a:pt x="241" y="109"/>
                  <a:pt x="240" y="103"/>
                </a:cubicBezTo>
                <a:cubicBezTo>
                  <a:pt x="234" y="105"/>
                  <a:pt x="227" y="107"/>
                  <a:pt x="221" y="109"/>
                </a:cubicBezTo>
                <a:cubicBezTo>
                  <a:pt x="221" y="107"/>
                  <a:pt x="221" y="103"/>
                  <a:pt x="221" y="101"/>
                </a:cubicBezTo>
                <a:cubicBezTo>
                  <a:pt x="227" y="101"/>
                  <a:pt x="232" y="101"/>
                  <a:pt x="238" y="100"/>
                </a:cubicBezTo>
                <a:cubicBezTo>
                  <a:pt x="229" y="73"/>
                  <a:pt x="211" y="50"/>
                  <a:pt x="187" y="34"/>
                </a:cubicBezTo>
                <a:cubicBezTo>
                  <a:pt x="185" y="42"/>
                  <a:pt x="181" y="48"/>
                  <a:pt x="175" y="53"/>
                </a:cubicBezTo>
                <a:cubicBezTo>
                  <a:pt x="175" y="49"/>
                  <a:pt x="175" y="43"/>
                  <a:pt x="175" y="40"/>
                </a:cubicBezTo>
                <a:cubicBezTo>
                  <a:pt x="179" y="38"/>
                  <a:pt x="182" y="35"/>
                  <a:pt x="186" y="33"/>
                </a:cubicBezTo>
                <a:cubicBezTo>
                  <a:pt x="177" y="30"/>
                  <a:pt x="168" y="26"/>
                  <a:pt x="159" y="23"/>
                </a:cubicBezTo>
                <a:cubicBezTo>
                  <a:pt x="158" y="30"/>
                  <a:pt x="157" y="37"/>
                  <a:pt x="155" y="44"/>
                </a:cubicBezTo>
                <a:cubicBezTo>
                  <a:pt x="150" y="36"/>
                  <a:pt x="153" y="29"/>
                  <a:pt x="157" y="22"/>
                </a:cubicBezTo>
                <a:cubicBezTo>
                  <a:pt x="131" y="16"/>
                  <a:pt x="103" y="19"/>
                  <a:pt x="78" y="31"/>
                </a:cubicBezTo>
                <a:close/>
                <a:moveTo>
                  <a:pt x="125" y="21"/>
                </a:moveTo>
                <a:cubicBezTo>
                  <a:pt x="124" y="31"/>
                  <a:pt x="123" y="40"/>
                  <a:pt x="123" y="50"/>
                </a:cubicBezTo>
                <a:cubicBezTo>
                  <a:pt x="125" y="50"/>
                  <a:pt x="130" y="49"/>
                  <a:pt x="133" y="49"/>
                </a:cubicBezTo>
                <a:cubicBezTo>
                  <a:pt x="135" y="40"/>
                  <a:pt x="138" y="24"/>
                  <a:pt x="125" y="21"/>
                </a:cubicBezTo>
                <a:close/>
                <a:moveTo>
                  <a:pt x="94" y="40"/>
                </a:moveTo>
                <a:cubicBezTo>
                  <a:pt x="103" y="63"/>
                  <a:pt x="110" y="87"/>
                  <a:pt x="118" y="110"/>
                </a:cubicBezTo>
                <a:cubicBezTo>
                  <a:pt x="121" y="119"/>
                  <a:pt x="120" y="128"/>
                  <a:pt x="119" y="137"/>
                </a:cubicBezTo>
                <a:cubicBezTo>
                  <a:pt x="95" y="160"/>
                  <a:pt x="73" y="185"/>
                  <a:pt x="49" y="208"/>
                </a:cubicBezTo>
                <a:cubicBezTo>
                  <a:pt x="51" y="207"/>
                  <a:pt x="57" y="206"/>
                  <a:pt x="59" y="205"/>
                </a:cubicBezTo>
                <a:cubicBezTo>
                  <a:pt x="81" y="187"/>
                  <a:pt x="99" y="164"/>
                  <a:pt x="120" y="144"/>
                </a:cubicBezTo>
                <a:cubicBezTo>
                  <a:pt x="146" y="127"/>
                  <a:pt x="180" y="122"/>
                  <a:pt x="209" y="109"/>
                </a:cubicBezTo>
                <a:cubicBezTo>
                  <a:pt x="210" y="107"/>
                  <a:pt x="212" y="101"/>
                  <a:pt x="213" y="99"/>
                </a:cubicBezTo>
                <a:cubicBezTo>
                  <a:pt x="185" y="103"/>
                  <a:pt x="159" y="115"/>
                  <a:pt x="132" y="123"/>
                </a:cubicBezTo>
                <a:cubicBezTo>
                  <a:pt x="121" y="91"/>
                  <a:pt x="108" y="58"/>
                  <a:pt x="104" y="24"/>
                </a:cubicBezTo>
                <a:cubicBezTo>
                  <a:pt x="100" y="29"/>
                  <a:pt x="97" y="35"/>
                  <a:pt x="94" y="40"/>
                </a:cubicBezTo>
                <a:close/>
                <a:moveTo>
                  <a:pt x="75" y="39"/>
                </a:moveTo>
                <a:cubicBezTo>
                  <a:pt x="69" y="44"/>
                  <a:pt x="76" y="55"/>
                  <a:pt x="83" y="50"/>
                </a:cubicBezTo>
                <a:cubicBezTo>
                  <a:pt x="88" y="46"/>
                  <a:pt x="81" y="35"/>
                  <a:pt x="75" y="39"/>
                </a:cubicBezTo>
                <a:close/>
                <a:moveTo>
                  <a:pt x="54" y="64"/>
                </a:moveTo>
                <a:cubicBezTo>
                  <a:pt x="60" y="71"/>
                  <a:pt x="70" y="61"/>
                  <a:pt x="62" y="55"/>
                </a:cubicBezTo>
                <a:cubicBezTo>
                  <a:pt x="56" y="48"/>
                  <a:pt x="45" y="58"/>
                  <a:pt x="54" y="64"/>
                </a:cubicBezTo>
                <a:close/>
                <a:moveTo>
                  <a:pt x="196" y="63"/>
                </a:moveTo>
                <a:cubicBezTo>
                  <a:pt x="203" y="65"/>
                  <a:pt x="205" y="62"/>
                  <a:pt x="204" y="55"/>
                </a:cubicBezTo>
                <a:cubicBezTo>
                  <a:pt x="198" y="54"/>
                  <a:pt x="195" y="57"/>
                  <a:pt x="196" y="63"/>
                </a:cubicBezTo>
                <a:close/>
                <a:moveTo>
                  <a:pt x="38" y="76"/>
                </a:moveTo>
                <a:cubicBezTo>
                  <a:pt x="35" y="84"/>
                  <a:pt x="38" y="87"/>
                  <a:pt x="46" y="85"/>
                </a:cubicBezTo>
                <a:cubicBezTo>
                  <a:pt x="49" y="78"/>
                  <a:pt x="46" y="75"/>
                  <a:pt x="38" y="76"/>
                </a:cubicBezTo>
                <a:close/>
                <a:moveTo>
                  <a:pt x="212" y="77"/>
                </a:moveTo>
                <a:cubicBezTo>
                  <a:pt x="209" y="85"/>
                  <a:pt x="211" y="88"/>
                  <a:pt x="219" y="84"/>
                </a:cubicBezTo>
                <a:cubicBezTo>
                  <a:pt x="222" y="76"/>
                  <a:pt x="220" y="74"/>
                  <a:pt x="212" y="77"/>
                </a:cubicBezTo>
                <a:close/>
                <a:moveTo>
                  <a:pt x="22" y="125"/>
                </a:moveTo>
                <a:cubicBezTo>
                  <a:pt x="13" y="141"/>
                  <a:pt x="54" y="141"/>
                  <a:pt x="47" y="126"/>
                </a:cubicBezTo>
                <a:cubicBezTo>
                  <a:pt x="39" y="124"/>
                  <a:pt x="30" y="124"/>
                  <a:pt x="22" y="125"/>
                </a:cubicBezTo>
                <a:close/>
                <a:moveTo>
                  <a:pt x="43" y="175"/>
                </a:moveTo>
                <a:cubicBezTo>
                  <a:pt x="36" y="174"/>
                  <a:pt x="32" y="186"/>
                  <a:pt x="41" y="185"/>
                </a:cubicBezTo>
                <a:cubicBezTo>
                  <a:pt x="47" y="186"/>
                  <a:pt x="51" y="175"/>
                  <a:pt x="43" y="175"/>
                </a:cubicBezTo>
                <a:close/>
                <a:moveTo>
                  <a:pt x="211" y="176"/>
                </a:moveTo>
                <a:cubicBezTo>
                  <a:pt x="206" y="181"/>
                  <a:pt x="215" y="188"/>
                  <a:pt x="220" y="184"/>
                </a:cubicBezTo>
                <a:cubicBezTo>
                  <a:pt x="225" y="179"/>
                  <a:pt x="216" y="172"/>
                  <a:pt x="211" y="176"/>
                </a:cubicBezTo>
                <a:close/>
                <a:moveTo>
                  <a:pt x="194" y="197"/>
                </a:moveTo>
                <a:cubicBezTo>
                  <a:pt x="192" y="202"/>
                  <a:pt x="200" y="210"/>
                  <a:pt x="205" y="206"/>
                </a:cubicBezTo>
                <a:cubicBezTo>
                  <a:pt x="208" y="200"/>
                  <a:pt x="199" y="193"/>
                  <a:pt x="194" y="197"/>
                </a:cubicBezTo>
                <a:close/>
                <a:moveTo>
                  <a:pt x="75" y="213"/>
                </a:moveTo>
                <a:cubicBezTo>
                  <a:pt x="73" y="220"/>
                  <a:pt x="76" y="222"/>
                  <a:pt x="82" y="219"/>
                </a:cubicBezTo>
                <a:cubicBezTo>
                  <a:pt x="84" y="212"/>
                  <a:pt x="82" y="210"/>
                  <a:pt x="75" y="213"/>
                </a:cubicBezTo>
                <a:close/>
                <a:moveTo>
                  <a:pt x="175" y="212"/>
                </a:moveTo>
                <a:cubicBezTo>
                  <a:pt x="173" y="219"/>
                  <a:pt x="175" y="222"/>
                  <a:pt x="182" y="220"/>
                </a:cubicBezTo>
                <a:cubicBezTo>
                  <a:pt x="184" y="214"/>
                  <a:pt x="182" y="211"/>
                  <a:pt x="175" y="212"/>
                </a:cubicBezTo>
                <a:close/>
                <a:moveTo>
                  <a:pt x="151" y="221"/>
                </a:moveTo>
                <a:cubicBezTo>
                  <a:pt x="147" y="226"/>
                  <a:pt x="151" y="238"/>
                  <a:pt x="158" y="234"/>
                </a:cubicBezTo>
                <a:cubicBezTo>
                  <a:pt x="163" y="230"/>
                  <a:pt x="158" y="217"/>
                  <a:pt x="151" y="2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Freeform 875"/>
          <p:cNvSpPr>
            <a:spLocks noEditPoints="1"/>
          </p:cNvSpPr>
          <p:nvPr/>
        </p:nvSpPr>
        <p:spPr bwMode="auto">
          <a:xfrm>
            <a:off x="1958600" y="1987208"/>
            <a:ext cx="360863" cy="317903"/>
          </a:xfrm>
          <a:custGeom>
            <a:avLst/>
            <a:gdLst>
              <a:gd name="T0" fmla="*/ 259 w 260"/>
              <a:gd name="T1" fmla="*/ 36 h 229"/>
              <a:gd name="T2" fmla="*/ 245 w 260"/>
              <a:gd name="T3" fmla="*/ 183 h 229"/>
              <a:gd name="T4" fmla="*/ 166 w 260"/>
              <a:gd name="T5" fmla="*/ 163 h 229"/>
              <a:gd name="T6" fmla="*/ 195 w 260"/>
              <a:gd name="T7" fmla="*/ 7 h 229"/>
              <a:gd name="T8" fmla="*/ 194 w 260"/>
              <a:gd name="T9" fmla="*/ 35 h 229"/>
              <a:gd name="T10" fmla="*/ 245 w 260"/>
              <a:gd name="T11" fmla="*/ 28 h 229"/>
              <a:gd name="T12" fmla="*/ 178 w 260"/>
              <a:gd name="T13" fmla="*/ 32 h 229"/>
              <a:gd name="T14" fmla="*/ 194 w 260"/>
              <a:gd name="T15" fmla="*/ 72 h 229"/>
              <a:gd name="T16" fmla="*/ 178 w 260"/>
              <a:gd name="T17" fmla="*/ 32 h 229"/>
              <a:gd name="T18" fmla="*/ 197 w 260"/>
              <a:gd name="T19" fmla="*/ 73 h 229"/>
              <a:gd name="T20" fmla="*/ 226 w 260"/>
              <a:gd name="T21" fmla="*/ 40 h 229"/>
              <a:gd name="T22" fmla="*/ 231 w 260"/>
              <a:gd name="T23" fmla="*/ 39 h 229"/>
              <a:gd name="T24" fmla="*/ 248 w 260"/>
              <a:gd name="T25" fmla="*/ 73 h 229"/>
              <a:gd name="T26" fmla="*/ 231 w 260"/>
              <a:gd name="T27" fmla="*/ 39 h 229"/>
              <a:gd name="T28" fmla="*/ 202 w 260"/>
              <a:gd name="T29" fmla="*/ 197 h 229"/>
              <a:gd name="T30" fmla="*/ 250 w 260"/>
              <a:gd name="T31" fmla="*/ 153 h 229"/>
              <a:gd name="T32" fmla="*/ 195 w 260"/>
              <a:gd name="T33" fmla="*/ 162 h 229"/>
              <a:gd name="T34" fmla="*/ 193 w 260"/>
              <a:gd name="T35" fmla="*/ 155 h 229"/>
              <a:gd name="T36" fmla="*/ 176 w 260"/>
              <a:gd name="T37" fmla="*/ 90 h 229"/>
              <a:gd name="T38" fmla="*/ 197 w 260"/>
              <a:gd name="T39" fmla="*/ 90 h 229"/>
              <a:gd name="T40" fmla="*/ 228 w 260"/>
              <a:gd name="T41" fmla="*/ 155 h 229"/>
              <a:gd name="T42" fmla="*/ 197 w 260"/>
              <a:gd name="T43" fmla="*/ 90 h 229"/>
              <a:gd name="T44" fmla="*/ 231 w 260"/>
              <a:gd name="T45" fmla="*/ 157 h 229"/>
              <a:gd name="T46" fmla="*/ 248 w 260"/>
              <a:gd name="T47" fmla="*/ 90 h 229"/>
              <a:gd name="T48" fmla="*/ 55 w 260"/>
              <a:gd name="T49" fmla="*/ 122 h 229"/>
              <a:gd name="T50" fmla="*/ 150 w 260"/>
              <a:gd name="T51" fmla="*/ 56 h 229"/>
              <a:gd name="T52" fmla="*/ 72 w 260"/>
              <a:gd name="T53" fmla="*/ 150 h 229"/>
              <a:gd name="T54" fmla="*/ 0 w 260"/>
              <a:gd name="T55" fmla="*/ 100 h 229"/>
              <a:gd name="T56" fmla="*/ 55 w 260"/>
              <a:gd name="T57" fmla="*/ 122 h 229"/>
              <a:gd name="T58" fmla="*/ 11 w 260"/>
              <a:gd name="T59" fmla="*/ 85 h 229"/>
              <a:gd name="T60" fmla="*/ 83 w 260"/>
              <a:gd name="T61" fmla="*/ 69 h 229"/>
              <a:gd name="T62" fmla="*/ 29 w 260"/>
              <a:gd name="T63" fmla="*/ 59 h 229"/>
              <a:gd name="T64" fmla="*/ 123 w 260"/>
              <a:gd name="T65" fmla="*/ 87 h 229"/>
              <a:gd name="T66" fmla="*/ 20 w 260"/>
              <a:gd name="T67" fmla="*/ 173 h 229"/>
              <a:gd name="T68" fmla="*/ 10 w 260"/>
              <a:gd name="T69" fmla="*/ 181 h 229"/>
              <a:gd name="T70" fmla="*/ 134 w 260"/>
              <a:gd name="T71" fmla="*/ 82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60" h="229">
                <a:moveTo>
                  <a:pt x="195" y="7"/>
                </a:moveTo>
                <a:cubicBezTo>
                  <a:pt x="218" y="0"/>
                  <a:pt x="253" y="9"/>
                  <a:pt x="259" y="36"/>
                </a:cubicBezTo>
                <a:cubicBezTo>
                  <a:pt x="260" y="76"/>
                  <a:pt x="259" y="115"/>
                  <a:pt x="259" y="155"/>
                </a:cubicBezTo>
                <a:cubicBezTo>
                  <a:pt x="260" y="166"/>
                  <a:pt x="251" y="174"/>
                  <a:pt x="245" y="183"/>
                </a:cubicBezTo>
                <a:cubicBezTo>
                  <a:pt x="234" y="198"/>
                  <a:pt x="226" y="215"/>
                  <a:pt x="213" y="229"/>
                </a:cubicBezTo>
                <a:cubicBezTo>
                  <a:pt x="195" y="208"/>
                  <a:pt x="180" y="185"/>
                  <a:pt x="166" y="163"/>
                </a:cubicBezTo>
                <a:cubicBezTo>
                  <a:pt x="164" y="123"/>
                  <a:pt x="166" y="83"/>
                  <a:pt x="165" y="44"/>
                </a:cubicBezTo>
                <a:cubicBezTo>
                  <a:pt x="164" y="26"/>
                  <a:pt x="179" y="12"/>
                  <a:pt x="195" y="7"/>
                </a:cubicBezTo>
                <a:close/>
                <a:moveTo>
                  <a:pt x="180" y="26"/>
                </a:moveTo>
                <a:cubicBezTo>
                  <a:pt x="184" y="29"/>
                  <a:pt x="189" y="32"/>
                  <a:pt x="194" y="35"/>
                </a:cubicBezTo>
                <a:cubicBezTo>
                  <a:pt x="206" y="30"/>
                  <a:pt x="218" y="30"/>
                  <a:pt x="230" y="34"/>
                </a:cubicBezTo>
                <a:cubicBezTo>
                  <a:pt x="233" y="32"/>
                  <a:pt x="241" y="29"/>
                  <a:pt x="245" y="28"/>
                </a:cubicBezTo>
                <a:cubicBezTo>
                  <a:pt x="226" y="11"/>
                  <a:pt x="200" y="14"/>
                  <a:pt x="180" y="26"/>
                </a:cubicBezTo>
                <a:close/>
                <a:moveTo>
                  <a:pt x="178" y="32"/>
                </a:moveTo>
                <a:cubicBezTo>
                  <a:pt x="176" y="46"/>
                  <a:pt x="176" y="60"/>
                  <a:pt x="176" y="74"/>
                </a:cubicBezTo>
                <a:cubicBezTo>
                  <a:pt x="181" y="74"/>
                  <a:pt x="190" y="73"/>
                  <a:pt x="194" y="72"/>
                </a:cubicBezTo>
                <a:cubicBezTo>
                  <a:pt x="194" y="60"/>
                  <a:pt x="193" y="48"/>
                  <a:pt x="192" y="36"/>
                </a:cubicBezTo>
                <a:cubicBezTo>
                  <a:pt x="189" y="35"/>
                  <a:pt x="182" y="33"/>
                  <a:pt x="178" y="32"/>
                </a:cubicBezTo>
                <a:close/>
                <a:moveTo>
                  <a:pt x="196" y="37"/>
                </a:moveTo>
                <a:cubicBezTo>
                  <a:pt x="197" y="49"/>
                  <a:pt x="197" y="61"/>
                  <a:pt x="197" y="73"/>
                </a:cubicBezTo>
                <a:cubicBezTo>
                  <a:pt x="207" y="73"/>
                  <a:pt x="218" y="73"/>
                  <a:pt x="228" y="73"/>
                </a:cubicBezTo>
                <a:cubicBezTo>
                  <a:pt x="228" y="62"/>
                  <a:pt x="228" y="51"/>
                  <a:pt x="226" y="40"/>
                </a:cubicBezTo>
                <a:cubicBezTo>
                  <a:pt x="221" y="29"/>
                  <a:pt x="206" y="36"/>
                  <a:pt x="196" y="37"/>
                </a:cubicBezTo>
                <a:close/>
                <a:moveTo>
                  <a:pt x="231" y="39"/>
                </a:moveTo>
                <a:cubicBezTo>
                  <a:pt x="230" y="50"/>
                  <a:pt x="231" y="61"/>
                  <a:pt x="231" y="73"/>
                </a:cubicBezTo>
                <a:cubicBezTo>
                  <a:pt x="236" y="73"/>
                  <a:pt x="244" y="73"/>
                  <a:pt x="248" y="73"/>
                </a:cubicBezTo>
                <a:cubicBezTo>
                  <a:pt x="248" y="59"/>
                  <a:pt x="248" y="45"/>
                  <a:pt x="246" y="31"/>
                </a:cubicBezTo>
                <a:cubicBezTo>
                  <a:pt x="241" y="33"/>
                  <a:pt x="236" y="36"/>
                  <a:pt x="231" y="39"/>
                </a:cubicBezTo>
                <a:close/>
                <a:moveTo>
                  <a:pt x="176" y="146"/>
                </a:moveTo>
                <a:cubicBezTo>
                  <a:pt x="175" y="166"/>
                  <a:pt x="193" y="181"/>
                  <a:pt x="202" y="197"/>
                </a:cubicBezTo>
                <a:cubicBezTo>
                  <a:pt x="209" y="197"/>
                  <a:pt x="216" y="197"/>
                  <a:pt x="223" y="197"/>
                </a:cubicBezTo>
                <a:cubicBezTo>
                  <a:pt x="232" y="183"/>
                  <a:pt x="243" y="169"/>
                  <a:pt x="250" y="153"/>
                </a:cubicBezTo>
                <a:cubicBezTo>
                  <a:pt x="243" y="156"/>
                  <a:pt x="237" y="159"/>
                  <a:pt x="230" y="162"/>
                </a:cubicBezTo>
                <a:cubicBezTo>
                  <a:pt x="219" y="154"/>
                  <a:pt x="206" y="153"/>
                  <a:pt x="195" y="162"/>
                </a:cubicBezTo>
                <a:cubicBezTo>
                  <a:pt x="190" y="161"/>
                  <a:pt x="185" y="160"/>
                  <a:pt x="180" y="158"/>
                </a:cubicBezTo>
                <a:cubicBezTo>
                  <a:pt x="183" y="158"/>
                  <a:pt x="189" y="156"/>
                  <a:pt x="193" y="155"/>
                </a:cubicBezTo>
                <a:cubicBezTo>
                  <a:pt x="195" y="134"/>
                  <a:pt x="194" y="112"/>
                  <a:pt x="194" y="90"/>
                </a:cubicBezTo>
                <a:cubicBezTo>
                  <a:pt x="190" y="90"/>
                  <a:pt x="181" y="90"/>
                  <a:pt x="176" y="90"/>
                </a:cubicBezTo>
                <a:cubicBezTo>
                  <a:pt x="176" y="109"/>
                  <a:pt x="176" y="127"/>
                  <a:pt x="176" y="146"/>
                </a:cubicBezTo>
                <a:close/>
                <a:moveTo>
                  <a:pt x="197" y="90"/>
                </a:moveTo>
                <a:cubicBezTo>
                  <a:pt x="197" y="112"/>
                  <a:pt x="198" y="134"/>
                  <a:pt x="196" y="155"/>
                </a:cubicBezTo>
                <a:cubicBezTo>
                  <a:pt x="207" y="151"/>
                  <a:pt x="217" y="151"/>
                  <a:pt x="228" y="155"/>
                </a:cubicBezTo>
                <a:cubicBezTo>
                  <a:pt x="228" y="133"/>
                  <a:pt x="228" y="112"/>
                  <a:pt x="228" y="90"/>
                </a:cubicBezTo>
                <a:cubicBezTo>
                  <a:pt x="217" y="90"/>
                  <a:pt x="207" y="90"/>
                  <a:pt x="197" y="90"/>
                </a:cubicBezTo>
                <a:close/>
                <a:moveTo>
                  <a:pt x="231" y="90"/>
                </a:moveTo>
                <a:cubicBezTo>
                  <a:pt x="231" y="112"/>
                  <a:pt x="231" y="135"/>
                  <a:pt x="231" y="157"/>
                </a:cubicBezTo>
                <a:cubicBezTo>
                  <a:pt x="237" y="154"/>
                  <a:pt x="242" y="152"/>
                  <a:pt x="248" y="150"/>
                </a:cubicBezTo>
                <a:cubicBezTo>
                  <a:pt x="248" y="130"/>
                  <a:pt x="248" y="110"/>
                  <a:pt x="248" y="90"/>
                </a:cubicBezTo>
                <a:cubicBezTo>
                  <a:pt x="244" y="90"/>
                  <a:pt x="235" y="90"/>
                  <a:pt x="231" y="90"/>
                </a:cubicBezTo>
                <a:close/>
                <a:moveTo>
                  <a:pt x="55" y="122"/>
                </a:moveTo>
                <a:cubicBezTo>
                  <a:pt x="73" y="89"/>
                  <a:pt x="103" y="61"/>
                  <a:pt x="140" y="52"/>
                </a:cubicBezTo>
                <a:cubicBezTo>
                  <a:pt x="142" y="53"/>
                  <a:pt x="147" y="55"/>
                  <a:pt x="150" y="56"/>
                </a:cubicBezTo>
                <a:cubicBezTo>
                  <a:pt x="132" y="73"/>
                  <a:pt x="111" y="87"/>
                  <a:pt x="97" y="107"/>
                </a:cubicBezTo>
                <a:cubicBezTo>
                  <a:pt x="87" y="120"/>
                  <a:pt x="81" y="136"/>
                  <a:pt x="72" y="150"/>
                </a:cubicBezTo>
                <a:cubicBezTo>
                  <a:pt x="67" y="158"/>
                  <a:pt x="56" y="160"/>
                  <a:pt x="49" y="154"/>
                </a:cubicBezTo>
                <a:cubicBezTo>
                  <a:pt x="28" y="140"/>
                  <a:pt x="14" y="120"/>
                  <a:pt x="0" y="100"/>
                </a:cubicBezTo>
                <a:cubicBezTo>
                  <a:pt x="5" y="94"/>
                  <a:pt x="11" y="89"/>
                  <a:pt x="19" y="85"/>
                </a:cubicBezTo>
                <a:cubicBezTo>
                  <a:pt x="29" y="99"/>
                  <a:pt x="41" y="112"/>
                  <a:pt x="55" y="122"/>
                </a:cubicBezTo>
                <a:close/>
                <a:moveTo>
                  <a:pt x="10" y="63"/>
                </a:moveTo>
                <a:cubicBezTo>
                  <a:pt x="10" y="70"/>
                  <a:pt x="10" y="78"/>
                  <a:pt x="11" y="85"/>
                </a:cubicBezTo>
                <a:cubicBezTo>
                  <a:pt x="16" y="80"/>
                  <a:pt x="19" y="74"/>
                  <a:pt x="23" y="69"/>
                </a:cubicBezTo>
                <a:cubicBezTo>
                  <a:pt x="43" y="69"/>
                  <a:pt x="63" y="69"/>
                  <a:pt x="83" y="69"/>
                </a:cubicBezTo>
                <a:cubicBezTo>
                  <a:pt x="91" y="70"/>
                  <a:pt x="97" y="63"/>
                  <a:pt x="104" y="59"/>
                </a:cubicBezTo>
                <a:cubicBezTo>
                  <a:pt x="79" y="59"/>
                  <a:pt x="54" y="59"/>
                  <a:pt x="29" y="59"/>
                </a:cubicBezTo>
                <a:cubicBezTo>
                  <a:pt x="23" y="60"/>
                  <a:pt x="15" y="58"/>
                  <a:pt x="10" y="63"/>
                </a:cubicBezTo>
                <a:close/>
                <a:moveTo>
                  <a:pt x="123" y="87"/>
                </a:moveTo>
                <a:cubicBezTo>
                  <a:pt x="123" y="115"/>
                  <a:pt x="123" y="144"/>
                  <a:pt x="123" y="172"/>
                </a:cubicBezTo>
                <a:cubicBezTo>
                  <a:pt x="89" y="173"/>
                  <a:pt x="54" y="172"/>
                  <a:pt x="20" y="173"/>
                </a:cubicBezTo>
                <a:cubicBezTo>
                  <a:pt x="19" y="157"/>
                  <a:pt x="24" y="138"/>
                  <a:pt x="11" y="126"/>
                </a:cubicBezTo>
                <a:cubicBezTo>
                  <a:pt x="10" y="144"/>
                  <a:pt x="10" y="162"/>
                  <a:pt x="10" y="181"/>
                </a:cubicBezTo>
                <a:cubicBezTo>
                  <a:pt x="51" y="184"/>
                  <a:pt x="92" y="182"/>
                  <a:pt x="133" y="182"/>
                </a:cubicBezTo>
                <a:cubicBezTo>
                  <a:pt x="134" y="148"/>
                  <a:pt x="133" y="115"/>
                  <a:pt x="134" y="82"/>
                </a:cubicBezTo>
                <a:cubicBezTo>
                  <a:pt x="131" y="83"/>
                  <a:pt x="126" y="86"/>
                  <a:pt x="123" y="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Freeform 876"/>
          <p:cNvSpPr>
            <a:spLocks noEditPoints="1"/>
          </p:cNvSpPr>
          <p:nvPr/>
        </p:nvSpPr>
        <p:spPr bwMode="auto">
          <a:xfrm>
            <a:off x="2792798" y="1987208"/>
            <a:ext cx="309311" cy="368023"/>
          </a:xfrm>
          <a:custGeom>
            <a:avLst/>
            <a:gdLst>
              <a:gd name="T0" fmla="*/ 3 w 222"/>
              <a:gd name="T1" fmla="*/ 28 h 265"/>
              <a:gd name="T2" fmla="*/ 26 w 222"/>
              <a:gd name="T3" fmla="*/ 3 h 265"/>
              <a:gd name="T4" fmla="*/ 55 w 222"/>
              <a:gd name="T5" fmla="*/ 31 h 265"/>
              <a:gd name="T6" fmla="*/ 50 w 222"/>
              <a:gd name="T7" fmla="*/ 9 h 265"/>
              <a:gd name="T8" fmla="*/ 172 w 222"/>
              <a:gd name="T9" fmla="*/ 8 h 265"/>
              <a:gd name="T10" fmla="*/ 170 w 222"/>
              <a:gd name="T11" fmla="*/ 30 h 265"/>
              <a:gd name="T12" fmla="*/ 200 w 222"/>
              <a:gd name="T13" fmla="*/ 3 h 265"/>
              <a:gd name="T14" fmla="*/ 220 w 222"/>
              <a:gd name="T15" fmla="*/ 28 h 265"/>
              <a:gd name="T16" fmla="*/ 175 w 222"/>
              <a:gd name="T17" fmla="*/ 104 h 265"/>
              <a:gd name="T18" fmla="*/ 119 w 222"/>
              <a:gd name="T19" fmla="*/ 134 h 265"/>
              <a:gd name="T20" fmla="*/ 132 w 222"/>
              <a:gd name="T21" fmla="*/ 149 h 265"/>
              <a:gd name="T22" fmla="*/ 120 w 222"/>
              <a:gd name="T23" fmla="*/ 168 h 265"/>
              <a:gd name="T24" fmla="*/ 164 w 222"/>
              <a:gd name="T25" fmla="*/ 198 h 265"/>
              <a:gd name="T26" fmla="*/ 168 w 222"/>
              <a:gd name="T27" fmla="*/ 217 h 265"/>
              <a:gd name="T28" fmla="*/ 64 w 222"/>
              <a:gd name="T29" fmla="*/ 217 h 265"/>
              <a:gd name="T30" fmla="*/ 58 w 222"/>
              <a:gd name="T31" fmla="*/ 199 h 265"/>
              <a:gd name="T32" fmla="*/ 76 w 222"/>
              <a:gd name="T33" fmla="*/ 202 h 265"/>
              <a:gd name="T34" fmla="*/ 103 w 222"/>
              <a:gd name="T35" fmla="*/ 167 h 265"/>
              <a:gd name="T36" fmla="*/ 90 w 222"/>
              <a:gd name="T37" fmla="*/ 151 h 265"/>
              <a:gd name="T38" fmla="*/ 104 w 222"/>
              <a:gd name="T39" fmla="*/ 135 h 265"/>
              <a:gd name="T40" fmla="*/ 59 w 222"/>
              <a:gd name="T41" fmla="*/ 111 h 265"/>
              <a:gd name="T42" fmla="*/ 3 w 222"/>
              <a:gd name="T43" fmla="*/ 28 h 265"/>
              <a:gd name="T44" fmla="*/ 15 w 222"/>
              <a:gd name="T45" fmla="*/ 23 h 265"/>
              <a:gd name="T46" fmla="*/ 73 w 222"/>
              <a:gd name="T47" fmla="*/ 107 h 265"/>
              <a:gd name="T48" fmla="*/ 55 w 222"/>
              <a:gd name="T49" fmla="*/ 42 h 265"/>
              <a:gd name="T50" fmla="*/ 25 w 222"/>
              <a:gd name="T51" fmla="*/ 13 h 265"/>
              <a:gd name="T52" fmla="*/ 15 w 222"/>
              <a:gd name="T53" fmla="*/ 23 h 265"/>
              <a:gd name="T54" fmla="*/ 183 w 222"/>
              <a:gd name="T55" fmla="*/ 41 h 265"/>
              <a:gd name="T56" fmla="*/ 168 w 222"/>
              <a:gd name="T57" fmla="*/ 41 h 265"/>
              <a:gd name="T58" fmla="*/ 151 w 222"/>
              <a:gd name="T59" fmla="*/ 106 h 265"/>
              <a:gd name="T60" fmla="*/ 207 w 222"/>
              <a:gd name="T61" fmla="*/ 20 h 265"/>
              <a:gd name="T62" fmla="*/ 183 w 222"/>
              <a:gd name="T63" fmla="*/ 41 h 265"/>
              <a:gd name="T64" fmla="*/ 66 w 222"/>
              <a:gd name="T65" fmla="*/ 21 h 265"/>
              <a:gd name="T66" fmla="*/ 111 w 222"/>
              <a:gd name="T67" fmla="*/ 124 h 265"/>
              <a:gd name="T68" fmla="*/ 139 w 222"/>
              <a:gd name="T69" fmla="*/ 98 h 265"/>
              <a:gd name="T70" fmla="*/ 157 w 222"/>
              <a:gd name="T71" fmla="*/ 21 h 265"/>
              <a:gd name="T72" fmla="*/ 66 w 222"/>
              <a:gd name="T73" fmla="*/ 21 h 265"/>
              <a:gd name="T74" fmla="*/ 122 w 222"/>
              <a:gd name="T75" fmla="*/ 35 h 265"/>
              <a:gd name="T76" fmla="*/ 71 w 222"/>
              <a:gd name="T77" fmla="*/ 41 h 265"/>
              <a:gd name="T78" fmla="*/ 124 w 222"/>
              <a:gd name="T79" fmla="*/ 42 h 265"/>
              <a:gd name="T80" fmla="*/ 118 w 222"/>
              <a:gd name="T81" fmla="*/ 110 h 265"/>
              <a:gd name="T82" fmla="*/ 149 w 222"/>
              <a:gd name="T83" fmla="*/ 27 h 265"/>
              <a:gd name="T84" fmla="*/ 122 w 222"/>
              <a:gd name="T85" fmla="*/ 35 h 265"/>
              <a:gd name="T86" fmla="*/ 40 w 222"/>
              <a:gd name="T87" fmla="*/ 222 h 265"/>
              <a:gd name="T88" fmla="*/ 183 w 222"/>
              <a:gd name="T89" fmla="*/ 222 h 265"/>
              <a:gd name="T90" fmla="*/ 191 w 222"/>
              <a:gd name="T91" fmla="*/ 265 h 265"/>
              <a:gd name="T92" fmla="*/ 33 w 222"/>
              <a:gd name="T93" fmla="*/ 265 h 265"/>
              <a:gd name="T94" fmla="*/ 40 w 222"/>
              <a:gd name="T95" fmla="*/ 222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22" h="265">
                <a:moveTo>
                  <a:pt x="3" y="28"/>
                </a:moveTo>
                <a:cubicBezTo>
                  <a:pt x="0" y="15"/>
                  <a:pt x="12" y="0"/>
                  <a:pt x="26" y="3"/>
                </a:cubicBezTo>
                <a:cubicBezTo>
                  <a:pt x="41" y="6"/>
                  <a:pt x="46" y="21"/>
                  <a:pt x="55" y="31"/>
                </a:cubicBezTo>
                <a:cubicBezTo>
                  <a:pt x="53" y="24"/>
                  <a:pt x="52" y="17"/>
                  <a:pt x="50" y="9"/>
                </a:cubicBezTo>
                <a:cubicBezTo>
                  <a:pt x="91" y="7"/>
                  <a:pt x="132" y="9"/>
                  <a:pt x="172" y="8"/>
                </a:cubicBezTo>
                <a:cubicBezTo>
                  <a:pt x="171" y="16"/>
                  <a:pt x="170" y="23"/>
                  <a:pt x="170" y="30"/>
                </a:cubicBezTo>
                <a:cubicBezTo>
                  <a:pt x="178" y="20"/>
                  <a:pt x="184" y="3"/>
                  <a:pt x="200" y="3"/>
                </a:cubicBezTo>
                <a:cubicBezTo>
                  <a:pt x="213" y="2"/>
                  <a:pt x="222" y="16"/>
                  <a:pt x="220" y="28"/>
                </a:cubicBezTo>
                <a:cubicBezTo>
                  <a:pt x="218" y="58"/>
                  <a:pt x="199" y="85"/>
                  <a:pt x="175" y="104"/>
                </a:cubicBezTo>
                <a:cubicBezTo>
                  <a:pt x="159" y="118"/>
                  <a:pt x="137" y="123"/>
                  <a:pt x="119" y="134"/>
                </a:cubicBezTo>
                <a:cubicBezTo>
                  <a:pt x="124" y="139"/>
                  <a:pt x="128" y="144"/>
                  <a:pt x="132" y="149"/>
                </a:cubicBezTo>
                <a:cubicBezTo>
                  <a:pt x="135" y="158"/>
                  <a:pt x="125" y="162"/>
                  <a:pt x="120" y="168"/>
                </a:cubicBezTo>
                <a:cubicBezTo>
                  <a:pt x="123" y="189"/>
                  <a:pt x="142" y="209"/>
                  <a:pt x="164" y="198"/>
                </a:cubicBezTo>
                <a:cubicBezTo>
                  <a:pt x="168" y="203"/>
                  <a:pt x="169" y="210"/>
                  <a:pt x="168" y="217"/>
                </a:cubicBezTo>
                <a:cubicBezTo>
                  <a:pt x="133" y="217"/>
                  <a:pt x="99" y="218"/>
                  <a:pt x="64" y="217"/>
                </a:cubicBezTo>
                <a:cubicBezTo>
                  <a:pt x="54" y="219"/>
                  <a:pt x="53" y="205"/>
                  <a:pt x="58" y="199"/>
                </a:cubicBezTo>
                <a:cubicBezTo>
                  <a:pt x="64" y="199"/>
                  <a:pt x="70" y="201"/>
                  <a:pt x="76" y="202"/>
                </a:cubicBezTo>
                <a:cubicBezTo>
                  <a:pt x="92" y="197"/>
                  <a:pt x="100" y="183"/>
                  <a:pt x="103" y="167"/>
                </a:cubicBezTo>
                <a:cubicBezTo>
                  <a:pt x="98" y="162"/>
                  <a:pt x="91" y="158"/>
                  <a:pt x="90" y="151"/>
                </a:cubicBezTo>
                <a:cubicBezTo>
                  <a:pt x="94" y="145"/>
                  <a:pt x="99" y="140"/>
                  <a:pt x="104" y="135"/>
                </a:cubicBezTo>
                <a:cubicBezTo>
                  <a:pt x="91" y="124"/>
                  <a:pt x="73" y="121"/>
                  <a:pt x="59" y="111"/>
                </a:cubicBezTo>
                <a:cubicBezTo>
                  <a:pt x="30" y="93"/>
                  <a:pt x="7" y="63"/>
                  <a:pt x="3" y="28"/>
                </a:cubicBezTo>
                <a:close/>
                <a:moveTo>
                  <a:pt x="15" y="23"/>
                </a:moveTo>
                <a:cubicBezTo>
                  <a:pt x="18" y="59"/>
                  <a:pt x="44" y="88"/>
                  <a:pt x="73" y="107"/>
                </a:cubicBezTo>
                <a:cubicBezTo>
                  <a:pt x="63" y="87"/>
                  <a:pt x="58" y="64"/>
                  <a:pt x="55" y="42"/>
                </a:cubicBezTo>
                <a:cubicBezTo>
                  <a:pt x="36" y="45"/>
                  <a:pt x="36" y="23"/>
                  <a:pt x="25" y="13"/>
                </a:cubicBezTo>
                <a:cubicBezTo>
                  <a:pt x="21" y="16"/>
                  <a:pt x="18" y="20"/>
                  <a:pt x="15" y="23"/>
                </a:cubicBezTo>
                <a:close/>
                <a:moveTo>
                  <a:pt x="183" y="41"/>
                </a:moveTo>
                <a:cubicBezTo>
                  <a:pt x="178" y="41"/>
                  <a:pt x="173" y="41"/>
                  <a:pt x="168" y="41"/>
                </a:cubicBezTo>
                <a:cubicBezTo>
                  <a:pt x="166" y="64"/>
                  <a:pt x="160" y="85"/>
                  <a:pt x="151" y="106"/>
                </a:cubicBezTo>
                <a:cubicBezTo>
                  <a:pt x="180" y="88"/>
                  <a:pt x="209" y="57"/>
                  <a:pt x="207" y="20"/>
                </a:cubicBezTo>
                <a:cubicBezTo>
                  <a:pt x="195" y="6"/>
                  <a:pt x="186" y="31"/>
                  <a:pt x="183" y="41"/>
                </a:cubicBezTo>
                <a:close/>
                <a:moveTo>
                  <a:pt x="66" y="21"/>
                </a:moveTo>
                <a:cubicBezTo>
                  <a:pt x="69" y="59"/>
                  <a:pt x="75" y="104"/>
                  <a:pt x="111" y="124"/>
                </a:cubicBezTo>
                <a:cubicBezTo>
                  <a:pt x="122" y="117"/>
                  <a:pt x="133" y="109"/>
                  <a:pt x="139" y="98"/>
                </a:cubicBezTo>
                <a:cubicBezTo>
                  <a:pt x="153" y="75"/>
                  <a:pt x="154" y="47"/>
                  <a:pt x="157" y="21"/>
                </a:cubicBezTo>
                <a:cubicBezTo>
                  <a:pt x="127" y="21"/>
                  <a:pt x="97" y="21"/>
                  <a:pt x="66" y="21"/>
                </a:cubicBezTo>
                <a:close/>
                <a:moveTo>
                  <a:pt x="122" y="35"/>
                </a:moveTo>
                <a:cubicBezTo>
                  <a:pt x="105" y="38"/>
                  <a:pt x="85" y="30"/>
                  <a:pt x="71" y="41"/>
                </a:cubicBezTo>
                <a:cubicBezTo>
                  <a:pt x="89" y="43"/>
                  <a:pt x="106" y="42"/>
                  <a:pt x="124" y="42"/>
                </a:cubicBezTo>
                <a:cubicBezTo>
                  <a:pt x="123" y="65"/>
                  <a:pt x="121" y="88"/>
                  <a:pt x="118" y="110"/>
                </a:cubicBezTo>
                <a:cubicBezTo>
                  <a:pt x="143" y="90"/>
                  <a:pt x="148" y="57"/>
                  <a:pt x="149" y="27"/>
                </a:cubicBezTo>
                <a:cubicBezTo>
                  <a:pt x="140" y="29"/>
                  <a:pt x="128" y="26"/>
                  <a:pt x="122" y="35"/>
                </a:cubicBezTo>
                <a:close/>
                <a:moveTo>
                  <a:pt x="40" y="222"/>
                </a:moveTo>
                <a:cubicBezTo>
                  <a:pt x="88" y="222"/>
                  <a:pt x="136" y="221"/>
                  <a:pt x="183" y="222"/>
                </a:cubicBezTo>
                <a:cubicBezTo>
                  <a:pt x="186" y="236"/>
                  <a:pt x="188" y="251"/>
                  <a:pt x="191" y="265"/>
                </a:cubicBezTo>
                <a:cubicBezTo>
                  <a:pt x="138" y="265"/>
                  <a:pt x="85" y="265"/>
                  <a:pt x="33" y="265"/>
                </a:cubicBezTo>
                <a:cubicBezTo>
                  <a:pt x="35" y="250"/>
                  <a:pt x="38" y="236"/>
                  <a:pt x="40" y="2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Freeform 877"/>
          <p:cNvSpPr>
            <a:spLocks noEditPoints="1"/>
          </p:cNvSpPr>
          <p:nvPr/>
        </p:nvSpPr>
        <p:spPr bwMode="auto">
          <a:xfrm>
            <a:off x="3626997" y="1987208"/>
            <a:ext cx="305015" cy="355135"/>
          </a:xfrm>
          <a:custGeom>
            <a:avLst/>
            <a:gdLst>
              <a:gd name="T0" fmla="*/ 50 w 220"/>
              <a:gd name="T1" fmla="*/ 16 h 256"/>
              <a:gd name="T2" fmla="*/ 166 w 220"/>
              <a:gd name="T3" fmla="*/ 15 h 256"/>
              <a:gd name="T4" fmla="*/ 190 w 220"/>
              <a:gd name="T5" fmla="*/ 54 h 256"/>
              <a:gd name="T6" fmla="*/ 210 w 220"/>
              <a:gd name="T7" fmla="*/ 167 h 256"/>
              <a:gd name="T8" fmla="*/ 152 w 220"/>
              <a:gd name="T9" fmla="*/ 215 h 256"/>
              <a:gd name="T10" fmla="*/ 209 w 220"/>
              <a:gd name="T11" fmla="*/ 236 h 256"/>
              <a:gd name="T12" fmla="*/ 132 w 220"/>
              <a:gd name="T13" fmla="*/ 256 h 256"/>
              <a:gd name="T14" fmla="*/ 11 w 220"/>
              <a:gd name="T15" fmla="*/ 249 h 256"/>
              <a:gd name="T16" fmla="*/ 64 w 220"/>
              <a:gd name="T17" fmla="*/ 236 h 256"/>
              <a:gd name="T18" fmla="*/ 60 w 220"/>
              <a:gd name="T19" fmla="*/ 233 h 256"/>
              <a:gd name="T20" fmla="*/ 14 w 220"/>
              <a:gd name="T21" fmla="*/ 109 h 256"/>
              <a:gd name="T22" fmla="*/ 24 w 220"/>
              <a:gd name="T23" fmla="*/ 0 h 256"/>
              <a:gd name="T24" fmla="*/ 35 w 220"/>
              <a:gd name="T25" fmla="*/ 43 h 256"/>
              <a:gd name="T26" fmla="*/ 106 w 220"/>
              <a:gd name="T27" fmla="*/ 86 h 256"/>
              <a:gd name="T28" fmla="*/ 134 w 220"/>
              <a:gd name="T29" fmla="*/ 39 h 256"/>
              <a:gd name="T30" fmla="*/ 192 w 220"/>
              <a:gd name="T31" fmla="*/ 24 h 256"/>
              <a:gd name="T32" fmla="*/ 28 w 220"/>
              <a:gd name="T33" fmla="*/ 23 h 256"/>
              <a:gd name="T34" fmla="*/ 41 w 220"/>
              <a:gd name="T35" fmla="*/ 89 h 256"/>
              <a:gd name="T36" fmla="*/ 56 w 220"/>
              <a:gd name="T37" fmla="*/ 48 h 256"/>
              <a:gd name="T38" fmla="*/ 133 w 220"/>
              <a:gd name="T39" fmla="*/ 94 h 256"/>
              <a:gd name="T40" fmla="*/ 142 w 220"/>
              <a:gd name="T41" fmla="*/ 49 h 256"/>
              <a:gd name="T42" fmla="*/ 110 w 220"/>
              <a:gd name="T43" fmla="*/ 117 h 256"/>
              <a:gd name="T44" fmla="*/ 109 w 220"/>
              <a:gd name="T45" fmla="*/ 97 h 256"/>
              <a:gd name="T46" fmla="*/ 156 w 220"/>
              <a:gd name="T47" fmla="*/ 114 h 256"/>
              <a:gd name="T48" fmla="*/ 75 w 220"/>
              <a:gd name="T49" fmla="*/ 115 h 256"/>
              <a:gd name="T50" fmla="*/ 39 w 220"/>
              <a:gd name="T51" fmla="*/ 116 h 256"/>
              <a:gd name="T52" fmla="*/ 77 w 220"/>
              <a:gd name="T53" fmla="*/ 213 h 256"/>
              <a:gd name="T54" fmla="*/ 152 w 220"/>
              <a:gd name="T55" fmla="*/ 197 h 256"/>
              <a:gd name="T56" fmla="*/ 190 w 220"/>
              <a:gd name="T57" fmla="*/ 96 h 256"/>
              <a:gd name="T58" fmla="*/ 19 w 220"/>
              <a:gd name="T59" fmla="*/ 159 h 256"/>
              <a:gd name="T60" fmla="*/ 30 w 220"/>
              <a:gd name="T61" fmla="*/ 168 h 256"/>
              <a:gd name="T62" fmla="*/ 19 w 220"/>
              <a:gd name="T63" fmla="*/ 159 h 256"/>
              <a:gd name="T64" fmla="*/ 168 w 220"/>
              <a:gd name="T65" fmla="*/ 217 h 256"/>
              <a:gd name="T66" fmla="*/ 197 w 220"/>
              <a:gd name="T67" fmla="*/ 121 h 256"/>
              <a:gd name="T68" fmla="*/ 81 w 220"/>
              <a:gd name="T69" fmla="*/ 226 h 256"/>
              <a:gd name="T70" fmla="*/ 89 w 220"/>
              <a:gd name="T71" fmla="*/ 244 h 256"/>
              <a:gd name="T72" fmla="*/ 81 w 220"/>
              <a:gd name="T73" fmla="*/ 226 h 256"/>
              <a:gd name="T74" fmla="*/ 132 w 220"/>
              <a:gd name="T75" fmla="*/ 244 h 256"/>
              <a:gd name="T76" fmla="*/ 118 w 220"/>
              <a:gd name="T77" fmla="*/ 231 h 256"/>
              <a:gd name="T78" fmla="*/ 65 w 220"/>
              <a:gd name="T79" fmla="*/ 73 h 256"/>
              <a:gd name="T80" fmla="*/ 57 w 220"/>
              <a:gd name="T81" fmla="*/ 87 h 256"/>
              <a:gd name="T82" fmla="*/ 62 w 220"/>
              <a:gd name="T83" fmla="*/ 57 h 256"/>
              <a:gd name="T84" fmla="*/ 152 w 220"/>
              <a:gd name="T85" fmla="*/ 73 h 256"/>
              <a:gd name="T86" fmla="*/ 152 w 220"/>
              <a:gd name="T87" fmla="*/ 90 h 256"/>
              <a:gd name="T88" fmla="*/ 153 w 220"/>
              <a:gd name="T89" fmla="*/ 57 h 256"/>
              <a:gd name="T90" fmla="*/ 104 w 220"/>
              <a:gd name="T91" fmla="*/ 171 h 256"/>
              <a:gd name="T92" fmla="*/ 116 w 220"/>
              <a:gd name="T93" fmla="*/ 161 h 256"/>
              <a:gd name="T94" fmla="*/ 116 w 220"/>
              <a:gd name="T95" fmla="*/ 161 h 256"/>
              <a:gd name="T96" fmla="*/ 80 w 220"/>
              <a:gd name="T97" fmla="*/ 177 h 256"/>
              <a:gd name="T98" fmla="*/ 135 w 220"/>
              <a:gd name="T99" fmla="*/ 166 h 256"/>
              <a:gd name="T100" fmla="*/ 135 w 220"/>
              <a:gd name="T101" fmla="*/ 166 h 256"/>
              <a:gd name="T102" fmla="*/ 85 w 220"/>
              <a:gd name="T103" fmla="*/ 193 h 256"/>
              <a:gd name="T104" fmla="*/ 104 w 220"/>
              <a:gd name="T105" fmla="*/ 178 h 256"/>
              <a:gd name="T106" fmla="*/ 104 w 220"/>
              <a:gd name="T107" fmla="*/ 178 h 256"/>
              <a:gd name="T108" fmla="*/ 133 w 220"/>
              <a:gd name="T109" fmla="*/ 192 h 256"/>
              <a:gd name="T110" fmla="*/ 99 w 220"/>
              <a:gd name="T111" fmla="*/ 194 h 256"/>
              <a:gd name="T112" fmla="*/ 99 w 220"/>
              <a:gd name="T113" fmla="*/ 194 h 256"/>
              <a:gd name="T114" fmla="*/ 123 w 220"/>
              <a:gd name="T115" fmla="*/ 20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20" h="256">
                <a:moveTo>
                  <a:pt x="24" y="0"/>
                </a:moveTo>
                <a:cubicBezTo>
                  <a:pt x="33" y="5"/>
                  <a:pt x="39" y="14"/>
                  <a:pt x="50" y="16"/>
                </a:cubicBezTo>
                <a:cubicBezTo>
                  <a:pt x="70" y="15"/>
                  <a:pt x="88" y="3"/>
                  <a:pt x="108" y="3"/>
                </a:cubicBezTo>
                <a:cubicBezTo>
                  <a:pt x="128" y="2"/>
                  <a:pt x="146" y="13"/>
                  <a:pt x="166" y="15"/>
                </a:cubicBezTo>
                <a:cubicBezTo>
                  <a:pt x="177" y="17"/>
                  <a:pt x="185" y="6"/>
                  <a:pt x="193" y="0"/>
                </a:cubicBezTo>
                <a:cubicBezTo>
                  <a:pt x="207" y="16"/>
                  <a:pt x="204" y="40"/>
                  <a:pt x="190" y="54"/>
                </a:cubicBezTo>
                <a:cubicBezTo>
                  <a:pt x="196" y="72"/>
                  <a:pt x="202" y="90"/>
                  <a:pt x="203" y="108"/>
                </a:cubicBezTo>
                <a:cubicBezTo>
                  <a:pt x="220" y="123"/>
                  <a:pt x="216" y="148"/>
                  <a:pt x="210" y="167"/>
                </a:cubicBezTo>
                <a:cubicBezTo>
                  <a:pt x="202" y="192"/>
                  <a:pt x="188" y="217"/>
                  <a:pt x="165" y="231"/>
                </a:cubicBezTo>
                <a:cubicBezTo>
                  <a:pt x="155" y="233"/>
                  <a:pt x="156" y="221"/>
                  <a:pt x="152" y="215"/>
                </a:cubicBezTo>
                <a:cubicBezTo>
                  <a:pt x="152" y="222"/>
                  <a:pt x="151" y="230"/>
                  <a:pt x="156" y="236"/>
                </a:cubicBezTo>
                <a:cubicBezTo>
                  <a:pt x="174" y="237"/>
                  <a:pt x="191" y="235"/>
                  <a:pt x="209" y="236"/>
                </a:cubicBezTo>
                <a:cubicBezTo>
                  <a:pt x="209" y="239"/>
                  <a:pt x="209" y="246"/>
                  <a:pt x="209" y="249"/>
                </a:cubicBezTo>
                <a:cubicBezTo>
                  <a:pt x="183" y="250"/>
                  <a:pt x="156" y="246"/>
                  <a:pt x="132" y="256"/>
                </a:cubicBezTo>
                <a:cubicBezTo>
                  <a:pt x="117" y="251"/>
                  <a:pt x="103" y="249"/>
                  <a:pt x="89" y="255"/>
                </a:cubicBezTo>
                <a:cubicBezTo>
                  <a:pt x="64" y="247"/>
                  <a:pt x="37" y="249"/>
                  <a:pt x="11" y="249"/>
                </a:cubicBezTo>
                <a:cubicBezTo>
                  <a:pt x="10" y="245"/>
                  <a:pt x="9" y="241"/>
                  <a:pt x="8" y="237"/>
                </a:cubicBezTo>
                <a:cubicBezTo>
                  <a:pt x="27" y="235"/>
                  <a:pt x="46" y="236"/>
                  <a:pt x="64" y="236"/>
                </a:cubicBezTo>
                <a:cubicBezTo>
                  <a:pt x="66" y="229"/>
                  <a:pt x="67" y="222"/>
                  <a:pt x="69" y="215"/>
                </a:cubicBezTo>
                <a:cubicBezTo>
                  <a:pt x="65" y="221"/>
                  <a:pt x="62" y="227"/>
                  <a:pt x="60" y="233"/>
                </a:cubicBezTo>
                <a:cubicBezTo>
                  <a:pt x="25" y="218"/>
                  <a:pt x="9" y="179"/>
                  <a:pt x="3" y="144"/>
                </a:cubicBezTo>
                <a:cubicBezTo>
                  <a:pt x="0" y="131"/>
                  <a:pt x="7" y="119"/>
                  <a:pt x="14" y="109"/>
                </a:cubicBezTo>
                <a:cubicBezTo>
                  <a:pt x="18" y="90"/>
                  <a:pt x="23" y="72"/>
                  <a:pt x="29" y="54"/>
                </a:cubicBezTo>
                <a:cubicBezTo>
                  <a:pt x="14" y="40"/>
                  <a:pt x="13" y="17"/>
                  <a:pt x="24" y="0"/>
                </a:cubicBezTo>
                <a:close/>
                <a:moveTo>
                  <a:pt x="28" y="23"/>
                </a:moveTo>
                <a:cubicBezTo>
                  <a:pt x="30" y="30"/>
                  <a:pt x="33" y="37"/>
                  <a:pt x="35" y="43"/>
                </a:cubicBezTo>
                <a:cubicBezTo>
                  <a:pt x="49" y="37"/>
                  <a:pt x="65" y="29"/>
                  <a:pt x="80" y="37"/>
                </a:cubicBezTo>
                <a:cubicBezTo>
                  <a:pt x="100" y="44"/>
                  <a:pt x="108" y="66"/>
                  <a:pt x="106" y="86"/>
                </a:cubicBezTo>
                <a:cubicBezTo>
                  <a:pt x="112" y="86"/>
                  <a:pt x="112" y="86"/>
                  <a:pt x="112" y="86"/>
                </a:cubicBezTo>
                <a:cubicBezTo>
                  <a:pt x="111" y="68"/>
                  <a:pt x="116" y="47"/>
                  <a:pt x="134" y="39"/>
                </a:cubicBezTo>
                <a:cubicBezTo>
                  <a:pt x="149" y="29"/>
                  <a:pt x="168" y="35"/>
                  <a:pt x="183" y="44"/>
                </a:cubicBezTo>
                <a:cubicBezTo>
                  <a:pt x="186" y="37"/>
                  <a:pt x="189" y="30"/>
                  <a:pt x="192" y="24"/>
                </a:cubicBezTo>
                <a:cubicBezTo>
                  <a:pt x="165" y="36"/>
                  <a:pt x="139" y="19"/>
                  <a:pt x="112" y="15"/>
                </a:cubicBezTo>
                <a:cubicBezTo>
                  <a:pt x="84" y="15"/>
                  <a:pt x="56" y="38"/>
                  <a:pt x="28" y="23"/>
                </a:cubicBezTo>
                <a:close/>
                <a:moveTo>
                  <a:pt x="56" y="48"/>
                </a:moveTo>
                <a:cubicBezTo>
                  <a:pt x="39" y="54"/>
                  <a:pt x="32" y="75"/>
                  <a:pt x="41" y="89"/>
                </a:cubicBezTo>
                <a:cubicBezTo>
                  <a:pt x="52" y="109"/>
                  <a:pt x="85" y="106"/>
                  <a:pt x="91" y="84"/>
                </a:cubicBezTo>
                <a:cubicBezTo>
                  <a:pt x="101" y="63"/>
                  <a:pt x="77" y="39"/>
                  <a:pt x="56" y="48"/>
                </a:cubicBezTo>
                <a:close/>
                <a:moveTo>
                  <a:pt x="142" y="49"/>
                </a:moveTo>
                <a:cubicBezTo>
                  <a:pt x="125" y="56"/>
                  <a:pt x="120" y="81"/>
                  <a:pt x="133" y="94"/>
                </a:cubicBezTo>
                <a:cubicBezTo>
                  <a:pt x="147" y="110"/>
                  <a:pt x="177" y="102"/>
                  <a:pt x="180" y="81"/>
                </a:cubicBezTo>
                <a:cubicBezTo>
                  <a:pt x="187" y="59"/>
                  <a:pt x="162" y="39"/>
                  <a:pt x="142" y="49"/>
                </a:cubicBezTo>
                <a:close/>
                <a:moveTo>
                  <a:pt x="92" y="107"/>
                </a:moveTo>
                <a:cubicBezTo>
                  <a:pt x="98" y="110"/>
                  <a:pt x="104" y="114"/>
                  <a:pt x="110" y="117"/>
                </a:cubicBezTo>
                <a:cubicBezTo>
                  <a:pt x="116" y="113"/>
                  <a:pt x="121" y="110"/>
                  <a:pt x="126" y="106"/>
                </a:cubicBezTo>
                <a:cubicBezTo>
                  <a:pt x="121" y="103"/>
                  <a:pt x="115" y="99"/>
                  <a:pt x="109" y="97"/>
                </a:cubicBezTo>
                <a:cubicBezTo>
                  <a:pt x="103" y="100"/>
                  <a:pt x="98" y="103"/>
                  <a:pt x="92" y="107"/>
                </a:cubicBezTo>
                <a:close/>
                <a:moveTo>
                  <a:pt x="156" y="114"/>
                </a:moveTo>
                <a:cubicBezTo>
                  <a:pt x="138" y="114"/>
                  <a:pt x="119" y="122"/>
                  <a:pt x="110" y="139"/>
                </a:cubicBezTo>
                <a:cubicBezTo>
                  <a:pt x="101" y="127"/>
                  <a:pt x="89" y="119"/>
                  <a:pt x="75" y="115"/>
                </a:cubicBezTo>
                <a:cubicBezTo>
                  <a:pt x="57" y="118"/>
                  <a:pt x="41" y="109"/>
                  <a:pt x="28" y="97"/>
                </a:cubicBezTo>
                <a:cubicBezTo>
                  <a:pt x="29" y="105"/>
                  <a:pt x="31" y="112"/>
                  <a:pt x="39" y="116"/>
                </a:cubicBezTo>
                <a:cubicBezTo>
                  <a:pt x="63" y="133"/>
                  <a:pt x="64" y="166"/>
                  <a:pt x="65" y="192"/>
                </a:cubicBezTo>
                <a:cubicBezTo>
                  <a:pt x="64" y="201"/>
                  <a:pt x="73" y="207"/>
                  <a:pt x="77" y="213"/>
                </a:cubicBezTo>
                <a:cubicBezTo>
                  <a:pt x="90" y="211"/>
                  <a:pt x="101" y="215"/>
                  <a:pt x="110" y="224"/>
                </a:cubicBezTo>
                <a:cubicBezTo>
                  <a:pt x="120" y="208"/>
                  <a:pt x="148" y="219"/>
                  <a:pt x="152" y="197"/>
                </a:cubicBezTo>
                <a:cubicBezTo>
                  <a:pt x="155" y="166"/>
                  <a:pt x="156" y="125"/>
                  <a:pt x="189" y="110"/>
                </a:cubicBezTo>
                <a:cubicBezTo>
                  <a:pt x="189" y="106"/>
                  <a:pt x="190" y="99"/>
                  <a:pt x="190" y="96"/>
                </a:cubicBezTo>
                <a:cubicBezTo>
                  <a:pt x="180" y="105"/>
                  <a:pt x="170" y="115"/>
                  <a:pt x="156" y="114"/>
                </a:cubicBezTo>
                <a:close/>
                <a:moveTo>
                  <a:pt x="19" y="159"/>
                </a:moveTo>
                <a:cubicBezTo>
                  <a:pt x="26" y="180"/>
                  <a:pt x="34" y="203"/>
                  <a:pt x="55" y="214"/>
                </a:cubicBezTo>
                <a:cubicBezTo>
                  <a:pt x="46" y="199"/>
                  <a:pt x="35" y="185"/>
                  <a:pt x="30" y="168"/>
                </a:cubicBezTo>
                <a:cubicBezTo>
                  <a:pt x="24" y="153"/>
                  <a:pt x="25" y="136"/>
                  <a:pt x="25" y="120"/>
                </a:cubicBezTo>
                <a:cubicBezTo>
                  <a:pt x="10" y="129"/>
                  <a:pt x="16" y="147"/>
                  <a:pt x="19" y="159"/>
                </a:cubicBezTo>
                <a:close/>
                <a:moveTo>
                  <a:pt x="174" y="142"/>
                </a:moveTo>
                <a:cubicBezTo>
                  <a:pt x="165" y="166"/>
                  <a:pt x="164" y="192"/>
                  <a:pt x="168" y="217"/>
                </a:cubicBezTo>
                <a:cubicBezTo>
                  <a:pt x="179" y="201"/>
                  <a:pt x="172" y="180"/>
                  <a:pt x="176" y="163"/>
                </a:cubicBezTo>
                <a:cubicBezTo>
                  <a:pt x="178" y="146"/>
                  <a:pt x="187" y="133"/>
                  <a:pt x="197" y="121"/>
                </a:cubicBezTo>
                <a:cubicBezTo>
                  <a:pt x="187" y="125"/>
                  <a:pt x="178" y="131"/>
                  <a:pt x="174" y="142"/>
                </a:cubicBezTo>
                <a:close/>
                <a:moveTo>
                  <a:pt x="81" y="226"/>
                </a:moveTo>
                <a:cubicBezTo>
                  <a:pt x="79" y="229"/>
                  <a:pt x="77" y="234"/>
                  <a:pt x="76" y="237"/>
                </a:cubicBezTo>
                <a:cubicBezTo>
                  <a:pt x="80" y="239"/>
                  <a:pt x="84" y="242"/>
                  <a:pt x="89" y="244"/>
                </a:cubicBezTo>
                <a:cubicBezTo>
                  <a:pt x="93" y="241"/>
                  <a:pt x="102" y="237"/>
                  <a:pt x="97" y="231"/>
                </a:cubicBezTo>
                <a:cubicBezTo>
                  <a:pt x="95" y="224"/>
                  <a:pt x="86" y="228"/>
                  <a:pt x="81" y="226"/>
                </a:cubicBezTo>
                <a:close/>
                <a:moveTo>
                  <a:pt x="118" y="231"/>
                </a:moveTo>
                <a:cubicBezTo>
                  <a:pt x="122" y="236"/>
                  <a:pt x="125" y="244"/>
                  <a:pt x="132" y="244"/>
                </a:cubicBezTo>
                <a:cubicBezTo>
                  <a:pt x="136" y="242"/>
                  <a:pt x="146" y="237"/>
                  <a:pt x="141" y="231"/>
                </a:cubicBezTo>
                <a:cubicBezTo>
                  <a:pt x="136" y="221"/>
                  <a:pt x="125" y="228"/>
                  <a:pt x="118" y="231"/>
                </a:cubicBezTo>
                <a:close/>
                <a:moveTo>
                  <a:pt x="62" y="57"/>
                </a:moveTo>
                <a:cubicBezTo>
                  <a:pt x="63" y="63"/>
                  <a:pt x="64" y="68"/>
                  <a:pt x="65" y="73"/>
                </a:cubicBezTo>
                <a:cubicBezTo>
                  <a:pt x="60" y="73"/>
                  <a:pt x="52" y="73"/>
                  <a:pt x="48" y="72"/>
                </a:cubicBezTo>
                <a:cubicBezTo>
                  <a:pt x="51" y="77"/>
                  <a:pt x="53" y="83"/>
                  <a:pt x="57" y="87"/>
                </a:cubicBezTo>
                <a:cubicBezTo>
                  <a:pt x="68" y="94"/>
                  <a:pt x="84" y="84"/>
                  <a:pt x="79" y="71"/>
                </a:cubicBezTo>
                <a:cubicBezTo>
                  <a:pt x="80" y="62"/>
                  <a:pt x="68" y="61"/>
                  <a:pt x="62" y="57"/>
                </a:cubicBezTo>
                <a:close/>
                <a:moveTo>
                  <a:pt x="153" y="57"/>
                </a:moveTo>
                <a:cubicBezTo>
                  <a:pt x="152" y="61"/>
                  <a:pt x="152" y="69"/>
                  <a:pt x="152" y="73"/>
                </a:cubicBezTo>
                <a:cubicBezTo>
                  <a:pt x="148" y="73"/>
                  <a:pt x="139" y="73"/>
                  <a:pt x="135" y="73"/>
                </a:cubicBezTo>
                <a:cubicBezTo>
                  <a:pt x="140" y="79"/>
                  <a:pt x="143" y="88"/>
                  <a:pt x="152" y="90"/>
                </a:cubicBezTo>
                <a:cubicBezTo>
                  <a:pt x="162" y="91"/>
                  <a:pt x="170" y="80"/>
                  <a:pt x="167" y="70"/>
                </a:cubicBezTo>
                <a:cubicBezTo>
                  <a:pt x="166" y="63"/>
                  <a:pt x="158" y="61"/>
                  <a:pt x="153" y="57"/>
                </a:cubicBezTo>
                <a:close/>
                <a:moveTo>
                  <a:pt x="94" y="160"/>
                </a:moveTo>
                <a:cubicBezTo>
                  <a:pt x="87" y="166"/>
                  <a:pt x="98" y="179"/>
                  <a:pt x="104" y="171"/>
                </a:cubicBezTo>
                <a:cubicBezTo>
                  <a:pt x="111" y="164"/>
                  <a:pt x="101" y="154"/>
                  <a:pt x="94" y="160"/>
                </a:cubicBezTo>
                <a:close/>
                <a:moveTo>
                  <a:pt x="116" y="161"/>
                </a:moveTo>
                <a:cubicBezTo>
                  <a:pt x="107" y="166"/>
                  <a:pt x="119" y="179"/>
                  <a:pt x="124" y="170"/>
                </a:cubicBezTo>
                <a:cubicBezTo>
                  <a:pt x="131" y="165"/>
                  <a:pt x="120" y="153"/>
                  <a:pt x="116" y="161"/>
                </a:cubicBezTo>
                <a:close/>
                <a:moveTo>
                  <a:pt x="76" y="162"/>
                </a:moveTo>
                <a:cubicBezTo>
                  <a:pt x="68" y="165"/>
                  <a:pt x="71" y="179"/>
                  <a:pt x="80" y="177"/>
                </a:cubicBezTo>
                <a:cubicBezTo>
                  <a:pt x="90" y="175"/>
                  <a:pt x="86" y="159"/>
                  <a:pt x="76" y="162"/>
                </a:cubicBezTo>
                <a:close/>
                <a:moveTo>
                  <a:pt x="135" y="166"/>
                </a:moveTo>
                <a:cubicBezTo>
                  <a:pt x="129" y="171"/>
                  <a:pt x="139" y="181"/>
                  <a:pt x="144" y="174"/>
                </a:cubicBezTo>
                <a:cubicBezTo>
                  <a:pt x="153" y="169"/>
                  <a:pt x="140" y="157"/>
                  <a:pt x="135" y="166"/>
                </a:cubicBezTo>
                <a:close/>
                <a:moveTo>
                  <a:pt x="89" y="179"/>
                </a:moveTo>
                <a:cubicBezTo>
                  <a:pt x="80" y="176"/>
                  <a:pt x="76" y="191"/>
                  <a:pt x="85" y="193"/>
                </a:cubicBezTo>
                <a:cubicBezTo>
                  <a:pt x="95" y="196"/>
                  <a:pt x="99" y="181"/>
                  <a:pt x="89" y="179"/>
                </a:cubicBezTo>
                <a:close/>
                <a:moveTo>
                  <a:pt x="104" y="178"/>
                </a:moveTo>
                <a:cubicBezTo>
                  <a:pt x="97" y="185"/>
                  <a:pt x="109" y="195"/>
                  <a:pt x="115" y="189"/>
                </a:cubicBezTo>
                <a:cubicBezTo>
                  <a:pt x="122" y="182"/>
                  <a:pt x="110" y="171"/>
                  <a:pt x="104" y="178"/>
                </a:cubicBezTo>
                <a:close/>
                <a:moveTo>
                  <a:pt x="129" y="179"/>
                </a:moveTo>
                <a:cubicBezTo>
                  <a:pt x="121" y="181"/>
                  <a:pt x="124" y="195"/>
                  <a:pt x="133" y="192"/>
                </a:cubicBezTo>
                <a:cubicBezTo>
                  <a:pt x="142" y="191"/>
                  <a:pt x="137" y="176"/>
                  <a:pt x="129" y="179"/>
                </a:cubicBezTo>
                <a:close/>
                <a:moveTo>
                  <a:pt x="99" y="194"/>
                </a:moveTo>
                <a:cubicBezTo>
                  <a:pt x="90" y="191"/>
                  <a:pt x="87" y="206"/>
                  <a:pt x="95" y="208"/>
                </a:cubicBezTo>
                <a:cubicBezTo>
                  <a:pt x="105" y="212"/>
                  <a:pt x="109" y="195"/>
                  <a:pt x="99" y="194"/>
                </a:cubicBezTo>
                <a:close/>
                <a:moveTo>
                  <a:pt x="118" y="194"/>
                </a:moveTo>
                <a:cubicBezTo>
                  <a:pt x="109" y="196"/>
                  <a:pt x="114" y="210"/>
                  <a:pt x="123" y="208"/>
                </a:cubicBezTo>
                <a:cubicBezTo>
                  <a:pt x="133" y="206"/>
                  <a:pt x="127" y="191"/>
                  <a:pt x="118" y="1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Freeform 878"/>
          <p:cNvSpPr>
            <a:spLocks noEditPoints="1"/>
          </p:cNvSpPr>
          <p:nvPr/>
        </p:nvSpPr>
        <p:spPr bwMode="auto">
          <a:xfrm>
            <a:off x="4461195" y="1987208"/>
            <a:ext cx="363727" cy="386639"/>
          </a:xfrm>
          <a:custGeom>
            <a:avLst/>
            <a:gdLst>
              <a:gd name="T0" fmla="*/ 112 w 262"/>
              <a:gd name="T1" fmla="*/ 0 h 279"/>
              <a:gd name="T2" fmla="*/ 56 w 262"/>
              <a:gd name="T3" fmla="*/ 3 h 279"/>
              <a:gd name="T4" fmla="*/ 47 w 262"/>
              <a:gd name="T5" fmla="*/ 57 h 279"/>
              <a:gd name="T6" fmla="*/ 64 w 262"/>
              <a:gd name="T7" fmla="*/ 59 h 279"/>
              <a:gd name="T8" fmla="*/ 53 w 262"/>
              <a:gd name="T9" fmla="*/ 80 h 279"/>
              <a:gd name="T10" fmla="*/ 67 w 262"/>
              <a:gd name="T11" fmla="*/ 137 h 279"/>
              <a:gd name="T12" fmla="*/ 3 w 262"/>
              <a:gd name="T13" fmla="*/ 163 h 279"/>
              <a:gd name="T14" fmla="*/ 115 w 262"/>
              <a:gd name="T15" fmla="*/ 219 h 279"/>
              <a:gd name="T16" fmla="*/ 13 w 262"/>
              <a:gd name="T17" fmla="*/ 265 h 279"/>
              <a:gd name="T18" fmla="*/ 242 w 262"/>
              <a:gd name="T19" fmla="*/ 275 h 279"/>
              <a:gd name="T20" fmla="*/ 256 w 262"/>
              <a:gd name="T21" fmla="*/ 207 h 279"/>
              <a:gd name="T22" fmla="*/ 189 w 262"/>
              <a:gd name="T23" fmla="*/ 150 h 279"/>
              <a:gd name="T24" fmla="*/ 260 w 262"/>
              <a:gd name="T25" fmla="*/ 138 h 279"/>
              <a:gd name="T26" fmla="*/ 137 w 262"/>
              <a:gd name="T27" fmla="*/ 51 h 279"/>
              <a:gd name="T28" fmla="*/ 47 w 262"/>
              <a:gd name="T29" fmla="*/ 57 h 279"/>
              <a:gd name="T30" fmla="*/ 34 w 262"/>
              <a:gd name="T31" fmla="*/ 149 h 279"/>
              <a:gd name="T32" fmla="*/ 21 w 262"/>
              <a:gd name="T33" fmla="*/ 205 h 279"/>
              <a:gd name="T34" fmla="*/ 52 w 262"/>
              <a:gd name="T35" fmla="*/ 209 h 279"/>
              <a:gd name="T36" fmla="*/ 52 w 262"/>
              <a:gd name="T37" fmla="*/ 209 h 279"/>
              <a:gd name="T38" fmla="*/ 176 w 262"/>
              <a:gd name="T39" fmla="*/ 149 h 279"/>
              <a:gd name="T40" fmla="*/ 67 w 262"/>
              <a:gd name="T41" fmla="*/ 207 h 279"/>
              <a:gd name="T42" fmla="*/ 130 w 262"/>
              <a:gd name="T43" fmla="*/ 219 h 279"/>
              <a:gd name="T44" fmla="*/ 212 w 262"/>
              <a:gd name="T45" fmla="*/ 264 h 279"/>
              <a:gd name="T46" fmla="*/ 130 w 262"/>
              <a:gd name="T47" fmla="*/ 219 h 279"/>
              <a:gd name="T48" fmla="*/ 237 w 262"/>
              <a:gd name="T49" fmla="*/ 264 h 279"/>
              <a:gd name="T50" fmla="*/ 226 w 262"/>
              <a:gd name="T51" fmla="*/ 217 h 279"/>
              <a:gd name="T52" fmla="*/ 244 w 262"/>
              <a:gd name="T53" fmla="*/ 157 h 279"/>
              <a:gd name="T54" fmla="*/ 194 w 262"/>
              <a:gd name="T55" fmla="*/ 163 h 279"/>
              <a:gd name="T56" fmla="*/ 80 w 262"/>
              <a:gd name="T57" fmla="*/ 171 h 279"/>
              <a:gd name="T58" fmla="*/ 80 w 262"/>
              <a:gd name="T59" fmla="*/ 171 h 279"/>
              <a:gd name="T60" fmla="*/ 246 w 262"/>
              <a:gd name="T61" fmla="*/ 176 h 279"/>
              <a:gd name="T62" fmla="*/ 186 w 262"/>
              <a:gd name="T63" fmla="*/ 176 h 279"/>
              <a:gd name="T64" fmla="*/ 108 w 262"/>
              <a:gd name="T65" fmla="*/ 185 h 279"/>
              <a:gd name="T66" fmla="*/ 193 w 262"/>
              <a:gd name="T67" fmla="*/ 193 h 279"/>
              <a:gd name="T68" fmla="*/ 193 w 262"/>
              <a:gd name="T69" fmla="*/ 199 h 279"/>
              <a:gd name="T70" fmla="*/ 20 w 262"/>
              <a:gd name="T71" fmla="*/ 230 h 279"/>
              <a:gd name="T72" fmla="*/ 116 w 262"/>
              <a:gd name="T73" fmla="*/ 231 h 279"/>
              <a:gd name="T74" fmla="*/ 160 w 262"/>
              <a:gd name="T75" fmla="*/ 237 h 279"/>
              <a:gd name="T76" fmla="*/ 210 w 262"/>
              <a:gd name="T77" fmla="*/ 247 h 279"/>
              <a:gd name="T78" fmla="*/ 160 w 262"/>
              <a:gd name="T79" fmla="*/ 237 h 279"/>
              <a:gd name="T80" fmla="*/ 118 w 262"/>
              <a:gd name="T81" fmla="*/ 241 h 279"/>
              <a:gd name="T82" fmla="*/ 26 w 262"/>
              <a:gd name="T83" fmla="*/ 238 h 279"/>
              <a:gd name="T84" fmla="*/ 116 w 262"/>
              <a:gd name="T85" fmla="*/ 252 h 279"/>
              <a:gd name="T86" fmla="*/ 39 w 262"/>
              <a:gd name="T87" fmla="*/ 257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2" h="279">
                <a:moveTo>
                  <a:pt x="91" y="21"/>
                </a:moveTo>
                <a:cubicBezTo>
                  <a:pt x="97" y="12"/>
                  <a:pt x="103" y="5"/>
                  <a:pt x="112" y="0"/>
                </a:cubicBezTo>
                <a:cubicBezTo>
                  <a:pt x="104" y="14"/>
                  <a:pt x="95" y="27"/>
                  <a:pt x="93" y="43"/>
                </a:cubicBezTo>
                <a:cubicBezTo>
                  <a:pt x="75" y="35"/>
                  <a:pt x="59" y="23"/>
                  <a:pt x="56" y="3"/>
                </a:cubicBezTo>
                <a:cubicBezTo>
                  <a:pt x="70" y="4"/>
                  <a:pt x="84" y="9"/>
                  <a:pt x="91" y="21"/>
                </a:cubicBezTo>
                <a:close/>
                <a:moveTo>
                  <a:pt x="47" y="57"/>
                </a:moveTo>
                <a:cubicBezTo>
                  <a:pt x="51" y="59"/>
                  <a:pt x="55" y="62"/>
                  <a:pt x="58" y="64"/>
                </a:cubicBezTo>
                <a:cubicBezTo>
                  <a:pt x="64" y="59"/>
                  <a:pt x="64" y="59"/>
                  <a:pt x="64" y="59"/>
                </a:cubicBezTo>
                <a:cubicBezTo>
                  <a:pt x="77" y="59"/>
                  <a:pt x="65" y="72"/>
                  <a:pt x="64" y="79"/>
                </a:cubicBezTo>
                <a:cubicBezTo>
                  <a:pt x="60" y="79"/>
                  <a:pt x="57" y="79"/>
                  <a:pt x="53" y="80"/>
                </a:cubicBezTo>
                <a:cubicBezTo>
                  <a:pt x="56" y="71"/>
                  <a:pt x="49" y="64"/>
                  <a:pt x="46" y="57"/>
                </a:cubicBezTo>
                <a:cubicBezTo>
                  <a:pt x="28" y="84"/>
                  <a:pt x="43" y="119"/>
                  <a:pt x="67" y="137"/>
                </a:cubicBezTo>
                <a:cubicBezTo>
                  <a:pt x="52" y="136"/>
                  <a:pt x="36" y="135"/>
                  <a:pt x="21" y="137"/>
                </a:cubicBezTo>
                <a:cubicBezTo>
                  <a:pt x="10" y="140"/>
                  <a:pt x="6" y="153"/>
                  <a:pt x="3" y="163"/>
                </a:cubicBezTo>
                <a:cubicBezTo>
                  <a:pt x="0" y="181"/>
                  <a:pt x="2" y="203"/>
                  <a:pt x="16" y="217"/>
                </a:cubicBezTo>
                <a:cubicBezTo>
                  <a:pt x="48" y="222"/>
                  <a:pt x="82" y="217"/>
                  <a:pt x="115" y="219"/>
                </a:cubicBezTo>
                <a:cubicBezTo>
                  <a:pt x="122" y="233"/>
                  <a:pt x="121" y="249"/>
                  <a:pt x="115" y="264"/>
                </a:cubicBezTo>
                <a:cubicBezTo>
                  <a:pt x="81" y="265"/>
                  <a:pt x="47" y="263"/>
                  <a:pt x="13" y="265"/>
                </a:cubicBezTo>
                <a:cubicBezTo>
                  <a:pt x="14" y="279"/>
                  <a:pt x="29" y="276"/>
                  <a:pt x="39" y="276"/>
                </a:cubicBezTo>
                <a:cubicBezTo>
                  <a:pt x="106" y="275"/>
                  <a:pt x="174" y="278"/>
                  <a:pt x="242" y="275"/>
                </a:cubicBezTo>
                <a:cubicBezTo>
                  <a:pt x="257" y="262"/>
                  <a:pt x="256" y="239"/>
                  <a:pt x="253" y="221"/>
                </a:cubicBezTo>
                <a:cubicBezTo>
                  <a:pt x="255" y="217"/>
                  <a:pt x="262" y="212"/>
                  <a:pt x="256" y="207"/>
                </a:cubicBezTo>
                <a:cubicBezTo>
                  <a:pt x="234" y="205"/>
                  <a:pt x="212" y="209"/>
                  <a:pt x="190" y="205"/>
                </a:cubicBezTo>
                <a:cubicBezTo>
                  <a:pt x="178" y="189"/>
                  <a:pt x="183" y="168"/>
                  <a:pt x="189" y="150"/>
                </a:cubicBezTo>
                <a:cubicBezTo>
                  <a:pt x="211" y="148"/>
                  <a:pt x="234" y="150"/>
                  <a:pt x="256" y="149"/>
                </a:cubicBezTo>
                <a:cubicBezTo>
                  <a:pt x="257" y="146"/>
                  <a:pt x="259" y="141"/>
                  <a:pt x="260" y="138"/>
                </a:cubicBezTo>
                <a:cubicBezTo>
                  <a:pt x="214" y="135"/>
                  <a:pt x="166" y="137"/>
                  <a:pt x="119" y="137"/>
                </a:cubicBezTo>
                <a:cubicBezTo>
                  <a:pt x="145" y="118"/>
                  <a:pt x="159" y="77"/>
                  <a:pt x="137" y="51"/>
                </a:cubicBezTo>
                <a:cubicBezTo>
                  <a:pt x="119" y="35"/>
                  <a:pt x="96" y="54"/>
                  <a:pt x="76" y="46"/>
                </a:cubicBezTo>
                <a:cubicBezTo>
                  <a:pt x="65" y="41"/>
                  <a:pt x="55" y="50"/>
                  <a:pt x="47" y="57"/>
                </a:cubicBezTo>
                <a:close/>
                <a:moveTo>
                  <a:pt x="20" y="151"/>
                </a:moveTo>
                <a:cubicBezTo>
                  <a:pt x="24" y="150"/>
                  <a:pt x="31" y="149"/>
                  <a:pt x="34" y="149"/>
                </a:cubicBezTo>
                <a:cubicBezTo>
                  <a:pt x="28" y="168"/>
                  <a:pt x="28" y="188"/>
                  <a:pt x="34" y="207"/>
                </a:cubicBezTo>
                <a:cubicBezTo>
                  <a:pt x="31" y="207"/>
                  <a:pt x="24" y="206"/>
                  <a:pt x="21" y="205"/>
                </a:cubicBezTo>
                <a:cubicBezTo>
                  <a:pt x="13" y="188"/>
                  <a:pt x="13" y="168"/>
                  <a:pt x="20" y="151"/>
                </a:cubicBezTo>
                <a:close/>
                <a:moveTo>
                  <a:pt x="52" y="209"/>
                </a:moveTo>
                <a:cubicBezTo>
                  <a:pt x="39" y="191"/>
                  <a:pt x="38" y="165"/>
                  <a:pt x="52" y="147"/>
                </a:cubicBezTo>
                <a:cubicBezTo>
                  <a:pt x="46" y="168"/>
                  <a:pt x="47" y="189"/>
                  <a:pt x="52" y="209"/>
                </a:cubicBezTo>
                <a:close/>
                <a:moveTo>
                  <a:pt x="68" y="150"/>
                </a:moveTo>
                <a:cubicBezTo>
                  <a:pt x="104" y="148"/>
                  <a:pt x="140" y="149"/>
                  <a:pt x="176" y="149"/>
                </a:cubicBezTo>
                <a:cubicBezTo>
                  <a:pt x="168" y="168"/>
                  <a:pt x="169" y="188"/>
                  <a:pt x="175" y="207"/>
                </a:cubicBezTo>
                <a:cubicBezTo>
                  <a:pt x="139" y="206"/>
                  <a:pt x="103" y="207"/>
                  <a:pt x="67" y="207"/>
                </a:cubicBezTo>
                <a:cubicBezTo>
                  <a:pt x="59" y="189"/>
                  <a:pt x="55" y="166"/>
                  <a:pt x="68" y="150"/>
                </a:cubicBezTo>
                <a:close/>
                <a:moveTo>
                  <a:pt x="130" y="219"/>
                </a:moveTo>
                <a:cubicBezTo>
                  <a:pt x="157" y="219"/>
                  <a:pt x="185" y="219"/>
                  <a:pt x="212" y="219"/>
                </a:cubicBezTo>
                <a:cubicBezTo>
                  <a:pt x="218" y="234"/>
                  <a:pt x="218" y="249"/>
                  <a:pt x="212" y="264"/>
                </a:cubicBezTo>
                <a:cubicBezTo>
                  <a:pt x="184" y="264"/>
                  <a:pt x="156" y="264"/>
                  <a:pt x="129" y="264"/>
                </a:cubicBezTo>
                <a:cubicBezTo>
                  <a:pt x="133" y="249"/>
                  <a:pt x="133" y="234"/>
                  <a:pt x="130" y="219"/>
                </a:cubicBezTo>
                <a:close/>
                <a:moveTo>
                  <a:pt x="226" y="217"/>
                </a:moveTo>
                <a:cubicBezTo>
                  <a:pt x="248" y="220"/>
                  <a:pt x="244" y="249"/>
                  <a:pt x="237" y="264"/>
                </a:cubicBezTo>
                <a:cubicBezTo>
                  <a:pt x="234" y="264"/>
                  <a:pt x="228" y="264"/>
                  <a:pt x="226" y="264"/>
                </a:cubicBezTo>
                <a:cubicBezTo>
                  <a:pt x="230" y="249"/>
                  <a:pt x="229" y="233"/>
                  <a:pt x="226" y="217"/>
                </a:cubicBezTo>
                <a:close/>
                <a:moveTo>
                  <a:pt x="194" y="156"/>
                </a:moveTo>
                <a:cubicBezTo>
                  <a:pt x="210" y="156"/>
                  <a:pt x="227" y="155"/>
                  <a:pt x="244" y="157"/>
                </a:cubicBezTo>
                <a:cubicBezTo>
                  <a:pt x="244" y="158"/>
                  <a:pt x="244" y="161"/>
                  <a:pt x="244" y="162"/>
                </a:cubicBezTo>
                <a:cubicBezTo>
                  <a:pt x="227" y="163"/>
                  <a:pt x="211" y="162"/>
                  <a:pt x="194" y="163"/>
                </a:cubicBezTo>
                <a:cubicBezTo>
                  <a:pt x="194" y="161"/>
                  <a:pt x="194" y="157"/>
                  <a:pt x="194" y="156"/>
                </a:cubicBezTo>
                <a:close/>
                <a:moveTo>
                  <a:pt x="80" y="171"/>
                </a:moveTo>
                <a:cubicBezTo>
                  <a:pt x="86" y="167"/>
                  <a:pt x="101" y="166"/>
                  <a:pt x="104" y="173"/>
                </a:cubicBezTo>
                <a:cubicBezTo>
                  <a:pt x="98" y="176"/>
                  <a:pt x="83" y="178"/>
                  <a:pt x="80" y="171"/>
                </a:cubicBezTo>
                <a:close/>
                <a:moveTo>
                  <a:pt x="186" y="176"/>
                </a:moveTo>
                <a:cubicBezTo>
                  <a:pt x="206" y="173"/>
                  <a:pt x="226" y="173"/>
                  <a:pt x="246" y="176"/>
                </a:cubicBezTo>
                <a:cubicBezTo>
                  <a:pt x="243" y="184"/>
                  <a:pt x="233" y="180"/>
                  <a:pt x="227" y="181"/>
                </a:cubicBezTo>
                <a:cubicBezTo>
                  <a:pt x="214" y="180"/>
                  <a:pt x="198" y="184"/>
                  <a:pt x="186" y="176"/>
                </a:cubicBezTo>
                <a:close/>
                <a:moveTo>
                  <a:pt x="76" y="181"/>
                </a:moveTo>
                <a:cubicBezTo>
                  <a:pt x="87" y="181"/>
                  <a:pt x="99" y="177"/>
                  <a:pt x="108" y="185"/>
                </a:cubicBezTo>
                <a:cubicBezTo>
                  <a:pt x="97" y="186"/>
                  <a:pt x="84" y="191"/>
                  <a:pt x="76" y="181"/>
                </a:cubicBezTo>
                <a:close/>
                <a:moveTo>
                  <a:pt x="193" y="193"/>
                </a:moveTo>
                <a:cubicBezTo>
                  <a:pt x="211" y="193"/>
                  <a:pt x="230" y="192"/>
                  <a:pt x="248" y="194"/>
                </a:cubicBezTo>
                <a:cubicBezTo>
                  <a:pt x="231" y="203"/>
                  <a:pt x="211" y="198"/>
                  <a:pt x="193" y="199"/>
                </a:cubicBezTo>
                <a:cubicBezTo>
                  <a:pt x="193" y="193"/>
                  <a:pt x="193" y="193"/>
                  <a:pt x="193" y="193"/>
                </a:cubicBezTo>
                <a:close/>
                <a:moveTo>
                  <a:pt x="20" y="230"/>
                </a:moveTo>
                <a:cubicBezTo>
                  <a:pt x="29" y="220"/>
                  <a:pt x="46" y="227"/>
                  <a:pt x="58" y="225"/>
                </a:cubicBezTo>
                <a:cubicBezTo>
                  <a:pt x="77" y="227"/>
                  <a:pt x="99" y="220"/>
                  <a:pt x="116" y="231"/>
                </a:cubicBezTo>
                <a:cubicBezTo>
                  <a:pt x="84" y="232"/>
                  <a:pt x="52" y="233"/>
                  <a:pt x="20" y="230"/>
                </a:cubicBezTo>
                <a:close/>
                <a:moveTo>
                  <a:pt x="160" y="237"/>
                </a:moveTo>
                <a:cubicBezTo>
                  <a:pt x="175" y="234"/>
                  <a:pt x="191" y="234"/>
                  <a:pt x="206" y="236"/>
                </a:cubicBezTo>
                <a:cubicBezTo>
                  <a:pt x="207" y="239"/>
                  <a:pt x="209" y="244"/>
                  <a:pt x="210" y="247"/>
                </a:cubicBezTo>
                <a:cubicBezTo>
                  <a:pt x="193" y="247"/>
                  <a:pt x="176" y="249"/>
                  <a:pt x="160" y="246"/>
                </a:cubicBezTo>
                <a:cubicBezTo>
                  <a:pt x="160" y="244"/>
                  <a:pt x="160" y="239"/>
                  <a:pt x="160" y="237"/>
                </a:cubicBezTo>
                <a:close/>
                <a:moveTo>
                  <a:pt x="26" y="238"/>
                </a:moveTo>
                <a:cubicBezTo>
                  <a:pt x="56" y="239"/>
                  <a:pt x="88" y="234"/>
                  <a:pt x="118" y="241"/>
                </a:cubicBezTo>
                <a:cubicBezTo>
                  <a:pt x="88" y="249"/>
                  <a:pt x="56" y="243"/>
                  <a:pt x="26" y="245"/>
                </a:cubicBezTo>
                <a:cubicBezTo>
                  <a:pt x="26" y="243"/>
                  <a:pt x="26" y="240"/>
                  <a:pt x="26" y="238"/>
                </a:cubicBezTo>
                <a:close/>
                <a:moveTo>
                  <a:pt x="18" y="253"/>
                </a:moveTo>
                <a:cubicBezTo>
                  <a:pt x="50" y="249"/>
                  <a:pt x="83" y="251"/>
                  <a:pt x="116" y="252"/>
                </a:cubicBezTo>
                <a:cubicBezTo>
                  <a:pt x="114" y="253"/>
                  <a:pt x="109" y="256"/>
                  <a:pt x="107" y="257"/>
                </a:cubicBezTo>
                <a:cubicBezTo>
                  <a:pt x="84" y="258"/>
                  <a:pt x="62" y="257"/>
                  <a:pt x="39" y="257"/>
                </a:cubicBezTo>
                <a:cubicBezTo>
                  <a:pt x="31" y="258"/>
                  <a:pt x="24" y="256"/>
                  <a:pt x="18" y="2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Freeform 882"/>
          <p:cNvSpPr>
            <a:spLocks noEditPoints="1"/>
          </p:cNvSpPr>
          <p:nvPr/>
        </p:nvSpPr>
        <p:spPr bwMode="auto">
          <a:xfrm>
            <a:off x="5295394" y="1987208"/>
            <a:ext cx="307867" cy="453404"/>
          </a:xfrm>
          <a:custGeom>
            <a:avLst/>
            <a:gdLst>
              <a:gd name="T0" fmla="*/ 69 w 116"/>
              <a:gd name="T1" fmla="*/ 6 h 171"/>
              <a:gd name="T2" fmla="*/ 83 w 116"/>
              <a:gd name="T3" fmla="*/ 3 h 171"/>
              <a:gd name="T4" fmla="*/ 110 w 116"/>
              <a:gd name="T5" fmla="*/ 19 h 171"/>
              <a:gd name="T6" fmla="*/ 113 w 116"/>
              <a:gd name="T7" fmla="*/ 33 h 171"/>
              <a:gd name="T8" fmla="*/ 109 w 116"/>
              <a:gd name="T9" fmla="*/ 39 h 171"/>
              <a:gd name="T10" fmla="*/ 65 w 116"/>
              <a:gd name="T11" fmla="*/ 12 h 171"/>
              <a:gd name="T12" fmla="*/ 69 w 116"/>
              <a:gd name="T13" fmla="*/ 6 h 171"/>
              <a:gd name="T14" fmla="*/ 60 w 116"/>
              <a:gd name="T15" fmla="*/ 21 h 171"/>
              <a:gd name="T16" fmla="*/ 54 w 116"/>
              <a:gd name="T17" fmla="*/ 31 h 171"/>
              <a:gd name="T18" fmla="*/ 98 w 116"/>
              <a:gd name="T19" fmla="*/ 58 h 171"/>
              <a:gd name="T20" fmla="*/ 104 w 116"/>
              <a:gd name="T21" fmla="*/ 48 h 171"/>
              <a:gd name="T22" fmla="*/ 60 w 116"/>
              <a:gd name="T23" fmla="*/ 21 h 171"/>
              <a:gd name="T24" fmla="*/ 1 w 116"/>
              <a:gd name="T25" fmla="*/ 164 h 171"/>
              <a:gd name="T26" fmla="*/ 5 w 116"/>
              <a:gd name="T27" fmla="*/ 130 h 171"/>
              <a:gd name="T28" fmla="*/ 33 w 116"/>
              <a:gd name="T29" fmla="*/ 147 h 171"/>
              <a:gd name="T30" fmla="*/ 5 w 116"/>
              <a:gd name="T31" fmla="*/ 167 h 171"/>
              <a:gd name="T32" fmla="*/ 1 w 116"/>
              <a:gd name="T33" fmla="*/ 164 h 171"/>
              <a:gd name="T34" fmla="*/ 7 w 116"/>
              <a:gd name="T35" fmla="*/ 109 h 171"/>
              <a:gd name="T36" fmla="*/ 49 w 116"/>
              <a:gd name="T37" fmla="*/ 40 h 171"/>
              <a:gd name="T38" fmla="*/ 63 w 116"/>
              <a:gd name="T39" fmla="*/ 49 h 171"/>
              <a:gd name="T40" fmla="*/ 22 w 116"/>
              <a:gd name="T41" fmla="*/ 117 h 171"/>
              <a:gd name="T42" fmla="*/ 7 w 116"/>
              <a:gd name="T43" fmla="*/ 109 h 171"/>
              <a:gd name="T44" fmla="*/ 36 w 116"/>
              <a:gd name="T45" fmla="*/ 126 h 171"/>
              <a:gd name="T46" fmla="*/ 78 w 116"/>
              <a:gd name="T47" fmla="*/ 58 h 171"/>
              <a:gd name="T48" fmla="*/ 92 w 116"/>
              <a:gd name="T49" fmla="*/ 67 h 171"/>
              <a:gd name="T50" fmla="*/ 51 w 116"/>
              <a:gd name="T51" fmla="*/ 135 h 171"/>
              <a:gd name="T52" fmla="*/ 36 w 116"/>
              <a:gd name="T53" fmla="*/ 126 h 171"/>
              <a:gd name="T54" fmla="*/ 35 w 116"/>
              <a:gd name="T55" fmla="*/ 164 h 171"/>
              <a:gd name="T56" fmla="*/ 110 w 116"/>
              <a:gd name="T57" fmla="*/ 164 h 171"/>
              <a:gd name="T58" fmla="*/ 114 w 116"/>
              <a:gd name="T59" fmla="*/ 168 h 171"/>
              <a:gd name="T60" fmla="*/ 110 w 116"/>
              <a:gd name="T61" fmla="*/ 171 h 171"/>
              <a:gd name="T62" fmla="*/ 35 w 116"/>
              <a:gd name="T63" fmla="*/ 171 h 171"/>
              <a:gd name="T64" fmla="*/ 31 w 116"/>
              <a:gd name="T65" fmla="*/ 168 h 171"/>
              <a:gd name="T66" fmla="*/ 35 w 116"/>
              <a:gd name="T67" fmla="*/ 164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6" h="171">
                <a:moveTo>
                  <a:pt x="69" y="6"/>
                </a:moveTo>
                <a:cubicBezTo>
                  <a:pt x="72" y="1"/>
                  <a:pt x="78" y="0"/>
                  <a:pt x="83" y="3"/>
                </a:cubicBezTo>
                <a:cubicBezTo>
                  <a:pt x="110" y="19"/>
                  <a:pt x="110" y="19"/>
                  <a:pt x="110" y="19"/>
                </a:cubicBezTo>
                <a:cubicBezTo>
                  <a:pt x="114" y="22"/>
                  <a:pt x="116" y="28"/>
                  <a:pt x="113" y="33"/>
                </a:cubicBezTo>
                <a:cubicBezTo>
                  <a:pt x="109" y="39"/>
                  <a:pt x="109" y="39"/>
                  <a:pt x="109" y="39"/>
                </a:cubicBezTo>
                <a:cubicBezTo>
                  <a:pt x="65" y="12"/>
                  <a:pt x="65" y="12"/>
                  <a:pt x="65" y="12"/>
                </a:cubicBezTo>
                <a:lnTo>
                  <a:pt x="69" y="6"/>
                </a:lnTo>
                <a:close/>
                <a:moveTo>
                  <a:pt x="60" y="21"/>
                </a:moveTo>
                <a:cubicBezTo>
                  <a:pt x="54" y="31"/>
                  <a:pt x="54" y="31"/>
                  <a:pt x="54" y="31"/>
                </a:cubicBezTo>
                <a:cubicBezTo>
                  <a:pt x="98" y="58"/>
                  <a:pt x="98" y="58"/>
                  <a:pt x="98" y="58"/>
                </a:cubicBezTo>
                <a:cubicBezTo>
                  <a:pt x="104" y="48"/>
                  <a:pt x="104" y="48"/>
                  <a:pt x="104" y="48"/>
                </a:cubicBezTo>
                <a:lnTo>
                  <a:pt x="60" y="21"/>
                </a:lnTo>
                <a:close/>
                <a:moveTo>
                  <a:pt x="1" y="164"/>
                </a:moveTo>
                <a:cubicBezTo>
                  <a:pt x="5" y="130"/>
                  <a:pt x="5" y="130"/>
                  <a:pt x="5" y="130"/>
                </a:cubicBezTo>
                <a:cubicBezTo>
                  <a:pt x="33" y="147"/>
                  <a:pt x="33" y="147"/>
                  <a:pt x="33" y="147"/>
                </a:cubicBezTo>
                <a:cubicBezTo>
                  <a:pt x="5" y="167"/>
                  <a:pt x="5" y="167"/>
                  <a:pt x="5" y="167"/>
                </a:cubicBezTo>
                <a:cubicBezTo>
                  <a:pt x="2" y="169"/>
                  <a:pt x="0" y="168"/>
                  <a:pt x="1" y="164"/>
                </a:cubicBezTo>
                <a:close/>
                <a:moveTo>
                  <a:pt x="7" y="109"/>
                </a:moveTo>
                <a:cubicBezTo>
                  <a:pt x="49" y="40"/>
                  <a:pt x="49" y="40"/>
                  <a:pt x="49" y="40"/>
                </a:cubicBezTo>
                <a:cubicBezTo>
                  <a:pt x="63" y="49"/>
                  <a:pt x="63" y="49"/>
                  <a:pt x="63" y="49"/>
                </a:cubicBezTo>
                <a:cubicBezTo>
                  <a:pt x="22" y="117"/>
                  <a:pt x="22" y="117"/>
                  <a:pt x="22" y="117"/>
                </a:cubicBezTo>
                <a:lnTo>
                  <a:pt x="7" y="109"/>
                </a:lnTo>
                <a:close/>
                <a:moveTo>
                  <a:pt x="36" y="126"/>
                </a:moveTo>
                <a:cubicBezTo>
                  <a:pt x="78" y="58"/>
                  <a:pt x="78" y="58"/>
                  <a:pt x="78" y="58"/>
                </a:cubicBezTo>
                <a:cubicBezTo>
                  <a:pt x="92" y="67"/>
                  <a:pt x="92" y="67"/>
                  <a:pt x="92" y="67"/>
                </a:cubicBezTo>
                <a:cubicBezTo>
                  <a:pt x="51" y="135"/>
                  <a:pt x="51" y="135"/>
                  <a:pt x="51" y="135"/>
                </a:cubicBezTo>
                <a:lnTo>
                  <a:pt x="36" y="126"/>
                </a:lnTo>
                <a:close/>
                <a:moveTo>
                  <a:pt x="35" y="164"/>
                </a:moveTo>
                <a:cubicBezTo>
                  <a:pt x="110" y="164"/>
                  <a:pt x="110" y="164"/>
                  <a:pt x="110" y="164"/>
                </a:cubicBezTo>
                <a:cubicBezTo>
                  <a:pt x="112" y="164"/>
                  <a:pt x="114" y="165"/>
                  <a:pt x="114" y="168"/>
                </a:cubicBezTo>
                <a:cubicBezTo>
                  <a:pt x="114" y="170"/>
                  <a:pt x="112" y="171"/>
                  <a:pt x="110" y="171"/>
                </a:cubicBezTo>
                <a:cubicBezTo>
                  <a:pt x="35" y="171"/>
                  <a:pt x="35" y="171"/>
                  <a:pt x="35" y="171"/>
                </a:cubicBezTo>
                <a:cubicBezTo>
                  <a:pt x="32" y="171"/>
                  <a:pt x="31" y="170"/>
                  <a:pt x="31" y="168"/>
                </a:cubicBezTo>
                <a:cubicBezTo>
                  <a:pt x="31" y="165"/>
                  <a:pt x="32" y="164"/>
                  <a:pt x="35" y="1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Freeform 883"/>
          <p:cNvSpPr>
            <a:spLocks noEditPoints="1"/>
          </p:cNvSpPr>
          <p:nvPr/>
        </p:nvSpPr>
        <p:spPr bwMode="auto">
          <a:xfrm>
            <a:off x="6129592" y="1987208"/>
            <a:ext cx="336974" cy="521694"/>
          </a:xfrm>
          <a:custGeom>
            <a:avLst/>
            <a:gdLst>
              <a:gd name="T0" fmla="*/ 7 w 127"/>
              <a:gd name="T1" fmla="*/ 10 h 197"/>
              <a:gd name="T2" fmla="*/ 11 w 127"/>
              <a:gd name="T3" fmla="*/ 1 h 197"/>
              <a:gd name="T4" fmla="*/ 20 w 127"/>
              <a:gd name="T5" fmla="*/ 5 h 197"/>
              <a:gd name="T6" fmla="*/ 24 w 127"/>
              <a:gd name="T7" fmla="*/ 18 h 197"/>
              <a:gd name="T8" fmla="*/ 20 w 127"/>
              <a:gd name="T9" fmla="*/ 26 h 197"/>
              <a:gd name="T10" fmla="*/ 18 w 127"/>
              <a:gd name="T11" fmla="*/ 27 h 197"/>
              <a:gd name="T12" fmla="*/ 11 w 127"/>
              <a:gd name="T13" fmla="*/ 22 h 197"/>
              <a:gd name="T14" fmla="*/ 7 w 127"/>
              <a:gd name="T15" fmla="*/ 10 h 197"/>
              <a:gd name="T16" fmla="*/ 60 w 127"/>
              <a:gd name="T17" fmla="*/ 113 h 197"/>
              <a:gd name="T18" fmla="*/ 51 w 127"/>
              <a:gd name="T19" fmla="*/ 109 h 197"/>
              <a:gd name="T20" fmla="*/ 47 w 127"/>
              <a:gd name="T21" fmla="*/ 118 h 197"/>
              <a:gd name="T22" fmla="*/ 52 w 127"/>
              <a:gd name="T23" fmla="*/ 132 h 197"/>
              <a:gd name="T24" fmla="*/ 61 w 127"/>
              <a:gd name="T25" fmla="*/ 136 h 197"/>
              <a:gd name="T26" fmla="*/ 65 w 127"/>
              <a:gd name="T27" fmla="*/ 127 h 197"/>
              <a:gd name="T28" fmla="*/ 60 w 127"/>
              <a:gd name="T29" fmla="*/ 113 h 197"/>
              <a:gd name="T30" fmla="*/ 126 w 127"/>
              <a:gd name="T31" fmla="*/ 157 h 197"/>
              <a:gd name="T32" fmla="*/ 122 w 127"/>
              <a:gd name="T33" fmla="*/ 152 h 197"/>
              <a:gd name="T34" fmla="*/ 121 w 127"/>
              <a:gd name="T35" fmla="*/ 143 h 197"/>
              <a:gd name="T36" fmla="*/ 65 w 127"/>
              <a:gd name="T37" fmla="*/ 77 h 197"/>
              <a:gd name="T38" fmla="*/ 68 w 127"/>
              <a:gd name="T39" fmla="*/ 63 h 197"/>
              <a:gd name="T40" fmla="*/ 66 w 127"/>
              <a:gd name="T41" fmla="*/ 51 h 197"/>
              <a:gd name="T42" fmla="*/ 34 w 127"/>
              <a:gd name="T43" fmla="*/ 29 h 197"/>
              <a:gd name="T44" fmla="*/ 22 w 127"/>
              <a:gd name="T45" fmla="*/ 31 h 197"/>
              <a:gd name="T46" fmla="*/ 0 w 127"/>
              <a:gd name="T47" fmla="*/ 63 h 197"/>
              <a:gd name="T48" fmla="*/ 2 w 127"/>
              <a:gd name="T49" fmla="*/ 75 h 197"/>
              <a:gd name="T50" fmla="*/ 19 w 127"/>
              <a:gd name="T51" fmla="*/ 94 h 197"/>
              <a:gd name="T52" fmla="*/ 20 w 127"/>
              <a:gd name="T53" fmla="*/ 181 h 197"/>
              <a:gd name="T54" fmla="*/ 25 w 127"/>
              <a:gd name="T55" fmla="*/ 188 h 197"/>
              <a:gd name="T56" fmla="*/ 25 w 127"/>
              <a:gd name="T57" fmla="*/ 195 h 197"/>
              <a:gd name="T58" fmla="*/ 27 w 127"/>
              <a:gd name="T59" fmla="*/ 197 h 197"/>
              <a:gd name="T60" fmla="*/ 30 w 127"/>
              <a:gd name="T61" fmla="*/ 194 h 197"/>
              <a:gd name="T62" fmla="*/ 29 w 127"/>
              <a:gd name="T63" fmla="*/ 188 h 197"/>
              <a:gd name="T64" fmla="*/ 35 w 127"/>
              <a:gd name="T65" fmla="*/ 181 h 197"/>
              <a:gd name="T66" fmla="*/ 35 w 127"/>
              <a:gd name="T67" fmla="*/ 74 h 197"/>
              <a:gd name="T68" fmla="*/ 27 w 127"/>
              <a:gd name="T69" fmla="*/ 66 h 197"/>
              <a:gd name="T70" fmla="*/ 19 w 127"/>
              <a:gd name="T71" fmla="*/ 74 h 197"/>
              <a:gd name="T72" fmla="*/ 19 w 127"/>
              <a:gd name="T73" fmla="*/ 86 h 197"/>
              <a:gd name="T74" fmla="*/ 9 w 127"/>
              <a:gd name="T75" fmla="*/ 73 h 197"/>
              <a:gd name="T76" fmla="*/ 7 w 127"/>
              <a:gd name="T77" fmla="*/ 63 h 197"/>
              <a:gd name="T78" fmla="*/ 24 w 127"/>
              <a:gd name="T79" fmla="*/ 38 h 197"/>
              <a:gd name="T80" fmla="*/ 34 w 127"/>
              <a:gd name="T81" fmla="*/ 36 h 197"/>
              <a:gd name="T82" fmla="*/ 59 w 127"/>
              <a:gd name="T83" fmla="*/ 54 h 197"/>
              <a:gd name="T84" fmla="*/ 61 w 127"/>
              <a:gd name="T85" fmla="*/ 63 h 197"/>
              <a:gd name="T86" fmla="*/ 60 w 127"/>
              <a:gd name="T87" fmla="*/ 71 h 197"/>
              <a:gd name="T88" fmla="*/ 52 w 127"/>
              <a:gd name="T89" fmla="*/ 62 h 197"/>
              <a:gd name="T90" fmla="*/ 41 w 127"/>
              <a:gd name="T91" fmla="*/ 61 h 197"/>
              <a:gd name="T92" fmla="*/ 40 w 127"/>
              <a:gd name="T93" fmla="*/ 72 h 197"/>
              <a:gd name="T94" fmla="*/ 110 w 127"/>
              <a:gd name="T95" fmla="*/ 153 h 197"/>
              <a:gd name="T96" fmla="*/ 115 w 127"/>
              <a:gd name="T97" fmla="*/ 156 h 197"/>
              <a:gd name="T98" fmla="*/ 119 w 127"/>
              <a:gd name="T99" fmla="*/ 155 h 197"/>
              <a:gd name="T100" fmla="*/ 123 w 127"/>
              <a:gd name="T101" fmla="*/ 160 h 197"/>
              <a:gd name="T102" fmla="*/ 124 w 127"/>
              <a:gd name="T103" fmla="*/ 161 h 197"/>
              <a:gd name="T104" fmla="*/ 126 w 127"/>
              <a:gd name="T105" fmla="*/ 160 h 197"/>
              <a:gd name="T106" fmla="*/ 126 w 127"/>
              <a:gd name="T107" fmla="*/ 157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7" h="197">
                <a:moveTo>
                  <a:pt x="7" y="10"/>
                </a:moveTo>
                <a:cubicBezTo>
                  <a:pt x="5" y="6"/>
                  <a:pt x="7" y="2"/>
                  <a:pt x="11" y="1"/>
                </a:cubicBezTo>
                <a:cubicBezTo>
                  <a:pt x="14" y="0"/>
                  <a:pt x="18" y="2"/>
                  <a:pt x="20" y="5"/>
                </a:cubicBezTo>
                <a:cubicBezTo>
                  <a:pt x="24" y="18"/>
                  <a:pt x="24" y="18"/>
                  <a:pt x="24" y="18"/>
                </a:cubicBezTo>
                <a:cubicBezTo>
                  <a:pt x="26" y="21"/>
                  <a:pt x="24" y="25"/>
                  <a:pt x="20" y="26"/>
                </a:cubicBezTo>
                <a:cubicBezTo>
                  <a:pt x="19" y="27"/>
                  <a:pt x="19" y="27"/>
                  <a:pt x="18" y="27"/>
                </a:cubicBezTo>
                <a:cubicBezTo>
                  <a:pt x="15" y="27"/>
                  <a:pt x="12" y="25"/>
                  <a:pt x="11" y="22"/>
                </a:cubicBezTo>
                <a:lnTo>
                  <a:pt x="7" y="10"/>
                </a:lnTo>
                <a:close/>
                <a:moveTo>
                  <a:pt x="60" y="113"/>
                </a:moveTo>
                <a:cubicBezTo>
                  <a:pt x="58" y="109"/>
                  <a:pt x="54" y="108"/>
                  <a:pt x="51" y="109"/>
                </a:cubicBezTo>
                <a:cubicBezTo>
                  <a:pt x="47" y="110"/>
                  <a:pt x="45" y="114"/>
                  <a:pt x="47" y="118"/>
                </a:cubicBezTo>
                <a:cubicBezTo>
                  <a:pt x="52" y="132"/>
                  <a:pt x="52" y="132"/>
                  <a:pt x="52" y="132"/>
                </a:cubicBezTo>
                <a:cubicBezTo>
                  <a:pt x="53" y="135"/>
                  <a:pt x="57" y="137"/>
                  <a:pt x="61" y="136"/>
                </a:cubicBezTo>
                <a:cubicBezTo>
                  <a:pt x="64" y="134"/>
                  <a:pt x="66" y="131"/>
                  <a:pt x="65" y="127"/>
                </a:cubicBezTo>
                <a:lnTo>
                  <a:pt x="60" y="113"/>
                </a:lnTo>
                <a:close/>
                <a:moveTo>
                  <a:pt x="126" y="157"/>
                </a:moveTo>
                <a:cubicBezTo>
                  <a:pt x="122" y="152"/>
                  <a:pt x="122" y="152"/>
                  <a:pt x="122" y="152"/>
                </a:cubicBezTo>
                <a:cubicBezTo>
                  <a:pt x="124" y="149"/>
                  <a:pt x="124" y="146"/>
                  <a:pt x="121" y="143"/>
                </a:cubicBezTo>
                <a:cubicBezTo>
                  <a:pt x="65" y="77"/>
                  <a:pt x="65" y="77"/>
                  <a:pt x="65" y="77"/>
                </a:cubicBezTo>
                <a:cubicBezTo>
                  <a:pt x="67" y="73"/>
                  <a:pt x="68" y="68"/>
                  <a:pt x="68" y="63"/>
                </a:cubicBezTo>
                <a:cubicBezTo>
                  <a:pt x="68" y="59"/>
                  <a:pt x="67" y="55"/>
                  <a:pt x="66" y="51"/>
                </a:cubicBezTo>
                <a:cubicBezTo>
                  <a:pt x="61" y="38"/>
                  <a:pt x="48" y="29"/>
                  <a:pt x="34" y="29"/>
                </a:cubicBezTo>
                <a:cubicBezTo>
                  <a:pt x="30" y="29"/>
                  <a:pt x="26" y="30"/>
                  <a:pt x="22" y="31"/>
                </a:cubicBezTo>
                <a:cubicBezTo>
                  <a:pt x="8" y="36"/>
                  <a:pt x="0" y="49"/>
                  <a:pt x="0" y="63"/>
                </a:cubicBezTo>
                <a:cubicBezTo>
                  <a:pt x="0" y="67"/>
                  <a:pt x="0" y="71"/>
                  <a:pt x="2" y="75"/>
                </a:cubicBezTo>
                <a:cubicBezTo>
                  <a:pt x="5" y="84"/>
                  <a:pt x="11" y="90"/>
                  <a:pt x="19" y="94"/>
                </a:cubicBezTo>
                <a:cubicBezTo>
                  <a:pt x="20" y="181"/>
                  <a:pt x="20" y="181"/>
                  <a:pt x="20" y="181"/>
                </a:cubicBezTo>
                <a:cubicBezTo>
                  <a:pt x="20" y="184"/>
                  <a:pt x="22" y="187"/>
                  <a:pt x="25" y="188"/>
                </a:cubicBezTo>
                <a:cubicBezTo>
                  <a:pt x="25" y="195"/>
                  <a:pt x="25" y="195"/>
                  <a:pt x="25" y="195"/>
                </a:cubicBezTo>
                <a:cubicBezTo>
                  <a:pt x="25" y="196"/>
                  <a:pt x="26" y="197"/>
                  <a:pt x="27" y="197"/>
                </a:cubicBezTo>
                <a:cubicBezTo>
                  <a:pt x="29" y="197"/>
                  <a:pt x="30" y="196"/>
                  <a:pt x="30" y="194"/>
                </a:cubicBezTo>
                <a:cubicBezTo>
                  <a:pt x="29" y="188"/>
                  <a:pt x="29" y="188"/>
                  <a:pt x="29" y="188"/>
                </a:cubicBezTo>
                <a:cubicBezTo>
                  <a:pt x="33" y="187"/>
                  <a:pt x="35" y="184"/>
                  <a:pt x="35" y="181"/>
                </a:cubicBezTo>
                <a:cubicBezTo>
                  <a:pt x="35" y="74"/>
                  <a:pt x="35" y="74"/>
                  <a:pt x="35" y="74"/>
                </a:cubicBezTo>
                <a:cubicBezTo>
                  <a:pt x="34" y="70"/>
                  <a:pt x="31" y="66"/>
                  <a:pt x="27" y="66"/>
                </a:cubicBezTo>
                <a:cubicBezTo>
                  <a:pt x="22" y="66"/>
                  <a:pt x="19" y="70"/>
                  <a:pt x="19" y="74"/>
                </a:cubicBezTo>
                <a:cubicBezTo>
                  <a:pt x="19" y="86"/>
                  <a:pt x="19" y="86"/>
                  <a:pt x="19" y="86"/>
                </a:cubicBezTo>
                <a:cubicBezTo>
                  <a:pt x="14" y="83"/>
                  <a:pt x="11" y="78"/>
                  <a:pt x="9" y="73"/>
                </a:cubicBezTo>
                <a:cubicBezTo>
                  <a:pt x="7" y="70"/>
                  <a:pt x="7" y="66"/>
                  <a:pt x="7" y="63"/>
                </a:cubicBezTo>
                <a:cubicBezTo>
                  <a:pt x="7" y="52"/>
                  <a:pt x="14" y="42"/>
                  <a:pt x="24" y="38"/>
                </a:cubicBezTo>
                <a:cubicBezTo>
                  <a:pt x="28" y="37"/>
                  <a:pt x="31" y="36"/>
                  <a:pt x="34" y="36"/>
                </a:cubicBezTo>
                <a:cubicBezTo>
                  <a:pt x="45" y="36"/>
                  <a:pt x="55" y="43"/>
                  <a:pt x="59" y="54"/>
                </a:cubicBezTo>
                <a:cubicBezTo>
                  <a:pt x="60" y="57"/>
                  <a:pt x="61" y="60"/>
                  <a:pt x="61" y="63"/>
                </a:cubicBezTo>
                <a:cubicBezTo>
                  <a:pt x="61" y="66"/>
                  <a:pt x="60" y="68"/>
                  <a:pt x="60" y="71"/>
                </a:cubicBezTo>
                <a:cubicBezTo>
                  <a:pt x="52" y="62"/>
                  <a:pt x="52" y="62"/>
                  <a:pt x="52" y="62"/>
                </a:cubicBezTo>
                <a:cubicBezTo>
                  <a:pt x="50" y="59"/>
                  <a:pt x="45" y="58"/>
                  <a:pt x="41" y="61"/>
                </a:cubicBezTo>
                <a:cubicBezTo>
                  <a:pt x="38" y="64"/>
                  <a:pt x="38" y="69"/>
                  <a:pt x="40" y="72"/>
                </a:cubicBezTo>
                <a:cubicBezTo>
                  <a:pt x="110" y="153"/>
                  <a:pt x="110" y="153"/>
                  <a:pt x="110" y="153"/>
                </a:cubicBezTo>
                <a:cubicBezTo>
                  <a:pt x="111" y="155"/>
                  <a:pt x="113" y="156"/>
                  <a:pt x="115" y="156"/>
                </a:cubicBezTo>
                <a:cubicBezTo>
                  <a:pt x="117" y="156"/>
                  <a:pt x="118" y="155"/>
                  <a:pt x="119" y="155"/>
                </a:cubicBezTo>
                <a:cubicBezTo>
                  <a:pt x="123" y="160"/>
                  <a:pt x="123" y="160"/>
                  <a:pt x="123" y="160"/>
                </a:cubicBezTo>
                <a:cubicBezTo>
                  <a:pt x="123" y="160"/>
                  <a:pt x="124" y="161"/>
                  <a:pt x="124" y="161"/>
                </a:cubicBezTo>
                <a:cubicBezTo>
                  <a:pt x="125" y="161"/>
                  <a:pt x="125" y="161"/>
                  <a:pt x="126" y="160"/>
                </a:cubicBezTo>
                <a:cubicBezTo>
                  <a:pt x="127" y="159"/>
                  <a:pt x="127" y="158"/>
                  <a:pt x="126" y="1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Freeform 884"/>
          <p:cNvSpPr>
            <a:spLocks noEditPoints="1"/>
          </p:cNvSpPr>
          <p:nvPr/>
        </p:nvSpPr>
        <p:spPr bwMode="auto">
          <a:xfrm>
            <a:off x="6963791" y="1987208"/>
            <a:ext cx="548563" cy="447806"/>
          </a:xfrm>
          <a:custGeom>
            <a:avLst/>
            <a:gdLst>
              <a:gd name="T0" fmla="*/ 114 w 207"/>
              <a:gd name="T1" fmla="*/ 136 h 169"/>
              <a:gd name="T2" fmla="*/ 118 w 207"/>
              <a:gd name="T3" fmla="*/ 136 h 169"/>
              <a:gd name="T4" fmla="*/ 203 w 207"/>
              <a:gd name="T5" fmla="*/ 91 h 169"/>
              <a:gd name="T6" fmla="*/ 206 w 207"/>
              <a:gd name="T7" fmla="*/ 83 h 169"/>
              <a:gd name="T8" fmla="*/ 198 w 207"/>
              <a:gd name="T9" fmla="*/ 80 h 169"/>
              <a:gd name="T10" fmla="*/ 115 w 207"/>
              <a:gd name="T11" fmla="*/ 124 h 169"/>
              <a:gd name="T12" fmla="*/ 22 w 207"/>
              <a:gd name="T13" fmla="*/ 105 h 169"/>
              <a:gd name="T14" fmla="*/ 15 w 207"/>
              <a:gd name="T15" fmla="*/ 93 h 169"/>
              <a:gd name="T16" fmla="*/ 27 w 207"/>
              <a:gd name="T17" fmla="*/ 85 h 169"/>
              <a:gd name="T18" fmla="*/ 116 w 207"/>
              <a:gd name="T19" fmla="*/ 104 h 169"/>
              <a:gd name="T20" fmla="*/ 118 w 207"/>
              <a:gd name="T21" fmla="*/ 103 h 169"/>
              <a:gd name="T22" fmla="*/ 203 w 207"/>
              <a:gd name="T23" fmla="*/ 58 h 169"/>
              <a:gd name="T24" fmla="*/ 206 w 207"/>
              <a:gd name="T25" fmla="*/ 50 h 169"/>
              <a:gd name="T26" fmla="*/ 198 w 207"/>
              <a:gd name="T27" fmla="*/ 48 h 169"/>
              <a:gd name="T28" fmla="*/ 114 w 207"/>
              <a:gd name="T29" fmla="*/ 92 h 169"/>
              <a:gd name="T30" fmla="*/ 22 w 207"/>
              <a:gd name="T31" fmla="*/ 72 h 169"/>
              <a:gd name="T32" fmla="*/ 15 w 207"/>
              <a:gd name="T33" fmla="*/ 60 h 169"/>
              <a:gd name="T34" fmla="*/ 27 w 207"/>
              <a:gd name="T35" fmla="*/ 52 h 169"/>
              <a:gd name="T36" fmla="*/ 110 w 207"/>
              <a:gd name="T37" fmla="*/ 70 h 169"/>
              <a:gd name="T38" fmla="*/ 113 w 207"/>
              <a:gd name="T39" fmla="*/ 69 h 169"/>
              <a:gd name="T40" fmla="*/ 198 w 207"/>
              <a:gd name="T41" fmla="*/ 25 h 169"/>
              <a:gd name="T42" fmla="*/ 197 w 207"/>
              <a:gd name="T43" fmla="*/ 17 h 169"/>
              <a:gd name="T44" fmla="*/ 114 w 207"/>
              <a:gd name="T45" fmla="*/ 1 h 169"/>
              <a:gd name="T46" fmla="*/ 92 w 207"/>
              <a:gd name="T47" fmla="*/ 4 h 169"/>
              <a:gd name="T48" fmla="*/ 16 w 207"/>
              <a:gd name="T49" fmla="*/ 42 h 169"/>
              <a:gd name="T50" fmla="*/ 13 w 207"/>
              <a:gd name="T51" fmla="*/ 44 h 169"/>
              <a:gd name="T52" fmla="*/ 3 w 207"/>
              <a:gd name="T53" fmla="*/ 58 h 169"/>
              <a:gd name="T54" fmla="*/ 10 w 207"/>
              <a:gd name="T55" fmla="*/ 78 h 169"/>
              <a:gd name="T56" fmla="*/ 3 w 207"/>
              <a:gd name="T57" fmla="*/ 90 h 169"/>
              <a:gd name="T58" fmla="*/ 10 w 207"/>
              <a:gd name="T59" fmla="*/ 111 h 169"/>
              <a:gd name="T60" fmla="*/ 3 w 207"/>
              <a:gd name="T61" fmla="*/ 123 h 169"/>
              <a:gd name="T62" fmla="*/ 20 w 207"/>
              <a:gd name="T63" fmla="*/ 149 h 169"/>
              <a:gd name="T64" fmla="*/ 115 w 207"/>
              <a:gd name="T65" fmla="*/ 169 h 169"/>
              <a:gd name="T66" fmla="*/ 118 w 207"/>
              <a:gd name="T67" fmla="*/ 168 h 169"/>
              <a:gd name="T68" fmla="*/ 203 w 207"/>
              <a:gd name="T69" fmla="*/ 123 h 169"/>
              <a:gd name="T70" fmla="*/ 206 w 207"/>
              <a:gd name="T71" fmla="*/ 115 h 169"/>
              <a:gd name="T72" fmla="*/ 198 w 207"/>
              <a:gd name="T73" fmla="*/ 113 h 169"/>
              <a:gd name="T74" fmla="*/ 114 w 207"/>
              <a:gd name="T75" fmla="*/ 157 h 169"/>
              <a:gd name="T76" fmla="*/ 22 w 207"/>
              <a:gd name="T77" fmla="*/ 137 h 169"/>
              <a:gd name="T78" fmla="*/ 15 w 207"/>
              <a:gd name="T79" fmla="*/ 125 h 169"/>
              <a:gd name="T80" fmla="*/ 27 w 207"/>
              <a:gd name="T81" fmla="*/ 117 h 169"/>
              <a:gd name="T82" fmla="*/ 114 w 207"/>
              <a:gd name="T83" fmla="*/ 136 h 169"/>
              <a:gd name="T84" fmla="*/ 109 w 207"/>
              <a:gd name="T85" fmla="*/ 21 h 169"/>
              <a:gd name="T86" fmla="*/ 149 w 207"/>
              <a:gd name="T87" fmla="*/ 29 h 169"/>
              <a:gd name="T88" fmla="*/ 131 w 207"/>
              <a:gd name="T89" fmla="*/ 37 h 169"/>
              <a:gd name="T90" fmla="*/ 92 w 207"/>
              <a:gd name="T91" fmla="*/ 29 h 169"/>
              <a:gd name="T92" fmla="*/ 109 w 207"/>
              <a:gd name="T93" fmla="*/ 21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7" h="169">
                <a:moveTo>
                  <a:pt x="114" y="136"/>
                </a:moveTo>
                <a:cubicBezTo>
                  <a:pt x="116" y="136"/>
                  <a:pt x="117" y="136"/>
                  <a:pt x="118" y="136"/>
                </a:cubicBezTo>
                <a:cubicBezTo>
                  <a:pt x="203" y="91"/>
                  <a:pt x="203" y="91"/>
                  <a:pt x="203" y="91"/>
                </a:cubicBezTo>
                <a:cubicBezTo>
                  <a:pt x="206" y="89"/>
                  <a:pt x="207" y="86"/>
                  <a:pt x="206" y="83"/>
                </a:cubicBezTo>
                <a:cubicBezTo>
                  <a:pt x="204" y="80"/>
                  <a:pt x="201" y="79"/>
                  <a:pt x="198" y="80"/>
                </a:cubicBezTo>
                <a:cubicBezTo>
                  <a:pt x="115" y="124"/>
                  <a:pt x="115" y="124"/>
                  <a:pt x="115" y="124"/>
                </a:cubicBezTo>
                <a:cubicBezTo>
                  <a:pt x="22" y="105"/>
                  <a:pt x="22" y="105"/>
                  <a:pt x="22" y="105"/>
                </a:cubicBezTo>
                <a:cubicBezTo>
                  <a:pt x="17" y="103"/>
                  <a:pt x="13" y="98"/>
                  <a:pt x="15" y="93"/>
                </a:cubicBezTo>
                <a:cubicBezTo>
                  <a:pt x="16" y="87"/>
                  <a:pt x="21" y="84"/>
                  <a:pt x="27" y="85"/>
                </a:cubicBezTo>
                <a:cubicBezTo>
                  <a:pt x="27" y="85"/>
                  <a:pt x="115" y="104"/>
                  <a:pt x="116" y="104"/>
                </a:cubicBezTo>
                <a:cubicBezTo>
                  <a:pt x="116" y="104"/>
                  <a:pt x="117" y="104"/>
                  <a:pt x="118" y="103"/>
                </a:cubicBezTo>
                <a:cubicBezTo>
                  <a:pt x="203" y="58"/>
                  <a:pt x="203" y="58"/>
                  <a:pt x="203" y="58"/>
                </a:cubicBezTo>
                <a:cubicBezTo>
                  <a:pt x="206" y="57"/>
                  <a:pt x="207" y="53"/>
                  <a:pt x="206" y="50"/>
                </a:cubicBezTo>
                <a:cubicBezTo>
                  <a:pt x="204" y="48"/>
                  <a:pt x="201" y="46"/>
                  <a:pt x="198" y="48"/>
                </a:cubicBezTo>
                <a:cubicBezTo>
                  <a:pt x="114" y="92"/>
                  <a:pt x="114" y="92"/>
                  <a:pt x="114" y="92"/>
                </a:cubicBezTo>
                <a:cubicBezTo>
                  <a:pt x="22" y="72"/>
                  <a:pt x="22" y="72"/>
                  <a:pt x="22" y="72"/>
                </a:cubicBezTo>
                <a:cubicBezTo>
                  <a:pt x="17" y="71"/>
                  <a:pt x="13" y="66"/>
                  <a:pt x="15" y="60"/>
                </a:cubicBezTo>
                <a:cubicBezTo>
                  <a:pt x="16" y="55"/>
                  <a:pt x="21" y="51"/>
                  <a:pt x="27" y="52"/>
                </a:cubicBezTo>
                <a:cubicBezTo>
                  <a:pt x="27" y="52"/>
                  <a:pt x="110" y="70"/>
                  <a:pt x="110" y="70"/>
                </a:cubicBezTo>
                <a:cubicBezTo>
                  <a:pt x="111" y="70"/>
                  <a:pt x="112" y="70"/>
                  <a:pt x="113" y="69"/>
                </a:cubicBezTo>
                <a:cubicBezTo>
                  <a:pt x="113" y="69"/>
                  <a:pt x="198" y="25"/>
                  <a:pt x="198" y="25"/>
                </a:cubicBezTo>
                <a:cubicBezTo>
                  <a:pt x="204" y="22"/>
                  <a:pt x="203" y="19"/>
                  <a:pt x="197" y="17"/>
                </a:cubicBezTo>
                <a:cubicBezTo>
                  <a:pt x="114" y="1"/>
                  <a:pt x="114" y="1"/>
                  <a:pt x="114" y="1"/>
                </a:cubicBezTo>
                <a:cubicBezTo>
                  <a:pt x="108" y="0"/>
                  <a:pt x="98" y="1"/>
                  <a:pt x="92" y="4"/>
                </a:cubicBezTo>
                <a:cubicBezTo>
                  <a:pt x="16" y="42"/>
                  <a:pt x="16" y="42"/>
                  <a:pt x="16" y="42"/>
                </a:cubicBezTo>
                <a:cubicBezTo>
                  <a:pt x="14" y="42"/>
                  <a:pt x="14" y="43"/>
                  <a:pt x="13" y="44"/>
                </a:cubicBezTo>
                <a:cubicBezTo>
                  <a:pt x="8" y="47"/>
                  <a:pt x="4" y="52"/>
                  <a:pt x="3" y="58"/>
                </a:cubicBezTo>
                <a:cubicBezTo>
                  <a:pt x="1" y="66"/>
                  <a:pt x="4" y="73"/>
                  <a:pt x="10" y="78"/>
                </a:cubicBezTo>
                <a:cubicBezTo>
                  <a:pt x="6" y="81"/>
                  <a:pt x="4" y="85"/>
                  <a:pt x="3" y="90"/>
                </a:cubicBezTo>
                <a:cubicBezTo>
                  <a:pt x="1" y="98"/>
                  <a:pt x="4" y="106"/>
                  <a:pt x="10" y="111"/>
                </a:cubicBezTo>
                <a:cubicBezTo>
                  <a:pt x="6" y="114"/>
                  <a:pt x="4" y="118"/>
                  <a:pt x="3" y="123"/>
                </a:cubicBezTo>
                <a:cubicBezTo>
                  <a:pt x="0" y="134"/>
                  <a:pt x="8" y="146"/>
                  <a:pt x="20" y="149"/>
                </a:cubicBezTo>
                <a:cubicBezTo>
                  <a:pt x="20" y="149"/>
                  <a:pt x="114" y="169"/>
                  <a:pt x="115" y="169"/>
                </a:cubicBezTo>
                <a:cubicBezTo>
                  <a:pt x="116" y="169"/>
                  <a:pt x="117" y="169"/>
                  <a:pt x="118" y="168"/>
                </a:cubicBezTo>
                <a:cubicBezTo>
                  <a:pt x="203" y="123"/>
                  <a:pt x="203" y="123"/>
                  <a:pt x="203" y="123"/>
                </a:cubicBezTo>
                <a:cubicBezTo>
                  <a:pt x="206" y="122"/>
                  <a:pt x="207" y="118"/>
                  <a:pt x="206" y="115"/>
                </a:cubicBezTo>
                <a:cubicBezTo>
                  <a:pt x="204" y="113"/>
                  <a:pt x="201" y="111"/>
                  <a:pt x="198" y="113"/>
                </a:cubicBezTo>
                <a:cubicBezTo>
                  <a:pt x="114" y="157"/>
                  <a:pt x="114" y="157"/>
                  <a:pt x="114" y="157"/>
                </a:cubicBezTo>
                <a:cubicBezTo>
                  <a:pt x="22" y="137"/>
                  <a:pt x="22" y="137"/>
                  <a:pt x="22" y="137"/>
                </a:cubicBezTo>
                <a:cubicBezTo>
                  <a:pt x="17" y="136"/>
                  <a:pt x="13" y="131"/>
                  <a:pt x="15" y="125"/>
                </a:cubicBezTo>
                <a:cubicBezTo>
                  <a:pt x="16" y="120"/>
                  <a:pt x="21" y="116"/>
                  <a:pt x="27" y="117"/>
                </a:cubicBezTo>
                <a:cubicBezTo>
                  <a:pt x="27" y="117"/>
                  <a:pt x="114" y="136"/>
                  <a:pt x="114" y="136"/>
                </a:cubicBezTo>
                <a:close/>
                <a:moveTo>
                  <a:pt x="109" y="21"/>
                </a:moveTo>
                <a:cubicBezTo>
                  <a:pt x="149" y="29"/>
                  <a:pt x="149" y="29"/>
                  <a:pt x="149" y="29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92" y="29"/>
                  <a:pt x="92" y="29"/>
                  <a:pt x="92" y="29"/>
                </a:cubicBezTo>
                <a:lnTo>
                  <a:pt x="109" y="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Freeform 886"/>
          <p:cNvSpPr>
            <a:spLocks noEditPoints="1"/>
          </p:cNvSpPr>
          <p:nvPr/>
        </p:nvSpPr>
        <p:spPr bwMode="auto">
          <a:xfrm>
            <a:off x="7797989" y="1987208"/>
            <a:ext cx="527292" cy="429894"/>
          </a:xfrm>
          <a:custGeom>
            <a:avLst/>
            <a:gdLst>
              <a:gd name="T0" fmla="*/ 14 w 199"/>
              <a:gd name="T1" fmla="*/ 0 h 162"/>
              <a:gd name="T2" fmla="*/ 0 w 199"/>
              <a:gd name="T3" fmla="*/ 148 h 162"/>
              <a:gd name="T4" fmla="*/ 184 w 199"/>
              <a:gd name="T5" fmla="*/ 162 h 162"/>
              <a:gd name="T6" fmla="*/ 199 w 199"/>
              <a:gd name="T7" fmla="*/ 15 h 162"/>
              <a:gd name="T8" fmla="*/ 188 w 199"/>
              <a:gd name="T9" fmla="*/ 145 h 162"/>
              <a:gd name="T10" fmla="*/ 18 w 199"/>
              <a:gd name="T11" fmla="*/ 152 h 162"/>
              <a:gd name="T12" fmla="*/ 10 w 199"/>
              <a:gd name="T13" fmla="*/ 18 h 162"/>
              <a:gd name="T14" fmla="*/ 181 w 199"/>
              <a:gd name="T15" fmla="*/ 11 h 162"/>
              <a:gd name="T16" fmla="*/ 188 w 199"/>
              <a:gd name="T17" fmla="*/ 145 h 162"/>
              <a:gd name="T18" fmla="*/ 25 w 199"/>
              <a:gd name="T19" fmla="*/ 21 h 162"/>
              <a:gd name="T20" fmla="*/ 21 w 199"/>
              <a:gd name="T21" fmla="*/ 138 h 162"/>
              <a:gd name="T22" fmla="*/ 115 w 199"/>
              <a:gd name="T23" fmla="*/ 142 h 162"/>
              <a:gd name="T24" fmla="*/ 117 w 199"/>
              <a:gd name="T25" fmla="*/ 132 h 162"/>
              <a:gd name="T26" fmla="*/ 164 w 199"/>
              <a:gd name="T27" fmla="*/ 134 h 162"/>
              <a:gd name="T28" fmla="*/ 173 w 199"/>
              <a:gd name="T29" fmla="*/ 142 h 162"/>
              <a:gd name="T30" fmla="*/ 177 w 199"/>
              <a:gd name="T31" fmla="*/ 25 h 162"/>
              <a:gd name="T32" fmla="*/ 76 w 199"/>
              <a:gd name="T33" fmla="*/ 96 h 162"/>
              <a:gd name="T34" fmla="*/ 59 w 199"/>
              <a:gd name="T35" fmla="*/ 105 h 162"/>
              <a:gd name="T36" fmla="*/ 45 w 199"/>
              <a:gd name="T37" fmla="*/ 99 h 162"/>
              <a:gd name="T38" fmla="*/ 47 w 199"/>
              <a:gd name="T39" fmla="*/ 93 h 162"/>
              <a:gd name="T40" fmla="*/ 52 w 199"/>
              <a:gd name="T41" fmla="*/ 95 h 162"/>
              <a:gd name="T42" fmla="*/ 56 w 199"/>
              <a:gd name="T43" fmla="*/ 99 h 162"/>
              <a:gd name="T44" fmla="*/ 68 w 199"/>
              <a:gd name="T45" fmla="*/ 93 h 162"/>
              <a:gd name="T46" fmla="*/ 64 w 199"/>
              <a:gd name="T47" fmla="*/ 81 h 162"/>
              <a:gd name="T48" fmla="*/ 56 w 199"/>
              <a:gd name="T49" fmla="*/ 81 h 162"/>
              <a:gd name="T50" fmla="*/ 51 w 199"/>
              <a:gd name="T51" fmla="*/ 80 h 162"/>
              <a:gd name="T52" fmla="*/ 53 w 199"/>
              <a:gd name="T53" fmla="*/ 75 h 162"/>
              <a:gd name="T54" fmla="*/ 62 w 199"/>
              <a:gd name="T55" fmla="*/ 68 h 162"/>
              <a:gd name="T56" fmla="*/ 59 w 199"/>
              <a:gd name="T57" fmla="*/ 65 h 162"/>
              <a:gd name="T58" fmla="*/ 50 w 199"/>
              <a:gd name="T59" fmla="*/ 68 h 162"/>
              <a:gd name="T60" fmla="*/ 45 w 199"/>
              <a:gd name="T61" fmla="*/ 71 h 162"/>
              <a:gd name="T62" fmla="*/ 42 w 199"/>
              <a:gd name="T63" fmla="*/ 65 h 162"/>
              <a:gd name="T64" fmla="*/ 63 w 199"/>
              <a:gd name="T65" fmla="*/ 60 h 162"/>
              <a:gd name="T66" fmla="*/ 70 w 199"/>
              <a:gd name="T67" fmla="*/ 71 h 162"/>
              <a:gd name="T68" fmla="*/ 70 w 199"/>
              <a:gd name="T69" fmla="*/ 77 h 162"/>
              <a:gd name="T70" fmla="*/ 76 w 199"/>
              <a:gd name="T71" fmla="*/ 96 h 162"/>
              <a:gd name="T72" fmla="*/ 118 w 199"/>
              <a:gd name="T73" fmla="*/ 78 h 162"/>
              <a:gd name="T74" fmla="*/ 108 w 199"/>
              <a:gd name="T75" fmla="*/ 79 h 162"/>
              <a:gd name="T76" fmla="*/ 107 w 199"/>
              <a:gd name="T77" fmla="*/ 85 h 162"/>
              <a:gd name="T78" fmla="*/ 106 w 199"/>
              <a:gd name="T79" fmla="*/ 92 h 162"/>
              <a:gd name="T80" fmla="*/ 104 w 199"/>
              <a:gd name="T81" fmla="*/ 91 h 162"/>
              <a:gd name="T82" fmla="*/ 100 w 199"/>
              <a:gd name="T83" fmla="*/ 81 h 162"/>
              <a:gd name="T84" fmla="*/ 93 w 199"/>
              <a:gd name="T85" fmla="*/ 83 h 162"/>
              <a:gd name="T86" fmla="*/ 89 w 199"/>
              <a:gd name="T87" fmla="*/ 81 h 162"/>
              <a:gd name="T88" fmla="*/ 90 w 199"/>
              <a:gd name="T89" fmla="*/ 78 h 162"/>
              <a:gd name="T90" fmla="*/ 100 w 199"/>
              <a:gd name="T91" fmla="*/ 76 h 162"/>
              <a:gd name="T92" fmla="*/ 103 w 199"/>
              <a:gd name="T93" fmla="*/ 65 h 162"/>
              <a:gd name="T94" fmla="*/ 106 w 199"/>
              <a:gd name="T95" fmla="*/ 71 h 162"/>
              <a:gd name="T96" fmla="*/ 112 w 199"/>
              <a:gd name="T97" fmla="*/ 74 h 162"/>
              <a:gd name="T98" fmla="*/ 119 w 199"/>
              <a:gd name="T99" fmla="*/ 75 h 162"/>
              <a:gd name="T100" fmla="*/ 148 w 199"/>
              <a:gd name="T101" fmla="*/ 87 h 162"/>
              <a:gd name="T102" fmla="*/ 145 w 199"/>
              <a:gd name="T103" fmla="*/ 90 h 162"/>
              <a:gd name="T104" fmla="*/ 141 w 199"/>
              <a:gd name="T105" fmla="*/ 88 h 162"/>
              <a:gd name="T106" fmla="*/ 136 w 199"/>
              <a:gd name="T107" fmla="*/ 55 h 162"/>
              <a:gd name="T108" fmla="*/ 125 w 199"/>
              <a:gd name="T109" fmla="*/ 62 h 162"/>
              <a:gd name="T110" fmla="*/ 120 w 199"/>
              <a:gd name="T111" fmla="*/ 58 h 162"/>
              <a:gd name="T112" fmla="*/ 133 w 199"/>
              <a:gd name="T113" fmla="*/ 48 h 162"/>
              <a:gd name="T114" fmla="*/ 141 w 199"/>
              <a:gd name="T115" fmla="*/ 45 h 162"/>
              <a:gd name="T116" fmla="*/ 144 w 199"/>
              <a:gd name="T117" fmla="*/ 50 h 162"/>
              <a:gd name="T118" fmla="*/ 148 w 199"/>
              <a:gd name="T119" fmla="*/ 8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99" h="162">
                <a:moveTo>
                  <a:pt x="184" y="0"/>
                </a:moveTo>
                <a:cubicBezTo>
                  <a:pt x="14" y="0"/>
                  <a:pt x="14" y="0"/>
                  <a:pt x="14" y="0"/>
                </a:cubicBezTo>
                <a:cubicBezTo>
                  <a:pt x="6" y="0"/>
                  <a:pt x="0" y="7"/>
                  <a:pt x="0" y="15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56"/>
                  <a:pt x="6" y="162"/>
                  <a:pt x="14" y="162"/>
                </a:cubicBezTo>
                <a:cubicBezTo>
                  <a:pt x="184" y="162"/>
                  <a:pt x="184" y="162"/>
                  <a:pt x="184" y="162"/>
                </a:cubicBezTo>
                <a:cubicBezTo>
                  <a:pt x="192" y="162"/>
                  <a:pt x="199" y="156"/>
                  <a:pt x="199" y="148"/>
                </a:cubicBezTo>
                <a:cubicBezTo>
                  <a:pt x="199" y="15"/>
                  <a:pt x="199" y="15"/>
                  <a:pt x="199" y="15"/>
                </a:cubicBezTo>
                <a:cubicBezTo>
                  <a:pt x="199" y="7"/>
                  <a:pt x="192" y="0"/>
                  <a:pt x="184" y="0"/>
                </a:cubicBezTo>
                <a:close/>
                <a:moveTo>
                  <a:pt x="188" y="145"/>
                </a:moveTo>
                <a:cubicBezTo>
                  <a:pt x="188" y="149"/>
                  <a:pt x="185" y="152"/>
                  <a:pt x="181" y="152"/>
                </a:cubicBezTo>
                <a:cubicBezTo>
                  <a:pt x="18" y="152"/>
                  <a:pt x="18" y="152"/>
                  <a:pt x="18" y="152"/>
                </a:cubicBezTo>
                <a:cubicBezTo>
                  <a:pt x="14" y="152"/>
                  <a:pt x="10" y="149"/>
                  <a:pt x="10" y="145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5"/>
                  <a:pt x="14" y="11"/>
                  <a:pt x="18" y="11"/>
                </a:cubicBezTo>
                <a:cubicBezTo>
                  <a:pt x="181" y="11"/>
                  <a:pt x="181" y="11"/>
                  <a:pt x="181" y="11"/>
                </a:cubicBezTo>
                <a:cubicBezTo>
                  <a:pt x="185" y="11"/>
                  <a:pt x="188" y="15"/>
                  <a:pt x="188" y="18"/>
                </a:cubicBezTo>
                <a:lnTo>
                  <a:pt x="188" y="145"/>
                </a:lnTo>
                <a:close/>
                <a:moveTo>
                  <a:pt x="173" y="21"/>
                </a:moveTo>
                <a:cubicBezTo>
                  <a:pt x="25" y="21"/>
                  <a:pt x="25" y="21"/>
                  <a:pt x="25" y="21"/>
                </a:cubicBezTo>
                <a:cubicBezTo>
                  <a:pt x="23" y="21"/>
                  <a:pt x="21" y="23"/>
                  <a:pt x="21" y="25"/>
                </a:cubicBezTo>
                <a:cubicBezTo>
                  <a:pt x="21" y="138"/>
                  <a:pt x="21" y="138"/>
                  <a:pt x="21" y="138"/>
                </a:cubicBezTo>
                <a:cubicBezTo>
                  <a:pt x="21" y="140"/>
                  <a:pt x="23" y="142"/>
                  <a:pt x="25" y="142"/>
                </a:cubicBezTo>
                <a:cubicBezTo>
                  <a:pt x="115" y="142"/>
                  <a:pt x="115" y="142"/>
                  <a:pt x="115" y="142"/>
                </a:cubicBezTo>
                <a:cubicBezTo>
                  <a:pt x="115" y="134"/>
                  <a:pt x="115" y="134"/>
                  <a:pt x="115" y="134"/>
                </a:cubicBezTo>
                <a:cubicBezTo>
                  <a:pt x="115" y="133"/>
                  <a:pt x="116" y="132"/>
                  <a:pt x="117" y="132"/>
                </a:cubicBezTo>
                <a:cubicBezTo>
                  <a:pt x="162" y="132"/>
                  <a:pt x="162" y="132"/>
                  <a:pt x="162" y="132"/>
                </a:cubicBezTo>
                <a:cubicBezTo>
                  <a:pt x="163" y="132"/>
                  <a:pt x="164" y="133"/>
                  <a:pt x="164" y="134"/>
                </a:cubicBezTo>
                <a:cubicBezTo>
                  <a:pt x="164" y="142"/>
                  <a:pt x="164" y="142"/>
                  <a:pt x="164" y="142"/>
                </a:cubicBezTo>
                <a:cubicBezTo>
                  <a:pt x="173" y="142"/>
                  <a:pt x="173" y="142"/>
                  <a:pt x="173" y="142"/>
                </a:cubicBezTo>
                <a:cubicBezTo>
                  <a:pt x="175" y="142"/>
                  <a:pt x="177" y="140"/>
                  <a:pt x="177" y="138"/>
                </a:cubicBezTo>
                <a:cubicBezTo>
                  <a:pt x="177" y="25"/>
                  <a:pt x="177" y="25"/>
                  <a:pt x="177" y="25"/>
                </a:cubicBezTo>
                <a:cubicBezTo>
                  <a:pt x="177" y="23"/>
                  <a:pt x="175" y="21"/>
                  <a:pt x="173" y="21"/>
                </a:cubicBezTo>
                <a:close/>
                <a:moveTo>
                  <a:pt x="76" y="96"/>
                </a:moveTo>
                <a:cubicBezTo>
                  <a:pt x="73" y="101"/>
                  <a:pt x="69" y="104"/>
                  <a:pt x="63" y="105"/>
                </a:cubicBezTo>
                <a:cubicBezTo>
                  <a:pt x="62" y="105"/>
                  <a:pt x="60" y="105"/>
                  <a:pt x="59" y="105"/>
                </a:cubicBezTo>
                <a:cubicBezTo>
                  <a:pt x="57" y="105"/>
                  <a:pt x="54" y="105"/>
                  <a:pt x="51" y="104"/>
                </a:cubicBezTo>
                <a:cubicBezTo>
                  <a:pt x="48" y="102"/>
                  <a:pt x="46" y="101"/>
                  <a:pt x="45" y="99"/>
                </a:cubicBezTo>
                <a:cubicBezTo>
                  <a:pt x="43" y="97"/>
                  <a:pt x="43" y="96"/>
                  <a:pt x="44" y="95"/>
                </a:cubicBezTo>
                <a:cubicBezTo>
                  <a:pt x="44" y="94"/>
                  <a:pt x="45" y="93"/>
                  <a:pt x="47" y="93"/>
                </a:cubicBezTo>
                <a:cubicBezTo>
                  <a:pt x="49" y="92"/>
                  <a:pt x="51" y="93"/>
                  <a:pt x="52" y="94"/>
                </a:cubicBezTo>
                <a:cubicBezTo>
                  <a:pt x="52" y="94"/>
                  <a:pt x="52" y="95"/>
                  <a:pt x="52" y="95"/>
                </a:cubicBezTo>
                <a:cubicBezTo>
                  <a:pt x="53" y="96"/>
                  <a:pt x="53" y="96"/>
                  <a:pt x="53" y="96"/>
                </a:cubicBezTo>
                <a:cubicBezTo>
                  <a:pt x="54" y="98"/>
                  <a:pt x="55" y="98"/>
                  <a:pt x="56" y="99"/>
                </a:cubicBezTo>
                <a:cubicBezTo>
                  <a:pt x="58" y="99"/>
                  <a:pt x="59" y="100"/>
                  <a:pt x="61" y="99"/>
                </a:cubicBezTo>
                <a:cubicBezTo>
                  <a:pt x="64" y="99"/>
                  <a:pt x="66" y="97"/>
                  <a:pt x="68" y="93"/>
                </a:cubicBezTo>
                <a:cubicBezTo>
                  <a:pt x="70" y="89"/>
                  <a:pt x="69" y="86"/>
                  <a:pt x="67" y="84"/>
                </a:cubicBezTo>
                <a:cubicBezTo>
                  <a:pt x="66" y="82"/>
                  <a:pt x="65" y="81"/>
                  <a:pt x="64" y="81"/>
                </a:cubicBezTo>
                <a:cubicBezTo>
                  <a:pt x="62" y="80"/>
                  <a:pt x="60" y="80"/>
                  <a:pt x="58" y="80"/>
                </a:cubicBezTo>
                <a:cubicBezTo>
                  <a:pt x="58" y="80"/>
                  <a:pt x="57" y="81"/>
                  <a:pt x="56" y="81"/>
                </a:cubicBezTo>
                <a:cubicBezTo>
                  <a:pt x="55" y="81"/>
                  <a:pt x="55" y="81"/>
                  <a:pt x="54" y="82"/>
                </a:cubicBezTo>
                <a:cubicBezTo>
                  <a:pt x="53" y="82"/>
                  <a:pt x="52" y="81"/>
                  <a:pt x="51" y="80"/>
                </a:cubicBezTo>
                <a:cubicBezTo>
                  <a:pt x="50" y="79"/>
                  <a:pt x="50" y="77"/>
                  <a:pt x="50" y="77"/>
                </a:cubicBezTo>
                <a:cubicBezTo>
                  <a:pt x="51" y="76"/>
                  <a:pt x="52" y="76"/>
                  <a:pt x="53" y="75"/>
                </a:cubicBezTo>
                <a:cubicBezTo>
                  <a:pt x="56" y="74"/>
                  <a:pt x="59" y="72"/>
                  <a:pt x="60" y="71"/>
                </a:cubicBezTo>
                <a:cubicBezTo>
                  <a:pt x="61" y="70"/>
                  <a:pt x="62" y="69"/>
                  <a:pt x="62" y="68"/>
                </a:cubicBezTo>
                <a:cubicBezTo>
                  <a:pt x="62" y="68"/>
                  <a:pt x="62" y="67"/>
                  <a:pt x="61" y="67"/>
                </a:cubicBezTo>
                <a:cubicBezTo>
                  <a:pt x="61" y="66"/>
                  <a:pt x="60" y="66"/>
                  <a:pt x="59" y="65"/>
                </a:cubicBezTo>
                <a:cubicBezTo>
                  <a:pt x="58" y="65"/>
                  <a:pt x="57" y="65"/>
                  <a:pt x="56" y="65"/>
                </a:cubicBezTo>
                <a:cubicBezTo>
                  <a:pt x="54" y="66"/>
                  <a:pt x="52" y="67"/>
                  <a:pt x="50" y="68"/>
                </a:cubicBezTo>
                <a:cubicBezTo>
                  <a:pt x="50" y="68"/>
                  <a:pt x="49" y="69"/>
                  <a:pt x="47" y="70"/>
                </a:cubicBezTo>
                <a:cubicBezTo>
                  <a:pt x="47" y="71"/>
                  <a:pt x="46" y="71"/>
                  <a:pt x="45" y="71"/>
                </a:cubicBezTo>
                <a:cubicBezTo>
                  <a:pt x="43" y="71"/>
                  <a:pt x="42" y="71"/>
                  <a:pt x="41" y="70"/>
                </a:cubicBezTo>
                <a:cubicBezTo>
                  <a:pt x="41" y="69"/>
                  <a:pt x="40" y="67"/>
                  <a:pt x="42" y="65"/>
                </a:cubicBezTo>
                <a:cubicBezTo>
                  <a:pt x="46" y="62"/>
                  <a:pt x="50" y="60"/>
                  <a:pt x="54" y="59"/>
                </a:cubicBezTo>
                <a:cubicBezTo>
                  <a:pt x="57" y="59"/>
                  <a:pt x="60" y="59"/>
                  <a:pt x="63" y="60"/>
                </a:cubicBezTo>
                <a:cubicBezTo>
                  <a:pt x="66" y="61"/>
                  <a:pt x="68" y="62"/>
                  <a:pt x="70" y="64"/>
                </a:cubicBezTo>
                <a:cubicBezTo>
                  <a:pt x="71" y="66"/>
                  <a:pt x="71" y="69"/>
                  <a:pt x="70" y="71"/>
                </a:cubicBezTo>
                <a:cubicBezTo>
                  <a:pt x="69" y="73"/>
                  <a:pt x="68" y="74"/>
                  <a:pt x="66" y="76"/>
                </a:cubicBezTo>
                <a:cubicBezTo>
                  <a:pt x="67" y="76"/>
                  <a:pt x="69" y="76"/>
                  <a:pt x="70" y="77"/>
                </a:cubicBezTo>
                <a:cubicBezTo>
                  <a:pt x="72" y="77"/>
                  <a:pt x="74" y="79"/>
                  <a:pt x="75" y="81"/>
                </a:cubicBezTo>
                <a:cubicBezTo>
                  <a:pt x="79" y="85"/>
                  <a:pt x="79" y="90"/>
                  <a:pt x="76" y="96"/>
                </a:cubicBezTo>
                <a:close/>
                <a:moveTo>
                  <a:pt x="120" y="77"/>
                </a:moveTo>
                <a:cubicBezTo>
                  <a:pt x="119" y="77"/>
                  <a:pt x="119" y="78"/>
                  <a:pt x="118" y="78"/>
                </a:cubicBezTo>
                <a:cubicBezTo>
                  <a:pt x="118" y="78"/>
                  <a:pt x="117" y="78"/>
                  <a:pt x="116" y="78"/>
                </a:cubicBezTo>
                <a:cubicBezTo>
                  <a:pt x="115" y="78"/>
                  <a:pt x="114" y="78"/>
                  <a:pt x="108" y="79"/>
                </a:cubicBezTo>
                <a:cubicBezTo>
                  <a:pt x="107" y="80"/>
                  <a:pt x="107" y="80"/>
                  <a:pt x="107" y="80"/>
                </a:cubicBezTo>
                <a:cubicBezTo>
                  <a:pt x="107" y="81"/>
                  <a:pt x="107" y="83"/>
                  <a:pt x="107" y="85"/>
                </a:cubicBezTo>
                <a:cubicBezTo>
                  <a:pt x="108" y="87"/>
                  <a:pt x="108" y="89"/>
                  <a:pt x="108" y="90"/>
                </a:cubicBezTo>
                <a:cubicBezTo>
                  <a:pt x="107" y="91"/>
                  <a:pt x="107" y="91"/>
                  <a:pt x="106" y="92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5" y="92"/>
                  <a:pt x="104" y="92"/>
                  <a:pt x="104" y="91"/>
                </a:cubicBezTo>
                <a:cubicBezTo>
                  <a:pt x="103" y="91"/>
                  <a:pt x="103" y="91"/>
                  <a:pt x="102" y="90"/>
                </a:cubicBezTo>
                <a:cubicBezTo>
                  <a:pt x="102" y="90"/>
                  <a:pt x="101" y="88"/>
                  <a:pt x="100" y="81"/>
                </a:cubicBezTo>
                <a:cubicBezTo>
                  <a:pt x="98" y="81"/>
                  <a:pt x="96" y="82"/>
                  <a:pt x="95" y="82"/>
                </a:cubicBezTo>
                <a:cubicBezTo>
                  <a:pt x="94" y="82"/>
                  <a:pt x="93" y="82"/>
                  <a:pt x="93" y="83"/>
                </a:cubicBezTo>
                <a:cubicBezTo>
                  <a:pt x="92" y="83"/>
                  <a:pt x="91" y="83"/>
                  <a:pt x="90" y="82"/>
                </a:cubicBezTo>
                <a:cubicBezTo>
                  <a:pt x="89" y="82"/>
                  <a:pt x="89" y="82"/>
                  <a:pt x="89" y="81"/>
                </a:cubicBezTo>
                <a:cubicBezTo>
                  <a:pt x="88" y="81"/>
                  <a:pt x="88" y="80"/>
                  <a:pt x="88" y="79"/>
                </a:cubicBezTo>
                <a:cubicBezTo>
                  <a:pt x="88" y="79"/>
                  <a:pt x="89" y="78"/>
                  <a:pt x="90" y="78"/>
                </a:cubicBezTo>
                <a:cubicBezTo>
                  <a:pt x="91" y="78"/>
                  <a:pt x="94" y="77"/>
                  <a:pt x="99" y="76"/>
                </a:cubicBezTo>
                <a:cubicBezTo>
                  <a:pt x="100" y="76"/>
                  <a:pt x="100" y="76"/>
                  <a:pt x="100" y="76"/>
                </a:cubicBezTo>
                <a:cubicBezTo>
                  <a:pt x="100" y="73"/>
                  <a:pt x="100" y="71"/>
                  <a:pt x="100" y="69"/>
                </a:cubicBezTo>
                <a:cubicBezTo>
                  <a:pt x="100" y="67"/>
                  <a:pt x="101" y="65"/>
                  <a:pt x="103" y="65"/>
                </a:cubicBezTo>
                <a:cubicBezTo>
                  <a:pt x="104" y="65"/>
                  <a:pt x="105" y="65"/>
                  <a:pt x="106" y="66"/>
                </a:cubicBezTo>
                <a:cubicBezTo>
                  <a:pt x="106" y="66"/>
                  <a:pt x="106" y="67"/>
                  <a:pt x="106" y="71"/>
                </a:cubicBezTo>
                <a:cubicBezTo>
                  <a:pt x="106" y="72"/>
                  <a:pt x="106" y="73"/>
                  <a:pt x="106" y="75"/>
                </a:cubicBezTo>
                <a:cubicBezTo>
                  <a:pt x="109" y="74"/>
                  <a:pt x="111" y="74"/>
                  <a:pt x="112" y="74"/>
                </a:cubicBezTo>
                <a:cubicBezTo>
                  <a:pt x="114" y="73"/>
                  <a:pt x="116" y="73"/>
                  <a:pt x="117" y="73"/>
                </a:cubicBezTo>
                <a:cubicBezTo>
                  <a:pt x="118" y="74"/>
                  <a:pt x="119" y="74"/>
                  <a:pt x="119" y="75"/>
                </a:cubicBezTo>
                <a:cubicBezTo>
                  <a:pt x="120" y="76"/>
                  <a:pt x="120" y="76"/>
                  <a:pt x="120" y="77"/>
                </a:cubicBezTo>
                <a:close/>
                <a:moveTo>
                  <a:pt x="148" y="87"/>
                </a:moveTo>
                <a:cubicBezTo>
                  <a:pt x="148" y="89"/>
                  <a:pt x="147" y="89"/>
                  <a:pt x="146" y="89"/>
                </a:cubicBezTo>
                <a:cubicBezTo>
                  <a:pt x="146" y="89"/>
                  <a:pt x="145" y="90"/>
                  <a:pt x="145" y="90"/>
                </a:cubicBezTo>
                <a:cubicBezTo>
                  <a:pt x="144" y="90"/>
                  <a:pt x="144" y="89"/>
                  <a:pt x="143" y="89"/>
                </a:cubicBezTo>
                <a:cubicBezTo>
                  <a:pt x="142" y="89"/>
                  <a:pt x="141" y="88"/>
                  <a:pt x="141" y="88"/>
                </a:cubicBezTo>
                <a:cubicBezTo>
                  <a:pt x="140" y="87"/>
                  <a:pt x="138" y="84"/>
                  <a:pt x="137" y="72"/>
                </a:cubicBezTo>
                <a:cubicBezTo>
                  <a:pt x="136" y="64"/>
                  <a:pt x="135" y="59"/>
                  <a:pt x="136" y="55"/>
                </a:cubicBezTo>
                <a:cubicBezTo>
                  <a:pt x="134" y="56"/>
                  <a:pt x="133" y="57"/>
                  <a:pt x="132" y="58"/>
                </a:cubicBezTo>
                <a:cubicBezTo>
                  <a:pt x="129" y="60"/>
                  <a:pt x="127" y="61"/>
                  <a:pt x="125" y="62"/>
                </a:cubicBezTo>
                <a:cubicBezTo>
                  <a:pt x="124" y="62"/>
                  <a:pt x="122" y="61"/>
                  <a:pt x="121" y="60"/>
                </a:cubicBezTo>
                <a:cubicBezTo>
                  <a:pt x="120" y="59"/>
                  <a:pt x="120" y="59"/>
                  <a:pt x="120" y="58"/>
                </a:cubicBezTo>
                <a:cubicBezTo>
                  <a:pt x="120" y="57"/>
                  <a:pt x="121" y="57"/>
                  <a:pt x="122" y="56"/>
                </a:cubicBezTo>
                <a:cubicBezTo>
                  <a:pt x="125" y="55"/>
                  <a:pt x="128" y="52"/>
                  <a:pt x="133" y="48"/>
                </a:cubicBezTo>
                <a:cubicBezTo>
                  <a:pt x="135" y="46"/>
                  <a:pt x="137" y="45"/>
                  <a:pt x="138" y="44"/>
                </a:cubicBezTo>
                <a:cubicBezTo>
                  <a:pt x="139" y="44"/>
                  <a:pt x="140" y="44"/>
                  <a:pt x="141" y="45"/>
                </a:cubicBezTo>
                <a:cubicBezTo>
                  <a:pt x="142" y="45"/>
                  <a:pt x="143" y="46"/>
                  <a:pt x="144" y="46"/>
                </a:cubicBezTo>
                <a:cubicBezTo>
                  <a:pt x="144" y="47"/>
                  <a:pt x="145" y="48"/>
                  <a:pt x="144" y="50"/>
                </a:cubicBezTo>
                <a:cubicBezTo>
                  <a:pt x="144" y="65"/>
                  <a:pt x="145" y="76"/>
                  <a:pt x="147" y="84"/>
                </a:cubicBezTo>
                <a:cubicBezTo>
                  <a:pt x="148" y="86"/>
                  <a:pt x="148" y="87"/>
                  <a:pt x="148" y="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Freeform 887"/>
          <p:cNvSpPr>
            <a:spLocks noEditPoints="1"/>
          </p:cNvSpPr>
          <p:nvPr/>
        </p:nvSpPr>
        <p:spPr bwMode="auto">
          <a:xfrm>
            <a:off x="8632188" y="1987208"/>
            <a:ext cx="529530" cy="387352"/>
          </a:xfrm>
          <a:custGeom>
            <a:avLst/>
            <a:gdLst>
              <a:gd name="T0" fmla="*/ 0 w 200"/>
              <a:gd name="T1" fmla="*/ 0 h 146"/>
              <a:gd name="T2" fmla="*/ 0 w 200"/>
              <a:gd name="T3" fmla="*/ 146 h 146"/>
              <a:gd name="T4" fmla="*/ 200 w 200"/>
              <a:gd name="T5" fmla="*/ 146 h 146"/>
              <a:gd name="T6" fmla="*/ 200 w 200"/>
              <a:gd name="T7" fmla="*/ 0 h 146"/>
              <a:gd name="T8" fmla="*/ 0 w 200"/>
              <a:gd name="T9" fmla="*/ 0 h 146"/>
              <a:gd name="T10" fmla="*/ 192 w 200"/>
              <a:gd name="T11" fmla="*/ 138 h 146"/>
              <a:gd name="T12" fmla="*/ 8 w 200"/>
              <a:gd name="T13" fmla="*/ 138 h 146"/>
              <a:gd name="T14" fmla="*/ 8 w 200"/>
              <a:gd name="T15" fmla="*/ 8 h 146"/>
              <a:gd name="T16" fmla="*/ 192 w 200"/>
              <a:gd name="T17" fmla="*/ 8 h 146"/>
              <a:gd name="T18" fmla="*/ 192 w 200"/>
              <a:gd name="T19" fmla="*/ 138 h 146"/>
              <a:gd name="T20" fmla="*/ 173 w 200"/>
              <a:gd name="T21" fmla="*/ 86 h 146"/>
              <a:gd name="T22" fmla="*/ 164 w 200"/>
              <a:gd name="T23" fmla="*/ 102 h 146"/>
              <a:gd name="T24" fmla="*/ 164 w 200"/>
              <a:gd name="T25" fmla="*/ 102 h 146"/>
              <a:gd name="T26" fmla="*/ 164 w 200"/>
              <a:gd name="T27" fmla="*/ 130 h 146"/>
              <a:gd name="T28" fmla="*/ 155 w 200"/>
              <a:gd name="T29" fmla="*/ 118 h 146"/>
              <a:gd name="T30" fmla="*/ 146 w 200"/>
              <a:gd name="T31" fmla="*/ 130 h 146"/>
              <a:gd name="T32" fmla="*/ 146 w 200"/>
              <a:gd name="T33" fmla="*/ 102 h 146"/>
              <a:gd name="T34" fmla="*/ 146 w 200"/>
              <a:gd name="T35" fmla="*/ 102 h 146"/>
              <a:gd name="T36" fmla="*/ 137 w 200"/>
              <a:gd name="T37" fmla="*/ 86 h 146"/>
              <a:gd name="T38" fmla="*/ 155 w 200"/>
              <a:gd name="T39" fmla="*/ 68 h 146"/>
              <a:gd name="T40" fmla="*/ 173 w 200"/>
              <a:gd name="T41" fmla="*/ 86 h 146"/>
              <a:gd name="T42" fmla="*/ 22 w 200"/>
              <a:gd name="T43" fmla="*/ 31 h 146"/>
              <a:gd name="T44" fmla="*/ 25 w 200"/>
              <a:gd name="T45" fmla="*/ 28 h 146"/>
              <a:gd name="T46" fmla="*/ 171 w 200"/>
              <a:gd name="T47" fmla="*/ 28 h 146"/>
              <a:gd name="T48" fmla="*/ 174 w 200"/>
              <a:gd name="T49" fmla="*/ 31 h 146"/>
              <a:gd name="T50" fmla="*/ 171 w 200"/>
              <a:gd name="T51" fmla="*/ 33 h 146"/>
              <a:gd name="T52" fmla="*/ 25 w 200"/>
              <a:gd name="T53" fmla="*/ 33 h 146"/>
              <a:gd name="T54" fmla="*/ 22 w 200"/>
              <a:gd name="T55" fmla="*/ 31 h 146"/>
              <a:gd name="T56" fmla="*/ 150 w 200"/>
              <a:gd name="T57" fmla="*/ 55 h 146"/>
              <a:gd name="T58" fmla="*/ 38 w 200"/>
              <a:gd name="T59" fmla="*/ 55 h 146"/>
              <a:gd name="T60" fmla="*/ 35 w 200"/>
              <a:gd name="T61" fmla="*/ 52 h 146"/>
              <a:gd name="T62" fmla="*/ 38 w 200"/>
              <a:gd name="T63" fmla="*/ 49 h 146"/>
              <a:gd name="T64" fmla="*/ 150 w 200"/>
              <a:gd name="T65" fmla="*/ 49 h 146"/>
              <a:gd name="T66" fmla="*/ 153 w 200"/>
              <a:gd name="T67" fmla="*/ 52 h 146"/>
              <a:gd name="T68" fmla="*/ 150 w 200"/>
              <a:gd name="T69" fmla="*/ 55 h 146"/>
              <a:gd name="T70" fmla="*/ 109 w 200"/>
              <a:gd name="T71" fmla="*/ 88 h 146"/>
              <a:gd name="T72" fmla="*/ 107 w 200"/>
              <a:gd name="T73" fmla="*/ 91 h 146"/>
              <a:gd name="T74" fmla="*/ 43 w 200"/>
              <a:gd name="T75" fmla="*/ 91 h 146"/>
              <a:gd name="T76" fmla="*/ 40 w 200"/>
              <a:gd name="T77" fmla="*/ 88 h 146"/>
              <a:gd name="T78" fmla="*/ 43 w 200"/>
              <a:gd name="T79" fmla="*/ 85 h 146"/>
              <a:gd name="T80" fmla="*/ 107 w 200"/>
              <a:gd name="T81" fmla="*/ 85 h 146"/>
              <a:gd name="T82" fmla="*/ 109 w 200"/>
              <a:gd name="T83" fmla="*/ 88 h 146"/>
              <a:gd name="T84" fmla="*/ 109 w 200"/>
              <a:gd name="T85" fmla="*/ 109 h 146"/>
              <a:gd name="T86" fmla="*/ 107 w 200"/>
              <a:gd name="T87" fmla="*/ 112 h 146"/>
              <a:gd name="T88" fmla="*/ 43 w 200"/>
              <a:gd name="T89" fmla="*/ 112 h 146"/>
              <a:gd name="T90" fmla="*/ 40 w 200"/>
              <a:gd name="T91" fmla="*/ 109 h 146"/>
              <a:gd name="T92" fmla="*/ 43 w 200"/>
              <a:gd name="T93" fmla="*/ 106 h 146"/>
              <a:gd name="T94" fmla="*/ 107 w 200"/>
              <a:gd name="T95" fmla="*/ 106 h 146"/>
              <a:gd name="T96" fmla="*/ 109 w 200"/>
              <a:gd name="T97" fmla="*/ 10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146">
                <a:moveTo>
                  <a:pt x="0" y="0"/>
                </a:moveTo>
                <a:cubicBezTo>
                  <a:pt x="0" y="146"/>
                  <a:pt x="0" y="146"/>
                  <a:pt x="0" y="146"/>
                </a:cubicBezTo>
                <a:cubicBezTo>
                  <a:pt x="200" y="146"/>
                  <a:pt x="200" y="146"/>
                  <a:pt x="200" y="146"/>
                </a:cubicBezTo>
                <a:cubicBezTo>
                  <a:pt x="200" y="0"/>
                  <a:pt x="200" y="0"/>
                  <a:pt x="200" y="0"/>
                </a:cubicBezTo>
                <a:lnTo>
                  <a:pt x="0" y="0"/>
                </a:lnTo>
                <a:close/>
                <a:moveTo>
                  <a:pt x="192" y="138"/>
                </a:moveTo>
                <a:cubicBezTo>
                  <a:pt x="8" y="138"/>
                  <a:pt x="8" y="138"/>
                  <a:pt x="8" y="138"/>
                </a:cubicBezTo>
                <a:cubicBezTo>
                  <a:pt x="8" y="8"/>
                  <a:pt x="8" y="8"/>
                  <a:pt x="8" y="8"/>
                </a:cubicBezTo>
                <a:cubicBezTo>
                  <a:pt x="192" y="8"/>
                  <a:pt x="192" y="8"/>
                  <a:pt x="192" y="8"/>
                </a:cubicBezTo>
                <a:lnTo>
                  <a:pt x="192" y="138"/>
                </a:lnTo>
                <a:close/>
                <a:moveTo>
                  <a:pt x="173" y="86"/>
                </a:moveTo>
                <a:cubicBezTo>
                  <a:pt x="173" y="93"/>
                  <a:pt x="169" y="99"/>
                  <a:pt x="164" y="102"/>
                </a:cubicBezTo>
                <a:cubicBezTo>
                  <a:pt x="164" y="102"/>
                  <a:pt x="164" y="102"/>
                  <a:pt x="164" y="102"/>
                </a:cubicBezTo>
                <a:cubicBezTo>
                  <a:pt x="164" y="102"/>
                  <a:pt x="164" y="130"/>
                  <a:pt x="164" y="130"/>
                </a:cubicBezTo>
                <a:cubicBezTo>
                  <a:pt x="155" y="118"/>
                  <a:pt x="155" y="118"/>
                  <a:pt x="155" y="118"/>
                </a:cubicBezTo>
                <a:cubicBezTo>
                  <a:pt x="146" y="130"/>
                  <a:pt x="146" y="130"/>
                  <a:pt x="146" y="130"/>
                </a:cubicBezTo>
                <a:cubicBezTo>
                  <a:pt x="146" y="102"/>
                  <a:pt x="146" y="102"/>
                  <a:pt x="146" y="102"/>
                </a:cubicBezTo>
                <a:cubicBezTo>
                  <a:pt x="146" y="102"/>
                  <a:pt x="146" y="102"/>
                  <a:pt x="146" y="102"/>
                </a:cubicBezTo>
                <a:cubicBezTo>
                  <a:pt x="140" y="99"/>
                  <a:pt x="137" y="93"/>
                  <a:pt x="137" y="86"/>
                </a:cubicBezTo>
                <a:cubicBezTo>
                  <a:pt x="137" y="76"/>
                  <a:pt x="145" y="68"/>
                  <a:pt x="155" y="68"/>
                </a:cubicBezTo>
                <a:cubicBezTo>
                  <a:pt x="165" y="68"/>
                  <a:pt x="173" y="76"/>
                  <a:pt x="173" y="86"/>
                </a:cubicBezTo>
                <a:close/>
                <a:moveTo>
                  <a:pt x="22" y="31"/>
                </a:moveTo>
                <a:cubicBezTo>
                  <a:pt x="22" y="29"/>
                  <a:pt x="23" y="28"/>
                  <a:pt x="25" y="28"/>
                </a:cubicBezTo>
                <a:cubicBezTo>
                  <a:pt x="171" y="28"/>
                  <a:pt x="171" y="28"/>
                  <a:pt x="171" y="28"/>
                </a:cubicBezTo>
                <a:cubicBezTo>
                  <a:pt x="173" y="28"/>
                  <a:pt x="174" y="29"/>
                  <a:pt x="174" y="31"/>
                </a:cubicBezTo>
                <a:cubicBezTo>
                  <a:pt x="174" y="32"/>
                  <a:pt x="173" y="33"/>
                  <a:pt x="171" y="33"/>
                </a:cubicBezTo>
                <a:cubicBezTo>
                  <a:pt x="25" y="33"/>
                  <a:pt x="25" y="33"/>
                  <a:pt x="25" y="33"/>
                </a:cubicBezTo>
                <a:cubicBezTo>
                  <a:pt x="23" y="33"/>
                  <a:pt x="22" y="32"/>
                  <a:pt x="22" y="31"/>
                </a:cubicBezTo>
                <a:close/>
                <a:moveTo>
                  <a:pt x="150" y="55"/>
                </a:moveTo>
                <a:cubicBezTo>
                  <a:pt x="38" y="55"/>
                  <a:pt x="38" y="55"/>
                  <a:pt x="38" y="55"/>
                </a:cubicBezTo>
                <a:cubicBezTo>
                  <a:pt x="37" y="55"/>
                  <a:pt x="35" y="54"/>
                  <a:pt x="35" y="52"/>
                </a:cubicBezTo>
                <a:cubicBezTo>
                  <a:pt x="35" y="50"/>
                  <a:pt x="37" y="49"/>
                  <a:pt x="38" y="49"/>
                </a:cubicBezTo>
                <a:cubicBezTo>
                  <a:pt x="150" y="49"/>
                  <a:pt x="150" y="49"/>
                  <a:pt x="150" y="49"/>
                </a:cubicBezTo>
                <a:cubicBezTo>
                  <a:pt x="151" y="49"/>
                  <a:pt x="153" y="50"/>
                  <a:pt x="153" y="52"/>
                </a:cubicBezTo>
                <a:cubicBezTo>
                  <a:pt x="153" y="54"/>
                  <a:pt x="151" y="55"/>
                  <a:pt x="150" y="55"/>
                </a:cubicBezTo>
                <a:close/>
                <a:moveTo>
                  <a:pt x="109" y="88"/>
                </a:moveTo>
                <a:cubicBezTo>
                  <a:pt x="109" y="90"/>
                  <a:pt x="108" y="91"/>
                  <a:pt x="107" y="91"/>
                </a:cubicBezTo>
                <a:cubicBezTo>
                  <a:pt x="43" y="91"/>
                  <a:pt x="43" y="91"/>
                  <a:pt x="43" y="91"/>
                </a:cubicBezTo>
                <a:cubicBezTo>
                  <a:pt x="41" y="91"/>
                  <a:pt x="40" y="90"/>
                  <a:pt x="40" y="88"/>
                </a:cubicBezTo>
                <a:cubicBezTo>
                  <a:pt x="40" y="86"/>
                  <a:pt x="41" y="85"/>
                  <a:pt x="43" y="85"/>
                </a:cubicBezTo>
                <a:cubicBezTo>
                  <a:pt x="107" y="85"/>
                  <a:pt x="107" y="85"/>
                  <a:pt x="107" y="85"/>
                </a:cubicBezTo>
                <a:cubicBezTo>
                  <a:pt x="108" y="85"/>
                  <a:pt x="109" y="86"/>
                  <a:pt x="109" y="88"/>
                </a:cubicBezTo>
                <a:close/>
                <a:moveTo>
                  <a:pt x="109" y="109"/>
                </a:moveTo>
                <a:cubicBezTo>
                  <a:pt x="109" y="111"/>
                  <a:pt x="108" y="112"/>
                  <a:pt x="107" y="112"/>
                </a:cubicBezTo>
                <a:cubicBezTo>
                  <a:pt x="43" y="112"/>
                  <a:pt x="43" y="112"/>
                  <a:pt x="43" y="112"/>
                </a:cubicBezTo>
                <a:cubicBezTo>
                  <a:pt x="41" y="112"/>
                  <a:pt x="40" y="111"/>
                  <a:pt x="40" y="109"/>
                </a:cubicBezTo>
                <a:cubicBezTo>
                  <a:pt x="40" y="107"/>
                  <a:pt x="41" y="106"/>
                  <a:pt x="43" y="106"/>
                </a:cubicBezTo>
                <a:cubicBezTo>
                  <a:pt x="107" y="106"/>
                  <a:pt x="107" y="106"/>
                  <a:pt x="107" y="106"/>
                </a:cubicBezTo>
                <a:cubicBezTo>
                  <a:pt x="108" y="106"/>
                  <a:pt x="109" y="107"/>
                  <a:pt x="109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Freeform 888"/>
          <p:cNvSpPr/>
          <p:nvPr/>
        </p:nvSpPr>
        <p:spPr bwMode="auto">
          <a:xfrm>
            <a:off x="9466386" y="1987208"/>
            <a:ext cx="664992" cy="362723"/>
          </a:xfrm>
          <a:custGeom>
            <a:avLst/>
            <a:gdLst>
              <a:gd name="T0" fmla="*/ 3 w 251"/>
              <a:gd name="T1" fmla="*/ 43 h 137"/>
              <a:gd name="T2" fmla="*/ 123 w 251"/>
              <a:gd name="T3" fmla="*/ 0 h 137"/>
              <a:gd name="T4" fmla="*/ 125 w 251"/>
              <a:gd name="T5" fmla="*/ 0 h 137"/>
              <a:gd name="T6" fmla="*/ 248 w 251"/>
              <a:gd name="T7" fmla="*/ 43 h 137"/>
              <a:gd name="T8" fmla="*/ 251 w 251"/>
              <a:gd name="T9" fmla="*/ 47 h 137"/>
              <a:gd name="T10" fmla="*/ 248 w 251"/>
              <a:gd name="T11" fmla="*/ 50 h 137"/>
              <a:gd name="T12" fmla="*/ 206 w 251"/>
              <a:gd name="T13" fmla="*/ 62 h 137"/>
              <a:gd name="T14" fmla="*/ 124 w 251"/>
              <a:gd name="T15" fmla="*/ 43 h 137"/>
              <a:gd name="T16" fmla="*/ 121 w 251"/>
              <a:gd name="T17" fmla="*/ 47 h 137"/>
              <a:gd name="T18" fmla="*/ 124 w 251"/>
              <a:gd name="T19" fmla="*/ 51 h 137"/>
              <a:gd name="T20" fmla="*/ 200 w 251"/>
              <a:gd name="T21" fmla="*/ 67 h 137"/>
              <a:gd name="T22" fmla="*/ 200 w 251"/>
              <a:gd name="T23" fmla="*/ 93 h 137"/>
              <a:gd name="T24" fmla="*/ 200 w 251"/>
              <a:gd name="T25" fmla="*/ 93 h 137"/>
              <a:gd name="T26" fmla="*/ 124 w 251"/>
              <a:gd name="T27" fmla="*/ 111 h 137"/>
              <a:gd name="T28" fmla="*/ 48 w 251"/>
              <a:gd name="T29" fmla="*/ 93 h 137"/>
              <a:gd name="T30" fmla="*/ 48 w 251"/>
              <a:gd name="T31" fmla="*/ 93 h 137"/>
              <a:gd name="T32" fmla="*/ 48 w 251"/>
              <a:gd name="T33" fmla="*/ 63 h 137"/>
              <a:gd name="T34" fmla="*/ 26 w 251"/>
              <a:gd name="T35" fmla="*/ 57 h 137"/>
              <a:gd name="T36" fmla="*/ 26 w 251"/>
              <a:gd name="T37" fmla="*/ 91 h 137"/>
              <a:gd name="T38" fmla="*/ 34 w 251"/>
              <a:gd name="T39" fmla="*/ 101 h 137"/>
              <a:gd name="T40" fmla="*/ 28 w 251"/>
              <a:gd name="T41" fmla="*/ 111 h 137"/>
              <a:gd name="T42" fmla="*/ 30 w 251"/>
              <a:gd name="T43" fmla="*/ 124 h 137"/>
              <a:gd name="T44" fmla="*/ 10 w 251"/>
              <a:gd name="T45" fmla="*/ 132 h 137"/>
              <a:gd name="T46" fmla="*/ 15 w 251"/>
              <a:gd name="T47" fmla="*/ 110 h 137"/>
              <a:gd name="T48" fmla="*/ 10 w 251"/>
              <a:gd name="T49" fmla="*/ 101 h 137"/>
              <a:gd name="T50" fmla="*/ 17 w 251"/>
              <a:gd name="T51" fmla="*/ 91 h 137"/>
              <a:gd name="T52" fmla="*/ 17 w 251"/>
              <a:gd name="T53" fmla="*/ 54 h 137"/>
              <a:gd name="T54" fmla="*/ 3 w 251"/>
              <a:gd name="T55" fmla="*/ 50 h 137"/>
              <a:gd name="T56" fmla="*/ 0 w 251"/>
              <a:gd name="T57" fmla="*/ 47 h 137"/>
              <a:gd name="T58" fmla="*/ 3 w 251"/>
              <a:gd name="T59" fmla="*/ 43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51" h="137">
                <a:moveTo>
                  <a:pt x="3" y="43"/>
                </a:moveTo>
                <a:cubicBezTo>
                  <a:pt x="123" y="0"/>
                  <a:pt x="123" y="0"/>
                  <a:pt x="123" y="0"/>
                </a:cubicBezTo>
                <a:cubicBezTo>
                  <a:pt x="124" y="0"/>
                  <a:pt x="125" y="0"/>
                  <a:pt x="125" y="0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50" y="43"/>
                  <a:pt x="251" y="45"/>
                  <a:pt x="251" y="47"/>
                </a:cubicBezTo>
                <a:cubicBezTo>
                  <a:pt x="251" y="48"/>
                  <a:pt x="249" y="50"/>
                  <a:pt x="248" y="50"/>
                </a:cubicBezTo>
                <a:cubicBezTo>
                  <a:pt x="206" y="62"/>
                  <a:pt x="206" y="62"/>
                  <a:pt x="206" y="62"/>
                </a:cubicBezTo>
                <a:cubicBezTo>
                  <a:pt x="197" y="49"/>
                  <a:pt x="158" y="43"/>
                  <a:pt x="124" y="43"/>
                </a:cubicBezTo>
                <a:cubicBezTo>
                  <a:pt x="122" y="43"/>
                  <a:pt x="121" y="45"/>
                  <a:pt x="121" y="47"/>
                </a:cubicBezTo>
                <a:cubicBezTo>
                  <a:pt x="121" y="49"/>
                  <a:pt x="122" y="51"/>
                  <a:pt x="124" y="51"/>
                </a:cubicBezTo>
                <a:cubicBezTo>
                  <a:pt x="166" y="51"/>
                  <a:pt x="196" y="59"/>
                  <a:pt x="200" y="67"/>
                </a:cubicBezTo>
                <a:cubicBezTo>
                  <a:pt x="200" y="93"/>
                  <a:pt x="200" y="93"/>
                  <a:pt x="200" y="93"/>
                </a:cubicBezTo>
                <a:cubicBezTo>
                  <a:pt x="200" y="93"/>
                  <a:pt x="200" y="93"/>
                  <a:pt x="200" y="93"/>
                </a:cubicBezTo>
                <a:cubicBezTo>
                  <a:pt x="200" y="103"/>
                  <a:pt x="166" y="111"/>
                  <a:pt x="124" y="111"/>
                </a:cubicBezTo>
                <a:cubicBezTo>
                  <a:pt x="82" y="111"/>
                  <a:pt x="48" y="103"/>
                  <a:pt x="48" y="93"/>
                </a:cubicBezTo>
                <a:cubicBezTo>
                  <a:pt x="48" y="93"/>
                  <a:pt x="48" y="93"/>
                  <a:pt x="48" y="93"/>
                </a:cubicBezTo>
                <a:cubicBezTo>
                  <a:pt x="48" y="63"/>
                  <a:pt x="48" y="63"/>
                  <a:pt x="48" y="63"/>
                </a:cubicBezTo>
                <a:cubicBezTo>
                  <a:pt x="26" y="57"/>
                  <a:pt x="26" y="57"/>
                  <a:pt x="26" y="57"/>
                </a:cubicBezTo>
                <a:cubicBezTo>
                  <a:pt x="26" y="91"/>
                  <a:pt x="26" y="91"/>
                  <a:pt x="26" y="91"/>
                </a:cubicBezTo>
                <a:cubicBezTo>
                  <a:pt x="31" y="92"/>
                  <a:pt x="34" y="96"/>
                  <a:pt x="34" y="101"/>
                </a:cubicBezTo>
                <a:cubicBezTo>
                  <a:pt x="34" y="105"/>
                  <a:pt x="31" y="109"/>
                  <a:pt x="28" y="111"/>
                </a:cubicBezTo>
                <a:cubicBezTo>
                  <a:pt x="30" y="124"/>
                  <a:pt x="30" y="124"/>
                  <a:pt x="30" y="124"/>
                </a:cubicBezTo>
                <a:cubicBezTo>
                  <a:pt x="32" y="129"/>
                  <a:pt x="10" y="137"/>
                  <a:pt x="10" y="132"/>
                </a:cubicBezTo>
                <a:cubicBezTo>
                  <a:pt x="15" y="110"/>
                  <a:pt x="15" y="110"/>
                  <a:pt x="15" y="110"/>
                </a:cubicBezTo>
                <a:cubicBezTo>
                  <a:pt x="12" y="108"/>
                  <a:pt x="10" y="105"/>
                  <a:pt x="10" y="101"/>
                </a:cubicBezTo>
                <a:cubicBezTo>
                  <a:pt x="10" y="96"/>
                  <a:pt x="13" y="92"/>
                  <a:pt x="17" y="91"/>
                </a:cubicBezTo>
                <a:cubicBezTo>
                  <a:pt x="17" y="54"/>
                  <a:pt x="17" y="54"/>
                  <a:pt x="17" y="54"/>
                </a:cubicBezTo>
                <a:cubicBezTo>
                  <a:pt x="3" y="50"/>
                  <a:pt x="3" y="50"/>
                  <a:pt x="3" y="50"/>
                </a:cubicBezTo>
                <a:cubicBezTo>
                  <a:pt x="1" y="50"/>
                  <a:pt x="0" y="48"/>
                  <a:pt x="0" y="47"/>
                </a:cubicBezTo>
                <a:cubicBezTo>
                  <a:pt x="0" y="45"/>
                  <a:pt x="1" y="43"/>
                  <a:pt x="3" y="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1" name="Freeform 889"/>
          <p:cNvSpPr>
            <a:spLocks noEditPoints="1"/>
          </p:cNvSpPr>
          <p:nvPr/>
        </p:nvSpPr>
        <p:spPr bwMode="auto">
          <a:xfrm>
            <a:off x="10300585" y="1987208"/>
            <a:ext cx="471316" cy="490348"/>
          </a:xfrm>
          <a:custGeom>
            <a:avLst/>
            <a:gdLst>
              <a:gd name="T0" fmla="*/ 178 w 178"/>
              <a:gd name="T1" fmla="*/ 180 h 185"/>
              <a:gd name="T2" fmla="*/ 5 w 178"/>
              <a:gd name="T3" fmla="*/ 185 h 185"/>
              <a:gd name="T4" fmla="*/ 0 w 178"/>
              <a:gd name="T5" fmla="*/ 180 h 185"/>
              <a:gd name="T6" fmla="*/ 173 w 178"/>
              <a:gd name="T7" fmla="*/ 175 h 185"/>
              <a:gd name="T8" fmla="*/ 6 w 178"/>
              <a:gd name="T9" fmla="*/ 162 h 185"/>
              <a:gd name="T10" fmla="*/ 11 w 178"/>
              <a:gd name="T11" fmla="*/ 167 h 185"/>
              <a:gd name="T12" fmla="*/ 172 w 178"/>
              <a:gd name="T13" fmla="*/ 162 h 185"/>
              <a:gd name="T14" fmla="*/ 167 w 178"/>
              <a:gd name="T15" fmla="*/ 157 h 185"/>
              <a:gd name="T16" fmla="*/ 6 w 178"/>
              <a:gd name="T17" fmla="*/ 162 h 185"/>
              <a:gd name="T18" fmla="*/ 8 w 178"/>
              <a:gd name="T19" fmla="*/ 50 h 185"/>
              <a:gd name="T20" fmla="*/ 91 w 178"/>
              <a:gd name="T21" fmla="*/ 1 h 185"/>
              <a:gd name="T22" fmla="*/ 174 w 178"/>
              <a:gd name="T23" fmla="*/ 57 h 185"/>
              <a:gd name="T24" fmla="*/ 9 w 178"/>
              <a:gd name="T25" fmla="*/ 61 h 185"/>
              <a:gd name="T26" fmla="*/ 77 w 178"/>
              <a:gd name="T27" fmla="*/ 34 h 185"/>
              <a:gd name="T28" fmla="*/ 101 w 178"/>
              <a:gd name="T29" fmla="*/ 34 h 185"/>
              <a:gd name="T30" fmla="*/ 77 w 178"/>
              <a:gd name="T31" fmla="*/ 34 h 185"/>
              <a:gd name="T32" fmla="*/ 19 w 178"/>
              <a:gd name="T33" fmla="*/ 141 h 185"/>
              <a:gd name="T34" fmla="*/ 25 w 178"/>
              <a:gd name="T35" fmla="*/ 147 h 185"/>
              <a:gd name="T36" fmla="*/ 54 w 178"/>
              <a:gd name="T37" fmla="*/ 142 h 185"/>
              <a:gd name="T38" fmla="*/ 49 w 178"/>
              <a:gd name="T39" fmla="*/ 137 h 185"/>
              <a:gd name="T40" fmla="*/ 47 w 178"/>
              <a:gd name="T41" fmla="*/ 80 h 185"/>
              <a:gd name="T42" fmla="*/ 54 w 178"/>
              <a:gd name="T43" fmla="*/ 76 h 185"/>
              <a:gd name="T44" fmla="*/ 50 w 178"/>
              <a:gd name="T45" fmla="*/ 70 h 185"/>
              <a:gd name="T46" fmla="*/ 19 w 178"/>
              <a:gd name="T47" fmla="*/ 75 h 185"/>
              <a:gd name="T48" fmla="*/ 24 w 178"/>
              <a:gd name="T49" fmla="*/ 80 h 185"/>
              <a:gd name="T50" fmla="*/ 25 w 178"/>
              <a:gd name="T51" fmla="*/ 137 h 185"/>
              <a:gd name="T52" fmla="*/ 77 w 178"/>
              <a:gd name="T53" fmla="*/ 137 h 185"/>
              <a:gd name="T54" fmla="*/ 72 w 178"/>
              <a:gd name="T55" fmla="*/ 142 h 185"/>
              <a:gd name="T56" fmla="*/ 101 w 178"/>
              <a:gd name="T57" fmla="*/ 147 h 185"/>
              <a:gd name="T58" fmla="*/ 106 w 178"/>
              <a:gd name="T59" fmla="*/ 141 h 185"/>
              <a:gd name="T60" fmla="*/ 100 w 178"/>
              <a:gd name="T61" fmla="*/ 137 h 185"/>
              <a:gd name="T62" fmla="*/ 101 w 178"/>
              <a:gd name="T63" fmla="*/ 80 h 185"/>
              <a:gd name="T64" fmla="*/ 106 w 178"/>
              <a:gd name="T65" fmla="*/ 75 h 185"/>
              <a:gd name="T66" fmla="*/ 78 w 178"/>
              <a:gd name="T67" fmla="*/ 70 h 185"/>
              <a:gd name="T68" fmla="*/ 72 w 178"/>
              <a:gd name="T69" fmla="*/ 76 h 185"/>
              <a:gd name="T70" fmla="*/ 78 w 178"/>
              <a:gd name="T71" fmla="*/ 80 h 185"/>
              <a:gd name="T72" fmla="*/ 77 w 178"/>
              <a:gd name="T73" fmla="*/ 137 h 185"/>
              <a:gd name="T74" fmla="*/ 124 w 178"/>
              <a:gd name="T75" fmla="*/ 141 h 185"/>
              <a:gd name="T76" fmla="*/ 130 w 178"/>
              <a:gd name="T77" fmla="*/ 147 h 185"/>
              <a:gd name="T78" fmla="*/ 159 w 178"/>
              <a:gd name="T79" fmla="*/ 142 h 185"/>
              <a:gd name="T80" fmla="*/ 154 w 178"/>
              <a:gd name="T81" fmla="*/ 137 h 185"/>
              <a:gd name="T82" fmla="*/ 152 w 178"/>
              <a:gd name="T83" fmla="*/ 80 h 185"/>
              <a:gd name="T84" fmla="*/ 159 w 178"/>
              <a:gd name="T85" fmla="*/ 76 h 185"/>
              <a:gd name="T86" fmla="*/ 155 w 178"/>
              <a:gd name="T87" fmla="*/ 70 h 185"/>
              <a:gd name="T88" fmla="*/ 124 w 178"/>
              <a:gd name="T89" fmla="*/ 75 h 185"/>
              <a:gd name="T90" fmla="*/ 129 w 178"/>
              <a:gd name="T91" fmla="*/ 80 h 185"/>
              <a:gd name="T92" fmla="*/ 130 w 178"/>
              <a:gd name="T93" fmla="*/ 137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8" h="185">
                <a:moveTo>
                  <a:pt x="178" y="180"/>
                </a:moveTo>
                <a:cubicBezTo>
                  <a:pt x="178" y="180"/>
                  <a:pt x="178" y="180"/>
                  <a:pt x="178" y="180"/>
                </a:cubicBezTo>
                <a:cubicBezTo>
                  <a:pt x="178" y="183"/>
                  <a:pt x="176" y="185"/>
                  <a:pt x="173" y="185"/>
                </a:cubicBezTo>
                <a:cubicBezTo>
                  <a:pt x="5" y="185"/>
                  <a:pt x="5" y="185"/>
                  <a:pt x="5" y="185"/>
                </a:cubicBezTo>
                <a:cubicBezTo>
                  <a:pt x="2" y="185"/>
                  <a:pt x="0" y="183"/>
                  <a:pt x="0" y="180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177"/>
                  <a:pt x="2" y="175"/>
                  <a:pt x="5" y="175"/>
                </a:cubicBezTo>
                <a:cubicBezTo>
                  <a:pt x="173" y="175"/>
                  <a:pt x="173" y="175"/>
                  <a:pt x="173" y="175"/>
                </a:cubicBezTo>
                <a:cubicBezTo>
                  <a:pt x="176" y="175"/>
                  <a:pt x="178" y="177"/>
                  <a:pt x="178" y="180"/>
                </a:cubicBezTo>
                <a:close/>
                <a:moveTo>
                  <a:pt x="6" y="162"/>
                </a:moveTo>
                <a:cubicBezTo>
                  <a:pt x="6" y="162"/>
                  <a:pt x="6" y="162"/>
                  <a:pt x="6" y="162"/>
                </a:cubicBezTo>
                <a:cubicBezTo>
                  <a:pt x="6" y="165"/>
                  <a:pt x="9" y="167"/>
                  <a:pt x="11" y="167"/>
                </a:cubicBezTo>
                <a:cubicBezTo>
                  <a:pt x="167" y="167"/>
                  <a:pt x="167" y="167"/>
                  <a:pt x="167" y="167"/>
                </a:cubicBezTo>
                <a:cubicBezTo>
                  <a:pt x="169" y="167"/>
                  <a:pt x="172" y="165"/>
                  <a:pt x="172" y="162"/>
                </a:cubicBezTo>
                <a:cubicBezTo>
                  <a:pt x="172" y="162"/>
                  <a:pt x="172" y="162"/>
                  <a:pt x="172" y="162"/>
                </a:cubicBezTo>
                <a:cubicBezTo>
                  <a:pt x="172" y="159"/>
                  <a:pt x="169" y="157"/>
                  <a:pt x="167" y="157"/>
                </a:cubicBezTo>
                <a:cubicBezTo>
                  <a:pt x="11" y="157"/>
                  <a:pt x="11" y="157"/>
                  <a:pt x="11" y="157"/>
                </a:cubicBezTo>
                <a:cubicBezTo>
                  <a:pt x="9" y="157"/>
                  <a:pt x="6" y="159"/>
                  <a:pt x="6" y="162"/>
                </a:cubicBezTo>
                <a:close/>
                <a:moveTo>
                  <a:pt x="4" y="57"/>
                </a:moveTo>
                <a:cubicBezTo>
                  <a:pt x="4" y="54"/>
                  <a:pt x="3" y="52"/>
                  <a:pt x="8" y="50"/>
                </a:cubicBezTo>
                <a:cubicBezTo>
                  <a:pt x="12" y="47"/>
                  <a:pt x="87" y="1"/>
                  <a:pt x="87" y="1"/>
                </a:cubicBezTo>
                <a:cubicBezTo>
                  <a:pt x="88" y="0"/>
                  <a:pt x="90" y="0"/>
                  <a:pt x="91" y="1"/>
                </a:cubicBezTo>
                <a:cubicBezTo>
                  <a:pt x="91" y="1"/>
                  <a:pt x="167" y="47"/>
                  <a:pt x="170" y="50"/>
                </a:cubicBezTo>
                <a:cubicBezTo>
                  <a:pt x="174" y="52"/>
                  <a:pt x="174" y="54"/>
                  <a:pt x="174" y="57"/>
                </a:cubicBezTo>
                <a:cubicBezTo>
                  <a:pt x="174" y="59"/>
                  <a:pt x="171" y="61"/>
                  <a:pt x="169" y="61"/>
                </a:cubicBezTo>
                <a:cubicBezTo>
                  <a:pt x="9" y="61"/>
                  <a:pt x="9" y="61"/>
                  <a:pt x="9" y="61"/>
                </a:cubicBezTo>
                <a:cubicBezTo>
                  <a:pt x="7" y="61"/>
                  <a:pt x="4" y="59"/>
                  <a:pt x="4" y="57"/>
                </a:cubicBezTo>
                <a:close/>
                <a:moveTo>
                  <a:pt x="77" y="34"/>
                </a:moveTo>
                <a:cubicBezTo>
                  <a:pt x="77" y="40"/>
                  <a:pt x="83" y="45"/>
                  <a:pt x="89" y="45"/>
                </a:cubicBezTo>
                <a:cubicBezTo>
                  <a:pt x="95" y="45"/>
                  <a:pt x="101" y="40"/>
                  <a:pt x="101" y="34"/>
                </a:cubicBezTo>
                <a:cubicBezTo>
                  <a:pt x="101" y="27"/>
                  <a:pt x="95" y="22"/>
                  <a:pt x="89" y="22"/>
                </a:cubicBezTo>
                <a:cubicBezTo>
                  <a:pt x="83" y="22"/>
                  <a:pt x="77" y="27"/>
                  <a:pt x="77" y="34"/>
                </a:cubicBezTo>
                <a:close/>
                <a:moveTo>
                  <a:pt x="24" y="137"/>
                </a:moveTo>
                <a:cubicBezTo>
                  <a:pt x="21" y="137"/>
                  <a:pt x="19" y="139"/>
                  <a:pt x="19" y="141"/>
                </a:cubicBezTo>
                <a:cubicBezTo>
                  <a:pt x="19" y="142"/>
                  <a:pt x="19" y="142"/>
                  <a:pt x="19" y="142"/>
                </a:cubicBezTo>
                <a:cubicBezTo>
                  <a:pt x="19" y="144"/>
                  <a:pt x="22" y="147"/>
                  <a:pt x="25" y="147"/>
                </a:cubicBezTo>
                <a:cubicBezTo>
                  <a:pt x="49" y="147"/>
                  <a:pt x="49" y="147"/>
                  <a:pt x="49" y="147"/>
                </a:cubicBezTo>
                <a:cubicBezTo>
                  <a:pt x="52" y="147"/>
                  <a:pt x="54" y="144"/>
                  <a:pt x="54" y="142"/>
                </a:cubicBezTo>
                <a:cubicBezTo>
                  <a:pt x="54" y="141"/>
                  <a:pt x="54" y="141"/>
                  <a:pt x="54" y="141"/>
                </a:cubicBezTo>
                <a:cubicBezTo>
                  <a:pt x="54" y="139"/>
                  <a:pt x="52" y="137"/>
                  <a:pt x="49" y="137"/>
                </a:cubicBezTo>
                <a:cubicBezTo>
                  <a:pt x="47" y="137"/>
                  <a:pt x="47" y="137"/>
                  <a:pt x="47" y="137"/>
                </a:cubicBezTo>
                <a:cubicBezTo>
                  <a:pt x="47" y="80"/>
                  <a:pt x="47" y="80"/>
                  <a:pt x="47" y="80"/>
                </a:cubicBezTo>
                <a:cubicBezTo>
                  <a:pt x="49" y="80"/>
                  <a:pt x="49" y="80"/>
                  <a:pt x="49" y="80"/>
                </a:cubicBezTo>
                <a:cubicBezTo>
                  <a:pt x="52" y="80"/>
                  <a:pt x="54" y="78"/>
                  <a:pt x="54" y="76"/>
                </a:cubicBezTo>
                <a:cubicBezTo>
                  <a:pt x="54" y="75"/>
                  <a:pt x="54" y="75"/>
                  <a:pt x="54" y="75"/>
                </a:cubicBezTo>
                <a:cubicBezTo>
                  <a:pt x="54" y="73"/>
                  <a:pt x="52" y="70"/>
                  <a:pt x="50" y="70"/>
                </a:cubicBezTo>
                <a:cubicBezTo>
                  <a:pt x="25" y="70"/>
                  <a:pt x="25" y="70"/>
                  <a:pt x="25" y="70"/>
                </a:cubicBezTo>
                <a:cubicBezTo>
                  <a:pt x="21" y="70"/>
                  <a:pt x="19" y="73"/>
                  <a:pt x="19" y="75"/>
                </a:cubicBezTo>
                <a:cubicBezTo>
                  <a:pt x="19" y="76"/>
                  <a:pt x="19" y="76"/>
                  <a:pt x="19" y="76"/>
                </a:cubicBezTo>
                <a:cubicBezTo>
                  <a:pt x="19" y="78"/>
                  <a:pt x="21" y="80"/>
                  <a:pt x="24" y="80"/>
                </a:cubicBezTo>
                <a:cubicBezTo>
                  <a:pt x="25" y="80"/>
                  <a:pt x="25" y="80"/>
                  <a:pt x="25" y="80"/>
                </a:cubicBezTo>
                <a:cubicBezTo>
                  <a:pt x="25" y="137"/>
                  <a:pt x="25" y="137"/>
                  <a:pt x="25" y="137"/>
                </a:cubicBezTo>
                <a:lnTo>
                  <a:pt x="24" y="137"/>
                </a:lnTo>
                <a:close/>
                <a:moveTo>
                  <a:pt x="77" y="137"/>
                </a:moveTo>
                <a:cubicBezTo>
                  <a:pt x="74" y="137"/>
                  <a:pt x="72" y="139"/>
                  <a:pt x="72" y="141"/>
                </a:cubicBezTo>
                <a:cubicBezTo>
                  <a:pt x="72" y="142"/>
                  <a:pt x="72" y="142"/>
                  <a:pt x="72" y="142"/>
                </a:cubicBezTo>
                <a:cubicBezTo>
                  <a:pt x="72" y="144"/>
                  <a:pt x="75" y="147"/>
                  <a:pt x="78" y="147"/>
                </a:cubicBezTo>
                <a:cubicBezTo>
                  <a:pt x="101" y="147"/>
                  <a:pt x="101" y="147"/>
                  <a:pt x="101" y="147"/>
                </a:cubicBezTo>
                <a:cubicBezTo>
                  <a:pt x="104" y="147"/>
                  <a:pt x="106" y="144"/>
                  <a:pt x="106" y="142"/>
                </a:cubicBezTo>
                <a:cubicBezTo>
                  <a:pt x="106" y="141"/>
                  <a:pt x="106" y="141"/>
                  <a:pt x="106" y="141"/>
                </a:cubicBezTo>
                <a:cubicBezTo>
                  <a:pt x="106" y="139"/>
                  <a:pt x="104" y="137"/>
                  <a:pt x="101" y="137"/>
                </a:cubicBezTo>
                <a:cubicBezTo>
                  <a:pt x="100" y="137"/>
                  <a:pt x="100" y="137"/>
                  <a:pt x="100" y="137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101" y="80"/>
                  <a:pt x="101" y="80"/>
                  <a:pt x="101" y="80"/>
                </a:cubicBezTo>
                <a:cubicBezTo>
                  <a:pt x="104" y="80"/>
                  <a:pt x="106" y="78"/>
                  <a:pt x="106" y="76"/>
                </a:cubicBezTo>
                <a:cubicBezTo>
                  <a:pt x="106" y="75"/>
                  <a:pt x="106" y="75"/>
                  <a:pt x="106" y="75"/>
                </a:cubicBezTo>
                <a:cubicBezTo>
                  <a:pt x="106" y="73"/>
                  <a:pt x="104" y="70"/>
                  <a:pt x="102" y="70"/>
                </a:cubicBezTo>
                <a:cubicBezTo>
                  <a:pt x="78" y="70"/>
                  <a:pt x="78" y="70"/>
                  <a:pt x="78" y="70"/>
                </a:cubicBezTo>
                <a:cubicBezTo>
                  <a:pt x="74" y="70"/>
                  <a:pt x="72" y="73"/>
                  <a:pt x="72" y="75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78"/>
                  <a:pt x="74" y="80"/>
                  <a:pt x="77" y="80"/>
                </a:cubicBezTo>
                <a:cubicBezTo>
                  <a:pt x="78" y="80"/>
                  <a:pt x="78" y="80"/>
                  <a:pt x="78" y="80"/>
                </a:cubicBezTo>
                <a:cubicBezTo>
                  <a:pt x="78" y="137"/>
                  <a:pt x="78" y="137"/>
                  <a:pt x="78" y="137"/>
                </a:cubicBezTo>
                <a:lnTo>
                  <a:pt x="77" y="137"/>
                </a:lnTo>
                <a:close/>
                <a:moveTo>
                  <a:pt x="129" y="137"/>
                </a:moveTo>
                <a:cubicBezTo>
                  <a:pt x="126" y="137"/>
                  <a:pt x="124" y="139"/>
                  <a:pt x="124" y="141"/>
                </a:cubicBezTo>
                <a:cubicBezTo>
                  <a:pt x="124" y="142"/>
                  <a:pt x="124" y="142"/>
                  <a:pt x="124" y="142"/>
                </a:cubicBezTo>
                <a:cubicBezTo>
                  <a:pt x="124" y="144"/>
                  <a:pt x="127" y="147"/>
                  <a:pt x="130" y="147"/>
                </a:cubicBezTo>
                <a:cubicBezTo>
                  <a:pt x="154" y="147"/>
                  <a:pt x="154" y="147"/>
                  <a:pt x="154" y="147"/>
                </a:cubicBezTo>
                <a:cubicBezTo>
                  <a:pt x="157" y="147"/>
                  <a:pt x="159" y="144"/>
                  <a:pt x="159" y="142"/>
                </a:cubicBezTo>
                <a:cubicBezTo>
                  <a:pt x="159" y="141"/>
                  <a:pt x="159" y="141"/>
                  <a:pt x="159" y="141"/>
                </a:cubicBezTo>
                <a:cubicBezTo>
                  <a:pt x="159" y="139"/>
                  <a:pt x="157" y="137"/>
                  <a:pt x="154" y="137"/>
                </a:cubicBezTo>
                <a:cubicBezTo>
                  <a:pt x="152" y="137"/>
                  <a:pt x="152" y="137"/>
                  <a:pt x="152" y="137"/>
                </a:cubicBezTo>
                <a:cubicBezTo>
                  <a:pt x="152" y="80"/>
                  <a:pt x="152" y="80"/>
                  <a:pt x="152" y="80"/>
                </a:cubicBezTo>
                <a:cubicBezTo>
                  <a:pt x="154" y="80"/>
                  <a:pt x="154" y="80"/>
                  <a:pt x="154" y="80"/>
                </a:cubicBezTo>
                <a:cubicBezTo>
                  <a:pt x="157" y="80"/>
                  <a:pt x="159" y="78"/>
                  <a:pt x="159" y="76"/>
                </a:cubicBezTo>
                <a:cubicBezTo>
                  <a:pt x="159" y="75"/>
                  <a:pt x="159" y="75"/>
                  <a:pt x="159" y="75"/>
                </a:cubicBezTo>
                <a:cubicBezTo>
                  <a:pt x="159" y="73"/>
                  <a:pt x="157" y="70"/>
                  <a:pt x="155" y="70"/>
                </a:cubicBezTo>
                <a:cubicBezTo>
                  <a:pt x="130" y="70"/>
                  <a:pt x="130" y="70"/>
                  <a:pt x="130" y="70"/>
                </a:cubicBezTo>
                <a:cubicBezTo>
                  <a:pt x="126" y="70"/>
                  <a:pt x="124" y="73"/>
                  <a:pt x="124" y="75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8"/>
                  <a:pt x="126" y="80"/>
                  <a:pt x="129" y="80"/>
                </a:cubicBezTo>
                <a:cubicBezTo>
                  <a:pt x="130" y="80"/>
                  <a:pt x="130" y="80"/>
                  <a:pt x="130" y="80"/>
                </a:cubicBezTo>
                <a:cubicBezTo>
                  <a:pt x="130" y="137"/>
                  <a:pt x="130" y="137"/>
                  <a:pt x="130" y="137"/>
                </a:cubicBezTo>
                <a:lnTo>
                  <a:pt x="129" y="1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Freeform 890"/>
          <p:cNvSpPr>
            <a:spLocks noEditPoints="1"/>
          </p:cNvSpPr>
          <p:nvPr/>
        </p:nvSpPr>
        <p:spPr bwMode="auto">
          <a:xfrm>
            <a:off x="11134783" y="1987208"/>
            <a:ext cx="577670" cy="418699"/>
          </a:xfrm>
          <a:custGeom>
            <a:avLst/>
            <a:gdLst>
              <a:gd name="T0" fmla="*/ 143 w 218"/>
              <a:gd name="T1" fmla="*/ 46 h 158"/>
              <a:gd name="T2" fmla="*/ 137 w 218"/>
              <a:gd name="T3" fmla="*/ 52 h 158"/>
              <a:gd name="T4" fmla="*/ 127 w 218"/>
              <a:gd name="T5" fmla="*/ 104 h 158"/>
              <a:gd name="T6" fmla="*/ 81 w 218"/>
              <a:gd name="T7" fmla="*/ 93 h 158"/>
              <a:gd name="T8" fmla="*/ 81 w 218"/>
              <a:gd name="T9" fmla="*/ 46 h 158"/>
              <a:gd name="T10" fmla="*/ 75 w 218"/>
              <a:gd name="T11" fmla="*/ 34 h 158"/>
              <a:gd name="T12" fmla="*/ 99 w 218"/>
              <a:gd name="T13" fmla="*/ 45 h 158"/>
              <a:gd name="T14" fmla="*/ 96 w 218"/>
              <a:gd name="T15" fmla="*/ 51 h 158"/>
              <a:gd name="T16" fmla="*/ 96 w 218"/>
              <a:gd name="T17" fmla="*/ 90 h 158"/>
              <a:gd name="T18" fmla="*/ 117 w 218"/>
              <a:gd name="T19" fmla="*/ 90 h 158"/>
              <a:gd name="T20" fmla="*/ 123 w 218"/>
              <a:gd name="T21" fmla="*/ 84 h 158"/>
              <a:gd name="T22" fmla="*/ 123 w 218"/>
              <a:gd name="T23" fmla="*/ 45 h 158"/>
              <a:gd name="T24" fmla="*/ 119 w 218"/>
              <a:gd name="T25" fmla="*/ 34 h 158"/>
              <a:gd name="T26" fmla="*/ 149 w 218"/>
              <a:gd name="T27" fmla="*/ 28 h 158"/>
              <a:gd name="T28" fmla="*/ 113 w 218"/>
              <a:gd name="T29" fmla="*/ 51 h 158"/>
              <a:gd name="T30" fmla="*/ 117 w 218"/>
              <a:gd name="T31" fmla="*/ 84 h 158"/>
              <a:gd name="T32" fmla="*/ 102 w 218"/>
              <a:gd name="T33" fmla="*/ 51 h 158"/>
              <a:gd name="T34" fmla="*/ 106 w 218"/>
              <a:gd name="T35" fmla="*/ 28 h 158"/>
              <a:gd name="T36" fmla="*/ 69 w 218"/>
              <a:gd name="T37" fmla="*/ 52 h 158"/>
              <a:gd name="T38" fmla="*/ 75 w 218"/>
              <a:gd name="T39" fmla="*/ 96 h 158"/>
              <a:gd name="T40" fmla="*/ 129 w 218"/>
              <a:gd name="T41" fmla="*/ 110 h 158"/>
              <a:gd name="T42" fmla="*/ 144 w 218"/>
              <a:gd name="T43" fmla="*/ 52 h 158"/>
              <a:gd name="T44" fmla="*/ 149 w 218"/>
              <a:gd name="T45" fmla="*/ 28 h 158"/>
              <a:gd name="T46" fmla="*/ 206 w 218"/>
              <a:gd name="T47" fmla="*/ 16 h 158"/>
              <a:gd name="T48" fmla="*/ 26 w 218"/>
              <a:gd name="T49" fmla="*/ 0 h 158"/>
              <a:gd name="T50" fmla="*/ 12 w 218"/>
              <a:gd name="T51" fmla="*/ 135 h 158"/>
              <a:gd name="T52" fmla="*/ 0 w 218"/>
              <a:gd name="T53" fmla="*/ 141 h 158"/>
              <a:gd name="T54" fmla="*/ 203 w 218"/>
              <a:gd name="T55" fmla="*/ 158 h 158"/>
              <a:gd name="T56" fmla="*/ 218 w 218"/>
              <a:gd name="T57" fmla="*/ 135 h 158"/>
              <a:gd name="T58" fmla="*/ 120 w 218"/>
              <a:gd name="T59" fmla="*/ 149 h 158"/>
              <a:gd name="T60" fmla="*/ 90 w 218"/>
              <a:gd name="T61" fmla="*/ 145 h 158"/>
              <a:gd name="T62" fmla="*/ 120 w 218"/>
              <a:gd name="T63" fmla="*/ 140 h 158"/>
              <a:gd name="T64" fmla="*/ 120 w 218"/>
              <a:gd name="T65" fmla="*/ 149 h 158"/>
              <a:gd name="T66" fmla="*/ 186 w 218"/>
              <a:gd name="T67" fmla="*/ 124 h 158"/>
              <a:gd name="T68" fmla="*/ 24 w 218"/>
              <a:gd name="T69" fmla="*/ 117 h 158"/>
              <a:gd name="T70" fmla="*/ 33 w 218"/>
              <a:gd name="T71" fmla="*/ 14 h 158"/>
              <a:gd name="T72" fmla="*/ 192 w 218"/>
              <a:gd name="T73" fmla="*/ 21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8" h="158">
                <a:moveTo>
                  <a:pt x="143" y="34"/>
                </a:moveTo>
                <a:cubicBezTo>
                  <a:pt x="143" y="46"/>
                  <a:pt x="143" y="46"/>
                  <a:pt x="143" y="46"/>
                </a:cubicBezTo>
                <a:cubicBezTo>
                  <a:pt x="137" y="46"/>
                  <a:pt x="137" y="46"/>
                  <a:pt x="137" y="46"/>
                </a:cubicBezTo>
                <a:cubicBezTo>
                  <a:pt x="137" y="52"/>
                  <a:pt x="137" y="52"/>
                  <a:pt x="137" y="52"/>
                </a:cubicBezTo>
                <a:cubicBezTo>
                  <a:pt x="137" y="93"/>
                  <a:pt x="137" y="93"/>
                  <a:pt x="137" y="93"/>
                </a:cubicBezTo>
                <a:cubicBezTo>
                  <a:pt x="127" y="104"/>
                  <a:pt x="127" y="104"/>
                  <a:pt x="127" y="104"/>
                </a:cubicBezTo>
                <a:cubicBezTo>
                  <a:pt x="91" y="104"/>
                  <a:pt x="91" y="104"/>
                  <a:pt x="91" y="104"/>
                </a:cubicBezTo>
                <a:cubicBezTo>
                  <a:pt x="81" y="93"/>
                  <a:pt x="81" y="93"/>
                  <a:pt x="81" y="93"/>
                </a:cubicBezTo>
                <a:cubicBezTo>
                  <a:pt x="81" y="52"/>
                  <a:pt x="81" y="52"/>
                  <a:pt x="81" y="52"/>
                </a:cubicBezTo>
                <a:cubicBezTo>
                  <a:pt x="81" y="46"/>
                  <a:pt x="81" y="46"/>
                  <a:pt x="81" y="46"/>
                </a:cubicBezTo>
                <a:cubicBezTo>
                  <a:pt x="75" y="46"/>
                  <a:pt x="75" y="46"/>
                  <a:pt x="75" y="46"/>
                </a:cubicBezTo>
                <a:cubicBezTo>
                  <a:pt x="75" y="34"/>
                  <a:pt x="75" y="34"/>
                  <a:pt x="75" y="34"/>
                </a:cubicBezTo>
                <a:cubicBezTo>
                  <a:pt x="99" y="34"/>
                  <a:pt x="99" y="34"/>
                  <a:pt x="99" y="34"/>
                </a:cubicBezTo>
                <a:cubicBezTo>
                  <a:pt x="99" y="45"/>
                  <a:pt x="99" y="45"/>
                  <a:pt x="99" y="45"/>
                </a:cubicBezTo>
                <a:cubicBezTo>
                  <a:pt x="96" y="45"/>
                  <a:pt x="96" y="45"/>
                  <a:pt x="96" y="45"/>
                </a:cubicBezTo>
                <a:cubicBezTo>
                  <a:pt x="96" y="51"/>
                  <a:pt x="96" y="51"/>
                  <a:pt x="96" y="51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90"/>
                  <a:pt x="96" y="90"/>
                  <a:pt x="96" y="90"/>
                </a:cubicBezTo>
                <a:cubicBezTo>
                  <a:pt x="102" y="90"/>
                  <a:pt x="102" y="90"/>
                  <a:pt x="102" y="90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23" y="90"/>
                  <a:pt x="123" y="90"/>
                  <a:pt x="123" y="90"/>
                </a:cubicBezTo>
                <a:cubicBezTo>
                  <a:pt x="123" y="84"/>
                  <a:pt x="123" y="84"/>
                  <a:pt x="123" y="84"/>
                </a:cubicBezTo>
                <a:cubicBezTo>
                  <a:pt x="123" y="51"/>
                  <a:pt x="123" y="51"/>
                  <a:pt x="123" y="51"/>
                </a:cubicBezTo>
                <a:cubicBezTo>
                  <a:pt x="123" y="45"/>
                  <a:pt x="123" y="45"/>
                  <a:pt x="123" y="45"/>
                </a:cubicBezTo>
                <a:cubicBezTo>
                  <a:pt x="119" y="45"/>
                  <a:pt x="119" y="45"/>
                  <a:pt x="119" y="45"/>
                </a:cubicBezTo>
                <a:cubicBezTo>
                  <a:pt x="119" y="34"/>
                  <a:pt x="119" y="34"/>
                  <a:pt x="119" y="34"/>
                </a:cubicBezTo>
                <a:cubicBezTo>
                  <a:pt x="143" y="34"/>
                  <a:pt x="143" y="34"/>
                  <a:pt x="143" y="34"/>
                </a:cubicBezTo>
                <a:close/>
                <a:moveTo>
                  <a:pt x="149" y="28"/>
                </a:moveTo>
                <a:cubicBezTo>
                  <a:pt x="113" y="28"/>
                  <a:pt x="113" y="28"/>
                  <a:pt x="113" y="28"/>
                </a:cubicBezTo>
                <a:cubicBezTo>
                  <a:pt x="113" y="51"/>
                  <a:pt x="113" y="51"/>
                  <a:pt x="113" y="51"/>
                </a:cubicBezTo>
                <a:cubicBezTo>
                  <a:pt x="117" y="51"/>
                  <a:pt x="117" y="51"/>
                  <a:pt x="117" y="51"/>
                </a:cubicBezTo>
                <a:cubicBezTo>
                  <a:pt x="117" y="84"/>
                  <a:pt x="117" y="84"/>
                  <a:pt x="117" y="84"/>
                </a:cubicBezTo>
                <a:cubicBezTo>
                  <a:pt x="102" y="84"/>
                  <a:pt x="102" y="84"/>
                  <a:pt x="102" y="84"/>
                </a:cubicBezTo>
                <a:cubicBezTo>
                  <a:pt x="102" y="51"/>
                  <a:pt x="102" y="51"/>
                  <a:pt x="102" y="51"/>
                </a:cubicBezTo>
                <a:cubicBezTo>
                  <a:pt x="106" y="51"/>
                  <a:pt x="106" y="51"/>
                  <a:pt x="106" y="51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69" y="28"/>
                  <a:pt x="69" y="28"/>
                  <a:pt x="69" y="28"/>
                </a:cubicBezTo>
                <a:cubicBezTo>
                  <a:pt x="69" y="52"/>
                  <a:pt x="69" y="52"/>
                  <a:pt x="69" y="52"/>
                </a:cubicBezTo>
                <a:cubicBezTo>
                  <a:pt x="75" y="52"/>
                  <a:pt x="75" y="52"/>
                  <a:pt x="75" y="52"/>
                </a:cubicBezTo>
                <a:cubicBezTo>
                  <a:pt x="75" y="96"/>
                  <a:pt x="75" y="96"/>
                  <a:pt x="75" y="96"/>
                </a:cubicBezTo>
                <a:cubicBezTo>
                  <a:pt x="89" y="110"/>
                  <a:pt x="89" y="110"/>
                  <a:pt x="89" y="110"/>
                </a:cubicBezTo>
                <a:cubicBezTo>
                  <a:pt x="129" y="110"/>
                  <a:pt x="129" y="110"/>
                  <a:pt x="129" y="110"/>
                </a:cubicBezTo>
                <a:cubicBezTo>
                  <a:pt x="144" y="96"/>
                  <a:pt x="144" y="96"/>
                  <a:pt x="144" y="96"/>
                </a:cubicBezTo>
                <a:cubicBezTo>
                  <a:pt x="144" y="52"/>
                  <a:pt x="144" y="52"/>
                  <a:pt x="144" y="52"/>
                </a:cubicBezTo>
                <a:cubicBezTo>
                  <a:pt x="149" y="52"/>
                  <a:pt x="149" y="52"/>
                  <a:pt x="149" y="52"/>
                </a:cubicBezTo>
                <a:cubicBezTo>
                  <a:pt x="149" y="28"/>
                  <a:pt x="149" y="28"/>
                  <a:pt x="149" y="28"/>
                </a:cubicBezTo>
                <a:close/>
                <a:moveTo>
                  <a:pt x="206" y="135"/>
                </a:moveTo>
                <a:cubicBezTo>
                  <a:pt x="206" y="16"/>
                  <a:pt x="206" y="16"/>
                  <a:pt x="206" y="16"/>
                </a:cubicBezTo>
                <a:cubicBezTo>
                  <a:pt x="206" y="7"/>
                  <a:pt x="199" y="0"/>
                  <a:pt x="191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18" y="0"/>
                  <a:pt x="12" y="7"/>
                  <a:pt x="12" y="16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50"/>
                  <a:pt x="7" y="158"/>
                  <a:pt x="16" y="158"/>
                </a:cubicBezTo>
                <a:cubicBezTo>
                  <a:pt x="203" y="158"/>
                  <a:pt x="203" y="158"/>
                  <a:pt x="203" y="158"/>
                </a:cubicBezTo>
                <a:cubicBezTo>
                  <a:pt x="211" y="158"/>
                  <a:pt x="218" y="150"/>
                  <a:pt x="218" y="141"/>
                </a:cubicBezTo>
                <a:cubicBezTo>
                  <a:pt x="218" y="135"/>
                  <a:pt x="218" y="135"/>
                  <a:pt x="218" y="135"/>
                </a:cubicBezTo>
                <a:lnTo>
                  <a:pt x="206" y="135"/>
                </a:lnTo>
                <a:close/>
                <a:moveTo>
                  <a:pt x="120" y="149"/>
                </a:moveTo>
                <a:cubicBezTo>
                  <a:pt x="94" y="149"/>
                  <a:pt x="94" y="149"/>
                  <a:pt x="94" y="149"/>
                </a:cubicBezTo>
                <a:cubicBezTo>
                  <a:pt x="92" y="149"/>
                  <a:pt x="90" y="147"/>
                  <a:pt x="90" y="145"/>
                </a:cubicBezTo>
                <a:cubicBezTo>
                  <a:pt x="90" y="142"/>
                  <a:pt x="92" y="140"/>
                  <a:pt x="94" y="140"/>
                </a:cubicBezTo>
                <a:cubicBezTo>
                  <a:pt x="120" y="140"/>
                  <a:pt x="120" y="140"/>
                  <a:pt x="120" y="140"/>
                </a:cubicBezTo>
                <a:cubicBezTo>
                  <a:pt x="123" y="140"/>
                  <a:pt x="125" y="142"/>
                  <a:pt x="125" y="145"/>
                </a:cubicBezTo>
                <a:cubicBezTo>
                  <a:pt x="125" y="147"/>
                  <a:pt x="123" y="149"/>
                  <a:pt x="120" y="149"/>
                </a:cubicBezTo>
                <a:close/>
                <a:moveTo>
                  <a:pt x="192" y="117"/>
                </a:moveTo>
                <a:cubicBezTo>
                  <a:pt x="192" y="120"/>
                  <a:pt x="190" y="124"/>
                  <a:pt x="186" y="124"/>
                </a:cubicBezTo>
                <a:cubicBezTo>
                  <a:pt x="31" y="124"/>
                  <a:pt x="31" y="124"/>
                  <a:pt x="31" y="124"/>
                </a:cubicBezTo>
                <a:cubicBezTo>
                  <a:pt x="27" y="124"/>
                  <a:pt x="24" y="120"/>
                  <a:pt x="24" y="117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17"/>
                  <a:pt x="27" y="14"/>
                  <a:pt x="33" y="14"/>
                </a:cubicBezTo>
                <a:cubicBezTo>
                  <a:pt x="188" y="14"/>
                  <a:pt x="188" y="14"/>
                  <a:pt x="188" y="14"/>
                </a:cubicBezTo>
                <a:cubicBezTo>
                  <a:pt x="190" y="14"/>
                  <a:pt x="192" y="17"/>
                  <a:pt x="192" y="21"/>
                </a:cubicBezTo>
                <a:lnTo>
                  <a:pt x="192" y="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Freeform 891"/>
          <p:cNvSpPr>
            <a:spLocks noEditPoints="1"/>
          </p:cNvSpPr>
          <p:nvPr/>
        </p:nvSpPr>
        <p:spPr bwMode="auto">
          <a:xfrm>
            <a:off x="290203" y="2695113"/>
            <a:ext cx="387352" cy="493707"/>
          </a:xfrm>
          <a:custGeom>
            <a:avLst/>
            <a:gdLst>
              <a:gd name="T0" fmla="*/ 71 w 146"/>
              <a:gd name="T1" fmla="*/ 88 h 186"/>
              <a:gd name="T2" fmla="*/ 67 w 146"/>
              <a:gd name="T3" fmla="*/ 101 h 186"/>
              <a:gd name="T4" fmla="*/ 55 w 146"/>
              <a:gd name="T5" fmla="*/ 104 h 186"/>
              <a:gd name="T6" fmla="*/ 73 w 146"/>
              <a:gd name="T7" fmla="*/ 82 h 186"/>
              <a:gd name="T8" fmla="*/ 92 w 146"/>
              <a:gd name="T9" fmla="*/ 126 h 186"/>
              <a:gd name="T10" fmla="*/ 92 w 146"/>
              <a:gd name="T11" fmla="*/ 128 h 186"/>
              <a:gd name="T12" fmla="*/ 101 w 146"/>
              <a:gd name="T13" fmla="*/ 122 h 186"/>
              <a:gd name="T14" fmla="*/ 105 w 146"/>
              <a:gd name="T15" fmla="*/ 111 h 186"/>
              <a:gd name="T16" fmla="*/ 104 w 146"/>
              <a:gd name="T17" fmla="*/ 110 h 186"/>
              <a:gd name="T18" fmla="*/ 94 w 146"/>
              <a:gd name="T19" fmla="*/ 121 h 186"/>
              <a:gd name="T20" fmla="*/ 127 w 146"/>
              <a:gd name="T21" fmla="*/ 186 h 186"/>
              <a:gd name="T22" fmla="*/ 0 w 146"/>
              <a:gd name="T23" fmla="*/ 168 h 186"/>
              <a:gd name="T24" fmla="*/ 21 w 146"/>
              <a:gd name="T25" fmla="*/ 0 h 186"/>
              <a:gd name="T26" fmla="*/ 144 w 146"/>
              <a:gd name="T27" fmla="*/ 5 h 186"/>
              <a:gd name="T28" fmla="*/ 20 w 146"/>
              <a:gd name="T29" fmla="*/ 10 h 186"/>
              <a:gd name="T30" fmla="*/ 19 w 146"/>
              <a:gd name="T31" fmla="*/ 31 h 186"/>
              <a:gd name="T32" fmla="*/ 146 w 146"/>
              <a:gd name="T33" fmla="*/ 39 h 186"/>
              <a:gd name="T34" fmla="*/ 75 w 146"/>
              <a:gd name="T35" fmla="*/ 100 h 186"/>
              <a:gd name="T36" fmla="*/ 80 w 146"/>
              <a:gd name="T37" fmla="*/ 79 h 186"/>
              <a:gd name="T38" fmla="*/ 80 w 146"/>
              <a:gd name="T39" fmla="*/ 71 h 186"/>
              <a:gd name="T40" fmla="*/ 71 w 146"/>
              <a:gd name="T41" fmla="*/ 74 h 186"/>
              <a:gd name="T42" fmla="*/ 50 w 146"/>
              <a:gd name="T43" fmla="*/ 100 h 186"/>
              <a:gd name="T44" fmla="*/ 40 w 146"/>
              <a:gd name="T45" fmla="*/ 109 h 186"/>
              <a:gd name="T46" fmla="*/ 32 w 146"/>
              <a:gd name="T47" fmla="*/ 115 h 186"/>
              <a:gd name="T48" fmla="*/ 34 w 146"/>
              <a:gd name="T49" fmla="*/ 118 h 186"/>
              <a:gd name="T50" fmla="*/ 40 w 146"/>
              <a:gd name="T51" fmla="*/ 116 h 186"/>
              <a:gd name="T52" fmla="*/ 33 w 146"/>
              <a:gd name="T53" fmla="*/ 128 h 186"/>
              <a:gd name="T54" fmla="*/ 31 w 146"/>
              <a:gd name="T55" fmla="*/ 138 h 186"/>
              <a:gd name="T56" fmla="*/ 37 w 146"/>
              <a:gd name="T57" fmla="*/ 136 h 186"/>
              <a:gd name="T58" fmla="*/ 41 w 146"/>
              <a:gd name="T59" fmla="*/ 128 h 186"/>
              <a:gd name="T60" fmla="*/ 66 w 146"/>
              <a:gd name="T61" fmla="*/ 108 h 186"/>
              <a:gd name="T62" fmla="*/ 64 w 146"/>
              <a:gd name="T63" fmla="*/ 133 h 186"/>
              <a:gd name="T64" fmla="*/ 68 w 146"/>
              <a:gd name="T65" fmla="*/ 139 h 186"/>
              <a:gd name="T66" fmla="*/ 70 w 146"/>
              <a:gd name="T67" fmla="*/ 134 h 186"/>
              <a:gd name="T68" fmla="*/ 73 w 146"/>
              <a:gd name="T69" fmla="*/ 106 h 186"/>
              <a:gd name="T70" fmla="*/ 79 w 146"/>
              <a:gd name="T71" fmla="*/ 106 h 186"/>
              <a:gd name="T72" fmla="*/ 81 w 146"/>
              <a:gd name="T73" fmla="*/ 102 h 186"/>
              <a:gd name="T74" fmla="*/ 75 w 146"/>
              <a:gd name="T75" fmla="*/ 100 h 186"/>
              <a:gd name="T76" fmla="*/ 115 w 146"/>
              <a:gd name="T77" fmla="*/ 78 h 186"/>
              <a:gd name="T78" fmla="*/ 111 w 146"/>
              <a:gd name="T79" fmla="*/ 75 h 186"/>
              <a:gd name="T80" fmla="*/ 104 w 146"/>
              <a:gd name="T81" fmla="*/ 85 h 186"/>
              <a:gd name="T82" fmla="*/ 83 w 146"/>
              <a:gd name="T83" fmla="*/ 133 h 186"/>
              <a:gd name="T84" fmla="*/ 86 w 146"/>
              <a:gd name="T85" fmla="*/ 136 h 186"/>
              <a:gd name="T86" fmla="*/ 89 w 146"/>
              <a:gd name="T87" fmla="*/ 133 h 186"/>
              <a:gd name="T88" fmla="*/ 94 w 146"/>
              <a:gd name="T89" fmla="*/ 135 h 186"/>
              <a:gd name="T90" fmla="*/ 110 w 146"/>
              <a:gd name="T91" fmla="*/ 119 h 186"/>
              <a:gd name="T92" fmla="*/ 110 w 146"/>
              <a:gd name="T93" fmla="*/ 106 h 186"/>
              <a:gd name="T94" fmla="*/ 101 w 146"/>
              <a:gd name="T95" fmla="*/ 106 h 186"/>
              <a:gd name="T96" fmla="*/ 114 w 146"/>
              <a:gd name="T97" fmla="*/ 81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6" h="186">
                <a:moveTo>
                  <a:pt x="73" y="82"/>
                </a:moveTo>
                <a:cubicBezTo>
                  <a:pt x="71" y="88"/>
                  <a:pt x="71" y="88"/>
                  <a:pt x="71" y="88"/>
                </a:cubicBezTo>
                <a:cubicBezTo>
                  <a:pt x="70" y="91"/>
                  <a:pt x="69" y="93"/>
                  <a:pt x="69" y="94"/>
                </a:cubicBezTo>
                <a:cubicBezTo>
                  <a:pt x="68" y="97"/>
                  <a:pt x="68" y="100"/>
                  <a:pt x="67" y="101"/>
                </a:cubicBezTo>
                <a:cubicBezTo>
                  <a:pt x="64" y="102"/>
                  <a:pt x="61" y="102"/>
                  <a:pt x="60" y="103"/>
                </a:cubicBezTo>
                <a:cubicBezTo>
                  <a:pt x="58" y="103"/>
                  <a:pt x="56" y="104"/>
                  <a:pt x="55" y="104"/>
                </a:cubicBezTo>
                <a:cubicBezTo>
                  <a:pt x="58" y="99"/>
                  <a:pt x="62" y="93"/>
                  <a:pt x="69" y="86"/>
                </a:cubicBezTo>
                <a:cubicBezTo>
                  <a:pt x="70" y="84"/>
                  <a:pt x="71" y="83"/>
                  <a:pt x="73" y="82"/>
                </a:cubicBezTo>
                <a:close/>
                <a:moveTo>
                  <a:pt x="94" y="121"/>
                </a:moveTo>
                <a:cubicBezTo>
                  <a:pt x="93" y="123"/>
                  <a:pt x="92" y="125"/>
                  <a:pt x="92" y="126"/>
                </a:cubicBezTo>
                <a:cubicBezTo>
                  <a:pt x="91" y="127"/>
                  <a:pt x="91" y="127"/>
                  <a:pt x="91" y="127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3" y="128"/>
                  <a:pt x="93" y="128"/>
                  <a:pt x="94" y="128"/>
                </a:cubicBezTo>
                <a:cubicBezTo>
                  <a:pt x="96" y="128"/>
                  <a:pt x="99" y="126"/>
                  <a:pt x="101" y="122"/>
                </a:cubicBezTo>
                <a:cubicBezTo>
                  <a:pt x="103" y="120"/>
                  <a:pt x="104" y="117"/>
                  <a:pt x="104" y="115"/>
                </a:cubicBezTo>
                <a:cubicBezTo>
                  <a:pt x="105" y="113"/>
                  <a:pt x="105" y="112"/>
                  <a:pt x="105" y="111"/>
                </a:cubicBezTo>
                <a:cubicBezTo>
                  <a:pt x="105" y="111"/>
                  <a:pt x="105" y="111"/>
                  <a:pt x="105" y="110"/>
                </a:cubicBezTo>
                <a:cubicBezTo>
                  <a:pt x="105" y="110"/>
                  <a:pt x="104" y="110"/>
                  <a:pt x="104" y="110"/>
                </a:cubicBezTo>
                <a:cubicBezTo>
                  <a:pt x="103" y="110"/>
                  <a:pt x="101" y="111"/>
                  <a:pt x="99" y="113"/>
                </a:cubicBezTo>
                <a:cubicBezTo>
                  <a:pt x="97" y="115"/>
                  <a:pt x="96" y="118"/>
                  <a:pt x="94" y="121"/>
                </a:cubicBezTo>
                <a:close/>
                <a:moveTo>
                  <a:pt x="146" y="168"/>
                </a:moveTo>
                <a:cubicBezTo>
                  <a:pt x="146" y="178"/>
                  <a:pt x="138" y="186"/>
                  <a:pt x="127" y="186"/>
                </a:cubicBezTo>
                <a:cubicBezTo>
                  <a:pt x="18" y="186"/>
                  <a:pt x="18" y="186"/>
                  <a:pt x="18" y="186"/>
                </a:cubicBezTo>
                <a:cubicBezTo>
                  <a:pt x="8" y="186"/>
                  <a:pt x="0" y="178"/>
                  <a:pt x="0" y="16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8" y="0"/>
                  <a:pt x="21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1" y="0"/>
                  <a:pt x="144" y="2"/>
                  <a:pt x="144" y="5"/>
                </a:cubicBezTo>
                <a:cubicBezTo>
                  <a:pt x="144" y="8"/>
                  <a:pt x="141" y="10"/>
                  <a:pt x="138" y="10"/>
                </a:cubicBezTo>
                <a:cubicBezTo>
                  <a:pt x="138" y="10"/>
                  <a:pt x="20" y="10"/>
                  <a:pt x="20" y="10"/>
                </a:cubicBezTo>
                <a:cubicBezTo>
                  <a:pt x="13" y="10"/>
                  <a:pt x="9" y="15"/>
                  <a:pt x="9" y="20"/>
                </a:cubicBezTo>
                <a:cubicBezTo>
                  <a:pt x="9" y="25"/>
                  <a:pt x="13" y="31"/>
                  <a:pt x="19" y="31"/>
                </a:cubicBezTo>
                <a:cubicBezTo>
                  <a:pt x="19" y="31"/>
                  <a:pt x="138" y="31"/>
                  <a:pt x="138" y="31"/>
                </a:cubicBezTo>
                <a:cubicBezTo>
                  <a:pt x="142" y="31"/>
                  <a:pt x="146" y="35"/>
                  <a:pt x="146" y="39"/>
                </a:cubicBezTo>
                <a:cubicBezTo>
                  <a:pt x="146" y="39"/>
                  <a:pt x="146" y="168"/>
                  <a:pt x="146" y="168"/>
                </a:cubicBezTo>
                <a:close/>
                <a:moveTo>
                  <a:pt x="75" y="100"/>
                </a:moveTo>
                <a:cubicBezTo>
                  <a:pt x="75" y="98"/>
                  <a:pt x="76" y="95"/>
                  <a:pt x="77" y="91"/>
                </a:cubicBezTo>
                <a:cubicBezTo>
                  <a:pt x="78" y="87"/>
                  <a:pt x="79" y="83"/>
                  <a:pt x="80" y="79"/>
                </a:cubicBezTo>
                <a:cubicBezTo>
                  <a:pt x="81" y="77"/>
                  <a:pt x="81" y="75"/>
                  <a:pt x="81" y="74"/>
                </a:cubicBezTo>
                <a:cubicBezTo>
                  <a:pt x="81" y="73"/>
                  <a:pt x="81" y="72"/>
                  <a:pt x="80" y="71"/>
                </a:cubicBezTo>
                <a:cubicBezTo>
                  <a:pt x="80" y="71"/>
                  <a:pt x="79" y="70"/>
                  <a:pt x="78" y="70"/>
                </a:cubicBezTo>
                <a:cubicBezTo>
                  <a:pt x="76" y="70"/>
                  <a:pt x="74" y="71"/>
                  <a:pt x="71" y="74"/>
                </a:cubicBezTo>
                <a:cubicBezTo>
                  <a:pt x="67" y="78"/>
                  <a:pt x="63" y="83"/>
                  <a:pt x="60" y="87"/>
                </a:cubicBezTo>
                <a:cubicBezTo>
                  <a:pt x="54" y="94"/>
                  <a:pt x="51" y="98"/>
                  <a:pt x="50" y="100"/>
                </a:cubicBezTo>
                <a:cubicBezTo>
                  <a:pt x="47" y="105"/>
                  <a:pt x="46" y="106"/>
                  <a:pt x="45" y="107"/>
                </a:cubicBezTo>
                <a:cubicBezTo>
                  <a:pt x="44" y="108"/>
                  <a:pt x="42" y="108"/>
                  <a:pt x="40" y="109"/>
                </a:cubicBezTo>
                <a:cubicBezTo>
                  <a:pt x="36" y="110"/>
                  <a:pt x="34" y="111"/>
                  <a:pt x="33" y="112"/>
                </a:cubicBezTo>
                <a:cubicBezTo>
                  <a:pt x="32" y="112"/>
                  <a:pt x="32" y="113"/>
                  <a:pt x="32" y="115"/>
                </a:cubicBezTo>
                <a:cubicBezTo>
                  <a:pt x="32" y="115"/>
                  <a:pt x="32" y="116"/>
                  <a:pt x="32" y="117"/>
                </a:cubicBezTo>
                <a:cubicBezTo>
                  <a:pt x="33" y="117"/>
                  <a:pt x="33" y="118"/>
                  <a:pt x="34" y="118"/>
                </a:cubicBezTo>
                <a:cubicBezTo>
                  <a:pt x="35" y="118"/>
                  <a:pt x="36" y="117"/>
                  <a:pt x="37" y="117"/>
                </a:cubicBezTo>
                <a:cubicBezTo>
                  <a:pt x="38" y="117"/>
                  <a:pt x="39" y="116"/>
                  <a:pt x="40" y="116"/>
                </a:cubicBezTo>
                <a:cubicBezTo>
                  <a:pt x="40" y="116"/>
                  <a:pt x="39" y="117"/>
                  <a:pt x="39" y="118"/>
                </a:cubicBezTo>
                <a:cubicBezTo>
                  <a:pt x="36" y="122"/>
                  <a:pt x="34" y="125"/>
                  <a:pt x="33" y="128"/>
                </a:cubicBezTo>
                <a:cubicBezTo>
                  <a:pt x="30" y="134"/>
                  <a:pt x="30" y="135"/>
                  <a:pt x="30" y="136"/>
                </a:cubicBezTo>
                <a:cubicBezTo>
                  <a:pt x="30" y="136"/>
                  <a:pt x="30" y="137"/>
                  <a:pt x="31" y="138"/>
                </a:cubicBezTo>
                <a:cubicBezTo>
                  <a:pt x="31" y="138"/>
                  <a:pt x="32" y="139"/>
                  <a:pt x="33" y="139"/>
                </a:cubicBezTo>
                <a:cubicBezTo>
                  <a:pt x="34" y="139"/>
                  <a:pt x="36" y="138"/>
                  <a:pt x="37" y="136"/>
                </a:cubicBezTo>
                <a:cubicBezTo>
                  <a:pt x="37" y="134"/>
                  <a:pt x="38" y="133"/>
                  <a:pt x="39" y="132"/>
                </a:cubicBezTo>
                <a:cubicBezTo>
                  <a:pt x="41" y="128"/>
                  <a:pt x="41" y="128"/>
                  <a:pt x="41" y="128"/>
                </a:cubicBezTo>
                <a:cubicBezTo>
                  <a:pt x="44" y="122"/>
                  <a:pt x="47" y="117"/>
                  <a:pt x="49" y="112"/>
                </a:cubicBezTo>
                <a:cubicBezTo>
                  <a:pt x="54" y="111"/>
                  <a:pt x="59" y="109"/>
                  <a:pt x="66" y="108"/>
                </a:cubicBezTo>
                <a:cubicBezTo>
                  <a:pt x="66" y="110"/>
                  <a:pt x="65" y="112"/>
                  <a:pt x="65" y="115"/>
                </a:cubicBezTo>
                <a:cubicBezTo>
                  <a:pt x="64" y="123"/>
                  <a:pt x="63" y="129"/>
                  <a:pt x="64" y="133"/>
                </a:cubicBezTo>
                <a:cubicBezTo>
                  <a:pt x="64" y="135"/>
                  <a:pt x="64" y="136"/>
                  <a:pt x="64" y="137"/>
                </a:cubicBezTo>
                <a:cubicBezTo>
                  <a:pt x="65" y="138"/>
                  <a:pt x="67" y="139"/>
                  <a:pt x="68" y="139"/>
                </a:cubicBezTo>
                <a:cubicBezTo>
                  <a:pt x="68" y="139"/>
                  <a:pt x="69" y="138"/>
                  <a:pt x="70" y="138"/>
                </a:cubicBezTo>
                <a:cubicBezTo>
                  <a:pt x="70" y="137"/>
                  <a:pt x="70" y="136"/>
                  <a:pt x="70" y="134"/>
                </a:cubicBezTo>
                <a:cubicBezTo>
                  <a:pt x="70" y="134"/>
                  <a:pt x="70" y="131"/>
                  <a:pt x="71" y="123"/>
                </a:cubicBezTo>
                <a:cubicBezTo>
                  <a:pt x="72" y="114"/>
                  <a:pt x="73" y="109"/>
                  <a:pt x="73" y="106"/>
                </a:cubicBezTo>
                <a:cubicBezTo>
                  <a:pt x="74" y="106"/>
                  <a:pt x="75" y="106"/>
                  <a:pt x="77" y="106"/>
                </a:cubicBezTo>
                <a:cubicBezTo>
                  <a:pt x="78" y="106"/>
                  <a:pt x="79" y="106"/>
                  <a:pt x="79" y="106"/>
                </a:cubicBezTo>
                <a:cubicBezTo>
                  <a:pt x="79" y="106"/>
                  <a:pt x="80" y="105"/>
                  <a:pt x="80" y="105"/>
                </a:cubicBezTo>
                <a:cubicBezTo>
                  <a:pt x="81" y="104"/>
                  <a:pt x="81" y="103"/>
                  <a:pt x="81" y="102"/>
                </a:cubicBezTo>
                <a:cubicBezTo>
                  <a:pt x="81" y="101"/>
                  <a:pt x="80" y="100"/>
                  <a:pt x="77" y="100"/>
                </a:cubicBezTo>
                <a:cubicBezTo>
                  <a:pt x="77" y="100"/>
                  <a:pt x="76" y="100"/>
                  <a:pt x="75" y="100"/>
                </a:cubicBezTo>
                <a:cubicBezTo>
                  <a:pt x="75" y="100"/>
                  <a:pt x="75" y="100"/>
                  <a:pt x="75" y="100"/>
                </a:cubicBezTo>
                <a:close/>
                <a:moveTo>
                  <a:pt x="115" y="78"/>
                </a:moveTo>
                <a:cubicBezTo>
                  <a:pt x="114" y="77"/>
                  <a:pt x="114" y="77"/>
                  <a:pt x="114" y="76"/>
                </a:cubicBezTo>
                <a:cubicBezTo>
                  <a:pt x="113" y="75"/>
                  <a:pt x="112" y="75"/>
                  <a:pt x="111" y="75"/>
                </a:cubicBezTo>
                <a:cubicBezTo>
                  <a:pt x="110" y="75"/>
                  <a:pt x="110" y="76"/>
                  <a:pt x="109" y="77"/>
                </a:cubicBezTo>
                <a:cubicBezTo>
                  <a:pt x="108" y="78"/>
                  <a:pt x="107" y="80"/>
                  <a:pt x="104" y="85"/>
                </a:cubicBezTo>
                <a:cubicBezTo>
                  <a:pt x="98" y="96"/>
                  <a:pt x="93" y="108"/>
                  <a:pt x="88" y="119"/>
                </a:cubicBezTo>
                <a:cubicBezTo>
                  <a:pt x="83" y="131"/>
                  <a:pt x="83" y="132"/>
                  <a:pt x="83" y="133"/>
                </a:cubicBezTo>
                <a:cubicBezTo>
                  <a:pt x="83" y="133"/>
                  <a:pt x="84" y="134"/>
                  <a:pt x="84" y="135"/>
                </a:cubicBezTo>
                <a:cubicBezTo>
                  <a:pt x="85" y="136"/>
                  <a:pt x="86" y="136"/>
                  <a:pt x="86" y="136"/>
                </a:cubicBezTo>
                <a:cubicBezTo>
                  <a:pt x="87" y="136"/>
                  <a:pt x="88" y="136"/>
                  <a:pt x="88" y="135"/>
                </a:cubicBezTo>
                <a:cubicBezTo>
                  <a:pt x="88" y="135"/>
                  <a:pt x="88" y="135"/>
                  <a:pt x="89" y="133"/>
                </a:cubicBezTo>
                <a:cubicBezTo>
                  <a:pt x="90" y="133"/>
                  <a:pt x="90" y="134"/>
                  <a:pt x="91" y="134"/>
                </a:cubicBezTo>
                <a:cubicBezTo>
                  <a:pt x="92" y="134"/>
                  <a:pt x="93" y="135"/>
                  <a:pt x="94" y="135"/>
                </a:cubicBezTo>
                <a:cubicBezTo>
                  <a:pt x="96" y="135"/>
                  <a:pt x="99" y="133"/>
                  <a:pt x="102" y="130"/>
                </a:cubicBezTo>
                <a:cubicBezTo>
                  <a:pt x="105" y="127"/>
                  <a:pt x="108" y="123"/>
                  <a:pt x="110" y="119"/>
                </a:cubicBezTo>
                <a:cubicBezTo>
                  <a:pt x="111" y="115"/>
                  <a:pt x="112" y="112"/>
                  <a:pt x="112" y="110"/>
                </a:cubicBezTo>
                <a:cubicBezTo>
                  <a:pt x="111" y="108"/>
                  <a:pt x="111" y="107"/>
                  <a:pt x="110" y="106"/>
                </a:cubicBezTo>
                <a:cubicBezTo>
                  <a:pt x="109" y="104"/>
                  <a:pt x="108" y="104"/>
                  <a:pt x="106" y="104"/>
                </a:cubicBezTo>
                <a:cubicBezTo>
                  <a:pt x="104" y="104"/>
                  <a:pt x="103" y="104"/>
                  <a:pt x="101" y="106"/>
                </a:cubicBezTo>
                <a:cubicBezTo>
                  <a:pt x="103" y="100"/>
                  <a:pt x="106" y="94"/>
                  <a:pt x="111" y="86"/>
                </a:cubicBezTo>
                <a:cubicBezTo>
                  <a:pt x="113" y="83"/>
                  <a:pt x="114" y="81"/>
                  <a:pt x="114" y="81"/>
                </a:cubicBezTo>
                <a:cubicBezTo>
                  <a:pt x="114" y="80"/>
                  <a:pt x="115" y="79"/>
                  <a:pt x="115" y="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Freeform 892"/>
          <p:cNvSpPr>
            <a:spLocks noEditPoints="1"/>
          </p:cNvSpPr>
          <p:nvPr/>
        </p:nvSpPr>
        <p:spPr bwMode="auto">
          <a:xfrm>
            <a:off x="1124401" y="2695113"/>
            <a:ext cx="538487" cy="523933"/>
          </a:xfrm>
          <a:custGeom>
            <a:avLst/>
            <a:gdLst>
              <a:gd name="T0" fmla="*/ 180 w 203"/>
              <a:gd name="T1" fmla="*/ 39 h 198"/>
              <a:gd name="T2" fmla="*/ 23 w 203"/>
              <a:gd name="T3" fmla="*/ 109 h 198"/>
              <a:gd name="T4" fmla="*/ 10 w 203"/>
              <a:gd name="T5" fmla="*/ 158 h 198"/>
              <a:gd name="T6" fmla="*/ 185 w 203"/>
              <a:gd name="T7" fmla="*/ 166 h 198"/>
              <a:gd name="T8" fmla="*/ 192 w 203"/>
              <a:gd name="T9" fmla="*/ 126 h 198"/>
              <a:gd name="T10" fmla="*/ 41 w 203"/>
              <a:gd name="T11" fmla="*/ 146 h 198"/>
              <a:gd name="T12" fmla="*/ 41 w 203"/>
              <a:gd name="T13" fmla="*/ 122 h 198"/>
              <a:gd name="T14" fmla="*/ 41 w 203"/>
              <a:gd name="T15" fmla="*/ 146 h 198"/>
              <a:gd name="T16" fmla="*/ 48 w 203"/>
              <a:gd name="T17" fmla="*/ 58 h 198"/>
              <a:gd name="T18" fmla="*/ 96 w 203"/>
              <a:gd name="T19" fmla="*/ 53 h 198"/>
              <a:gd name="T20" fmla="*/ 53 w 203"/>
              <a:gd name="T21" fmla="*/ 91 h 198"/>
              <a:gd name="T22" fmla="*/ 131 w 203"/>
              <a:gd name="T23" fmla="*/ 149 h 198"/>
              <a:gd name="T24" fmla="*/ 68 w 203"/>
              <a:gd name="T25" fmla="*/ 145 h 198"/>
              <a:gd name="T26" fmla="*/ 131 w 203"/>
              <a:gd name="T27" fmla="*/ 142 h 198"/>
              <a:gd name="T28" fmla="*/ 131 w 203"/>
              <a:gd name="T29" fmla="*/ 149 h 198"/>
              <a:gd name="T30" fmla="*/ 72 w 203"/>
              <a:gd name="T31" fmla="*/ 133 h 198"/>
              <a:gd name="T32" fmla="*/ 72 w 203"/>
              <a:gd name="T33" fmla="*/ 126 h 198"/>
              <a:gd name="T34" fmla="*/ 135 w 203"/>
              <a:gd name="T35" fmla="*/ 130 h 198"/>
              <a:gd name="T36" fmla="*/ 131 w 203"/>
              <a:gd name="T37" fmla="*/ 118 h 198"/>
              <a:gd name="T38" fmla="*/ 68 w 203"/>
              <a:gd name="T39" fmla="*/ 114 h 198"/>
              <a:gd name="T40" fmla="*/ 131 w 203"/>
              <a:gd name="T41" fmla="*/ 111 h 198"/>
              <a:gd name="T42" fmla="*/ 131 w 203"/>
              <a:gd name="T43" fmla="*/ 118 h 198"/>
              <a:gd name="T44" fmla="*/ 107 w 203"/>
              <a:gd name="T45" fmla="*/ 53 h 198"/>
              <a:gd name="T46" fmla="*/ 155 w 203"/>
              <a:gd name="T47" fmla="*/ 58 h 198"/>
              <a:gd name="T48" fmla="*/ 150 w 203"/>
              <a:gd name="T49" fmla="*/ 91 h 198"/>
              <a:gd name="T50" fmla="*/ 161 w 203"/>
              <a:gd name="T51" fmla="*/ 146 h 198"/>
              <a:gd name="T52" fmla="*/ 161 w 203"/>
              <a:gd name="T53" fmla="*/ 122 h 198"/>
              <a:gd name="T54" fmla="*/ 161 w 203"/>
              <a:gd name="T55" fmla="*/ 146 h 198"/>
              <a:gd name="T56" fmla="*/ 203 w 203"/>
              <a:gd name="T57" fmla="*/ 82 h 198"/>
              <a:gd name="T58" fmla="*/ 191 w 203"/>
              <a:gd name="T59" fmla="*/ 86 h 198"/>
              <a:gd name="T60" fmla="*/ 187 w 203"/>
              <a:gd name="T61" fmla="*/ 63 h 198"/>
              <a:gd name="T62" fmla="*/ 198 w 203"/>
              <a:gd name="T63" fmla="*/ 58 h 198"/>
              <a:gd name="T64" fmla="*/ 12 w 203"/>
              <a:gd name="T65" fmla="*/ 86 h 198"/>
              <a:gd name="T66" fmla="*/ 0 w 203"/>
              <a:gd name="T67" fmla="*/ 82 h 198"/>
              <a:gd name="T68" fmla="*/ 4 w 203"/>
              <a:gd name="T69" fmla="*/ 54 h 198"/>
              <a:gd name="T70" fmla="*/ 16 w 203"/>
              <a:gd name="T71" fmla="*/ 59 h 198"/>
              <a:gd name="T72" fmla="*/ 12 w 203"/>
              <a:gd name="T73" fmla="*/ 86 h 198"/>
              <a:gd name="T74" fmla="*/ 102 w 203"/>
              <a:gd name="T75" fmla="*/ 0 h 198"/>
              <a:gd name="T76" fmla="*/ 180 w 203"/>
              <a:gd name="T77" fmla="*/ 32 h 198"/>
              <a:gd name="T78" fmla="*/ 47 w 203"/>
              <a:gd name="T79" fmla="*/ 19 h 198"/>
              <a:gd name="T80" fmla="*/ 58 w 203"/>
              <a:gd name="T81" fmla="*/ 19 h 198"/>
              <a:gd name="T82" fmla="*/ 71 w 203"/>
              <a:gd name="T83" fmla="*/ 25 h 198"/>
              <a:gd name="T84" fmla="*/ 71 w 203"/>
              <a:gd name="T85" fmla="*/ 14 h 198"/>
              <a:gd name="T86" fmla="*/ 71 w 203"/>
              <a:gd name="T87" fmla="*/ 25 h 198"/>
              <a:gd name="T88" fmla="*/ 125 w 203"/>
              <a:gd name="T89" fmla="*/ 19 h 198"/>
              <a:gd name="T90" fmla="*/ 136 w 203"/>
              <a:gd name="T91" fmla="*/ 19 h 198"/>
              <a:gd name="T92" fmla="*/ 150 w 203"/>
              <a:gd name="T93" fmla="*/ 25 h 198"/>
              <a:gd name="T94" fmla="*/ 150 w 203"/>
              <a:gd name="T95" fmla="*/ 14 h 198"/>
              <a:gd name="T96" fmla="*/ 150 w 203"/>
              <a:gd name="T97" fmla="*/ 25 h 198"/>
              <a:gd name="T98" fmla="*/ 173 w 203"/>
              <a:gd name="T99" fmla="*/ 172 h 198"/>
              <a:gd name="T100" fmla="*/ 165 w 203"/>
              <a:gd name="T101" fmla="*/ 198 h 198"/>
              <a:gd name="T102" fmla="*/ 146 w 203"/>
              <a:gd name="T103" fmla="*/ 190 h 198"/>
              <a:gd name="T104" fmla="*/ 30 w 203"/>
              <a:gd name="T105" fmla="*/ 172 h 198"/>
              <a:gd name="T106" fmla="*/ 57 w 203"/>
              <a:gd name="T107" fmla="*/ 190 h 198"/>
              <a:gd name="T108" fmla="*/ 38 w 203"/>
              <a:gd name="T109" fmla="*/ 198 h 198"/>
              <a:gd name="T110" fmla="*/ 30 w 203"/>
              <a:gd name="T111" fmla="*/ 172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3" h="198">
                <a:moveTo>
                  <a:pt x="180" y="109"/>
                </a:moveTo>
                <a:cubicBezTo>
                  <a:pt x="180" y="84"/>
                  <a:pt x="180" y="56"/>
                  <a:pt x="180" y="39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56"/>
                  <a:pt x="23" y="83"/>
                  <a:pt x="23" y="109"/>
                </a:cubicBezTo>
                <a:cubicBezTo>
                  <a:pt x="17" y="111"/>
                  <a:pt x="10" y="118"/>
                  <a:pt x="10" y="126"/>
                </a:cubicBezTo>
                <a:cubicBezTo>
                  <a:pt x="10" y="158"/>
                  <a:pt x="10" y="158"/>
                  <a:pt x="10" y="158"/>
                </a:cubicBezTo>
                <a:cubicBezTo>
                  <a:pt x="10" y="162"/>
                  <a:pt x="14" y="166"/>
                  <a:pt x="18" y="166"/>
                </a:cubicBezTo>
                <a:cubicBezTo>
                  <a:pt x="185" y="166"/>
                  <a:pt x="185" y="166"/>
                  <a:pt x="185" y="166"/>
                </a:cubicBezTo>
                <a:cubicBezTo>
                  <a:pt x="190" y="166"/>
                  <a:pt x="192" y="163"/>
                  <a:pt x="192" y="158"/>
                </a:cubicBezTo>
                <a:cubicBezTo>
                  <a:pt x="192" y="126"/>
                  <a:pt x="192" y="126"/>
                  <a:pt x="192" y="126"/>
                </a:cubicBezTo>
                <a:cubicBezTo>
                  <a:pt x="192" y="118"/>
                  <a:pt x="186" y="112"/>
                  <a:pt x="180" y="109"/>
                </a:cubicBezTo>
                <a:close/>
                <a:moveTo>
                  <a:pt x="41" y="146"/>
                </a:moveTo>
                <a:cubicBezTo>
                  <a:pt x="35" y="146"/>
                  <a:pt x="29" y="141"/>
                  <a:pt x="29" y="134"/>
                </a:cubicBezTo>
                <a:cubicBezTo>
                  <a:pt x="29" y="128"/>
                  <a:pt x="35" y="122"/>
                  <a:pt x="41" y="122"/>
                </a:cubicBezTo>
                <a:cubicBezTo>
                  <a:pt x="48" y="122"/>
                  <a:pt x="54" y="128"/>
                  <a:pt x="54" y="134"/>
                </a:cubicBezTo>
                <a:cubicBezTo>
                  <a:pt x="54" y="141"/>
                  <a:pt x="48" y="146"/>
                  <a:pt x="41" y="146"/>
                </a:cubicBezTo>
                <a:close/>
                <a:moveTo>
                  <a:pt x="48" y="87"/>
                </a:moveTo>
                <a:cubicBezTo>
                  <a:pt x="48" y="58"/>
                  <a:pt x="48" y="58"/>
                  <a:pt x="48" y="58"/>
                </a:cubicBezTo>
                <a:cubicBezTo>
                  <a:pt x="48" y="56"/>
                  <a:pt x="50" y="53"/>
                  <a:pt x="53" y="53"/>
                </a:cubicBezTo>
                <a:cubicBezTo>
                  <a:pt x="96" y="53"/>
                  <a:pt x="96" y="53"/>
                  <a:pt x="96" y="53"/>
                </a:cubicBezTo>
                <a:cubicBezTo>
                  <a:pt x="96" y="91"/>
                  <a:pt x="96" y="91"/>
                  <a:pt x="96" y="91"/>
                </a:cubicBezTo>
                <a:cubicBezTo>
                  <a:pt x="53" y="91"/>
                  <a:pt x="53" y="91"/>
                  <a:pt x="53" y="91"/>
                </a:cubicBezTo>
                <a:cubicBezTo>
                  <a:pt x="50" y="91"/>
                  <a:pt x="48" y="89"/>
                  <a:pt x="48" y="87"/>
                </a:cubicBezTo>
                <a:close/>
                <a:moveTo>
                  <a:pt x="131" y="149"/>
                </a:moveTo>
                <a:cubicBezTo>
                  <a:pt x="72" y="149"/>
                  <a:pt x="72" y="149"/>
                  <a:pt x="72" y="149"/>
                </a:cubicBezTo>
                <a:cubicBezTo>
                  <a:pt x="70" y="149"/>
                  <a:pt x="68" y="147"/>
                  <a:pt x="68" y="145"/>
                </a:cubicBezTo>
                <a:cubicBezTo>
                  <a:pt x="68" y="143"/>
                  <a:pt x="70" y="142"/>
                  <a:pt x="72" y="142"/>
                </a:cubicBezTo>
                <a:cubicBezTo>
                  <a:pt x="131" y="142"/>
                  <a:pt x="131" y="142"/>
                  <a:pt x="131" y="142"/>
                </a:cubicBezTo>
                <a:cubicBezTo>
                  <a:pt x="133" y="142"/>
                  <a:pt x="135" y="143"/>
                  <a:pt x="135" y="145"/>
                </a:cubicBezTo>
                <a:cubicBezTo>
                  <a:pt x="135" y="147"/>
                  <a:pt x="133" y="149"/>
                  <a:pt x="131" y="149"/>
                </a:cubicBezTo>
                <a:close/>
                <a:moveTo>
                  <a:pt x="131" y="133"/>
                </a:moveTo>
                <a:cubicBezTo>
                  <a:pt x="72" y="133"/>
                  <a:pt x="72" y="133"/>
                  <a:pt x="72" y="133"/>
                </a:cubicBezTo>
                <a:cubicBezTo>
                  <a:pt x="70" y="133"/>
                  <a:pt x="68" y="131"/>
                  <a:pt x="68" y="130"/>
                </a:cubicBezTo>
                <a:cubicBezTo>
                  <a:pt x="68" y="128"/>
                  <a:pt x="70" y="126"/>
                  <a:pt x="72" y="126"/>
                </a:cubicBezTo>
                <a:cubicBezTo>
                  <a:pt x="131" y="126"/>
                  <a:pt x="131" y="126"/>
                  <a:pt x="131" y="126"/>
                </a:cubicBezTo>
                <a:cubicBezTo>
                  <a:pt x="133" y="126"/>
                  <a:pt x="135" y="128"/>
                  <a:pt x="135" y="130"/>
                </a:cubicBezTo>
                <a:cubicBezTo>
                  <a:pt x="135" y="131"/>
                  <a:pt x="133" y="133"/>
                  <a:pt x="131" y="133"/>
                </a:cubicBezTo>
                <a:close/>
                <a:moveTo>
                  <a:pt x="131" y="118"/>
                </a:moveTo>
                <a:cubicBezTo>
                  <a:pt x="72" y="118"/>
                  <a:pt x="72" y="118"/>
                  <a:pt x="72" y="118"/>
                </a:cubicBezTo>
                <a:cubicBezTo>
                  <a:pt x="70" y="118"/>
                  <a:pt x="68" y="116"/>
                  <a:pt x="68" y="114"/>
                </a:cubicBezTo>
                <a:cubicBezTo>
                  <a:pt x="68" y="112"/>
                  <a:pt x="70" y="111"/>
                  <a:pt x="72" y="111"/>
                </a:cubicBezTo>
                <a:cubicBezTo>
                  <a:pt x="131" y="111"/>
                  <a:pt x="131" y="111"/>
                  <a:pt x="131" y="111"/>
                </a:cubicBezTo>
                <a:cubicBezTo>
                  <a:pt x="133" y="111"/>
                  <a:pt x="135" y="112"/>
                  <a:pt x="135" y="114"/>
                </a:cubicBezTo>
                <a:cubicBezTo>
                  <a:pt x="135" y="116"/>
                  <a:pt x="133" y="118"/>
                  <a:pt x="131" y="118"/>
                </a:cubicBezTo>
                <a:close/>
                <a:moveTo>
                  <a:pt x="107" y="91"/>
                </a:moveTo>
                <a:cubicBezTo>
                  <a:pt x="107" y="53"/>
                  <a:pt x="107" y="53"/>
                  <a:pt x="107" y="53"/>
                </a:cubicBezTo>
                <a:cubicBezTo>
                  <a:pt x="150" y="53"/>
                  <a:pt x="150" y="53"/>
                  <a:pt x="150" y="53"/>
                </a:cubicBezTo>
                <a:cubicBezTo>
                  <a:pt x="153" y="53"/>
                  <a:pt x="155" y="56"/>
                  <a:pt x="155" y="58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89"/>
                  <a:pt x="153" y="91"/>
                  <a:pt x="150" y="91"/>
                </a:cubicBezTo>
                <a:lnTo>
                  <a:pt x="107" y="91"/>
                </a:lnTo>
                <a:close/>
                <a:moveTo>
                  <a:pt x="161" y="146"/>
                </a:moveTo>
                <a:cubicBezTo>
                  <a:pt x="155" y="146"/>
                  <a:pt x="149" y="141"/>
                  <a:pt x="149" y="134"/>
                </a:cubicBezTo>
                <a:cubicBezTo>
                  <a:pt x="149" y="128"/>
                  <a:pt x="155" y="122"/>
                  <a:pt x="161" y="122"/>
                </a:cubicBezTo>
                <a:cubicBezTo>
                  <a:pt x="168" y="122"/>
                  <a:pt x="173" y="128"/>
                  <a:pt x="173" y="134"/>
                </a:cubicBezTo>
                <a:cubicBezTo>
                  <a:pt x="173" y="141"/>
                  <a:pt x="168" y="146"/>
                  <a:pt x="161" y="146"/>
                </a:cubicBezTo>
                <a:close/>
                <a:moveTo>
                  <a:pt x="203" y="63"/>
                </a:moveTo>
                <a:cubicBezTo>
                  <a:pt x="203" y="82"/>
                  <a:pt x="203" y="82"/>
                  <a:pt x="203" y="82"/>
                </a:cubicBezTo>
                <a:cubicBezTo>
                  <a:pt x="203" y="84"/>
                  <a:pt x="201" y="86"/>
                  <a:pt x="198" y="86"/>
                </a:cubicBezTo>
                <a:cubicBezTo>
                  <a:pt x="191" y="86"/>
                  <a:pt x="191" y="86"/>
                  <a:pt x="191" y="86"/>
                </a:cubicBezTo>
                <a:cubicBezTo>
                  <a:pt x="189" y="86"/>
                  <a:pt x="187" y="84"/>
                  <a:pt x="187" y="82"/>
                </a:cubicBezTo>
                <a:cubicBezTo>
                  <a:pt x="187" y="63"/>
                  <a:pt x="187" y="63"/>
                  <a:pt x="187" y="63"/>
                </a:cubicBezTo>
                <a:cubicBezTo>
                  <a:pt x="187" y="60"/>
                  <a:pt x="189" y="58"/>
                  <a:pt x="191" y="58"/>
                </a:cubicBezTo>
                <a:cubicBezTo>
                  <a:pt x="198" y="58"/>
                  <a:pt x="198" y="58"/>
                  <a:pt x="198" y="58"/>
                </a:cubicBezTo>
                <a:cubicBezTo>
                  <a:pt x="201" y="58"/>
                  <a:pt x="203" y="60"/>
                  <a:pt x="203" y="63"/>
                </a:cubicBezTo>
                <a:close/>
                <a:moveTo>
                  <a:pt x="12" y="86"/>
                </a:moveTo>
                <a:cubicBezTo>
                  <a:pt x="4" y="86"/>
                  <a:pt x="4" y="86"/>
                  <a:pt x="4" y="86"/>
                </a:cubicBezTo>
                <a:cubicBezTo>
                  <a:pt x="2" y="86"/>
                  <a:pt x="0" y="84"/>
                  <a:pt x="0" y="8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56"/>
                  <a:pt x="2" y="54"/>
                  <a:pt x="4" y="54"/>
                </a:cubicBezTo>
                <a:cubicBezTo>
                  <a:pt x="12" y="54"/>
                  <a:pt x="12" y="54"/>
                  <a:pt x="12" y="54"/>
                </a:cubicBezTo>
                <a:cubicBezTo>
                  <a:pt x="14" y="54"/>
                  <a:pt x="16" y="56"/>
                  <a:pt x="16" y="59"/>
                </a:cubicBezTo>
                <a:cubicBezTo>
                  <a:pt x="16" y="82"/>
                  <a:pt x="16" y="82"/>
                  <a:pt x="16" y="82"/>
                </a:cubicBezTo>
                <a:cubicBezTo>
                  <a:pt x="16" y="84"/>
                  <a:pt x="14" y="86"/>
                  <a:pt x="12" y="86"/>
                </a:cubicBezTo>
                <a:close/>
                <a:moveTo>
                  <a:pt x="180" y="32"/>
                </a:moveTo>
                <a:cubicBezTo>
                  <a:pt x="180" y="13"/>
                  <a:pt x="149" y="0"/>
                  <a:pt x="102" y="0"/>
                </a:cubicBezTo>
                <a:cubicBezTo>
                  <a:pt x="54" y="0"/>
                  <a:pt x="23" y="14"/>
                  <a:pt x="23" y="32"/>
                </a:cubicBezTo>
                <a:cubicBezTo>
                  <a:pt x="23" y="32"/>
                  <a:pt x="180" y="32"/>
                  <a:pt x="180" y="32"/>
                </a:cubicBezTo>
                <a:close/>
                <a:moveTo>
                  <a:pt x="52" y="25"/>
                </a:moveTo>
                <a:cubicBezTo>
                  <a:pt x="49" y="25"/>
                  <a:pt x="47" y="22"/>
                  <a:pt x="47" y="19"/>
                </a:cubicBezTo>
                <a:cubicBezTo>
                  <a:pt x="47" y="16"/>
                  <a:pt x="49" y="14"/>
                  <a:pt x="52" y="14"/>
                </a:cubicBezTo>
                <a:cubicBezTo>
                  <a:pt x="55" y="14"/>
                  <a:pt x="58" y="16"/>
                  <a:pt x="58" y="19"/>
                </a:cubicBezTo>
                <a:cubicBezTo>
                  <a:pt x="58" y="22"/>
                  <a:pt x="55" y="25"/>
                  <a:pt x="52" y="25"/>
                </a:cubicBezTo>
                <a:close/>
                <a:moveTo>
                  <a:pt x="71" y="25"/>
                </a:moveTo>
                <a:cubicBezTo>
                  <a:pt x="68" y="25"/>
                  <a:pt x="66" y="22"/>
                  <a:pt x="66" y="19"/>
                </a:cubicBezTo>
                <a:cubicBezTo>
                  <a:pt x="66" y="16"/>
                  <a:pt x="68" y="14"/>
                  <a:pt x="71" y="14"/>
                </a:cubicBezTo>
                <a:cubicBezTo>
                  <a:pt x="75" y="14"/>
                  <a:pt x="77" y="16"/>
                  <a:pt x="77" y="19"/>
                </a:cubicBezTo>
                <a:cubicBezTo>
                  <a:pt x="77" y="22"/>
                  <a:pt x="75" y="25"/>
                  <a:pt x="71" y="25"/>
                </a:cubicBezTo>
                <a:close/>
                <a:moveTo>
                  <a:pt x="131" y="25"/>
                </a:moveTo>
                <a:cubicBezTo>
                  <a:pt x="127" y="25"/>
                  <a:pt x="125" y="22"/>
                  <a:pt x="125" y="19"/>
                </a:cubicBezTo>
                <a:cubicBezTo>
                  <a:pt x="125" y="16"/>
                  <a:pt x="127" y="14"/>
                  <a:pt x="131" y="14"/>
                </a:cubicBezTo>
                <a:cubicBezTo>
                  <a:pt x="134" y="14"/>
                  <a:pt x="136" y="16"/>
                  <a:pt x="136" y="19"/>
                </a:cubicBezTo>
                <a:cubicBezTo>
                  <a:pt x="136" y="22"/>
                  <a:pt x="134" y="25"/>
                  <a:pt x="131" y="25"/>
                </a:cubicBezTo>
                <a:close/>
                <a:moveTo>
                  <a:pt x="150" y="25"/>
                </a:moveTo>
                <a:cubicBezTo>
                  <a:pt x="147" y="25"/>
                  <a:pt x="144" y="22"/>
                  <a:pt x="144" y="19"/>
                </a:cubicBezTo>
                <a:cubicBezTo>
                  <a:pt x="144" y="16"/>
                  <a:pt x="147" y="14"/>
                  <a:pt x="150" y="14"/>
                </a:cubicBezTo>
                <a:cubicBezTo>
                  <a:pt x="153" y="14"/>
                  <a:pt x="155" y="16"/>
                  <a:pt x="155" y="19"/>
                </a:cubicBezTo>
                <a:cubicBezTo>
                  <a:pt x="155" y="22"/>
                  <a:pt x="153" y="25"/>
                  <a:pt x="150" y="25"/>
                </a:cubicBezTo>
                <a:close/>
                <a:moveTo>
                  <a:pt x="146" y="172"/>
                </a:moveTo>
                <a:cubicBezTo>
                  <a:pt x="173" y="172"/>
                  <a:pt x="173" y="172"/>
                  <a:pt x="173" y="172"/>
                </a:cubicBezTo>
                <a:cubicBezTo>
                  <a:pt x="173" y="190"/>
                  <a:pt x="173" y="190"/>
                  <a:pt x="173" y="190"/>
                </a:cubicBezTo>
                <a:cubicBezTo>
                  <a:pt x="173" y="194"/>
                  <a:pt x="169" y="198"/>
                  <a:pt x="165" y="198"/>
                </a:cubicBezTo>
                <a:cubicBezTo>
                  <a:pt x="154" y="198"/>
                  <a:pt x="154" y="198"/>
                  <a:pt x="154" y="198"/>
                </a:cubicBezTo>
                <a:cubicBezTo>
                  <a:pt x="150" y="198"/>
                  <a:pt x="146" y="194"/>
                  <a:pt x="146" y="190"/>
                </a:cubicBezTo>
                <a:lnTo>
                  <a:pt x="146" y="172"/>
                </a:lnTo>
                <a:close/>
                <a:moveTo>
                  <a:pt x="30" y="172"/>
                </a:moveTo>
                <a:cubicBezTo>
                  <a:pt x="57" y="172"/>
                  <a:pt x="57" y="172"/>
                  <a:pt x="57" y="172"/>
                </a:cubicBezTo>
                <a:cubicBezTo>
                  <a:pt x="57" y="190"/>
                  <a:pt x="57" y="190"/>
                  <a:pt x="57" y="190"/>
                </a:cubicBezTo>
                <a:cubicBezTo>
                  <a:pt x="57" y="194"/>
                  <a:pt x="53" y="198"/>
                  <a:pt x="49" y="198"/>
                </a:cubicBezTo>
                <a:cubicBezTo>
                  <a:pt x="38" y="198"/>
                  <a:pt x="38" y="198"/>
                  <a:pt x="38" y="198"/>
                </a:cubicBezTo>
                <a:cubicBezTo>
                  <a:pt x="33" y="198"/>
                  <a:pt x="30" y="194"/>
                  <a:pt x="30" y="190"/>
                </a:cubicBezTo>
                <a:lnTo>
                  <a:pt x="30" y="1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Freeform 893"/>
          <p:cNvSpPr>
            <a:spLocks noEditPoints="1"/>
          </p:cNvSpPr>
          <p:nvPr/>
        </p:nvSpPr>
        <p:spPr bwMode="auto">
          <a:xfrm>
            <a:off x="1958600" y="2695113"/>
            <a:ext cx="304508" cy="523933"/>
          </a:xfrm>
          <a:custGeom>
            <a:avLst/>
            <a:gdLst>
              <a:gd name="T0" fmla="*/ 105 w 115"/>
              <a:gd name="T1" fmla="*/ 49 h 198"/>
              <a:gd name="T2" fmla="*/ 115 w 115"/>
              <a:gd name="T3" fmla="*/ 53 h 198"/>
              <a:gd name="T4" fmla="*/ 101 w 115"/>
              <a:gd name="T5" fmla="*/ 93 h 198"/>
              <a:gd name="T6" fmla="*/ 89 w 115"/>
              <a:gd name="T7" fmla="*/ 93 h 198"/>
              <a:gd name="T8" fmla="*/ 105 w 115"/>
              <a:gd name="T9" fmla="*/ 49 h 198"/>
              <a:gd name="T10" fmla="*/ 112 w 115"/>
              <a:gd name="T11" fmla="*/ 18 h 198"/>
              <a:gd name="T12" fmla="*/ 109 w 115"/>
              <a:gd name="T13" fmla="*/ 17 h 198"/>
              <a:gd name="T14" fmla="*/ 94 w 115"/>
              <a:gd name="T15" fmla="*/ 33 h 198"/>
              <a:gd name="T16" fmla="*/ 114 w 115"/>
              <a:gd name="T17" fmla="*/ 39 h 198"/>
              <a:gd name="T18" fmla="*/ 112 w 115"/>
              <a:gd name="T19" fmla="*/ 18 h 198"/>
              <a:gd name="T20" fmla="*/ 78 w 115"/>
              <a:gd name="T21" fmla="*/ 93 h 198"/>
              <a:gd name="T22" fmla="*/ 95 w 115"/>
              <a:gd name="T23" fmla="*/ 46 h 198"/>
              <a:gd name="T24" fmla="*/ 85 w 115"/>
              <a:gd name="T25" fmla="*/ 42 h 198"/>
              <a:gd name="T26" fmla="*/ 67 w 115"/>
              <a:gd name="T27" fmla="*/ 93 h 198"/>
              <a:gd name="T28" fmla="*/ 78 w 115"/>
              <a:gd name="T29" fmla="*/ 93 h 198"/>
              <a:gd name="T30" fmla="*/ 2 w 115"/>
              <a:gd name="T31" fmla="*/ 25 h 198"/>
              <a:gd name="T32" fmla="*/ 15 w 115"/>
              <a:gd name="T33" fmla="*/ 3 h 198"/>
              <a:gd name="T34" fmla="*/ 38 w 115"/>
              <a:gd name="T35" fmla="*/ 16 h 198"/>
              <a:gd name="T36" fmla="*/ 58 w 115"/>
              <a:gd name="T37" fmla="*/ 93 h 198"/>
              <a:gd name="T38" fmla="*/ 20 w 115"/>
              <a:gd name="T39" fmla="*/ 93 h 198"/>
              <a:gd name="T40" fmla="*/ 2 w 115"/>
              <a:gd name="T41" fmla="*/ 25 h 198"/>
              <a:gd name="T42" fmla="*/ 16 w 115"/>
              <a:gd name="T43" fmla="*/ 22 h 198"/>
              <a:gd name="T44" fmla="*/ 28 w 115"/>
              <a:gd name="T45" fmla="*/ 69 h 198"/>
              <a:gd name="T46" fmla="*/ 34 w 115"/>
              <a:gd name="T47" fmla="*/ 72 h 198"/>
              <a:gd name="T48" fmla="*/ 37 w 115"/>
              <a:gd name="T49" fmla="*/ 66 h 198"/>
              <a:gd name="T50" fmla="*/ 24 w 115"/>
              <a:gd name="T51" fmla="*/ 19 h 198"/>
              <a:gd name="T52" fmla="*/ 19 w 115"/>
              <a:gd name="T53" fmla="*/ 16 h 198"/>
              <a:gd name="T54" fmla="*/ 16 w 115"/>
              <a:gd name="T55" fmla="*/ 22 h 198"/>
              <a:gd name="T56" fmla="*/ 107 w 115"/>
              <a:gd name="T57" fmla="*/ 100 h 198"/>
              <a:gd name="T58" fmla="*/ 8 w 115"/>
              <a:gd name="T59" fmla="*/ 100 h 198"/>
              <a:gd name="T60" fmla="*/ 2 w 115"/>
              <a:gd name="T61" fmla="*/ 105 h 198"/>
              <a:gd name="T62" fmla="*/ 8 w 115"/>
              <a:gd name="T63" fmla="*/ 109 h 198"/>
              <a:gd name="T64" fmla="*/ 19 w 115"/>
              <a:gd name="T65" fmla="*/ 190 h 198"/>
              <a:gd name="T66" fmla="*/ 14 w 115"/>
              <a:gd name="T67" fmla="*/ 194 h 198"/>
              <a:gd name="T68" fmla="*/ 20 w 115"/>
              <a:gd name="T69" fmla="*/ 198 h 198"/>
              <a:gd name="T70" fmla="*/ 95 w 115"/>
              <a:gd name="T71" fmla="*/ 198 h 198"/>
              <a:gd name="T72" fmla="*/ 101 w 115"/>
              <a:gd name="T73" fmla="*/ 194 h 198"/>
              <a:gd name="T74" fmla="*/ 96 w 115"/>
              <a:gd name="T75" fmla="*/ 190 h 198"/>
              <a:gd name="T76" fmla="*/ 107 w 115"/>
              <a:gd name="T77" fmla="*/ 109 h 198"/>
              <a:gd name="T78" fmla="*/ 113 w 115"/>
              <a:gd name="T79" fmla="*/ 105 h 198"/>
              <a:gd name="T80" fmla="*/ 107 w 115"/>
              <a:gd name="T81" fmla="*/ 100 h 198"/>
              <a:gd name="T82" fmla="*/ 34 w 115"/>
              <a:gd name="T83" fmla="*/ 186 h 198"/>
              <a:gd name="T84" fmla="*/ 34 w 115"/>
              <a:gd name="T85" fmla="*/ 186 h 198"/>
              <a:gd name="T86" fmla="*/ 30 w 115"/>
              <a:gd name="T87" fmla="*/ 183 h 198"/>
              <a:gd name="T88" fmla="*/ 20 w 115"/>
              <a:gd name="T89" fmla="*/ 115 h 198"/>
              <a:gd name="T90" fmla="*/ 23 w 115"/>
              <a:gd name="T91" fmla="*/ 110 h 198"/>
              <a:gd name="T92" fmla="*/ 28 w 115"/>
              <a:gd name="T93" fmla="*/ 114 h 198"/>
              <a:gd name="T94" fmla="*/ 38 w 115"/>
              <a:gd name="T95" fmla="*/ 182 h 198"/>
              <a:gd name="T96" fmla="*/ 34 w 115"/>
              <a:gd name="T97" fmla="*/ 186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5" h="198">
                <a:moveTo>
                  <a:pt x="105" y="49"/>
                </a:moveTo>
                <a:cubicBezTo>
                  <a:pt x="115" y="53"/>
                  <a:pt x="115" y="53"/>
                  <a:pt x="115" y="53"/>
                </a:cubicBezTo>
                <a:cubicBezTo>
                  <a:pt x="101" y="93"/>
                  <a:pt x="101" y="93"/>
                  <a:pt x="101" y="93"/>
                </a:cubicBezTo>
                <a:cubicBezTo>
                  <a:pt x="89" y="93"/>
                  <a:pt x="89" y="93"/>
                  <a:pt x="89" y="93"/>
                </a:cubicBezTo>
                <a:lnTo>
                  <a:pt x="105" y="49"/>
                </a:lnTo>
                <a:close/>
                <a:moveTo>
                  <a:pt x="112" y="18"/>
                </a:moveTo>
                <a:cubicBezTo>
                  <a:pt x="112" y="16"/>
                  <a:pt x="111" y="16"/>
                  <a:pt x="109" y="17"/>
                </a:cubicBezTo>
                <a:cubicBezTo>
                  <a:pt x="94" y="33"/>
                  <a:pt x="94" y="33"/>
                  <a:pt x="94" y="33"/>
                </a:cubicBezTo>
                <a:cubicBezTo>
                  <a:pt x="114" y="39"/>
                  <a:pt x="114" y="39"/>
                  <a:pt x="114" y="39"/>
                </a:cubicBezTo>
                <a:lnTo>
                  <a:pt x="112" y="18"/>
                </a:lnTo>
                <a:close/>
                <a:moveTo>
                  <a:pt x="78" y="93"/>
                </a:moveTo>
                <a:cubicBezTo>
                  <a:pt x="95" y="46"/>
                  <a:pt x="95" y="46"/>
                  <a:pt x="95" y="46"/>
                </a:cubicBezTo>
                <a:cubicBezTo>
                  <a:pt x="85" y="42"/>
                  <a:pt x="85" y="42"/>
                  <a:pt x="85" y="42"/>
                </a:cubicBezTo>
                <a:cubicBezTo>
                  <a:pt x="67" y="93"/>
                  <a:pt x="67" y="93"/>
                  <a:pt x="67" y="93"/>
                </a:cubicBezTo>
                <a:lnTo>
                  <a:pt x="78" y="93"/>
                </a:lnTo>
                <a:close/>
                <a:moveTo>
                  <a:pt x="2" y="25"/>
                </a:moveTo>
                <a:cubicBezTo>
                  <a:pt x="0" y="15"/>
                  <a:pt x="5" y="5"/>
                  <a:pt x="15" y="3"/>
                </a:cubicBezTo>
                <a:cubicBezTo>
                  <a:pt x="25" y="0"/>
                  <a:pt x="35" y="6"/>
                  <a:pt x="38" y="16"/>
                </a:cubicBezTo>
                <a:cubicBezTo>
                  <a:pt x="58" y="93"/>
                  <a:pt x="58" y="93"/>
                  <a:pt x="58" y="93"/>
                </a:cubicBezTo>
                <a:cubicBezTo>
                  <a:pt x="20" y="93"/>
                  <a:pt x="20" y="93"/>
                  <a:pt x="20" y="93"/>
                </a:cubicBezTo>
                <a:lnTo>
                  <a:pt x="2" y="25"/>
                </a:lnTo>
                <a:close/>
                <a:moveTo>
                  <a:pt x="16" y="22"/>
                </a:moveTo>
                <a:cubicBezTo>
                  <a:pt x="28" y="69"/>
                  <a:pt x="28" y="69"/>
                  <a:pt x="28" y="69"/>
                </a:cubicBezTo>
                <a:cubicBezTo>
                  <a:pt x="29" y="71"/>
                  <a:pt x="31" y="72"/>
                  <a:pt x="34" y="72"/>
                </a:cubicBezTo>
                <a:cubicBezTo>
                  <a:pt x="36" y="71"/>
                  <a:pt x="38" y="69"/>
                  <a:pt x="37" y="66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7"/>
                  <a:pt x="21" y="16"/>
                  <a:pt x="19" y="16"/>
                </a:cubicBezTo>
                <a:cubicBezTo>
                  <a:pt x="16" y="17"/>
                  <a:pt x="15" y="19"/>
                  <a:pt x="16" y="22"/>
                </a:cubicBezTo>
                <a:close/>
                <a:moveTo>
                  <a:pt x="107" y="100"/>
                </a:moveTo>
                <a:cubicBezTo>
                  <a:pt x="8" y="100"/>
                  <a:pt x="8" y="100"/>
                  <a:pt x="8" y="100"/>
                </a:cubicBezTo>
                <a:cubicBezTo>
                  <a:pt x="5" y="100"/>
                  <a:pt x="2" y="102"/>
                  <a:pt x="2" y="105"/>
                </a:cubicBezTo>
                <a:cubicBezTo>
                  <a:pt x="2" y="107"/>
                  <a:pt x="4" y="109"/>
                  <a:pt x="8" y="109"/>
                </a:cubicBezTo>
                <a:cubicBezTo>
                  <a:pt x="19" y="190"/>
                  <a:pt x="19" y="190"/>
                  <a:pt x="19" y="190"/>
                </a:cubicBezTo>
                <a:cubicBezTo>
                  <a:pt x="16" y="190"/>
                  <a:pt x="14" y="192"/>
                  <a:pt x="14" y="194"/>
                </a:cubicBezTo>
                <a:cubicBezTo>
                  <a:pt x="14" y="196"/>
                  <a:pt x="17" y="198"/>
                  <a:pt x="20" y="198"/>
                </a:cubicBezTo>
                <a:cubicBezTo>
                  <a:pt x="95" y="198"/>
                  <a:pt x="95" y="198"/>
                  <a:pt x="95" y="198"/>
                </a:cubicBezTo>
                <a:cubicBezTo>
                  <a:pt x="98" y="198"/>
                  <a:pt x="101" y="196"/>
                  <a:pt x="101" y="194"/>
                </a:cubicBezTo>
                <a:cubicBezTo>
                  <a:pt x="101" y="192"/>
                  <a:pt x="99" y="190"/>
                  <a:pt x="96" y="190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11" y="109"/>
                  <a:pt x="113" y="107"/>
                  <a:pt x="113" y="105"/>
                </a:cubicBezTo>
                <a:cubicBezTo>
                  <a:pt x="113" y="102"/>
                  <a:pt x="110" y="100"/>
                  <a:pt x="107" y="100"/>
                </a:cubicBezTo>
                <a:close/>
                <a:moveTo>
                  <a:pt x="34" y="186"/>
                </a:moveTo>
                <a:cubicBezTo>
                  <a:pt x="34" y="186"/>
                  <a:pt x="34" y="186"/>
                  <a:pt x="34" y="186"/>
                </a:cubicBezTo>
                <a:cubicBezTo>
                  <a:pt x="32" y="186"/>
                  <a:pt x="30" y="185"/>
                  <a:pt x="30" y="183"/>
                </a:cubicBezTo>
                <a:cubicBezTo>
                  <a:pt x="20" y="115"/>
                  <a:pt x="20" y="115"/>
                  <a:pt x="20" y="115"/>
                </a:cubicBezTo>
                <a:cubicBezTo>
                  <a:pt x="19" y="112"/>
                  <a:pt x="21" y="110"/>
                  <a:pt x="23" y="110"/>
                </a:cubicBezTo>
                <a:cubicBezTo>
                  <a:pt x="26" y="110"/>
                  <a:pt x="28" y="111"/>
                  <a:pt x="28" y="114"/>
                </a:cubicBezTo>
                <a:cubicBezTo>
                  <a:pt x="38" y="182"/>
                  <a:pt x="38" y="182"/>
                  <a:pt x="38" y="182"/>
                </a:cubicBezTo>
                <a:cubicBezTo>
                  <a:pt x="38" y="184"/>
                  <a:pt x="37" y="186"/>
                  <a:pt x="34" y="1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Freeform 894"/>
          <p:cNvSpPr>
            <a:spLocks noEditPoints="1"/>
          </p:cNvSpPr>
          <p:nvPr/>
        </p:nvSpPr>
        <p:spPr bwMode="auto">
          <a:xfrm>
            <a:off x="2792798" y="2695113"/>
            <a:ext cx="434372" cy="429894"/>
          </a:xfrm>
          <a:custGeom>
            <a:avLst/>
            <a:gdLst>
              <a:gd name="T0" fmla="*/ 108 w 164"/>
              <a:gd name="T1" fmla="*/ 130 h 162"/>
              <a:gd name="T2" fmla="*/ 106 w 164"/>
              <a:gd name="T3" fmla="*/ 137 h 162"/>
              <a:gd name="T4" fmla="*/ 87 w 164"/>
              <a:gd name="T5" fmla="*/ 148 h 162"/>
              <a:gd name="T6" fmla="*/ 80 w 164"/>
              <a:gd name="T7" fmla="*/ 147 h 162"/>
              <a:gd name="T8" fmla="*/ 77 w 164"/>
              <a:gd name="T9" fmla="*/ 142 h 162"/>
              <a:gd name="T10" fmla="*/ 59 w 164"/>
              <a:gd name="T11" fmla="*/ 128 h 162"/>
              <a:gd name="T12" fmla="*/ 60 w 164"/>
              <a:gd name="T13" fmla="*/ 128 h 162"/>
              <a:gd name="T14" fmla="*/ 102 w 164"/>
              <a:gd name="T15" fmla="*/ 104 h 162"/>
              <a:gd name="T16" fmla="*/ 102 w 164"/>
              <a:gd name="T17" fmla="*/ 103 h 162"/>
              <a:gd name="T18" fmla="*/ 105 w 164"/>
              <a:gd name="T19" fmla="*/ 126 h 162"/>
              <a:gd name="T20" fmla="*/ 108 w 164"/>
              <a:gd name="T21" fmla="*/ 130 h 162"/>
              <a:gd name="T22" fmla="*/ 115 w 164"/>
              <a:gd name="T23" fmla="*/ 155 h 162"/>
              <a:gd name="T24" fmla="*/ 112 w 164"/>
              <a:gd name="T25" fmla="*/ 159 h 162"/>
              <a:gd name="T26" fmla="*/ 100 w 164"/>
              <a:gd name="T27" fmla="*/ 161 h 162"/>
              <a:gd name="T28" fmla="*/ 95 w 164"/>
              <a:gd name="T29" fmla="*/ 159 h 162"/>
              <a:gd name="T30" fmla="*/ 93 w 164"/>
              <a:gd name="T31" fmla="*/ 155 h 162"/>
              <a:gd name="T32" fmla="*/ 94 w 164"/>
              <a:gd name="T33" fmla="*/ 151 h 162"/>
              <a:gd name="T34" fmla="*/ 105 w 164"/>
              <a:gd name="T35" fmla="*/ 144 h 162"/>
              <a:gd name="T36" fmla="*/ 109 w 164"/>
              <a:gd name="T37" fmla="*/ 146 h 162"/>
              <a:gd name="T38" fmla="*/ 115 w 164"/>
              <a:gd name="T39" fmla="*/ 155 h 162"/>
              <a:gd name="T40" fmla="*/ 164 w 164"/>
              <a:gd name="T41" fmla="*/ 154 h 162"/>
              <a:gd name="T42" fmla="*/ 159 w 164"/>
              <a:gd name="T43" fmla="*/ 160 h 162"/>
              <a:gd name="T44" fmla="*/ 132 w 164"/>
              <a:gd name="T45" fmla="*/ 160 h 162"/>
              <a:gd name="T46" fmla="*/ 126 w 164"/>
              <a:gd name="T47" fmla="*/ 154 h 162"/>
              <a:gd name="T48" fmla="*/ 132 w 164"/>
              <a:gd name="T49" fmla="*/ 149 h 162"/>
              <a:gd name="T50" fmla="*/ 159 w 164"/>
              <a:gd name="T51" fmla="*/ 149 h 162"/>
              <a:gd name="T52" fmla="*/ 164 w 164"/>
              <a:gd name="T53" fmla="*/ 154 h 162"/>
              <a:gd name="T54" fmla="*/ 98 w 164"/>
              <a:gd name="T55" fmla="*/ 98 h 162"/>
              <a:gd name="T56" fmla="*/ 57 w 164"/>
              <a:gd name="T57" fmla="*/ 122 h 162"/>
              <a:gd name="T58" fmla="*/ 43 w 164"/>
              <a:gd name="T59" fmla="*/ 118 h 162"/>
              <a:gd name="T60" fmla="*/ 3 w 164"/>
              <a:gd name="T61" fmla="*/ 32 h 162"/>
              <a:gd name="T62" fmla="*/ 6 w 164"/>
              <a:gd name="T63" fmla="*/ 19 h 162"/>
              <a:gd name="T64" fmla="*/ 34 w 164"/>
              <a:gd name="T65" fmla="*/ 2 h 162"/>
              <a:gd name="T66" fmla="*/ 48 w 164"/>
              <a:gd name="T67" fmla="*/ 6 h 162"/>
              <a:gd name="T68" fmla="*/ 102 w 164"/>
              <a:gd name="T69" fmla="*/ 84 h 162"/>
              <a:gd name="T70" fmla="*/ 98 w 164"/>
              <a:gd name="T71" fmla="*/ 98 h 162"/>
              <a:gd name="T72" fmla="*/ 89 w 164"/>
              <a:gd name="T73" fmla="*/ 84 h 162"/>
              <a:gd name="T74" fmla="*/ 40 w 164"/>
              <a:gd name="T75" fmla="*/ 14 h 162"/>
              <a:gd name="T76" fmla="*/ 36 w 164"/>
              <a:gd name="T77" fmla="*/ 13 h 162"/>
              <a:gd name="T78" fmla="*/ 35 w 164"/>
              <a:gd name="T79" fmla="*/ 17 h 162"/>
              <a:gd name="T80" fmla="*/ 84 w 164"/>
              <a:gd name="T81" fmla="*/ 88 h 162"/>
              <a:gd name="T82" fmla="*/ 86 w 164"/>
              <a:gd name="T83" fmla="*/ 89 h 162"/>
              <a:gd name="T84" fmla="*/ 88 w 164"/>
              <a:gd name="T85" fmla="*/ 88 h 162"/>
              <a:gd name="T86" fmla="*/ 89 w 164"/>
              <a:gd name="T87" fmla="*/ 84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64" h="162">
                <a:moveTo>
                  <a:pt x="108" y="130"/>
                </a:moveTo>
                <a:cubicBezTo>
                  <a:pt x="110" y="133"/>
                  <a:pt x="109" y="136"/>
                  <a:pt x="106" y="137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5" y="150"/>
                  <a:pt x="81" y="149"/>
                  <a:pt x="80" y="147"/>
                </a:cubicBezTo>
                <a:cubicBezTo>
                  <a:pt x="77" y="142"/>
                  <a:pt x="77" y="142"/>
                  <a:pt x="77" y="142"/>
                </a:cubicBezTo>
                <a:cubicBezTo>
                  <a:pt x="73" y="135"/>
                  <a:pt x="66" y="131"/>
                  <a:pt x="59" y="128"/>
                </a:cubicBezTo>
                <a:cubicBezTo>
                  <a:pt x="59" y="128"/>
                  <a:pt x="60" y="128"/>
                  <a:pt x="60" y="128"/>
                </a:cubicBezTo>
                <a:cubicBezTo>
                  <a:pt x="102" y="104"/>
                  <a:pt x="102" y="104"/>
                  <a:pt x="102" y="104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101" y="111"/>
                  <a:pt x="101" y="119"/>
                  <a:pt x="105" y="126"/>
                </a:cubicBezTo>
                <a:lnTo>
                  <a:pt x="108" y="130"/>
                </a:lnTo>
                <a:close/>
                <a:moveTo>
                  <a:pt x="115" y="155"/>
                </a:moveTo>
                <a:cubicBezTo>
                  <a:pt x="116" y="158"/>
                  <a:pt x="115" y="158"/>
                  <a:pt x="112" y="159"/>
                </a:cubicBezTo>
                <a:cubicBezTo>
                  <a:pt x="100" y="161"/>
                  <a:pt x="100" y="161"/>
                  <a:pt x="100" y="161"/>
                </a:cubicBezTo>
                <a:cubicBezTo>
                  <a:pt x="98" y="161"/>
                  <a:pt x="96" y="162"/>
                  <a:pt x="95" y="159"/>
                </a:cubicBezTo>
                <a:cubicBezTo>
                  <a:pt x="93" y="155"/>
                  <a:pt x="93" y="155"/>
                  <a:pt x="93" y="155"/>
                </a:cubicBezTo>
                <a:cubicBezTo>
                  <a:pt x="91" y="153"/>
                  <a:pt x="92" y="152"/>
                  <a:pt x="94" y="151"/>
                </a:cubicBezTo>
                <a:cubicBezTo>
                  <a:pt x="105" y="144"/>
                  <a:pt x="105" y="144"/>
                  <a:pt x="105" y="144"/>
                </a:cubicBezTo>
                <a:cubicBezTo>
                  <a:pt x="107" y="143"/>
                  <a:pt x="108" y="143"/>
                  <a:pt x="109" y="146"/>
                </a:cubicBezTo>
                <a:lnTo>
                  <a:pt x="115" y="155"/>
                </a:lnTo>
                <a:close/>
                <a:moveTo>
                  <a:pt x="164" y="154"/>
                </a:moveTo>
                <a:cubicBezTo>
                  <a:pt x="164" y="158"/>
                  <a:pt x="162" y="160"/>
                  <a:pt x="159" y="160"/>
                </a:cubicBezTo>
                <a:cubicBezTo>
                  <a:pt x="132" y="160"/>
                  <a:pt x="132" y="160"/>
                  <a:pt x="132" y="160"/>
                </a:cubicBezTo>
                <a:cubicBezTo>
                  <a:pt x="128" y="160"/>
                  <a:pt x="126" y="158"/>
                  <a:pt x="126" y="154"/>
                </a:cubicBezTo>
                <a:cubicBezTo>
                  <a:pt x="126" y="151"/>
                  <a:pt x="128" y="149"/>
                  <a:pt x="132" y="149"/>
                </a:cubicBezTo>
                <a:cubicBezTo>
                  <a:pt x="159" y="149"/>
                  <a:pt x="159" y="149"/>
                  <a:pt x="159" y="149"/>
                </a:cubicBezTo>
                <a:cubicBezTo>
                  <a:pt x="162" y="149"/>
                  <a:pt x="164" y="151"/>
                  <a:pt x="164" y="154"/>
                </a:cubicBezTo>
                <a:close/>
                <a:moveTo>
                  <a:pt x="98" y="98"/>
                </a:moveTo>
                <a:cubicBezTo>
                  <a:pt x="57" y="122"/>
                  <a:pt x="57" y="122"/>
                  <a:pt x="57" y="122"/>
                </a:cubicBezTo>
                <a:cubicBezTo>
                  <a:pt x="52" y="125"/>
                  <a:pt x="46" y="123"/>
                  <a:pt x="43" y="118"/>
                </a:cubicBezTo>
                <a:cubicBezTo>
                  <a:pt x="3" y="32"/>
                  <a:pt x="3" y="32"/>
                  <a:pt x="3" y="32"/>
                </a:cubicBezTo>
                <a:cubicBezTo>
                  <a:pt x="0" y="27"/>
                  <a:pt x="1" y="21"/>
                  <a:pt x="6" y="19"/>
                </a:cubicBezTo>
                <a:cubicBezTo>
                  <a:pt x="34" y="2"/>
                  <a:pt x="34" y="2"/>
                  <a:pt x="34" y="2"/>
                </a:cubicBezTo>
                <a:cubicBezTo>
                  <a:pt x="39" y="0"/>
                  <a:pt x="45" y="2"/>
                  <a:pt x="48" y="6"/>
                </a:cubicBezTo>
                <a:cubicBezTo>
                  <a:pt x="102" y="84"/>
                  <a:pt x="102" y="84"/>
                  <a:pt x="102" y="84"/>
                </a:cubicBezTo>
                <a:cubicBezTo>
                  <a:pt x="105" y="89"/>
                  <a:pt x="103" y="95"/>
                  <a:pt x="98" y="98"/>
                </a:cubicBezTo>
                <a:close/>
                <a:moveTo>
                  <a:pt x="89" y="84"/>
                </a:moveTo>
                <a:cubicBezTo>
                  <a:pt x="40" y="14"/>
                  <a:pt x="40" y="14"/>
                  <a:pt x="40" y="14"/>
                </a:cubicBezTo>
                <a:cubicBezTo>
                  <a:pt x="39" y="12"/>
                  <a:pt x="37" y="12"/>
                  <a:pt x="36" y="13"/>
                </a:cubicBezTo>
                <a:cubicBezTo>
                  <a:pt x="34" y="14"/>
                  <a:pt x="34" y="16"/>
                  <a:pt x="35" y="17"/>
                </a:cubicBezTo>
                <a:cubicBezTo>
                  <a:pt x="84" y="88"/>
                  <a:pt x="84" y="88"/>
                  <a:pt x="84" y="88"/>
                </a:cubicBezTo>
                <a:cubicBezTo>
                  <a:pt x="84" y="88"/>
                  <a:pt x="85" y="89"/>
                  <a:pt x="86" y="89"/>
                </a:cubicBezTo>
                <a:cubicBezTo>
                  <a:pt x="87" y="89"/>
                  <a:pt x="87" y="89"/>
                  <a:pt x="88" y="88"/>
                </a:cubicBezTo>
                <a:cubicBezTo>
                  <a:pt x="90" y="87"/>
                  <a:pt x="90" y="85"/>
                  <a:pt x="89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Freeform 895"/>
          <p:cNvSpPr>
            <a:spLocks noEditPoints="1"/>
          </p:cNvSpPr>
          <p:nvPr/>
        </p:nvSpPr>
        <p:spPr bwMode="auto">
          <a:xfrm>
            <a:off x="3626997" y="2695113"/>
            <a:ext cx="442209" cy="532890"/>
          </a:xfrm>
          <a:custGeom>
            <a:avLst/>
            <a:gdLst>
              <a:gd name="T0" fmla="*/ 167 w 167"/>
              <a:gd name="T1" fmla="*/ 194 h 201"/>
              <a:gd name="T2" fmla="*/ 160 w 167"/>
              <a:gd name="T3" fmla="*/ 201 h 201"/>
              <a:gd name="T4" fmla="*/ 31 w 167"/>
              <a:gd name="T5" fmla="*/ 201 h 201"/>
              <a:gd name="T6" fmla="*/ 0 w 167"/>
              <a:gd name="T7" fmla="*/ 170 h 201"/>
              <a:gd name="T8" fmla="*/ 31 w 167"/>
              <a:gd name="T9" fmla="*/ 139 h 201"/>
              <a:gd name="T10" fmla="*/ 160 w 167"/>
              <a:gd name="T11" fmla="*/ 139 h 201"/>
              <a:gd name="T12" fmla="*/ 167 w 167"/>
              <a:gd name="T13" fmla="*/ 146 h 201"/>
              <a:gd name="T14" fmla="*/ 160 w 167"/>
              <a:gd name="T15" fmla="*/ 154 h 201"/>
              <a:gd name="T16" fmla="*/ 33 w 167"/>
              <a:gd name="T17" fmla="*/ 154 h 201"/>
              <a:gd name="T18" fmla="*/ 17 w 167"/>
              <a:gd name="T19" fmla="*/ 170 h 201"/>
              <a:gd name="T20" fmla="*/ 33 w 167"/>
              <a:gd name="T21" fmla="*/ 187 h 201"/>
              <a:gd name="T22" fmla="*/ 160 w 167"/>
              <a:gd name="T23" fmla="*/ 187 h 201"/>
              <a:gd name="T24" fmla="*/ 167 w 167"/>
              <a:gd name="T25" fmla="*/ 194 h 201"/>
              <a:gd name="T26" fmla="*/ 86 w 167"/>
              <a:gd name="T27" fmla="*/ 28 h 201"/>
              <a:gd name="T28" fmla="*/ 114 w 167"/>
              <a:gd name="T29" fmla="*/ 2 h 201"/>
              <a:gd name="T30" fmla="*/ 113 w 167"/>
              <a:gd name="T31" fmla="*/ 0 h 201"/>
              <a:gd name="T32" fmla="*/ 111 w 167"/>
              <a:gd name="T33" fmla="*/ 0 h 201"/>
              <a:gd name="T34" fmla="*/ 84 w 167"/>
              <a:gd name="T35" fmla="*/ 26 h 201"/>
              <a:gd name="T36" fmla="*/ 84 w 167"/>
              <a:gd name="T37" fmla="*/ 28 h 201"/>
              <a:gd name="T38" fmla="*/ 86 w 167"/>
              <a:gd name="T39" fmla="*/ 28 h 201"/>
              <a:gd name="T40" fmla="*/ 137 w 167"/>
              <a:gd name="T41" fmla="*/ 50 h 201"/>
              <a:gd name="T42" fmla="*/ 108 w 167"/>
              <a:gd name="T43" fmla="*/ 31 h 201"/>
              <a:gd name="T44" fmla="*/ 85 w 167"/>
              <a:gd name="T45" fmla="*/ 36 h 201"/>
              <a:gd name="T46" fmla="*/ 63 w 167"/>
              <a:gd name="T47" fmla="*/ 31 h 201"/>
              <a:gd name="T48" fmla="*/ 34 w 167"/>
              <a:gd name="T49" fmla="*/ 50 h 201"/>
              <a:gd name="T50" fmla="*/ 64 w 167"/>
              <a:gd name="T51" fmla="*/ 125 h 201"/>
              <a:gd name="T52" fmla="*/ 85 w 167"/>
              <a:gd name="T53" fmla="*/ 120 h 201"/>
              <a:gd name="T54" fmla="*/ 106 w 167"/>
              <a:gd name="T55" fmla="*/ 125 h 201"/>
              <a:gd name="T56" fmla="*/ 137 w 167"/>
              <a:gd name="T57" fmla="*/ 50 h 201"/>
              <a:gd name="T58" fmla="*/ 63 w 167"/>
              <a:gd name="T59" fmla="*/ 46 h 201"/>
              <a:gd name="T60" fmla="*/ 62 w 167"/>
              <a:gd name="T61" fmla="*/ 46 h 201"/>
              <a:gd name="T62" fmla="*/ 47 w 167"/>
              <a:gd name="T63" fmla="*/ 59 h 201"/>
              <a:gd name="T64" fmla="*/ 44 w 167"/>
              <a:gd name="T65" fmla="*/ 62 h 201"/>
              <a:gd name="T66" fmla="*/ 43 w 167"/>
              <a:gd name="T67" fmla="*/ 62 h 201"/>
              <a:gd name="T68" fmla="*/ 43 w 167"/>
              <a:gd name="T69" fmla="*/ 62 h 201"/>
              <a:gd name="T70" fmla="*/ 40 w 167"/>
              <a:gd name="T71" fmla="*/ 57 h 201"/>
              <a:gd name="T72" fmla="*/ 62 w 167"/>
              <a:gd name="T73" fmla="*/ 39 h 201"/>
              <a:gd name="T74" fmla="*/ 63 w 167"/>
              <a:gd name="T75" fmla="*/ 39 h 201"/>
              <a:gd name="T76" fmla="*/ 67 w 167"/>
              <a:gd name="T77" fmla="*/ 43 h 201"/>
              <a:gd name="T78" fmla="*/ 63 w 167"/>
              <a:gd name="T79" fmla="*/ 46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7" h="201">
                <a:moveTo>
                  <a:pt x="167" y="194"/>
                </a:moveTo>
                <a:cubicBezTo>
                  <a:pt x="167" y="198"/>
                  <a:pt x="164" y="201"/>
                  <a:pt x="160" y="201"/>
                </a:cubicBezTo>
                <a:cubicBezTo>
                  <a:pt x="31" y="201"/>
                  <a:pt x="31" y="201"/>
                  <a:pt x="31" y="201"/>
                </a:cubicBezTo>
                <a:cubicBezTo>
                  <a:pt x="14" y="201"/>
                  <a:pt x="0" y="187"/>
                  <a:pt x="0" y="170"/>
                </a:cubicBezTo>
                <a:cubicBezTo>
                  <a:pt x="0" y="153"/>
                  <a:pt x="14" y="139"/>
                  <a:pt x="31" y="139"/>
                </a:cubicBezTo>
                <a:cubicBezTo>
                  <a:pt x="160" y="139"/>
                  <a:pt x="160" y="139"/>
                  <a:pt x="160" y="139"/>
                </a:cubicBezTo>
                <a:cubicBezTo>
                  <a:pt x="164" y="139"/>
                  <a:pt x="167" y="142"/>
                  <a:pt x="167" y="146"/>
                </a:cubicBezTo>
                <a:cubicBezTo>
                  <a:pt x="167" y="150"/>
                  <a:pt x="164" y="154"/>
                  <a:pt x="160" y="154"/>
                </a:cubicBezTo>
                <a:cubicBezTo>
                  <a:pt x="33" y="154"/>
                  <a:pt x="33" y="154"/>
                  <a:pt x="33" y="154"/>
                </a:cubicBezTo>
                <a:cubicBezTo>
                  <a:pt x="24" y="154"/>
                  <a:pt x="17" y="161"/>
                  <a:pt x="17" y="170"/>
                </a:cubicBezTo>
                <a:cubicBezTo>
                  <a:pt x="17" y="179"/>
                  <a:pt x="24" y="187"/>
                  <a:pt x="33" y="187"/>
                </a:cubicBezTo>
                <a:cubicBezTo>
                  <a:pt x="160" y="187"/>
                  <a:pt x="160" y="187"/>
                  <a:pt x="160" y="187"/>
                </a:cubicBezTo>
                <a:cubicBezTo>
                  <a:pt x="164" y="187"/>
                  <a:pt x="167" y="190"/>
                  <a:pt x="167" y="194"/>
                </a:cubicBezTo>
                <a:close/>
                <a:moveTo>
                  <a:pt x="86" y="28"/>
                </a:moveTo>
                <a:cubicBezTo>
                  <a:pt x="101" y="28"/>
                  <a:pt x="114" y="17"/>
                  <a:pt x="114" y="2"/>
                </a:cubicBezTo>
                <a:cubicBezTo>
                  <a:pt x="114" y="1"/>
                  <a:pt x="114" y="1"/>
                  <a:pt x="113" y="0"/>
                </a:cubicBezTo>
                <a:cubicBezTo>
                  <a:pt x="113" y="0"/>
                  <a:pt x="112" y="0"/>
                  <a:pt x="111" y="0"/>
                </a:cubicBezTo>
                <a:cubicBezTo>
                  <a:pt x="96" y="0"/>
                  <a:pt x="84" y="12"/>
                  <a:pt x="84" y="26"/>
                </a:cubicBezTo>
                <a:cubicBezTo>
                  <a:pt x="84" y="27"/>
                  <a:pt x="84" y="28"/>
                  <a:pt x="84" y="28"/>
                </a:cubicBezTo>
                <a:cubicBezTo>
                  <a:pt x="85" y="28"/>
                  <a:pt x="85" y="28"/>
                  <a:pt x="86" y="28"/>
                </a:cubicBezTo>
                <a:close/>
                <a:moveTo>
                  <a:pt x="137" y="50"/>
                </a:moveTo>
                <a:cubicBezTo>
                  <a:pt x="131" y="37"/>
                  <a:pt x="118" y="31"/>
                  <a:pt x="108" y="31"/>
                </a:cubicBezTo>
                <a:cubicBezTo>
                  <a:pt x="97" y="31"/>
                  <a:pt x="94" y="36"/>
                  <a:pt x="85" y="36"/>
                </a:cubicBezTo>
                <a:cubicBezTo>
                  <a:pt x="76" y="36"/>
                  <a:pt x="74" y="31"/>
                  <a:pt x="63" y="31"/>
                </a:cubicBezTo>
                <a:cubicBezTo>
                  <a:pt x="53" y="31"/>
                  <a:pt x="40" y="37"/>
                  <a:pt x="34" y="50"/>
                </a:cubicBezTo>
                <a:cubicBezTo>
                  <a:pt x="23" y="76"/>
                  <a:pt x="42" y="125"/>
                  <a:pt x="64" y="125"/>
                </a:cubicBezTo>
                <a:cubicBezTo>
                  <a:pt x="73" y="125"/>
                  <a:pt x="77" y="120"/>
                  <a:pt x="85" y="120"/>
                </a:cubicBezTo>
                <a:cubicBezTo>
                  <a:pt x="94" y="120"/>
                  <a:pt x="97" y="125"/>
                  <a:pt x="106" y="125"/>
                </a:cubicBezTo>
                <a:cubicBezTo>
                  <a:pt x="129" y="125"/>
                  <a:pt x="148" y="76"/>
                  <a:pt x="137" y="50"/>
                </a:cubicBezTo>
                <a:close/>
                <a:moveTo>
                  <a:pt x="63" y="46"/>
                </a:moveTo>
                <a:cubicBezTo>
                  <a:pt x="62" y="46"/>
                  <a:pt x="62" y="46"/>
                  <a:pt x="62" y="46"/>
                </a:cubicBezTo>
                <a:cubicBezTo>
                  <a:pt x="57" y="46"/>
                  <a:pt x="49" y="51"/>
                  <a:pt x="47" y="59"/>
                </a:cubicBezTo>
                <a:cubicBezTo>
                  <a:pt x="47" y="61"/>
                  <a:pt x="45" y="62"/>
                  <a:pt x="44" y="62"/>
                </a:cubicBezTo>
                <a:cubicBezTo>
                  <a:pt x="43" y="62"/>
                  <a:pt x="43" y="62"/>
                  <a:pt x="43" y="62"/>
                </a:cubicBezTo>
                <a:cubicBezTo>
                  <a:pt x="43" y="62"/>
                  <a:pt x="43" y="62"/>
                  <a:pt x="43" y="62"/>
                </a:cubicBezTo>
                <a:cubicBezTo>
                  <a:pt x="41" y="61"/>
                  <a:pt x="40" y="59"/>
                  <a:pt x="40" y="57"/>
                </a:cubicBezTo>
                <a:cubicBezTo>
                  <a:pt x="42" y="46"/>
                  <a:pt x="53" y="39"/>
                  <a:pt x="62" y="39"/>
                </a:cubicBezTo>
                <a:cubicBezTo>
                  <a:pt x="62" y="39"/>
                  <a:pt x="63" y="39"/>
                  <a:pt x="63" y="39"/>
                </a:cubicBezTo>
                <a:cubicBezTo>
                  <a:pt x="65" y="39"/>
                  <a:pt x="67" y="41"/>
                  <a:pt x="67" y="43"/>
                </a:cubicBezTo>
                <a:cubicBezTo>
                  <a:pt x="66" y="45"/>
                  <a:pt x="65" y="46"/>
                  <a:pt x="63" y="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Freeform 896"/>
          <p:cNvSpPr>
            <a:spLocks noEditPoints="1"/>
          </p:cNvSpPr>
          <p:nvPr/>
        </p:nvSpPr>
        <p:spPr bwMode="auto">
          <a:xfrm>
            <a:off x="4461195" y="2695113"/>
            <a:ext cx="498184" cy="490348"/>
          </a:xfrm>
          <a:custGeom>
            <a:avLst/>
            <a:gdLst>
              <a:gd name="T0" fmla="*/ 96 w 188"/>
              <a:gd name="T1" fmla="*/ 1 h 185"/>
              <a:gd name="T2" fmla="*/ 83 w 188"/>
              <a:gd name="T3" fmla="*/ 1 h 185"/>
              <a:gd name="T4" fmla="*/ 97 w 188"/>
              <a:gd name="T5" fmla="*/ 98 h 185"/>
              <a:gd name="T6" fmla="*/ 1 w 188"/>
              <a:gd name="T7" fmla="*/ 84 h 185"/>
              <a:gd name="T8" fmla="*/ 1 w 188"/>
              <a:gd name="T9" fmla="*/ 96 h 185"/>
              <a:gd name="T10" fmla="*/ 17 w 188"/>
              <a:gd name="T11" fmla="*/ 109 h 185"/>
              <a:gd name="T12" fmla="*/ 120 w 188"/>
              <a:gd name="T13" fmla="*/ 120 h 185"/>
              <a:gd name="T14" fmla="*/ 120 w 188"/>
              <a:gd name="T15" fmla="*/ 120 h 185"/>
              <a:gd name="T16" fmla="*/ 120 w 188"/>
              <a:gd name="T17" fmla="*/ 120 h 185"/>
              <a:gd name="T18" fmla="*/ 109 w 188"/>
              <a:gd name="T19" fmla="*/ 17 h 185"/>
              <a:gd name="T20" fmla="*/ 96 w 188"/>
              <a:gd name="T21" fmla="*/ 1 h 185"/>
              <a:gd name="T22" fmla="*/ 110 w 188"/>
              <a:gd name="T23" fmla="*/ 110 h 185"/>
              <a:gd name="T24" fmla="*/ 102 w 188"/>
              <a:gd name="T25" fmla="*/ 110 h 185"/>
              <a:gd name="T26" fmla="*/ 102 w 188"/>
              <a:gd name="T27" fmla="*/ 103 h 185"/>
              <a:gd name="T28" fmla="*/ 110 w 188"/>
              <a:gd name="T29" fmla="*/ 103 h 185"/>
              <a:gd name="T30" fmla="*/ 110 w 188"/>
              <a:gd name="T31" fmla="*/ 110 h 185"/>
              <a:gd name="T32" fmla="*/ 95 w 188"/>
              <a:gd name="T33" fmla="*/ 136 h 185"/>
              <a:gd name="T34" fmla="*/ 95 w 188"/>
              <a:gd name="T35" fmla="*/ 174 h 185"/>
              <a:gd name="T36" fmla="*/ 133 w 188"/>
              <a:gd name="T37" fmla="*/ 174 h 185"/>
              <a:gd name="T38" fmla="*/ 133 w 188"/>
              <a:gd name="T39" fmla="*/ 136 h 185"/>
              <a:gd name="T40" fmla="*/ 95 w 188"/>
              <a:gd name="T41" fmla="*/ 136 h 185"/>
              <a:gd name="T42" fmla="*/ 124 w 188"/>
              <a:gd name="T43" fmla="*/ 165 h 185"/>
              <a:gd name="T44" fmla="*/ 104 w 188"/>
              <a:gd name="T45" fmla="*/ 165 h 185"/>
              <a:gd name="T46" fmla="*/ 104 w 188"/>
              <a:gd name="T47" fmla="*/ 145 h 185"/>
              <a:gd name="T48" fmla="*/ 124 w 188"/>
              <a:gd name="T49" fmla="*/ 145 h 185"/>
              <a:gd name="T50" fmla="*/ 124 w 188"/>
              <a:gd name="T51" fmla="*/ 165 h 185"/>
              <a:gd name="T52" fmla="*/ 139 w 188"/>
              <a:gd name="T53" fmla="*/ 92 h 185"/>
              <a:gd name="T54" fmla="*/ 139 w 188"/>
              <a:gd name="T55" fmla="*/ 131 h 185"/>
              <a:gd name="T56" fmla="*/ 177 w 188"/>
              <a:gd name="T57" fmla="*/ 130 h 185"/>
              <a:gd name="T58" fmla="*/ 177 w 188"/>
              <a:gd name="T59" fmla="*/ 92 h 185"/>
              <a:gd name="T60" fmla="*/ 139 w 188"/>
              <a:gd name="T61" fmla="*/ 92 h 185"/>
              <a:gd name="T62" fmla="*/ 168 w 188"/>
              <a:gd name="T63" fmla="*/ 121 h 185"/>
              <a:gd name="T64" fmla="*/ 148 w 188"/>
              <a:gd name="T65" fmla="*/ 121 h 185"/>
              <a:gd name="T66" fmla="*/ 148 w 188"/>
              <a:gd name="T67" fmla="*/ 101 h 185"/>
              <a:gd name="T68" fmla="*/ 168 w 188"/>
              <a:gd name="T69" fmla="*/ 101 h 185"/>
              <a:gd name="T70" fmla="*/ 168 w 188"/>
              <a:gd name="T71" fmla="*/ 121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88" h="185">
                <a:moveTo>
                  <a:pt x="96" y="1"/>
                </a:moveTo>
                <a:cubicBezTo>
                  <a:pt x="92" y="0"/>
                  <a:pt x="87" y="0"/>
                  <a:pt x="83" y="1"/>
                </a:cubicBezTo>
                <a:cubicBezTo>
                  <a:pt x="83" y="1"/>
                  <a:pt x="93" y="66"/>
                  <a:pt x="97" y="98"/>
                </a:cubicBezTo>
                <a:cubicBezTo>
                  <a:pt x="66" y="93"/>
                  <a:pt x="1" y="83"/>
                  <a:pt x="1" y="84"/>
                </a:cubicBezTo>
                <a:cubicBezTo>
                  <a:pt x="0" y="87"/>
                  <a:pt x="0" y="92"/>
                  <a:pt x="1" y="96"/>
                </a:cubicBezTo>
                <a:cubicBezTo>
                  <a:pt x="3" y="104"/>
                  <a:pt x="9" y="109"/>
                  <a:pt x="17" y="109"/>
                </a:cubicBezTo>
                <a:cubicBezTo>
                  <a:pt x="43" y="112"/>
                  <a:pt x="120" y="120"/>
                  <a:pt x="120" y="120"/>
                </a:cubicBezTo>
                <a:cubicBezTo>
                  <a:pt x="120" y="120"/>
                  <a:pt x="120" y="120"/>
                  <a:pt x="120" y="120"/>
                </a:cubicBezTo>
                <a:cubicBezTo>
                  <a:pt x="120" y="120"/>
                  <a:pt x="120" y="120"/>
                  <a:pt x="120" y="120"/>
                </a:cubicBezTo>
                <a:cubicBezTo>
                  <a:pt x="120" y="120"/>
                  <a:pt x="112" y="43"/>
                  <a:pt x="109" y="17"/>
                </a:cubicBezTo>
                <a:cubicBezTo>
                  <a:pt x="108" y="9"/>
                  <a:pt x="104" y="4"/>
                  <a:pt x="96" y="1"/>
                </a:cubicBezTo>
                <a:close/>
                <a:moveTo>
                  <a:pt x="110" y="110"/>
                </a:moveTo>
                <a:cubicBezTo>
                  <a:pt x="108" y="112"/>
                  <a:pt x="104" y="112"/>
                  <a:pt x="102" y="110"/>
                </a:cubicBezTo>
                <a:cubicBezTo>
                  <a:pt x="100" y="108"/>
                  <a:pt x="100" y="105"/>
                  <a:pt x="102" y="103"/>
                </a:cubicBezTo>
                <a:cubicBezTo>
                  <a:pt x="104" y="100"/>
                  <a:pt x="108" y="100"/>
                  <a:pt x="110" y="103"/>
                </a:cubicBezTo>
                <a:cubicBezTo>
                  <a:pt x="112" y="105"/>
                  <a:pt x="112" y="108"/>
                  <a:pt x="110" y="110"/>
                </a:cubicBezTo>
                <a:close/>
                <a:moveTo>
                  <a:pt x="95" y="136"/>
                </a:moveTo>
                <a:cubicBezTo>
                  <a:pt x="84" y="146"/>
                  <a:pt x="84" y="164"/>
                  <a:pt x="95" y="174"/>
                </a:cubicBezTo>
                <a:cubicBezTo>
                  <a:pt x="105" y="185"/>
                  <a:pt x="123" y="185"/>
                  <a:pt x="133" y="174"/>
                </a:cubicBezTo>
                <a:cubicBezTo>
                  <a:pt x="144" y="164"/>
                  <a:pt x="144" y="146"/>
                  <a:pt x="133" y="136"/>
                </a:cubicBezTo>
                <a:cubicBezTo>
                  <a:pt x="123" y="125"/>
                  <a:pt x="105" y="125"/>
                  <a:pt x="95" y="136"/>
                </a:cubicBezTo>
                <a:close/>
                <a:moveTo>
                  <a:pt x="124" y="165"/>
                </a:moveTo>
                <a:cubicBezTo>
                  <a:pt x="119" y="171"/>
                  <a:pt x="110" y="171"/>
                  <a:pt x="104" y="165"/>
                </a:cubicBezTo>
                <a:cubicBezTo>
                  <a:pt x="99" y="160"/>
                  <a:pt x="99" y="151"/>
                  <a:pt x="104" y="145"/>
                </a:cubicBezTo>
                <a:cubicBezTo>
                  <a:pt x="110" y="139"/>
                  <a:pt x="119" y="139"/>
                  <a:pt x="124" y="145"/>
                </a:cubicBezTo>
                <a:cubicBezTo>
                  <a:pt x="130" y="151"/>
                  <a:pt x="130" y="160"/>
                  <a:pt x="124" y="165"/>
                </a:cubicBezTo>
                <a:close/>
                <a:moveTo>
                  <a:pt x="139" y="92"/>
                </a:moveTo>
                <a:cubicBezTo>
                  <a:pt x="128" y="102"/>
                  <a:pt x="128" y="120"/>
                  <a:pt x="139" y="131"/>
                </a:cubicBezTo>
                <a:cubicBezTo>
                  <a:pt x="149" y="141"/>
                  <a:pt x="167" y="141"/>
                  <a:pt x="177" y="130"/>
                </a:cubicBezTo>
                <a:cubicBezTo>
                  <a:pt x="188" y="120"/>
                  <a:pt x="188" y="102"/>
                  <a:pt x="177" y="92"/>
                </a:cubicBezTo>
                <a:cubicBezTo>
                  <a:pt x="167" y="81"/>
                  <a:pt x="149" y="81"/>
                  <a:pt x="139" y="92"/>
                </a:cubicBezTo>
                <a:close/>
                <a:moveTo>
                  <a:pt x="168" y="121"/>
                </a:moveTo>
                <a:cubicBezTo>
                  <a:pt x="163" y="127"/>
                  <a:pt x="153" y="127"/>
                  <a:pt x="148" y="121"/>
                </a:cubicBezTo>
                <a:cubicBezTo>
                  <a:pt x="142" y="116"/>
                  <a:pt x="142" y="107"/>
                  <a:pt x="148" y="101"/>
                </a:cubicBezTo>
                <a:cubicBezTo>
                  <a:pt x="153" y="96"/>
                  <a:pt x="163" y="96"/>
                  <a:pt x="168" y="101"/>
                </a:cubicBezTo>
                <a:cubicBezTo>
                  <a:pt x="174" y="107"/>
                  <a:pt x="174" y="116"/>
                  <a:pt x="168" y="1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Freeform 897"/>
          <p:cNvSpPr>
            <a:spLocks noEditPoints="1"/>
          </p:cNvSpPr>
          <p:nvPr/>
        </p:nvSpPr>
        <p:spPr bwMode="auto">
          <a:xfrm>
            <a:off x="5295394" y="2695113"/>
            <a:ext cx="429894" cy="517217"/>
          </a:xfrm>
          <a:custGeom>
            <a:avLst/>
            <a:gdLst>
              <a:gd name="T0" fmla="*/ 40 w 162"/>
              <a:gd name="T1" fmla="*/ 195 h 195"/>
              <a:gd name="T2" fmla="*/ 128 w 162"/>
              <a:gd name="T3" fmla="*/ 191 h 195"/>
              <a:gd name="T4" fmla="*/ 131 w 162"/>
              <a:gd name="T5" fmla="*/ 125 h 195"/>
              <a:gd name="T6" fmla="*/ 31 w 162"/>
              <a:gd name="T7" fmla="*/ 69 h 195"/>
              <a:gd name="T8" fmla="*/ 38 w 162"/>
              <a:gd name="T9" fmla="*/ 72 h 195"/>
              <a:gd name="T10" fmla="*/ 41 w 162"/>
              <a:gd name="T11" fmla="*/ 68 h 195"/>
              <a:gd name="T12" fmla="*/ 43 w 162"/>
              <a:gd name="T13" fmla="*/ 65 h 195"/>
              <a:gd name="T14" fmla="*/ 31 w 162"/>
              <a:gd name="T15" fmla="*/ 69 h 195"/>
              <a:gd name="T16" fmla="*/ 81 w 162"/>
              <a:gd name="T17" fmla="*/ 33 h 195"/>
              <a:gd name="T18" fmla="*/ 82 w 162"/>
              <a:gd name="T19" fmla="*/ 26 h 195"/>
              <a:gd name="T20" fmla="*/ 87 w 162"/>
              <a:gd name="T21" fmla="*/ 37 h 195"/>
              <a:gd name="T22" fmla="*/ 81 w 162"/>
              <a:gd name="T23" fmla="*/ 51 h 195"/>
              <a:gd name="T24" fmla="*/ 85 w 162"/>
              <a:gd name="T25" fmla="*/ 58 h 195"/>
              <a:gd name="T26" fmla="*/ 87 w 162"/>
              <a:gd name="T27" fmla="*/ 49 h 195"/>
              <a:gd name="T28" fmla="*/ 89 w 162"/>
              <a:gd name="T29" fmla="*/ 46 h 195"/>
              <a:gd name="T30" fmla="*/ 104 w 162"/>
              <a:gd name="T31" fmla="*/ 45 h 195"/>
              <a:gd name="T32" fmla="*/ 92 w 162"/>
              <a:gd name="T33" fmla="*/ 55 h 195"/>
              <a:gd name="T34" fmla="*/ 96 w 162"/>
              <a:gd name="T35" fmla="*/ 78 h 195"/>
              <a:gd name="T36" fmla="*/ 107 w 162"/>
              <a:gd name="T37" fmla="*/ 74 h 195"/>
              <a:gd name="T38" fmla="*/ 131 w 162"/>
              <a:gd name="T39" fmla="*/ 94 h 195"/>
              <a:gd name="T40" fmla="*/ 129 w 162"/>
              <a:gd name="T41" fmla="*/ 80 h 195"/>
              <a:gd name="T42" fmla="*/ 118 w 162"/>
              <a:gd name="T43" fmla="*/ 60 h 195"/>
              <a:gd name="T44" fmla="*/ 119 w 162"/>
              <a:gd name="T45" fmla="*/ 47 h 195"/>
              <a:gd name="T46" fmla="*/ 112 w 162"/>
              <a:gd name="T47" fmla="*/ 46 h 195"/>
              <a:gd name="T48" fmla="*/ 119 w 162"/>
              <a:gd name="T49" fmla="*/ 44 h 195"/>
              <a:gd name="T50" fmla="*/ 128 w 162"/>
              <a:gd name="T51" fmla="*/ 45 h 195"/>
              <a:gd name="T52" fmla="*/ 89 w 162"/>
              <a:gd name="T53" fmla="*/ 17 h 195"/>
              <a:gd name="T54" fmla="*/ 87 w 162"/>
              <a:gd name="T55" fmla="*/ 21 h 195"/>
              <a:gd name="T56" fmla="*/ 76 w 162"/>
              <a:gd name="T57" fmla="*/ 26 h 195"/>
              <a:gd name="T58" fmla="*/ 72 w 162"/>
              <a:gd name="T59" fmla="*/ 115 h 195"/>
              <a:gd name="T60" fmla="*/ 94 w 162"/>
              <a:gd name="T61" fmla="*/ 128 h 195"/>
              <a:gd name="T62" fmla="*/ 100 w 162"/>
              <a:gd name="T63" fmla="*/ 131 h 195"/>
              <a:gd name="T64" fmla="*/ 98 w 162"/>
              <a:gd name="T65" fmla="*/ 127 h 195"/>
              <a:gd name="T66" fmla="*/ 98 w 162"/>
              <a:gd name="T67" fmla="*/ 119 h 195"/>
              <a:gd name="T68" fmla="*/ 100 w 162"/>
              <a:gd name="T69" fmla="*/ 116 h 195"/>
              <a:gd name="T70" fmla="*/ 99 w 162"/>
              <a:gd name="T71" fmla="*/ 108 h 195"/>
              <a:gd name="T72" fmla="*/ 92 w 162"/>
              <a:gd name="T73" fmla="*/ 96 h 195"/>
              <a:gd name="T74" fmla="*/ 80 w 162"/>
              <a:gd name="T75" fmla="*/ 100 h 195"/>
              <a:gd name="T76" fmla="*/ 56 w 162"/>
              <a:gd name="T77" fmla="*/ 73 h 195"/>
              <a:gd name="T78" fmla="*/ 60 w 162"/>
              <a:gd name="T79" fmla="*/ 72 h 195"/>
              <a:gd name="T80" fmla="*/ 39 w 162"/>
              <a:gd name="T81" fmla="*/ 77 h 195"/>
              <a:gd name="T82" fmla="*/ 33 w 162"/>
              <a:gd name="T83" fmla="*/ 77 h 195"/>
              <a:gd name="T84" fmla="*/ 48 w 162"/>
              <a:gd name="T85" fmla="*/ 113 h 195"/>
              <a:gd name="T86" fmla="*/ 57 w 162"/>
              <a:gd name="T87" fmla="*/ 105 h 195"/>
              <a:gd name="T88" fmla="*/ 45 w 162"/>
              <a:gd name="T89" fmla="*/ 110 h 195"/>
              <a:gd name="T90" fmla="*/ 43 w 162"/>
              <a:gd name="T91" fmla="*/ 100 h 195"/>
              <a:gd name="T92" fmla="*/ 51 w 162"/>
              <a:gd name="T93" fmla="*/ 96 h 195"/>
              <a:gd name="T94" fmla="*/ 55 w 162"/>
              <a:gd name="T95" fmla="*/ 78 h 195"/>
              <a:gd name="T96" fmla="*/ 44 w 162"/>
              <a:gd name="T97" fmla="*/ 38 h 195"/>
              <a:gd name="T98" fmla="*/ 45 w 162"/>
              <a:gd name="T99" fmla="*/ 54 h 195"/>
              <a:gd name="T100" fmla="*/ 47 w 162"/>
              <a:gd name="T101" fmla="*/ 53 h 195"/>
              <a:gd name="T102" fmla="*/ 48 w 162"/>
              <a:gd name="T103" fmla="*/ 56 h 195"/>
              <a:gd name="T104" fmla="*/ 55 w 162"/>
              <a:gd name="T105" fmla="*/ 46 h 195"/>
              <a:gd name="T106" fmla="*/ 55 w 162"/>
              <a:gd name="T107" fmla="*/ 41 h 195"/>
              <a:gd name="T108" fmla="*/ 47 w 162"/>
              <a:gd name="T109" fmla="*/ 39 h 195"/>
              <a:gd name="T110" fmla="*/ 44 w 162"/>
              <a:gd name="T111" fmla="*/ 39 h 195"/>
              <a:gd name="T112" fmla="*/ 144 w 162"/>
              <a:gd name="T113" fmla="*/ 130 h 195"/>
              <a:gd name="T114" fmla="*/ 13 w 162"/>
              <a:gd name="T115" fmla="*/ 89 h 195"/>
              <a:gd name="T116" fmla="*/ 47 w 162"/>
              <a:gd name="T117" fmla="*/ 4 h 195"/>
              <a:gd name="T118" fmla="*/ 2 w 162"/>
              <a:gd name="T119" fmla="*/ 91 h 195"/>
              <a:gd name="T120" fmla="*/ 153 w 162"/>
              <a:gd name="T121" fmla="*/ 139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2" h="195">
                <a:moveTo>
                  <a:pt x="128" y="191"/>
                </a:moveTo>
                <a:cubicBezTo>
                  <a:pt x="130" y="192"/>
                  <a:pt x="128" y="195"/>
                  <a:pt x="125" y="195"/>
                </a:cubicBezTo>
                <a:cubicBezTo>
                  <a:pt x="40" y="195"/>
                  <a:pt x="40" y="195"/>
                  <a:pt x="40" y="195"/>
                </a:cubicBezTo>
                <a:cubicBezTo>
                  <a:pt x="37" y="195"/>
                  <a:pt x="37" y="192"/>
                  <a:pt x="38" y="191"/>
                </a:cubicBezTo>
                <a:cubicBezTo>
                  <a:pt x="44" y="181"/>
                  <a:pt x="63" y="172"/>
                  <a:pt x="83" y="172"/>
                </a:cubicBezTo>
                <a:cubicBezTo>
                  <a:pt x="102" y="172"/>
                  <a:pt x="121" y="180"/>
                  <a:pt x="128" y="191"/>
                </a:cubicBezTo>
                <a:close/>
                <a:moveTo>
                  <a:pt x="49" y="26"/>
                </a:moveTo>
                <a:cubicBezTo>
                  <a:pt x="76" y="3"/>
                  <a:pt x="116" y="7"/>
                  <a:pt x="139" y="34"/>
                </a:cubicBezTo>
                <a:cubicBezTo>
                  <a:pt x="162" y="61"/>
                  <a:pt x="158" y="102"/>
                  <a:pt x="131" y="125"/>
                </a:cubicBezTo>
                <a:cubicBezTo>
                  <a:pt x="104" y="147"/>
                  <a:pt x="63" y="144"/>
                  <a:pt x="41" y="117"/>
                </a:cubicBezTo>
                <a:cubicBezTo>
                  <a:pt x="18" y="89"/>
                  <a:pt x="21" y="49"/>
                  <a:pt x="49" y="26"/>
                </a:cubicBezTo>
                <a:close/>
                <a:moveTo>
                  <a:pt x="31" y="69"/>
                </a:moveTo>
                <a:cubicBezTo>
                  <a:pt x="32" y="68"/>
                  <a:pt x="33" y="68"/>
                  <a:pt x="34" y="68"/>
                </a:cubicBezTo>
                <a:cubicBezTo>
                  <a:pt x="35" y="68"/>
                  <a:pt x="36" y="68"/>
                  <a:pt x="37" y="69"/>
                </a:cubicBezTo>
                <a:cubicBezTo>
                  <a:pt x="37" y="70"/>
                  <a:pt x="38" y="71"/>
                  <a:pt x="38" y="72"/>
                </a:cubicBezTo>
                <a:cubicBezTo>
                  <a:pt x="39" y="71"/>
                  <a:pt x="40" y="71"/>
                  <a:pt x="40" y="70"/>
                </a:cubicBezTo>
                <a:cubicBezTo>
                  <a:pt x="41" y="70"/>
                  <a:pt x="42" y="70"/>
                  <a:pt x="42" y="69"/>
                </a:cubicBezTo>
                <a:cubicBezTo>
                  <a:pt x="42" y="69"/>
                  <a:pt x="42" y="69"/>
                  <a:pt x="41" y="68"/>
                </a:cubicBezTo>
                <a:cubicBezTo>
                  <a:pt x="40" y="67"/>
                  <a:pt x="40" y="67"/>
                  <a:pt x="40" y="67"/>
                </a:cubicBezTo>
                <a:cubicBezTo>
                  <a:pt x="40" y="66"/>
                  <a:pt x="41" y="66"/>
                  <a:pt x="41" y="66"/>
                </a:cubicBezTo>
                <a:cubicBezTo>
                  <a:pt x="42" y="66"/>
                  <a:pt x="43" y="65"/>
                  <a:pt x="43" y="65"/>
                </a:cubicBezTo>
                <a:cubicBezTo>
                  <a:pt x="43" y="65"/>
                  <a:pt x="43" y="65"/>
                  <a:pt x="43" y="65"/>
                </a:cubicBezTo>
                <a:cubicBezTo>
                  <a:pt x="39" y="65"/>
                  <a:pt x="35" y="66"/>
                  <a:pt x="32" y="68"/>
                </a:cubicBezTo>
                <a:cubicBezTo>
                  <a:pt x="31" y="68"/>
                  <a:pt x="31" y="68"/>
                  <a:pt x="31" y="69"/>
                </a:cubicBezTo>
                <a:close/>
                <a:moveTo>
                  <a:pt x="78" y="37"/>
                </a:moveTo>
                <a:cubicBezTo>
                  <a:pt x="79" y="37"/>
                  <a:pt x="80" y="37"/>
                  <a:pt x="82" y="37"/>
                </a:cubicBezTo>
                <a:cubicBezTo>
                  <a:pt x="81" y="36"/>
                  <a:pt x="81" y="34"/>
                  <a:pt x="81" y="33"/>
                </a:cubicBezTo>
                <a:cubicBezTo>
                  <a:pt x="80" y="27"/>
                  <a:pt x="80" y="26"/>
                  <a:pt x="80" y="25"/>
                </a:cubicBezTo>
                <a:cubicBezTo>
                  <a:pt x="80" y="25"/>
                  <a:pt x="81" y="25"/>
                  <a:pt x="81" y="25"/>
                </a:cubicBezTo>
                <a:cubicBezTo>
                  <a:pt x="82" y="25"/>
                  <a:pt x="82" y="26"/>
                  <a:pt x="82" y="26"/>
                </a:cubicBezTo>
                <a:cubicBezTo>
                  <a:pt x="82" y="26"/>
                  <a:pt x="82" y="26"/>
                  <a:pt x="82" y="26"/>
                </a:cubicBezTo>
                <a:cubicBezTo>
                  <a:pt x="83" y="27"/>
                  <a:pt x="83" y="28"/>
                  <a:pt x="84" y="29"/>
                </a:cubicBezTo>
                <a:cubicBezTo>
                  <a:pt x="86" y="32"/>
                  <a:pt x="88" y="35"/>
                  <a:pt x="87" y="37"/>
                </a:cubicBezTo>
                <a:cubicBezTo>
                  <a:pt x="87" y="39"/>
                  <a:pt x="86" y="40"/>
                  <a:pt x="84" y="41"/>
                </a:cubicBezTo>
                <a:cubicBezTo>
                  <a:pt x="83" y="42"/>
                  <a:pt x="83" y="42"/>
                  <a:pt x="83" y="44"/>
                </a:cubicBezTo>
                <a:cubicBezTo>
                  <a:pt x="83" y="45"/>
                  <a:pt x="82" y="47"/>
                  <a:pt x="81" y="51"/>
                </a:cubicBezTo>
                <a:cubicBezTo>
                  <a:pt x="82" y="52"/>
                  <a:pt x="82" y="54"/>
                  <a:pt x="82" y="55"/>
                </a:cubicBezTo>
                <a:cubicBezTo>
                  <a:pt x="82" y="56"/>
                  <a:pt x="82" y="57"/>
                  <a:pt x="84" y="59"/>
                </a:cubicBezTo>
                <a:cubicBezTo>
                  <a:pt x="84" y="59"/>
                  <a:pt x="85" y="59"/>
                  <a:pt x="85" y="58"/>
                </a:cubicBezTo>
                <a:cubicBezTo>
                  <a:pt x="86" y="57"/>
                  <a:pt x="86" y="56"/>
                  <a:pt x="86" y="54"/>
                </a:cubicBezTo>
                <a:cubicBezTo>
                  <a:pt x="85" y="52"/>
                  <a:pt x="85" y="51"/>
                  <a:pt x="86" y="50"/>
                </a:cubicBezTo>
                <a:cubicBezTo>
                  <a:pt x="86" y="49"/>
                  <a:pt x="87" y="49"/>
                  <a:pt x="87" y="49"/>
                </a:cubicBezTo>
                <a:cubicBezTo>
                  <a:pt x="88" y="48"/>
                  <a:pt x="88" y="48"/>
                  <a:pt x="88" y="47"/>
                </a:cubicBezTo>
                <a:cubicBezTo>
                  <a:pt x="88" y="47"/>
                  <a:pt x="88" y="47"/>
                  <a:pt x="88" y="47"/>
                </a:cubicBezTo>
                <a:cubicBezTo>
                  <a:pt x="88" y="46"/>
                  <a:pt x="88" y="46"/>
                  <a:pt x="89" y="46"/>
                </a:cubicBezTo>
                <a:cubicBezTo>
                  <a:pt x="91" y="46"/>
                  <a:pt x="94" y="47"/>
                  <a:pt x="97" y="48"/>
                </a:cubicBezTo>
                <a:cubicBezTo>
                  <a:pt x="97" y="47"/>
                  <a:pt x="97" y="47"/>
                  <a:pt x="98" y="46"/>
                </a:cubicBezTo>
                <a:cubicBezTo>
                  <a:pt x="100" y="44"/>
                  <a:pt x="102" y="44"/>
                  <a:pt x="104" y="45"/>
                </a:cubicBezTo>
                <a:cubicBezTo>
                  <a:pt x="106" y="46"/>
                  <a:pt x="106" y="48"/>
                  <a:pt x="106" y="50"/>
                </a:cubicBezTo>
                <a:cubicBezTo>
                  <a:pt x="104" y="53"/>
                  <a:pt x="100" y="57"/>
                  <a:pt x="96" y="57"/>
                </a:cubicBezTo>
                <a:cubicBezTo>
                  <a:pt x="94" y="57"/>
                  <a:pt x="93" y="56"/>
                  <a:pt x="92" y="55"/>
                </a:cubicBezTo>
                <a:cubicBezTo>
                  <a:pt x="90" y="56"/>
                  <a:pt x="88" y="57"/>
                  <a:pt x="87" y="60"/>
                </a:cubicBezTo>
                <a:cubicBezTo>
                  <a:pt x="86" y="64"/>
                  <a:pt x="87" y="69"/>
                  <a:pt x="90" y="74"/>
                </a:cubicBezTo>
                <a:cubicBezTo>
                  <a:pt x="92" y="78"/>
                  <a:pt x="95" y="78"/>
                  <a:pt x="96" y="78"/>
                </a:cubicBezTo>
                <a:cubicBezTo>
                  <a:pt x="98" y="78"/>
                  <a:pt x="100" y="77"/>
                  <a:pt x="101" y="76"/>
                </a:cubicBezTo>
                <a:cubicBezTo>
                  <a:pt x="103" y="75"/>
                  <a:pt x="105" y="75"/>
                  <a:pt x="107" y="74"/>
                </a:cubicBezTo>
                <a:cubicBezTo>
                  <a:pt x="107" y="74"/>
                  <a:pt x="107" y="74"/>
                  <a:pt x="107" y="74"/>
                </a:cubicBezTo>
                <a:cubicBezTo>
                  <a:pt x="107" y="74"/>
                  <a:pt x="108" y="74"/>
                  <a:pt x="108" y="74"/>
                </a:cubicBezTo>
                <a:cubicBezTo>
                  <a:pt x="109" y="75"/>
                  <a:pt x="110" y="76"/>
                  <a:pt x="112" y="78"/>
                </a:cubicBezTo>
                <a:cubicBezTo>
                  <a:pt x="117" y="83"/>
                  <a:pt x="128" y="94"/>
                  <a:pt x="131" y="94"/>
                </a:cubicBezTo>
                <a:cubicBezTo>
                  <a:pt x="132" y="94"/>
                  <a:pt x="132" y="94"/>
                  <a:pt x="132" y="94"/>
                </a:cubicBezTo>
                <a:cubicBezTo>
                  <a:pt x="132" y="93"/>
                  <a:pt x="133" y="92"/>
                  <a:pt x="131" y="87"/>
                </a:cubicBezTo>
                <a:cubicBezTo>
                  <a:pt x="131" y="85"/>
                  <a:pt x="130" y="83"/>
                  <a:pt x="129" y="80"/>
                </a:cubicBezTo>
                <a:cubicBezTo>
                  <a:pt x="128" y="73"/>
                  <a:pt x="125" y="63"/>
                  <a:pt x="122" y="58"/>
                </a:cubicBezTo>
                <a:cubicBezTo>
                  <a:pt x="121" y="59"/>
                  <a:pt x="120" y="60"/>
                  <a:pt x="119" y="60"/>
                </a:cubicBezTo>
                <a:cubicBezTo>
                  <a:pt x="119" y="61"/>
                  <a:pt x="118" y="60"/>
                  <a:pt x="118" y="60"/>
                </a:cubicBezTo>
                <a:cubicBezTo>
                  <a:pt x="117" y="58"/>
                  <a:pt x="118" y="56"/>
                  <a:pt x="119" y="54"/>
                </a:cubicBezTo>
                <a:cubicBezTo>
                  <a:pt x="120" y="52"/>
                  <a:pt x="121" y="50"/>
                  <a:pt x="120" y="48"/>
                </a:cubicBezTo>
                <a:cubicBezTo>
                  <a:pt x="120" y="48"/>
                  <a:pt x="119" y="47"/>
                  <a:pt x="119" y="47"/>
                </a:cubicBezTo>
                <a:cubicBezTo>
                  <a:pt x="119" y="47"/>
                  <a:pt x="118" y="48"/>
                  <a:pt x="118" y="48"/>
                </a:cubicBezTo>
                <a:cubicBezTo>
                  <a:pt x="117" y="49"/>
                  <a:pt x="116" y="49"/>
                  <a:pt x="115" y="49"/>
                </a:cubicBezTo>
                <a:cubicBezTo>
                  <a:pt x="113" y="49"/>
                  <a:pt x="112" y="48"/>
                  <a:pt x="112" y="46"/>
                </a:cubicBezTo>
                <a:cubicBezTo>
                  <a:pt x="111" y="46"/>
                  <a:pt x="111" y="45"/>
                  <a:pt x="112" y="45"/>
                </a:cubicBezTo>
                <a:cubicBezTo>
                  <a:pt x="112" y="45"/>
                  <a:pt x="113" y="45"/>
                  <a:pt x="113" y="45"/>
                </a:cubicBezTo>
                <a:cubicBezTo>
                  <a:pt x="115" y="46"/>
                  <a:pt x="117" y="45"/>
                  <a:pt x="119" y="44"/>
                </a:cubicBezTo>
                <a:cubicBezTo>
                  <a:pt x="120" y="43"/>
                  <a:pt x="122" y="43"/>
                  <a:pt x="123" y="43"/>
                </a:cubicBezTo>
                <a:cubicBezTo>
                  <a:pt x="124" y="43"/>
                  <a:pt x="126" y="43"/>
                  <a:pt x="127" y="44"/>
                </a:cubicBezTo>
                <a:cubicBezTo>
                  <a:pt x="127" y="44"/>
                  <a:pt x="128" y="45"/>
                  <a:pt x="128" y="45"/>
                </a:cubicBezTo>
                <a:cubicBezTo>
                  <a:pt x="129" y="47"/>
                  <a:pt x="130" y="48"/>
                  <a:pt x="134" y="48"/>
                </a:cubicBezTo>
                <a:cubicBezTo>
                  <a:pt x="133" y="45"/>
                  <a:pt x="132" y="40"/>
                  <a:pt x="134" y="37"/>
                </a:cubicBezTo>
                <a:cubicBezTo>
                  <a:pt x="123" y="24"/>
                  <a:pt x="106" y="16"/>
                  <a:pt x="89" y="17"/>
                </a:cubicBezTo>
                <a:cubicBezTo>
                  <a:pt x="90" y="17"/>
                  <a:pt x="90" y="18"/>
                  <a:pt x="90" y="19"/>
                </a:cubicBezTo>
                <a:cubicBezTo>
                  <a:pt x="90" y="20"/>
                  <a:pt x="89" y="21"/>
                  <a:pt x="88" y="21"/>
                </a:cubicBezTo>
                <a:cubicBezTo>
                  <a:pt x="88" y="21"/>
                  <a:pt x="88" y="21"/>
                  <a:pt x="87" y="21"/>
                </a:cubicBezTo>
                <a:cubicBezTo>
                  <a:pt x="87" y="21"/>
                  <a:pt x="87" y="21"/>
                  <a:pt x="87" y="21"/>
                </a:cubicBezTo>
                <a:cubicBezTo>
                  <a:pt x="86" y="20"/>
                  <a:pt x="85" y="19"/>
                  <a:pt x="84" y="19"/>
                </a:cubicBezTo>
                <a:cubicBezTo>
                  <a:pt x="82" y="19"/>
                  <a:pt x="78" y="22"/>
                  <a:pt x="76" y="26"/>
                </a:cubicBezTo>
                <a:cubicBezTo>
                  <a:pt x="75" y="28"/>
                  <a:pt x="74" y="33"/>
                  <a:pt x="78" y="37"/>
                </a:cubicBezTo>
                <a:close/>
                <a:moveTo>
                  <a:pt x="69" y="105"/>
                </a:moveTo>
                <a:cubicBezTo>
                  <a:pt x="69" y="109"/>
                  <a:pt x="70" y="112"/>
                  <a:pt x="72" y="115"/>
                </a:cubicBezTo>
                <a:cubicBezTo>
                  <a:pt x="72" y="115"/>
                  <a:pt x="73" y="116"/>
                  <a:pt x="73" y="117"/>
                </a:cubicBezTo>
                <a:cubicBezTo>
                  <a:pt x="74" y="116"/>
                  <a:pt x="75" y="116"/>
                  <a:pt x="77" y="116"/>
                </a:cubicBezTo>
                <a:cubicBezTo>
                  <a:pt x="84" y="116"/>
                  <a:pt x="89" y="122"/>
                  <a:pt x="94" y="128"/>
                </a:cubicBezTo>
                <a:cubicBezTo>
                  <a:pt x="95" y="130"/>
                  <a:pt x="97" y="132"/>
                  <a:pt x="98" y="133"/>
                </a:cubicBezTo>
                <a:cubicBezTo>
                  <a:pt x="99" y="133"/>
                  <a:pt x="100" y="133"/>
                  <a:pt x="101" y="133"/>
                </a:cubicBezTo>
                <a:cubicBezTo>
                  <a:pt x="101" y="132"/>
                  <a:pt x="100" y="131"/>
                  <a:pt x="100" y="131"/>
                </a:cubicBezTo>
                <a:cubicBezTo>
                  <a:pt x="99" y="130"/>
                  <a:pt x="99" y="130"/>
                  <a:pt x="99" y="130"/>
                </a:cubicBezTo>
                <a:cubicBezTo>
                  <a:pt x="99" y="128"/>
                  <a:pt x="99" y="127"/>
                  <a:pt x="99" y="127"/>
                </a:cubicBezTo>
                <a:cubicBezTo>
                  <a:pt x="98" y="127"/>
                  <a:pt x="98" y="127"/>
                  <a:pt x="98" y="127"/>
                </a:cubicBezTo>
                <a:cubicBezTo>
                  <a:pt x="98" y="127"/>
                  <a:pt x="98" y="126"/>
                  <a:pt x="98" y="126"/>
                </a:cubicBezTo>
                <a:cubicBezTo>
                  <a:pt x="98" y="124"/>
                  <a:pt x="99" y="122"/>
                  <a:pt x="100" y="120"/>
                </a:cubicBezTo>
                <a:cubicBezTo>
                  <a:pt x="99" y="120"/>
                  <a:pt x="99" y="120"/>
                  <a:pt x="98" y="119"/>
                </a:cubicBezTo>
                <a:cubicBezTo>
                  <a:pt x="98" y="119"/>
                  <a:pt x="98" y="119"/>
                  <a:pt x="98" y="118"/>
                </a:cubicBezTo>
                <a:cubicBezTo>
                  <a:pt x="99" y="118"/>
                  <a:pt x="99" y="117"/>
                  <a:pt x="99" y="117"/>
                </a:cubicBezTo>
                <a:cubicBezTo>
                  <a:pt x="100" y="116"/>
                  <a:pt x="100" y="116"/>
                  <a:pt x="100" y="116"/>
                </a:cubicBezTo>
                <a:cubicBezTo>
                  <a:pt x="100" y="115"/>
                  <a:pt x="100" y="114"/>
                  <a:pt x="100" y="114"/>
                </a:cubicBezTo>
                <a:cubicBezTo>
                  <a:pt x="100" y="112"/>
                  <a:pt x="100" y="111"/>
                  <a:pt x="99" y="110"/>
                </a:cubicBezTo>
                <a:cubicBezTo>
                  <a:pt x="98" y="109"/>
                  <a:pt x="98" y="109"/>
                  <a:pt x="99" y="108"/>
                </a:cubicBezTo>
                <a:cubicBezTo>
                  <a:pt x="101" y="104"/>
                  <a:pt x="100" y="101"/>
                  <a:pt x="98" y="97"/>
                </a:cubicBezTo>
                <a:cubicBezTo>
                  <a:pt x="97" y="96"/>
                  <a:pt x="97" y="95"/>
                  <a:pt x="96" y="94"/>
                </a:cubicBezTo>
                <a:cubicBezTo>
                  <a:pt x="95" y="94"/>
                  <a:pt x="94" y="95"/>
                  <a:pt x="92" y="96"/>
                </a:cubicBezTo>
                <a:cubicBezTo>
                  <a:pt x="90" y="97"/>
                  <a:pt x="89" y="99"/>
                  <a:pt x="87" y="99"/>
                </a:cubicBezTo>
                <a:cubicBezTo>
                  <a:pt x="86" y="99"/>
                  <a:pt x="85" y="98"/>
                  <a:pt x="84" y="98"/>
                </a:cubicBezTo>
                <a:cubicBezTo>
                  <a:pt x="83" y="99"/>
                  <a:pt x="81" y="99"/>
                  <a:pt x="80" y="100"/>
                </a:cubicBezTo>
                <a:cubicBezTo>
                  <a:pt x="76" y="101"/>
                  <a:pt x="73" y="102"/>
                  <a:pt x="69" y="105"/>
                </a:cubicBezTo>
                <a:close/>
                <a:moveTo>
                  <a:pt x="53" y="76"/>
                </a:moveTo>
                <a:cubicBezTo>
                  <a:pt x="54" y="74"/>
                  <a:pt x="55" y="73"/>
                  <a:pt x="56" y="73"/>
                </a:cubicBezTo>
                <a:cubicBezTo>
                  <a:pt x="57" y="73"/>
                  <a:pt x="57" y="74"/>
                  <a:pt x="57" y="74"/>
                </a:cubicBezTo>
                <a:cubicBezTo>
                  <a:pt x="58" y="74"/>
                  <a:pt x="58" y="74"/>
                  <a:pt x="58" y="74"/>
                </a:cubicBezTo>
                <a:cubicBezTo>
                  <a:pt x="58" y="74"/>
                  <a:pt x="59" y="73"/>
                  <a:pt x="60" y="72"/>
                </a:cubicBezTo>
                <a:cubicBezTo>
                  <a:pt x="59" y="71"/>
                  <a:pt x="58" y="70"/>
                  <a:pt x="56" y="70"/>
                </a:cubicBezTo>
                <a:cubicBezTo>
                  <a:pt x="50" y="70"/>
                  <a:pt x="42" y="73"/>
                  <a:pt x="40" y="75"/>
                </a:cubicBezTo>
                <a:cubicBezTo>
                  <a:pt x="40" y="76"/>
                  <a:pt x="40" y="77"/>
                  <a:pt x="39" y="77"/>
                </a:cubicBezTo>
                <a:cubicBezTo>
                  <a:pt x="39" y="78"/>
                  <a:pt x="37" y="79"/>
                  <a:pt x="36" y="79"/>
                </a:cubicBezTo>
                <a:cubicBezTo>
                  <a:pt x="36" y="79"/>
                  <a:pt x="34" y="79"/>
                  <a:pt x="34" y="77"/>
                </a:cubicBezTo>
                <a:cubicBezTo>
                  <a:pt x="33" y="77"/>
                  <a:pt x="33" y="77"/>
                  <a:pt x="33" y="77"/>
                </a:cubicBezTo>
                <a:cubicBezTo>
                  <a:pt x="32" y="77"/>
                  <a:pt x="31" y="77"/>
                  <a:pt x="31" y="77"/>
                </a:cubicBezTo>
                <a:cubicBezTo>
                  <a:pt x="31" y="90"/>
                  <a:pt x="36" y="102"/>
                  <a:pt x="44" y="113"/>
                </a:cubicBezTo>
                <a:cubicBezTo>
                  <a:pt x="45" y="113"/>
                  <a:pt x="45" y="113"/>
                  <a:pt x="48" y="113"/>
                </a:cubicBezTo>
                <a:cubicBezTo>
                  <a:pt x="53" y="113"/>
                  <a:pt x="61" y="111"/>
                  <a:pt x="65" y="108"/>
                </a:cubicBezTo>
                <a:cubicBezTo>
                  <a:pt x="63" y="108"/>
                  <a:pt x="60" y="107"/>
                  <a:pt x="59" y="106"/>
                </a:cubicBezTo>
                <a:cubicBezTo>
                  <a:pt x="58" y="105"/>
                  <a:pt x="57" y="105"/>
                  <a:pt x="57" y="105"/>
                </a:cubicBezTo>
                <a:cubicBezTo>
                  <a:pt x="57" y="105"/>
                  <a:pt x="57" y="105"/>
                  <a:pt x="57" y="105"/>
                </a:cubicBezTo>
                <a:cubicBezTo>
                  <a:pt x="54" y="105"/>
                  <a:pt x="51" y="109"/>
                  <a:pt x="49" y="110"/>
                </a:cubicBezTo>
                <a:cubicBezTo>
                  <a:pt x="48" y="111"/>
                  <a:pt x="47" y="112"/>
                  <a:pt x="45" y="110"/>
                </a:cubicBezTo>
                <a:cubicBezTo>
                  <a:pt x="43" y="109"/>
                  <a:pt x="42" y="108"/>
                  <a:pt x="42" y="106"/>
                </a:cubicBezTo>
                <a:cubicBezTo>
                  <a:pt x="41" y="104"/>
                  <a:pt x="42" y="102"/>
                  <a:pt x="43" y="100"/>
                </a:cubicBezTo>
                <a:cubicBezTo>
                  <a:pt x="43" y="100"/>
                  <a:pt x="43" y="100"/>
                  <a:pt x="43" y="100"/>
                </a:cubicBezTo>
                <a:cubicBezTo>
                  <a:pt x="44" y="100"/>
                  <a:pt x="46" y="100"/>
                  <a:pt x="48" y="100"/>
                </a:cubicBezTo>
                <a:cubicBezTo>
                  <a:pt x="49" y="101"/>
                  <a:pt x="50" y="101"/>
                  <a:pt x="51" y="101"/>
                </a:cubicBezTo>
                <a:cubicBezTo>
                  <a:pt x="51" y="99"/>
                  <a:pt x="51" y="98"/>
                  <a:pt x="51" y="96"/>
                </a:cubicBezTo>
                <a:cubicBezTo>
                  <a:pt x="50" y="91"/>
                  <a:pt x="50" y="85"/>
                  <a:pt x="56" y="78"/>
                </a:cubicBezTo>
                <a:cubicBezTo>
                  <a:pt x="56" y="78"/>
                  <a:pt x="56" y="78"/>
                  <a:pt x="56" y="78"/>
                </a:cubicBezTo>
                <a:cubicBezTo>
                  <a:pt x="55" y="78"/>
                  <a:pt x="55" y="78"/>
                  <a:pt x="55" y="78"/>
                </a:cubicBezTo>
                <a:cubicBezTo>
                  <a:pt x="54" y="78"/>
                  <a:pt x="53" y="77"/>
                  <a:pt x="53" y="77"/>
                </a:cubicBezTo>
                <a:cubicBezTo>
                  <a:pt x="52" y="77"/>
                  <a:pt x="52" y="76"/>
                  <a:pt x="53" y="76"/>
                </a:cubicBezTo>
                <a:close/>
                <a:moveTo>
                  <a:pt x="44" y="38"/>
                </a:moveTo>
                <a:cubicBezTo>
                  <a:pt x="41" y="42"/>
                  <a:pt x="39" y="46"/>
                  <a:pt x="37" y="50"/>
                </a:cubicBezTo>
                <a:cubicBezTo>
                  <a:pt x="39" y="50"/>
                  <a:pt x="43" y="51"/>
                  <a:pt x="44" y="53"/>
                </a:cubicBezTo>
                <a:cubicBezTo>
                  <a:pt x="45" y="54"/>
                  <a:pt x="45" y="54"/>
                  <a:pt x="45" y="54"/>
                </a:cubicBezTo>
                <a:cubicBezTo>
                  <a:pt x="45" y="54"/>
                  <a:pt x="45" y="54"/>
                  <a:pt x="45" y="53"/>
                </a:cubicBezTo>
                <a:cubicBezTo>
                  <a:pt x="46" y="53"/>
                  <a:pt x="46" y="53"/>
                  <a:pt x="47" y="53"/>
                </a:cubicBezTo>
                <a:cubicBezTo>
                  <a:pt x="47" y="53"/>
                  <a:pt x="47" y="53"/>
                  <a:pt x="47" y="53"/>
                </a:cubicBezTo>
                <a:cubicBezTo>
                  <a:pt x="48" y="53"/>
                  <a:pt x="48" y="53"/>
                  <a:pt x="48" y="53"/>
                </a:cubicBezTo>
                <a:cubicBezTo>
                  <a:pt x="48" y="54"/>
                  <a:pt x="48" y="55"/>
                  <a:pt x="48" y="56"/>
                </a:cubicBezTo>
                <a:cubicBezTo>
                  <a:pt x="48" y="56"/>
                  <a:pt x="48" y="56"/>
                  <a:pt x="48" y="56"/>
                </a:cubicBezTo>
                <a:cubicBezTo>
                  <a:pt x="51" y="58"/>
                  <a:pt x="54" y="57"/>
                  <a:pt x="57" y="55"/>
                </a:cubicBezTo>
                <a:cubicBezTo>
                  <a:pt x="55" y="53"/>
                  <a:pt x="55" y="51"/>
                  <a:pt x="55" y="49"/>
                </a:cubicBezTo>
                <a:cubicBezTo>
                  <a:pt x="55" y="48"/>
                  <a:pt x="55" y="47"/>
                  <a:pt x="55" y="46"/>
                </a:cubicBezTo>
                <a:cubicBezTo>
                  <a:pt x="54" y="44"/>
                  <a:pt x="55" y="44"/>
                  <a:pt x="56" y="43"/>
                </a:cubicBezTo>
                <a:cubicBezTo>
                  <a:pt x="56" y="43"/>
                  <a:pt x="56" y="42"/>
                  <a:pt x="56" y="41"/>
                </a:cubicBezTo>
                <a:cubicBezTo>
                  <a:pt x="56" y="41"/>
                  <a:pt x="56" y="41"/>
                  <a:pt x="55" y="41"/>
                </a:cubicBezTo>
                <a:cubicBezTo>
                  <a:pt x="54" y="41"/>
                  <a:pt x="52" y="41"/>
                  <a:pt x="50" y="39"/>
                </a:cubicBezTo>
                <a:cubicBezTo>
                  <a:pt x="50" y="38"/>
                  <a:pt x="49" y="38"/>
                  <a:pt x="49" y="38"/>
                </a:cubicBezTo>
                <a:cubicBezTo>
                  <a:pt x="49" y="38"/>
                  <a:pt x="48" y="38"/>
                  <a:pt x="47" y="39"/>
                </a:cubicBezTo>
                <a:cubicBezTo>
                  <a:pt x="46" y="39"/>
                  <a:pt x="46" y="39"/>
                  <a:pt x="46" y="39"/>
                </a:cubicBezTo>
                <a:cubicBezTo>
                  <a:pt x="46" y="39"/>
                  <a:pt x="46" y="40"/>
                  <a:pt x="46" y="39"/>
                </a:cubicBezTo>
                <a:cubicBezTo>
                  <a:pt x="45" y="39"/>
                  <a:pt x="45" y="39"/>
                  <a:pt x="44" y="39"/>
                </a:cubicBezTo>
                <a:cubicBezTo>
                  <a:pt x="44" y="39"/>
                  <a:pt x="44" y="39"/>
                  <a:pt x="44" y="38"/>
                </a:cubicBezTo>
                <a:close/>
                <a:moveTo>
                  <a:pt x="153" y="130"/>
                </a:moveTo>
                <a:cubicBezTo>
                  <a:pt x="150" y="128"/>
                  <a:pt x="147" y="128"/>
                  <a:pt x="144" y="130"/>
                </a:cubicBezTo>
                <a:cubicBezTo>
                  <a:pt x="133" y="141"/>
                  <a:pt x="119" y="149"/>
                  <a:pt x="103" y="152"/>
                </a:cubicBezTo>
                <a:cubicBezTo>
                  <a:pt x="97" y="153"/>
                  <a:pt x="90" y="153"/>
                  <a:pt x="83" y="153"/>
                </a:cubicBezTo>
                <a:cubicBezTo>
                  <a:pt x="47" y="150"/>
                  <a:pt x="19" y="123"/>
                  <a:pt x="13" y="89"/>
                </a:cubicBezTo>
                <a:cubicBezTo>
                  <a:pt x="12" y="82"/>
                  <a:pt x="12" y="76"/>
                  <a:pt x="12" y="69"/>
                </a:cubicBezTo>
                <a:cubicBezTo>
                  <a:pt x="14" y="45"/>
                  <a:pt x="27" y="25"/>
                  <a:pt x="45" y="12"/>
                </a:cubicBezTo>
                <a:cubicBezTo>
                  <a:pt x="48" y="10"/>
                  <a:pt x="48" y="6"/>
                  <a:pt x="47" y="4"/>
                </a:cubicBezTo>
                <a:cubicBezTo>
                  <a:pt x="45" y="1"/>
                  <a:pt x="41" y="0"/>
                  <a:pt x="38" y="2"/>
                </a:cubicBezTo>
                <a:cubicBezTo>
                  <a:pt x="17" y="17"/>
                  <a:pt x="3" y="40"/>
                  <a:pt x="1" y="68"/>
                </a:cubicBezTo>
                <a:cubicBezTo>
                  <a:pt x="0" y="76"/>
                  <a:pt x="0" y="83"/>
                  <a:pt x="2" y="91"/>
                </a:cubicBezTo>
                <a:cubicBezTo>
                  <a:pt x="8" y="130"/>
                  <a:pt x="41" y="161"/>
                  <a:pt x="82" y="164"/>
                </a:cubicBezTo>
                <a:cubicBezTo>
                  <a:pt x="90" y="165"/>
                  <a:pt x="98" y="165"/>
                  <a:pt x="105" y="163"/>
                </a:cubicBezTo>
                <a:cubicBezTo>
                  <a:pt x="123" y="160"/>
                  <a:pt x="140" y="151"/>
                  <a:pt x="153" y="139"/>
                </a:cubicBezTo>
                <a:cubicBezTo>
                  <a:pt x="155" y="136"/>
                  <a:pt x="155" y="133"/>
                  <a:pt x="153" y="1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898"/>
          <p:cNvSpPr>
            <a:spLocks noEditPoints="1"/>
          </p:cNvSpPr>
          <p:nvPr/>
        </p:nvSpPr>
        <p:spPr bwMode="auto">
          <a:xfrm>
            <a:off x="6129592" y="2695113"/>
            <a:ext cx="326899" cy="501543"/>
          </a:xfrm>
          <a:custGeom>
            <a:avLst/>
            <a:gdLst>
              <a:gd name="T0" fmla="*/ 47 w 123"/>
              <a:gd name="T1" fmla="*/ 8 h 189"/>
              <a:gd name="T2" fmla="*/ 49 w 123"/>
              <a:gd name="T3" fmla="*/ 4 h 189"/>
              <a:gd name="T4" fmla="*/ 59 w 123"/>
              <a:gd name="T5" fmla="*/ 1 h 189"/>
              <a:gd name="T6" fmla="*/ 64 w 123"/>
              <a:gd name="T7" fmla="*/ 3 h 189"/>
              <a:gd name="T8" fmla="*/ 64 w 123"/>
              <a:gd name="T9" fmla="*/ 5 h 189"/>
              <a:gd name="T10" fmla="*/ 62 w 123"/>
              <a:gd name="T11" fmla="*/ 9 h 189"/>
              <a:gd name="T12" fmla="*/ 52 w 123"/>
              <a:gd name="T13" fmla="*/ 13 h 189"/>
              <a:gd name="T14" fmla="*/ 48 w 123"/>
              <a:gd name="T15" fmla="*/ 10 h 189"/>
              <a:gd name="T16" fmla="*/ 47 w 123"/>
              <a:gd name="T17" fmla="*/ 8 h 189"/>
              <a:gd name="T18" fmla="*/ 76 w 123"/>
              <a:gd name="T19" fmla="*/ 106 h 189"/>
              <a:gd name="T20" fmla="*/ 72 w 123"/>
              <a:gd name="T21" fmla="*/ 111 h 189"/>
              <a:gd name="T22" fmla="*/ 79 w 123"/>
              <a:gd name="T23" fmla="*/ 114 h 189"/>
              <a:gd name="T24" fmla="*/ 97 w 123"/>
              <a:gd name="T25" fmla="*/ 108 h 189"/>
              <a:gd name="T26" fmla="*/ 102 w 123"/>
              <a:gd name="T27" fmla="*/ 102 h 189"/>
              <a:gd name="T28" fmla="*/ 95 w 123"/>
              <a:gd name="T29" fmla="*/ 100 h 189"/>
              <a:gd name="T30" fmla="*/ 76 w 123"/>
              <a:gd name="T31" fmla="*/ 106 h 189"/>
              <a:gd name="T32" fmla="*/ 123 w 123"/>
              <a:gd name="T33" fmla="*/ 134 h 189"/>
              <a:gd name="T34" fmla="*/ 123 w 123"/>
              <a:gd name="T35" fmla="*/ 138 h 189"/>
              <a:gd name="T36" fmla="*/ 120 w 123"/>
              <a:gd name="T37" fmla="*/ 141 h 189"/>
              <a:gd name="T38" fmla="*/ 114 w 123"/>
              <a:gd name="T39" fmla="*/ 141 h 189"/>
              <a:gd name="T40" fmla="*/ 83 w 123"/>
              <a:gd name="T41" fmla="*/ 166 h 189"/>
              <a:gd name="T42" fmla="*/ 108 w 123"/>
              <a:gd name="T43" fmla="*/ 182 h 189"/>
              <a:gd name="T44" fmla="*/ 102 w 123"/>
              <a:gd name="T45" fmla="*/ 189 h 189"/>
              <a:gd name="T46" fmla="*/ 23 w 123"/>
              <a:gd name="T47" fmla="*/ 189 h 189"/>
              <a:gd name="T48" fmla="*/ 17 w 123"/>
              <a:gd name="T49" fmla="*/ 182 h 189"/>
              <a:gd name="T50" fmla="*/ 38 w 123"/>
              <a:gd name="T51" fmla="*/ 167 h 189"/>
              <a:gd name="T52" fmla="*/ 0 w 123"/>
              <a:gd name="T53" fmla="*/ 107 h 189"/>
              <a:gd name="T54" fmla="*/ 52 w 123"/>
              <a:gd name="T55" fmla="*/ 46 h 189"/>
              <a:gd name="T56" fmla="*/ 46 w 123"/>
              <a:gd name="T57" fmla="*/ 25 h 189"/>
              <a:gd name="T58" fmla="*/ 49 w 123"/>
              <a:gd name="T59" fmla="*/ 18 h 189"/>
              <a:gd name="T60" fmla="*/ 68 w 123"/>
              <a:gd name="T61" fmla="*/ 12 h 189"/>
              <a:gd name="T62" fmla="*/ 75 w 123"/>
              <a:gd name="T63" fmla="*/ 16 h 189"/>
              <a:gd name="T64" fmla="*/ 97 w 123"/>
              <a:gd name="T65" fmla="*/ 87 h 189"/>
              <a:gd name="T66" fmla="*/ 93 w 123"/>
              <a:gd name="T67" fmla="*/ 94 h 189"/>
              <a:gd name="T68" fmla="*/ 75 w 123"/>
              <a:gd name="T69" fmla="*/ 100 h 189"/>
              <a:gd name="T70" fmla="*/ 68 w 123"/>
              <a:gd name="T71" fmla="*/ 96 h 189"/>
              <a:gd name="T72" fmla="*/ 59 w 123"/>
              <a:gd name="T73" fmla="*/ 67 h 189"/>
              <a:gd name="T74" fmla="*/ 22 w 123"/>
              <a:gd name="T75" fmla="*/ 105 h 189"/>
              <a:gd name="T76" fmla="*/ 56 w 123"/>
              <a:gd name="T77" fmla="*/ 147 h 189"/>
              <a:gd name="T78" fmla="*/ 74 w 123"/>
              <a:gd name="T79" fmla="*/ 141 h 189"/>
              <a:gd name="T80" fmla="*/ 68 w 123"/>
              <a:gd name="T81" fmla="*/ 141 h 189"/>
              <a:gd name="T82" fmla="*/ 65 w 123"/>
              <a:gd name="T83" fmla="*/ 138 h 189"/>
              <a:gd name="T84" fmla="*/ 65 w 123"/>
              <a:gd name="T85" fmla="*/ 134 h 189"/>
              <a:gd name="T86" fmla="*/ 68 w 123"/>
              <a:gd name="T87" fmla="*/ 131 h 189"/>
              <a:gd name="T88" fmla="*/ 120 w 123"/>
              <a:gd name="T89" fmla="*/ 131 h 189"/>
              <a:gd name="T90" fmla="*/ 123 w 123"/>
              <a:gd name="T91" fmla="*/ 134 h 189"/>
              <a:gd name="T92" fmla="*/ 67 w 123"/>
              <a:gd name="T93" fmla="*/ 35 h 189"/>
              <a:gd name="T94" fmla="*/ 78 w 123"/>
              <a:gd name="T95" fmla="*/ 74 h 189"/>
              <a:gd name="T96" fmla="*/ 80 w 123"/>
              <a:gd name="T97" fmla="*/ 76 h 189"/>
              <a:gd name="T98" fmla="*/ 82 w 123"/>
              <a:gd name="T99" fmla="*/ 76 h 189"/>
              <a:gd name="T100" fmla="*/ 84 w 123"/>
              <a:gd name="T101" fmla="*/ 72 h 189"/>
              <a:gd name="T102" fmla="*/ 72 w 123"/>
              <a:gd name="T103" fmla="*/ 34 h 189"/>
              <a:gd name="T104" fmla="*/ 69 w 123"/>
              <a:gd name="T105" fmla="*/ 32 h 189"/>
              <a:gd name="T106" fmla="*/ 67 w 123"/>
              <a:gd name="T107" fmla="*/ 35 h 189"/>
              <a:gd name="T108" fmla="*/ 67 w 123"/>
              <a:gd name="T109" fmla="*/ 162 h 189"/>
              <a:gd name="T110" fmla="*/ 55 w 123"/>
              <a:gd name="T111" fmla="*/ 162 h 189"/>
              <a:gd name="T112" fmla="*/ 55 w 123"/>
              <a:gd name="T113" fmla="*/ 174 h 189"/>
              <a:gd name="T114" fmla="*/ 67 w 123"/>
              <a:gd name="T115" fmla="*/ 174 h 189"/>
              <a:gd name="T116" fmla="*/ 67 w 123"/>
              <a:gd name="T117" fmla="*/ 162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3" h="189">
                <a:moveTo>
                  <a:pt x="47" y="8"/>
                </a:moveTo>
                <a:cubicBezTo>
                  <a:pt x="46" y="6"/>
                  <a:pt x="47" y="5"/>
                  <a:pt x="49" y="4"/>
                </a:cubicBezTo>
                <a:cubicBezTo>
                  <a:pt x="59" y="1"/>
                  <a:pt x="59" y="1"/>
                  <a:pt x="59" y="1"/>
                </a:cubicBezTo>
                <a:cubicBezTo>
                  <a:pt x="61" y="0"/>
                  <a:pt x="63" y="1"/>
                  <a:pt x="64" y="3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7"/>
                  <a:pt x="64" y="9"/>
                  <a:pt x="62" y="9"/>
                </a:cubicBezTo>
                <a:cubicBezTo>
                  <a:pt x="52" y="13"/>
                  <a:pt x="52" y="13"/>
                  <a:pt x="52" y="13"/>
                </a:cubicBezTo>
                <a:cubicBezTo>
                  <a:pt x="50" y="13"/>
                  <a:pt x="48" y="12"/>
                  <a:pt x="48" y="10"/>
                </a:cubicBezTo>
                <a:lnTo>
                  <a:pt x="47" y="8"/>
                </a:lnTo>
                <a:close/>
                <a:moveTo>
                  <a:pt x="76" y="106"/>
                </a:moveTo>
                <a:cubicBezTo>
                  <a:pt x="73" y="107"/>
                  <a:pt x="71" y="109"/>
                  <a:pt x="72" y="111"/>
                </a:cubicBezTo>
                <a:cubicBezTo>
                  <a:pt x="73" y="114"/>
                  <a:pt x="76" y="115"/>
                  <a:pt x="79" y="114"/>
                </a:cubicBezTo>
                <a:cubicBezTo>
                  <a:pt x="97" y="108"/>
                  <a:pt x="97" y="108"/>
                  <a:pt x="97" y="108"/>
                </a:cubicBezTo>
                <a:cubicBezTo>
                  <a:pt x="100" y="107"/>
                  <a:pt x="102" y="105"/>
                  <a:pt x="102" y="102"/>
                </a:cubicBezTo>
                <a:cubicBezTo>
                  <a:pt x="101" y="100"/>
                  <a:pt x="98" y="99"/>
                  <a:pt x="95" y="100"/>
                </a:cubicBezTo>
                <a:lnTo>
                  <a:pt x="76" y="106"/>
                </a:lnTo>
                <a:close/>
                <a:moveTo>
                  <a:pt x="123" y="134"/>
                </a:moveTo>
                <a:cubicBezTo>
                  <a:pt x="123" y="138"/>
                  <a:pt x="123" y="138"/>
                  <a:pt x="123" y="138"/>
                </a:cubicBezTo>
                <a:cubicBezTo>
                  <a:pt x="123" y="140"/>
                  <a:pt x="122" y="141"/>
                  <a:pt x="120" y="141"/>
                </a:cubicBezTo>
                <a:cubicBezTo>
                  <a:pt x="114" y="141"/>
                  <a:pt x="114" y="141"/>
                  <a:pt x="114" y="141"/>
                </a:cubicBezTo>
                <a:cubicBezTo>
                  <a:pt x="108" y="150"/>
                  <a:pt x="95" y="160"/>
                  <a:pt x="83" y="166"/>
                </a:cubicBezTo>
                <a:cubicBezTo>
                  <a:pt x="96" y="169"/>
                  <a:pt x="108" y="177"/>
                  <a:pt x="108" y="182"/>
                </a:cubicBezTo>
                <a:cubicBezTo>
                  <a:pt x="108" y="186"/>
                  <a:pt x="105" y="189"/>
                  <a:pt x="102" y="189"/>
                </a:cubicBezTo>
                <a:cubicBezTo>
                  <a:pt x="23" y="189"/>
                  <a:pt x="23" y="189"/>
                  <a:pt x="23" y="189"/>
                </a:cubicBezTo>
                <a:cubicBezTo>
                  <a:pt x="20" y="189"/>
                  <a:pt x="17" y="186"/>
                  <a:pt x="17" y="182"/>
                </a:cubicBezTo>
                <a:cubicBezTo>
                  <a:pt x="17" y="177"/>
                  <a:pt x="26" y="171"/>
                  <a:pt x="38" y="167"/>
                </a:cubicBezTo>
                <a:cubicBezTo>
                  <a:pt x="9" y="150"/>
                  <a:pt x="0" y="133"/>
                  <a:pt x="0" y="107"/>
                </a:cubicBezTo>
                <a:cubicBezTo>
                  <a:pt x="0" y="80"/>
                  <a:pt x="19" y="54"/>
                  <a:pt x="52" y="46"/>
                </a:cubicBezTo>
                <a:cubicBezTo>
                  <a:pt x="46" y="25"/>
                  <a:pt x="46" y="25"/>
                  <a:pt x="46" y="25"/>
                </a:cubicBezTo>
                <a:cubicBezTo>
                  <a:pt x="45" y="22"/>
                  <a:pt x="46" y="19"/>
                  <a:pt x="49" y="18"/>
                </a:cubicBezTo>
                <a:cubicBezTo>
                  <a:pt x="68" y="12"/>
                  <a:pt x="68" y="12"/>
                  <a:pt x="68" y="12"/>
                </a:cubicBezTo>
                <a:cubicBezTo>
                  <a:pt x="71" y="11"/>
                  <a:pt x="74" y="13"/>
                  <a:pt x="75" y="16"/>
                </a:cubicBezTo>
                <a:cubicBezTo>
                  <a:pt x="97" y="87"/>
                  <a:pt x="97" y="87"/>
                  <a:pt x="97" y="87"/>
                </a:cubicBezTo>
                <a:cubicBezTo>
                  <a:pt x="98" y="90"/>
                  <a:pt x="96" y="93"/>
                  <a:pt x="93" y="94"/>
                </a:cubicBezTo>
                <a:cubicBezTo>
                  <a:pt x="75" y="100"/>
                  <a:pt x="75" y="100"/>
                  <a:pt x="75" y="100"/>
                </a:cubicBezTo>
                <a:cubicBezTo>
                  <a:pt x="72" y="100"/>
                  <a:pt x="69" y="99"/>
                  <a:pt x="68" y="96"/>
                </a:cubicBezTo>
                <a:cubicBezTo>
                  <a:pt x="59" y="67"/>
                  <a:pt x="59" y="67"/>
                  <a:pt x="59" y="67"/>
                </a:cubicBezTo>
                <a:cubicBezTo>
                  <a:pt x="42" y="69"/>
                  <a:pt x="22" y="85"/>
                  <a:pt x="22" y="105"/>
                </a:cubicBezTo>
                <a:cubicBezTo>
                  <a:pt x="22" y="127"/>
                  <a:pt x="38" y="147"/>
                  <a:pt x="56" y="147"/>
                </a:cubicBezTo>
                <a:cubicBezTo>
                  <a:pt x="64" y="147"/>
                  <a:pt x="70" y="145"/>
                  <a:pt x="74" y="141"/>
                </a:cubicBezTo>
                <a:cubicBezTo>
                  <a:pt x="68" y="141"/>
                  <a:pt x="68" y="141"/>
                  <a:pt x="68" y="141"/>
                </a:cubicBezTo>
                <a:cubicBezTo>
                  <a:pt x="66" y="141"/>
                  <a:pt x="65" y="140"/>
                  <a:pt x="65" y="138"/>
                </a:cubicBezTo>
                <a:cubicBezTo>
                  <a:pt x="65" y="134"/>
                  <a:pt x="65" y="134"/>
                  <a:pt x="65" y="134"/>
                </a:cubicBezTo>
                <a:cubicBezTo>
                  <a:pt x="65" y="133"/>
                  <a:pt x="66" y="131"/>
                  <a:pt x="68" y="131"/>
                </a:cubicBezTo>
                <a:cubicBezTo>
                  <a:pt x="120" y="131"/>
                  <a:pt x="120" y="131"/>
                  <a:pt x="120" y="131"/>
                </a:cubicBezTo>
                <a:cubicBezTo>
                  <a:pt x="122" y="131"/>
                  <a:pt x="123" y="133"/>
                  <a:pt x="123" y="134"/>
                </a:cubicBezTo>
                <a:close/>
                <a:moveTo>
                  <a:pt x="67" y="35"/>
                </a:moveTo>
                <a:cubicBezTo>
                  <a:pt x="78" y="74"/>
                  <a:pt x="78" y="74"/>
                  <a:pt x="78" y="74"/>
                </a:cubicBezTo>
                <a:cubicBezTo>
                  <a:pt x="78" y="75"/>
                  <a:pt x="79" y="75"/>
                  <a:pt x="80" y="76"/>
                </a:cubicBezTo>
                <a:cubicBezTo>
                  <a:pt x="81" y="76"/>
                  <a:pt x="81" y="76"/>
                  <a:pt x="82" y="76"/>
                </a:cubicBezTo>
                <a:cubicBezTo>
                  <a:pt x="83" y="75"/>
                  <a:pt x="84" y="74"/>
                  <a:pt x="84" y="72"/>
                </a:cubicBezTo>
                <a:cubicBezTo>
                  <a:pt x="72" y="34"/>
                  <a:pt x="72" y="34"/>
                  <a:pt x="72" y="34"/>
                </a:cubicBezTo>
                <a:cubicBezTo>
                  <a:pt x="72" y="32"/>
                  <a:pt x="70" y="31"/>
                  <a:pt x="69" y="32"/>
                </a:cubicBezTo>
                <a:cubicBezTo>
                  <a:pt x="67" y="32"/>
                  <a:pt x="66" y="34"/>
                  <a:pt x="67" y="35"/>
                </a:cubicBezTo>
                <a:close/>
                <a:moveTo>
                  <a:pt x="67" y="162"/>
                </a:moveTo>
                <a:cubicBezTo>
                  <a:pt x="64" y="159"/>
                  <a:pt x="58" y="159"/>
                  <a:pt x="55" y="162"/>
                </a:cubicBezTo>
                <a:cubicBezTo>
                  <a:pt x="52" y="165"/>
                  <a:pt x="52" y="171"/>
                  <a:pt x="55" y="174"/>
                </a:cubicBezTo>
                <a:cubicBezTo>
                  <a:pt x="58" y="177"/>
                  <a:pt x="64" y="177"/>
                  <a:pt x="67" y="174"/>
                </a:cubicBezTo>
                <a:cubicBezTo>
                  <a:pt x="70" y="171"/>
                  <a:pt x="70" y="165"/>
                  <a:pt x="67" y="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899"/>
          <p:cNvSpPr>
            <a:spLocks noEditPoints="1"/>
          </p:cNvSpPr>
          <p:nvPr/>
        </p:nvSpPr>
        <p:spPr bwMode="auto">
          <a:xfrm>
            <a:off x="6963791" y="2695113"/>
            <a:ext cx="473555" cy="469077"/>
          </a:xfrm>
          <a:custGeom>
            <a:avLst/>
            <a:gdLst>
              <a:gd name="T0" fmla="*/ 104 w 179"/>
              <a:gd name="T1" fmla="*/ 75 h 177"/>
              <a:gd name="T2" fmla="*/ 79 w 179"/>
              <a:gd name="T3" fmla="*/ 65 h 177"/>
              <a:gd name="T4" fmla="*/ 61 w 179"/>
              <a:gd name="T5" fmla="*/ 72 h 177"/>
              <a:gd name="T6" fmla="*/ 10 w 179"/>
              <a:gd name="T7" fmla="*/ 99 h 177"/>
              <a:gd name="T8" fmla="*/ 10 w 179"/>
              <a:gd name="T9" fmla="*/ 99 h 177"/>
              <a:gd name="T10" fmla="*/ 6 w 179"/>
              <a:gd name="T11" fmla="*/ 110 h 177"/>
              <a:gd name="T12" fmla="*/ 70 w 179"/>
              <a:gd name="T13" fmla="*/ 174 h 177"/>
              <a:gd name="T14" fmla="*/ 75 w 179"/>
              <a:gd name="T15" fmla="*/ 177 h 177"/>
              <a:gd name="T16" fmla="*/ 81 w 179"/>
              <a:gd name="T17" fmla="*/ 170 h 177"/>
              <a:gd name="T18" fmla="*/ 108 w 179"/>
              <a:gd name="T19" fmla="*/ 119 h 177"/>
              <a:gd name="T20" fmla="*/ 104 w 179"/>
              <a:gd name="T21" fmla="*/ 75 h 177"/>
              <a:gd name="T22" fmla="*/ 86 w 179"/>
              <a:gd name="T23" fmla="*/ 79 h 177"/>
              <a:gd name="T24" fmla="*/ 82 w 179"/>
              <a:gd name="T25" fmla="*/ 81 h 177"/>
              <a:gd name="T26" fmla="*/ 69 w 179"/>
              <a:gd name="T27" fmla="*/ 86 h 177"/>
              <a:gd name="T28" fmla="*/ 23 w 179"/>
              <a:gd name="T29" fmla="*/ 112 h 177"/>
              <a:gd name="T30" fmla="*/ 22 w 179"/>
              <a:gd name="T31" fmla="*/ 112 h 177"/>
              <a:gd name="T32" fmla="*/ 19 w 179"/>
              <a:gd name="T33" fmla="*/ 110 h 177"/>
              <a:gd name="T34" fmla="*/ 21 w 179"/>
              <a:gd name="T35" fmla="*/ 106 h 177"/>
              <a:gd name="T36" fmla="*/ 65 w 179"/>
              <a:gd name="T37" fmla="*/ 81 h 177"/>
              <a:gd name="T38" fmla="*/ 84 w 179"/>
              <a:gd name="T39" fmla="*/ 74 h 177"/>
              <a:gd name="T40" fmla="*/ 86 w 179"/>
              <a:gd name="T41" fmla="*/ 79 h 177"/>
              <a:gd name="T42" fmla="*/ 171 w 179"/>
              <a:gd name="T43" fmla="*/ 36 h 177"/>
              <a:gd name="T44" fmla="*/ 116 w 179"/>
              <a:gd name="T45" fmla="*/ 81 h 177"/>
              <a:gd name="T46" fmla="*/ 115 w 179"/>
              <a:gd name="T47" fmla="*/ 82 h 177"/>
              <a:gd name="T48" fmla="*/ 108 w 179"/>
              <a:gd name="T49" fmla="*/ 72 h 177"/>
              <a:gd name="T50" fmla="*/ 97 w 179"/>
              <a:gd name="T51" fmla="*/ 64 h 177"/>
              <a:gd name="T52" fmla="*/ 99 w 179"/>
              <a:gd name="T53" fmla="*/ 64 h 177"/>
              <a:gd name="T54" fmla="*/ 144 w 179"/>
              <a:gd name="T55" fmla="*/ 8 h 177"/>
              <a:gd name="T56" fmla="*/ 170 w 179"/>
              <a:gd name="T57" fmla="*/ 9 h 177"/>
              <a:gd name="T58" fmla="*/ 171 w 179"/>
              <a:gd name="T59" fmla="*/ 36 h 177"/>
              <a:gd name="T60" fmla="*/ 60 w 179"/>
              <a:gd name="T61" fmla="*/ 173 h 177"/>
              <a:gd name="T62" fmla="*/ 40 w 179"/>
              <a:gd name="T63" fmla="*/ 168 h 177"/>
              <a:gd name="T64" fmla="*/ 34 w 179"/>
              <a:gd name="T65" fmla="*/ 147 h 177"/>
              <a:gd name="T66" fmla="*/ 58 w 179"/>
              <a:gd name="T67" fmla="*/ 170 h 177"/>
              <a:gd name="T68" fmla="*/ 60 w 179"/>
              <a:gd name="T69" fmla="*/ 173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9" h="177">
                <a:moveTo>
                  <a:pt x="104" y="75"/>
                </a:moveTo>
                <a:cubicBezTo>
                  <a:pt x="97" y="68"/>
                  <a:pt x="88" y="65"/>
                  <a:pt x="79" y="65"/>
                </a:cubicBezTo>
                <a:cubicBezTo>
                  <a:pt x="72" y="65"/>
                  <a:pt x="66" y="67"/>
                  <a:pt x="61" y="72"/>
                </a:cubicBezTo>
                <a:cubicBezTo>
                  <a:pt x="50" y="83"/>
                  <a:pt x="29" y="98"/>
                  <a:pt x="10" y="99"/>
                </a:cubicBezTo>
                <a:cubicBezTo>
                  <a:pt x="10" y="99"/>
                  <a:pt x="10" y="99"/>
                  <a:pt x="10" y="99"/>
                </a:cubicBezTo>
                <a:cubicBezTo>
                  <a:pt x="5" y="99"/>
                  <a:pt x="0" y="103"/>
                  <a:pt x="6" y="110"/>
                </a:cubicBezTo>
                <a:cubicBezTo>
                  <a:pt x="8" y="113"/>
                  <a:pt x="67" y="172"/>
                  <a:pt x="70" y="174"/>
                </a:cubicBezTo>
                <a:cubicBezTo>
                  <a:pt x="72" y="176"/>
                  <a:pt x="74" y="177"/>
                  <a:pt x="75" y="177"/>
                </a:cubicBezTo>
                <a:cubicBezTo>
                  <a:pt x="79" y="177"/>
                  <a:pt x="81" y="173"/>
                  <a:pt x="81" y="170"/>
                </a:cubicBezTo>
                <a:cubicBezTo>
                  <a:pt x="82" y="150"/>
                  <a:pt x="97" y="130"/>
                  <a:pt x="108" y="119"/>
                </a:cubicBezTo>
                <a:cubicBezTo>
                  <a:pt x="119" y="108"/>
                  <a:pt x="117" y="89"/>
                  <a:pt x="104" y="75"/>
                </a:cubicBezTo>
                <a:close/>
                <a:moveTo>
                  <a:pt x="86" y="79"/>
                </a:moveTo>
                <a:cubicBezTo>
                  <a:pt x="86" y="80"/>
                  <a:pt x="84" y="81"/>
                  <a:pt x="82" y="81"/>
                </a:cubicBezTo>
                <a:cubicBezTo>
                  <a:pt x="78" y="79"/>
                  <a:pt x="74" y="81"/>
                  <a:pt x="69" y="86"/>
                </a:cubicBezTo>
                <a:cubicBezTo>
                  <a:pt x="58" y="97"/>
                  <a:pt x="40" y="108"/>
                  <a:pt x="23" y="112"/>
                </a:cubicBezTo>
                <a:cubicBezTo>
                  <a:pt x="23" y="112"/>
                  <a:pt x="23" y="112"/>
                  <a:pt x="22" y="112"/>
                </a:cubicBezTo>
                <a:cubicBezTo>
                  <a:pt x="21" y="112"/>
                  <a:pt x="20" y="112"/>
                  <a:pt x="19" y="110"/>
                </a:cubicBezTo>
                <a:cubicBezTo>
                  <a:pt x="19" y="108"/>
                  <a:pt x="20" y="106"/>
                  <a:pt x="21" y="106"/>
                </a:cubicBezTo>
                <a:cubicBezTo>
                  <a:pt x="37" y="101"/>
                  <a:pt x="54" y="92"/>
                  <a:pt x="65" y="81"/>
                </a:cubicBezTo>
                <a:cubicBezTo>
                  <a:pt x="67" y="79"/>
                  <a:pt x="75" y="71"/>
                  <a:pt x="84" y="74"/>
                </a:cubicBezTo>
                <a:cubicBezTo>
                  <a:pt x="86" y="75"/>
                  <a:pt x="87" y="77"/>
                  <a:pt x="86" y="79"/>
                </a:cubicBezTo>
                <a:close/>
                <a:moveTo>
                  <a:pt x="171" y="36"/>
                </a:moveTo>
                <a:cubicBezTo>
                  <a:pt x="152" y="56"/>
                  <a:pt x="132" y="54"/>
                  <a:pt x="116" y="81"/>
                </a:cubicBezTo>
                <a:cubicBezTo>
                  <a:pt x="116" y="81"/>
                  <a:pt x="116" y="82"/>
                  <a:pt x="115" y="82"/>
                </a:cubicBezTo>
                <a:cubicBezTo>
                  <a:pt x="113" y="79"/>
                  <a:pt x="111" y="75"/>
                  <a:pt x="108" y="72"/>
                </a:cubicBezTo>
                <a:cubicBezTo>
                  <a:pt x="105" y="69"/>
                  <a:pt x="101" y="66"/>
                  <a:pt x="97" y="64"/>
                </a:cubicBezTo>
                <a:cubicBezTo>
                  <a:pt x="98" y="64"/>
                  <a:pt x="98" y="64"/>
                  <a:pt x="99" y="64"/>
                </a:cubicBezTo>
                <a:cubicBezTo>
                  <a:pt x="126" y="48"/>
                  <a:pt x="124" y="28"/>
                  <a:pt x="144" y="8"/>
                </a:cubicBezTo>
                <a:cubicBezTo>
                  <a:pt x="152" y="0"/>
                  <a:pt x="163" y="2"/>
                  <a:pt x="170" y="9"/>
                </a:cubicBezTo>
                <a:cubicBezTo>
                  <a:pt x="178" y="17"/>
                  <a:pt x="179" y="28"/>
                  <a:pt x="171" y="36"/>
                </a:cubicBezTo>
                <a:close/>
                <a:moveTo>
                  <a:pt x="60" y="173"/>
                </a:moveTo>
                <a:cubicBezTo>
                  <a:pt x="54" y="176"/>
                  <a:pt x="46" y="174"/>
                  <a:pt x="40" y="168"/>
                </a:cubicBezTo>
                <a:cubicBezTo>
                  <a:pt x="33" y="162"/>
                  <a:pt x="32" y="153"/>
                  <a:pt x="34" y="147"/>
                </a:cubicBezTo>
                <a:cubicBezTo>
                  <a:pt x="41" y="154"/>
                  <a:pt x="50" y="163"/>
                  <a:pt x="58" y="170"/>
                </a:cubicBezTo>
                <a:cubicBezTo>
                  <a:pt x="59" y="171"/>
                  <a:pt x="59" y="172"/>
                  <a:pt x="60" y="1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Freeform 900"/>
          <p:cNvSpPr>
            <a:spLocks noEditPoints="1"/>
          </p:cNvSpPr>
          <p:nvPr/>
        </p:nvSpPr>
        <p:spPr bwMode="auto">
          <a:xfrm>
            <a:off x="7797989" y="2695113"/>
            <a:ext cx="525053" cy="490348"/>
          </a:xfrm>
          <a:custGeom>
            <a:avLst/>
            <a:gdLst>
              <a:gd name="T0" fmla="*/ 194 w 198"/>
              <a:gd name="T1" fmla="*/ 94 h 185"/>
              <a:gd name="T2" fmla="*/ 94 w 198"/>
              <a:gd name="T3" fmla="*/ 14 h 185"/>
              <a:gd name="T4" fmla="*/ 78 w 198"/>
              <a:gd name="T5" fmla="*/ 57 h 185"/>
              <a:gd name="T6" fmla="*/ 98 w 198"/>
              <a:gd name="T7" fmla="*/ 95 h 185"/>
              <a:gd name="T8" fmla="*/ 98 w 198"/>
              <a:gd name="T9" fmla="*/ 96 h 185"/>
              <a:gd name="T10" fmla="*/ 105 w 198"/>
              <a:gd name="T11" fmla="*/ 95 h 185"/>
              <a:gd name="T12" fmla="*/ 132 w 198"/>
              <a:gd name="T13" fmla="*/ 127 h 185"/>
              <a:gd name="T14" fmla="*/ 135 w 198"/>
              <a:gd name="T15" fmla="*/ 143 h 185"/>
              <a:gd name="T16" fmla="*/ 133 w 198"/>
              <a:gd name="T17" fmla="*/ 154 h 185"/>
              <a:gd name="T18" fmla="*/ 126 w 198"/>
              <a:gd name="T19" fmla="*/ 157 h 185"/>
              <a:gd name="T20" fmla="*/ 112 w 198"/>
              <a:gd name="T21" fmla="*/ 152 h 185"/>
              <a:gd name="T22" fmla="*/ 100 w 198"/>
              <a:gd name="T23" fmla="*/ 147 h 185"/>
              <a:gd name="T24" fmla="*/ 79 w 198"/>
              <a:gd name="T25" fmla="*/ 124 h 185"/>
              <a:gd name="T26" fmla="*/ 78 w 198"/>
              <a:gd name="T27" fmla="*/ 115 h 185"/>
              <a:gd name="T28" fmla="*/ 75 w 198"/>
              <a:gd name="T29" fmla="*/ 113 h 185"/>
              <a:gd name="T30" fmla="*/ 43 w 198"/>
              <a:gd name="T31" fmla="*/ 85 h 185"/>
              <a:gd name="T32" fmla="*/ 103 w 198"/>
              <a:gd name="T33" fmla="*/ 178 h 185"/>
              <a:gd name="T34" fmla="*/ 173 w 198"/>
              <a:gd name="T35" fmla="*/ 163 h 185"/>
              <a:gd name="T36" fmla="*/ 194 w 198"/>
              <a:gd name="T37" fmla="*/ 94 h 185"/>
              <a:gd name="T38" fmla="*/ 124 w 198"/>
              <a:gd name="T39" fmla="*/ 56 h 185"/>
              <a:gd name="T40" fmla="*/ 107 w 198"/>
              <a:gd name="T41" fmla="*/ 60 h 185"/>
              <a:gd name="T42" fmla="*/ 103 w 198"/>
              <a:gd name="T43" fmla="*/ 43 h 185"/>
              <a:gd name="T44" fmla="*/ 120 w 198"/>
              <a:gd name="T45" fmla="*/ 39 h 185"/>
              <a:gd name="T46" fmla="*/ 124 w 198"/>
              <a:gd name="T47" fmla="*/ 56 h 185"/>
              <a:gd name="T48" fmla="*/ 137 w 198"/>
              <a:gd name="T49" fmla="*/ 66 h 185"/>
              <a:gd name="T50" fmla="*/ 154 w 198"/>
              <a:gd name="T51" fmla="*/ 62 h 185"/>
              <a:gd name="T52" fmla="*/ 158 w 198"/>
              <a:gd name="T53" fmla="*/ 79 h 185"/>
              <a:gd name="T54" fmla="*/ 141 w 198"/>
              <a:gd name="T55" fmla="*/ 84 h 185"/>
              <a:gd name="T56" fmla="*/ 137 w 198"/>
              <a:gd name="T57" fmla="*/ 66 h 185"/>
              <a:gd name="T58" fmla="*/ 170 w 198"/>
              <a:gd name="T59" fmla="*/ 121 h 185"/>
              <a:gd name="T60" fmla="*/ 153 w 198"/>
              <a:gd name="T61" fmla="*/ 125 h 185"/>
              <a:gd name="T62" fmla="*/ 149 w 198"/>
              <a:gd name="T63" fmla="*/ 108 h 185"/>
              <a:gd name="T64" fmla="*/ 166 w 198"/>
              <a:gd name="T65" fmla="*/ 104 h 185"/>
              <a:gd name="T66" fmla="*/ 170 w 198"/>
              <a:gd name="T67" fmla="*/ 121 h 185"/>
              <a:gd name="T68" fmla="*/ 1 w 198"/>
              <a:gd name="T69" fmla="*/ 14 h 185"/>
              <a:gd name="T70" fmla="*/ 3 w 198"/>
              <a:gd name="T71" fmla="*/ 5 h 185"/>
              <a:gd name="T72" fmla="*/ 8 w 198"/>
              <a:gd name="T73" fmla="*/ 3 h 185"/>
              <a:gd name="T74" fmla="*/ 13 w 198"/>
              <a:gd name="T75" fmla="*/ 5 h 185"/>
              <a:gd name="T76" fmla="*/ 63 w 198"/>
              <a:gd name="T77" fmla="*/ 52 h 185"/>
              <a:gd name="T78" fmla="*/ 92 w 198"/>
              <a:gd name="T79" fmla="*/ 96 h 185"/>
              <a:gd name="T80" fmla="*/ 78 w 198"/>
              <a:gd name="T81" fmla="*/ 108 h 185"/>
              <a:gd name="T82" fmla="*/ 41 w 198"/>
              <a:gd name="T83" fmla="*/ 70 h 185"/>
              <a:gd name="T84" fmla="*/ 1 w 198"/>
              <a:gd name="T85" fmla="*/ 14 h 185"/>
              <a:gd name="T86" fmla="*/ 84 w 198"/>
              <a:gd name="T87" fmla="*/ 112 h 185"/>
              <a:gd name="T88" fmla="*/ 85 w 198"/>
              <a:gd name="T89" fmla="*/ 110 h 185"/>
              <a:gd name="T90" fmla="*/ 95 w 198"/>
              <a:gd name="T91" fmla="*/ 102 h 185"/>
              <a:gd name="T92" fmla="*/ 95 w 198"/>
              <a:gd name="T93" fmla="*/ 102 h 185"/>
              <a:gd name="T94" fmla="*/ 108 w 198"/>
              <a:gd name="T95" fmla="*/ 101 h 185"/>
              <a:gd name="T96" fmla="*/ 125 w 198"/>
              <a:gd name="T97" fmla="*/ 127 h 185"/>
              <a:gd name="T98" fmla="*/ 128 w 198"/>
              <a:gd name="T99" fmla="*/ 149 h 185"/>
              <a:gd name="T100" fmla="*/ 126 w 198"/>
              <a:gd name="T101" fmla="*/ 150 h 185"/>
              <a:gd name="T102" fmla="*/ 102 w 198"/>
              <a:gd name="T103" fmla="*/ 141 h 185"/>
              <a:gd name="T104" fmla="*/ 84 w 198"/>
              <a:gd name="T105" fmla="*/ 112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98" h="185">
                <a:moveTo>
                  <a:pt x="194" y="94"/>
                </a:moveTo>
                <a:cubicBezTo>
                  <a:pt x="184" y="38"/>
                  <a:pt x="128" y="0"/>
                  <a:pt x="94" y="14"/>
                </a:cubicBezTo>
                <a:cubicBezTo>
                  <a:pt x="73" y="24"/>
                  <a:pt x="77" y="42"/>
                  <a:pt x="78" y="57"/>
                </a:cubicBezTo>
                <a:cubicBezTo>
                  <a:pt x="87" y="68"/>
                  <a:pt x="96" y="83"/>
                  <a:pt x="98" y="95"/>
                </a:cubicBezTo>
                <a:cubicBezTo>
                  <a:pt x="98" y="96"/>
                  <a:pt x="98" y="96"/>
                  <a:pt x="98" y="96"/>
                </a:cubicBezTo>
                <a:cubicBezTo>
                  <a:pt x="100" y="95"/>
                  <a:pt x="103" y="95"/>
                  <a:pt x="105" y="95"/>
                </a:cubicBezTo>
                <a:cubicBezTo>
                  <a:pt x="113" y="96"/>
                  <a:pt x="129" y="98"/>
                  <a:pt x="132" y="127"/>
                </a:cubicBezTo>
                <a:cubicBezTo>
                  <a:pt x="133" y="136"/>
                  <a:pt x="134" y="141"/>
                  <a:pt x="135" y="143"/>
                </a:cubicBezTo>
                <a:cubicBezTo>
                  <a:pt x="136" y="146"/>
                  <a:pt x="137" y="150"/>
                  <a:pt x="133" y="154"/>
                </a:cubicBezTo>
                <a:cubicBezTo>
                  <a:pt x="131" y="156"/>
                  <a:pt x="128" y="157"/>
                  <a:pt x="126" y="157"/>
                </a:cubicBezTo>
                <a:cubicBezTo>
                  <a:pt x="123" y="157"/>
                  <a:pt x="120" y="155"/>
                  <a:pt x="112" y="152"/>
                </a:cubicBezTo>
                <a:cubicBezTo>
                  <a:pt x="109" y="151"/>
                  <a:pt x="105" y="149"/>
                  <a:pt x="100" y="147"/>
                </a:cubicBezTo>
                <a:cubicBezTo>
                  <a:pt x="85" y="141"/>
                  <a:pt x="80" y="131"/>
                  <a:pt x="79" y="124"/>
                </a:cubicBezTo>
                <a:cubicBezTo>
                  <a:pt x="78" y="121"/>
                  <a:pt x="78" y="118"/>
                  <a:pt x="78" y="115"/>
                </a:cubicBezTo>
                <a:cubicBezTo>
                  <a:pt x="75" y="113"/>
                  <a:pt x="75" y="113"/>
                  <a:pt x="75" y="113"/>
                </a:cubicBezTo>
                <a:cubicBezTo>
                  <a:pt x="61" y="107"/>
                  <a:pt x="50" y="94"/>
                  <a:pt x="43" y="85"/>
                </a:cubicBezTo>
                <a:cubicBezTo>
                  <a:pt x="25" y="106"/>
                  <a:pt x="57" y="163"/>
                  <a:pt x="103" y="178"/>
                </a:cubicBezTo>
                <a:cubicBezTo>
                  <a:pt x="126" y="185"/>
                  <a:pt x="153" y="179"/>
                  <a:pt x="173" y="163"/>
                </a:cubicBezTo>
                <a:cubicBezTo>
                  <a:pt x="193" y="146"/>
                  <a:pt x="198" y="119"/>
                  <a:pt x="194" y="94"/>
                </a:cubicBezTo>
                <a:close/>
                <a:moveTo>
                  <a:pt x="124" y="56"/>
                </a:moveTo>
                <a:cubicBezTo>
                  <a:pt x="121" y="62"/>
                  <a:pt x="113" y="64"/>
                  <a:pt x="107" y="60"/>
                </a:cubicBezTo>
                <a:cubicBezTo>
                  <a:pt x="101" y="57"/>
                  <a:pt x="99" y="49"/>
                  <a:pt x="103" y="43"/>
                </a:cubicBezTo>
                <a:cubicBezTo>
                  <a:pt x="107" y="37"/>
                  <a:pt x="114" y="35"/>
                  <a:pt x="120" y="39"/>
                </a:cubicBezTo>
                <a:cubicBezTo>
                  <a:pt x="126" y="42"/>
                  <a:pt x="128" y="50"/>
                  <a:pt x="124" y="56"/>
                </a:cubicBezTo>
                <a:close/>
                <a:moveTo>
                  <a:pt x="137" y="66"/>
                </a:moveTo>
                <a:cubicBezTo>
                  <a:pt x="140" y="61"/>
                  <a:pt x="148" y="59"/>
                  <a:pt x="154" y="62"/>
                </a:cubicBezTo>
                <a:cubicBezTo>
                  <a:pt x="160" y="66"/>
                  <a:pt x="162" y="73"/>
                  <a:pt x="158" y="79"/>
                </a:cubicBezTo>
                <a:cubicBezTo>
                  <a:pt x="154" y="85"/>
                  <a:pt x="147" y="87"/>
                  <a:pt x="141" y="84"/>
                </a:cubicBezTo>
                <a:cubicBezTo>
                  <a:pt x="135" y="80"/>
                  <a:pt x="133" y="72"/>
                  <a:pt x="137" y="66"/>
                </a:cubicBezTo>
                <a:close/>
                <a:moveTo>
                  <a:pt x="170" y="121"/>
                </a:moveTo>
                <a:cubicBezTo>
                  <a:pt x="166" y="127"/>
                  <a:pt x="159" y="129"/>
                  <a:pt x="153" y="125"/>
                </a:cubicBezTo>
                <a:cubicBezTo>
                  <a:pt x="147" y="122"/>
                  <a:pt x="145" y="114"/>
                  <a:pt x="149" y="108"/>
                </a:cubicBezTo>
                <a:cubicBezTo>
                  <a:pt x="152" y="102"/>
                  <a:pt x="160" y="100"/>
                  <a:pt x="166" y="104"/>
                </a:cubicBezTo>
                <a:cubicBezTo>
                  <a:pt x="172" y="108"/>
                  <a:pt x="174" y="115"/>
                  <a:pt x="170" y="121"/>
                </a:cubicBezTo>
                <a:close/>
                <a:moveTo>
                  <a:pt x="1" y="14"/>
                </a:moveTo>
                <a:cubicBezTo>
                  <a:pt x="0" y="11"/>
                  <a:pt x="0" y="7"/>
                  <a:pt x="3" y="5"/>
                </a:cubicBezTo>
                <a:cubicBezTo>
                  <a:pt x="5" y="4"/>
                  <a:pt x="6" y="3"/>
                  <a:pt x="8" y="3"/>
                </a:cubicBezTo>
                <a:cubicBezTo>
                  <a:pt x="10" y="3"/>
                  <a:pt x="12" y="4"/>
                  <a:pt x="13" y="5"/>
                </a:cubicBezTo>
                <a:cubicBezTo>
                  <a:pt x="20" y="12"/>
                  <a:pt x="44" y="36"/>
                  <a:pt x="63" y="52"/>
                </a:cubicBezTo>
                <a:cubicBezTo>
                  <a:pt x="74" y="61"/>
                  <a:pt x="90" y="81"/>
                  <a:pt x="92" y="96"/>
                </a:cubicBezTo>
                <a:cubicBezTo>
                  <a:pt x="78" y="108"/>
                  <a:pt x="78" y="108"/>
                  <a:pt x="78" y="108"/>
                </a:cubicBezTo>
                <a:cubicBezTo>
                  <a:pt x="62" y="100"/>
                  <a:pt x="48" y="82"/>
                  <a:pt x="41" y="70"/>
                </a:cubicBezTo>
                <a:cubicBezTo>
                  <a:pt x="25" y="43"/>
                  <a:pt x="5" y="21"/>
                  <a:pt x="1" y="14"/>
                </a:cubicBezTo>
                <a:close/>
                <a:moveTo>
                  <a:pt x="84" y="112"/>
                </a:moveTo>
                <a:cubicBezTo>
                  <a:pt x="84" y="111"/>
                  <a:pt x="85" y="110"/>
                  <a:pt x="85" y="110"/>
                </a:cubicBezTo>
                <a:cubicBezTo>
                  <a:pt x="95" y="102"/>
                  <a:pt x="95" y="102"/>
                  <a:pt x="95" y="102"/>
                </a:cubicBezTo>
                <a:cubicBezTo>
                  <a:pt x="95" y="102"/>
                  <a:pt x="95" y="102"/>
                  <a:pt x="95" y="102"/>
                </a:cubicBezTo>
                <a:cubicBezTo>
                  <a:pt x="99" y="101"/>
                  <a:pt x="103" y="100"/>
                  <a:pt x="108" y="101"/>
                </a:cubicBezTo>
                <a:cubicBezTo>
                  <a:pt x="114" y="103"/>
                  <a:pt x="123" y="106"/>
                  <a:pt x="125" y="127"/>
                </a:cubicBezTo>
                <a:cubicBezTo>
                  <a:pt x="127" y="147"/>
                  <a:pt x="131" y="147"/>
                  <a:pt x="128" y="149"/>
                </a:cubicBezTo>
                <a:cubicBezTo>
                  <a:pt x="128" y="150"/>
                  <a:pt x="127" y="150"/>
                  <a:pt x="126" y="150"/>
                </a:cubicBezTo>
                <a:cubicBezTo>
                  <a:pt x="123" y="150"/>
                  <a:pt x="118" y="147"/>
                  <a:pt x="102" y="141"/>
                </a:cubicBezTo>
                <a:cubicBezTo>
                  <a:pt x="80" y="132"/>
                  <a:pt x="84" y="115"/>
                  <a:pt x="84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8632188" y="2695113"/>
            <a:ext cx="614614" cy="416460"/>
            <a:chOff x="5830529" y="1975651"/>
            <a:chExt cx="681357" cy="461685"/>
          </a:xfrm>
          <a:solidFill>
            <a:schemeClr val="accent1"/>
          </a:solidFill>
        </p:grpSpPr>
        <p:sp>
          <p:nvSpPr>
            <p:cNvPr id="27" name="Freeform 885"/>
            <p:cNvSpPr>
              <a:spLocks noEditPoints="1"/>
            </p:cNvSpPr>
            <p:nvPr/>
          </p:nvSpPr>
          <p:spPr bwMode="auto">
            <a:xfrm>
              <a:off x="5830529" y="1975651"/>
              <a:ext cx="681357" cy="461685"/>
            </a:xfrm>
            <a:custGeom>
              <a:avLst/>
              <a:gdLst>
                <a:gd name="T0" fmla="*/ 231 w 232"/>
                <a:gd name="T1" fmla="*/ 16 h 157"/>
                <a:gd name="T2" fmla="*/ 173 w 232"/>
                <a:gd name="T3" fmla="*/ 0 h 157"/>
                <a:gd name="T4" fmla="*/ 116 w 232"/>
                <a:gd name="T5" fmla="*/ 15 h 157"/>
                <a:gd name="T6" fmla="*/ 62 w 232"/>
                <a:gd name="T7" fmla="*/ 0 h 157"/>
                <a:gd name="T8" fmla="*/ 2 w 232"/>
                <a:gd name="T9" fmla="*/ 16 h 157"/>
                <a:gd name="T10" fmla="*/ 0 w 232"/>
                <a:gd name="T11" fmla="*/ 19 h 157"/>
                <a:gd name="T12" fmla="*/ 0 w 232"/>
                <a:gd name="T13" fmla="*/ 151 h 157"/>
                <a:gd name="T14" fmla="*/ 9 w 232"/>
                <a:gd name="T15" fmla="*/ 157 h 157"/>
                <a:gd name="T16" fmla="*/ 115 w 232"/>
                <a:gd name="T17" fmla="*/ 157 h 157"/>
                <a:gd name="T18" fmla="*/ 224 w 232"/>
                <a:gd name="T19" fmla="*/ 157 h 157"/>
                <a:gd name="T20" fmla="*/ 232 w 232"/>
                <a:gd name="T21" fmla="*/ 151 h 157"/>
                <a:gd name="T22" fmla="*/ 232 w 232"/>
                <a:gd name="T23" fmla="*/ 19 h 157"/>
                <a:gd name="T24" fmla="*/ 231 w 232"/>
                <a:gd name="T25" fmla="*/ 16 h 157"/>
                <a:gd name="T26" fmla="*/ 112 w 232"/>
                <a:gd name="T27" fmla="*/ 22 h 157"/>
                <a:gd name="T28" fmla="*/ 112 w 232"/>
                <a:gd name="T29" fmla="*/ 144 h 157"/>
                <a:gd name="T30" fmla="*/ 62 w 232"/>
                <a:gd name="T31" fmla="*/ 130 h 157"/>
                <a:gd name="T32" fmla="*/ 15 w 232"/>
                <a:gd name="T33" fmla="*/ 139 h 157"/>
                <a:gd name="T34" fmla="*/ 15 w 232"/>
                <a:gd name="T35" fmla="*/ 16 h 157"/>
                <a:gd name="T36" fmla="*/ 63 w 232"/>
                <a:gd name="T37" fmla="*/ 7 h 157"/>
                <a:gd name="T38" fmla="*/ 112 w 232"/>
                <a:gd name="T39" fmla="*/ 22 h 157"/>
                <a:gd name="T40" fmla="*/ 217 w 232"/>
                <a:gd name="T41" fmla="*/ 16 h 157"/>
                <a:gd name="T42" fmla="*/ 217 w 232"/>
                <a:gd name="T43" fmla="*/ 139 h 157"/>
                <a:gd name="T44" fmla="*/ 170 w 232"/>
                <a:gd name="T45" fmla="*/ 131 h 157"/>
                <a:gd name="T46" fmla="*/ 119 w 232"/>
                <a:gd name="T47" fmla="*/ 144 h 157"/>
                <a:gd name="T48" fmla="*/ 119 w 232"/>
                <a:gd name="T49" fmla="*/ 22 h 157"/>
                <a:gd name="T50" fmla="*/ 173 w 232"/>
                <a:gd name="T51" fmla="*/ 7 h 157"/>
                <a:gd name="T52" fmla="*/ 217 w 232"/>
                <a:gd name="T53" fmla="*/ 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2" h="157">
                  <a:moveTo>
                    <a:pt x="231" y="16"/>
                  </a:moveTo>
                  <a:cubicBezTo>
                    <a:pt x="218" y="6"/>
                    <a:pt x="197" y="0"/>
                    <a:pt x="173" y="0"/>
                  </a:cubicBezTo>
                  <a:cubicBezTo>
                    <a:pt x="150" y="0"/>
                    <a:pt x="129" y="5"/>
                    <a:pt x="116" y="15"/>
                  </a:cubicBezTo>
                  <a:cubicBezTo>
                    <a:pt x="106" y="5"/>
                    <a:pt x="86" y="0"/>
                    <a:pt x="62" y="0"/>
                  </a:cubicBezTo>
                  <a:cubicBezTo>
                    <a:pt x="37" y="0"/>
                    <a:pt x="14" y="6"/>
                    <a:pt x="2" y="16"/>
                  </a:cubicBezTo>
                  <a:cubicBezTo>
                    <a:pt x="1" y="16"/>
                    <a:pt x="0" y="17"/>
                    <a:pt x="0" y="1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3"/>
                    <a:pt x="4" y="157"/>
                    <a:pt x="9" y="157"/>
                  </a:cubicBezTo>
                  <a:cubicBezTo>
                    <a:pt x="115" y="157"/>
                    <a:pt x="115" y="157"/>
                    <a:pt x="115" y="157"/>
                  </a:cubicBezTo>
                  <a:cubicBezTo>
                    <a:pt x="116" y="157"/>
                    <a:pt x="224" y="157"/>
                    <a:pt x="224" y="157"/>
                  </a:cubicBezTo>
                  <a:cubicBezTo>
                    <a:pt x="227" y="157"/>
                    <a:pt x="232" y="155"/>
                    <a:pt x="232" y="151"/>
                  </a:cubicBezTo>
                  <a:cubicBezTo>
                    <a:pt x="232" y="19"/>
                    <a:pt x="232" y="19"/>
                    <a:pt x="232" y="19"/>
                  </a:cubicBezTo>
                  <a:cubicBezTo>
                    <a:pt x="232" y="17"/>
                    <a:pt x="232" y="16"/>
                    <a:pt x="231" y="16"/>
                  </a:cubicBezTo>
                  <a:close/>
                  <a:moveTo>
                    <a:pt x="112" y="22"/>
                  </a:moveTo>
                  <a:cubicBezTo>
                    <a:pt x="112" y="24"/>
                    <a:pt x="112" y="144"/>
                    <a:pt x="112" y="144"/>
                  </a:cubicBezTo>
                  <a:cubicBezTo>
                    <a:pt x="102" y="135"/>
                    <a:pt x="84" y="130"/>
                    <a:pt x="62" y="130"/>
                  </a:cubicBezTo>
                  <a:cubicBezTo>
                    <a:pt x="44" y="130"/>
                    <a:pt x="28" y="133"/>
                    <a:pt x="15" y="13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32" y="7"/>
                    <a:pt x="63" y="7"/>
                  </a:cubicBezTo>
                  <a:cubicBezTo>
                    <a:pt x="98" y="7"/>
                    <a:pt x="112" y="21"/>
                    <a:pt x="112" y="22"/>
                  </a:cubicBezTo>
                  <a:close/>
                  <a:moveTo>
                    <a:pt x="217" y="16"/>
                  </a:moveTo>
                  <a:cubicBezTo>
                    <a:pt x="217" y="139"/>
                    <a:pt x="217" y="139"/>
                    <a:pt x="217" y="139"/>
                  </a:cubicBezTo>
                  <a:cubicBezTo>
                    <a:pt x="204" y="134"/>
                    <a:pt x="186" y="131"/>
                    <a:pt x="170" y="131"/>
                  </a:cubicBezTo>
                  <a:cubicBezTo>
                    <a:pt x="148" y="131"/>
                    <a:pt x="130" y="136"/>
                    <a:pt x="119" y="144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22"/>
                    <a:pt x="136" y="7"/>
                    <a:pt x="173" y="7"/>
                  </a:cubicBezTo>
                  <a:cubicBezTo>
                    <a:pt x="201" y="7"/>
                    <a:pt x="217" y="16"/>
                    <a:pt x="217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Freeform 901"/>
            <p:cNvSpPr/>
            <p:nvPr/>
          </p:nvSpPr>
          <p:spPr bwMode="auto">
            <a:xfrm>
              <a:off x="5918646" y="2037705"/>
              <a:ext cx="204779" cy="47161"/>
            </a:xfrm>
            <a:custGeom>
              <a:avLst/>
              <a:gdLst>
                <a:gd name="T0" fmla="*/ 67 w 70"/>
                <a:gd name="T1" fmla="*/ 16 h 16"/>
                <a:gd name="T2" fmla="*/ 66 w 70"/>
                <a:gd name="T3" fmla="*/ 16 h 16"/>
                <a:gd name="T4" fmla="*/ 4 w 70"/>
                <a:gd name="T5" fmla="*/ 12 h 16"/>
                <a:gd name="T6" fmla="*/ 0 w 70"/>
                <a:gd name="T7" fmla="*/ 10 h 16"/>
                <a:gd name="T8" fmla="*/ 2 w 70"/>
                <a:gd name="T9" fmla="*/ 7 h 16"/>
                <a:gd name="T10" fmla="*/ 69 w 70"/>
                <a:gd name="T11" fmla="*/ 11 h 16"/>
                <a:gd name="T12" fmla="*/ 70 w 70"/>
                <a:gd name="T13" fmla="*/ 15 h 16"/>
                <a:gd name="T14" fmla="*/ 67 w 7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6">
                  <a:moveTo>
                    <a:pt x="67" y="16"/>
                  </a:moveTo>
                  <a:cubicBezTo>
                    <a:pt x="67" y="16"/>
                    <a:pt x="67" y="16"/>
                    <a:pt x="66" y="16"/>
                  </a:cubicBezTo>
                  <a:cubicBezTo>
                    <a:pt x="55" y="8"/>
                    <a:pt x="31" y="4"/>
                    <a:pt x="4" y="12"/>
                  </a:cubicBezTo>
                  <a:cubicBezTo>
                    <a:pt x="2" y="12"/>
                    <a:pt x="1" y="11"/>
                    <a:pt x="0" y="10"/>
                  </a:cubicBezTo>
                  <a:cubicBezTo>
                    <a:pt x="0" y="8"/>
                    <a:pt x="1" y="7"/>
                    <a:pt x="2" y="7"/>
                  </a:cubicBezTo>
                  <a:cubicBezTo>
                    <a:pt x="27" y="0"/>
                    <a:pt x="54" y="2"/>
                    <a:pt x="69" y="11"/>
                  </a:cubicBezTo>
                  <a:cubicBezTo>
                    <a:pt x="70" y="12"/>
                    <a:pt x="70" y="14"/>
                    <a:pt x="70" y="15"/>
                  </a:cubicBezTo>
                  <a:cubicBezTo>
                    <a:pt x="69" y="16"/>
                    <a:pt x="68" y="16"/>
                    <a:pt x="67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 902"/>
            <p:cNvSpPr/>
            <p:nvPr/>
          </p:nvSpPr>
          <p:spPr bwMode="auto">
            <a:xfrm>
              <a:off x="5918646" y="2096036"/>
              <a:ext cx="204779" cy="47161"/>
            </a:xfrm>
            <a:custGeom>
              <a:avLst/>
              <a:gdLst>
                <a:gd name="T0" fmla="*/ 67 w 70"/>
                <a:gd name="T1" fmla="*/ 16 h 16"/>
                <a:gd name="T2" fmla="*/ 66 w 70"/>
                <a:gd name="T3" fmla="*/ 15 h 16"/>
                <a:gd name="T4" fmla="*/ 3 w 70"/>
                <a:gd name="T5" fmla="*/ 12 h 16"/>
                <a:gd name="T6" fmla="*/ 0 w 70"/>
                <a:gd name="T7" fmla="*/ 10 h 16"/>
                <a:gd name="T8" fmla="*/ 2 w 70"/>
                <a:gd name="T9" fmla="*/ 7 h 16"/>
                <a:gd name="T10" fmla="*/ 69 w 70"/>
                <a:gd name="T11" fmla="*/ 11 h 16"/>
                <a:gd name="T12" fmla="*/ 70 w 70"/>
                <a:gd name="T13" fmla="*/ 15 h 16"/>
                <a:gd name="T14" fmla="*/ 67 w 7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6">
                  <a:moveTo>
                    <a:pt x="67" y="16"/>
                  </a:moveTo>
                  <a:cubicBezTo>
                    <a:pt x="67" y="16"/>
                    <a:pt x="66" y="16"/>
                    <a:pt x="66" y="15"/>
                  </a:cubicBezTo>
                  <a:cubicBezTo>
                    <a:pt x="55" y="8"/>
                    <a:pt x="31" y="4"/>
                    <a:pt x="3" y="12"/>
                  </a:cubicBezTo>
                  <a:cubicBezTo>
                    <a:pt x="2" y="12"/>
                    <a:pt x="1" y="11"/>
                    <a:pt x="0" y="10"/>
                  </a:cubicBezTo>
                  <a:cubicBezTo>
                    <a:pt x="0" y="9"/>
                    <a:pt x="1" y="7"/>
                    <a:pt x="2" y="7"/>
                  </a:cubicBezTo>
                  <a:cubicBezTo>
                    <a:pt x="27" y="0"/>
                    <a:pt x="54" y="2"/>
                    <a:pt x="69" y="11"/>
                  </a:cubicBezTo>
                  <a:cubicBezTo>
                    <a:pt x="70" y="12"/>
                    <a:pt x="70" y="13"/>
                    <a:pt x="70" y="15"/>
                  </a:cubicBezTo>
                  <a:cubicBezTo>
                    <a:pt x="69" y="15"/>
                    <a:pt x="68" y="16"/>
                    <a:pt x="67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 903"/>
            <p:cNvSpPr/>
            <p:nvPr/>
          </p:nvSpPr>
          <p:spPr bwMode="auto">
            <a:xfrm>
              <a:off x="5918646" y="2155609"/>
              <a:ext cx="208503" cy="47161"/>
            </a:xfrm>
            <a:custGeom>
              <a:avLst/>
              <a:gdLst>
                <a:gd name="T0" fmla="*/ 68 w 71"/>
                <a:gd name="T1" fmla="*/ 16 h 16"/>
                <a:gd name="T2" fmla="*/ 66 w 71"/>
                <a:gd name="T3" fmla="*/ 15 h 16"/>
                <a:gd name="T4" fmla="*/ 3 w 71"/>
                <a:gd name="T5" fmla="*/ 12 h 16"/>
                <a:gd name="T6" fmla="*/ 0 w 71"/>
                <a:gd name="T7" fmla="*/ 10 h 16"/>
                <a:gd name="T8" fmla="*/ 2 w 71"/>
                <a:gd name="T9" fmla="*/ 7 h 16"/>
                <a:gd name="T10" fmla="*/ 69 w 71"/>
                <a:gd name="T11" fmla="*/ 11 h 16"/>
                <a:gd name="T12" fmla="*/ 70 w 71"/>
                <a:gd name="T13" fmla="*/ 14 h 16"/>
                <a:gd name="T14" fmla="*/ 68 w 71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6">
                  <a:moveTo>
                    <a:pt x="68" y="16"/>
                  </a:moveTo>
                  <a:cubicBezTo>
                    <a:pt x="67" y="16"/>
                    <a:pt x="67" y="15"/>
                    <a:pt x="66" y="15"/>
                  </a:cubicBezTo>
                  <a:cubicBezTo>
                    <a:pt x="55" y="8"/>
                    <a:pt x="31" y="4"/>
                    <a:pt x="3" y="12"/>
                  </a:cubicBezTo>
                  <a:cubicBezTo>
                    <a:pt x="2" y="12"/>
                    <a:pt x="1" y="11"/>
                    <a:pt x="0" y="10"/>
                  </a:cubicBezTo>
                  <a:cubicBezTo>
                    <a:pt x="0" y="8"/>
                    <a:pt x="1" y="7"/>
                    <a:pt x="2" y="7"/>
                  </a:cubicBezTo>
                  <a:cubicBezTo>
                    <a:pt x="27" y="0"/>
                    <a:pt x="55" y="1"/>
                    <a:pt x="69" y="11"/>
                  </a:cubicBezTo>
                  <a:cubicBezTo>
                    <a:pt x="70" y="12"/>
                    <a:pt x="71" y="13"/>
                    <a:pt x="70" y="14"/>
                  </a:cubicBezTo>
                  <a:cubicBezTo>
                    <a:pt x="69" y="15"/>
                    <a:pt x="69" y="16"/>
                    <a:pt x="6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 904"/>
            <p:cNvSpPr/>
            <p:nvPr/>
          </p:nvSpPr>
          <p:spPr bwMode="auto">
            <a:xfrm>
              <a:off x="5918646" y="2211457"/>
              <a:ext cx="208503" cy="49644"/>
            </a:xfrm>
            <a:custGeom>
              <a:avLst/>
              <a:gdLst>
                <a:gd name="T0" fmla="*/ 68 w 71"/>
                <a:gd name="T1" fmla="*/ 17 h 17"/>
                <a:gd name="T2" fmla="*/ 67 w 71"/>
                <a:gd name="T3" fmla="*/ 16 h 17"/>
                <a:gd name="T4" fmla="*/ 3 w 71"/>
                <a:gd name="T5" fmla="*/ 13 h 17"/>
                <a:gd name="T6" fmla="*/ 0 w 71"/>
                <a:gd name="T7" fmla="*/ 11 h 17"/>
                <a:gd name="T8" fmla="*/ 2 w 71"/>
                <a:gd name="T9" fmla="*/ 8 h 17"/>
                <a:gd name="T10" fmla="*/ 70 w 71"/>
                <a:gd name="T11" fmla="*/ 12 h 17"/>
                <a:gd name="T12" fmla="*/ 70 w 71"/>
                <a:gd name="T13" fmla="*/ 15 h 17"/>
                <a:gd name="T14" fmla="*/ 68 w 71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7">
                  <a:moveTo>
                    <a:pt x="68" y="17"/>
                  </a:moveTo>
                  <a:cubicBezTo>
                    <a:pt x="68" y="17"/>
                    <a:pt x="67" y="16"/>
                    <a:pt x="67" y="16"/>
                  </a:cubicBezTo>
                  <a:cubicBezTo>
                    <a:pt x="53" y="7"/>
                    <a:pt x="29" y="6"/>
                    <a:pt x="3" y="13"/>
                  </a:cubicBezTo>
                  <a:cubicBezTo>
                    <a:pt x="2" y="13"/>
                    <a:pt x="1" y="12"/>
                    <a:pt x="0" y="11"/>
                  </a:cubicBezTo>
                  <a:cubicBezTo>
                    <a:pt x="0" y="10"/>
                    <a:pt x="1" y="8"/>
                    <a:pt x="2" y="8"/>
                  </a:cubicBezTo>
                  <a:cubicBezTo>
                    <a:pt x="29" y="0"/>
                    <a:pt x="54" y="2"/>
                    <a:pt x="70" y="12"/>
                  </a:cubicBezTo>
                  <a:cubicBezTo>
                    <a:pt x="71" y="13"/>
                    <a:pt x="71" y="14"/>
                    <a:pt x="70" y="15"/>
                  </a:cubicBezTo>
                  <a:cubicBezTo>
                    <a:pt x="70" y="16"/>
                    <a:pt x="69" y="17"/>
                    <a:pt x="6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Freeform 905"/>
            <p:cNvSpPr/>
            <p:nvPr/>
          </p:nvSpPr>
          <p:spPr bwMode="auto">
            <a:xfrm>
              <a:off x="5918646" y="2267306"/>
              <a:ext cx="208503" cy="52126"/>
            </a:xfrm>
            <a:custGeom>
              <a:avLst/>
              <a:gdLst>
                <a:gd name="T0" fmla="*/ 68 w 71"/>
                <a:gd name="T1" fmla="*/ 18 h 18"/>
                <a:gd name="T2" fmla="*/ 67 w 71"/>
                <a:gd name="T3" fmla="*/ 17 h 18"/>
                <a:gd name="T4" fmla="*/ 4 w 71"/>
                <a:gd name="T5" fmla="*/ 14 h 18"/>
                <a:gd name="T6" fmla="*/ 0 w 71"/>
                <a:gd name="T7" fmla="*/ 13 h 18"/>
                <a:gd name="T8" fmla="*/ 2 w 71"/>
                <a:gd name="T9" fmla="*/ 9 h 18"/>
                <a:gd name="T10" fmla="*/ 70 w 71"/>
                <a:gd name="T11" fmla="*/ 13 h 18"/>
                <a:gd name="T12" fmla="*/ 70 w 71"/>
                <a:gd name="T13" fmla="*/ 16 h 18"/>
                <a:gd name="T14" fmla="*/ 68 w 71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8">
                  <a:moveTo>
                    <a:pt x="68" y="18"/>
                  </a:moveTo>
                  <a:cubicBezTo>
                    <a:pt x="68" y="18"/>
                    <a:pt x="67" y="17"/>
                    <a:pt x="67" y="17"/>
                  </a:cubicBezTo>
                  <a:cubicBezTo>
                    <a:pt x="54" y="9"/>
                    <a:pt x="24" y="6"/>
                    <a:pt x="4" y="14"/>
                  </a:cubicBezTo>
                  <a:cubicBezTo>
                    <a:pt x="2" y="15"/>
                    <a:pt x="1" y="14"/>
                    <a:pt x="0" y="13"/>
                  </a:cubicBezTo>
                  <a:cubicBezTo>
                    <a:pt x="0" y="11"/>
                    <a:pt x="0" y="10"/>
                    <a:pt x="2" y="9"/>
                  </a:cubicBezTo>
                  <a:cubicBezTo>
                    <a:pt x="25" y="0"/>
                    <a:pt x="56" y="4"/>
                    <a:pt x="70" y="13"/>
                  </a:cubicBezTo>
                  <a:cubicBezTo>
                    <a:pt x="71" y="14"/>
                    <a:pt x="71" y="15"/>
                    <a:pt x="70" y="16"/>
                  </a:cubicBezTo>
                  <a:cubicBezTo>
                    <a:pt x="70" y="17"/>
                    <a:pt x="69" y="18"/>
                    <a:pt x="68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Freeform 906"/>
            <p:cNvSpPr/>
            <p:nvPr/>
          </p:nvSpPr>
          <p:spPr bwMode="auto">
            <a:xfrm>
              <a:off x="6215266" y="2037705"/>
              <a:ext cx="210985" cy="47161"/>
            </a:xfrm>
            <a:custGeom>
              <a:avLst/>
              <a:gdLst>
                <a:gd name="T0" fmla="*/ 3 w 72"/>
                <a:gd name="T1" fmla="*/ 16 h 16"/>
                <a:gd name="T2" fmla="*/ 1 w 72"/>
                <a:gd name="T3" fmla="*/ 15 h 16"/>
                <a:gd name="T4" fmla="*/ 2 w 72"/>
                <a:gd name="T5" fmla="*/ 11 h 16"/>
                <a:gd name="T6" fmla="*/ 69 w 72"/>
                <a:gd name="T7" fmla="*/ 7 h 16"/>
                <a:gd name="T8" fmla="*/ 71 w 72"/>
                <a:gd name="T9" fmla="*/ 10 h 16"/>
                <a:gd name="T10" fmla="*/ 68 w 72"/>
                <a:gd name="T11" fmla="*/ 12 h 16"/>
                <a:gd name="T12" fmla="*/ 5 w 72"/>
                <a:gd name="T13" fmla="*/ 16 h 16"/>
                <a:gd name="T14" fmla="*/ 3 w 72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">
                  <a:moveTo>
                    <a:pt x="3" y="16"/>
                  </a:moveTo>
                  <a:cubicBezTo>
                    <a:pt x="2" y="16"/>
                    <a:pt x="2" y="16"/>
                    <a:pt x="1" y="15"/>
                  </a:cubicBezTo>
                  <a:cubicBezTo>
                    <a:pt x="0" y="14"/>
                    <a:pt x="1" y="12"/>
                    <a:pt x="2" y="11"/>
                  </a:cubicBezTo>
                  <a:cubicBezTo>
                    <a:pt x="17" y="2"/>
                    <a:pt x="45" y="0"/>
                    <a:pt x="69" y="7"/>
                  </a:cubicBezTo>
                  <a:cubicBezTo>
                    <a:pt x="71" y="7"/>
                    <a:pt x="72" y="8"/>
                    <a:pt x="71" y="10"/>
                  </a:cubicBezTo>
                  <a:cubicBezTo>
                    <a:pt x="71" y="11"/>
                    <a:pt x="69" y="12"/>
                    <a:pt x="68" y="12"/>
                  </a:cubicBezTo>
                  <a:cubicBezTo>
                    <a:pt x="42" y="4"/>
                    <a:pt x="16" y="8"/>
                    <a:pt x="5" y="16"/>
                  </a:cubicBezTo>
                  <a:cubicBezTo>
                    <a:pt x="4" y="16"/>
                    <a:pt x="4" y="16"/>
                    <a:pt x="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Freeform 907"/>
            <p:cNvSpPr/>
            <p:nvPr/>
          </p:nvSpPr>
          <p:spPr bwMode="auto">
            <a:xfrm>
              <a:off x="6215266" y="2096036"/>
              <a:ext cx="210985" cy="47161"/>
            </a:xfrm>
            <a:custGeom>
              <a:avLst/>
              <a:gdLst>
                <a:gd name="T0" fmla="*/ 3 w 72"/>
                <a:gd name="T1" fmla="*/ 16 h 16"/>
                <a:gd name="T2" fmla="*/ 1 w 72"/>
                <a:gd name="T3" fmla="*/ 15 h 16"/>
                <a:gd name="T4" fmla="*/ 2 w 72"/>
                <a:gd name="T5" fmla="*/ 11 h 16"/>
                <a:gd name="T6" fmla="*/ 69 w 72"/>
                <a:gd name="T7" fmla="*/ 7 h 16"/>
                <a:gd name="T8" fmla="*/ 71 w 72"/>
                <a:gd name="T9" fmla="*/ 10 h 16"/>
                <a:gd name="T10" fmla="*/ 68 w 72"/>
                <a:gd name="T11" fmla="*/ 12 h 16"/>
                <a:gd name="T12" fmla="*/ 5 w 72"/>
                <a:gd name="T13" fmla="*/ 16 h 16"/>
                <a:gd name="T14" fmla="*/ 3 w 72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">
                  <a:moveTo>
                    <a:pt x="3" y="16"/>
                  </a:moveTo>
                  <a:cubicBezTo>
                    <a:pt x="2" y="16"/>
                    <a:pt x="2" y="16"/>
                    <a:pt x="1" y="15"/>
                  </a:cubicBezTo>
                  <a:cubicBezTo>
                    <a:pt x="0" y="14"/>
                    <a:pt x="1" y="12"/>
                    <a:pt x="2" y="11"/>
                  </a:cubicBezTo>
                  <a:cubicBezTo>
                    <a:pt x="17" y="2"/>
                    <a:pt x="45" y="0"/>
                    <a:pt x="69" y="7"/>
                  </a:cubicBezTo>
                  <a:cubicBezTo>
                    <a:pt x="71" y="7"/>
                    <a:pt x="72" y="8"/>
                    <a:pt x="71" y="10"/>
                  </a:cubicBezTo>
                  <a:cubicBezTo>
                    <a:pt x="71" y="11"/>
                    <a:pt x="69" y="12"/>
                    <a:pt x="68" y="12"/>
                  </a:cubicBezTo>
                  <a:cubicBezTo>
                    <a:pt x="42" y="4"/>
                    <a:pt x="16" y="8"/>
                    <a:pt x="5" y="16"/>
                  </a:cubicBezTo>
                  <a:cubicBezTo>
                    <a:pt x="4" y="16"/>
                    <a:pt x="4" y="16"/>
                    <a:pt x="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Freeform 908"/>
            <p:cNvSpPr/>
            <p:nvPr/>
          </p:nvSpPr>
          <p:spPr bwMode="auto">
            <a:xfrm>
              <a:off x="6215266" y="2155609"/>
              <a:ext cx="210985" cy="47161"/>
            </a:xfrm>
            <a:custGeom>
              <a:avLst/>
              <a:gdLst>
                <a:gd name="T0" fmla="*/ 3 w 72"/>
                <a:gd name="T1" fmla="*/ 16 h 16"/>
                <a:gd name="T2" fmla="*/ 1 w 72"/>
                <a:gd name="T3" fmla="*/ 15 h 16"/>
                <a:gd name="T4" fmla="*/ 2 w 72"/>
                <a:gd name="T5" fmla="*/ 11 h 16"/>
                <a:gd name="T6" fmla="*/ 69 w 72"/>
                <a:gd name="T7" fmla="*/ 7 h 16"/>
                <a:gd name="T8" fmla="*/ 71 w 72"/>
                <a:gd name="T9" fmla="*/ 10 h 16"/>
                <a:gd name="T10" fmla="*/ 68 w 72"/>
                <a:gd name="T11" fmla="*/ 12 h 16"/>
                <a:gd name="T12" fmla="*/ 5 w 72"/>
                <a:gd name="T13" fmla="*/ 16 h 16"/>
                <a:gd name="T14" fmla="*/ 3 w 72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">
                  <a:moveTo>
                    <a:pt x="3" y="16"/>
                  </a:moveTo>
                  <a:cubicBezTo>
                    <a:pt x="2" y="16"/>
                    <a:pt x="2" y="16"/>
                    <a:pt x="1" y="15"/>
                  </a:cubicBezTo>
                  <a:cubicBezTo>
                    <a:pt x="0" y="14"/>
                    <a:pt x="1" y="12"/>
                    <a:pt x="2" y="11"/>
                  </a:cubicBezTo>
                  <a:cubicBezTo>
                    <a:pt x="17" y="2"/>
                    <a:pt x="45" y="0"/>
                    <a:pt x="69" y="7"/>
                  </a:cubicBezTo>
                  <a:cubicBezTo>
                    <a:pt x="71" y="7"/>
                    <a:pt x="72" y="9"/>
                    <a:pt x="71" y="10"/>
                  </a:cubicBezTo>
                  <a:cubicBezTo>
                    <a:pt x="71" y="11"/>
                    <a:pt x="69" y="12"/>
                    <a:pt x="68" y="12"/>
                  </a:cubicBezTo>
                  <a:cubicBezTo>
                    <a:pt x="42" y="4"/>
                    <a:pt x="16" y="8"/>
                    <a:pt x="5" y="16"/>
                  </a:cubicBezTo>
                  <a:cubicBezTo>
                    <a:pt x="4" y="16"/>
                    <a:pt x="4" y="16"/>
                    <a:pt x="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Freeform 909"/>
            <p:cNvSpPr/>
            <p:nvPr/>
          </p:nvSpPr>
          <p:spPr bwMode="auto">
            <a:xfrm>
              <a:off x="6215266" y="2211457"/>
              <a:ext cx="210985" cy="49644"/>
            </a:xfrm>
            <a:custGeom>
              <a:avLst/>
              <a:gdLst>
                <a:gd name="T0" fmla="*/ 3 w 72"/>
                <a:gd name="T1" fmla="*/ 17 h 17"/>
                <a:gd name="T2" fmla="*/ 1 w 72"/>
                <a:gd name="T3" fmla="*/ 16 h 17"/>
                <a:gd name="T4" fmla="*/ 2 w 72"/>
                <a:gd name="T5" fmla="*/ 12 h 17"/>
                <a:gd name="T6" fmla="*/ 69 w 72"/>
                <a:gd name="T7" fmla="*/ 7 h 17"/>
                <a:gd name="T8" fmla="*/ 71 w 72"/>
                <a:gd name="T9" fmla="*/ 11 h 17"/>
                <a:gd name="T10" fmla="*/ 68 w 72"/>
                <a:gd name="T11" fmla="*/ 12 h 17"/>
                <a:gd name="T12" fmla="*/ 5 w 72"/>
                <a:gd name="T13" fmla="*/ 16 h 17"/>
                <a:gd name="T14" fmla="*/ 3 w 72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7">
                  <a:moveTo>
                    <a:pt x="3" y="17"/>
                  </a:moveTo>
                  <a:cubicBezTo>
                    <a:pt x="2" y="17"/>
                    <a:pt x="2" y="16"/>
                    <a:pt x="1" y="16"/>
                  </a:cubicBezTo>
                  <a:cubicBezTo>
                    <a:pt x="0" y="14"/>
                    <a:pt x="1" y="13"/>
                    <a:pt x="2" y="12"/>
                  </a:cubicBezTo>
                  <a:cubicBezTo>
                    <a:pt x="14" y="4"/>
                    <a:pt x="43" y="0"/>
                    <a:pt x="69" y="7"/>
                  </a:cubicBezTo>
                  <a:cubicBezTo>
                    <a:pt x="71" y="8"/>
                    <a:pt x="72" y="9"/>
                    <a:pt x="71" y="11"/>
                  </a:cubicBezTo>
                  <a:cubicBezTo>
                    <a:pt x="71" y="12"/>
                    <a:pt x="69" y="13"/>
                    <a:pt x="68" y="12"/>
                  </a:cubicBezTo>
                  <a:cubicBezTo>
                    <a:pt x="44" y="6"/>
                    <a:pt x="16" y="9"/>
                    <a:pt x="5" y="16"/>
                  </a:cubicBezTo>
                  <a:cubicBezTo>
                    <a:pt x="4" y="17"/>
                    <a:pt x="4" y="17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Freeform 910"/>
            <p:cNvSpPr/>
            <p:nvPr/>
          </p:nvSpPr>
          <p:spPr bwMode="auto">
            <a:xfrm>
              <a:off x="6215266" y="2273512"/>
              <a:ext cx="210985" cy="45920"/>
            </a:xfrm>
            <a:custGeom>
              <a:avLst/>
              <a:gdLst>
                <a:gd name="T0" fmla="*/ 3 w 72"/>
                <a:gd name="T1" fmla="*/ 16 h 16"/>
                <a:gd name="T2" fmla="*/ 1 w 72"/>
                <a:gd name="T3" fmla="*/ 15 h 16"/>
                <a:gd name="T4" fmla="*/ 2 w 72"/>
                <a:gd name="T5" fmla="*/ 11 h 16"/>
                <a:gd name="T6" fmla="*/ 69 w 72"/>
                <a:gd name="T7" fmla="*/ 7 h 16"/>
                <a:gd name="T8" fmla="*/ 71 w 72"/>
                <a:gd name="T9" fmla="*/ 10 h 16"/>
                <a:gd name="T10" fmla="*/ 68 w 72"/>
                <a:gd name="T11" fmla="*/ 11 h 16"/>
                <a:gd name="T12" fmla="*/ 5 w 72"/>
                <a:gd name="T13" fmla="*/ 16 h 16"/>
                <a:gd name="T14" fmla="*/ 3 w 72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">
                  <a:moveTo>
                    <a:pt x="3" y="16"/>
                  </a:moveTo>
                  <a:cubicBezTo>
                    <a:pt x="2" y="16"/>
                    <a:pt x="2" y="16"/>
                    <a:pt x="1" y="15"/>
                  </a:cubicBezTo>
                  <a:cubicBezTo>
                    <a:pt x="0" y="14"/>
                    <a:pt x="1" y="12"/>
                    <a:pt x="2" y="11"/>
                  </a:cubicBezTo>
                  <a:cubicBezTo>
                    <a:pt x="17" y="1"/>
                    <a:pt x="45" y="0"/>
                    <a:pt x="69" y="7"/>
                  </a:cubicBezTo>
                  <a:cubicBezTo>
                    <a:pt x="71" y="7"/>
                    <a:pt x="72" y="8"/>
                    <a:pt x="71" y="10"/>
                  </a:cubicBezTo>
                  <a:cubicBezTo>
                    <a:pt x="71" y="11"/>
                    <a:pt x="69" y="12"/>
                    <a:pt x="68" y="11"/>
                  </a:cubicBezTo>
                  <a:cubicBezTo>
                    <a:pt x="42" y="4"/>
                    <a:pt x="16" y="8"/>
                    <a:pt x="5" y="16"/>
                  </a:cubicBezTo>
                  <a:cubicBezTo>
                    <a:pt x="4" y="16"/>
                    <a:pt x="4" y="16"/>
                    <a:pt x="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3" name="Freeform 911"/>
          <p:cNvSpPr>
            <a:spLocks noEditPoints="1"/>
          </p:cNvSpPr>
          <p:nvPr/>
        </p:nvSpPr>
        <p:spPr bwMode="auto">
          <a:xfrm>
            <a:off x="9466386" y="2695113"/>
            <a:ext cx="615733" cy="391831"/>
          </a:xfrm>
          <a:custGeom>
            <a:avLst/>
            <a:gdLst>
              <a:gd name="T0" fmla="*/ 232 w 232"/>
              <a:gd name="T1" fmla="*/ 54 h 148"/>
              <a:gd name="T2" fmla="*/ 229 w 232"/>
              <a:gd name="T3" fmla="*/ 51 h 148"/>
              <a:gd name="T4" fmla="*/ 6 w 232"/>
              <a:gd name="T5" fmla="*/ 0 h 148"/>
              <a:gd name="T6" fmla="*/ 1 w 232"/>
              <a:gd name="T7" fmla="*/ 2 h 148"/>
              <a:gd name="T8" fmla="*/ 2 w 232"/>
              <a:gd name="T9" fmla="*/ 6 h 148"/>
              <a:gd name="T10" fmla="*/ 120 w 232"/>
              <a:gd name="T11" fmla="*/ 146 h 148"/>
              <a:gd name="T12" fmla="*/ 123 w 232"/>
              <a:gd name="T13" fmla="*/ 148 h 148"/>
              <a:gd name="T14" fmla="*/ 125 w 232"/>
              <a:gd name="T15" fmla="*/ 147 h 148"/>
              <a:gd name="T16" fmla="*/ 231 w 232"/>
              <a:gd name="T17" fmla="*/ 58 h 148"/>
              <a:gd name="T18" fmla="*/ 232 w 232"/>
              <a:gd name="T19" fmla="*/ 54 h 148"/>
              <a:gd name="T20" fmla="*/ 123 w 232"/>
              <a:gd name="T21" fmla="*/ 138 h 148"/>
              <a:gd name="T22" fmla="*/ 112 w 232"/>
              <a:gd name="T23" fmla="*/ 124 h 148"/>
              <a:gd name="T24" fmla="*/ 119 w 232"/>
              <a:gd name="T25" fmla="*/ 118 h 148"/>
              <a:gd name="T26" fmla="*/ 120 w 232"/>
              <a:gd name="T27" fmla="*/ 113 h 148"/>
              <a:gd name="T28" fmla="*/ 115 w 232"/>
              <a:gd name="T29" fmla="*/ 113 h 148"/>
              <a:gd name="T30" fmla="*/ 107 w 232"/>
              <a:gd name="T31" fmla="*/ 119 h 148"/>
              <a:gd name="T32" fmla="*/ 95 w 232"/>
              <a:gd name="T33" fmla="*/ 105 h 148"/>
              <a:gd name="T34" fmla="*/ 99 w 232"/>
              <a:gd name="T35" fmla="*/ 101 h 148"/>
              <a:gd name="T36" fmla="*/ 100 w 232"/>
              <a:gd name="T37" fmla="*/ 97 h 148"/>
              <a:gd name="T38" fmla="*/ 95 w 232"/>
              <a:gd name="T39" fmla="*/ 96 h 148"/>
              <a:gd name="T40" fmla="*/ 91 w 232"/>
              <a:gd name="T41" fmla="*/ 100 h 148"/>
              <a:gd name="T42" fmla="*/ 78 w 232"/>
              <a:gd name="T43" fmla="*/ 85 h 148"/>
              <a:gd name="T44" fmla="*/ 86 w 232"/>
              <a:gd name="T45" fmla="*/ 78 h 148"/>
              <a:gd name="T46" fmla="*/ 86 w 232"/>
              <a:gd name="T47" fmla="*/ 74 h 148"/>
              <a:gd name="T48" fmla="*/ 82 w 232"/>
              <a:gd name="T49" fmla="*/ 74 h 148"/>
              <a:gd name="T50" fmla="*/ 75 w 232"/>
              <a:gd name="T51" fmla="*/ 80 h 148"/>
              <a:gd name="T52" fmla="*/ 62 w 232"/>
              <a:gd name="T53" fmla="*/ 65 h 148"/>
              <a:gd name="T54" fmla="*/ 66 w 232"/>
              <a:gd name="T55" fmla="*/ 62 h 148"/>
              <a:gd name="T56" fmla="*/ 66 w 232"/>
              <a:gd name="T57" fmla="*/ 57 h 148"/>
              <a:gd name="T58" fmla="*/ 62 w 232"/>
              <a:gd name="T59" fmla="*/ 57 h 148"/>
              <a:gd name="T60" fmla="*/ 58 w 232"/>
              <a:gd name="T61" fmla="*/ 60 h 148"/>
              <a:gd name="T62" fmla="*/ 45 w 232"/>
              <a:gd name="T63" fmla="*/ 45 h 148"/>
              <a:gd name="T64" fmla="*/ 53 w 232"/>
              <a:gd name="T65" fmla="*/ 39 h 148"/>
              <a:gd name="T66" fmla="*/ 53 w 232"/>
              <a:gd name="T67" fmla="*/ 35 h 148"/>
              <a:gd name="T68" fmla="*/ 49 w 232"/>
              <a:gd name="T69" fmla="*/ 35 h 148"/>
              <a:gd name="T70" fmla="*/ 41 w 232"/>
              <a:gd name="T71" fmla="*/ 41 h 148"/>
              <a:gd name="T72" fmla="*/ 16 w 232"/>
              <a:gd name="T73" fmla="*/ 10 h 148"/>
              <a:gd name="T74" fmla="*/ 219 w 232"/>
              <a:gd name="T75" fmla="*/ 57 h 148"/>
              <a:gd name="T76" fmla="*/ 123 w 232"/>
              <a:gd name="T77" fmla="*/ 138 h 148"/>
              <a:gd name="T78" fmla="*/ 125 w 232"/>
              <a:gd name="T79" fmla="*/ 100 h 148"/>
              <a:gd name="T80" fmla="*/ 128 w 232"/>
              <a:gd name="T81" fmla="*/ 102 h 148"/>
              <a:gd name="T82" fmla="*/ 131 w 232"/>
              <a:gd name="T83" fmla="*/ 101 h 148"/>
              <a:gd name="T84" fmla="*/ 165 w 232"/>
              <a:gd name="T85" fmla="*/ 72 h 148"/>
              <a:gd name="T86" fmla="*/ 167 w 232"/>
              <a:gd name="T87" fmla="*/ 68 h 148"/>
              <a:gd name="T88" fmla="*/ 164 w 232"/>
              <a:gd name="T89" fmla="*/ 65 h 148"/>
              <a:gd name="T90" fmla="*/ 93 w 232"/>
              <a:gd name="T91" fmla="*/ 51 h 148"/>
              <a:gd name="T92" fmla="*/ 88 w 232"/>
              <a:gd name="T93" fmla="*/ 53 h 148"/>
              <a:gd name="T94" fmla="*/ 89 w 232"/>
              <a:gd name="T95" fmla="*/ 57 h 148"/>
              <a:gd name="T96" fmla="*/ 125 w 232"/>
              <a:gd name="T97" fmla="*/ 100 h 148"/>
              <a:gd name="T98" fmla="*/ 154 w 232"/>
              <a:gd name="T99" fmla="*/ 71 h 148"/>
              <a:gd name="T100" fmla="*/ 128 w 232"/>
              <a:gd name="T101" fmla="*/ 92 h 148"/>
              <a:gd name="T102" fmla="*/ 102 w 232"/>
              <a:gd name="T103" fmla="*/ 61 h 148"/>
              <a:gd name="T104" fmla="*/ 154 w 232"/>
              <a:gd name="T105" fmla="*/ 71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2" h="148">
                <a:moveTo>
                  <a:pt x="232" y="54"/>
                </a:moveTo>
                <a:cubicBezTo>
                  <a:pt x="232" y="53"/>
                  <a:pt x="230" y="52"/>
                  <a:pt x="229" y="51"/>
                </a:cubicBezTo>
                <a:cubicBezTo>
                  <a:pt x="6" y="0"/>
                  <a:pt x="6" y="0"/>
                  <a:pt x="6" y="0"/>
                </a:cubicBezTo>
                <a:cubicBezTo>
                  <a:pt x="4" y="0"/>
                  <a:pt x="2" y="0"/>
                  <a:pt x="1" y="2"/>
                </a:cubicBezTo>
                <a:cubicBezTo>
                  <a:pt x="0" y="3"/>
                  <a:pt x="1" y="5"/>
                  <a:pt x="2" y="6"/>
                </a:cubicBezTo>
                <a:cubicBezTo>
                  <a:pt x="120" y="146"/>
                  <a:pt x="120" y="146"/>
                  <a:pt x="120" y="146"/>
                </a:cubicBezTo>
                <a:cubicBezTo>
                  <a:pt x="120" y="147"/>
                  <a:pt x="122" y="148"/>
                  <a:pt x="123" y="148"/>
                </a:cubicBezTo>
                <a:cubicBezTo>
                  <a:pt x="124" y="148"/>
                  <a:pt x="124" y="148"/>
                  <a:pt x="125" y="147"/>
                </a:cubicBezTo>
                <a:cubicBezTo>
                  <a:pt x="231" y="58"/>
                  <a:pt x="231" y="58"/>
                  <a:pt x="231" y="58"/>
                </a:cubicBezTo>
                <a:cubicBezTo>
                  <a:pt x="232" y="57"/>
                  <a:pt x="232" y="56"/>
                  <a:pt x="232" y="54"/>
                </a:cubicBezTo>
                <a:close/>
                <a:moveTo>
                  <a:pt x="123" y="138"/>
                </a:moveTo>
                <a:cubicBezTo>
                  <a:pt x="112" y="124"/>
                  <a:pt x="112" y="124"/>
                  <a:pt x="112" y="124"/>
                </a:cubicBezTo>
                <a:cubicBezTo>
                  <a:pt x="119" y="118"/>
                  <a:pt x="119" y="118"/>
                  <a:pt x="119" y="118"/>
                </a:cubicBezTo>
                <a:cubicBezTo>
                  <a:pt x="121" y="117"/>
                  <a:pt x="121" y="115"/>
                  <a:pt x="120" y="113"/>
                </a:cubicBezTo>
                <a:cubicBezTo>
                  <a:pt x="118" y="112"/>
                  <a:pt x="116" y="112"/>
                  <a:pt x="115" y="113"/>
                </a:cubicBezTo>
                <a:cubicBezTo>
                  <a:pt x="107" y="119"/>
                  <a:pt x="107" y="119"/>
                  <a:pt x="107" y="119"/>
                </a:cubicBezTo>
                <a:cubicBezTo>
                  <a:pt x="95" y="105"/>
                  <a:pt x="95" y="105"/>
                  <a:pt x="95" y="105"/>
                </a:cubicBezTo>
                <a:cubicBezTo>
                  <a:pt x="99" y="101"/>
                  <a:pt x="99" y="101"/>
                  <a:pt x="99" y="101"/>
                </a:cubicBezTo>
                <a:cubicBezTo>
                  <a:pt x="101" y="100"/>
                  <a:pt x="101" y="98"/>
                  <a:pt x="100" y="97"/>
                </a:cubicBezTo>
                <a:cubicBezTo>
                  <a:pt x="98" y="95"/>
                  <a:pt x="96" y="95"/>
                  <a:pt x="95" y="96"/>
                </a:cubicBezTo>
                <a:cubicBezTo>
                  <a:pt x="91" y="100"/>
                  <a:pt x="91" y="100"/>
                  <a:pt x="91" y="100"/>
                </a:cubicBezTo>
                <a:cubicBezTo>
                  <a:pt x="78" y="85"/>
                  <a:pt x="78" y="85"/>
                  <a:pt x="78" y="85"/>
                </a:cubicBezTo>
                <a:cubicBezTo>
                  <a:pt x="86" y="78"/>
                  <a:pt x="86" y="78"/>
                  <a:pt x="86" y="78"/>
                </a:cubicBezTo>
                <a:cubicBezTo>
                  <a:pt x="87" y="77"/>
                  <a:pt x="87" y="75"/>
                  <a:pt x="86" y="74"/>
                </a:cubicBezTo>
                <a:cubicBezTo>
                  <a:pt x="85" y="73"/>
                  <a:pt x="83" y="73"/>
                  <a:pt x="82" y="74"/>
                </a:cubicBezTo>
                <a:cubicBezTo>
                  <a:pt x="75" y="80"/>
                  <a:pt x="75" y="80"/>
                  <a:pt x="75" y="80"/>
                </a:cubicBezTo>
                <a:cubicBezTo>
                  <a:pt x="62" y="65"/>
                  <a:pt x="62" y="65"/>
                  <a:pt x="62" y="65"/>
                </a:cubicBezTo>
                <a:cubicBezTo>
                  <a:pt x="66" y="62"/>
                  <a:pt x="66" y="62"/>
                  <a:pt x="66" y="62"/>
                </a:cubicBezTo>
                <a:cubicBezTo>
                  <a:pt x="67" y="61"/>
                  <a:pt x="68" y="59"/>
                  <a:pt x="66" y="57"/>
                </a:cubicBezTo>
                <a:cubicBezTo>
                  <a:pt x="65" y="56"/>
                  <a:pt x="63" y="56"/>
                  <a:pt x="62" y="57"/>
                </a:cubicBezTo>
                <a:cubicBezTo>
                  <a:pt x="58" y="60"/>
                  <a:pt x="58" y="60"/>
                  <a:pt x="58" y="60"/>
                </a:cubicBezTo>
                <a:cubicBezTo>
                  <a:pt x="45" y="45"/>
                  <a:pt x="45" y="45"/>
                  <a:pt x="45" y="45"/>
                </a:cubicBezTo>
                <a:cubicBezTo>
                  <a:pt x="53" y="39"/>
                  <a:pt x="53" y="39"/>
                  <a:pt x="53" y="39"/>
                </a:cubicBezTo>
                <a:cubicBezTo>
                  <a:pt x="54" y="38"/>
                  <a:pt x="54" y="36"/>
                  <a:pt x="53" y="35"/>
                </a:cubicBezTo>
                <a:cubicBezTo>
                  <a:pt x="52" y="34"/>
                  <a:pt x="50" y="34"/>
                  <a:pt x="49" y="35"/>
                </a:cubicBezTo>
                <a:cubicBezTo>
                  <a:pt x="41" y="41"/>
                  <a:pt x="41" y="41"/>
                  <a:pt x="41" y="41"/>
                </a:cubicBezTo>
                <a:cubicBezTo>
                  <a:pt x="16" y="10"/>
                  <a:pt x="16" y="10"/>
                  <a:pt x="16" y="10"/>
                </a:cubicBezTo>
                <a:cubicBezTo>
                  <a:pt x="219" y="57"/>
                  <a:pt x="219" y="57"/>
                  <a:pt x="219" y="57"/>
                </a:cubicBezTo>
                <a:lnTo>
                  <a:pt x="123" y="138"/>
                </a:lnTo>
                <a:close/>
                <a:moveTo>
                  <a:pt x="125" y="100"/>
                </a:moveTo>
                <a:cubicBezTo>
                  <a:pt x="126" y="101"/>
                  <a:pt x="127" y="102"/>
                  <a:pt x="128" y="102"/>
                </a:cubicBezTo>
                <a:cubicBezTo>
                  <a:pt x="129" y="102"/>
                  <a:pt x="130" y="102"/>
                  <a:pt x="131" y="101"/>
                </a:cubicBezTo>
                <a:cubicBezTo>
                  <a:pt x="165" y="72"/>
                  <a:pt x="165" y="72"/>
                  <a:pt x="165" y="72"/>
                </a:cubicBezTo>
                <a:cubicBezTo>
                  <a:pt x="167" y="71"/>
                  <a:pt x="167" y="69"/>
                  <a:pt x="167" y="68"/>
                </a:cubicBezTo>
                <a:cubicBezTo>
                  <a:pt x="166" y="66"/>
                  <a:pt x="165" y="65"/>
                  <a:pt x="164" y="65"/>
                </a:cubicBezTo>
                <a:cubicBezTo>
                  <a:pt x="93" y="51"/>
                  <a:pt x="93" y="51"/>
                  <a:pt x="93" y="51"/>
                </a:cubicBezTo>
                <a:cubicBezTo>
                  <a:pt x="91" y="51"/>
                  <a:pt x="89" y="51"/>
                  <a:pt x="88" y="53"/>
                </a:cubicBezTo>
                <a:cubicBezTo>
                  <a:pt x="87" y="54"/>
                  <a:pt x="88" y="56"/>
                  <a:pt x="89" y="57"/>
                </a:cubicBezTo>
                <a:lnTo>
                  <a:pt x="125" y="100"/>
                </a:lnTo>
                <a:close/>
                <a:moveTo>
                  <a:pt x="154" y="71"/>
                </a:moveTo>
                <a:cubicBezTo>
                  <a:pt x="128" y="92"/>
                  <a:pt x="128" y="92"/>
                  <a:pt x="128" y="92"/>
                </a:cubicBezTo>
                <a:cubicBezTo>
                  <a:pt x="102" y="61"/>
                  <a:pt x="102" y="61"/>
                  <a:pt x="102" y="61"/>
                </a:cubicBezTo>
                <a:lnTo>
                  <a:pt x="154" y="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4" name="îşḷiḍè"/>
          <p:cNvSpPr/>
          <p:nvPr/>
        </p:nvSpPr>
        <p:spPr>
          <a:xfrm>
            <a:off x="363120" y="447491"/>
            <a:ext cx="569464" cy="599208"/>
          </a:xfrm>
          <a:custGeom>
            <a:avLst/>
            <a:gdLst>
              <a:gd name="connsiteX0" fmla="*/ 267220 w 545823"/>
              <a:gd name="connsiteY0" fmla="*/ 533785 h 606722"/>
              <a:gd name="connsiteX1" fmla="*/ 298560 w 545823"/>
              <a:gd name="connsiteY1" fmla="*/ 540253 h 606722"/>
              <a:gd name="connsiteX2" fmla="*/ 307684 w 545823"/>
              <a:gd name="connsiteY2" fmla="*/ 570466 h 606722"/>
              <a:gd name="connsiteX3" fmla="*/ 305320 w 545823"/>
              <a:gd name="connsiteY3" fmla="*/ 575234 h 606722"/>
              <a:gd name="connsiteX4" fmla="*/ 303098 w 545823"/>
              <a:gd name="connsiteY4" fmla="*/ 580097 h 606722"/>
              <a:gd name="connsiteX5" fmla="*/ 307116 w 545823"/>
              <a:gd name="connsiteY5" fmla="*/ 583024 h 606722"/>
              <a:gd name="connsiteX6" fmla="*/ 323519 w 545823"/>
              <a:gd name="connsiteY6" fmla="*/ 584298 h 606722"/>
              <a:gd name="connsiteX7" fmla="*/ 498800 w 545823"/>
              <a:gd name="connsiteY7" fmla="*/ 553424 h 606722"/>
              <a:gd name="connsiteX8" fmla="*/ 505229 w 545823"/>
              <a:gd name="connsiteY8" fmla="*/ 552291 h 606722"/>
              <a:gd name="connsiteX9" fmla="*/ 518039 w 545823"/>
              <a:gd name="connsiteY9" fmla="*/ 561213 h 606722"/>
              <a:gd name="connsiteX10" fmla="*/ 509105 w 545823"/>
              <a:gd name="connsiteY10" fmla="*/ 573960 h 606722"/>
              <a:gd name="connsiteX11" fmla="*/ 502676 w 545823"/>
              <a:gd name="connsiteY11" fmla="*/ 575140 h 606722"/>
              <a:gd name="connsiteX12" fmla="*/ 326072 w 545823"/>
              <a:gd name="connsiteY12" fmla="*/ 606203 h 606722"/>
              <a:gd name="connsiteX13" fmla="*/ 317043 w 545823"/>
              <a:gd name="connsiteY13" fmla="*/ 606722 h 606722"/>
              <a:gd name="connsiteX14" fmla="*/ 298229 w 545823"/>
              <a:gd name="connsiteY14" fmla="*/ 603182 h 606722"/>
              <a:gd name="connsiteX15" fmla="*/ 281212 w 545823"/>
              <a:gd name="connsiteY15" fmla="*/ 583260 h 606722"/>
              <a:gd name="connsiteX16" fmla="*/ 285844 w 545823"/>
              <a:gd name="connsiteY16" fmla="*/ 564848 h 606722"/>
              <a:gd name="connsiteX17" fmla="*/ 287499 w 545823"/>
              <a:gd name="connsiteY17" fmla="*/ 561638 h 606722"/>
              <a:gd name="connsiteX18" fmla="*/ 286128 w 545823"/>
              <a:gd name="connsiteY18" fmla="*/ 558475 h 606722"/>
              <a:gd name="connsiteX19" fmla="*/ 269063 w 545823"/>
              <a:gd name="connsiteY19" fmla="*/ 555737 h 606722"/>
              <a:gd name="connsiteX20" fmla="*/ 15313 w 545823"/>
              <a:gd name="connsiteY20" fmla="*/ 597753 h 606722"/>
              <a:gd name="connsiteX21" fmla="*/ 51523 w 545823"/>
              <a:gd name="connsiteY21" fmla="*/ 569286 h 606722"/>
              <a:gd name="connsiteX22" fmla="*/ 267220 w 545823"/>
              <a:gd name="connsiteY22" fmla="*/ 533785 h 606722"/>
              <a:gd name="connsiteX23" fmla="*/ 545823 w 545823"/>
              <a:gd name="connsiteY23" fmla="*/ 0 h 606722"/>
              <a:gd name="connsiteX24" fmla="*/ 503797 w 545823"/>
              <a:gd name="connsiteY24" fmla="*/ 216271 h 606722"/>
              <a:gd name="connsiteX25" fmla="*/ 388354 w 545823"/>
              <a:gd name="connsiteY25" fmla="*/ 241382 h 606722"/>
              <a:gd name="connsiteX26" fmla="*/ 458319 w 545823"/>
              <a:gd name="connsiteY26" fmla="*/ 267861 h 606722"/>
              <a:gd name="connsiteX27" fmla="*/ 484462 w 545823"/>
              <a:gd name="connsiteY27" fmla="*/ 264321 h 606722"/>
              <a:gd name="connsiteX28" fmla="*/ 349920 w 545823"/>
              <a:gd name="connsiteY28" fmla="*/ 450715 h 606722"/>
              <a:gd name="connsiteX29" fmla="*/ 251449 w 545823"/>
              <a:gd name="connsiteY29" fmla="*/ 421309 h 606722"/>
              <a:gd name="connsiteX30" fmla="*/ 299054 w 545823"/>
              <a:gd name="connsiteY30" fmla="*/ 483424 h 606722"/>
              <a:gd name="connsiteX31" fmla="*/ 233485 w 545823"/>
              <a:gd name="connsiteY31" fmla="*/ 501549 h 606722"/>
              <a:gd name="connsiteX32" fmla="*/ 133076 w 545823"/>
              <a:gd name="connsiteY32" fmla="*/ 477241 h 606722"/>
              <a:gd name="connsiteX33" fmla="*/ 0 w 545823"/>
              <a:gd name="connsiteY33" fmla="*/ 581742 h 606722"/>
              <a:gd name="connsiteX34" fmla="*/ 21084 w 545823"/>
              <a:gd name="connsiteY34" fmla="*/ 543132 h 606722"/>
              <a:gd name="connsiteX35" fmla="*/ 114781 w 545823"/>
              <a:gd name="connsiteY35" fmla="*/ 445239 h 606722"/>
              <a:gd name="connsiteX36" fmla="*/ 194862 w 545823"/>
              <a:gd name="connsiteY36" fmla="*/ 311663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45823" h="606722">
                <a:moveTo>
                  <a:pt x="267220" y="533785"/>
                </a:moveTo>
                <a:cubicBezTo>
                  <a:pt x="280077" y="532699"/>
                  <a:pt x="290619" y="534871"/>
                  <a:pt x="298560" y="540253"/>
                </a:cubicBezTo>
                <a:cubicBezTo>
                  <a:pt x="309196" y="547476"/>
                  <a:pt x="312694" y="559089"/>
                  <a:pt x="307684" y="570466"/>
                </a:cubicBezTo>
                <a:cubicBezTo>
                  <a:pt x="306927" y="572213"/>
                  <a:pt x="306076" y="573818"/>
                  <a:pt x="305320" y="575234"/>
                </a:cubicBezTo>
                <a:cubicBezTo>
                  <a:pt x="304516" y="576698"/>
                  <a:pt x="303240" y="579105"/>
                  <a:pt x="303098" y="580097"/>
                </a:cubicBezTo>
                <a:cubicBezTo>
                  <a:pt x="303429" y="580663"/>
                  <a:pt x="304753" y="581938"/>
                  <a:pt x="307116" y="583024"/>
                </a:cubicBezTo>
                <a:cubicBezTo>
                  <a:pt x="310992" y="584723"/>
                  <a:pt x="316334" y="585148"/>
                  <a:pt x="323519" y="584298"/>
                </a:cubicBezTo>
                <a:cubicBezTo>
                  <a:pt x="326497" y="583968"/>
                  <a:pt x="353300" y="579483"/>
                  <a:pt x="498800" y="553424"/>
                </a:cubicBezTo>
                <a:cubicBezTo>
                  <a:pt x="502487" y="552763"/>
                  <a:pt x="504756" y="552385"/>
                  <a:pt x="505229" y="552291"/>
                </a:cubicBezTo>
                <a:cubicBezTo>
                  <a:pt x="511232" y="551205"/>
                  <a:pt x="516952" y="555218"/>
                  <a:pt x="518039" y="561213"/>
                </a:cubicBezTo>
                <a:cubicBezTo>
                  <a:pt x="519079" y="567209"/>
                  <a:pt x="515108" y="572921"/>
                  <a:pt x="509105" y="573960"/>
                </a:cubicBezTo>
                <a:cubicBezTo>
                  <a:pt x="508585" y="574054"/>
                  <a:pt x="506363" y="574479"/>
                  <a:pt x="502676" y="575140"/>
                </a:cubicBezTo>
                <a:cubicBezTo>
                  <a:pt x="391258" y="595062"/>
                  <a:pt x="331839" y="605495"/>
                  <a:pt x="326072" y="606203"/>
                </a:cubicBezTo>
                <a:cubicBezTo>
                  <a:pt x="322905" y="606533"/>
                  <a:pt x="319879" y="606722"/>
                  <a:pt x="317043" y="606722"/>
                </a:cubicBezTo>
                <a:cubicBezTo>
                  <a:pt x="309858" y="606722"/>
                  <a:pt x="303666" y="605542"/>
                  <a:pt x="298229" y="603182"/>
                </a:cubicBezTo>
                <a:cubicBezTo>
                  <a:pt x="288633" y="598933"/>
                  <a:pt x="282394" y="591710"/>
                  <a:pt x="281212" y="583260"/>
                </a:cubicBezTo>
                <a:cubicBezTo>
                  <a:pt x="280125" y="575612"/>
                  <a:pt x="283434" y="569380"/>
                  <a:pt x="285844" y="564848"/>
                </a:cubicBezTo>
                <a:cubicBezTo>
                  <a:pt x="286459" y="563715"/>
                  <a:pt x="287073" y="562582"/>
                  <a:pt x="287499" y="561638"/>
                </a:cubicBezTo>
                <a:cubicBezTo>
                  <a:pt x="288019" y="560363"/>
                  <a:pt x="288255" y="559891"/>
                  <a:pt x="286128" y="558475"/>
                </a:cubicBezTo>
                <a:cubicBezTo>
                  <a:pt x="282535" y="556067"/>
                  <a:pt x="276627" y="555076"/>
                  <a:pt x="269063" y="555737"/>
                </a:cubicBezTo>
                <a:cubicBezTo>
                  <a:pt x="260602" y="556540"/>
                  <a:pt x="99739" y="583496"/>
                  <a:pt x="15313" y="597753"/>
                </a:cubicBezTo>
                <a:lnTo>
                  <a:pt x="51523" y="569286"/>
                </a:lnTo>
                <a:cubicBezTo>
                  <a:pt x="125265" y="556917"/>
                  <a:pt x="259562" y="534399"/>
                  <a:pt x="267220" y="533785"/>
                </a:cubicBezTo>
                <a:close/>
                <a:moveTo>
                  <a:pt x="545823" y="0"/>
                </a:moveTo>
                <a:cubicBezTo>
                  <a:pt x="545823" y="0"/>
                  <a:pt x="542136" y="137636"/>
                  <a:pt x="503797" y="216271"/>
                </a:cubicBezTo>
                <a:lnTo>
                  <a:pt x="388354" y="241382"/>
                </a:lnTo>
                <a:cubicBezTo>
                  <a:pt x="388354" y="241382"/>
                  <a:pt x="416813" y="267861"/>
                  <a:pt x="458319" y="267861"/>
                </a:cubicBezTo>
                <a:cubicBezTo>
                  <a:pt x="466545" y="267861"/>
                  <a:pt x="475291" y="266823"/>
                  <a:pt x="484462" y="264321"/>
                </a:cubicBezTo>
                <a:cubicBezTo>
                  <a:pt x="484462" y="264321"/>
                  <a:pt x="438275" y="391809"/>
                  <a:pt x="349920" y="450715"/>
                </a:cubicBezTo>
                <a:cubicBezTo>
                  <a:pt x="349920" y="450715"/>
                  <a:pt x="283359" y="434808"/>
                  <a:pt x="251449" y="421309"/>
                </a:cubicBezTo>
                <a:cubicBezTo>
                  <a:pt x="251449" y="421309"/>
                  <a:pt x="257358" y="461759"/>
                  <a:pt x="299054" y="483424"/>
                </a:cubicBezTo>
                <a:cubicBezTo>
                  <a:pt x="299054" y="483424"/>
                  <a:pt x="278301" y="501549"/>
                  <a:pt x="233485" y="501549"/>
                </a:cubicBezTo>
                <a:cubicBezTo>
                  <a:pt x="208005" y="501549"/>
                  <a:pt x="174724" y="495696"/>
                  <a:pt x="133076" y="477241"/>
                </a:cubicBezTo>
                <a:lnTo>
                  <a:pt x="0" y="581742"/>
                </a:lnTo>
                <a:cubicBezTo>
                  <a:pt x="3498" y="567205"/>
                  <a:pt x="10731" y="553894"/>
                  <a:pt x="21084" y="543132"/>
                </a:cubicBezTo>
                <a:lnTo>
                  <a:pt x="114781" y="445239"/>
                </a:lnTo>
                <a:cubicBezTo>
                  <a:pt x="127166" y="393602"/>
                  <a:pt x="155105" y="346969"/>
                  <a:pt x="194862" y="311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25" name="稻壳儿搜索【幻雨工作室】_7"/>
          <p:cNvSpPr/>
          <p:nvPr/>
        </p:nvSpPr>
        <p:spPr bwMode="auto">
          <a:xfrm>
            <a:off x="1132245" y="447491"/>
            <a:ext cx="512842" cy="51284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35" y="9811"/>
                </a:moveTo>
                <a:cubicBezTo>
                  <a:pt x="20220" y="10144"/>
                  <a:pt x="20081" y="10800"/>
                  <a:pt x="18899" y="10800"/>
                </a:cubicBezTo>
                <a:lnTo>
                  <a:pt x="17549" y="10800"/>
                </a:lnTo>
                <a:cubicBezTo>
                  <a:pt x="17363" y="10800"/>
                  <a:pt x="17212" y="10950"/>
                  <a:pt x="17212" y="11137"/>
                </a:cubicBezTo>
                <a:cubicBezTo>
                  <a:pt x="17212" y="11324"/>
                  <a:pt x="17363" y="11475"/>
                  <a:pt x="17549" y="11475"/>
                </a:cubicBezTo>
                <a:lnTo>
                  <a:pt x="18858" y="11475"/>
                </a:lnTo>
                <a:cubicBezTo>
                  <a:pt x="19870" y="11475"/>
                  <a:pt x="20003" y="12314"/>
                  <a:pt x="19938" y="12719"/>
                </a:cubicBezTo>
                <a:cubicBezTo>
                  <a:pt x="19855" y="13223"/>
                  <a:pt x="19618" y="14175"/>
                  <a:pt x="18478" y="14175"/>
                </a:cubicBezTo>
                <a:lnTo>
                  <a:pt x="16874" y="14175"/>
                </a:lnTo>
                <a:cubicBezTo>
                  <a:pt x="16688" y="14175"/>
                  <a:pt x="16537" y="14325"/>
                  <a:pt x="16537" y="14512"/>
                </a:cubicBezTo>
                <a:cubicBezTo>
                  <a:pt x="16537" y="14699"/>
                  <a:pt x="16688" y="14850"/>
                  <a:pt x="16874" y="14850"/>
                </a:cubicBezTo>
                <a:lnTo>
                  <a:pt x="18203" y="14850"/>
                </a:lnTo>
                <a:cubicBezTo>
                  <a:pt x="19343" y="14850"/>
                  <a:pt x="19243" y="15718"/>
                  <a:pt x="19079" y="16237"/>
                </a:cubicBezTo>
                <a:cubicBezTo>
                  <a:pt x="18864" y="16918"/>
                  <a:pt x="18732" y="17549"/>
                  <a:pt x="17297" y="17549"/>
                </a:cubicBezTo>
                <a:lnTo>
                  <a:pt x="16196" y="17549"/>
                </a:lnTo>
                <a:cubicBezTo>
                  <a:pt x="16009" y="17549"/>
                  <a:pt x="15859" y="17700"/>
                  <a:pt x="15859" y="17887"/>
                </a:cubicBezTo>
                <a:cubicBezTo>
                  <a:pt x="15859" y="18073"/>
                  <a:pt x="16009" y="18225"/>
                  <a:pt x="16196" y="18225"/>
                </a:cubicBezTo>
                <a:lnTo>
                  <a:pt x="17255" y="18225"/>
                </a:lnTo>
                <a:cubicBezTo>
                  <a:pt x="17993" y="18225"/>
                  <a:pt x="18027" y="18923"/>
                  <a:pt x="17950" y="19174"/>
                </a:cubicBezTo>
                <a:cubicBezTo>
                  <a:pt x="17866" y="19448"/>
                  <a:pt x="17767" y="19651"/>
                  <a:pt x="17762" y="19660"/>
                </a:cubicBezTo>
                <a:cubicBezTo>
                  <a:pt x="17558" y="20028"/>
                  <a:pt x="17229" y="20249"/>
                  <a:pt x="16534" y="20249"/>
                </a:cubicBezTo>
                <a:lnTo>
                  <a:pt x="12844" y="20249"/>
                </a:lnTo>
                <a:cubicBezTo>
                  <a:pt x="10990" y="20249"/>
                  <a:pt x="9151" y="19829"/>
                  <a:pt x="9104" y="19818"/>
                </a:cubicBezTo>
                <a:cubicBezTo>
                  <a:pt x="6299" y="19172"/>
                  <a:pt x="6152" y="19122"/>
                  <a:pt x="5976" y="19072"/>
                </a:cubicBezTo>
                <a:cubicBezTo>
                  <a:pt x="5976" y="19072"/>
                  <a:pt x="5405" y="18976"/>
                  <a:pt x="5405" y="18478"/>
                </a:cubicBezTo>
                <a:lnTo>
                  <a:pt x="5399" y="9155"/>
                </a:lnTo>
                <a:cubicBezTo>
                  <a:pt x="5399" y="8839"/>
                  <a:pt x="5601" y="8552"/>
                  <a:pt x="5935" y="8452"/>
                </a:cubicBezTo>
                <a:cubicBezTo>
                  <a:pt x="5977" y="8435"/>
                  <a:pt x="6034" y="8419"/>
                  <a:pt x="6074" y="8401"/>
                </a:cubicBezTo>
                <a:cubicBezTo>
                  <a:pt x="9158" y="7125"/>
                  <a:pt x="10097" y="4324"/>
                  <a:pt x="10124" y="2025"/>
                </a:cubicBezTo>
                <a:cubicBezTo>
                  <a:pt x="10128" y="1702"/>
                  <a:pt x="10378" y="1350"/>
                  <a:pt x="10800" y="1350"/>
                </a:cubicBezTo>
                <a:cubicBezTo>
                  <a:pt x="11514" y="1350"/>
                  <a:pt x="12774" y="2782"/>
                  <a:pt x="12774" y="4554"/>
                </a:cubicBezTo>
                <a:cubicBezTo>
                  <a:pt x="12774" y="6155"/>
                  <a:pt x="12711" y="6432"/>
                  <a:pt x="12149" y="8100"/>
                </a:cubicBezTo>
                <a:cubicBezTo>
                  <a:pt x="18899" y="8100"/>
                  <a:pt x="18852" y="8196"/>
                  <a:pt x="19448" y="8353"/>
                </a:cubicBezTo>
                <a:cubicBezTo>
                  <a:pt x="20187" y="8564"/>
                  <a:pt x="20249" y="9175"/>
                  <a:pt x="20249" y="9386"/>
                </a:cubicBezTo>
                <a:cubicBezTo>
                  <a:pt x="20249" y="9618"/>
                  <a:pt x="20243" y="9584"/>
                  <a:pt x="20235" y="9811"/>
                </a:cubicBezTo>
                <a:moveTo>
                  <a:pt x="4724" y="19575"/>
                </a:moveTo>
                <a:cubicBezTo>
                  <a:pt x="4724" y="19948"/>
                  <a:pt x="4423" y="20249"/>
                  <a:pt x="4049" y="20249"/>
                </a:cubicBezTo>
                <a:lnTo>
                  <a:pt x="2024" y="20249"/>
                </a:lnTo>
                <a:cubicBezTo>
                  <a:pt x="1652" y="20249"/>
                  <a:pt x="1349" y="19948"/>
                  <a:pt x="1349" y="19575"/>
                </a:cubicBezTo>
                <a:lnTo>
                  <a:pt x="1349" y="8774"/>
                </a:lnTo>
                <a:cubicBezTo>
                  <a:pt x="1349" y="8401"/>
                  <a:pt x="1652" y="8100"/>
                  <a:pt x="2024" y="8100"/>
                </a:cubicBezTo>
                <a:lnTo>
                  <a:pt x="4049" y="8100"/>
                </a:lnTo>
                <a:cubicBezTo>
                  <a:pt x="4423" y="8100"/>
                  <a:pt x="4724" y="8401"/>
                  <a:pt x="4724" y="8774"/>
                </a:cubicBezTo>
                <a:cubicBezTo>
                  <a:pt x="4724" y="8774"/>
                  <a:pt x="4724" y="19575"/>
                  <a:pt x="4724" y="19575"/>
                </a:cubicBezTo>
                <a:close/>
                <a:moveTo>
                  <a:pt x="19686" y="7069"/>
                </a:moveTo>
                <a:cubicBezTo>
                  <a:pt x="18842" y="6846"/>
                  <a:pt x="16858" y="6849"/>
                  <a:pt x="13956" y="6773"/>
                </a:cubicBezTo>
                <a:cubicBezTo>
                  <a:pt x="14093" y="6139"/>
                  <a:pt x="14124" y="5568"/>
                  <a:pt x="14124" y="4554"/>
                </a:cubicBezTo>
                <a:cubicBezTo>
                  <a:pt x="14124" y="2133"/>
                  <a:pt x="12361" y="0"/>
                  <a:pt x="10800" y="0"/>
                </a:cubicBezTo>
                <a:cubicBezTo>
                  <a:pt x="9698" y="0"/>
                  <a:pt x="8789" y="901"/>
                  <a:pt x="8774" y="2009"/>
                </a:cubicBezTo>
                <a:cubicBezTo>
                  <a:pt x="8760" y="3368"/>
                  <a:pt x="8340" y="5716"/>
                  <a:pt x="6074" y="6906"/>
                </a:cubicBezTo>
                <a:cubicBezTo>
                  <a:pt x="5908" y="6994"/>
                  <a:pt x="5433" y="7228"/>
                  <a:pt x="5364" y="7259"/>
                </a:cubicBezTo>
                <a:lnTo>
                  <a:pt x="5399" y="7289"/>
                </a:lnTo>
                <a:cubicBezTo>
                  <a:pt x="5045" y="6984"/>
                  <a:pt x="4554" y="6750"/>
                  <a:pt x="4049" y="6750"/>
                </a:cubicBezTo>
                <a:lnTo>
                  <a:pt x="2024" y="6750"/>
                </a:lnTo>
                <a:cubicBezTo>
                  <a:pt x="908" y="6750"/>
                  <a:pt x="0" y="7658"/>
                  <a:pt x="0" y="8774"/>
                </a:cubicBezTo>
                <a:lnTo>
                  <a:pt x="0" y="19575"/>
                </a:lnTo>
                <a:cubicBezTo>
                  <a:pt x="0" y="20691"/>
                  <a:pt x="908" y="21599"/>
                  <a:pt x="2024" y="21599"/>
                </a:cubicBezTo>
                <a:lnTo>
                  <a:pt x="4049" y="21599"/>
                </a:lnTo>
                <a:cubicBezTo>
                  <a:pt x="4853" y="21599"/>
                  <a:pt x="5525" y="21114"/>
                  <a:pt x="5850" y="20434"/>
                </a:cubicBezTo>
                <a:cubicBezTo>
                  <a:pt x="5859" y="20437"/>
                  <a:pt x="5873" y="20441"/>
                  <a:pt x="5882" y="20442"/>
                </a:cubicBezTo>
                <a:cubicBezTo>
                  <a:pt x="5927" y="20454"/>
                  <a:pt x="5979" y="20467"/>
                  <a:pt x="6044" y="20485"/>
                </a:cubicBezTo>
                <a:cubicBezTo>
                  <a:pt x="6056" y="20487"/>
                  <a:pt x="6062" y="20488"/>
                  <a:pt x="6074" y="20492"/>
                </a:cubicBezTo>
                <a:cubicBezTo>
                  <a:pt x="6464" y="20588"/>
                  <a:pt x="7212" y="20768"/>
                  <a:pt x="8812" y="21135"/>
                </a:cubicBezTo>
                <a:cubicBezTo>
                  <a:pt x="9155" y="21213"/>
                  <a:pt x="10966" y="21599"/>
                  <a:pt x="12844" y="21599"/>
                </a:cubicBezTo>
                <a:lnTo>
                  <a:pt x="16534" y="21599"/>
                </a:lnTo>
                <a:cubicBezTo>
                  <a:pt x="17659" y="21599"/>
                  <a:pt x="18469" y="21167"/>
                  <a:pt x="18952" y="20298"/>
                </a:cubicBezTo>
                <a:cubicBezTo>
                  <a:pt x="18958" y="20285"/>
                  <a:pt x="19114" y="19982"/>
                  <a:pt x="19240" y="19572"/>
                </a:cubicBezTo>
                <a:cubicBezTo>
                  <a:pt x="19336" y="19263"/>
                  <a:pt x="19371" y="18827"/>
                  <a:pt x="19256" y="18384"/>
                </a:cubicBezTo>
                <a:cubicBezTo>
                  <a:pt x="19981" y="17886"/>
                  <a:pt x="20214" y="17133"/>
                  <a:pt x="20366" y="16643"/>
                </a:cubicBezTo>
                <a:cubicBezTo>
                  <a:pt x="20620" y="15838"/>
                  <a:pt x="20544" y="15235"/>
                  <a:pt x="20367" y="14803"/>
                </a:cubicBezTo>
                <a:cubicBezTo>
                  <a:pt x="20775" y="14418"/>
                  <a:pt x="21122" y="13831"/>
                  <a:pt x="21269" y="12935"/>
                </a:cubicBezTo>
                <a:cubicBezTo>
                  <a:pt x="21361" y="12380"/>
                  <a:pt x="21263" y="11809"/>
                  <a:pt x="21007" y="11334"/>
                </a:cubicBezTo>
                <a:cubicBezTo>
                  <a:pt x="21389" y="10905"/>
                  <a:pt x="21564" y="10365"/>
                  <a:pt x="21583" y="9865"/>
                </a:cubicBezTo>
                <a:lnTo>
                  <a:pt x="21591" y="9724"/>
                </a:lnTo>
                <a:cubicBezTo>
                  <a:pt x="21596" y="9635"/>
                  <a:pt x="21600" y="9581"/>
                  <a:pt x="21600" y="9386"/>
                </a:cubicBezTo>
                <a:cubicBezTo>
                  <a:pt x="21600" y="8533"/>
                  <a:pt x="21010" y="7446"/>
                  <a:pt x="19686" y="706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sym typeface="Gill Sans" charset="0"/>
            </a:endParaRPr>
          </a:p>
        </p:txBody>
      </p:sp>
      <p:grpSp>
        <p:nvGrpSpPr>
          <p:cNvPr id="226" name="组合 225"/>
          <p:cNvGrpSpPr/>
          <p:nvPr/>
        </p:nvGrpSpPr>
        <p:grpSpPr>
          <a:xfrm>
            <a:off x="1844748" y="447491"/>
            <a:ext cx="538715" cy="559515"/>
            <a:chOff x="2457450" y="1536700"/>
            <a:chExt cx="2635250" cy="2317750"/>
          </a:xfrm>
          <a:solidFill>
            <a:schemeClr val="accent1"/>
          </a:solidFill>
        </p:grpSpPr>
        <p:grpSp>
          <p:nvGrpSpPr>
            <p:cNvPr id="227" name="Group 10"/>
            <p:cNvGrpSpPr/>
            <p:nvPr/>
          </p:nvGrpSpPr>
          <p:grpSpPr bwMode="auto">
            <a:xfrm>
              <a:off x="2457450" y="1536700"/>
              <a:ext cx="2635250" cy="2317750"/>
              <a:chOff x="0" y="0"/>
              <a:chExt cx="3320" cy="2920"/>
            </a:xfrm>
            <a:grpFill/>
          </p:grpSpPr>
          <p:grpSp>
            <p:nvGrpSpPr>
              <p:cNvPr id="229" name="Group 7"/>
              <p:cNvGrpSpPr/>
              <p:nvPr/>
            </p:nvGrpSpPr>
            <p:grpSpPr bwMode="auto">
              <a:xfrm>
                <a:off x="0" y="0"/>
                <a:ext cx="3320" cy="2920"/>
                <a:chOff x="0" y="0"/>
                <a:chExt cx="3320" cy="2920"/>
              </a:xfrm>
              <a:grpFill/>
            </p:grpSpPr>
            <p:sp>
              <p:nvSpPr>
                <p:cNvPr id="232" name="AutoShape 5"/>
                <p:cNvSpPr/>
                <p:nvPr/>
              </p:nvSpPr>
              <p:spPr bwMode="auto">
                <a:xfrm>
                  <a:off x="0" y="0"/>
                  <a:ext cx="3320" cy="2920"/>
                </a:xfrm>
                <a:custGeom>
                  <a:avLst/>
                  <a:gdLst>
                    <a:gd name="T0" fmla="*/ 7803 w 21600"/>
                    <a:gd name="T1" fmla="*/ 9352 h 21600"/>
                    <a:gd name="T2" fmla="*/ 10661 w 21600"/>
                    <a:gd name="T3" fmla="*/ 1160 h 21600"/>
                    <a:gd name="T4" fmla="*/ 20819 w 21600"/>
                    <a:gd name="T5" fmla="*/ 8268 h 21600"/>
                    <a:gd name="T6" fmla="*/ 20388 w 21600"/>
                    <a:gd name="T7" fmla="*/ 8010 h 21600"/>
                    <a:gd name="T8" fmla="*/ 20124 w 21600"/>
                    <a:gd name="T9" fmla="*/ 7915 h 21600"/>
                    <a:gd name="T10" fmla="*/ 19327 w 21600"/>
                    <a:gd name="T11" fmla="*/ 7896 h 21600"/>
                    <a:gd name="T12" fmla="*/ 14937 w 21600"/>
                    <a:gd name="T13" fmla="*/ 6285 h 21600"/>
                    <a:gd name="T14" fmla="*/ 14947 w 21600"/>
                    <a:gd name="T15" fmla="*/ 6205 h 21600"/>
                    <a:gd name="T16" fmla="*/ 15016 w 21600"/>
                    <a:gd name="T17" fmla="*/ 5267 h 21600"/>
                    <a:gd name="T18" fmla="*/ 15017 w 21600"/>
                    <a:gd name="T19" fmla="*/ 5189 h 21600"/>
                    <a:gd name="T20" fmla="*/ 14273 w 21600"/>
                    <a:gd name="T21" fmla="*/ 1757 h 21600"/>
                    <a:gd name="T22" fmla="*/ 13800 w 21600"/>
                    <a:gd name="T23" fmla="*/ 696 h 21600"/>
                    <a:gd name="T24" fmla="*/ 13559 w 21600"/>
                    <a:gd name="T25" fmla="*/ 375 h 21600"/>
                    <a:gd name="T26" fmla="*/ 13270 w 21600"/>
                    <a:gd name="T27" fmla="*/ 163 h 21600"/>
                    <a:gd name="T28" fmla="*/ 12059 w 21600"/>
                    <a:gd name="T29" fmla="*/ 53 h 21600"/>
                    <a:gd name="T30" fmla="*/ 10982 w 21600"/>
                    <a:gd name="T31" fmla="*/ 628 h 21600"/>
                    <a:gd name="T32" fmla="*/ 10842 w 21600"/>
                    <a:gd name="T33" fmla="*/ 795 h 21600"/>
                    <a:gd name="T34" fmla="*/ 10677 w 21600"/>
                    <a:gd name="T35" fmla="*/ 1118 h 21600"/>
                    <a:gd name="T36" fmla="*/ 10671 w 21600"/>
                    <a:gd name="T37" fmla="*/ 1133 h 21600"/>
                    <a:gd name="T38" fmla="*/ 10660 w 21600"/>
                    <a:gd name="T39" fmla="*/ 1160 h 21600"/>
                    <a:gd name="T40" fmla="*/ 10655 w 21600"/>
                    <a:gd name="T41" fmla="*/ 1174 h 21600"/>
                    <a:gd name="T42" fmla="*/ 10645 w 21600"/>
                    <a:gd name="T43" fmla="*/ 1211 h 21600"/>
                    <a:gd name="T44" fmla="*/ 10602 w 21600"/>
                    <a:gd name="T45" fmla="*/ 1368 h 21600"/>
                    <a:gd name="T46" fmla="*/ 10546 w 21600"/>
                    <a:gd name="T47" fmla="*/ 1834 h 21600"/>
                    <a:gd name="T48" fmla="*/ 10614 w 21600"/>
                    <a:gd name="T49" fmla="*/ 4220 h 21600"/>
                    <a:gd name="T50" fmla="*/ 8876 w 21600"/>
                    <a:gd name="T51" fmla="*/ 7534 h 21600"/>
                    <a:gd name="T52" fmla="*/ 7820 w 21600"/>
                    <a:gd name="T53" fmla="*/ 9330 h 21600"/>
                    <a:gd name="T54" fmla="*/ 7628 w 21600"/>
                    <a:gd name="T55" fmla="*/ 9532 h 21600"/>
                    <a:gd name="T56" fmla="*/ 7416 w 21600"/>
                    <a:gd name="T57" fmla="*/ 9715 h 21600"/>
                    <a:gd name="T58" fmla="*/ 918 w 21600"/>
                    <a:gd name="T59" fmla="*/ 9808 h 21600"/>
                    <a:gd name="T60" fmla="*/ 0 w 21600"/>
                    <a:gd name="T61" fmla="*/ 10460 h 21600"/>
                    <a:gd name="T62" fmla="*/ 86 w 21600"/>
                    <a:gd name="T63" fmla="*/ 11679 h 21600"/>
                    <a:gd name="T64" fmla="*/ 1722 w 21600"/>
                    <a:gd name="T65" fmla="*/ 21600 h 21600"/>
                    <a:gd name="T66" fmla="*/ 7590 w 21600"/>
                    <a:gd name="T67" fmla="*/ 20480 h 21600"/>
                    <a:gd name="T68" fmla="*/ 7726 w 21600"/>
                    <a:gd name="T69" fmla="*/ 19770 h 21600"/>
                    <a:gd name="T70" fmla="*/ 8033 w 21600"/>
                    <a:gd name="T71" fmla="*/ 20026 h 21600"/>
                    <a:gd name="T72" fmla="*/ 8986 w 21600"/>
                    <a:gd name="T73" fmla="*/ 20494 h 21600"/>
                    <a:gd name="T74" fmla="*/ 9185 w 21600"/>
                    <a:gd name="T75" fmla="*/ 20520 h 21600"/>
                    <a:gd name="T76" fmla="*/ 9253 w 21600"/>
                    <a:gd name="T77" fmla="*/ 20525 h 21600"/>
                    <a:gd name="T78" fmla="*/ 17186 w 21600"/>
                    <a:gd name="T79" fmla="*/ 20533 h 21600"/>
                    <a:gd name="T80" fmla="*/ 17401 w 21600"/>
                    <a:gd name="T81" fmla="*/ 20525 h 21600"/>
                    <a:gd name="T82" fmla="*/ 17490 w 21600"/>
                    <a:gd name="T83" fmla="*/ 20514 h 21600"/>
                    <a:gd name="T84" fmla="*/ 17571 w 21600"/>
                    <a:gd name="T85" fmla="*/ 20496 h 21600"/>
                    <a:gd name="T86" fmla="*/ 19082 w 21600"/>
                    <a:gd name="T87" fmla="*/ 19335 h 21600"/>
                    <a:gd name="T88" fmla="*/ 19702 w 21600"/>
                    <a:gd name="T89" fmla="*/ 17791 h 21600"/>
                    <a:gd name="T90" fmla="*/ 19652 w 21600"/>
                    <a:gd name="T91" fmla="*/ 17319 h 21600"/>
                    <a:gd name="T92" fmla="*/ 19625 w 21600"/>
                    <a:gd name="T93" fmla="*/ 17189 h 21600"/>
                    <a:gd name="T94" fmla="*/ 19604 w 21600"/>
                    <a:gd name="T95" fmla="*/ 17071 h 21600"/>
                    <a:gd name="T96" fmla="*/ 20182 w 21600"/>
                    <a:gd name="T97" fmla="*/ 16093 h 21600"/>
                    <a:gd name="T98" fmla="*/ 20343 w 21600"/>
                    <a:gd name="T99" fmla="*/ 15227 h 21600"/>
                    <a:gd name="T100" fmla="*/ 20310 w 21600"/>
                    <a:gd name="T101" fmla="*/ 14276 h 21600"/>
                    <a:gd name="T102" fmla="*/ 20454 w 21600"/>
                    <a:gd name="T103" fmla="*/ 14069 h 21600"/>
                    <a:gd name="T104" fmla="*/ 21006 w 21600"/>
                    <a:gd name="T105" fmla="*/ 12540 h 21600"/>
                    <a:gd name="T106" fmla="*/ 20918 w 21600"/>
                    <a:gd name="T107" fmla="*/ 11937 h 21600"/>
                    <a:gd name="T108" fmla="*/ 20924 w 21600"/>
                    <a:gd name="T109" fmla="*/ 11783 h 21600"/>
                    <a:gd name="T110" fmla="*/ 21133 w 21600"/>
                    <a:gd name="T111" fmla="*/ 11440 h 21600"/>
                    <a:gd name="T112" fmla="*/ 21600 w 21600"/>
                    <a:gd name="T113" fmla="*/ 9890 h 21600"/>
                    <a:gd name="T114" fmla="*/ 21530 w 21600"/>
                    <a:gd name="T115" fmla="*/ 933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1600" h="21600">
                      <a:moveTo>
                        <a:pt x="7803" y="9352"/>
                      </a:moveTo>
                      <a:lnTo>
                        <a:pt x="7804" y="9352"/>
                      </a:lnTo>
                      <a:lnTo>
                        <a:pt x="7803" y="9353"/>
                      </a:lnTo>
                      <a:cubicBezTo>
                        <a:pt x="7803" y="9353"/>
                        <a:pt x="7803" y="9352"/>
                        <a:pt x="7803" y="9352"/>
                      </a:cubicBezTo>
                      <a:close/>
                      <a:moveTo>
                        <a:pt x="10661" y="1160"/>
                      </a:moveTo>
                      <a:lnTo>
                        <a:pt x="10660" y="1161"/>
                      </a:lnTo>
                      <a:lnTo>
                        <a:pt x="10660" y="1160"/>
                      </a:lnTo>
                      <a:cubicBezTo>
                        <a:pt x="10660" y="1160"/>
                        <a:pt x="10661" y="1160"/>
                        <a:pt x="10661" y="1160"/>
                      </a:cubicBezTo>
                      <a:close/>
                      <a:moveTo>
                        <a:pt x="21530" y="9337"/>
                      </a:moveTo>
                      <a:cubicBezTo>
                        <a:pt x="21449" y="9032"/>
                        <a:pt x="21308" y="8784"/>
                        <a:pt x="21158" y="8598"/>
                      </a:cubicBezTo>
                      <a:lnTo>
                        <a:pt x="21158" y="8599"/>
                      </a:lnTo>
                      <a:cubicBezTo>
                        <a:pt x="21046" y="8459"/>
                        <a:pt x="20928" y="8352"/>
                        <a:pt x="20819" y="8268"/>
                      </a:cubicBezTo>
                      <a:lnTo>
                        <a:pt x="20820" y="8268"/>
                      </a:lnTo>
                      <a:lnTo>
                        <a:pt x="20819" y="8267"/>
                      </a:lnTo>
                      <a:cubicBezTo>
                        <a:pt x="20655" y="8141"/>
                        <a:pt x="20503" y="8062"/>
                        <a:pt x="20389" y="8011"/>
                      </a:cubicBezTo>
                      <a:lnTo>
                        <a:pt x="20388" y="8010"/>
                      </a:lnTo>
                      <a:cubicBezTo>
                        <a:pt x="20285" y="7964"/>
                        <a:pt x="20285" y="7964"/>
                        <a:pt x="20285" y="7964"/>
                      </a:cubicBezTo>
                      <a:lnTo>
                        <a:pt x="20272" y="7958"/>
                      </a:lnTo>
                      <a:lnTo>
                        <a:pt x="20257" y="7954"/>
                      </a:lnTo>
                      <a:cubicBezTo>
                        <a:pt x="20206" y="7939"/>
                        <a:pt x="20148" y="7922"/>
                        <a:pt x="20124" y="7915"/>
                      </a:cubicBezTo>
                      <a:cubicBezTo>
                        <a:pt x="20107" y="7910"/>
                        <a:pt x="20100" y="7910"/>
                        <a:pt x="20094" y="7909"/>
                      </a:cubicBezTo>
                      <a:cubicBezTo>
                        <a:pt x="20082" y="7907"/>
                        <a:pt x="20075" y="7906"/>
                        <a:pt x="20068" y="7906"/>
                      </a:cubicBezTo>
                      <a:cubicBezTo>
                        <a:pt x="20042" y="7904"/>
                        <a:pt x="20010" y="7903"/>
                        <a:pt x="19964" y="7902"/>
                      </a:cubicBezTo>
                      <a:cubicBezTo>
                        <a:pt x="19829" y="7898"/>
                        <a:pt x="19591" y="7896"/>
                        <a:pt x="19327" y="7896"/>
                      </a:cubicBezTo>
                      <a:lnTo>
                        <a:pt x="15077" y="7896"/>
                      </a:lnTo>
                      <a:cubicBezTo>
                        <a:pt x="14918" y="7897"/>
                        <a:pt x="14776" y="7874"/>
                        <a:pt x="14691" y="7846"/>
                      </a:cubicBezTo>
                      <a:cubicBezTo>
                        <a:pt x="14758" y="7484"/>
                        <a:pt x="14827" y="7077"/>
                        <a:pt x="14885" y="6662"/>
                      </a:cubicBezTo>
                      <a:cubicBezTo>
                        <a:pt x="14914" y="6453"/>
                        <a:pt x="14929" y="6343"/>
                        <a:pt x="14937" y="6285"/>
                      </a:cubicBezTo>
                      <a:cubicBezTo>
                        <a:pt x="14941" y="6256"/>
                        <a:pt x="14943" y="6239"/>
                        <a:pt x="14944" y="6229"/>
                      </a:cubicBezTo>
                      <a:lnTo>
                        <a:pt x="14946" y="6218"/>
                      </a:lnTo>
                      <a:lnTo>
                        <a:pt x="14947" y="6206"/>
                      </a:lnTo>
                      <a:lnTo>
                        <a:pt x="14947" y="6205"/>
                      </a:lnTo>
                      <a:cubicBezTo>
                        <a:pt x="14982" y="5769"/>
                        <a:pt x="15011" y="5412"/>
                        <a:pt x="15011" y="5412"/>
                      </a:cubicBezTo>
                      <a:lnTo>
                        <a:pt x="15011" y="5405"/>
                      </a:lnTo>
                      <a:lnTo>
                        <a:pt x="15012" y="5398"/>
                      </a:lnTo>
                      <a:cubicBezTo>
                        <a:pt x="15012" y="5397"/>
                        <a:pt x="15014" y="5339"/>
                        <a:pt x="15016" y="5267"/>
                      </a:cubicBezTo>
                      <a:lnTo>
                        <a:pt x="15017" y="5261"/>
                      </a:lnTo>
                      <a:lnTo>
                        <a:pt x="15017" y="5255"/>
                      </a:lnTo>
                      <a:cubicBezTo>
                        <a:pt x="15017" y="5255"/>
                        <a:pt x="15017" y="5255"/>
                        <a:pt x="15017" y="5190"/>
                      </a:cubicBezTo>
                      <a:lnTo>
                        <a:pt x="15017" y="5189"/>
                      </a:lnTo>
                      <a:cubicBezTo>
                        <a:pt x="15016" y="4713"/>
                        <a:pt x="14947" y="4231"/>
                        <a:pt x="14851" y="3754"/>
                      </a:cubicBezTo>
                      <a:lnTo>
                        <a:pt x="14851" y="3753"/>
                      </a:lnTo>
                      <a:cubicBezTo>
                        <a:pt x="14704" y="3038"/>
                        <a:pt x="14487" y="2333"/>
                        <a:pt x="14274" y="1758"/>
                      </a:cubicBezTo>
                      <a:lnTo>
                        <a:pt x="14273" y="1757"/>
                      </a:lnTo>
                      <a:lnTo>
                        <a:pt x="14274" y="1758"/>
                      </a:lnTo>
                      <a:cubicBezTo>
                        <a:pt x="14167" y="1470"/>
                        <a:pt x="14061" y="1215"/>
                        <a:pt x="13959" y="1000"/>
                      </a:cubicBezTo>
                      <a:lnTo>
                        <a:pt x="13959" y="999"/>
                      </a:lnTo>
                      <a:cubicBezTo>
                        <a:pt x="13907" y="892"/>
                        <a:pt x="13856" y="792"/>
                        <a:pt x="13800" y="696"/>
                      </a:cubicBezTo>
                      <a:lnTo>
                        <a:pt x="13799" y="696"/>
                      </a:lnTo>
                      <a:cubicBezTo>
                        <a:pt x="13771" y="648"/>
                        <a:pt x="13741" y="599"/>
                        <a:pt x="13704" y="548"/>
                      </a:cubicBezTo>
                      <a:lnTo>
                        <a:pt x="13704" y="547"/>
                      </a:lnTo>
                      <a:cubicBezTo>
                        <a:pt x="13670" y="500"/>
                        <a:pt x="13623" y="439"/>
                        <a:pt x="13559" y="375"/>
                      </a:cubicBezTo>
                      <a:lnTo>
                        <a:pt x="13559" y="374"/>
                      </a:lnTo>
                      <a:lnTo>
                        <a:pt x="13558" y="373"/>
                      </a:lnTo>
                      <a:cubicBezTo>
                        <a:pt x="13461" y="277"/>
                        <a:pt x="13361" y="211"/>
                        <a:pt x="13271" y="163"/>
                      </a:cubicBezTo>
                      <a:lnTo>
                        <a:pt x="13270" y="163"/>
                      </a:lnTo>
                      <a:cubicBezTo>
                        <a:pt x="13135" y="92"/>
                        <a:pt x="13006" y="54"/>
                        <a:pt x="12890" y="32"/>
                      </a:cubicBezTo>
                      <a:lnTo>
                        <a:pt x="12889" y="31"/>
                      </a:lnTo>
                      <a:cubicBezTo>
                        <a:pt x="12771" y="9"/>
                        <a:pt x="12656" y="0"/>
                        <a:pt x="12545" y="0"/>
                      </a:cubicBezTo>
                      <a:cubicBezTo>
                        <a:pt x="12381" y="0"/>
                        <a:pt x="12219" y="19"/>
                        <a:pt x="12059" y="53"/>
                      </a:cubicBezTo>
                      <a:lnTo>
                        <a:pt x="12058" y="53"/>
                      </a:lnTo>
                      <a:cubicBezTo>
                        <a:pt x="11819" y="105"/>
                        <a:pt x="11576" y="191"/>
                        <a:pt x="11340" y="336"/>
                      </a:cubicBezTo>
                      <a:lnTo>
                        <a:pt x="11339" y="337"/>
                      </a:lnTo>
                      <a:cubicBezTo>
                        <a:pt x="11221" y="410"/>
                        <a:pt x="11099" y="503"/>
                        <a:pt x="10982" y="628"/>
                      </a:cubicBezTo>
                      <a:lnTo>
                        <a:pt x="10982" y="629"/>
                      </a:lnTo>
                      <a:cubicBezTo>
                        <a:pt x="10885" y="734"/>
                        <a:pt x="10885" y="734"/>
                        <a:pt x="10885" y="734"/>
                      </a:cubicBezTo>
                      <a:lnTo>
                        <a:pt x="10859" y="761"/>
                      </a:lnTo>
                      <a:lnTo>
                        <a:pt x="10842" y="795"/>
                      </a:lnTo>
                      <a:cubicBezTo>
                        <a:pt x="10757" y="961"/>
                        <a:pt x="10688" y="1095"/>
                        <a:pt x="10684" y="1104"/>
                      </a:cubicBezTo>
                      <a:cubicBezTo>
                        <a:pt x="10682" y="1108"/>
                        <a:pt x="10680" y="1110"/>
                        <a:pt x="10679" y="1113"/>
                      </a:cubicBezTo>
                      <a:cubicBezTo>
                        <a:pt x="10679" y="1113"/>
                        <a:pt x="10678" y="1114"/>
                        <a:pt x="10678" y="1115"/>
                      </a:cubicBezTo>
                      <a:cubicBezTo>
                        <a:pt x="10678" y="1116"/>
                        <a:pt x="10677" y="1117"/>
                        <a:pt x="10677" y="1118"/>
                      </a:cubicBezTo>
                      <a:cubicBezTo>
                        <a:pt x="10677" y="1118"/>
                        <a:pt x="10676" y="1119"/>
                        <a:pt x="10676" y="1119"/>
                      </a:cubicBezTo>
                      <a:lnTo>
                        <a:pt x="10676" y="1121"/>
                      </a:lnTo>
                      <a:cubicBezTo>
                        <a:pt x="10675" y="1122"/>
                        <a:pt x="10675" y="1123"/>
                        <a:pt x="10674" y="1123"/>
                      </a:cubicBezTo>
                      <a:cubicBezTo>
                        <a:pt x="10673" y="1127"/>
                        <a:pt x="10672" y="1130"/>
                        <a:pt x="10671" y="1133"/>
                      </a:cubicBezTo>
                      <a:lnTo>
                        <a:pt x="10669" y="1136"/>
                      </a:lnTo>
                      <a:lnTo>
                        <a:pt x="10669" y="1137"/>
                      </a:lnTo>
                      <a:lnTo>
                        <a:pt x="10667" y="1142"/>
                      </a:lnTo>
                      <a:cubicBezTo>
                        <a:pt x="10666" y="1146"/>
                        <a:pt x="10663" y="1152"/>
                        <a:pt x="10660" y="1160"/>
                      </a:cubicBezTo>
                      <a:lnTo>
                        <a:pt x="10660" y="1161"/>
                      </a:lnTo>
                      <a:lnTo>
                        <a:pt x="10657" y="1168"/>
                      </a:lnTo>
                      <a:lnTo>
                        <a:pt x="10656" y="1171"/>
                      </a:lnTo>
                      <a:lnTo>
                        <a:pt x="10655" y="1174"/>
                      </a:lnTo>
                      <a:lnTo>
                        <a:pt x="10654" y="1177"/>
                      </a:lnTo>
                      <a:lnTo>
                        <a:pt x="10652" y="1184"/>
                      </a:lnTo>
                      <a:lnTo>
                        <a:pt x="10649" y="1195"/>
                      </a:lnTo>
                      <a:cubicBezTo>
                        <a:pt x="10648" y="1199"/>
                        <a:pt x="10647" y="1203"/>
                        <a:pt x="10645" y="1211"/>
                      </a:cubicBezTo>
                      <a:cubicBezTo>
                        <a:pt x="10644" y="1214"/>
                        <a:pt x="10643" y="1218"/>
                        <a:pt x="10643" y="1223"/>
                      </a:cubicBezTo>
                      <a:cubicBezTo>
                        <a:pt x="10634" y="1254"/>
                        <a:pt x="10622" y="1292"/>
                        <a:pt x="10610" y="1335"/>
                      </a:cubicBezTo>
                      <a:lnTo>
                        <a:pt x="10605" y="1351"/>
                      </a:lnTo>
                      <a:lnTo>
                        <a:pt x="10602" y="1368"/>
                      </a:lnTo>
                      <a:cubicBezTo>
                        <a:pt x="10602" y="1368"/>
                        <a:pt x="10602" y="1368"/>
                        <a:pt x="10588" y="1447"/>
                      </a:cubicBezTo>
                      <a:lnTo>
                        <a:pt x="10587" y="1448"/>
                      </a:lnTo>
                      <a:lnTo>
                        <a:pt x="10587" y="1449"/>
                      </a:lnTo>
                      <a:cubicBezTo>
                        <a:pt x="10564" y="1583"/>
                        <a:pt x="10553" y="1709"/>
                        <a:pt x="10546" y="1834"/>
                      </a:cubicBezTo>
                      <a:cubicBezTo>
                        <a:pt x="10539" y="1960"/>
                        <a:pt x="10536" y="2088"/>
                        <a:pt x="10536" y="2220"/>
                      </a:cubicBezTo>
                      <a:cubicBezTo>
                        <a:pt x="10537" y="2598"/>
                        <a:pt x="10557" y="3011"/>
                        <a:pt x="10577" y="3385"/>
                      </a:cubicBezTo>
                      <a:cubicBezTo>
                        <a:pt x="10586" y="3572"/>
                        <a:pt x="10596" y="3748"/>
                        <a:pt x="10603" y="3900"/>
                      </a:cubicBezTo>
                      <a:cubicBezTo>
                        <a:pt x="10609" y="4029"/>
                        <a:pt x="10613" y="4142"/>
                        <a:pt x="10614" y="4220"/>
                      </a:cubicBezTo>
                      <a:cubicBezTo>
                        <a:pt x="10611" y="4227"/>
                        <a:pt x="10608" y="4233"/>
                        <a:pt x="10606" y="4239"/>
                      </a:cubicBezTo>
                      <a:cubicBezTo>
                        <a:pt x="10603" y="4244"/>
                        <a:pt x="10597" y="4257"/>
                        <a:pt x="10582" y="4289"/>
                      </a:cubicBezTo>
                      <a:cubicBezTo>
                        <a:pt x="10523" y="4413"/>
                        <a:pt x="10438" y="4586"/>
                        <a:pt x="10335" y="4789"/>
                      </a:cubicBezTo>
                      <a:cubicBezTo>
                        <a:pt x="9975" y="5502"/>
                        <a:pt x="9399" y="6588"/>
                        <a:pt x="8876" y="7534"/>
                      </a:cubicBezTo>
                      <a:cubicBezTo>
                        <a:pt x="8614" y="8007"/>
                        <a:pt x="8365" y="8446"/>
                        <a:pt x="8165" y="8783"/>
                      </a:cubicBezTo>
                      <a:cubicBezTo>
                        <a:pt x="8065" y="8951"/>
                        <a:pt x="7977" y="9094"/>
                        <a:pt x="7910" y="9197"/>
                      </a:cubicBezTo>
                      <a:cubicBezTo>
                        <a:pt x="7877" y="9248"/>
                        <a:pt x="7848" y="9290"/>
                        <a:pt x="7829" y="9317"/>
                      </a:cubicBezTo>
                      <a:cubicBezTo>
                        <a:pt x="7824" y="9324"/>
                        <a:pt x="7822" y="9328"/>
                        <a:pt x="7820" y="9330"/>
                      </a:cubicBezTo>
                      <a:lnTo>
                        <a:pt x="7811" y="9343"/>
                      </a:lnTo>
                      <a:lnTo>
                        <a:pt x="7810" y="9344"/>
                      </a:lnTo>
                      <a:cubicBezTo>
                        <a:pt x="7799" y="9355"/>
                        <a:pt x="7781" y="9374"/>
                        <a:pt x="7756" y="9400"/>
                      </a:cubicBezTo>
                      <a:cubicBezTo>
                        <a:pt x="7722" y="9435"/>
                        <a:pt x="7677" y="9481"/>
                        <a:pt x="7628" y="9532"/>
                      </a:cubicBezTo>
                      <a:cubicBezTo>
                        <a:pt x="7617" y="9543"/>
                        <a:pt x="7588" y="9567"/>
                        <a:pt x="7517" y="9628"/>
                      </a:cubicBezTo>
                      <a:lnTo>
                        <a:pt x="7519" y="9627"/>
                      </a:lnTo>
                      <a:lnTo>
                        <a:pt x="7517" y="9628"/>
                      </a:lnTo>
                      <a:cubicBezTo>
                        <a:pt x="7450" y="9686"/>
                        <a:pt x="7425" y="9707"/>
                        <a:pt x="7416" y="9715"/>
                      </a:cubicBezTo>
                      <a:cubicBezTo>
                        <a:pt x="7365" y="9755"/>
                        <a:pt x="7319" y="9789"/>
                        <a:pt x="7285" y="9814"/>
                      </a:cubicBezTo>
                      <a:cubicBezTo>
                        <a:pt x="7274" y="9814"/>
                        <a:pt x="7263" y="9814"/>
                        <a:pt x="7250" y="9813"/>
                      </a:cubicBezTo>
                      <a:cubicBezTo>
                        <a:pt x="7124" y="9810"/>
                        <a:pt x="6900" y="9808"/>
                        <a:pt x="6644" y="9808"/>
                      </a:cubicBezTo>
                      <a:lnTo>
                        <a:pt x="918" y="9808"/>
                      </a:lnTo>
                      <a:cubicBezTo>
                        <a:pt x="698" y="9809"/>
                        <a:pt x="499" y="9855"/>
                        <a:pt x="333" y="9945"/>
                      </a:cubicBezTo>
                      <a:cubicBezTo>
                        <a:pt x="251" y="9992"/>
                        <a:pt x="175" y="10050"/>
                        <a:pt x="112" y="10132"/>
                      </a:cubicBezTo>
                      <a:cubicBezTo>
                        <a:pt x="80" y="10174"/>
                        <a:pt x="53" y="10222"/>
                        <a:pt x="32" y="10277"/>
                      </a:cubicBezTo>
                      <a:cubicBezTo>
                        <a:pt x="12" y="10333"/>
                        <a:pt x="0" y="10396"/>
                        <a:pt x="0" y="10460"/>
                      </a:cubicBezTo>
                      <a:cubicBezTo>
                        <a:pt x="0" y="10472"/>
                        <a:pt x="1" y="10485"/>
                        <a:pt x="1" y="10498"/>
                      </a:cubicBezTo>
                      <a:lnTo>
                        <a:pt x="1" y="10496"/>
                      </a:lnTo>
                      <a:lnTo>
                        <a:pt x="1" y="10498"/>
                      </a:lnTo>
                      <a:cubicBezTo>
                        <a:pt x="17" y="10711"/>
                        <a:pt x="55" y="11243"/>
                        <a:pt x="86" y="11679"/>
                      </a:cubicBezTo>
                      <a:lnTo>
                        <a:pt x="720" y="20555"/>
                      </a:lnTo>
                      <a:cubicBezTo>
                        <a:pt x="741" y="20849"/>
                        <a:pt x="864" y="21109"/>
                        <a:pt x="1042" y="21295"/>
                      </a:cubicBezTo>
                      <a:cubicBezTo>
                        <a:pt x="1220" y="21481"/>
                        <a:pt x="1458" y="21600"/>
                        <a:pt x="1717" y="21600"/>
                      </a:cubicBezTo>
                      <a:lnTo>
                        <a:pt x="1722" y="21600"/>
                      </a:lnTo>
                      <a:lnTo>
                        <a:pt x="1723" y="21600"/>
                      </a:lnTo>
                      <a:lnTo>
                        <a:pt x="6646" y="21562"/>
                      </a:lnTo>
                      <a:cubicBezTo>
                        <a:pt x="6906" y="21560"/>
                        <a:pt x="7143" y="21436"/>
                        <a:pt x="7313" y="21241"/>
                      </a:cubicBezTo>
                      <a:cubicBezTo>
                        <a:pt x="7483" y="21047"/>
                        <a:pt x="7590" y="20777"/>
                        <a:pt x="7590" y="20480"/>
                      </a:cubicBezTo>
                      <a:lnTo>
                        <a:pt x="7590" y="20286"/>
                      </a:lnTo>
                      <a:cubicBezTo>
                        <a:pt x="7590" y="20087"/>
                        <a:pt x="7592" y="19905"/>
                        <a:pt x="7595" y="19769"/>
                      </a:cubicBezTo>
                      <a:cubicBezTo>
                        <a:pt x="7639" y="19769"/>
                        <a:pt x="7678" y="19769"/>
                        <a:pt x="7710" y="19770"/>
                      </a:cubicBezTo>
                      <a:cubicBezTo>
                        <a:pt x="7716" y="19770"/>
                        <a:pt x="7721" y="19770"/>
                        <a:pt x="7726" y="19770"/>
                      </a:cubicBezTo>
                      <a:cubicBezTo>
                        <a:pt x="7745" y="19786"/>
                        <a:pt x="7767" y="19805"/>
                        <a:pt x="7794" y="19828"/>
                      </a:cubicBezTo>
                      <a:lnTo>
                        <a:pt x="7793" y="19827"/>
                      </a:lnTo>
                      <a:lnTo>
                        <a:pt x="7794" y="19828"/>
                      </a:lnTo>
                      <a:cubicBezTo>
                        <a:pt x="7854" y="19879"/>
                        <a:pt x="7935" y="19948"/>
                        <a:pt x="8033" y="20026"/>
                      </a:cubicBezTo>
                      <a:lnTo>
                        <a:pt x="8033" y="20027"/>
                      </a:lnTo>
                      <a:cubicBezTo>
                        <a:pt x="8315" y="20250"/>
                        <a:pt x="8591" y="20367"/>
                        <a:pt x="8796" y="20433"/>
                      </a:cubicBezTo>
                      <a:lnTo>
                        <a:pt x="8797" y="20433"/>
                      </a:lnTo>
                      <a:cubicBezTo>
                        <a:pt x="8986" y="20494"/>
                        <a:pt x="8986" y="20494"/>
                        <a:pt x="8986" y="20494"/>
                      </a:cubicBezTo>
                      <a:lnTo>
                        <a:pt x="9007" y="20500"/>
                      </a:lnTo>
                      <a:lnTo>
                        <a:pt x="9028" y="20503"/>
                      </a:lnTo>
                      <a:cubicBezTo>
                        <a:pt x="9072" y="20508"/>
                        <a:pt x="9114" y="20512"/>
                        <a:pt x="9146" y="20516"/>
                      </a:cubicBezTo>
                      <a:cubicBezTo>
                        <a:pt x="9162" y="20518"/>
                        <a:pt x="9175" y="20519"/>
                        <a:pt x="9185" y="20520"/>
                      </a:cubicBezTo>
                      <a:cubicBezTo>
                        <a:pt x="9195" y="20521"/>
                        <a:pt x="9200" y="20522"/>
                        <a:pt x="9204" y="20522"/>
                      </a:cubicBezTo>
                      <a:lnTo>
                        <a:pt x="9199" y="20522"/>
                      </a:lnTo>
                      <a:lnTo>
                        <a:pt x="9204" y="20522"/>
                      </a:lnTo>
                      <a:cubicBezTo>
                        <a:pt x="9223" y="20524"/>
                        <a:pt x="9235" y="20525"/>
                        <a:pt x="9253" y="20525"/>
                      </a:cubicBezTo>
                      <a:cubicBezTo>
                        <a:pt x="9260" y="20525"/>
                        <a:pt x="9582" y="20527"/>
                        <a:pt x="9967" y="20529"/>
                      </a:cubicBezTo>
                      <a:cubicBezTo>
                        <a:pt x="9967" y="20529"/>
                        <a:pt x="12800" y="20543"/>
                        <a:pt x="15200" y="20543"/>
                      </a:cubicBezTo>
                      <a:cubicBezTo>
                        <a:pt x="15800" y="20543"/>
                        <a:pt x="16329" y="20542"/>
                        <a:pt x="16717" y="20539"/>
                      </a:cubicBezTo>
                      <a:cubicBezTo>
                        <a:pt x="16911" y="20538"/>
                        <a:pt x="17069" y="20536"/>
                        <a:pt x="17186" y="20533"/>
                      </a:cubicBezTo>
                      <a:cubicBezTo>
                        <a:pt x="17245" y="20532"/>
                        <a:pt x="17293" y="20531"/>
                        <a:pt x="17335" y="20529"/>
                      </a:cubicBezTo>
                      <a:lnTo>
                        <a:pt x="17338" y="20529"/>
                      </a:lnTo>
                      <a:lnTo>
                        <a:pt x="17336" y="20529"/>
                      </a:lnTo>
                      <a:cubicBezTo>
                        <a:pt x="17356" y="20528"/>
                        <a:pt x="17377" y="20527"/>
                        <a:pt x="17401" y="20525"/>
                      </a:cubicBezTo>
                      <a:lnTo>
                        <a:pt x="17400" y="20525"/>
                      </a:lnTo>
                      <a:lnTo>
                        <a:pt x="17402" y="20525"/>
                      </a:lnTo>
                      <a:cubicBezTo>
                        <a:pt x="17412" y="20524"/>
                        <a:pt x="17429" y="20523"/>
                        <a:pt x="17449" y="20520"/>
                      </a:cubicBezTo>
                      <a:cubicBezTo>
                        <a:pt x="17459" y="20519"/>
                        <a:pt x="17473" y="20517"/>
                        <a:pt x="17490" y="20514"/>
                      </a:cubicBezTo>
                      <a:lnTo>
                        <a:pt x="17491" y="20514"/>
                      </a:lnTo>
                      <a:lnTo>
                        <a:pt x="17492" y="20514"/>
                      </a:lnTo>
                      <a:cubicBezTo>
                        <a:pt x="17505" y="20512"/>
                        <a:pt x="17534" y="20506"/>
                        <a:pt x="17569" y="20496"/>
                      </a:cubicBezTo>
                      <a:lnTo>
                        <a:pt x="17571" y="20496"/>
                      </a:lnTo>
                      <a:cubicBezTo>
                        <a:pt x="17728" y="20451"/>
                        <a:pt x="17948" y="20359"/>
                        <a:pt x="18205" y="20177"/>
                      </a:cubicBezTo>
                      <a:lnTo>
                        <a:pt x="18207" y="20176"/>
                      </a:lnTo>
                      <a:lnTo>
                        <a:pt x="18205" y="20177"/>
                      </a:lnTo>
                      <a:cubicBezTo>
                        <a:pt x="18462" y="19996"/>
                        <a:pt x="18757" y="19728"/>
                        <a:pt x="19082" y="19335"/>
                      </a:cubicBezTo>
                      <a:cubicBezTo>
                        <a:pt x="19284" y="19091"/>
                        <a:pt x="19440" y="18843"/>
                        <a:pt x="19547" y="18577"/>
                      </a:cubicBezTo>
                      <a:cubicBezTo>
                        <a:pt x="19600" y="18444"/>
                        <a:pt x="19640" y="18309"/>
                        <a:pt x="19666" y="18174"/>
                      </a:cubicBezTo>
                      <a:cubicBezTo>
                        <a:pt x="19691" y="18041"/>
                        <a:pt x="19702" y="17914"/>
                        <a:pt x="19702" y="17795"/>
                      </a:cubicBezTo>
                      <a:lnTo>
                        <a:pt x="19702" y="17791"/>
                      </a:lnTo>
                      <a:lnTo>
                        <a:pt x="19702" y="17789"/>
                      </a:lnTo>
                      <a:lnTo>
                        <a:pt x="19702" y="17787"/>
                      </a:lnTo>
                      <a:cubicBezTo>
                        <a:pt x="19702" y="17589"/>
                        <a:pt x="19673" y="17425"/>
                        <a:pt x="19652" y="17320"/>
                      </a:cubicBezTo>
                      <a:lnTo>
                        <a:pt x="19652" y="17319"/>
                      </a:lnTo>
                      <a:cubicBezTo>
                        <a:pt x="19642" y="17268"/>
                        <a:pt x="19633" y="17227"/>
                        <a:pt x="19628" y="17206"/>
                      </a:cubicBezTo>
                      <a:lnTo>
                        <a:pt x="19629" y="17207"/>
                      </a:lnTo>
                      <a:cubicBezTo>
                        <a:pt x="19627" y="17202"/>
                        <a:pt x="19627" y="17199"/>
                        <a:pt x="19627" y="17197"/>
                      </a:cubicBezTo>
                      <a:lnTo>
                        <a:pt x="19625" y="17189"/>
                      </a:lnTo>
                      <a:lnTo>
                        <a:pt x="19625" y="17188"/>
                      </a:lnTo>
                      <a:lnTo>
                        <a:pt x="19624" y="17186"/>
                      </a:lnTo>
                      <a:lnTo>
                        <a:pt x="19624" y="17181"/>
                      </a:lnTo>
                      <a:lnTo>
                        <a:pt x="19604" y="17071"/>
                      </a:lnTo>
                      <a:cubicBezTo>
                        <a:pt x="19693" y="16977"/>
                        <a:pt x="19769" y="16877"/>
                        <a:pt x="19839" y="16774"/>
                      </a:cubicBezTo>
                      <a:lnTo>
                        <a:pt x="19839" y="16773"/>
                      </a:lnTo>
                      <a:cubicBezTo>
                        <a:pt x="19975" y="16571"/>
                        <a:pt x="20091" y="16344"/>
                        <a:pt x="20181" y="16094"/>
                      </a:cubicBezTo>
                      <a:lnTo>
                        <a:pt x="20182" y="16093"/>
                      </a:lnTo>
                      <a:lnTo>
                        <a:pt x="20182" y="16094"/>
                      </a:lnTo>
                      <a:cubicBezTo>
                        <a:pt x="20227" y="15968"/>
                        <a:pt x="20266" y="15835"/>
                        <a:pt x="20295" y="15692"/>
                      </a:cubicBezTo>
                      <a:cubicBezTo>
                        <a:pt x="20324" y="15550"/>
                        <a:pt x="20343" y="15395"/>
                        <a:pt x="20343" y="15228"/>
                      </a:cubicBezTo>
                      <a:lnTo>
                        <a:pt x="20343" y="15227"/>
                      </a:lnTo>
                      <a:cubicBezTo>
                        <a:pt x="20343" y="15137"/>
                        <a:pt x="20338" y="15042"/>
                        <a:pt x="20323" y="14943"/>
                      </a:cubicBezTo>
                      <a:cubicBezTo>
                        <a:pt x="20295" y="14750"/>
                        <a:pt x="20245" y="14580"/>
                        <a:pt x="20190" y="14432"/>
                      </a:cubicBezTo>
                      <a:cubicBezTo>
                        <a:pt x="20195" y="14425"/>
                        <a:pt x="20200" y="14417"/>
                        <a:pt x="20205" y="14410"/>
                      </a:cubicBezTo>
                      <a:cubicBezTo>
                        <a:pt x="20233" y="14369"/>
                        <a:pt x="20270" y="14322"/>
                        <a:pt x="20310" y="14276"/>
                      </a:cubicBezTo>
                      <a:lnTo>
                        <a:pt x="20321" y="14264"/>
                      </a:lnTo>
                      <a:lnTo>
                        <a:pt x="20330" y="14251"/>
                      </a:lnTo>
                      <a:cubicBezTo>
                        <a:pt x="20330" y="14251"/>
                        <a:pt x="20330" y="14251"/>
                        <a:pt x="20454" y="14070"/>
                      </a:cubicBezTo>
                      <a:lnTo>
                        <a:pt x="20454" y="14069"/>
                      </a:lnTo>
                      <a:cubicBezTo>
                        <a:pt x="20598" y="13860"/>
                        <a:pt x="20739" y="13613"/>
                        <a:pt x="20853" y="13325"/>
                      </a:cubicBezTo>
                      <a:cubicBezTo>
                        <a:pt x="20953" y="13075"/>
                        <a:pt x="21006" y="12808"/>
                        <a:pt x="21006" y="12545"/>
                      </a:cubicBezTo>
                      <a:lnTo>
                        <a:pt x="21006" y="12541"/>
                      </a:lnTo>
                      <a:lnTo>
                        <a:pt x="21006" y="12540"/>
                      </a:lnTo>
                      <a:cubicBezTo>
                        <a:pt x="21006" y="12380"/>
                        <a:pt x="20987" y="12227"/>
                        <a:pt x="20953" y="12086"/>
                      </a:cubicBezTo>
                      <a:lnTo>
                        <a:pt x="20952" y="12081"/>
                      </a:lnTo>
                      <a:lnTo>
                        <a:pt x="20954" y="12086"/>
                      </a:lnTo>
                      <a:cubicBezTo>
                        <a:pt x="20918" y="11937"/>
                        <a:pt x="20918" y="11937"/>
                        <a:pt x="20918" y="11937"/>
                      </a:cubicBezTo>
                      <a:lnTo>
                        <a:pt x="20911" y="11907"/>
                      </a:lnTo>
                      <a:lnTo>
                        <a:pt x="20902" y="11888"/>
                      </a:lnTo>
                      <a:lnTo>
                        <a:pt x="20902" y="11882"/>
                      </a:lnTo>
                      <a:cubicBezTo>
                        <a:pt x="20902" y="11864"/>
                        <a:pt x="20908" y="11824"/>
                        <a:pt x="20924" y="11783"/>
                      </a:cubicBezTo>
                      <a:cubicBezTo>
                        <a:pt x="20940" y="11741"/>
                        <a:pt x="20964" y="11698"/>
                        <a:pt x="20992" y="11665"/>
                      </a:cubicBezTo>
                      <a:lnTo>
                        <a:pt x="21006" y="11649"/>
                      </a:lnTo>
                      <a:lnTo>
                        <a:pt x="21017" y="11630"/>
                      </a:lnTo>
                      <a:cubicBezTo>
                        <a:pt x="21017" y="11630"/>
                        <a:pt x="21017" y="11630"/>
                        <a:pt x="21133" y="11440"/>
                      </a:cubicBezTo>
                      <a:cubicBezTo>
                        <a:pt x="21295" y="11172"/>
                        <a:pt x="21441" y="10846"/>
                        <a:pt x="21531" y="10466"/>
                      </a:cubicBezTo>
                      <a:cubicBezTo>
                        <a:pt x="21576" y="10276"/>
                        <a:pt x="21600" y="10084"/>
                        <a:pt x="21600" y="9894"/>
                      </a:cubicBezTo>
                      <a:lnTo>
                        <a:pt x="21600" y="9891"/>
                      </a:lnTo>
                      <a:lnTo>
                        <a:pt x="21600" y="9890"/>
                      </a:lnTo>
                      <a:lnTo>
                        <a:pt x="21600" y="9889"/>
                      </a:lnTo>
                      <a:lnTo>
                        <a:pt x="21600" y="9887"/>
                      </a:lnTo>
                      <a:cubicBezTo>
                        <a:pt x="21600" y="9696"/>
                        <a:pt x="21576" y="9510"/>
                        <a:pt x="21530" y="9337"/>
                      </a:cubicBezTo>
                      <a:close/>
                      <a:moveTo>
                        <a:pt x="21530" y="9337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0" tIns="0" rIns="0" bIns="0"/>
                <a:lstStyle/>
                <a:p>
                  <a:endParaRPr lang="en-US" sz="900"/>
                </a:p>
              </p:txBody>
            </p:sp>
            <p:sp>
              <p:nvSpPr>
                <p:cNvPr id="233" name="AutoShape 6"/>
                <p:cNvSpPr/>
                <p:nvPr/>
              </p:nvSpPr>
              <p:spPr bwMode="auto">
                <a:xfrm>
                  <a:off x="1116" y="136"/>
                  <a:ext cx="2083" cy="2508"/>
                </a:xfrm>
                <a:custGeom>
                  <a:avLst/>
                  <a:gdLst>
                    <a:gd name="T0" fmla="*/ 55 w 21277"/>
                    <a:gd name="T1" fmla="*/ 11590 h 21400"/>
                    <a:gd name="T2" fmla="*/ 1979 w 21277"/>
                    <a:gd name="T3" fmla="*/ 10441 h 21400"/>
                    <a:gd name="T4" fmla="*/ 6760 w 21277"/>
                    <a:gd name="T5" fmla="*/ 4007 h 21400"/>
                    <a:gd name="T6" fmla="*/ 6760 w 21277"/>
                    <a:gd name="T7" fmla="*/ 606 h 21400"/>
                    <a:gd name="T8" fmla="*/ 9124 w 21277"/>
                    <a:gd name="T9" fmla="*/ 147 h 21400"/>
                    <a:gd name="T10" fmla="*/ 10937 w 21277"/>
                    <a:gd name="T11" fmla="*/ 5018 h 21400"/>
                    <a:gd name="T12" fmla="*/ 10058 w 21277"/>
                    <a:gd name="T13" fmla="*/ 9108 h 21400"/>
                    <a:gd name="T14" fmla="*/ 20061 w 21277"/>
                    <a:gd name="T15" fmla="*/ 9108 h 21400"/>
                    <a:gd name="T16" fmla="*/ 21215 w 21277"/>
                    <a:gd name="T17" fmla="*/ 10625 h 21400"/>
                    <a:gd name="T18" fmla="*/ 19511 w 21277"/>
                    <a:gd name="T19" fmla="*/ 12325 h 21400"/>
                    <a:gd name="T20" fmla="*/ 20226 w 21277"/>
                    <a:gd name="T21" fmla="*/ 13750 h 21400"/>
                    <a:gd name="T22" fmla="*/ 18632 w 21277"/>
                    <a:gd name="T23" fmla="*/ 15267 h 21400"/>
                    <a:gd name="T24" fmla="*/ 19292 w 21277"/>
                    <a:gd name="T25" fmla="*/ 16278 h 21400"/>
                    <a:gd name="T26" fmla="*/ 18357 w 21277"/>
                    <a:gd name="T27" fmla="*/ 17840 h 21400"/>
                    <a:gd name="T28" fmla="*/ 17643 w 21277"/>
                    <a:gd name="T29" fmla="*/ 18300 h 21400"/>
                    <a:gd name="T30" fmla="*/ 18192 w 21277"/>
                    <a:gd name="T31" fmla="*/ 18851 h 21400"/>
                    <a:gd name="T32" fmla="*/ 17698 w 21277"/>
                    <a:gd name="T33" fmla="*/ 20368 h 21400"/>
                    <a:gd name="T34" fmla="*/ 15994 w 21277"/>
                    <a:gd name="T35" fmla="*/ 21379 h 21400"/>
                    <a:gd name="T36" fmla="*/ 3298 w 21277"/>
                    <a:gd name="T37" fmla="*/ 21379 h 21400"/>
                    <a:gd name="T38" fmla="*/ 2144 w 21277"/>
                    <a:gd name="T39" fmla="*/ 21011 h 21400"/>
                    <a:gd name="T40" fmla="*/ 989 w 21277"/>
                    <a:gd name="T41" fmla="*/ 20506 h 21400"/>
                    <a:gd name="T42" fmla="*/ 0 w 21277"/>
                    <a:gd name="T43" fmla="*/ 20506 h 21400"/>
                    <a:gd name="T44" fmla="*/ 55 w 21277"/>
                    <a:gd name="T45" fmla="*/ 11590 h 21400"/>
                    <a:gd name="T46" fmla="*/ 55 w 21277"/>
                    <a:gd name="T47" fmla="*/ 11590 h 21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1277" h="21400">
                      <a:moveTo>
                        <a:pt x="55" y="11590"/>
                      </a:moveTo>
                      <a:cubicBezTo>
                        <a:pt x="55" y="11590"/>
                        <a:pt x="1264" y="11039"/>
                        <a:pt x="1979" y="10441"/>
                      </a:cubicBezTo>
                      <a:cubicBezTo>
                        <a:pt x="2693" y="9844"/>
                        <a:pt x="6650" y="4375"/>
                        <a:pt x="6760" y="4007"/>
                      </a:cubicBezTo>
                      <a:cubicBezTo>
                        <a:pt x="6870" y="3639"/>
                        <a:pt x="6486" y="1158"/>
                        <a:pt x="6760" y="606"/>
                      </a:cubicBezTo>
                      <a:cubicBezTo>
                        <a:pt x="7035" y="55"/>
                        <a:pt x="8684" y="-175"/>
                        <a:pt x="9124" y="147"/>
                      </a:cubicBezTo>
                      <a:cubicBezTo>
                        <a:pt x="9563" y="468"/>
                        <a:pt x="11047" y="3364"/>
                        <a:pt x="10937" y="5018"/>
                      </a:cubicBezTo>
                      <a:cubicBezTo>
                        <a:pt x="10827" y="6673"/>
                        <a:pt x="10058" y="9108"/>
                        <a:pt x="10058" y="9108"/>
                      </a:cubicBezTo>
                      <a:lnTo>
                        <a:pt x="20061" y="9108"/>
                      </a:lnTo>
                      <a:cubicBezTo>
                        <a:pt x="20061" y="9108"/>
                        <a:pt x="21600" y="9430"/>
                        <a:pt x="21215" y="10625"/>
                      </a:cubicBezTo>
                      <a:cubicBezTo>
                        <a:pt x="20830" y="11820"/>
                        <a:pt x="19511" y="12325"/>
                        <a:pt x="19511" y="12325"/>
                      </a:cubicBezTo>
                      <a:cubicBezTo>
                        <a:pt x="19511" y="12325"/>
                        <a:pt x="20721" y="12831"/>
                        <a:pt x="20226" y="13750"/>
                      </a:cubicBezTo>
                      <a:cubicBezTo>
                        <a:pt x="19731" y="14669"/>
                        <a:pt x="18632" y="15267"/>
                        <a:pt x="18632" y="15267"/>
                      </a:cubicBezTo>
                      <a:cubicBezTo>
                        <a:pt x="18632" y="15267"/>
                        <a:pt x="19182" y="15726"/>
                        <a:pt x="19292" y="16278"/>
                      </a:cubicBezTo>
                      <a:cubicBezTo>
                        <a:pt x="19401" y="16829"/>
                        <a:pt x="18797" y="17657"/>
                        <a:pt x="18357" y="17840"/>
                      </a:cubicBezTo>
                      <a:cubicBezTo>
                        <a:pt x="17918" y="18024"/>
                        <a:pt x="17643" y="18300"/>
                        <a:pt x="17643" y="18300"/>
                      </a:cubicBezTo>
                      <a:cubicBezTo>
                        <a:pt x="17643" y="18300"/>
                        <a:pt x="18137" y="18530"/>
                        <a:pt x="18192" y="18851"/>
                      </a:cubicBezTo>
                      <a:cubicBezTo>
                        <a:pt x="18247" y="19173"/>
                        <a:pt x="18577" y="19587"/>
                        <a:pt x="17698" y="20368"/>
                      </a:cubicBezTo>
                      <a:cubicBezTo>
                        <a:pt x="16818" y="21149"/>
                        <a:pt x="16214" y="21333"/>
                        <a:pt x="15994" y="21379"/>
                      </a:cubicBezTo>
                      <a:cubicBezTo>
                        <a:pt x="15774" y="21425"/>
                        <a:pt x="3298" y="21379"/>
                        <a:pt x="3298" y="21379"/>
                      </a:cubicBezTo>
                      <a:cubicBezTo>
                        <a:pt x="3298" y="21379"/>
                        <a:pt x="2693" y="21333"/>
                        <a:pt x="2144" y="21011"/>
                      </a:cubicBezTo>
                      <a:cubicBezTo>
                        <a:pt x="1594" y="20690"/>
                        <a:pt x="1429" y="20506"/>
                        <a:pt x="989" y="20506"/>
                      </a:cubicBezTo>
                      <a:cubicBezTo>
                        <a:pt x="550" y="20506"/>
                        <a:pt x="0" y="20506"/>
                        <a:pt x="0" y="20506"/>
                      </a:cubicBezTo>
                      <a:cubicBezTo>
                        <a:pt x="0" y="20506"/>
                        <a:pt x="55" y="11590"/>
                        <a:pt x="55" y="11590"/>
                      </a:cubicBezTo>
                      <a:close/>
                      <a:moveTo>
                        <a:pt x="55" y="1159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0" tIns="0" rIns="0" bIns="0"/>
                <a:lstStyle/>
                <a:p>
                  <a:endParaRPr lang="en-US" sz="900"/>
                </a:p>
              </p:txBody>
            </p:sp>
          </p:grpSp>
          <p:sp>
            <p:nvSpPr>
              <p:cNvPr id="230" name="AutoShape 8"/>
              <p:cNvSpPr/>
              <p:nvPr/>
            </p:nvSpPr>
            <p:spPr bwMode="auto">
              <a:xfrm>
                <a:off x="159" y="1458"/>
                <a:ext cx="893" cy="1325"/>
              </a:xfrm>
              <a:custGeom>
                <a:avLst/>
                <a:gdLst>
                  <a:gd name="T0" fmla="*/ 0 w 21600"/>
                  <a:gd name="T1" fmla="*/ 0 h 21600"/>
                  <a:gd name="T2" fmla="*/ 2602 w 21600"/>
                  <a:gd name="T3" fmla="*/ 21600 h 21600"/>
                  <a:gd name="T4" fmla="*/ 21600 w 21600"/>
                  <a:gd name="T5" fmla="*/ 21512 h 21600"/>
                  <a:gd name="T6" fmla="*/ 2160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602" y="21600"/>
                    </a:lnTo>
                    <a:lnTo>
                      <a:pt x="21600" y="21512"/>
                    </a:ln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  <a:moveTo>
                      <a:pt x="0" y="0"/>
                    </a:moveTo>
                  </a:path>
                </a:pathLst>
              </a:custGeom>
              <a:grpFill/>
              <a:ln>
                <a:noFill/>
              </a:ln>
            </p:spPr>
            <p:txBody>
              <a:bodyPr lIns="0" tIns="0" rIns="0" bIns="0"/>
              <a:lstStyle/>
              <a:p>
                <a:endParaRPr lang="en-US" sz="900"/>
              </a:p>
            </p:txBody>
          </p:sp>
          <p:sp>
            <p:nvSpPr>
              <p:cNvPr id="231" name="AutoShape 9"/>
              <p:cNvSpPr/>
              <p:nvPr/>
            </p:nvSpPr>
            <p:spPr bwMode="auto">
              <a:xfrm>
                <a:off x="296" y="1709"/>
                <a:ext cx="629" cy="910"/>
              </a:xfrm>
              <a:custGeom>
                <a:avLst/>
                <a:gdLst>
                  <a:gd name="T0" fmla="*/ 0 w 21600"/>
                  <a:gd name="T1" fmla="*/ 0 h 21600"/>
                  <a:gd name="T2" fmla="*/ 2400 w 21600"/>
                  <a:gd name="T3" fmla="*/ 21600 h 21600"/>
                  <a:gd name="T4" fmla="*/ 21046 w 21600"/>
                  <a:gd name="T5" fmla="*/ 21600 h 21600"/>
                  <a:gd name="T6" fmla="*/ 21600 w 21600"/>
                  <a:gd name="T7" fmla="*/ 1406 h 21600"/>
                  <a:gd name="T8" fmla="*/ 0 w 21600"/>
                  <a:gd name="T9" fmla="*/ 0 h 21600"/>
                  <a:gd name="T10" fmla="*/ 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400" y="21600"/>
                    </a:lnTo>
                    <a:lnTo>
                      <a:pt x="21046" y="21600"/>
                    </a:lnTo>
                    <a:lnTo>
                      <a:pt x="21600" y="1406"/>
                    </a:lnTo>
                    <a:cubicBezTo>
                      <a:pt x="21600" y="1406"/>
                      <a:pt x="0" y="0"/>
                      <a:pt x="0" y="0"/>
                    </a:cubicBezTo>
                    <a:close/>
                    <a:moveTo>
                      <a:pt x="0" y="0"/>
                    </a:moveTo>
                  </a:path>
                </a:pathLst>
              </a:custGeom>
              <a:grpFill/>
              <a:ln>
                <a:noFill/>
              </a:ln>
            </p:spPr>
            <p:txBody>
              <a:bodyPr lIns="0" tIns="0" rIns="0" bIns="0"/>
              <a:lstStyle/>
              <a:p>
                <a:endParaRPr lang="en-US" sz="900"/>
              </a:p>
            </p:txBody>
          </p:sp>
        </p:grpSp>
        <p:sp>
          <p:nvSpPr>
            <p:cNvPr id="228" name="AutoShape 11"/>
            <p:cNvSpPr/>
            <p:nvPr/>
          </p:nvSpPr>
          <p:spPr bwMode="auto">
            <a:xfrm>
              <a:off x="2963069" y="3418682"/>
              <a:ext cx="179388" cy="179388"/>
            </a:xfrm>
            <a:custGeom>
              <a:avLst/>
              <a:gdLst>
                <a:gd name="T0" fmla="*/ 13372 w 21600"/>
                <a:gd name="T1" fmla="*/ 15429 h 21600"/>
                <a:gd name="T2" fmla="*/ 11828 w 21600"/>
                <a:gd name="T3" fmla="*/ 13885 h 21600"/>
                <a:gd name="T4" fmla="*/ 13372 w 21600"/>
                <a:gd name="T5" fmla="*/ 12343 h 21600"/>
                <a:gd name="T6" fmla="*/ 14914 w 21600"/>
                <a:gd name="T7" fmla="*/ 13885 h 21600"/>
                <a:gd name="T8" fmla="*/ 13372 w 21600"/>
                <a:gd name="T9" fmla="*/ 15429 h 21600"/>
                <a:gd name="T10" fmla="*/ 8228 w 21600"/>
                <a:gd name="T11" fmla="*/ 9772 h 21600"/>
                <a:gd name="T12" fmla="*/ 6686 w 21600"/>
                <a:gd name="T13" fmla="*/ 8228 h 21600"/>
                <a:gd name="T14" fmla="*/ 8228 w 21600"/>
                <a:gd name="T15" fmla="*/ 6686 h 21600"/>
                <a:gd name="T16" fmla="*/ 9772 w 21600"/>
                <a:gd name="T17" fmla="*/ 8228 h 21600"/>
                <a:gd name="T18" fmla="*/ 8228 w 21600"/>
                <a:gd name="T19" fmla="*/ 9772 h 21600"/>
                <a:gd name="T20" fmla="*/ 10799 w 21600"/>
                <a:gd name="T21" fmla="*/ 0 h 21600"/>
                <a:gd name="T22" fmla="*/ 0 w 21600"/>
                <a:gd name="T23" fmla="*/ 10799 h 21600"/>
                <a:gd name="T24" fmla="*/ 10799 w 21600"/>
                <a:gd name="T25" fmla="*/ 21600 h 21600"/>
                <a:gd name="T26" fmla="*/ 21600 w 21600"/>
                <a:gd name="T27" fmla="*/ 10799 h 21600"/>
                <a:gd name="T28" fmla="*/ 10799 w 21600"/>
                <a:gd name="T29" fmla="*/ 0 h 21600"/>
                <a:gd name="T30" fmla="*/ 10799 w 21600"/>
                <a:gd name="T3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600" h="21600">
                  <a:moveTo>
                    <a:pt x="13372" y="15429"/>
                  </a:moveTo>
                  <a:cubicBezTo>
                    <a:pt x="12519" y="15429"/>
                    <a:pt x="11828" y="14738"/>
                    <a:pt x="11828" y="13885"/>
                  </a:cubicBezTo>
                  <a:cubicBezTo>
                    <a:pt x="11828" y="13033"/>
                    <a:pt x="12519" y="12343"/>
                    <a:pt x="13372" y="12343"/>
                  </a:cubicBezTo>
                  <a:cubicBezTo>
                    <a:pt x="14223" y="12343"/>
                    <a:pt x="14914" y="13033"/>
                    <a:pt x="14914" y="13885"/>
                  </a:cubicBezTo>
                  <a:cubicBezTo>
                    <a:pt x="14914" y="14738"/>
                    <a:pt x="14223" y="15429"/>
                    <a:pt x="13372" y="15429"/>
                  </a:cubicBezTo>
                  <a:close/>
                  <a:moveTo>
                    <a:pt x="8228" y="9772"/>
                  </a:moveTo>
                  <a:cubicBezTo>
                    <a:pt x="7376" y="9772"/>
                    <a:pt x="6686" y="9081"/>
                    <a:pt x="6686" y="8228"/>
                  </a:cubicBezTo>
                  <a:cubicBezTo>
                    <a:pt x="6686" y="7376"/>
                    <a:pt x="7376" y="6686"/>
                    <a:pt x="8228" y="6686"/>
                  </a:cubicBezTo>
                  <a:cubicBezTo>
                    <a:pt x="9081" y="6686"/>
                    <a:pt x="9772" y="7376"/>
                    <a:pt x="9772" y="8228"/>
                  </a:cubicBezTo>
                  <a:cubicBezTo>
                    <a:pt x="9772" y="9081"/>
                    <a:pt x="9081" y="9772"/>
                    <a:pt x="8228" y="9772"/>
                  </a:cubicBezTo>
                  <a:close/>
                  <a:moveTo>
                    <a:pt x="10799" y="0"/>
                  </a:moveTo>
                  <a:cubicBezTo>
                    <a:pt x="4835" y="0"/>
                    <a:pt x="0" y="4835"/>
                    <a:pt x="0" y="10799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5" y="21600"/>
                    <a:pt x="21600" y="16765"/>
                    <a:pt x="21600" y="10799"/>
                  </a:cubicBezTo>
                  <a:cubicBezTo>
                    <a:pt x="21600" y="4835"/>
                    <a:pt x="16765" y="0"/>
                    <a:pt x="10799" y="0"/>
                  </a:cubicBezTo>
                  <a:close/>
                  <a:moveTo>
                    <a:pt x="10799" y="0"/>
                  </a:moveTo>
                </a:path>
              </a:pathLst>
            </a:custGeom>
            <a:grpFill/>
            <a:ln>
              <a:noFill/>
            </a:ln>
          </p:spPr>
          <p:txBody>
            <a:bodyPr lIns="0" tIns="0" rIns="0" bIns="0"/>
            <a:lstStyle/>
            <a:p>
              <a:endParaRPr lang="en-US" sz="900"/>
            </a:p>
          </p:txBody>
        </p:sp>
      </p:grpSp>
      <p:grpSp>
        <p:nvGrpSpPr>
          <p:cNvPr id="234" name="Group 38"/>
          <p:cNvGrpSpPr/>
          <p:nvPr/>
        </p:nvGrpSpPr>
        <p:grpSpPr>
          <a:xfrm>
            <a:off x="2583124" y="447491"/>
            <a:ext cx="412818" cy="419737"/>
            <a:chOff x="1450975" y="4237038"/>
            <a:chExt cx="284163" cy="288925"/>
          </a:xfrm>
          <a:solidFill>
            <a:schemeClr val="accent1"/>
          </a:solidFill>
        </p:grpSpPr>
        <p:sp>
          <p:nvSpPr>
            <p:cNvPr id="235" name="Freeform 981"/>
            <p:cNvSpPr/>
            <p:nvPr/>
          </p:nvSpPr>
          <p:spPr bwMode="auto">
            <a:xfrm>
              <a:off x="1673225" y="4378325"/>
              <a:ext cx="61913" cy="61913"/>
            </a:xfrm>
            <a:custGeom>
              <a:avLst/>
              <a:gdLst>
                <a:gd name="T0" fmla="*/ 62 w 155"/>
                <a:gd name="T1" fmla="*/ 0 h 157"/>
                <a:gd name="T2" fmla="*/ 19 w 155"/>
                <a:gd name="T3" fmla="*/ 44 h 157"/>
                <a:gd name="T4" fmla="*/ 0 w 155"/>
                <a:gd name="T5" fmla="*/ 63 h 157"/>
                <a:gd name="T6" fmla="*/ 92 w 155"/>
                <a:gd name="T7" fmla="*/ 157 h 157"/>
                <a:gd name="T8" fmla="*/ 155 w 155"/>
                <a:gd name="T9" fmla="*/ 93 h 157"/>
                <a:gd name="T10" fmla="*/ 62 w 155"/>
                <a:gd name="T1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157">
                  <a:moveTo>
                    <a:pt x="62" y="0"/>
                  </a:moveTo>
                  <a:lnTo>
                    <a:pt x="19" y="44"/>
                  </a:lnTo>
                  <a:lnTo>
                    <a:pt x="0" y="63"/>
                  </a:lnTo>
                  <a:lnTo>
                    <a:pt x="92" y="157"/>
                  </a:lnTo>
                  <a:lnTo>
                    <a:pt x="155" y="93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6" name="Freeform 982"/>
            <p:cNvSpPr/>
            <p:nvPr/>
          </p:nvSpPr>
          <p:spPr bwMode="auto">
            <a:xfrm>
              <a:off x="1450975" y="4237038"/>
              <a:ext cx="230188" cy="249238"/>
            </a:xfrm>
            <a:custGeom>
              <a:avLst/>
              <a:gdLst>
                <a:gd name="T0" fmla="*/ 360 w 578"/>
                <a:gd name="T1" fmla="*/ 586 h 626"/>
                <a:gd name="T2" fmla="*/ 361 w 578"/>
                <a:gd name="T3" fmla="*/ 582 h 626"/>
                <a:gd name="T4" fmla="*/ 363 w 578"/>
                <a:gd name="T5" fmla="*/ 579 h 626"/>
                <a:gd name="T6" fmla="*/ 365 w 578"/>
                <a:gd name="T7" fmla="*/ 577 h 626"/>
                <a:gd name="T8" fmla="*/ 368 w 578"/>
                <a:gd name="T9" fmla="*/ 576 h 626"/>
                <a:gd name="T10" fmla="*/ 578 w 578"/>
                <a:gd name="T11" fmla="*/ 366 h 626"/>
                <a:gd name="T12" fmla="*/ 578 w 578"/>
                <a:gd name="T13" fmla="*/ 11 h 626"/>
                <a:gd name="T14" fmla="*/ 577 w 578"/>
                <a:gd name="T15" fmla="*/ 7 h 626"/>
                <a:gd name="T16" fmla="*/ 575 w 578"/>
                <a:gd name="T17" fmla="*/ 3 h 626"/>
                <a:gd name="T18" fmla="*/ 571 w 578"/>
                <a:gd name="T19" fmla="*/ 1 h 626"/>
                <a:gd name="T20" fmla="*/ 566 w 578"/>
                <a:gd name="T21" fmla="*/ 0 h 626"/>
                <a:gd name="T22" fmla="*/ 482 w 578"/>
                <a:gd name="T23" fmla="*/ 0 h 626"/>
                <a:gd name="T24" fmla="*/ 482 w 578"/>
                <a:gd name="T25" fmla="*/ 48 h 626"/>
                <a:gd name="T26" fmla="*/ 506 w 578"/>
                <a:gd name="T27" fmla="*/ 48 h 626"/>
                <a:gd name="T28" fmla="*/ 506 w 578"/>
                <a:gd name="T29" fmla="*/ 120 h 626"/>
                <a:gd name="T30" fmla="*/ 433 w 578"/>
                <a:gd name="T31" fmla="*/ 120 h 626"/>
                <a:gd name="T32" fmla="*/ 433 w 578"/>
                <a:gd name="T33" fmla="*/ 48 h 626"/>
                <a:gd name="T34" fmla="*/ 458 w 578"/>
                <a:gd name="T35" fmla="*/ 48 h 626"/>
                <a:gd name="T36" fmla="*/ 458 w 578"/>
                <a:gd name="T37" fmla="*/ 0 h 626"/>
                <a:gd name="T38" fmla="*/ 362 w 578"/>
                <a:gd name="T39" fmla="*/ 0 h 626"/>
                <a:gd name="T40" fmla="*/ 362 w 578"/>
                <a:gd name="T41" fmla="*/ 48 h 626"/>
                <a:gd name="T42" fmla="*/ 385 w 578"/>
                <a:gd name="T43" fmla="*/ 48 h 626"/>
                <a:gd name="T44" fmla="*/ 385 w 578"/>
                <a:gd name="T45" fmla="*/ 120 h 626"/>
                <a:gd name="T46" fmla="*/ 313 w 578"/>
                <a:gd name="T47" fmla="*/ 120 h 626"/>
                <a:gd name="T48" fmla="*/ 313 w 578"/>
                <a:gd name="T49" fmla="*/ 48 h 626"/>
                <a:gd name="T50" fmla="*/ 337 w 578"/>
                <a:gd name="T51" fmla="*/ 48 h 626"/>
                <a:gd name="T52" fmla="*/ 337 w 578"/>
                <a:gd name="T53" fmla="*/ 0 h 626"/>
                <a:gd name="T54" fmla="*/ 240 w 578"/>
                <a:gd name="T55" fmla="*/ 0 h 626"/>
                <a:gd name="T56" fmla="*/ 240 w 578"/>
                <a:gd name="T57" fmla="*/ 48 h 626"/>
                <a:gd name="T58" fmla="*/ 265 w 578"/>
                <a:gd name="T59" fmla="*/ 48 h 626"/>
                <a:gd name="T60" fmla="*/ 265 w 578"/>
                <a:gd name="T61" fmla="*/ 120 h 626"/>
                <a:gd name="T62" fmla="*/ 193 w 578"/>
                <a:gd name="T63" fmla="*/ 120 h 626"/>
                <a:gd name="T64" fmla="*/ 193 w 578"/>
                <a:gd name="T65" fmla="*/ 48 h 626"/>
                <a:gd name="T66" fmla="*/ 217 w 578"/>
                <a:gd name="T67" fmla="*/ 48 h 626"/>
                <a:gd name="T68" fmla="*/ 217 w 578"/>
                <a:gd name="T69" fmla="*/ 0 h 626"/>
                <a:gd name="T70" fmla="*/ 120 w 578"/>
                <a:gd name="T71" fmla="*/ 0 h 626"/>
                <a:gd name="T72" fmla="*/ 120 w 578"/>
                <a:gd name="T73" fmla="*/ 48 h 626"/>
                <a:gd name="T74" fmla="*/ 145 w 578"/>
                <a:gd name="T75" fmla="*/ 48 h 626"/>
                <a:gd name="T76" fmla="*/ 145 w 578"/>
                <a:gd name="T77" fmla="*/ 120 h 626"/>
                <a:gd name="T78" fmla="*/ 72 w 578"/>
                <a:gd name="T79" fmla="*/ 120 h 626"/>
                <a:gd name="T80" fmla="*/ 72 w 578"/>
                <a:gd name="T81" fmla="*/ 48 h 626"/>
                <a:gd name="T82" fmla="*/ 97 w 578"/>
                <a:gd name="T83" fmla="*/ 48 h 626"/>
                <a:gd name="T84" fmla="*/ 97 w 578"/>
                <a:gd name="T85" fmla="*/ 0 h 626"/>
                <a:gd name="T86" fmla="*/ 12 w 578"/>
                <a:gd name="T87" fmla="*/ 0 h 626"/>
                <a:gd name="T88" fmla="*/ 8 w 578"/>
                <a:gd name="T89" fmla="*/ 1 h 626"/>
                <a:gd name="T90" fmla="*/ 4 w 578"/>
                <a:gd name="T91" fmla="*/ 3 h 626"/>
                <a:gd name="T92" fmla="*/ 1 w 578"/>
                <a:gd name="T93" fmla="*/ 7 h 626"/>
                <a:gd name="T94" fmla="*/ 0 w 578"/>
                <a:gd name="T95" fmla="*/ 11 h 626"/>
                <a:gd name="T96" fmla="*/ 0 w 578"/>
                <a:gd name="T97" fmla="*/ 614 h 626"/>
                <a:gd name="T98" fmla="*/ 1 w 578"/>
                <a:gd name="T99" fmla="*/ 619 h 626"/>
                <a:gd name="T100" fmla="*/ 4 w 578"/>
                <a:gd name="T101" fmla="*/ 623 h 626"/>
                <a:gd name="T102" fmla="*/ 8 w 578"/>
                <a:gd name="T103" fmla="*/ 625 h 626"/>
                <a:gd name="T104" fmla="*/ 12 w 578"/>
                <a:gd name="T105" fmla="*/ 626 h 626"/>
                <a:gd name="T106" fmla="*/ 349 w 578"/>
                <a:gd name="T107" fmla="*/ 626 h 626"/>
                <a:gd name="T108" fmla="*/ 360 w 578"/>
                <a:gd name="T109" fmla="*/ 58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78" h="626">
                  <a:moveTo>
                    <a:pt x="360" y="586"/>
                  </a:moveTo>
                  <a:lnTo>
                    <a:pt x="361" y="582"/>
                  </a:lnTo>
                  <a:lnTo>
                    <a:pt x="363" y="579"/>
                  </a:lnTo>
                  <a:lnTo>
                    <a:pt x="365" y="577"/>
                  </a:lnTo>
                  <a:lnTo>
                    <a:pt x="368" y="576"/>
                  </a:lnTo>
                  <a:lnTo>
                    <a:pt x="578" y="366"/>
                  </a:lnTo>
                  <a:lnTo>
                    <a:pt x="578" y="11"/>
                  </a:lnTo>
                  <a:lnTo>
                    <a:pt x="577" y="7"/>
                  </a:lnTo>
                  <a:lnTo>
                    <a:pt x="575" y="3"/>
                  </a:lnTo>
                  <a:lnTo>
                    <a:pt x="571" y="1"/>
                  </a:lnTo>
                  <a:lnTo>
                    <a:pt x="566" y="0"/>
                  </a:lnTo>
                  <a:lnTo>
                    <a:pt x="482" y="0"/>
                  </a:lnTo>
                  <a:lnTo>
                    <a:pt x="482" y="48"/>
                  </a:lnTo>
                  <a:lnTo>
                    <a:pt x="506" y="48"/>
                  </a:lnTo>
                  <a:lnTo>
                    <a:pt x="506" y="120"/>
                  </a:lnTo>
                  <a:lnTo>
                    <a:pt x="433" y="120"/>
                  </a:lnTo>
                  <a:lnTo>
                    <a:pt x="433" y="48"/>
                  </a:lnTo>
                  <a:lnTo>
                    <a:pt x="458" y="48"/>
                  </a:lnTo>
                  <a:lnTo>
                    <a:pt x="458" y="0"/>
                  </a:lnTo>
                  <a:lnTo>
                    <a:pt x="362" y="0"/>
                  </a:lnTo>
                  <a:lnTo>
                    <a:pt x="362" y="48"/>
                  </a:lnTo>
                  <a:lnTo>
                    <a:pt x="385" y="48"/>
                  </a:lnTo>
                  <a:lnTo>
                    <a:pt x="385" y="120"/>
                  </a:lnTo>
                  <a:lnTo>
                    <a:pt x="313" y="120"/>
                  </a:lnTo>
                  <a:lnTo>
                    <a:pt x="313" y="48"/>
                  </a:lnTo>
                  <a:lnTo>
                    <a:pt x="337" y="48"/>
                  </a:lnTo>
                  <a:lnTo>
                    <a:pt x="337" y="0"/>
                  </a:lnTo>
                  <a:lnTo>
                    <a:pt x="240" y="0"/>
                  </a:lnTo>
                  <a:lnTo>
                    <a:pt x="240" y="48"/>
                  </a:lnTo>
                  <a:lnTo>
                    <a:pt x="265" y="48"/>
                  </a:lnTo>
                  <a:lnTo>
                    <a:pt x="265" y="120"/>
                  </a:lnTo>
                  <a:lnTo>
                    <a:pt x="193" y="120"/>
                  </a:lnTo>
                  <a:lnTo>
                    <a:pt x="193" y="48"/>
                  </a:lnTo>
                  <a:lnTo>
                    <a:pt x="217" y="48"/>
                  </a:lnTo>
                  <a:lnTo>
                    <a:pt x="217" y="0"/>
                  </a:lnTo>
                  <a:lnTo>
                    <a:pt x="120" y="0"/>
                  </a:lnTo>
                  <a:lnTo>
                    <a:pt x="120" y="48"/>
                  </a:lnTo>
                  <a:lnTo>
                    <a:pt x="145" y="48"/>
                  </a:lnTo>
                  <a:lnTo>
                    <a:pt x="145" y="120"/>
                  </a:lnTo>
                  <a:lnTo>
                    <a:pt x="72" y="120"/>
                  </a:lnTo>
                  <a:lnTo>
                    <a:pt x="72" y="48"/>
                  </a:lnTo>
                  <a:lnTo>
                    <a:pt x="97" y="48"/>
                  </a:lnTo>
                  <a:lnTo>
                    <a:pt x="97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614"/>
                  </a:lnTo>
                  <a:lnTo>
                    <a:pt x="1" y="619"/>
                  </a:lnTo>
                  <a:lnTo>
                    <a:pt x="4" y="623"/>
                  </a:lnTo>
                  <a:lnTo>
                    <a:pt x="8" y="625"/>
                  </a:lnTo>
                  <a:lnTo>
                    <a:pt x="12" y="626"/>
                  </a:lnTo>
                  <a:lnTo>
                    <a:pt x="349" y="626"/>
                  </a:lnTo>
                  <a:lnTo>
                    <a:pt x="360" y="5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7" name="Freeform 983"/>
            <p:cNvSpPr/>
            <p:nvPr/>
          </p:nvSpPr>
          <p:spPr bwMode="auto">
            <a:xfrm>
              <a:off x="1589088" y="4478338"/>
              <a:ext cx="47625" cy="47625"/>
            </a:xfrm>
            <a:custGeom>
              <a:avLst/>
              <a:gdLst>
                <a:gd name="T0" fmla="*/ 29 w 123"/>
                <a:gd name="T1" fmla="*/ 17 h 116"/>
                <a:gd name="T2" fmla="*/ 29 w 123"/>
                <a:gd name="T3" fmla="*/ 17 h 116"/>
                <a:gd name="T4" fmla="*/ 0 w 123"/>
                <a:gd name="T5" fmla="*/ 116 h 116"/>
                <a:gd name="T6" fmla="*/ 123 w 123"/>
                <a:gd name="T7" fmla="*/ 80 h 116"/>
                <a:gd name="T8" fmla="*/ 33 w 123"/>
                <a:gd name="T9" fmla="*/ 0 h 116"/>
                <a:gd name="T10" fmla="*/ 29 w 123"/>
                <a:gd name="T11" fmla="*/ 1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116">
                  <a:moveTo>
                    <a:pt x="29" y="17"/>
                  </a:moveTo>
                  <a:lnTo>
                    <a:pt x="29" y="17"/>
                  </a:lnTo>
                  <a:lnTo>
                    <a:pt x="0" y="116"/>
                  </a:lnTo>
                  <a:lnTo>
                    <a:pt x="123" y="80"/>
                  </a:lnTo>
                  <a:lnTo>
                    <a:pt x="33" y="0"/>
                  </a:lnTo>
                  <a:lnTo>
                    <a:pt x="29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8" name="Freeform 984"/>
            <p:cNvSpPr/>
            <p:nvPr/>
          </p:nvSpPr>
          <p:spPr bwMode="auto">
            <a:xfrm>
              <a:off x="1606550" y="4410075"/>
              <a:ext cx="96838" cy="95250"/>
            </a:xfrm>
            <a:custGeom>
              <a:avLst/>
              <a:gdLst>
                <a:gd name="T0" fmla="*/ 0 w 244"/>
                <a:gd name="T1" fmla="*/ 150 h 238"/>
                <a:gd name="T2" fmla="*/ 98 w 244"/>
                <a:gd name="T3" fmla="*/ 238 h 238"/>
                <a:gd name="T4" fmla="*/ 244 w 244"/>
                <a:gd name="T5" fmla="*/ 92 h 238"/>
                <a:gd name="T6" fmla="*/ 151 w 244"/>
                <a:gd name="T7" fmla="*/ 0 h 238"/>
                <a:gd name="T8" fmla="*/ 0 w 244"/>
                <a:gd name="T9" fmla="*/ 15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238">
                  <a:moveTo>
                    <a:pt x="0" y="150"/>
                  </a:moveTo>
                  <a:lnTo>
                    <a:pt x="98" y="238"/>
                  </a:lnTo>
                  <a:lnTo>
                    <a:pt x="244" y="92"/>
                  </a:lnTo>
                  <a:lnTo>
                    <a:pt x="151" y="0"/>
                  </a:lnTo>
                  <a:lnTo>
                    <a:pt x="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39" name="Group 43"/>
          <p:cNvGrpSpPr/>
          <p:nvPr/>
        </p:nvGrpSpPr>
        <p:grpSpPr>
          <a:xfrm>
            <a:off x="3195603" y="447491"/>
            <a:ext cx="348242" cy="417431"/>
            <a:chOff x="342900" y="1943100"/>
            <a:chExt cx="239713" cy="287338"/>
          </a:xfrm>
          <a:solidFill>
            <a:schemeClr val="accent1"/>
          </a:solidFill>
        </p:grpSpPr>
        <p:sp>
          <p:nvSpPr>
            <p:cNvPr id="240" name="Freeform 1033"/>
            <p:cNvSpPr>
              <a:spLocks noEditPoints="1"/>
            </p:cNvSpPr>
            <p:nvPr/>
          </p:nvSpPr>
          <p:spPr bwMode="auto">
            <a:xfrm>
              <a:off x="342900" y="1943100"/>
              <a:ext cx="200025" cy="258763"/>
            </a:xfrm>
            <a:custGeom>
              <a:avLst/>
              <a:gdLst>
                <a:gd name="T0" fmla="*/ 350 w 506"/>
                <a:gd name="T1" fmla="*/ 12 h 651"/>
                <a:gd name="T2" fmla="*/ 494 w 506"/>
                <a:gd name="T3" fmla="*/ 156 h 651"/>
                <a:gd name="T4" fmla="*/ 350 w 506"/>
                <a:gd name="T5" fmla="*/ 156 h 651"/>
                <a:gd name="T6" fmla="*/ 350 w 506"/>
                <a:gd name="T7" fmla="*/ 12 h 651"/>
                <a:gd name="T8" fmla="*/ 314 w 506"/>
                <a:gd name="T9" fmla="*/ 509 h 651"/>
                <a:gd name="T10" fmla="*/ 309 w 506"/>
                <a:gd name="T11" fmla="*/ 499 h 651"/>
                <a:gd name="T12" fmla="*/ 306 w 506"/>
                <a:gd name="T13" fmla="*/ 489 h 651"/>
                <a:gd name="T14" fmla="*/ 303 w 506"/>
                <a:gd name="T15" fmla="*/ 477 h 651"/>
                <a:gd name="T16" fmla="*/ 302 w 506"/>
                <a:gd name="T17" fmla="*/ 466 h 651"/>
                <a:gd name="T18" fmla="*/ 302 w 506"/>
                <a:gd name="T19" fmla="*/ 455 h 651"/>
                <a:gd name="T20" fmla="*/ 303 w 506"/>
                <a:gd name="T21" fmla="*/ 444 h 651"/>
                <a:gd name="T22" fmla="*/ 306 w 506"/>
                <a:gd name="T23" fmla="*/ 433 h 651"/>
                <a:gd name="T24" fmla="*/ 309 w 506"/>
                <a:gd name="T25" fmla="*/ 422 h 651"/>
                <a:gd name="T26" fmla="*/ 306 w 506"/>
                <a:gd name="T27" fmla="*/ 412 h 651"/>
                <a:gd name="T28" fmla="*/ 303 w 506"/>
                <a:gd name="T29" fmla="*/ 401 h 651"/>
                <a:gd name="T30" fmla="*/ 302 w 506"/>
                <a:gd name="T31" fmla="*/ 390 h 651"/>
                <a:gd name="T32" fmla="*/ 302 w 506"/>
                <a:gd name="T33" fmla="*/ 378 h 651"/>
                <a:gd name="T34" fmla="*/ 303 w 506"/>
                <a:gd name="T35" fmla="*/ 368 h 651"/>
                <a:gd name="T36" fmla="*/ 306 w 506"/>
                <a:gd name="T37" fmla="*/ 357 h 651"/>
                <a:gd name="T38" fmla="*/ 309 w 506"/>
                <a:gd name="T39" fmla="*/ 346 h 651"/>
                <a:gd name="T40" fmla="*/ 314 w 506"/>
                <a:gd name="T41" fmla="*/ 336 h 651"/>
                <a:gd name="T42" fmla="*/ 321 w 506"/>
                <a:gd name="T43" fmla="*/ 326 h 651"/>
                <a:gd name="T44" fmla="*/ 328 w 506"/>
                <a:gd name="T45" fmla="*/ 318 h 651"/>
                <a:gd name="T46" fmla="*/ 336 w 506"/>
                <a:gd name="T47" fmla="*/ 310 h 651"/>
                <a:gd name="T48" fmla="*/ 345 w 506"/>
                <a:gd name="T49" fmla="*/ 304 h 651"/>
                <a:gd name="T50" fmla="*/ 355 w 506"/>
                <a:gd name="T51" fmla="*/ 299 h 651"/>
                <a:gd name="T52" fmla="*/ 365 w 506"/>
                <a:gd name="T53" fmla="*/ 294 h 651"/>
                <a:gd name="T54" fmla="*/ 375 w 506"/>
                <a:gd name="T55" fmla="*/ 291 h 651"/>
                <a:gd name="T56" fmla="*/ 386 w 506"/>
                <a:gd name="T57" fmla="*/ 289 h 651"/>
                <a:gd name="T58" fmla="*/ 393 w 506"/>
                <a:gd name="T59" fmla="*/ 281 h 651"/>
                <a:gd name="T60" fmla="*/ 402 w 506"/>
                <a:gd name="T61" fmla="*/ 272 h 651"/>
                <a:gd name="T62" fmla="*/ 411 w 506"/>
                <a:gd name="T63" fmla="*/ 265 h 651"/>
                <a:gd name="T64" fmla="*/ 421 w 506"/>
                <a:gd name="T65" fmla="*/ 260 h 651"/>
                <a:gd name="T66" fmla="*/ 431 w 506"/>
                <a:gd name="T67" fmla="*/ 255 h 651"/>
                <a:gd name="T68" fmla="*/ 441 w 506"/>
                <a:gd name="T69" fmla="*/ 252 h 651"/>
                <a:gd name="T70" fmla="*/ 453 w 506"/>
                <a:gd name="T71" fmla="*/ 250 h 651"/>
                <a:gd name="T72" fmla="*/ 464 w 506"/>
                <a:gd name="T73" fmla="*/ 249 h 651"/>
                <a:gd name="T74" fmla="*/ 475 w 506"/>
                <a:gd name="T75" fmla="*/ 250 h 651"/>
                <a:gd name="T76" fmla="*/ 486 w 506"/>
                <a:gd name="T77" fmla="*/ 252 h 651"/>
                <a:gd name="T78" fmla="*/ 496 w 506"/>
                <a:gd name="T79" fmla="*/ 255 h 651"/>
                <a:gd name="T80" fmla="*/ 506 w 506"/>
                <a:gd name="T81" fmla="*/ 259 h 651"/>
                <a:gd name="T82" fmla="*/ 506 w 506"/>
                <a:gd name="T83" fmla="*/ 156 h 651"/>
                <a:gd name="T84" fmla="*/ 506 w 506"/>
                <a:gd name="T85" fmla="*/ 152 h 651"/>
                <a:gd name="T86" fmla="*/ 503 w 506"/>
                <a:gd name="T87" fmla="*/ 148 h 651"/>
                <a:gd name="T88" fmla="*/ 358 w 506"/>
                <a:gd name="T89" fmla="*/ 3 h 651"/>
                <a:gd name="T90" fmla="*/ 354 w 506"/>
                <a:gd name="T91" fmla="*/ 1 h 651"/>
                <a:gd name="T92" fmla="*/ 350 w 506"/>
                <a:gd name="T93" fmla="*/ 0 h 651"/>
                <a:gd name="T94" fmla="*/ 12 w 506"/>
                <a:gd name="T95" fmla="*/ 0 h 651"/>
                <a:gd name="T96" fmla="*/ 8 w 506"/>
                <a:gd name="T97" fmla="*/ 1 h 651"/>
                <a:gd name="T98" fmla="*/ 4 w 506"/>
                <a:gd name="T99" fmla="*/ 4 h 651"/>
                <a:gd name="T100" fmla="*/ 1 w 506"/>
                <a:gd name="T101" fmla="*/ 7 h 651"/>
                <a:gd name="T102" fmla="*/ 0 w 506"/>
                <a:gd name="T103" fmla="*/ 12 h 651"/>
                <a:gd name="T104" fmla="*/ 0 w 506"/>
                <a:gd name="T105" fmla="*/ 638 h 651"/>
                <a:gd name="T106" fmla="*/ 1 w 506"/>
                <a:gd name="T107" fmla="*/ 644 h 651"/>
                <a:gd name="T108" fmla="*/ 4 w 506"/>
                <a:gd name="T109" fmla="*/ 647 h 651"/>
                <a:gd name="T110" fmla="*/ 8 w 506"/>
                <a:gd name="T111" fmla="*/ 650 h 651"/>
                <a:gd name="T112" fmla="*/ 12 w 506"/>
                <a:gd name="T113" fmla="*/ 651 h 651"/>
                <a:gd name="T114" fmla="*/ 337 w 506"/>
                <a:gd name="T115" fmla="*/ 651 h 651"/>
                <a:gd name="T116" fmla="*/ 337 w 506"/>
                <a:gd name="T117" fmla="*/ 535 h 651"/>
                <a:gd name="T118" fmla="*/ 331 w 506"/>
                <a:gd name="T119" fmla="*/ 530 h 651"/>
                <a:gd name="T120" fmla="*/ 325 w 506"/>
                <a:gd name="T121" fmla="*/ 523 h 651"/>
                <a:gd name="T122" fmla="*/ 319 w 506"/>
                <a:gd name="T123" fmla="*/ 517 h 651"/>
                <a:gd name="T124" fmla="*/ 314 w 506"/>
                <a:gd name="T125" fmla="*/ 509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06" h="651">
                  <a:moveTo>
                    <a:pt x="350" y="12"/>
                  </a:moveTo>
                  <a:lnTo>
                    <a:pt x="494" y="156"/>
                  </a:lnTo>
                  <a:lnTo>
                    <a:pt x="350" y="156"/>
                  </a:lnTo>
                  <a:lnTo>
                    <a:pt x="350" y="12"/>
                  </a:lnTo>
                  <a:close/>
                  <a:moveTo>
                    <a:pt x="314" y="509"/>
                  </a:moveTo>
                  <a:lnTo>
                    <a:pt x="309" y="499"/>
                  </a:lnTo>
                  <a:lnTo>
                    <a:pt x="306" y="489"/>
                  </a:lnTo>
                  <a:lnTo>
                    <a:pt x="303" y="477"/>
                  </a:lnTo>
                  <a:lnTo>
                    <a:pt x="302" y="466"/>
                  </a:lnTo>
                  <a:lnTo>
                    <a:pt x="302" y="455"/>
                  </a:lnTo>
                  <a:lnTo>
                    <a:pt x="303" y="444"/>
                  </a:lnTo>
                  <a:lnTo>
                    <a:pt x="306" y="433"/>
                  </a:lnTo>
                  <a:lnTo>
                    <a:pt x="309" y="422"/>
                  </a:lnTo>
                  <a:lnTo>
                    <a:pt x="306" y="412"/>
                  </a:lnTo>
                  <a:lnTo>
                    <a:pt x="303" y="401"/>
                  </a:lnTo>
                  <a:lnTo>
                    <a:pt x="302" y="390"/>
                  </a:lnTo>
                  <a:lnTo>
                    <a:pt x="302" y="378"/>
                  </a:lnTo>
                  <a:lnTo>
                    <a:pt x="303" y="368"/>
                  </a:lnTo>
                  <a:lnTo>
                    <a:pt x="306" y="357"/>
                  </a:lnTo>
                  <a:lnTo>
                    <a:pt x="309" y="346"/>
                  </a:lnTo>
                  <a:lnTo>
                    <a:pt x="314" y="336"/>
                  </a:lnTo>
                  <a:lnTo>
                    <a:pt x="321" y="326"/>
                  </a:lnTo>
                  <a:lnTo>
                    <a:pt x="328" y="318"/>
                  </a:lnTo>
                  <a:lnTo>
                    <a:pt x="336" y="310"/>
                  </a:lnTo>
                  <a:lnTo>
                    <a:pt x="345" y="304"/>
                  </a:lnTo>
                  <a:lnTo>
                    <a:pt x="355" y="299"/>
                  </a:lnTo>
                  <a:lnTo>
                    <a:pt x="365" y="294"/>
                  </a:lnTo>
                  <a:lnTo>
                    <a:pt x="375" y="291"/>
                  </a:lnTo>
                  <a:lnTo>
                    <a:pt x="386" y="289"/>
                  </a:lnTo>
                  <a:lnTo>
                    <a:pt x="393" y="281"/>
                  </a:lnTo>
                  <a:lnTo>
                    <a:pt x="402" y="272"/>
                  </a:lnTo>
                  <a:lnTo>
                    <a:pt x="411" y="265"/>
                  </a:lnTo>
                  <a:lnTo>
                    <a:pt x="421" y="260"/>
                  </a:lnTo>
                  <a:lnTo>
                    <a:pt x="431" y="255"/>
                  </a:lnTo>
                  <a:lnTo>
                    <a:pt x="441" y="252"/>
                  </a:lnTo>
                  <a:lnTo>
                    <a:pt x="453" y="250"/>
                  </a:lnTo>
                  <a:lnTo>
                    <a:pt x="464" y="249"/>
                  </a:lnTo>
                  <a:lnTo>
                    <a:pt x="475" y="250"/>
                  </a:lnTo>
                  <a:lnTo>
                    <a:pt x="486" y="252"/>
                  </a:lnTo>
                  <a:lnTo>
                    <a:pt x="496" y="255"/>
                  </a:lnTo>
                  <a:lnTo>
                    <a:pt x="506" y="259"/>
                  </a:lnTo>
                  <a:lnTo>
                    <a:pt x="506" y="156"/>
                  </a:lnTo>
                  <a:lnTo>
                    <a:pt x="506" y="152"/>
                  </a:lnTo>
                  <a:lnTo>
                    <a:pt x="503" y="148"/>
                  </a:lnTo>
                  <a:lnTo>
                    <a:pt x="358" y="3"/>
                  </a:lnTo>
                  <a:lnTo>
                    <a:pt x="354" y="1"/>
                  </a:lnTo>
                  <a:lnTo>
                    <a:pt x="350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638"/>
                  </a:lnTo>
                  <a:lnTo>
                    <a:pt x="1" y="644"/>
                  </a:lnTo>
                  <a:lnTo>
                    <a:pt x="4" y="647"/>
                  </a:lnTo>
                  <a:lnTo>
                    <a:pt x="8" y="650"/>
                  </a:lnTo>
                  <a:lnTo>
                    <a:pt x="12" y="651"/>
                  </a:lnTo>
                  <a:lnTo>
                    <a:pt x="337" y="651"/>
                  </a:lnTo>
                  <a:lnTo>
                    <a:pt x="337" y="535"/>
                  </a:lnTo>
                  <a:lnTo>
                    <a:pt x="331" y="530"/>
                  </a:lnTo>
                  <a:lnTo>
                    <a:pt x="325" y="523"/>
                  </a:lnTo>
                  <a:lnTo>
                    <a:pt x="319" y="517"/>
                  </a:lnTo>
                  <a:lnTo>
                    <a:pt x="314" y="5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1" name="Freeform 1034"/>
            <p:cNvSpPr/>
            <p:nvPr/>
          </p:nvSpPr>
          <p:spPr bwMode="auto">
            <a:xfrm>
              <a:off x="485775" y="2159000"/>
              <a:ext cx="87313" cy="71438"/>
            </a:xfrm>
            <a:custGeom>
              <a:avLst/>
              <a:gdLst>
                <a:gd name="T0" fmla="*/ 102 w 216"/>
                <a:gd name="T1" fmla="*/ 50 h 178"/>
                <a:gd name="T2" fmla="*/ 91 w 216"/>
                <a:gd name="T3" fmla="*/ 50 h 178"/>
                <a:gd name="T4" fmla="*/ 79 w 216"/>
                <a:gd name="T5" fmla="*/ 48 h 178"/>
                <a:gd name="T6" fmla="*/ 69 w 216"/>
                <a:gd name="T7" fmla="*/ 45 h 178"/>
                <a:gd name="T8" fmla="*/ 59 w 216"/>
                <a:gd name="T9" fmla="*/ 39 h 178"/>
                <a:gd name="T10" fmla="*/ 49 w 216"/>
                <a:gd name="T11" fmla="*/ 34 h 178"/>
                <a:gd name="T12" fmla="*/ 40 w 216"/>
                <a:gd name="T13" fmla="*/ 27 h 178"/>
                <a:gd name="T14" fmla="*/ 31 w 216"/>
                <a:gd name="T15" fmla="*/ 20 h 178"/>
                <a:gd name="T16" fmla="*/ 24 w 216"/>
                <a:gd name="T17" fmla="*/ 12 h 178"/>
                <a:gd name="T18" fmla="*/ 12 w 216"/>
                <a:gd name="T19" fmla="*/ 9 h 178"/>
                <a:gd name="T20" fmla="*/ 0 w 216"/>
                <a:gd name="T21" fmla="*/ 6 h 178"/>
                <a:gd name="T22" fmla="*/ 0 w 216"/>
                <a:gd name="T23" fmla="*/ 166 h 178"/>
                <a:gd name="T24" fmla="*/ 0 w 216"/>
                <a:gd name="T25" fmla="*/ 169 h 178"/>
                <a:gd name="T26" fmla="*/ 2 w 216"/>
                <a:gd name="T27" fmla="*/ 172 h 178"/>
                <a:gd name="T28" fmla="*/ 4 w 216"/>
                <a:gd name="T29" fmla="*/ 175 h 178"/>
                <a:gd name="T30" fmla="*/ 6 w 216"/>
                <a:gd name="T31" fmla="*/ 176 h 178"/>
                <a:gd name="T32" fmla="*/ 9 w 216"/>
                <a:gd name="T33" fmla="*/ 178 h 178"/>
                <a:gd name="T34" fmla="*/ 13 w 216"/>
                <a:gd name="T35" fmla="*/ 178 h 178"/>
                <a:gd name="T36" fmla="*/ 16 w 216"/>
                <a:gd name="T37" fmla="*/ 177 h 178"/>
                <a:gd name="T38" fmla="*/ 19 w 216"/>
                <a:gd name="T39" fmla="*/ 175 h 178"/>
                <a:gd name="T40" fmla="*/ 108 w 216"/>
                <a:gd name="T41" fmla="*/ 109 h 178"/>
                <a:gd name="T42" fmla="*/ 197 w 216"/>
                <a:gd name="T43" fmla="*/ 175 h 178"/>
                <a:gd name="T44" fmla="*/ 201 w 216"/>
                <a:gd name="T45" fmla="*/ 177 h 178"/>
                <a:gd name="T46" fmla="*/ 205 w 216"/>
                <a:gd name="T47" fmla="*/ 178 h 178"/>
                <a:gd name="T48" fmla="*/ 207 w 216"/>
                <a:gd name="T49" fmla="*/ 177 h 178"/>
                <a:gd name="T50" fmla="*/ 210 w 216"/>
                <a:gd name="T51" fmla="*/ 176 h 178"/>
                <a:gd name="T52" fmla="*/ 213 w 216"/>
                <a:gd name="T53" fmla="*/ 175 h 178"/>
                <a:gd name="T54" fmla="*/ 215 w 216"/>
                <a:gd name="T55" fmla="*/ 172 h 178"/>
                <a:gd name="T56" fmla="*/ 216 w 216"/>
                <a:gd name="T57" fmla="*/ 169 h 178"/>
                <a:gd name="T58" fmla="*/ 216 w 216"/>
                <a:gd name="T59" fmla="*/ 166 h 178"/>
                <a:gd name="T60" fmla="*/ 216 w 216"/>
                <a:gd name="T61" fmla="*/ 0 h 178"/>
                <a:gd name="T62" fmla="*/ 208 w 216"/>
                <a:gd name="T63" fmla="*/ 4 h 178"/>
                <a:gd name="T64" fmla="*/ 199 w 216"/>
                <a:gd name="T65" fmla="*/ 7 h 178"/>
                <a:gd name="T66" fmla="*/ 189 w 216"/>
                <a:gd name="T67" fmla="*/ 10 h 178"/>
                <a:gd name="T68" fmla="*/ 179 w 216"/>
                <a:gd name="T69" fmla="*/ 12 h 178"/>
                <a:gd name="T70" fmla="*/ 172 w 216"/>
                <a:gd name="T71" fmla="*/ 20 h 178"/>
                <a:gd name="T72" fmla="*/ 164 w 216"/>
                <a:gd name="T73" fmla="*/ 27 h 178"/>
                <a:gd name="T74" fmla="*/ 155 w 216"/>
                <a:gd name="T75" fmla="*/ 34 h 178"/>
                <a:gd name="T76" fmla="*/ 146 w 216"/>
                <a:gd name="T77" fmla="*/ 39 h 178"/>
                <a:gd name="T78" fmla="*/ 135 w 216"/>
                <a:gd name="T79" fmla="*/ 45 h 178"/>
                <a:gd name="T80" fmla="*/ 124 w 216"/>
                <a:gd name="T81" fmla="*/ 48 h 178"/>
                <a:gd name="T82" fmla="*/ 113 w 216"/>
                <a:gd name="T83" fmla="*/ 50 h 178"/>
                <a:gd name="T84" fmla="*/ 102 w 216"/>
                <a:gd name="T85" fmla="*/ 5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6" h="178">
                  <a:moveTo>
                    <a:pt x="102" y="50"/>
                  </a:moveTo>
                  <a:lnTo>
                    <a:pt x="91" y="50"/>
                  </a:lnTo>
                  <a:lnTo>
                    <a:pt x="79" y="48"/>
                  </a:lnTo>
                  <a:lnTo>
                    <a:pt x="69" y="45"/>
                  </a:lnTo>
                  <a:lnTo>
                    <a:pt x="59" y="39"/>
                  </a:lnTo>
                  <a:lnTo>
                    <a:pt x="49" y="34"/>
                  </a:lnTo>
                  <a:lnTo>
                    <a:pt x="40" y="27"/>
                  </a:lnTo>
                  <a:lnTo>
                    <a:pt x="31" y="20"/>
                  </a:lnTo>
                  <a:lnTo>
                    <a:pt x="24" y="12"/>
                  </a:lnTo>
                  <a:lnTo>
                    <a:pt x="12" y="9"/>
                  </a:lnTo>
                  <a:lnTo>
                    <a:pt x="0" y="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2" y="172"/>
                  </a:lnTo>
                  <a:lnTo>
                    <a:pt x="4" y="175"/>
                  </a:lnTo>
                  <a:lnTo>
                    <a:pt x="6" y="176"/>
                  </a:lnTo>
                  <a:lnTo>
                    <a:pt x="9" y="178"/>
                  </a:lnTo>
                  <a:lnTo>
                    <a:pt x="13" y="178"/>
                  </a:lnTo>
                  <a:lnTo>
                    <a:pt x="16" y="177"/>
                  </a:lnTo>
                  <a:lnTo>
                    <a:pt x="19" y="175"/>
                  </a:lnTo>
                  <a:lnTo>
                    <a:pt x="108" y="109"/>
                  </a:lnTo>
                  <a:lnTo>
                    <a:pt x="197" y="175"/>
                  </a:lnTo>
                  <a:lnTo>
                    <a:pt x="201" y="177"/>
                  </a:lnTo>
                  <a:lnTo>
                    <a:pt x="205" y="178"/>
                  </a:lnTo>
                  <a:lnTo>
                    <a:pt x="207" y="177"/>
                  </a:lnTo>
                  <a:lnTo>
                    <a:pt x="210" y="176"/>
                  </a:lnTo>
                  <a:lnTo>
                    <a:pt x="213" y="175"/>
                  </a:lnTo>
                  <a:lnTo>
                    <a:pt x="215" y="172"/>
                  </a:lnTo>
                  <a:lnTo>
                    <a:pt x="216" y="169"/>
                  </a:lnTo>
                  <a:lnTo>
                    <a:pt x="216" y="166"/>
                  </a:lnTo>
                  <a:lnTo>
                    <a:pt x="216" y="0"/>
                  </a:lnTo>
                  <a:lnTo>
                    <a:pt x="208" y="4"/>
                  </a:lnTo>
                  <a:lnTo>
                    <a:pt x="199" y="7"/>
                  </a:lnTo>
                  <a:lnTo>
                    <a:pt x="189" y="10"/>
                  </a:lnTo>
                  <a:lnTo>
                    <a:pt x="179" y="12"/>
                  </a:lnTo>
                  <a:lnTo>
                    <a:pt x="172" y="20"/>
                  </a:lnTo>
                  <a:lnTo>
                    <a:pt x="164" y="27"/>
                  </a:lnTo>
                  <a:lnTo>
                    <a:pt x="155" y="34"/>
                  </a:lnTo>
                  <a:lnTo>
                    <a:pt x="146" y="39"/>
                  </a:lnTo>
                  <a:lnTo>
                    <a:pt x="135" y="45"/>
                  </a:lnTo>
                  <a:lnTo>
                    <a:pt x="124" y="48"/>
                  </a:lnTo>
                  <a:lnTo>
                    <a:pt x="113" y="50"/>
                  </a:lnTo>
                  <a:lnTo>
                    <a:pt x="102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2" name="Freeform 1035"/>
            <p:cNvSpPr>
              <a:spLocks noEditPoints="1"/>
            </p:cNvSpPr>
            <p:nvPr/>
          </p:nvSpPr>
          <p:spPr bwMode="auto">
            <a:xfrm>
              <a:off x="471488" y="2051050"/>
              <a:ext cx="111125" cy="119063"/>
            </a:xfrm>
            <a:custGeom>
              <a:avLst/>
              <a:gdLst>
                <a:gd name="T0" fmla="*/ 121 w 277"/>
                <a:gd name="T1" fmla="*/ 204 h 298"/>
                <a:gd name="T2" fmla="*/ 99 w 277"/>
                <a:gd name="T3" fmla="*/ 187 h 298"/>
                <a:gd name="T4" fmla="*/ 86 w 277"/>
                <a:gd name="T5" fmla="*/ 160 h 298"/>
                <a:gd name="T6" fmla="*/ 88 w 277"/>
                <a:gd name="T7" fmla="*/ 131 h 298"/>
                <a:gd name="T8" fmla="*/ 102 w 277"/>
                <a:gd name="T9" fmla="*/ 106 h 298"/>
                <a:gd name="T10" fmla="*/ 128 w 277"/>
                <a:gd name="T11" fmla="*/ 91 h 298"/>
                <a:gd name="T12" fmla="*/ 157 w 277"/>
                <a:gd name="T13" fmla="*/ 89 h 298"/>
                <a:gd name="T14" fmla="*/ 184 w 277"/>
                <a:gd name="T15" fmla="*/ 102 h 298"/>
                <a:gd name="T16" fmla="*/ 200 w 277"/>
                <a:gd name="T17" fmla="*/ 126 h 298"/>
                <a:gd name="T18" fmla="*/ 205 w 277"/>
                <a:gd name="T19" fmla="*/ 154 h 298"/>
                <a:gd name="T20" fmla="*/ 195 w 277"/>
                <a:gd name="T21" fmla="*/ 183 h 298"/>
                <a:gd name="T22" fmla="*/ 173 w 277"/>
                <a:gd name="T23" fmla="*/ 201 h 298"/>
                <a:gd name="T24" fmla="*/ 145 w 277"/>
                <a:gd name="T25" fmla="*/ 208 h 298"/>
                <a:gd name="T26" fmla="*/ 276 w 277"/>
                <a:gd name="T27" fmla="*/ 175 h 298"/>
                <a:gd name="T28" fmla="*/ 273 w 277"/>
                <a:gd name="T29" fmla="*/ 163 h 298"/>
                <a:gd name="T30" fmla="*/ 266 w 277"/>
                <a:gd name="T31" fmla="*/ 149 h 298"/>
                <a:gd name="T32" fmla="*/ 273 w 277"/>
                <a:gd name="T33" fmla="*/ 136 h 298"/>
                <a:gd name="T34" fmla="*/ 276 w 277"/>
                <a:gd name="T35" fmla="*/ 125 h 298"/>
                <a:gd name="T36" fmla="*/ 277 w 277"/>
                <a:gd name="T37" fmla="*/ 113 h 298"/>
                <a:gd name="T38" fmla="*/ 276 w 277"/>
                <a:gd name="T39" fmla="*/ 101 h 298"/>
                <a:gd name="T40" fmla="*/ 274 w 277"/>
                <a:gd name="T41" fmla="*/ 90 h 298"/>
                <a:gd name="T42" fmla="*/ 268 w 277"/>
                <a:gd name="T43" fmla="*/ 76 h 298"/>
                <a:gd name="T44" fmla="*/ 265 w 277"/>
                <a:gd name="T45" fmla="*/ 71 h 298"/>
                <a:gd name="T46" fmla="*/ 256 w 277"/>
                <a:gd name="T47" fmla="*/ 60 h 298"/>
                <a:gd name="T48" fmla="*/ 248 w 277"/>
                <a:gd name="T49" fmla="*/ 53 h 298"/>
                <a:gd name="T50" fmla="*/ 239 w 277"/>
                <a:gd name="T51" fmla="*/ 47 h 298"/>
                <a:gd name="T52" fmla="*/ 228 w 277"/>
                <a:gd name="T53" fmla="*/ 42 h 298"/>
                <a:gd name="T54" fmla="*/ 215 w 277"/>
                <a:gd name="T55" fmla="*/ 40 h 298"/>
                <a:gd name="T56" fmla="*/ 201 w 277"/>
                <a:gd name="T57" fmla="*/ 35 h 298"/>
                <a:gd name="T58" fmla="*/ 193 w 277"/>
                <a:gd name="T59" fmla="*/ 25 h 298"/>
                <a:gd name="T60" fmla="*/ 185 w 277"/>
                <a:gd name="T61" fmla="*/ 17 h 298"/>
                <a:gd name="T62" fmla="*/ 171 w 277"/>
                <a:gd name="T63" fmla="*/ 8 h 298"/>
                <a:gd name="T64" fmla="*/ 120 w 277"/>
                <a:gd name="T65" fmla="*/ 2 h 298"/>
                <a:gd name="T66" fmla="*/ 84 w 277"/>
                <a:gd name="T67" fmla="*/ 27 h 298"/>
                <a:gd name="T68" fmla="*/ 68 w 277"/>
                <a:gd name="T69" fmla="*/ 39 h 298"/>
                <a:gd name="T70" fmla="*/ 28 w 277"/>
                <a:gd name="T71" fmla="*/ 55 h 298"/>
                <a:gd name="T72" fmla="*/ 3 w 277"/>
                <a:gd name="T73" fmla="*/ 92 h 298"/>
                <a:gd name="T74" fmla="*/ 4 w 277"/>
                <a:gd name="T75" fmla="*/ 135 h 298"/>
                <a:gd name="T76" fmla="*/ 8 w 277"/>
                <a:gd name="T77" fmla="*/ 154 h 298"/>
                <a:gd name="T78" fmla="*/ 1 w 277"/>
                <a:gd name="T79" fmla="*/ 198 h 298"/>
                <a:gd name="T80" fmla="*/ 12 w 277"/>
                <a:gd name="T81" fmla="*/ 227 h 298"/>
                <a:gd name="T82" fmla="*/ 16 w 277"/>
                <a:gd name="T83" fmla="*/ 233 h 298"/>
                <a:gd name="T84" fmla="*/ 26 w 277"/>
                <a:gd name="T85" fmla="*/ 243 h 298"/>
                <a:gd name="T86" fmla="*/ 37 w 277"/>
                <a:gd name="T87" fmla="*/ 249 h 298"/>
                <a:gd name="T88" fmla="*/ 68 w 277"/>
                <a:gd name="T89" fmla="*/ 260 h 298"/>
                <a:gd name="T90" fmla="*/ 84 w 277"/>
                <a:gd name="T91" fmla="*/ 273 h 298"/>
                <a:gd name="T92" fmla="*/ 121 w 277"/>
                <a:gd name="T93" fmla="*/ 296 h 298"/>
                <a:gd name="T94" fmla="*/ 165 w 277"/>
                <a:gd name="T95" fmla="*/ 293 h 298"/>
                <a:gd name="T96" fmla="*/ 200 w 277"/>
                <a:gd name="T97" fmla="*/ 266 h 298"/>
                <a:gd name="T98" fmla="*/ 215 w 277"/>
                <a:gd name="T99" fmla="*/ 259 h 298"/>
                <a:gd name="T100" fmla="*/ 253 w 277"/>
                <a:gd name="T101" fmla="*/ 241 h 298"/>
                <a:gd name="T102" fmla="*/ 256 w 277"/>
                <a:gd name="T103" fmla="*/ 239 h 298"/>
                <a:gd name="T104" fmla="*/ 265 w 277"/>
                <a:gd name="T105" fmla="*/ 228 h 298"/>
                <a:gd name="T106" fmla="*/ 273 w 277"/>
                <a:gd name="T107" fmla="*/ 212 h 298"/>
                <a:gd name="T108" fmla="*/ 276 w 277"/>
                <a:gd name="T109" fmla="*/ 199 h 298"/>
                <a:gd name="T110" fmla="*/ 277 w 277"/>
                <a:gd name="T111" fmla="*/ 18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7" h="298">
                  <a:moveTo>
                    <a:pt x="145" y="208"/>
                  </a:moveTo>
                  <a:lnTo>
                    <a:pt x="139" y="208"/>
                  </a:lnTo>
                  <a:lnTo>
                    <a:pt x="133" y="207"/>
                  </a:lnTo>
                  <a:lnTo>
                    <a:pt x="128" y="206"/>
                  </a:lnTo>
                  <a:lnTo>
                    <a:pt x="121" y="204"/>
                  </a:lnTo>
                  <a:lnTo>
                    <a:pt x="116" y="201"/>
                  </a:lnTo>
                  <a:lnTo>
                    <a:pt x="111" y="198"/>
                  </a:lnTo>
                  <a:lnTo>
                    <a:pt x="107" y="195"/>
                  </a:lnTo>
                  <a:lnTo>
                    <a:pt x="102" y="191"/>
                  </a:lnTo>
                  <a:lnTo>
                    <a:pt x="99" y="187"/>
                  </a:lnTo>
                  <a:lnTo>
                    <a:pt x="95" y="183"/>
                  </a:lnTo>
                  <a:lnTo>
                    <a:pt x="92" y="178"/>
                  </a:lnTo>
                  <a:lnTo>
                    <a:pt x="90" y="172"/>
                  </a:lnTo>
                  <a:lnTo>
                    <a:pt x="88" y="167"/>
                  </a:lnTo>
                  <a:lnTo>
                    <a:pt x="86" y="160"/>
                  </a:lnTo>
                  <a:lnTo>
                    <a:pt x="85" y="154"/>
                  </a:lnTo>
                  <a:lnTo>
                    <a:pt x="85" y="148"/>
                  </a:lnTo>
                  <a:lnTo>
                    <a:pt x="85" y="142"/>
                  </a:lnTo>
                  <a:lnTo>
                    <a:pt x="86" y="137"/>
                  </a:lnTo>
                  <a:lnTo>
                    <a:pt x="88" y="131"/>
                  </a:lnTo>
                  <a:lnTo>
                    <a:pt x="90" y="126"/>
                  </a:lnTo>
                  <a:lnTo>
                    <a:pt x="92" y="120"/>
                  </a:lnTo>
                  <a:lnTo>
                    <a:pt x="95" y="116"/>
                  </a:lnTo>
                  <a:lnTo>
                    <a:pt x="99" y="111"/>
                  </a:lnTo>
                  <a:lnTo>
                    <a:pt x="102" y="106"/>
                  </a:lnTo>
                  <a:lnTo>
                    <a:pt x="107" y="102"/>
                  </a:lnTo>
                  <a:lnTo>
                    <a:pt x="111" y="99"/>
                  </a:lnTo>
                  <a:lnTo>
                    <a:pt x="116" y="96"/>
                  </a:lnTo>
                  <a:lnTo>
                    <a:pt x="121" y="93"/>
                  </a:lnTo>
                  <a:lnTo>
                    <a:pt x="128" y="91"/>
                  </a:lnTo>
                  <a:lnTo>
                    <a:pt x="133" y="89"/>
                  </a:lnTo>
                  <a:lnTo>
                    <a:pt x="139" y="89"/>
                  </a:lnTo>
                  <a:lnTo>
                    <a:pt x="145" y="88"/>
                  </a:lnTo>
                  <a:lnTo>
                    <a:pt x="151" y="89"/>
                  </a:lnTo>
                  <a:lnTo>
                    <a:pt x="157" y="89"/>
                  </a:lnTo>
                  <a:lnTo>
                    <a:pt x="163" y="91"/>
                  </a:lnTo>
                  <a:lnTo>
                    <a:pt x="168" y="93"/>
                  </a:lnTo>
                  <a:lnTo>
                    <a:pt x="173" y="96"/>
                  </a:lnTo>
                  <a:lnTo>
                    <a:pt x="179" y="99"/>
                  </a:lnTo>
                  <a:lnTo>
                    <a:pt x="184" y="102"/>
                  </a:lnTo>
                  <a:lnTo>
                    <a:pt x="188" y="106"/>
                  </a:lnTo>
                  <a:lnTo>
                    <a:pt x="192" y="111"/>
                  </a:lnTo>
                  <a:lnTo>
                    <a:pt x="195" y="116"/>
                  </a:lnTo>
                  <a:lnTo>
                    <a:pt x="198" y="120"/>
                  </a:lnTo>
                  <a:lnTo>
                    <a:pt x="200" y="126"/>
                  </a:lnTo>
                  <a:lnTo>
                    <a:pt x="202" y="131"/>
                  </a:lnTo>
                  <a:lnTo>
                    <a:pt x="204" y="137"/>
                  </a:lnTo>
                  <a:lnTo>
                    <a:pt x="205" y="142"/>
                  </a:lnTo>
                  <a:lnTo>
                    <a:pt x="205" y="148"/>
                  </a:lnTo>
                  <a:lnTo>
                    <a:pt x="205" y="154"/>
                  </a:lnTo>
                  <a:lnTo>
                    <a:pt x="204" y="160"/>
                  </a:lnTo>
                  <a:lnTo>
                    <a:pt x="202" y="167"/>
                  </a:lnTo>
                  <a:lnTo>
                    <a:pt x="200" y="172"/>
                  </a:lnTo>
                  <a:lnTo>
                    <a:pt x="198" y="178"/>
                  </a:lnTo>
                  <a:lnTo>
                    <a:pt x="195" y="183"/>
                  </a:lnTo>
                  <a:lnTo>
                    <a:pt x="192" y="187"/>
                  </a:lnTo>
                  <a:lnTo>
                    <a:pt x="188" y="191"/>
                  </a:lnTo>
                  <a:lnTo>
                    <a:pt x="184" y="195"/>
                  </a:lnTo>
                  <a:lnTo>
                    <a:pt x="179" y="198"/>
                  </a:lnTo>
                  <a:lnTo>
                    <a:pt x="173" y="201"/>
                  </a:lnTo>
                  <a:lnTo>
                    <a:pt x="168" y="204"/>
                  </a:lnTo>
                  <a:lnTo>
                    <a:pt x="163" y="206"/>
                  </a:lnTo>
                  <a:lnTo>
                    <a:pt x="157" y="207"/>
                  </a:lnTo>
                  <a:lnTo>
                    <a:pt x="151" y="208"/>
                  </a:lnTo>
                  <a:lnTo>
                    <a:pt x="145" y="208"/>
                  </a:lnTo>
                  <a:close/>
                  <a:moveTo>
                    <a:pt x="277" y="184"/>
                  </a:moveTo>
                  <a:lnTo>
                    <a:pt x="277" y="181"/>
                  </a:lnTo>
                  <a:lnTo>
                    <a:pt x="276" y="179"/>
                  </a:lnTo>
                  <a:lnTo>
                    <a:pt x="276" y="177"/>
                  </a:lnTo>
                  <a:lnTo>
                    <a:pt x="276" y="175"/>
                  </a:lnTo>
                  <a:lnTo>
                    <a:pt x="275" y="172"/>
                  </a:lnTo>
                  <a:lnTo>
                    <a:pt x="275" y="169"/>
                  </a:lnTo>
                  <a:lnTo>
                    <a:pt x="274" y="168"/>
                  </a:lnTo>
                  <a:lnTo>
                    <a:pt x="274" y="166"/>
                  </a:lnTo>
                  <a:lnTo>
                    <a:pt x="273" y="163"/>
                  </a:lnTo>
                  <a:lnTo>
                    <a:pt x="272" y="160"/>
                  </a:lnTo>
                  <a:lnTo>
                    <a:pt x="271" y="158"/>
                  </a:lnTo>
                  <a:lnTo>
                    <a:pt x="270" y="157"/>
                  </a:lnTo>
                  <a:lnTo>
                    <a:pt x="268" y="153"/>
                  </a:lnTo>
                  <a:lnTo>
                    <a:pt x="266" y="149"/>
                  </a:lnTo>
                  <a:lnTo>
                    <a:pt x="268" y="146"/>
                  </a:lnTo>
                  <a:lnTo>
                    <a:pt x="270" y="142"/>
                  </a:lnTo>
                  <a:lnTo>
                    <a:pt x="271" y="141"/>
                  </a:lnTo>
                  <a:lnTo>
                    <a:pt x="272" y="139"/>
                  </a:lnTo>
                  <a:lnTo>
                    <a:pt x="273" y="136"/>
                  </a:lnTo>
                  <a:lnTo>
                    <a:pt x="274" y="133"/>
                  </a:lnTo>
                  <a:lnTo>
                    <a:pt x="274" y="131"/>
                  </a:lnTo>
                  <a:lnTo>
                    <a:pt x="275" y="129"/>
                  </a:lnTo>
                  <a:lnTo>
                    <a:pt x="275" y="127"/>
                  </a:lnTo>
                  <a:lnTo>
                    <a:pt x="276" y="125"/>
                  </a:lnTo>
                  <a:lnTo>
                    <a:pt x="276" y="123"/>
                  </a:lnTo>
                  <a:lnTo>
                    <a:pt x="276" y="121"/>
                  </a:lnTo>
                  <a:lnTo>
                    <a:pt x="277" y="118"/>
                  </a:lnTo>
                  <a:lnTo>
                    <a:pt x="277" y="115"/>
                  </a:lnTo>
                  <a:lnTo>
                    <a:pt x="277" y="113"/>
                  </a:lnTo>
                  <a:lnTo>
                    <a:pt x="277" y="112"/>
                  </a:lnTo>
                  <a:lnTo>
                    <a:pt x="277" y="108"/>
                  </a:lnTo>
                  <a:lnTo>
                    <a:pt x="277" y="106"/>
                  </a:lnTo>
                  <a:lnTo>
                    <a:pt x="277" y="103"/>
                  </a:lnTo>
                  <a:lnTo>
                    <a:pt x="276" y="101"/>
                  </a:lnTo>
                  <a:lnTo>
                    <a:pt x="276" y="99"/>
                  </a:lnTo>
                  <a:lnTo>
                    <a:pt x="275" y="97"/>
                  </a:lnTo>
                  <a:lnTo>
                    <a:pt x="275" y="95"/>
                  </a:lnTo>
                  <a:lnTo>
                    <a:pt x="275" y="93"/>
                  </a:lnTo>
                  <a:lnTo>
                    <a:pt x="274" y="90"/>
                  </a:lnTo>
                  <a:lnTo>
                    <a:pt x="273" y="87"/>
                  </a:lnTo>
                  <a:lnTo>
                    <a:pt x="272" y="85"/>
                  </a:lnTo>
                  <a:lnTo>
                    <a:pt x="272" y="84"/>
                  </a:lnTo>
                  <a:lnTo>
                    <a:pt x="270" y="80"/>
                  </a:lnTo>
                  <a:lnTo>
                    <a:pt x="268" y="76"/>
                  </a:lnTo>
                  <a:lnTo>
                    <a:pt x="268" y="76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5" y="71"/>
                  </a:lnTo>
                  <a:lnTo>
                    <a:pt x="262" y="67"/>
                  </a:lnTo>
                  <a:lnTo>
                    <a:pt x="262" y="67"/>
                  </a:lnTo>
                  <a:lnTo>
                    <a:pt x="261" y="66"/>
                  </a:lnTo>
                  <a:lnTo>
                    <a:pt x="258" y="63"/>
                  </a:lnTo>
                  <a:lnTo>
                    <a:pt x="256" y="60"/>
                  </a:lnTo>
                  <a:lnTo>
                    <a:pt x="255" y="60"/>
                  </a:lnTo>
                  <a:lnTo>
                    <a:pt x="255" y="60"/>
                  </a:lnTo>
                  <a:lnTo>
                    <a:pt x="252" y="56"/>
                  </a:lnTo>
                  <a:lnTo>
                    <a:pt x="249" y="53"/>
                  </a:lnTo>
                  <a:lnTo>
                    <a:pt x="248" y="53"/>
                  </a:lnTo>
                  <a:lnTo>
                    <a:pt x="247" y="52"/>
                  </a:lnTo>
                  <a:lnTo>
                    <a:pt x="244" y="50"/>
                  </a:lnTo>
                  <a:lnTo>
                    <a:pt x="241" y="48"/>
                  </a:lnTo>
                  <a:lnTo>
                    <a:pt x="240" y="48"/>
                  </a:lnTo>
                  <a:lnTo>
                    <a:pt x="239" y="47"/>
                  </a:lnTo>
                  <a:lnTo>
                    <a:pt x="236" y="45"/>
                  </a:lnTo>
                  <a:lnTo>
                    <a:pt x="233" y="45"/>
                  </a:lnTo>
                  <a:lnTo>
                    <a:pt x="232" y="44"/>
                  </a:lnTo>
                  <a:lnTo>
                    <a:pt x="230" y="44"/>
                  </a:lnTo>
                  <a:lnTo>
                    <a:pt x="228" y="42"/>
                  </a:lnTo>
                  <a:lnTo>
                    <a:pt x="224" y="41"/>
                  </a:lnTo>
                  <a:lnTo>
                    <a:pt x="222" y="41"/>
                  </a:lnTo>
                  <a:lnTo>
                    <a:pt x="220" y="40"/>
                  </a:lnTo>
                  <a:lnTo>
                    <a:pt x="218" y="40"/>
                  </a:lnTo>
                  <a:lnTo>
                    <a:pt x="215" y="40"/>
                  </a:lnTo>
                  <a:lnTo>
                    <a:pt x="213" y="39"/>
                  </a:lnTo>
                  <a:lnTo>
                    <a:pt x="211" y="39"/>
                  </a:lnTo>
                  <a:lnTo>
                    <a:pt x="207" y="39"/>
                  </a:lnTo>
                  <a:lnTo>
                    <a:pt x="203" y="39"/>
                  </a:lnTo>
                  <a:lnTo>
                    <a:pt x="201" y="35"/>
                  </a:lnTo>
                  <a:lnTo>
                    <a:pt x="199" y="32"/>
                  </a:lnTo>
                  <a:lnTo>
                    <a:pt x="197" y="30"/>
                  </a:lnTo>
                  <a:lnTo>
                    <a:pt x="196" y="28"/>
                  </a:lnTo>
                  <a:lnTo>
                    <a:pt x="194" y="26"/>
                  </a:lnTo>
                  <a:lnTo>
                    <a:pt x="193" y="25"/>
                  </a:lnTo>
                  <a:lnTo>
                    <a:pt x="191" y="23"/>
                  </a:lnTo>
                  <a:lnTo>
                    <a:pt x="190" y="22"/>
                  </a:lnTo>
                  <a:lnTo>
                    <a:pt x="188" y="21"/>
                  </a:lnTo>
                  <a:lnTo>
                    <a:pt x="186" y="19"/>
                  </a:lnTo>
                  <a:lnTo>
                    <a:pt x="185" y="17"/>
                  </a:lnTo>
                  <a:lnTo>
                    <a:pt x="183" y="16"/>
                  </a:lnTo>
                  <a:lnTo>
                    <a:pt x="182" y="15"/>
                  </a:lnTo>
                  <a:lnTo>
                    <a:pt x="181" y="15"/>
                  </a:lnTo>
                  <a:lnTo>
                    <a:pt x="181" y="14"/>
                  </a:lnTo>
                  <a:lnTo>
                    <a:pt x="171" y="8"/>
                  </a:lnTo>
                  <a:lnTo>
                    <a:pt x="161" y="3"/>
                  </a:lnTo>
                  <a:lnTo>
                    <a:pt x="150" y="1"/>
                  </a:lnTo>
                  <a:lnTo>
                    <a:pt x="139" y="0"/>
                  </a:lnTo>
                  <a:lnTo>
                    <a:pt x="130" y="1"/>
                  </a:lnTo>
                  <a:lnTo>
                    <a:pt x="120" y="2"/>
                  </a:lnTo>
                  <a:lnTo>
                    <a:pt x="112" y="5"/>
                  </a:lnTo>
                  <a:lnTo>
                    <a:pt x="104" y="10"/>
                  </a:lnTo>
                  <a:lnTo>
                    <a:pt x="97" y="15"/>
                  </a:lnTo>
                  <a:lnTo>
                    <a:pt x="90" y="20"/>
                  </a:lnTo>
                  <a:lnTo>
                    <a:pt x="84" y="27"/>
                  </a:lnTo>
                  <a:lnTo>
                    <a:pt x="79" y="34"/>
                  </a:lnTo>
                  <a:lnTo>
                    <a:pt x="77" y="36"/>
                  </a:lnTo>
                  <a:lnTo>
                    <a:pt x="75" y="37"/>
                  </a:lnTo>
                  <a:lnTo>
                    <a:pt x="72" y="38"/>
                  </a:lnTo>
                  <a:lnTo>
                    <a:pt x="68" y="39"/>
                  </a:lnTo>
                  <a:lnTo>
                    <a:pt x="60" y="40"/>
                  </a:lnTo>
                  <a:lnTo>
                    <a:pt x="51" y="42"/>
                  </a:lnTo>
                  <a:lnTo>
                    <a:pt x="43" y="45"/>
                  </a:lnTo>
                  <a:lnTo>
                    <a:pt x="35" y="49"/>
                  </a:lnTo>
                  <a:lnTo>
                    <a:pt x="28" y="55"/>
                  </a:lnTo>
                  <a:lnTo>
                    <a:pt x="22" y="61"/>
                  </a:lnTo>
                  <a:lnTo>
                    <a:pt x="15" y="68"/>
                  </a:lnTo>
                  <a:lnTo>
                    <a:pt x="10" y="75"/>
                  </a:lnTo>
                  <a:lnTo>
                    <a:pt x="6" y="83"/>
                  </a:lnTo>
                  <a:lnTo>
                    <a:pt x="3" y="92"/>
                  </a:lnTo>
                  <a:lnTo>
                    <a:pt x="1" y="100"/>
                  </a:lnTo>
                  <a:lnTo>
                    <a:pt x="0" y="109"/>
                  </a:lnTo>
                  <a:lnTo>
                    <a:pt x="1" y="119"/>
                  </a:lnTo>
                  <a:lnTo>
                    <a:pt x="2" y="127"/>
                  </a:lnTo>
                  <a:lnTo>
                    <a:pt x="4" y="135"/>
                  </a:lnTo>
                  <a:lnTo>
                    <a:pt x="8" y="144"/>
                  </a:lnTo>
                  <a:lnTo>
                    <a:pt x="9" y="146"/>
                  </a:lnTo>
                  <a:lnTo>
                    <a:pt x="9" y="149"/>
                  </a:lnTo>
                  <a:lnTo>
                    <a:pt x="9" y="152"/>
                  </a:lnTo>
                  <a:lnTo>
                    <a:pt x="8" y="154"/>
                  </a:lnTo>
                  <a:lnTo>
                    <a:pt x="4" y="163"/>
                  </a:lnTo>
                  <a:lnTo>
                    <a:pt x="2" y="172"/>
                  </a:lnTo>
                  <a:lnTo>
                    <a:pt x="1" y="181"/>
                  </a:lnTo>
                  <a:lnTo>
                    <a:pt x="0" y="189"/>
                  </a:lnTo>
                  <a:lnTo>
                    <a:pt x="1" y="198"/>
                  </a:lnTo>
                  <a:lnTo>
                    <a:pt x="3" y="207"/>
                  </a:lnTo>
                  <a:lnTo>
                    <a:pt x="6" y="217"/>
                  </a:lnTo>
                  <a:lnTo>
                    <a:pt x="10" y="225"/>
                  </a:lnTo>
                  <a:lnTo>
                    <a:pt x="11" y="226"/>
                  </a:lnTo>
                  <a:lnTo>
                    <a:pt x="12" y="227"/>
                  </a:lnTo>
                  <a:lnTo>
                    <a:pt x="12" y="227"/>
                  </a:lnTo>
                  <a:lnTo>
                    <a:pt x="14" y="230"/>
                  </a:lnTo>
                  <a:lnTo>
                    <a:pt x="15" y="232"/>
                  </a:lnTo>
                  <a:lnTo>
                    <a:pt x="16" y="232"/>
                  </a:lnTo>
                  <a:lnTo>
                    <a:pt x="16" y="233"/>
                  </a:lnTo>
                  <a:lnTo>
                    <a:pt x="20" y="236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3" y="240"/>
                  </a:lnTo>
                  <a:lnTo>
                    <a:pt x="26" y="243"/>
                  </a:lnTo>
                  <a:lnTo>
                    <a:pt x="30" y="246"/>
                  </a:lnTo>
                  <a:lnTo>
                    <a:pt x="30" y="246"/>
                  </a:lnTo>
                  <a:lnTo>
                    <a:pt x="30" y="246"/>
                  </a:lnTo>
                  <a:lnTo>
                    <a:pt x="33" y="248"/>
                  </a:lnTo>
                  <a:lnTo>
                    <a:pt x="37" y="249"/>
                  </a:lnTo>
                  <a:lnTo>
                    <a:pt x="37" y="249"/>
                  </a:lnTo>
                  <a:lnTo>
                    <a:pt x="44" y="253"/>
                  </a:lnTo>
                  <a:lnTo>
                    <a:pt x="52" y="257"/>
                  </a:lnTo>
                  <a:lnTo>
                    <a:pt x="60" y="259"/>
                  </a:lnTo>
                  <a:lnTo>
                    <a:pt x="68" y="260"/>
                  </a:lnTo>
                  <a:lnTo>
                    <a:pt x="72" y="260"/>
                  </a:lnTo>
                  <a:lnTo>
                    <a:pt x="75" y="261"/>
                  </a:lnTo>
                  <a:lnTo>
                    <a:pt x="77" y="263"/>
                  </a:lnTo>
                  <a:lnTo>
                    <a:pt x="79" y="266"/>
                  </a:lnTo>
                  <a:lnTo>
                    <a:pt x="84" y="273"/>
                  </a:lnTo>
                  <a:lnTo>
                    <a:pt x="90" y="279"/>
                  </a:lnTo>
                  <a:lnTo>
                    <a:pt x="97" y="285"/>
                  </a:lnTo>
                  <a:lnTo>
                    <a:pt x="104" y="289"/>
                  </a:lnTo>
                  <a:lnTo>
                    <a:pt x="112" y="293"/>
                  </a:lnTo>
                  <a:lnTo>
                    <a:pt x="121" y="296"/>
                  </a:lnTo>
                  <a:lnTo>
                    <a:pt x="130" y="297"/>
                  </a:lnTo>
                  <a:lnTo>
                    <a:pt x="139" y="298"/>
                  </a:lnTo>
                  <a:lnTo>
                    <a:pt x="148" y="297"/>
                  </a:lnTo>
                  <a:lnTo>
                    <a:pt x="157" y="296"/>
                  </a:lnTo>
                  <a:lnTo>
                    <a:pt x="165" y="293"/>
                  </a:lnTo>
                  <a:lnTo>
                    <a:pt x="173" y="289"/>
                  </a:lnTo>
                  <a:lnTo>
                    <a:pt x="181" y="285"/>
                  </a:lnTo>
                  <a:lnTo>
                    <a:pt x="188" y="279"/>
                  </a:lnTo>
                  <a:lnTo>
                    <a:pt x="194" y="273"/>
                  </a:lnTo>
                  <a:lnTo>
                    <a:pt x="200" y="266"/>
                  </a:lnTo>
                  <a:lnTo>
                    <a:pt x="201" y="263"/>
                  </a:lnTo>
                  <a:lnTo>
                    <a:pt x="204" y="261"/>
                  </a:lnTo>
                  <a:lnTo>
                    <a:pt x="206" y="260"/>
                  </a:lnTo>
                  <a:lnTo>
                    <a:pt x="209" y="260"/>
                  </a:lnTo>
                  <a:lnTo>
                    <a:pt x="215" y="259"/>
                  </a:lnTo>
                  <a:lnTo>
                    <a:pt x="221" y="258"/>
                  </a:lnTo>
                  <a:lnTo>
                    <a:pt x="228" y="256"/>
                  </a:lnTo>
                  <a:lnTo>
                    <a:pt x="233" y="254"/>
                  </a:lnTo>
                  <a:lnTo>
                    <a:pt x="244" y="248"/>
                  </a:lnTo>
                  <a:lnTo>
                    <a:pt x="253" y="241"/>
                  </a:lnTo>
                  <a:lnTo>
                    <a:pt x="253" y="241"/>
                  </a:lnTo>
                  <a:lnTo>
                    <a:pt x="254" y="241"/>
                  </a:lnTo>
                  <a:lnTo>
                    <a:pt x="255" y="240"/>
                  </a:lnTo>
                  <a:lnTo>
                    <a:pt x="256" y="239"/>
                  </a:lnTo>
                  <a:lnTo>
                    <a:pt x="256" y="239"/>
                  </a:lnTo>
                  <a:lnTo>
                    <a:pt x="259" y="236"/>
                  </a:lnTo>
                  <a:lnTo>
                    <a:pt x="261" y="233"/>
                  </a:lnTo>
                  <a:lnTo>
                    <a:pt x="262" y="232"/>
                  </a:lnTo>
                  <a:lnTo>
                    <a:pt x="262" y="232"/>
                  </a:lnTo>
                  <a:lnTo>
                    <a:pt x="265" y="228"/>
                  </a:lnTo>
                  <a:lnTo>
                    <a:pt x="267" y="225"/>
                  </a:lnTo>
                  <a:lnTo>
                    <a:pt x="270" y="220"/>
                  </a:lnTo>
                  <a:lnTo>
                    <a:pt x="272" y="215"/>
                  </a:lnTo>
                  <a:lnTo>
                    <a:pt x="272" y="215"/>
                  </a:lnTo>
                  <a:lnTo>
                    <a:pt x="273" y="212"/>
                  </a:lnTo>
                  <a:lnTo>
                    <a:pt x="274" y="209"/>
                  </a:lnTo>
                  <a:lnTo>
                    <a:pt x="275" y="206"/>
                  </a:lnTo>
                  <a:lnTo>
                    <a:pt x="275" y="204"/>
                  </a:lnTo>
                  <a:lnTo>
                    <a:pt x="275" y="202"/>
                  </a:lnTo>
                  <a:lnTo>
                    <a:pt x="276" y="199"/>
                  </a:lnTo>
                  <a:lnTo>
                    <a:pt x="276" y="197"/>
                  </a:lnTo>
                  <a:lnTo>
                    <a:pt x="277" y="195"/>
                  </a:lnTo>
                  <a:lnTo>
                    <a:pt x="277" y="193"/>
                  </a:lnTo>
                  <a:lnTo>
                    <a:pt x="277" y="191"/>
                  </a:lnTo>
                  <a:lnTo>
                    <a:pt x="277" y="188"/>
                  </a:lnTo>
                  <a:lnTo>
                    <a:pt x="277" y="186"/>
                  </a:lnTo>
                  <a:lnTo>
                    <a:pt x="277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43" name="Group 58"/>
          <p:cNvGrpSpPr/>
          <p:nvPr/>
        </p:nvGrpSpPr>
        <p:grpSpPr>
          <a:xfrm>
            <a:off x="3743506" y="447491"/>
            <a:ext cx="417431" cy="378224"/>
            <a:chOff x="6448425" y="796925"/>
            <a:chExt cx="287338" cy="260350"/>
          </a:xfrm>
          <a:solidFill>
            <a:schemeClr val="accent1"/>
          </a:solidFill>
        </p:grpSpPr>
        <p:sp>
          <p:nvSpPr>
            <p:cNvPr id="244" name="Freeform 3562"/>
            <p:cNvSpPr/>
            <p:nvPr/>
          </p:nvSpPr>
          <p:spPr bwMode="auto">
            <a:xfrm>
              <a:off x="6448425" y="796925"/>
              <a:ext cx="277812" cy="161925"/>
            </a:xfrm>
            <a:custGeom>
              <a:avLst/>
              <a:gdLst>
                <a:gd name="T0" fmla="*/ 8 w 701"/>
                <a:gd name="T1" fmla="*/ 285 h 408"/>
                <a:gd name="T2" fmla="*/ 5 w 701"/>
                <a:gd name="T3" fmla="*/ 288 h 408"/>
                <a:gd name="T4" fmla="*/ 2 w 701"/>
                <a:gd name="T5" fmla="*/ 290 h 408"/>
                <a:gd name="T6" fmla="*/ 1 w 701"/>
                <a:gd name="T7" fmla="*/ 293 h 408"/>
                <a:gd name="T8" fmla="*/ 0 w 701"/>
                <a:gd name="T9" fmla="*/ 297 h 408"/>
                <a:gd name="T10" fmla="*/ 1 w 701"/>
                <a:gd name="T11" fmla="*/ 300 h 408"/>
                <a:gd name="T12" fmla="*/ 2 w 701"/>
                <a:gd name="T13" fmla="*/ 303 h 408"/>
                <a:gd name="T14" fmla="*/ 5 w 701"/>
                <a:gd name="T15" fmla="*/ 306 h 408"/>
                <a:gd name="T16" fmla="*/ 8 w 701"/>
                <a:gd name="T17" fmla="*/ 308 h 408"/>
                <a:gd name="T18" fmla="*/ 259 w 701"/>
                <a:gd name="T19" fmla="*/ 408 h 408"/>
                <a:gd name="T20" fmla="*/ 701 w 701"/>
                <a:gd name="T21" fmla="*/ 0 h 408"/>
                <a:gd name="T22" fmla="*/ 8 w 701"/>
                <a:gd name="T23" fmla="*/ 285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1" h="408">
                  <a:moveTo>
                    <a:pt x="8" y="285"/>
                  </a:moveTo>
                  <a:lnTo>
                    <a:pt x="5" y="288"/>
                  </a:lnTo>
                  <a:lnTo>
                    <a:pt x="2" y="290"/>
                  </a:lnTo>
                  <a:lnTo>
                    <a:pt x="1" y="293"/>
                  </a:lnTo>
                  <a:lnTo>
                    <a:pt x="0" y="297"/>
                  </a:lnTo>
                  <a:lnTo>
                    <a:pt x="1" y="300"/>
                  </a:lnTo>
                  <a:lnTo>
                    <a:pt x="2" y="303"/>
                  </a:lnTo>
                  <a:lnTo>
                    <a:pt x="5" y="306"/>
                  </a:lnTo>
                  <a:lnTo>
                    <a:pt x="8" y="308"/>
                  </a:lnTo>
                  <a:lnTo>
                    <a:pt x="259" y="408"/>
                  </a:lnTo>
                  <a:lnTo>
                    <a:pt x="701" y="0"/>
                  </a:lnTo>
                  <a:lnTo>
                    <a:pt x="8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5" name="Freeform 3563"/>
            <p:cNvSpPr/>
            <p:nvPr/>
          </p:nvSpPr>
          <p:spPr bwMode="auto">
            <a:xfrm>
              <a:off x="6554788" y="800100"/>
              <a:ext cx="180975" cy="257175"/>
            </a:xfrm>
            <a:custGeom>
              <a:avLst/>
              <a:gdLst>
                <a:gd name="T0" fmla="*/ 0 w 456"/>
                <a:gd name="T1" fmla="*/ 424 h 646"/>
                <a:gd name="T2" fmla="*/ 0 w 456"/>
                <a:gd name="T3" fmla="*/ 635 h 646"/>
                <a:gd name="T4" fmla="*/ 0 w 456"/>
                <a:gd name="T5" fmla="*/ 639 h 646"/>
                <a:gd name="T6" fmla="*/ 3 w 456"/>
                <a:gd name="T7" fmla="*/ 642 h 646"/>
                <a:gd name="T8" fmla="*/ 5 w 456"/>
                <a:gd name="T9" fmla="*/ 645 h 646"/>
                <a:gd name="T10" fmla="*/ 9 w 456"/>
                <a:gd name="T11" fmla="*/ 646 h 646"/>
                <a:gd name="T12" fmla="*/ 11 w 456"/>
                <a:gd name="T13" fmla="*/ 646 h 646"/>
                <a:gd name="T14" fmla="*/ 12 w 456"/>
                <a:gd name="T15" fmla="*/ 646 h 646"/>
                <a:gd name="T16" fmla="*/ 16 w 456"/>
                <a:gd name="T17" fmla="*/ 646 h 646"/>
                <a:gd name="T18" fmla="*/ 18 w 456"/>
                <a:gd name="T19" fmla="*/ 645 h 646"/>
                <a:gd name="T20" fmla="*/ 21 w 456"/>
                <a:gd name="T21" fmla="*/ 644 h 646"/>
                <a:gd name="T22" fmla="*/ 22 w 456"/>
                <a:gd name="T23" fmla="*/ 641 h 646"/>
                <a:gd name="T24" fmla="*/ 126 w 456"/>
                <a:gd name="T25" fmla="*/ 469 h 646"/>
                <a:gd name="T26" fmla="*/ 315 w 456"/>
                <a:gd name="T27" fmla="*/ 569 h 646"/>
                <a:gd name="T28" fmla="*/ 317 w 456"/>
                <a:gd name="T29" fmla="*/ 570 h 646"/>
                <a:gd name="T30" fmla="*/ 320 w 456"/>
                <a:gd name="T31" fmla="*/ 572 h 646"/>
                <a:gd name="T32" fmla="*/ 323 w 456"/>
                <a:gd name="T33" fmla="*/ 570 h 646"/>
                <a:gd name="T34" fmla="*/ 325 w 456"/>
                <a:gd name="T35" fmla="*/ 570 h 646"/>
                <a:gd name="T36" fmla="*/ 329 w 456"/>
                <a:gd name="T37" fmla="*/ 567 h 646"/>
                <a:gd name="T38" fmla="*/ 332 w 456"/>
                <a:gd name="T39" fmla="*/ 561 h 646"/>
                <a:gd name="T40" fmla="*/ 456 w 456"/>
                <a:gd name="T41" fmla="*/ 0 h 646"/>
                <a:gd name="T42" fmla="*/ 0 w 456"/>
                <a:gd name="T43" fmla="*/ 424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6" h="646">
                  <a:moveTo>
                    <a:pt x="0" y="424"/>
                  </a:moveTo>
                  <a:lnTo>
                    <a:pt x="0" y="635"/>
                  </a:lnTo>
                  <a:lnTo>
                    <a:pt x="0" y="639"/>
                  </a:lnTo>
                  <a:lnTo>
                    <a:pt x="3" y="642"/>
                  </a:lnTo>
                  <a:lnTo>
                    <a:pt x="5" y="645"/>
                  </a:lnTo>
                  <a:lnTo>
                    <a:pt x="9" y="646"/>
                  </a:lnTo>
                  <a:lnTo>
                    <a:pt x="11" y="646"/>
                  </a:lnTo>
                  <a:lnTo>
                    <a:pt x="12" y="646"/>
                  </a:lnTo>
                  <a:lnTo>
                    <a:pt x="16" y="646"/>
                  </a:lnTo>
                  <a:lnTo>
                    <a:pt x="18" y="645"/>
                  </a:lnTo>
                  <a:lnTo>
                    <a:pt x="21" y="644"/>
                  </a:lnTo>
                  <a:lnTo>
                    <a:pt x="22" y="641"/>
                  </a:lnTo>
                  <a:lnTo>
                    <a:pt x="126" y="469"/>
                  </a:lnTo>
                  <a:lnTo>
                    <a:pt x="315" y="569"/>
                  </a:lnTo>
                  <a:lnTo>
                    <a:pt x="317" y="570"/>
                  </a:lnTo>
                  <a:lnTo>
                    <a:pt x="320" y="572"/>
                  </a:lnTo>
                  <a:lnTo>
                    <a:pt x="323" y="570"/>
                  </a:lnTo>
                  <a:lnTo>
                    <a:pt x="325" y="570"/>
                  </a:lnTo>
                  <a:lnTo>
                    <a:pt x="329" y="567"/>
                  </a:lnTo>
                  <a:lnTo>
                    <a:pt x="332" y="561"/>
                  </a:lnTo>
                  <a:lnTo>
                    <a:pt x="456" y="0"/>
                  </a:lnTo>
                  <a:lnTo>
                    <a:pt x="0" y="4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46" name="Group 45"/>
          <p:cNvGrpSpPr/>
          <p:nvPr/>
        </p:nvGrpSpPr>
        <p:grpSpPr>
          <a:xfrm>
            <a:off x="4360598" y="447491"/>
            <a:ext cx="377485" cy="364440"/>
            <a:chOff x="4064000" y="5461000"/>
            <a:chExt cx="735013" cy="709613"/>
          </a:xfrm>
          <a:solidFill>
            <a:schemeClr val="accent1"/>
          </a:solidFill>
        </p:grpSpPr>
        <p:sp>
          <p:nvSpPr>
            <p:cNvPr id="247" name="Freeform 20"/>
            <p:cNvSpPr>
              <a:spLocks noEditPoints="1"/>
            </p:cNvSpPr>
            <p:nvPr/>
          </p:nvSpPr>
          <p:spPr bwMode="auto">
            <a:xfrm>
              <a:off x="4064000" y="5461000"/>
              <a:ext cx="708025" cy="709613"/>
            </a:xfrm>
            <a:custGeom>
              <a:avLst/>
              <a:gdLst>
                <a:gd name="T0" fmla="*/ 142 w 186"/>
                <a:gd name="T1" fmla="*/ 155 h 186"/>
                <a:gd name="T2" fmla="*/ 125 w 186"/>
                <a:gd name="T3" fmla="*/ 165 h 186"/>
                <a:gd name="T4" fmla="*/ 131 w 186"/>
                <a:gd name="T5" fmla="*/ 156 h 186"/>
                <a:gd name="T6" fmla="*/ 121 w 186"/>
                <a:gd name="T7" fmla="*/ 157 h 186"/>
                <a:gd name="T8" fmla="*/ 114 w 186"/>
                <a:gd name="T9" fmla="*/ 156 h 186"/>
                <a:gd name="T10" fmla="*/ 93 w 186"/>
                <a:gd name="T11" fmla="*/ 172 h 186"/>
                <a:gd name="T12" fmla="*/ 60 w 186"/>
                <a:gd name="T13" fmla="*/ 131 h 186"/>
                <a:gd name="T14" fmla="*/ 76 w 186"/>
                <a:gd name="T15" fmla="*/ 131 h 186"/>
                <a:gd name="T16" fmla="*/ 72 w 186"/>
                <a:gd name="T17" fmla="*/ 120 h 186"/>
                <a:gd name="T18" fmla="*/ 71 w 186"/>
                <a:gd name="T19" fmla="*/ 117 h 186"/>
                <a:gd name="T20" fmla="*/ 57 w 186"/>
                <a:gd name="T21" fmla="*/ 117 h 186"/>
                <a:gd name="T22" fmla="*/ 56 w 186"/>
                <a:gd name="T23" fmla="*/ 93 h 186"/>
                <a:gd name="T24" fmla="*/ 57 w 186"/>
                <a:gd name="T25" fmla="*/ 72 h 186"/>
                <a:gd name="T26" fmla="*/ 81 w 186"/>
                <a:gd name="T27" fmla="*/ 72 h 186"/>
                <a:gd name="T28" fmla="*/ 98 w 186"/>
                <a:gd name="T29" fmla="*/ 58 h 186"/>
                <a:gd name="T30" fmla="*/ 60 w 186"/>
                <a:gd name="T31" fmla="*/ 58 h 186"/>
                <a:gd name="T32" fmla="*/ 93 w 186"/>
                <a:gd name="T33" fmla="*/ 14 h 186"/>
                <a:gd name="T34" fmla="*/ 125 w 186"/>
                <a:gd name="T35" fmla="*/ 53 h 186"/>
                <a:gd name="T36" fmla="*/ 140 w 186"/>
                <a:gd name="T37" fmla="*/ 56 h 186"/>
                <a:gd name="T38" fmla="*/ 125 w 186"/>
                <a:gd name="T39" fmla="*/ 21 h 186"/>
                <a:gd name="T40" fmla="*/ 164 w 186"/>
                <a:gd name="T41" fmla="*/ 58 h 186"/>
                <a:gd name="T42" fmla="*/ 145 w 186"/>
                <a:gd name="T43" fmla="*/ 58 h 186"/>
                <a:gd name="T44" fmla="*/ 162 w 186"/>
                <a:gd name="T45" fmla="*/ 72 h 186"/>
                <a:gd name="T46" fmla="*/ 169 w 186"/>
                <a:gd name="T47" fmla="*/ 72 h 186"/>
                <a:gd name="T48" fmla="*/ 172 w 186"/>
                <a:gd name="T49" fmla="*/ 93 h 186"/>
                <a:gd name="T50" fmla="*/ 172 w 186"/>
                <a:gd name="T51" fmla="*/ 94 h 186"/>
                <a:gd name="T52" fmla="*/ 170 w 186"/>
                <a:gd name="T53" fmla="*/ 123 h 186"/>
                <a:gd name="T54" fmla="*/ 178 w 186"/>
                <a:gd name="T55" fmla="*/ 131 h 186"/>
                <a:gd name="T56" fmla="*/ 178 w 186"/>
                <a:gd name="T57" fmla="*/ 131 h 186"/>
                <a:gd name="T58" fmla="*/ 179 w 186"/>
                <a:gd name="T59" fmla="*/ 131 h 186"/>
                <a:gd name="T60" fmla="*/ 179 w 186"/>
                <a:gd name="T61" fmla="*/ 128 h 186"/>
                <a:gd name="T62" fmla="*/ 186 w 186"/>
                <a:gd name="T63" fmla="*/ 93 h 186"/>
                <a:gd name="T64" fmla="*/ 93 w 186"/>
                <a:gd name="T65" fmla="*/ 0 h 186"/>
                <a:gd name="T66" fmla="*/ 0 w 186"/>
                <a:gd name="T67" fmla="*/ 93 h 186"/>
                <a:gd name="T68" fmla="*/ 93 w 186"/>
                <a:gd name="T69" fmla="*/ 186 h 186"/>
                <a:gd name="T70" fmla="*/ 151 w 186"/>
                <a:gd name="T71" fmla="*/ 166 h 186"/>
                <a:gd name="T72" fmla="*/ 142 w 186"/>
                <a:gd name="T73" fmla="*/ 155 h 186"/>
                <a:gd name="T74" fmla="*/ 61 w 186"/>
                <a:gd name="T75" fmla="*/ 21 h 186"/>
                <a:gd name="T76" fmla="*/ 45 w 186"/>
                <a:gd name="T77" fmla="*/ 58 h 186"/>
                <a:gd name="T78" fmla="*/ 22 w 186"/>
                <a:gd name="T79" fmla="*/ 58 h 186"/>
                <a:gd name="T80" fmla="*/ 61 w 186"/>
                <a:gd name="T81" fmla="*/ 21 h 186"/>
                <a:gd name="T82" fmla="*/ 14 w 186"/>
                <a:gd name="T83" fmla="*/ 93 h 186"/>
                <a:gd name="T84" fmla="*/ 17 w 186"/>
                <a:gd name="T85" fmla="*/ 72 h 186"/>
                <a:gd name="T86" fmla="*/ 43 w 186"/>
                <a:gd name="T87" fmla="*/ 72 h 186"/>
                <a:gd name="T88" fmla="*/ 42 w 186"/>
                <a:gd name="T89" fmla="*/ 93 h 186"/>
                <a:gd name="T90" fmla="*/ 43 w 186"/>
                <a:gd name="T91" fmla="*/ 117 h 186"/>
                <a:gd name="T92" fmla="*/ 17 w 186"/>
                <a:gd name="T93" fmla="*/ 117 h 186"/>
                <a:gd name="T94" fmla="*/ 14 w 186"/>
                <a:gd name="T95" fmla="*/ 93 h 186"/>
                <a:gd name="T96" fmla="*/ 23 w 186"/>
                <a:gd name="T97" fmla="*/ 131 h 186"/>
                <a:gd name="T98" fmla="*/ 46 w 186"/>
                <a:gd name="T99" fmla="*/ 131 h 186"/>
                <a:gd name="T100" fmla="*/ 61 w 186"/>
                <a:gd name="T101" fmla="*/ 165 h 186"/>
                <a:gd name="T102" fmla="*/ 23 w 186"/>
                <a:gd name="T103" fmla="*/ 13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6" h="186">
                  <a:moveTo>
                    <a:pt x="142" y="155"/>
                  </a:moveTo>
                  <a:cubicBezTo>
                    <a:pt x="137" y="159"/>
                    <a:pt x="131" y="163"/>
                    <a:pt x="125" y="165"/>
                  </a:cubicBezTo>
                  <a:cubicBezTo>
                    <a:pt x="127" y="162"/>
                    <a:pt x="129" y="159"/>
                    <a:pt x="131" y="156"/>
                  </a:cubicBezTo>
                  <a:cubicBezTo>
                    <a:pt x="128" y="157"/>
                    <a:pt x="124" y="157"/>
                    <a:pt x="121" y="157"/>
                  </a:cubicBezTo>
                  <a:cubicBezTo>
                    <a:pt x="119" y="157"/>
                    <a:pt x="117" y="157"/>
                    <a:pt x="114" y="156"/>
                  </a:cubicBezTo>
                  <a:cubicBezTo>
                    <a:pt x="108" y="166"/>
                    <a:pt x="100" y="172"/>
                    <a:pt x="93" y="172"/>
                  </a:cubicBezTo>
                  <a:cubicBezTo>
                    <a:pt x="81" y="172"/>
                    <a:pt x="67" y="156"/>
                    <a:pt x="60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4" y="127"/>
                    <a:pt x="73" y="124"/>
                    <a:pt x="72" y="120"/>
                  </a:cubicBezTo>
                  <a:cubicBezTo>
                    <a:pt x="71" y="119"/>
                    <a:pt x="71" y="118"/>
                    <a:pt x="7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56" y="109"/>
                    <a:pt x="56" y="101"/>
                    <a:pt x="56" y="93"/>
                  </a:cubicBezTo>
                  <a:cubicBezTo>
                    <a:pt x="56" y="86"/>
                    <a:pt x="56" y="79"/>
                    <a:pt x="57" y="72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5" y="66"/>
                    <a:pt x="91" y="62"/>
                    <a:pt x="98" y="58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6" y="32"/>
                    <a:pt x="80" y="14"/>
                    <a:pt x="93" y="14"/>
                  </a:cubicBezTo>
                  <a:cubicBezTo>
                    <a:pt x="105" y="14"/>
                    <a:pt x="118" y="29"/>
                    <a:pt x="125" y="53"/>
                  </a:cubicBezTo>
                  <a:cubicBezTo>
                    <a:pt x="130" y="53"/>
                    <a:pt x="135" y="54"/>
                    <a:pt x="140" y="56"/>
                  </a:cubicBezTo>
                  <a:cubicBezTo>
                    <a:pt x="137" y="42"/>
                    <a:pt x="132" y="30"/>
                    <a:pt x="125" y="21"/>
                  </a:cubicBezTo>
                  <a:cubicBezTo>
                    <a:pt x="142" y="28"/>
                    <a:pt x="156" y="42"/>
                    <a:pt x="164" y="58"/>
                  </a:cubicBezTo>
                  <a:cubicBezTo>
                    <a:pt x="145" y="58"/>
                    <a:pt x="145" y="58"/>
                    <a:pt x="145" y="58"/>
                  </a:cubicBezTo>
                  <a:cubicBezTo>
                    <a:pt x="151" y="62"/>
                    <a:pt x="157" y="66"/>
                    <a:pt x="162" y="72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1" y="79"/>
                    <a:pt x="172" y="86"/>
                    <a:pt x="172" y="93"/>
                  </a:cubicBezTo>
                  <a:cubicBezTo>
                    <a:pt x="172" y="93"/>
                    <a:pt x="172" y="94"/>
                    <a:pt x="172" y="94"/>
                  </a:cubicBezTo>
                  <a:cubicBezTo>
                    <a:pt x="174" y="104"/>
                    <a:pt x="173" y="113"/>
                    <a:pt x="170" y="123"/>
                  </a:cubicBezTo>
                  <a:cubicBezTo>
                    <a:pt x="178" y="131"/>
                    <a:pt x="178" y="131"/>
                    <a:pt x="178" y="131"/>
                  </a:cubicBezTo>
                  <a:cubicBezTo>
                    <a:pt x="178" y="131"/>
                    <a:pt x="178" y="131"/>
                    <a:pt x="178" y="131"/>
                  </a:cubicBezTo>
                  <a:cubicBezTo>
                    <a:pt x="179" y="131"/>
                    <a:pt x="179" y="131"/>
                    <a:pt x="179" y="131"/>
                  </a:cubicBezTo>
                  <a:cubicBezTo>
                    <a:pt x="179" y="128"/>
                    <a:pt x="179" y="128"/>
                    <a:pt x="179" y="128"/>
                  </a:cubicBezTo>
                  <a:cubicBezTo>
                    <a:pt x="184" y="117"/>
                    <a:pt x="186" y="106"/>
                    <a:pt x="186" y="93"/>
                  </a:cubicBezTo>
                  <a:cubicBezTo>
                    <a:pt x="186" y="42"/>
                    <a:pt x="144" y="0"/>
                    <a:pt x="93" y="0"/>
                  </a:cubicBezTo>
                  <a:cubicBezTo>
                    <a:pt x="42" y="0"/>
                    <a:pt x="0" y="42"/>
                    <a:pt x="0" y="93"/>
                  </a:cubicBezTo>
                  <a:cubicBezTo>
                    <a:pt x="0" y="144"/>
                    <a:pt x="42" y="186"/>
                    <a:pt x="93" y="186"/>
                  </a:cubicBezTo>
                  <a:cubicBezTo>
                    <a:pt x="115" y="186"/>
                    <a:pt x="135" y="178"/>
                    <a:pt x="151" y="166"/>
                  </a:cubicBezTo>
                  <a:lnTo>
                    <a:pt x="142" y="155"/>
                  </a:lnTo>
                  <a:close/>
                  <a:moveTo>
                    <a:pt x="61" y="21"/>
                  </a:moveTo>
                  <a:cubicBezTo>
                    <a:pt x="54" y="31"/>
                    <a:pt x="49" y="44"/>
                    <a:pt x="45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30" y="42"/>
                    <a:pt x="44" y="28"/>
                    <a:pt x="61" y="21"/>
                  </a:cubicBezTo>
                  <a:close/>
                  <a:moveTo>
                    <a:pt x="14" y="93"/>
                  </a:moveTo>
                  <a:cubicBezTo>
                    <a:pt x="14" y="86"/>
                    <a:pt x="15" y="79"/>
                    <a:pt x="17" y="72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9"/>
                    <a:pt x="42" y="86"/>
                    <a:pt x="42" y="93"/>
                  </a:cubicBezTo>
                  <a:cubicBezTo>
                    <a:pt x="42" y="101"/>
                    <a:pt x="42" y="109"/>
                    <a:pt x="43" y="117"/>
                  </a:cubicBezTo>
                  <a:cubicBezTo>
                    <a:pt x="17" y="117"/>
                    <a:pt x="17" y="117"/>
                    <a:pt x="17" y="117"/>
                  </a:cubicBezTo>
                  <a:cubicBezTo>
                    <a:pt x="15" y="109"/>
                    <a:pt x="14" y="101"/>
                    <a:pt x="14" y="93"/>
                  </a:cubicBezTo>
                  <a:close/>
                  <a:moveTo>
                    <a:pt x="23" y="131"/>
                  </a:moveTo>
                  <a:cubicBezTo>
                    <a:pt x="46" y="131"/>
                    <a:pt x="46" y="131"/>
                    <a:pt x="46" y="131"/>
                  </a:cubicBezTo>
                  <a:cubicBezTo>
                    <a:pt x="49" y="144"/>
                    <a:pt x="54" y="156"/>
                    <a:pt x="61" y="165"/>
                  </a:cubicBezTo>
                  <a:cubicBezTo>
                    <a:pt x="45" y="158"/>
                    <a:pt x="32" y="146"/>
                    <a:pt x="23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48" name="Freeform 21"/>
            <p:cNvSpPr>
              <a:spLocks noEditPoints="1"/>
            </p:cNvSpPr>
            <p:nvPr/>
          </p:nvSpPr>
          <p:spPr bwMode="auto">
            <a:xfrm>
              <a:off x="4352925" y="5691188"/>
              <a:ext cx="446088" cy="446088"/>
            </a:xfrm>
            <a:custGeom>
              <a:avLst/>
              <a:gdLst>
                <a:gd name="T0" fmla="*/ 116 w 117"/>
                <a:gd name="T1" fmla="*/ 103 h 117"/>
                <a:gd name="T2" fmla="*/ 81 w 117"/>
                <a:gd name="T3" fmla="*/ 65 h 117"/>
                <a:gd name="T4" fmla="*/ 80 w 117"/>
                <a:gd name="T5" fmla="*/ 65 h 117"/>
                <a:gd name="T6" fmla="*/ 84 w 117"/>
                <a:gd name="T7" fmla="*/ 33 h 117"/>
                <a:gd name="T8" fmla="*/ 33 w 117"/>
                <a:gd name="T9" fmla="*/ 6 h 117"/>
                <a:gd name="T10" fmla="*/ 7 w 117"/>
                <a:gd name="T11" fmla="*/ 57 h 117"/>
                <a:gd name="T12" fmla="*/ 57 w 117"/>
                <a:gd name="T13" fmla="*/ 83 h 117"/>
                <a:gd name="T14" fmla="*/ 67 w 117"/>
                <a:gd name="T15" fmla="*/ 79 h 117"/>
                <a:gd name="T16" fmla="*/ 101 w 117"/>
                <a:gd name="T17" fmla="*/ 116 h 117"/>
                <a:gd name="T18" fmla="*/ 106 w 117"/>
                <a:gd name="T19" fmla="*/ 115 h 117"/>
                <a:gd name="T20" fmla="*/ 114 w 117"/>
                <a:gd name="T21" fmla="*/ 108 h 117"/>
                <a:gd name="T22" fmla="*/ 116 w 117"/>
                <a:gd name="T23" fmla="*/ 103 h 117"/>
                <a:gd name="T24" fmla="*/ 17 w 117"/>
                <a:gd name="T25" fmla="*/ 54 h 117"/>
                <a:gd name="T26" fmla="*/ 36 w 117"/>
                <a:gd name="T27" fmla="*/ 17 h 117"/>
                <a:gd name="T28" fmla="*/ 73 w 117"/>
                <a:gd name="T29" fmla="*/ 36 h 117"/>
                <a:gd name="T30" fmla="*/ 54 w 117"/>
                <a:gd name="T31" fmla="*/ 73 h 117"/>
                <a:gd name="T32" fmla="*/ 17 w 117"/>
                <a:gd name="T33" fmla="*/ 5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7">
                  <a:moveTo>
                    <a:pt x="116" y="103"/>
                  </a:moveTo>
                  <a:cubicBezTo>
                    <a:pt x="81" y="65"/>
                    <a:pt x="81" y="65"/>
                    <a:pt x="81" y="65"/>
                  </a:cubicBezTo>
                  <a:cubicBezTo>
                    <a:pt x="81" y="65"/>
                    <a:pt x="80" y="65"/>
                    <a:pt x="80" y="65"/>
                  </a:cubicBezTo>
                  <a:cubicBezTo>
                    <a:pt x="86" y="55"/>
                    <a:pt x="87" y="44"/>
                    <a:pt x="84" y="33"/>
                  </a:cubicBezTo>
                  <a:cubicBezTo>
                    <a:pt x="77" y="11"/>
                    <a:pt x="54" y="0"/>
                    <a:pt x="33" y="6"/>
                  </a:cubicBezTo>
                  <a:cubicBezTo>
                    <a:pt x="12" y="13"/>
                    <a:pt x="0" y="36"/>
                    <a:pt x="7" y="57"/>
                  </a:cubicBezTo>
                  <a:cubicBezTo>
                    <a:pt x="13" y="78"/>
                    <a:pt x="36" y="90"/>
                    <a:pt x="57" y="83"/>
                  </a:cubicBezTo>
                  <a:cubicBezTo>
                    <a:pt x="61" y="82"/>
                    <a:pt x="64" y="81"/>
                    <a:pt x="67" y="79"/>
                  </a:cubicBezTo>
                  <a:cubicBezTo>
                    <a:pt x="101" y="116"/>
                    <a:pt x="101" y="116"/>
                    <a:pt x="101" y="116"/>
                  </a:cubicBezTo>
                  <a:cubicBezTo>
                    <a:pt x="102" y="117"/>
                    <a:pt x="104" y="117"/>
                    <a:pt x="106" y="115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6" y="106"/>
                    <a:pt x="117" y="104"/>
                    <a:pt x="116" y="103"/>
                  </a:cubicBezTo>
                  <a:close/>
                  <a:moveTo>
                    <a:pt x="17" y="54"/>
                  </a:moveTo>
                  <a:cubicBezTo>
                    <a:pt x="12" y="38"/>
                    <a:pt x="21" y="22"/>
                    <a:pt x="36" y="17"/>
                  </a:cubicBezTo>
                  <a:cubicBezTo>
                    <a:pt x="52" y="12"/>
                    <a:pt x="69" y="20"/>
                    <a:pt x="73" y="36"/>
                  </a:cubicBezTo>
                  <a:cubicBezTo>
                    <a:pt x="78" y="52"/>
                    <a:pt x="70" y="68"/>
                    <a:pt x="54" y="73"/>
                  </a:cubicBezTo>
                  <a:cubicBezTo>
                    <a:pt x="39" y="78"/>
                    <a:pt x="22" y="69"/>
                    <a:pt x="1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49" name="Freeform 22"/>
            <p:cNvSpPr/>
            <p:nvPr/>
          </p:nvSpPr>
          <p:spPr bwMode="auto">
            <a:xfrm>
              <a:off x="4433888" y="5754688"/>
              <a:ext cx="190500" cy="141288"/>
            </a:xfrm>
            <a:custGeom>
              <a:avLst/>
              <a:gdLst>
                <a:gd name="T0" fmla="*/ 10 w 50"/>
                <a:gd name="T1" fmla="*/ 16 h 37"/>
                <a:gd name="T2" fmla="*/ 48 w 50"/>
                <a:gd name="T3" fmla="*/ 36 h 37"/>
                <a:gd name="T4" fmla="*/ 48 w 50"/>
                <a:gd name="T5" fmla="*/ 37 h 37"/>
                <a:gd name="T6" fmla="*/ 49 w 50"/>
                <a:gd name="T7" fmla="*/ 20 h 37"/>
                <a:gd name="T8" fmla="*/ 17 w 50"/>
                <a:gd name="T9" fmla="*/ 4 h 37"/>
                <a:gd name="T10" fmla="*/ 0 w 50"/>
                <a:gd name="T11" fmla="*/ 21 h 37"/>
                <a:gd name="T12" fmla="*/ 10 w 50"/>
                <a:gd name="T13" fmla="*/ 1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37">
                  <a:moveTo>
                    <a:pt x="10" y="16"/>
                  </a:moveTo>
                  <a:cubicBezTo>
                    <a:pt x="26" y="11"/>
                    <a:pt x="43" y="20"/>
                    <a:pt x="48" y="36"/>
                  </a:cubicBezTo>
                  <a:cubicBezTo>
                    <a:pt x="48" y="36"/>
                    <a:pt x="48" y="36"/>
                    <a:pt x="48" y="37"/>
                  </a:cubicBezTo>
                  <a:cubicBezTo>
                    <a:pt x="50" y="32"/>
                    <a:pt x="50" y="26"/>
                    <a:pt x="49" y="20"/>
                  </a:cubicBezTo>
                  <a:cubicBezTo>
                    <a:pt x="45" y="7"/>
                    <a:pt x="30" y="0"/>
                    <a:pt x="17" y="4"/>
                  </a:cubicBezTo>
                  <a:cubicBezTo>
                    <a:pt x="8" y="6"/>
                    <a:pt x="2" y="13"/>
                    <a:pt x="0" y="21"/>
                  </a:cubicBezTo>
                  <a:cubicBezTo>
                    <a:pt x="3" y="19"/>
                    <a:pt x="6" y="17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250" name="Freeform 21"/>
          <p:cNvSpPr>
            <a:spLocks noEditPoints="1"/>
          </p:cNvSpPr>
          <p:nvPr/>
        </p:nvSpPr>
        <p:spPr bwMode="auto">
          <a:xfrm>
            <a:off x="4937743" y="447491"/>
            <a:ext cx="372886" cy="360068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251" name="Group 51"/>
          <p:cNvGrpSpPr/>
          <p:nvPr/>
        </p:nvGrpSpPr>
        <p:grpSpPr>
          <a:xfrm>
            <a:off x="5510290" y="447491"/>
            <a:ext cx="405294" cy="429857"/>
            <a:chOff x="7404100" y="3633788"/>
            <a:chExt cx="628651" cy="666751"/>
          </a:xfrm>
          <a:solidFill>
            <a:schemeClr val="accent1"/>
          </a:solidFill>
        </p:grpSpPr>
        <p:sp>
          <p:nvSpPr>
            <p:cNvPr id="252" name="Freeform 20"/>
            <p:cNvSpPr>
              <a:spLocks noEditPoints="1"/>
            </p:cNvSpPr>
            <p:nvPr/>
          </p:nvSpPr>
          <p:spPr bwMode="auto">
            <a:xfrm>
              <a:off x="7404100" y="3870326"/>
              <a:ext cx="427038" cy="430213"/>
            </a:xfrm>
            <a:custGeom>
              <a:avLst/>
              <a:gdLst>
                <a:gd name="T0" fmla="*/ 115 w 136"/>
                <a:gd name="T1" fmla="*/ 94 h 137"/>
                <a:gd name="T2" fmla="*/ 119 w 136"/>
                <a:gd name="T3" fmla="*/ 83 h 137"/>
                <a:gd name="T4" fmla="*/ 136 w 136"/>
                <a:gd name="T5" fmla="*/ 77 h 137"/>
                <a:gd name="T6" fmla="*/ 136 w 136"/>
                <a:gd name="T7" fmla="*/ 68 h 137"/>
                <a:gd name="T8" fmla="*/ 136 w 136"/>
                <a:gd name="T9" fmla="*/ 60 h 137"/>
                <a:gd name="T10" fmla="*/ 119 w 136"/>
                <a:gd name="T11" fmla="*/ 54 h 137"/>
                <a:gd name="T12" fmla="*/ 115 w 136"/>
                <a:gd name="T13" fmla="*/ 43 h 137"/>
                <a:gd name="T14" fmla="*/ 122 w 136"/>
                <a:gd name="T15" fmla="*/ 27 h 137"/>
                <a:gd name="T16" fmla="*/ 110 w 136"/>
                <a:gd name="T17" fmla="*/ 14 h 137"/>
                <a:gd name="T18" fmla="*/ 94 w 136"/>
                <a:gd name="T19" fmla="*/ 22 h 137"/>
                <a:gd name="T20" fmla="*/ 83 w 136"/>
                <a:gd name="T21" fmla="*/ 18 h 137"/>
                <a:gd name="T22" fmla="*/ 77 w 136"/>
                <a:gd name="T23" fmla="*/ 1 h 137"/>
                <a:gd name="T24" fmla="*/ 68 w 136"/>
                <a:gd name="T25" fmla="*/ 0 h 137"/>
                <a:gd name="T26" fmla="*/ 59 w 136"/>
                <a:gd name="T27" fmla="*/ 1 h 137"/>
                <a:gd name="T28" fmla="*/ 53 w 136"/>
                <a:gd name="T29" fmla="*/ 18 h 137"/>
                <a:gd name="T30" fmla="*/ 43 w 136"/>
                <a:gd name="T31" fmla="*/ 22 h 137"/>
                <a:gd name="T32" fmla="*/ 26 w 136"/>
                <a:gd name="T33" fmla="*/ 14 h 137"/>
                <a:gd name="T34" fmla="*/ 14 w 136"/>
                <a:gd name="T35" fmla="*/ 27 h 137"/>
                <a:gd name="T36" fmla="*/ 22 w 136"/>
                <a:gd name="T37" fmla="*/ 43 h 137"/>
                <a:gd name="T38" fmla="*/ 17 w 136"/>
                <a:gd name="T39" fmla="*/ 54 h 137"/>
                <a:gd name="T40" fmla="*/ 0 w 136"/>
                <a:gd name="T41" fmla="*/ 60 h 137"/>
                <a:gd name="T42" fmla="*/ 0 w 136"/>
                <a:gd name="T43" fmla="*/ 68 h 137"/>
                <a:gd name="T44" fmla="*/ 0 w 136"/>
                <a:gd name="T45" fmla="*/ 77 h 137"/>
                <a:gd name="T46" fmla="*/ 17 w 136"/>
                <a:gd name="T47" fmla="*/ 83 h 137"/>
                <a:gd name="T48" fmla="*/ 22 w 136"/>
                <a:gd name="T49" fmla="*/ 94 h 137"/>
                <a:gd name="T50" fmla="*/ 14 w 136"/>
                <a:gd name="T51" fmla="*/ 110 h 137"/>
                <a:gd name="T52" fmla="*/ 26 w 136"/>
                <a:gd name="T53" fmla="*/ 123 h 137"/>
                <a:gd name="T54" fmla="*/ 43 w 136"/>
                <a:gd name="T55" fmla="*/ 115 h 137"/>
                <a:gd name="T56" fmla="*/ 53 w 136"/>
                <a:gd name="T57" fmla="*/ 119 h 137"/>
                <a:gd name="T58" fmla="*/ 59 w 136"/>
                <a:gd name="T59" fmla="*/ 136 h 137"/>
                <a:gd name="T60" fmla="*/ 68 w 136"/>
                <a:gd name="T61" fmla="*/ 137 h 137"/>
                <a:gd name="T62" fmla="*/ 77 w 136"/>
                <a:gd name="T63" fmla="*/ 136 h 137"/>
                <a:gd name="T64" fmla="*/ 83 w 136"/>
                <a:gd name="T65" fmla="*/ 119 h 137"/>
                <a:gd name="T66" fmla="*/ 94 w 136"/>
                <a:gd name="T67" fmla="*/ 115 h 137"/>
                <a:gd name="T68" fmla="*/ 110 w 136"/>
                <a:gd name="T69" fmla="*/ 123 h 137"/>
                <a:gd name="T70" fmla="*/ 122 w 136"/>
                <a:gd name="T71" fmla="*/ 110 h 137"/>
                <a:gd name="T72" fmla="*/ 115 w 136"/>
                <a:gd name="T73" fmla="*/ 94 h 137"/>
                <a:gd name="T74" fmla="*/ 68 w 136"/>
                <a:gd name="T75" fmla="*/ 92 h 137"/>
                <a:gd name="T76" fmla="*/ 44 w 136"/>
                <a:gd name="T77" fmla="*/ 68 h 137"/>
                <a:gd name="T78" fmla="*/ 68 w 136"/>
                <a:gd name="T79" fmla="*/ 45 h 137"/>
                <a:gd name="T80" fmla="*/ 92 w 136"/>
                <a:gd name="T81" fmla="*/ 68 h 137"/>
                <a:gd name="T82" fmla="*/ 68 w 136"/>
                <a:gd name="T83" fmla="*/ 9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" h="137">
                  <a:moveTo>
                    <a:pt x="115" y="94"/>
                  </a:moveTo>
                  <a:cubicBezTo>
                    <a:pt x="116" y="91"/>
                    <a:pt x="118" y="87"/>
                    <a:pt x="119" y="83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6" y="74"/>
                    <a:pt x="136" y="71"/>
                    <a:pt x="136" y="68"/>
                  </a:cubicBezTo>
                  <a:cubicBezTo>
                    <a:pt x="136" y="65"/>
                    <a:pt x="136" y="63"/>
                    <a:pt x="136" y="60"/>
                  </a:cubicBezTo>
                  <a:cubicBezTo>
                    <a:pt x="119" y="54"/>
                    <a:pt x="119" y="54"/>
                    <a:pt x="119" y="54"/>
                  </a:cubicBezTo>
                  <a:cubicBezTo>
                    <a:pt x="118" y="50"/>
                    <a:pt x="116" y="46"/>
                    <a:pt x="115" y="43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19" y="22"/>
                    <a:pt x="115" y="18"/>
                    <a:pt x="110" y="1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0"/>
                    <a:pt x="87" y="19"/>
                    <a:pt x="83" y="1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4" y="0"/>
                    <a:pt x="71" y="0"/>
                    <a:pt x="68" y="0"/>
                  </a:cubicBezTo>
                  <a:cubicBezTo>
                    <a:pt x="65" y="0"/>
                    <a:pt x="62" y="0"/>
                    <a:pt x="59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0" y="19"/>
                    <a:pt x="46" y="20"/>
                    <a:pt x="43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8"/>
                    <a:pt x="18" y="22"/>
                    <a:pt x="14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0" y="46"/>
                    <a:pt x="18" y="50"/>
                    <a:pt x="17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3"/>
                    <a:pt x="0" y="65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7"/>
                    <a:pt x="20" y="91"/>
                    <a:pt x="22" y="94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8" y="115"/>
                    <a:pt x="22" y="119"/>
                    <a:pt x="26" y="123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6" y="117"/>
                    <a:pt x="50" y="118"/>
                    <a:pt x="53" y="119"/>
                  </a:cubicBezTo>
                  <a:cubicBezTo>
                    <a:pt x="59" y="136"/>
                    <a:pt x="59" y="136"/>
                    <a:pt x="59" y="136"/>
                  </a:cubicBezTo>
                  <a:cubicBezTo>
                    <a:pt x="62" y="137"/>
                    <a:pt x="65" y="137"/>
                    <a:pt x="68" y="137"/>
                  </a:cubicBezTo>
                  <a:cubicBezTo>
                    <a:pt x="71" y="137"/>
                    <a:pt x="74" y="137"/>
                    <a:pt x="77" y="136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7" y="118"/>
                    <a:pt x="90" y="117"/>
                    <a:pt x="94" y="115"/>
                  </a:cubicBezTo>
                  <a:cubicBezTo>
                    <a:pt x="110" y="123"/>
                    <a:pt x="110" y="123"/>
                    <a:pt x="110" y="123"/>
                  </a:cubicBezTo>
                  <a:cubicBezTo>
                    <a:pt x="115" y="119"/>
                    <a:pt x="119" y="115"/>
                    <a:pt x="122" y="110"/>
                  </a:cubicBezTo>
                  <a:lnTo>
                    <a:pt x="115" y="94"/>
                  </a:lnTo>
                  <a:close/>
                  <a:moveTo>
                    <a:pt x="68" y="92"/>
                  </a:moveTo>
                  <a:cubicBezTo>
                    <a:pt x="55" y="92"/>
                    <a:pt x="44" y="82"/>
                    <a:pt x="44" y="68"/>
                  </a:cubicBezTo>
                  <a:cubicBezTo>
                    <a:pt x="44" y="55"/>
                    <a:pt x="55" y="45"/>
                    <a:pt x="68" y="45"/>
                  </a:cubicBezTo>
                  <a:cubicBezTo>
                    <a:pt x="81" y="45"/>
                    <a:pt x="92" y="55"/>
                    <a:pt x="92" y="68"/>
                  </a:cubicBezTo>
                  <a:cubicBezTo>
                    <a:pt x="92" y="82"/>
                    <a:pt x="81" y="92"/>
                    <a:pt x="68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53" name="Freeform 21"/>
            <p:cNvSpPr>
              <a:spLocks noEditPoints="1"/>
            </p:cNvSpPr>
            <p:nvPr/>
          </p:nvSpPr>
          <p:spPr bwMode="auto">
            <a:xfrm>
              <a:off x="7608888" y="3633788"/>
              <a:ext cx="282575" cy="282575"/>
            </a:xfrm>
            <a:custGeom>
              <a:avLst/>
              <a:gdLst>
                <a:gd name="T0" fmla="*/ 4 w 90"/>
                <a:gd name="T1" fmla="*/ 67 h 90"/>
                <a:gd name="T2" fmla="*/ 16 w 90"/>
                <a:gd name="T3" fmla="*/ 67 h 90"/>
                <a:gd name="T4" fmla="*/ 22 w 90"/>
                <a:gd name="T5" fmla="*/ 73 h 90"/>
                <a:gd name="T6" fmla="*/ 21 w 90"/>
                <a:gd name="T7" fmla="*/ 85 h 90"/>
                <a:gd name="T8" fmla="*/ 26 w 90"/>
                <a:gd name="T9" fmla="*/ 88 h 90"/>
                <a:gd name="T10" fmla="*/ 32 w 90"/>
                <a:gd name="T11" fmla="*/ 90 h 90"/>
                <a:gd name="T12" fmla="*/ 40 w 90"/>
                <a:gd name="T13" fmla="*/ 81 h 90"/>
                <a:gd name="T14" fmla="*/ 48 w 90"/>
                <a:gd name="T15" fmla="*/ 81 h 90"/>
                <a:gd name="T16" fmla="*/ 56 w 90"/>
                <a:gd name="T17" fmla="*/ 90 h 90"/>
                <a:gd name="T18" fmla="*/ 67 w 90"/>
                <a:gd name="T19" fmla="*/ 86 h 90"/>
                <a:gd name="T20" fmla="*/ 67 w 90"/>
                <a:gd name="T21" fmla="*/ 74 h 90"/>
                <a:gd name="T22" fmla="*/ 73 w 90"/>
                <a:gd name="T23" fmla="*/ 68 h 90"/>
                <a:gd name="T24" fmla="*/ 85 w 90"/>
                <a:gd name="T25" fmla="*/ 69 h 90"/>
                <a:gd name="T26" fmla="*/ 87 w 90"/>
                <a:gd name="T27" fmla="*/ 64 h 90"/>
                <a:gd name="T28" fmla="*/ 89 w 90"/>
                <a:gd name="T29" fmla="*/ 58 h 90"/>
                <a:gd name="T30" fmla="*/ 81 w 90"/>
                <a:gd name="T31" fmla="*/ 50 h 90"/>
                <a:gd name="T32" fmla="*/ 81 w 90"/>
                <a:gd name="T33" fmla="*/ 42 h 90"/>
                <a:gd name="T34" fmla="*/ 90 w 90"/>
                <a:gd name="T35" fmla="*/ 34 h 90"/>
                <a:gd name="T36" fmla="*/ 86 w 90"/>
                <a:gd name="T37" fmla="*/ 23 h 90"/>
                <a:gd name="T38" fmla="*/ 73 w 90"/>
                <a:gd name="T39" fmla="*/ 23 h 90"/>
                <a:gd name="T40" fmla="*/ 68 w 90"/>
                <a:gd name="T41" fmla="*/ 17 h 90"/>
                <a:gd name="T42" fmla="*/ 69 w 90"/>
                <a:gd name="T43" fmla="*/ 5 h 90"/>
                <a:gd name="T44" fmla="*/ 63 w 90"/>
                <a:gd name="T45" fmla="*/ 3 h 90"/>
                <a:gd name="T46" fmla="*/ 58 w 90"/>
                <a:gd name="T47" fmla="*/ 0 h 90"/>
                <a:gd name="T48" fmla="*/ 49 w 90"/>
                <a:gd name="T49" fmla="*/ 9 h 90"/>
                <a:gd name="T50" fmla="*/ 41 w 90"/>
                <a:gd name="T51" fmla="*/ 9 h 90"/>
                <a:gd name="T52" fmla="*/ 33 w 90"/>
                <a:gd name="T53" fmla="*/ 0 h 90"/>
                <a:gd name="T54" fmla="*/ 22 w 90"/>
                <a:gd name="T55" fmla="*/ 4 h 90"/>
                <a:gd name="T56" fmla="*/ 23 w 90"/>
                <a:gd name="T57" fmla="*/ 17 h 90"/>
                <a:gd name="T58" fmla="*/ 17 w 90"/>
                <a:gd name="T59" fmla="*/ 22 h 90"/>
                <a:gd name="T60" fmla="*/ 5 w 90"/>
                <a:gd name="T61" fmla="*/ 21 h 90"/>
                <a:gd name="T62" fmla="*/ 2 w 90"/>
                <a:gd name="T63" fmla="*/ 27 h 90"/>
                <a:gd name="T64" fmla="*/ 0 w 90"/>
                <a:gd name="T65" fmla="*/ 32 h 90"/>
                <a:gd name="T66" fmla="*/ 9 w 90"/>
                <a:gd name="T67" fmla="*/ 40 h 90"/>
                <a:gd name="T68" fmla="*/ 9 w 90"/>
                <a:gd name="T69" fmla="*/ 48 h 90"/>
                <a:gd name="T70" fmla="*/ 0 w 90"/>
                <a:gd name="T71" fmla="*/ 56 h 90"/>
                <a:gd name="T72" fmla="*/ 4 w 90"/>
                <a:gd name="T73" fmla="*/ 67 h 90"/>
                <a:gd name="T74" fmla="*/ 30 w 90"/>
                <a:gd name="T75" fmla="*/ 39 h 90"/>
                <a:gd name="T76" fmla="*/ 51 w 90"/>
                <a:gd name="T77" fmla="*/ 30 h 90"/>
                <a:gd name="T78" fmla="*/ 60 w 90"/>
                <a:gd name="T79" fmla="*/ 52 h 90"/>
                <a:gd name="T80" fmla="*/ 38 w 90"/>
                <a:gd name="T81" fmla="*/ 60 h 90"/>
                <a:gd name="T82" fmla="*/ 30 w 90"/>
                <a:gd name="T83" fmla="*/ 3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" h="90">
                  <a:moveTo>
                    <a:pt x="4" y="67"/>
                  </a:moveTo>
                  <a:cubicBezTo>
                    <a:pt x="16" y="67"/>
                    <a:pt x="16" y="67"/>
                    <a:pt x="16" y="67"/>
                  </a:cubicBezTo>
                  <a:cubicBezTo>
                    <a:pt x="18" y="69"/>
                    <a:pt x="20" y="71"/>
                    <a:pt x="22" y="73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3" y="86"/>
                    <a:pt x="25" y="87"/>
                    <a:pt x="26" y="88"/>
                  </a:cubicBezTo>
                  <a:cubicBezTo>
                    <a:pt x="28" y="88"/>
                    <a:pt x="30" y="89"/>
                    <a:pt x="32" y="9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3" y="81"/>
                    <a:pt x="46" y="81"/>
                    <a:pt x="48" y="8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60" y="89"/>
                    <a:pt x="64" y="88"/>
                    <a:pt x="67" y="86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9" y="72"/>
                    <a:pt x="71" y="70"/>
                    <a:pt x="73" y="68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6" y="67"/>
                    <a:pt x="87" y="65"/>
                    <a:pt x="87" y="64"/>
                  </a:cubicBezTo>
                  <a:cubicBezTo>
                    <a:pt x="88" y="62"/>
                    <a:pt x="89" y="60"/>
                    <a:pt x="89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81" y="47"/>
                    <a:pt x="81" y="44"/>
                    <a:pt x="81" y="42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0"/>
                    <a:pt x="87" y="26"/>
                    <a:pt x="86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1"/>
                    <a:pt x="70" y="19"/>
                    <a:pt x="68" y="1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7" y="4"/>
                    <a:pt x="65" y="3"/>
                    <a:pt x="63" y="3"/>
                  </a:cubicBezTo>
                  <a:cubicBezTo>
                    <a:pt x="62" y="2"/>
                    <a:pt x="60" y="1"/>
                    <a:pt x="58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4" y="9"/>
                    <a:pt x="41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1"/>
                    <a:pt x="26" y="3"/>
                    <a:pt x="22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8"/>
                    <a:pt x="19" y="20"/>
                    <a:pt x="1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3"/>
                    <a:pt x="3" y="25"/>
                    <a:pt x="2" y="27"/>
                  </a:cubicBezTo>
                  <a:cubicBezTo>
                    <a:pt x="2" y="28"/>
                    <a:pt x="1" y="30"/>
                    <a:pt x="0" y="32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3"/>
                    <a:pt x="9" y="46"/>
                    <a:pt x="9" y="4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0"/>
                    <a:pt x="2" y="64"/>
                    <a:pt x="4" y="67"/>
                  </a:cubicBezTo>
                  <a:close/>
                  <a:moveTo>
                    <a:pt x="30" y="39"/>
                  </a:moveTo>
                  <a:cubicBezTo>
                    <a:pt x="34" y="30"/>
                    <a:pt x="43" y="27"/>
                    <a:pt x="51" y="30"/>
                  </a:cubicBezTo>
                  <a:cubicBezTo>
                    <a:pt x="60" y="34"/>
                    <a:pt x="63" y="43"/>
                    <a:pt x="60" y="52"/>
                  </a:cubicBezTo>
                  <a:cubicBezTo>
                    <a:pt x="56" y="60"/>
                    <a:pt x="47" y="63"/>
                    <a:pt x="38" y="60"/>
                  </a:cubicBezTo>
                  <a:cubicBezTo>
                    <a:pt x="30" y="56"/>
                    <a:pt x="26" y="47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54" name="Freeform 22"/>
            <p:cNvSpPr>
              <a:spLocks noEditPoints="1"/>
            </p:cNvSpPr>
            <p:nvPr/>
          </p:nvSpPr>
          <p:spPr bwMode="auto">
            <a:xfrm>
              <a:off x="7805738" y="3832226"/>
              <a:ext cx="227013" cy="228600"/>
            </a:xfrm>
            <a:custGeom>
              <a:avLst/>
              <a:gdLst>
                <a:gd name="T0" fmla="*/ 63 w 72"/>
                <a:gd name="T1" fmla="*/ 44 h 73"/>
                <a:gd name="T2" fmla="*/ 72 w 72"/>
                <a:gd name="T3" fmla="*/ 41 h 73"/>
                <a:gd name="T4" fmla="*/ 72 w 72"/>
                <a:gd name="T5" fmla="*/ 36 h 73"/>
                <a:gd name="T6" fmla="*/ 72 w 72"/>
                <a:gd name="T7" fmla="*/ 31 h 73"/>
                <a:gd name="T8" fmla="*/ 63 w 72"/>
                <a:gd name="T9" fmla="*/ 28 h 73"/>
                <a:gd name="T10" fmla="*/ 60 w 72"/>
                <a:gd name="T11" fmla="*/ 23 h 73"/>
                <a:gd name="T12" fmla="*/ 64 w 72"/>
                <a:gd name="T13" fmla="*/ 14 h 73"/>
                <a:gd name="T14" fmla="*/ 58 w 72"/>
                <a:gd name="T15" fmla="*/ 8 h 73"/>
                <a:gd name="T16" fmla="*/ 49 w 72"/>
                <a:gd name="T17" fmla="*/ 12 h 73"/>
                <a:gd name="T18" fmla="*/ 43 w 72"/>
                <a:gd name="T19" fmla="*/ 10 h 73"/>
                <a:gd name="T20" fmla="*/ 40 w 72"/>
                <a:gd name="T21" fmla="*/ 1 h 73"/>
                <a:gd name="T22" fmla="*/ 35 w 72"/>
                <a:gd name="T23" fmla="*/ 0 h 73"/>
                <a:gd name="T24" fmla="*/ 31 w 72"/>
                <a:gd name="T25" fmla="*/ 1 h 73"/>
                <a:gd name="T26" fmla="*/ 28 w 72"/>
                <a:gd name="T27" fmla="*/ 10 h 73"/>
                <a:gd name="T28" fmla="*/ 22 w 72"/>
                <a:gd name="T29" fmla="*/ 12 h 73"/>
                <a:gd name="T30" fmla="*/ 13 w 72"/>
                <a:gd name="T31" fmla="*/ 8 h 73"/>
                <a:gd name="T32" fmla="*/ 7 w 72"/>
                <a:gd name="T33" fmla="*/ 15 h 73"/>
                <a:gd name="T34" fmla="*/ 11 w 72"/>
                <a:gd name="T35" fmla="*/ 24 h 73"/>
                <a:gd name="T36" fmla="*/ 9 w 72"/>
                <a:gd name="T37" fmla="*/ 29 h 73"/>
                <a:gd name="T38" fmla="*/ 0 w 72"/>
                <a:gd name="T39" fmla="*/ 33 h 73"/>
                <a:gd name="T40" fmla="*/ 0 w 72"/>
                <a:gd name="T41" fmla="*/ 37 h 73"/>
                <a:gd name="T42" fmla="*/ 0 w 72"/>
                <a:gd name="T43" fmla="*/ 42 h 73"/>
                <a:gd name="T44" fmla="*/ 9 w 72"/>
                <a:gd name="T45" fmla="*/ 45 h 73"/>
                <a:gd name="T46" fmla="*/ 12 w 72"/>
                <a:gd name="T47" fmla="*/ 51 h 73"/>
                <a:gd name="T48" fmla="*/ 8 w 72"/>
                <a:gd name="T49" fmla="*/ 59 h 73"/>
                <a:gd name="T50" fmla="*/ 15 w 72"/>
                <a:gd name="T51" fmla="*/ 66 h 73"/>
                <a:gd name="T52" fmla="*/ 23 w 72"/>
                <a:gd name="T53" fmla="*/ 62 h 73"/>
                <a:gd name="T54" fmla="*/ 29 w 72"/>
                <a:gd name="T55" fmla="*/ 64 h 73"/>
                <a:gd name="T56" fmla="*/ 32 w 72"/>
                <a:gd name="T57" fmla="*/ 73 h 73"/>
                <a:gd name="T58" fmla="*/ 37 w 72"/>
                <a:gd name="T59" fmla="*/ 73 h 73"/>
                <a:gd name="T60" fmla="*/ 41 w 72"/>
                <a:gd name="T61" fmla="*/ 72 h 73"/>
                <a:gd name="T62" fmla="*/ 44 w 72"/>
                <a:gd name="T63" fmla="*/ 63 h 73"/>
                <a:gd name="T64" fmla="*/ 50 w 72"/>
                <a:gd name="T65" fmla="*/ 61 h 73"/>
                <a:gd name="T66" fmla="*/ 59 w 72"/>
                <a:gd name="T67" fmla="*/ 65 h 73"/>
                <a:gd name="T68" fmla="*/ 65 w 72"/>
                <a:gd name="T69" fmla="*/ 58 h 73"/>
                <a:gd name="T70" fmla="*/ 61 w 72"/>
                <a:gd name="T71" fmla="*/ 50 h 73"/>
                <a:gd name="T72" fmla="*/ 63 w 72"/>
                <a:gd name="T73" fmla="*/ 44 h 73"/>
                <a:gd name="T74" fmla="*/ 36 w 72"/>
                <a:gd name="T75" fmla="*/ 49 h 73"/>
                <a:gd name="T76" fmla="*/ 23 w 72"/>
                <a:gd name="T77" fmla="*/ 37 h 73"/>
                <a:gd name="T78" fmla="*/ 36 w 72"/>
                <a:gd name="T79" fmla="*/ 24 h 73"/>
                <a:gd name="T80" fmla="*/ 49 w 72"/>
                <a:gd name="T81" fmla="*/ 36 h 73"/>
                <a:gd name="T82" fmla="*/ 36 w 72"/>
                <a:gd name="T8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3">
                  <a:moveTo>
                    <a:pt x="63" y="44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9"/>
                    <a:pt x="72" y="37"/>
                    <a:pt x="72" y="36"/>
                  </a:cubicBezTo>
                  <a:cubicBezTo>
                    <a:pt x="72" y="34"/>
                    <a:pt x="72" y="33"/>
                    <a:pt x="72" y="31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6"/>
                    <a:pt x="61" y="24"/>
                    <a:pt x="60" y="23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2" y="12"/>
                    <a:pt x="60" y="9"/>
                    <a:pt x="58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7" y="11"/>
                    <a:pt x="45" y="10"/>
                    <a:pt x="43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7" y="0"/>
                    <a:pt x="35" y="0"/>
                  </a:cubicBezTo>
                  <a:cubicBezTo>
                    <a:pt x="34" y="0"/>
                    <a:pt x="32" y="1"/>
                    <a:pt x="31" y="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0"/>
                    <a:pt x="9" y="13"/>
                    <a:pt x="7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5"/>
                    <a:pt x="10" y="27"/>
                    <a:pt x="9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4"/>
                    <a:pt x="0" y="36"/>
                    <a:pt x="0" y="37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7"/>
                    <a:pt x="11" y="49"/>
                    <a:pt x="12" y="51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10" y="62"/>
                    <a:pt x="12" y="64"/>
                    <a:pt x="15" y="66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5" y="62"/>
                    <a:pt x="27" y="63"/>
                    <a:pt x="29" y="64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4" y="73"/>
                    <a:pt x="35" y="73"/>
                    <a:pt x="37" y="73"/>
                  </a:cubicBezTo>
                  <a:cubicBezTo>
                    <a:pt x="38" y="73"/>
                    <a:pt x="40" y="73"/>
                    <a:pt x="41" y="72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46" y="63"/>
                    <a:pt x="48" y="62"/>
                    <a:pt x="50" y="6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1" y="63"/>
                    <a:pt x="63" y="61"/>
                    <a:pt x="65" y="58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2" y="48"/>
                    <a:pt x="63" y="46"/>
                    <a:pt x="63" y="44"/>
                  </a:cubicBezTo>
                  <a:close/>
                  <a:moveTo>
                    <a:pt x="36" y="49"/>
                  </a:moveTo>
                  <a:cubicBezTo>
                    <a:pt x="29" y="49"/>
                    <a:pt x="24" y="44"/>
                    <a:pt x="23" y="37"/>
                  </a:cubicBezTo>
                  <a:cubicBezTo>
                    <a:pt x="23" y="30"/>
                    <a:pt x="29" y="24"/>
                    <a:pt x="36" y="24"/>
                  </a:cubicBezTo>
                  <a:cubicBezTo>
                    <a:pt x="43" y="24"/>
                    <a:pt x="49" y="29"/>
                    <a:pt x="49" y="36"/>
                  </a:cubicBezTo>
                  <a:cubicBezTo>
                    <a:pt x="49" y="43"/>
                    <a:pt x="43" y="49"/>
                    <a:pt x="3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grpSp>
        <p:nvGrpSpPr>
          <p:cNvPr id="255" name="Group 55"/>
          <p:cNvGrpSpPr/>
          <p:nvPr/>
        </p:nvGrpSpPr>
        <p:grpSpPr>
          <a:xfrm>
            <a:off x="6115245" y="447491"/>
            <a:ext cx="367663" cy="437193"/>
            <a:chOff x="4922838" y="1303338"/>
            <a:chExt cx="554037" cy="658812"/>
          </a:xfrm>
          <a:solidFill>
            <a:schemeClr val="accent1"/>
          </a:solidFill>
        </p:grpSpPr>
        <p:sp>
          <p:nvSpPr>
            <p:cNvPr id="256" name="Freeform 5"/>
            <p:cNvSpPr/>
            <p:nvPr/>
          </p:nvSpPr>
          <p:spPr bwMode="auto">
            <a:xfrm>
              <a:off x="4922838" y="1751013"/>
              <a:ext cx="554037" cy="211137"/>
            </a:xfrm>
            <a:custGeom>
              <a:avLst/>
              <a:gdLst>
                <a:gd name="T0" fmla="*/ 164 w 183"/>
                <a:gd name="T1" fmla="*/ 0 h 70"/>
                <a:gd name="T2" fmla="*/ 19 w 183"/>
                <a:gd name="T3" fmla="*/ 0 h 70"/>
                <a:gd name="T4" fmla="*/ 0 w 183"/>
                <a:gd name="T5" fmla="*/ 19 h 70"/>
                <a:gd name="T6" fmla="*/ 0 w 183"/>
                <a:gd name="T7" fmla="*/ 50 h 70"/>
                <a:gd name="T8" fmla="*/ 19 w 183"/>
                <a:gd name="T9" fmla="*/ 70 h 70"/>
                <a:gd name="T10" fmla="*/ 164 w 183"/>
                <a:gd name="T11" fmla="*/ 70 h 70"/>
                <a:gd name="T12" fmla="*/ 183 w 183"/>
                <a:gd name="T13" fmla="*/ 50 h 70"/>
                <a:gd name="T14" fmla="*/ 183 w 183"/>
                <a:gd name="T15" fmla="*/ 19 h 70"/>
                <a:gd name="T16" fmla="*/ 164 w 183"/>
                <a:gd name="T1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70">
                  <a:moveTo>
                    <a:pt x="164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61"/>
                    <a:pt x="8" y="70"/>
                    <a:pt x="19" y="70"/>
                  </a:cubicBezTo>
                  <a:cubicBezTo>
                    <a:pt x="164" y="70"/>
                    <a:pt x="164" y="70"/>
                    <a:pt x="164" y="70"/>
                  </a:cubicBezTo>
                  <a:cubicBezTo>
                    <a:pt x="175" y="70"/>
                    <a:pt x="183" y="61"/>
                    <a:pt x="183" y="50"/>
                  </a:cubicBezTo>
                  <a:cubicBezTo>
                    <a:pt x="183" y="19"/>
                    <a:pt x="183" y="19"/>
                    <a:pt x="183" y="19"/>
                  </a:cubicBezTo>
                  <a:cubicBezTo>
                    <a:pt x="183" y="9"/>
                    <a:pt x="175" y="0"/>
                    <a:pt x="16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57" name="Freeform 6"/>
            <p:cNvSpPr>
              <a:spLocks noEditPoints="1"/>
            </p:cNvSpPr>
            <p:nvPr/>
          </p:nvSpPr>
          <p:spPr bwMode="auto">
            <a:xfrm>
              <a:off x="5103813" y="1303338"/>
              <a:ext cx="190500" cy="190500"/>
            </a:xfrm>
            <a:custGeom>
              <a:avLst/>
              <a:gdLst>
                <a:gd name="T0" fmla="*/ 32 w 63"/>
                <a:gd name="T1" fmla="*/ 63 h 63"/>
                <a:gd name="T2" fmla="*/ 63 w 63"/>
                <a:gd name="T3" fmla="*/ 32 h 63"/>
                <a:gd name="T4" fmla="*/ 32 w 63"/>
                <a:gd name="T5" fmla="*/ 0 h 63"/>
                <a:gd name="T6" fmla="*/ 0 w 63"/>
                <a:gd name="T7" fmla="*/ 32 h 63"/>
                <a:gd name="T8" fmla="*/ 32 w 63"/>
                <a:gd name="T9" fmla="*/ 63 h 63"/>
                <a:gd name="T10" fmla="*/ 29 w 63"/>
                <a:gd name="T11" fmla="*/ 9 h 63"/>
                <a:gd name="T12" fmla="*/ 34 w 63"/>
                <a:gd name="T13" fmla="*/ 13 h 63"/>
                <a:gd name="T14" fmla="*/ 29 w 63"/>
                <a:gd name="T15" fmla="*/ 18 h 63"/>
                <a:gd name="T16" fmla="*/ 18 w 63"/>
                <a:gd name="T17" fmla="*/ 29 h 63"/>
                <a:gd name="T18" fmla="*/ 13 w 63"/>
                <a:gd name="T19" fmla="*/ 34 h 63"/>
                <a:gd name="T20" fmla="*/ 8 w 63"/>
                <a:gd name="T21" fmla="*/ 29 h 63"/>
                <a:gd name="T22" fmla="*/ 29 w 63"/>
                <a:gd name="T23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" h="63">
                  <a:moveTo>
                    <a:pt x="32" y="63"/>
                  </a:moveTo>
                  <a:cubicBezTo>
                    <a:pt x="49" y="63"/>
                    <a:pt x="63" y="49"/>
                    <a:pt x="63" y="32"/>
                  </a:cubicBezTo>
                  <a:cubicBezTo>
                    <a:pt x="63" y="14"/>
                    <a:pt x="49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lose/>
                  <a:moveTo>
                    <a:pt x="29" y="9"/>
                  </a:moveTo>
                  <a:cubicBezTo>
                    <a:pt x="31" y="9"/>
                    <a:pt x="34" y="11"/>
                    <a:pt x="34" y="13"/>
                  </a:cubicBezTo>
                  <a:cubicBezTo>
                    <a:pt x="34" y="16"/>
                    <a:pt x="31" y="18"/>
                    <a:pt x="29" y="18"/>
                  </a:cubicBezTo>
                  <a:cubicBezTo>
                    <a:pt x="23" y="18"/>
                    <a:pt x="18" y="23"/>
                    <a:pt x="18" y="29"/>
                  </a:cubicBezTo>
                  <a:cubicBezTo>
                    <a:pt x="18" y="32"/>
                    <a:pt x="16" y="34"/>
                    <a:pt x="13" y="34"/>
                  </a:cubicBezTo>
                  <a:cubicBezTo>
                    <a:pt x="10" y="34"/>
                    <a:pt x="8" y="32"/>
                    <a:pt x="8" y="29"/>
                  </a:cubicBezTo>
                  <a:cubicBezTo>
                    <a:pt x="8" y="18"/>
                    <a:pt x="18" y="9"/>
                    <a:pt x="2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58" name="Freeform 7"/>
            <p:cNvSpPr/>
            <p:nvPr/>
          </p:nvSpPr>
          <p:spPr bwMode="auto">
            <a:xfrm>
              <a:off x="5073650" y="1514475"/>
              <a:ext cx="252412" cy="209550"/>
            </a:xfrm>
            <a:custGeom>
              <a:avLst/>
              <a:gdLst>
                <a:gd name="T0" fmla="*/ 11 w 83"/>
                <a:gd name="T1" fmla="*/ 69 h 69"/>
                <a:gd name="T2" fmla="*/ 72 w 83"/>
                <a:gd name="T3" fmla="*/ 69 h 69"/>
                <a:gd name="T4" fmla="*/ 83 w 83"/>
                <a:gd name="T5" fmla="*/ 58 h 69"/>
                <a:gd name="T6" fmla="*/ 72 w 83"/>
                <a:gd name="T7" fmla="*/ 47 h 69"/>
                <a:gd name="T8" fmla="*/ 71 w 83"/>
                <a:gd name="T9" fmla="*/ 47 h 69"/>
                <a:gd name="T10" fmla="*/ 72 w 83"/>
                <a:gd name="T11" fmla="*/ 42 h 69"/>
                <a:gd name="T12" fmla="*/ 62 w 83"/>
                <a:gd name="T13" fmla="*/ 32 h 69"/>
                <a:gd name="T14" fmla="*/ 53 w 83"/>
                <a:gd name="T15" fmla="*/ 32 h 69"/>
                <a:gd name="T16" fmla="*/ 53 w 83"/>
                <a:gd name="T17" fmla="*/ 0 h 69"/>
                <a:gd name="T18" fmla="*/ 30 w 83"/>
                <a:gd name="T19" fmla="*/ 0 h 69"/>
                <a:gd name="T20" fmla="*/ 30 w 83"/>
                <a:gd name="T21" fmla="*/ 32 h 69"/>
                <a:gd name="T22" fmla="*/ 21 w 83"/>
                <a:gd name="T23" fmla="*/ 32 h 69"/>
                <a:gd name="T24" fmla="*/ 11 w 83"/>
                <a:gd name="T25" fmla="*/ 42 h 69"/>
                <a:gd name="T26" fmla="*/ 12 w 83"/>
                <a:gd name="T27" fmla="*/ 47 h 69"/>
                <a:gd name="T28" fmla="*/ 11 w 83"/>
                <a:gd name="T29" fmla="*/ 47 h 69"/>
                <a:gd name="T30" fmla="*/ 0 w 83"/>
                <a:gd name="T31" fmla="*/ 58 h 69"/>
                <a:gd name="T32" fmla="*/ 11 w 83"/>
                <a:gd name="T3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69">
                  <a:moveTo>
                    <a:pt x="11" y="69"/>
                  </a:moveTo>
                  <a:cubicBezTo>
                    <a:pt x="72" y="69"/>
                    <a:pt x="72" y="69"/>
                    <a:pt x="72" y="69"/>
                  </a:cubicBezTo>
                  <a:cubicBezTo>
                    <a:pt x="78" y="69"/>
                    <a:pt x="83" y="64"/>
                    <a:pt x="83" y="58"/>
                  </a:cubicBezTo>
                  <a:cubicBezTo>
                    <a:pt x="83" y="52"/>
                    <a:pt x="78" y="47"/>
                    <a:pt x="72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2" y="46"/>
                    <a:pt x="72" y="44"/>
                    <a:pt x="72" y="42"/>
                  </a:cubicBezTo>
                  <a:cubicBezTo>
                    <a:pt x="72" y="37"/>
                    <a:pt x="68" y="32"/>
                    <a:pt x="62" y="32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15" y="32"/>
                    <a:pt x="11" y="37"/>
                    <a:pt x="11" y="42"/>
                  </a:cubicBezTo>
                  <a:cubicBezTo>
                    <a:pt x="11" y="44"/>
                    <a:pt x="12" y="46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5" y="47"/>
                    <a:pt x="0" y="52"/>
                    <a:pt x="0" y="58"/>
                  </a:cubicBezTo>
                  <a:cubicBezTo>
                    <a:pt x="0" y="64"/>
                    <a:pt x="5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grpSp>
        <p:nvGrpSpPr>
          <p:cNvPr id="259" name="Group 101"/>
          <p:cNvGrpSpPr/>
          <p:nvPr/>
        </p:nvGrpSpPr>
        <p:grpSpPr>
          <a:xfrm>
            <a:off x="6682570" y="447491"/>
            <a:ext cx="485678" cy="366203"/>
            <a:chOff x="857250" y="3806825"/>
            <a:chExt cx="296863" cy="223838"/>
          </a:xfrm>
          <a:solidFill>
            <a:schemeClr val="accent1"/>
          </a:solidFill>
        </p:grpSpPr>
        <p:sp>
          <p:nvSpPr>
            <p:cNvPr id="260" name="Freeform 148"/>
            <p:cNvSpPr>
              <a:spLocks noEditPoints="1"/>
            </p:cNvSpPr>
            <p:nvPr/>
          </p:nvSpPr>
          <p:spPr bwMode="auto">
            <a:xfrm>
              <a:off x="857250" y="3806825"/>
              <a:ext cx="296863" cy="223838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15" y="0"/>
                </a:cxn>
                <a:cxn ang="0">
                  <a:pos x="0" y="14"/>
                </a:cxn>
                <a:cxn ang="0">
                  <a:pos x="0" y="72"/>
                </a:cxn>
                <a:cxn ang="0">
                  <a:pos x="15" y="87"/>
                </a:cxn>
                <a:cxn ang="0">
                  <a:pos x="102" y="87"/>
                </a:cxn>
                <a:cxn ang="0">
                  <a:pos x="116" y="72"/>
                </a:cxn>
                <a:cxn ang="0">
                  <a:pos x="116" y="14"/>
                </a:cxn>
                <a:cxn ang="0">
                  <a:pos x="102" y="0"/>
                </a:cxn>
                <a:cxn ang="0">
                  <a:pos x="109" y="72"/>
                </a:cxn>
                <a:cxn ang="0">
                  <a:pos x="102" y="79"/>
                </a:cxn>
                <a:cxn ang="0">
                  <a:pos x="15" y="79"/>
                </a:cxn>
                <a:cxn ang="0">
                  <a:pos x="7" y="72"/>
                </a:cxn>
                <a:cxn ang="0">
                  <a:pos x="7" y="36"/>
                </a:cxn>
                <a:cxn ang="0">
                  <a:pos x="109" y="36"/>
                </a:cxn>
                <a:cxn ang="0">
                  <a:pos x="109" y="72"/>
                </a:cxn>
                <a:cxn ang="0">
                  <a:pos x="109" y="21"/>
                </a:cxn>
                <a:cxn ang="0">
                  <a:pos x="7" y="21"/>
                </a:cxn>
                <a:cxn ang="0">
                  <a:pos x="7" y="14"/>
                </a:cxn>
                <a:cxn ang="0">
                  <a:pos x="15" y="7"/>
                </a:cxn>
                <a:cxn ang="0">
                  <a:pos x="102" y="7"/>
                </a:cxn>
                <a:cxn ang="0">
                  <a:pos x="109" y="14"/>
                </a:cxn>
                <a:cxn ang="0">
                  <a:pos x="109" y="21"/>
                </a:cxn>
              </a:cxnLst>
              <a:rect l="0" t="0" r="r" b="b"/>
              <a:pathLst>
                <a:path w="116" h="87">
                  <a:moveTo>
                    <a:pt x="10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7" y="87"/>
                    <a:pt x="15" y="87"/>
                  </a:cubicBezTo>
                  <a:cubicBezTo>
                    <a:pt x="102" y="87"/>
                    <a:pt x="102" y="87"/>
                    <a:pt x="102" y="87"/>
                  </a:cubicBezTo>
                  <a:cubicBezTo>
                    <a:pt x="110" y="87"/>
                    <a:pt x="116" y="80"/>
                    <a:pt x="116" y="72"/>
                  </a:cubicBezTo>
                  <a:cubicBezTo>
                    <a:pt x="116" y="14"/>
                    <a:pt x="116" y="14"/>
                    <a:pt x="116" y="14"/>
                  </a:cubicBezTo>
                  <a:cubicBezTo>
                    <a:pt x="116" y="6"/>
                    <a:pt x="110" y="0"/>
                    <a:pt x="102" y="0"/>
                  </a:cubicBezTo>
                  <a:close/>
                  <a:moveTo>
                    <a:pt x="109" y="72"/>
                  </a:moveTo>
                  <a:cubicBezTo>
                    <a:pt x="109" y="76"/>
                    <a:pt x="106" y="79"/>
                    <a:pt x="102" y="79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1" y="79"/>
                    <a:pt x="7" y="76"/>
                    <a:pt x="7" y="72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09" y="36"/>
                    <a:pt x="109" y="36"/>
                    <a:pt x="109" y="36"/>
                  </a:cubicBezTo>
                  <a:lnTo>
                    <a:pt x="109" y="72"/>
                  </a:lnTo>
                  <a:close/>
                  <a:moveTo>
                    <a:pt x="109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0"/>
                    <a:pt x="11" y="7"/>
                    <a:pt x="15" y="7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6" y="7"/>
                    <a:pt x="109" y="10"/>
                    <a:pt x="109" y="14"/>
                  </a:cubicBezTo>
                  <a:lnTo>
                    <a:pt x="109" y="2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261" name="Rectangle 149"/>
            <p:cNvSpPr>
              <a:spLocks noChangeArrowheads="1"/>
            </p:cNvSpPr>
            <p:nvPr/>
          </p:nvSpPr>
          <p:spPr bwMode="auto">
            <a:xfrm>
              <a:off x="895350" y="3917950"/>
              <a:ext cx="111125" cy="1746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262" name="Rectangle 150"/>
            <p:cNvSpPr>
              <a:spLocks noChangeArrowheads="1"/>
            </p:cNvSpPr>
            <p:nvPr/>
          </p:nvSpPr>
          <p:spPr bwMode="auto">
            <a:xfrm>
              <a:off x="895350" y="3956050"/>
              <a:ext cx="36513" cy="1746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263" name="Rectangle 151"/>
            <p:cNvSpPr>
              <a:spLocks noChangeArrowheads="1"/>
            </p:cNvSpPr>
            <p:nvPr/>
          </p:nvSpPr>
          <p:spPr bwMode="auto">
            <a:xfrm>
              <a:off x="1062038" y="3917950"/>
              <a:ext cx="57150" cy="3810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>
                <a:cs typeface="+mn-ea"/>
                <a:sym typeface="+mn-lt"/>
              </a:endParaRPr>
            </a:p>
          </p:txBody>
        </p:sp>
      </p:grpSp>
      <p:sp>
        <p:nvSpPr>
          <p:cNvPr id="264" name="Freeform 25"/>
          <p:cNvSpPr>
            <a:spLocks noEditPoints="1"/>
          </p:cNvSpPr>
          <p:nvPr/>
        </p:nvSpPr>
        <p:spPr bwMode="auto">
          <a:xfrm>
            <a:off x="7367908" y="447491"/>
            <a:ext cx="396216" cy="396217"/>
          </a:xfrm>
          <a:custGeom>
            <a:avLst/>
            <a:gdLst/>
            <a:ahLst/>
            <a:cxnLst>
              <a:cxn ang="0">
                <a:pos x="114" y="98"/>
              </a:cxn>
              <a:cxn ang="0">
                <a:pos x="94" y="78"/>
              </a:cxn>
              <a:cxn ang="0">
                <a:pos x="102" y="50"/>
              </a:cxn>
              <a:cxn ang="0">
                <a:pos x="51" y="0"/>
              </a:cxn>
              <a:cxn ang="0">
                <a:pos x="0" y="50"/>
              </a:cxn>
              <a:cxn ang="0">
                <a:pos x="51" y="101"/>
              </a:cxn>
              <a:cxn ang="0">
                <a:pos x="78" y="93"/>
              </a:cxn>
              <a:cxn ang="0">
                <a:pos x="98" y="113"/>
              </a:cxn>
              <a:cxn ang="0">
                <a:pos x="104" y="113"/>
              </a:cxn>
              <a:cxn ang="0">
                <a:pos x="114" y="103"/>
              </a:cxn>
              <a:cxn ang="0">
                <a:pos x="114" y="98"/>
              </a:cxn>
              <a:cxn ang="0">
                <a:pos x="51" y="87"/>
              </a:cxn>
              <a:cxn ang="0">
                <a:pos x="15" y="50"/>
              </a:cxn>
              <a:cxn ang="0">
                <a:pos x="51" y="14"/>
              </a:cxn>
              <a:cxn ang="0">
                <a:pos x="87" y="50"/>
              </a:cxn>
              <a:cxn ang="0">
                <a:pos x="51" y="87"/>
              </a:cxn>
            </a:cxnLst>
            <a:rect l="0" t="0" r="r" b="b"/>
            <a:pathLst>
              <a:path w="115" h="115">
                <a:moveTo>
                  <a:pt x="114" y="98"/>
                </a:moveTo>
                <a:cubicBezTo>
                  <a:pt x="94" y="78"/>
                  <a:pt x="94" y="78"/>
                  <a:pt x="94" y="78"/>
                </a:cubicBezTo>
                <a:cubicBezTo>
                  <a:pt x="99" y="70"/>
                  <a:pt x="102" y="60"/>
                  <a:pt x="102" y="50"/>
                </a:cubicBezTo>
                <a:cubicBezTo>
                  <a:pt x="102" y="22"/>
                  <a:pt x="79" y="0"/>
                  <a:pt x="51" y="0"/>
                </a:cubicBezTo>
                <a:cubicBezTo>
                  <a:pt x="23" y="0"/>
                  <a:pt x="0" y="22"/>
                  <a:pt x="0" y="50"/>
                </a:cubicBezTo>
                <a:cubicBezTo>
                  <a:pt x="0" y="78"/>
                  <a:pt x="23" y="101"/>
                  <a:pt x="51" y="101"/>
                </a:cubicBezTo>
                <a:cubicBezTo>
                  <a:pt x="61" y="101"/>
                  <a:pt x="71" y="98"/>
                  <a:pt x="78" y="93"/>
                </a:cubicBezTo>
                <a:cubicBezTo>
                  <a:pt x="98" y="113"/>
                  <a:pt x="98" y="113"/>
                  <a:pt x="98" y="113"/>
                </a:cubicBezTo>
                <a:cubicBezTo>
                  <a:pt x="100" y="115"/>
                  <a:pt x="102" y="115"/>
                  <a:pt x="104" y="113"/>
                </a:cubicBezTo>
                <a:cubicBezTo>
                  <a:pt x="114" y="103"/>
                  <a:pt x="114" y="103"/>
                  <a:pt x="114" y="103"/>
                </a:cubicBezTo>
                <a:cubicBezTo>
                  <a:pt x="115" y="101"/>
                  <a:pt x="115" y="99"/>
                  <a:pt x="114" y="98"/>
                </a:cubicBezTo>
                <a:close/>
                <a:moveTo>
                  <a:pt x="51" y="87"/>
                </a:moveTo>
                <a:cubicBezTo>
                  <a:pt x="31" y="87"/>
                  <a:pt x="15" y="70"/>
                  <a:pt x="15" y="50"/>
                </a:cubicBezTo>
                <a:cubicBezTo>
                  <a:pt x="15" y="30"/>
                  <a:pt x="31" y="14"/>
                  <a:pt x="51" y="14"/>
                </a:cubicBezTo>
                <a:cubicBezTo>
                  <a:pt x="71" y="14"/>
                  <a:pt x="87" y="30"/>
                  <a:pt x="87" y="50"/>
                </a:cubicBezTo>
                <a:cubicBezTo>
                  <a:pt x="87" y="70"/>
                  <a:pt x="71" y="87"/>
                  <a:pt x="51" y="87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cs typeface="+mn-ea"/>
              <a:sym typeface="+mn-lt"/>
            </a:endParaRPr>
          </a:p>
        </p:txBody>
      </p:sp>
      <p:grpSp>
        <p:nvGrpSpPr>
          <p:cNvPr id="265" name="Group 87"/>
          <p:cNvGrpSpPr/>
          <p:nvPr/>
        </p:nvGrpSpPr>
        <p:grpSpPr>
          <a:xfrm>
            <a:off x="7963786" y="447491"/>
            <a:ext cx="327823" cy="477023"/>
            <a:chOff x="4075113" y="1909763"/>
            <a:chExt cx="247650" cy="360363"/>
          </a:xfrm>
          <a:solidFill>
            <a:schemeClr val="accent1"/>
          </a:solidFill>
        </p:grpSpPr>
        <p:sp>
          <p:nvSpPr>
            <p:cNvPr id="266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267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>
                <a:cs typeface="+mn-ea"/>
                <a:sym typeface="+mn-lt"/>
              </a:endParaRPr>
            </a:p>
          </p:txBody>
        </p:sp>
      </p:grpSp>
      <p:sp>
        <p:nvSpPr>
          <p:cNvPr id="268" name="Freeform 6"/>
          <p:cNvSpPr>
            <a:spLocks noEditPoints="1"/>
          </p:cNvSpPr>
          <p:nvPr/>
        </p:nvSpPr>
        <p:spPr bwMode="auto">
          <a:xfrm>
            <a:off x="8491270" y="447491"/>
            <a:ext cx="531142" cy="500479"/>
          </a:xfrm>
          <a:custGeom>
            <a:avLst/>
            <a:gdLst>
              <a:gd name="T0" fmla="*/ 206 w 638"/>
              <a:gd name="T1" fmla="*/ 360 h 601"/>
              <a:gd name="T2" fmla="*/ 198 w 638"/>
              <a:gd name="T3" fmla="*/ 384 h 601"/>
              <a:gd name="T4" fmla="*/ 58 w 638"/>
              <a:gd name="T5" fmla="*/ 397 h 601"/>
              <a:gd name="T6" fmla="*/ 23 w 638"/>
              <a:gd name="T7" fmla="*/ 499 h 601"/>
              <a:gd name="T8" fmla="*/ 41 w 638"/>
              <a:gd name="T9" fmla="*/ 505 h 601"/>
              <a:gd name="T10" fmla="*/ 42 w 638"/>
              <a:gd name="T11" fmla="*/ 504 h 601"/>
              <a:gd name="T12" fmla="*/ 115 w 638"/>
              <a:gd name="T13" fmla="*/ 436 h 601"/>
              <a:gd name="T14" fmla="*/ 142 w 638"/>
              <a:gd name="T15" fmla="*/ 437 h 601"/>
              <a:gd name="T16" fmla="*/ 181 w 638"/>
              <a:gd name="T17" fmla="*/ 479 h 601"/>
              <a:gd name="T18" fmla="*/ 180 w 638"/>
              <a:gd name="T19" fmla="*/ 505 h 601"/>
              <a:gd name="T20" fmla="*/ 105 w 638"/>
              <a:gd name="T21" fmla="*/ 575 h 601"/>
              <a:gd name="T22" fmla="*/ 110 w 638"/>
              <a:gd name="T23" fmla="*/ 592 h 601"/>
              <a:gd name="T24" fmla="*/ 214 w 638"/>
              <a:gd name="T25" fmla="*/ 565 h 601"/>
              <a:gd name="T26" fmla="*/ 237 w 638"/>
              <a:gd name="T27" fmla="*/ 426 h 601"/>
              <a:gd name="T28" fmla="*/ 262 w 638"/>
              <a:gd name="T29" fmla="*/ 420 h 601"/>
              <a:gd name="T30" fmla="*/ 288 w 638"/>
              <a:gd name="T31" fmla="*/ 397 h 601"/>
              <a:gd name="T32" fmla="*/ 237 w 638"/>
              <a:gd name="T33" fmla="*/ 331 h 601"/>
              <a:gd name="T34" fmla="*/ 206 w 638"/>
              <a:gd name="T35" fmla="*/ 360 h 601"/>
              <a:gd name="T36" fmla="*/ 264 w 638"/>
              <a:gd name="T37" fmla="*/ 155 h 601"/>
              <a:gd name="T38" fmla="*/ 237 w 638"/>
              <a:gd name="T39" fmla="*/ 143 h 601"/>
              <a:gd name="T40" fmla="*/ 255 w 638"/>
              <a:gd name="T41" fmla="*/ 108 h 601"/>
              <a:gd name="T42" fmla="*/ 278 w 638"/>
              <a:gd name="T43" fmla="*/ 106 h 601"/>
              <a:gd name="T44" fmla="*/ 314 w 638"/>
              <a:gd name="T45" fmla="*/ 78 h 601"/>
              <a:gd name="T46" fmla="*/ 315 w 638"/>
              <a:gd name="T47" fmla="*/ 41 h 601"/>
              <a:gd name="T48" fmla="*/ 296 w 638"/>
              <a:gd name="T49" fmla="*/ 16 h 601"/>
              <a:gd name="T50" fmla="*/ 259 w 638"/>
              <a:gd name="T51" fmla="*/ 8 h 601"/>
              <a:gd name="T52" fmla="*/ 223 w 638"/>
              <a:gd name="T53" fmla="*/ 36 h 601"/>
              <a:gd name="T54" fmla="*/ 216 w 638"/>
              <a:gd name="T55" fmla="*/ 58 h 601"/>
              <a:gd name="T56" fmla="*/ 144 w 638"/>
              <a:gd name="T57" fmla="*/ 86 h 601"/>
              <a:gd name="T58" fmla="*/ 100 w 638"/>
              <a:gd name="T59" fmla="*/ 144 h 601"/>
              <a:gd name="T60" fmla="*/ 61 w 638"/>
              <a:gd name="T61" fmla="*/ 143 h 601"/>
              <a:gd name="T62" fmla="*/ 15 w 638"/>
              <a:gd name="T63" fmla="*/ 178 h 601"/>
              <a:gd name="T64" fmla="*/ 13 w 638"/>
              <a:gd name="T65" fmla="*/ 229 h 601"/>
              <a:gd name="T66" fmla="*/ 39 w 638"/>
              <a:gd name="T67" fmla="*/ 262 h 601"/>
              <a:gd name="T68" fmla="*/ 89 w 638"/>
              <a:gd name="T69" fmla="*/ 273 h 601"/>
              <a:gd name="T70" fmla="*/ 135 w 638"/>
              <a:gd name="T71" fmla="*/ 237 h 601"/>
              <a:gd name="T72" fmla="*/ 143 w 638"/>
              <a:gd name="T73" fmla="*/ 199 h 601"/>
              <a:gd name="T74" fmla="*/ 181 w 638"/>
              <a:gd name="T75" fmla="*/ 189 h 601"/>
              <a:gd name="T76" fmla="*/ 187 w 638"/>
              <a:gd name="T77" fmla="*/ 216 h 601"/>
              <a:gd name="T78" fmla="*/ 435 w 638"/>
              <a:gd name="T79" fmla="*/ 534 h 601"/>
              <a:gd name="T80" fmla="*/ 481 w 638"/>
              <a:gd name="T81" fmla="*/ 540 h 601"/>
              <a:gd name="T82" fmla="*/ 506 w 638"/>
              <a:gd name="T83" fmla="*/ 521 h 601"/>
              <a:gd name="T84" fmla="*/ 512 w 638"/>
              <a:gd name="T85" fmla="*/ 474 h 601"/>
              <a:gd name="T86" fmla="*/ 264 w 638"/>
              <a:gd name="T87" fmla="*/ 155 h 601"/>
              <a:gd name="T88" fmla="*/ 632 w 638"/>
              <a:gd name="T89" fmla="*/ 107 h 601"/>
              <a:gd name="T90" fmla="*/ 614 w 638"/>
              <a:gd name="T91" fmla="*/ 101 h 601"/>
              <a:gd name="T92" fmla="*/ 613 w 638"/>
              <a:gd name="T93" fmla="*/ 102 h 601"/>
              <a:gd name="T94" fmla="*/ 540 w 638"/>
              <a:gd name="T95" fmla="*/ 170 h 601"/>
              <a:gd name="T96" fmla="*/ 513 w 638"/>
              <a:gd name="T97" fmla="*/ 169 h 601"/>
              <a:gd name="T98" fmla="*/ 474 w 638"/>
              <a:gd name="T99" fmla="*/ 127 h 601"/>
              <a:gd name="T100" fmla="*/ 475 w 638"/>
              <a:gd name="T101" fmla="*/ 101 h 601"/>
              <a:gd name="T102" fmla="*/ 550 w 638"/>
              <a:gd name="T103" fmla="*/ 31 h 601"/>
              <a:gd name="T104" fmla="*/ 545 w 638"/>
              <a:gd name="T105" fmla="*/ 14 h 601"/>
              <a:gd name="T106" fmla="*/ 440 w 638"/>
              <a:gd name="T107" fmla="*/ 41 h 601"/>
              <a:gd name="T108" fmla="*/ 418 w 638"/>
              <a:gd name="T109" fmla="*/ 180 h 601"/>
              <a:gd name="T110" fmla="*/ 392 w 638"/>
              <a:gd name="T111" fmla="*/ 186 h 601"/>
              <a:gd name="T112" fmla="*/ 355 w 638"/>
              <a:gd name="T113" fmla="*/ 221 h 601"/>
              <a:gd name="T114" fmla="*/ 406 w 638"/>
              <a:gd name="T115" fmla="*/ 286 h 601"/>
              <a:gd name="T116" fmla="*/ 449 w 638"/>
              <a:gd name="T117" fmla="*/ 247 h 601"/>
              <a:gd name="T118" fmla="*/ 456 w 638"/>
              <a:gd name="T119" fmla="*/ 221 h 601"/>
              <a:gd name="T120" fmla="*/ 597 w 638"/>
              <a:gd name="T121" fmla="*/ 209 h 601"/>
              <a:gd name="T122" fmla="*/ 632 w 638"/>
              <a:gd name="T123" fmla="*/ 107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38" h="601">
                <a:moveTo>
                  <a:pt x="206" y="360"/>
                </a:moveTo>
                <a:cubicBezTo>
                  <a:pt x="199" y="366"/>
                  <a:pt x="196" y="375"/>
                  <a:pt x="198" y="384"/>
                </a:cubicBezTo>
                <a:cubicBezTo>
                  <a:pt x="155" y="357"/>
                  <a:pt x="97" y="360"/>
                  <a:pt x="58" y="397"/>
                </a:cubicBezTo>
                <a:cubicBezTo>
                  <a:pt x="29" y="424"/>
                  <a:pt x="17" y="463"/>
                  <a:pt x="23" y="499"/>
                </a:cubicBezTo>
                <a:cubicBezTo>
                  <a:pt x="24" y="504"/>
                  <a:pt x="29" y="515"/>
                  <a:pt x="41" y="505"/>
                </a:cubicBezTo>
                <a:cubicBezTo>
                  <a:pt x="41" y="504"/>
                  <a:pt x="41" y="504"/>
                  <a:pt x="42" y="504"/>
                </a:cubicBezTo>
                <a:cubicBezTo>
                  <a:pt x="115" y="436"/>
                  <a:pt x="115" y="436"/>
                  <a:pt x="115" y="436"/>
                </a:cubicBezTo>
                <a:cubicBezTo>
                  <a:pt x="122" y="429"/>
                  <a:pt x="134" y="429"/>
                  <a:pt x="142" y="437"/>
                </a:cubicBezTo>
                <a:cubicBezTo>
                  <a:pt x="181" y="479"/>
                  <a:pt x="181" y="479"/>
                  <a:pt x="181" y="479"/>
                </a:cubicBezTo>
                <a:cubicBezTo>
                  <a:pt x="188" y="486"/>
                  <a:pt x="187" y="498"/>
                  <a:pt x="180" y="505"/>
                </a:cubicBezTo>
                <a:cubicBezTo>
                  <a:pt x="105" y="575"/>
                  <a:pt x="105" y="575"/>
                  <a:pt x="105" y="575"/>
                </a:cubicBezTo>
                <a:cubicBezTo>
                  <a:pt x="93" y="586"/>
                  <a:pt x="106" y="591"/>
                  <a:pt x="110" y="592"/>
                </a:cubicBezTo>
                <a:cubicBezTo>
                  <a:pt x="146" y="601"/>
                  <a:pt x="185" y="592"/>
                  <a:pt x="214" y="565"/>
                </a:cubicBezTo>
                <a:cubicBezTo>
                  <a:pt x="254" y="528"/>
                  <a:pt x="261" y="471"/>
                  <a:pt x="237" y="426"/>
                </a:cubicBezTo>
                <a:cubicBezTo>
                  <a:pt x="246" y="428"/>
                  <a:pt x="255" y="427"/>
                  <a:pt x="262" y="420"/>
                </a:cubicBezTo>
                <a:cubicBezTo>
                  <a:pt x="288" y="397"/>
                  <a:pt x="288" y="397"/>
                  <a:pt x="288" y="397"/>
                </a:cubicBezTo>
                <a:cubicBezTo>
                  <a:pt x="237" y="331"/>
                  <a:pt x="237" y="331"/>
                  <a:pt x="237" y="331"/>
                </a:cubicBezTo>
                <a:lnTo>
                  <a:pt x="206" y="360"/>
                </a:lnTo>
                <a:close/>
                <a:moveTo>
                  <a:pt x="264" y="155"/>
                </a:moveTo>
                <a:cubicBezTo>
                  <a:pt x="258" y="147"/>
                  <a:pt x="247" y="143"/>
                  <a:pt x="237" y="143"/>
                </a:cubicBezTo>
                <a:cubicBezTo>
                  <a:pt x="246" y="131"/>
                  <a:pt x="252" y="119"/>
                  <a:pt x="255" y="108"/>
                </a:cubicBezTo>
                <a:cubicBezTo>
                  <a:pt x="263" y="111"/>
                  <a:pt x="271" y="111"/>
                  <a:pt x="278" y="106"/>
                </a:cubicBezTo>
                <a:cubicBezTo>
                  <a:pt x="314" y="78"/>
                  <a:pt x="314" y="78"/>
                  <a:pt x="314" y="78"/>
                </a:cubicBezTo>
                <a:cubicBezTo>
                  <a:pt x="324" y="70"/>
                  <a:pt x="325" y="53"/>
                  <a:pt x="315" y="41"/>
                </a:cubicBezTo>
                <a:cubicBezTo>
                  <a:pt x="296" y="16"/>
                  <a:pt x="296" y="16"/>
                  <a:pt x="296" y="16"/>
                </a:cubicBezTo>
                <a:cubicBezTo>
                  <a:pt x="286" y="4"/>
                  <a:pt x="270" y="0"/>
                  <a:pt x="259" y="8"/>
                </a:cubicBezTo>
                <a:cubicBezTo>
                  <a:pt x="223" y="36"/>
                  <a:pt x="223" y="36"/>
                  <a:pt x="223" y="36"/>
                </a:cubicBezTo>
                <a:cubicBezTo>
                  <a:pt x="217" y="41"/>
                  <a:pt x="215" y="50"/>
                  <a:pt x="216" y="58"/>
                </a:cubicBezTo>
                <a:cubicBezTo>
                  <a:pt x="194" y="58"/>
                  <a:pt x="168" y="67"/>
                  <a:pt x="144" y="86"/>
                </a:cubicBezTo>
                <a:cubicBezTo>
                  <a:pt x="122" y="103"/>
                  <a:pt x="107" y="124"/>
                  <a:pt x="100" y="144"/>
                </a:cubicBezTo>
                <a:cubicBezTo>
                  <a:pt x="88" y="135"/>
                  <a:pt x="72" y="134"/>
                  <a:pt x="61" y="143"/>
                </a:cubicBezTo>
                <a:cubicBezTo>
                  <a:pt x="15" y="178"/>
                  <a:pt x="15" y="178"/>
                  <a:pt x="15" y="178"/>
                </a:cubicBezTo>
                <a:cubicBezTo>
                  <a:pt x="1" y="189"/>
                  <a:pt x="0" y="212"/>
                  <a:pt x="13" y="229"/>
                </a:cubicBezTo>
                <a:cubicBezTo>
                  <a:pt x="39" y="262"/>
                  <a:pt x="39" y="262"/>
                  <a:pt x="39" y="262"/>
                </a:cubicBezTo>
                <a:cubicBezTo>
                  <a:pt x="52" y="279"/>
                  <a:pt x="75" y="284"/>
                  <a:pt x="89" y="273"/>
                </a:cubicBezTo>
                <a:cubicBezTo>
                  <a:pt x="135" y="237"/>
                  <a:pt x="135" y="237"/>
                  <a:pt x="135" y="237"/>
                </a:cubicBezTo>
                <a:cubicBezTo>
                  <a:pt x="146" y="229"/>
                  <a:pt x="148" y="213"/>
                  <a:pt x="143" y="199"/>
                </a:cubicBezTo>
                <a:cubicBezTo>
                  <a:pt x="155" y="198"/>
                  <a:pt x="168" y="195"/>
                  <a:pt x="181" y="189"/>
                </a:cubicBezTo>
                <a:cubicBezTo>
                  <a:pt x="179" y="198"/>
                  <a:pt x="181" y="208"/>
                  <a:pt x="187" y="216"/>
                </a:cubicBezTo>
                <a:cubicBezTo>
                  <a:pt x="435" y="534"/>
                  <a:pt x="435" y="534"/>
                  <a:pt x="435" y="534"/>
                </a:cubicBezTo>
                <a:cubicBezTo>
                  <a:pt x="446" y="549"/>
                  <a:pt x="467" y="551"/>
                  <a:pt x="481" y="540"/>
                </a:cubicBezTo>
                <a:cubicBezTo>
                  <a:pt x="506" y="521"/>
                  <a:pt x="506" y="521"/>
                  <a:pt x="506" y="521"/>
                </a:cubicBezTo>
                <a:cubicBezTo>
                  <a:pt x="521" y="509"/>
                  <a:pt x="523" y="488"/>
                  <a:pt x="512" y="474"/>
                </a:cubicBezTo>
                <a:lnTo>
                  <a:pt x="264" y="155"/>
                </a:lnTo>
                <a:close/>
                <a:moveTo>
                  <a:pt x="632" y="107"/>
                </a:moveTo>
                <a:cubicBezTo>
                  <a:pt x="630" y="102"/>
                  <a:pt x="626" y="91"/>
                  <a:pt x="614" y="101"/>
                </a:cubicBezTo>
                <a:cubicBezTo>
                  <a:pt x="614" y="102"/>
                  <a:pt x="613" y="102"/>
                  <a:pt x="613" y="102"/>
                </a:cubicBezTo>
                <a:cubicBezTo>
                  <a:pt x="540" y="170"/>
                  <a:pt x="540" y="170"/>
                  <a:pt x="540" y="170"/>
                </a:cubicBezTo>
                <a:cubicBezTo>
                  <a:pt x="532" y="177"/>
                  <a:pt x="520" y="177"/>
                  <a:pt x="513" y="169"/>
                </a:cubicBezTo>
                <a:cubicBezTo>
                  <a:pt x="474" y="127"/>
                  <a:pt x="474" y="127"/>
                  <a:pt x="474" y="127"/>
                </a:cubicBezTo>
                <a:cubicBezTo>
                  <a:pt x="467" y="120"/>
                  <a:pt x="468" y="108"/>
                  <a:pt x="475" y="101"/>
                </a:cubicBezTo>
                <a:cubicBezTo>
                  <a:pt x="550" y="31"/>
                  <a:pt x="550" y="31"/>
                  <a:pt x="550" y="31"/>
                </a:cubicBezTo>
                <a:cubicBezTo>
                  <a:pt x="561" y="20"/>
                  <a:pt x="549" y="15"/>
                  <a:pt x="545" y="14"/>
                </a:cubicBezTo>
                <a:cubicBezTo>
                  <a:pt x="509" y="5"/>
                  <a:pt x="470" y="14"/>
                  <a:pt x="440" y="41"/>
                </a:cubicBezTo>
                <a:cubicBezTo>
                  <a:pt x="401" y="78"/>
                  <a:pt x="394" y="135"/>
                  <a:pt x="418" y="180"/>
                </a:cubicBezTo>
                <a:cubicBezTo>
                  <a:pt x="409" y="178"/>
                  <a:pt x="399" y="180"/>
                  <a:pt x="392" y="186"/>
                </a:cubicBezTo>
                <a:cubicBezTo>
                  <a:pt x="355" y="221"/>
                  <a:pt x="355" y="221"/>
                  <a:pt x="355" y="221"/>
                </a:cubicBezTo>
                <a:cubicBezTo>
                  <a:pt x="406" y="286"/>
                  <a:pt x="406" y="286"/>
                  <a:pt x="406" y="286"/>
                </a:cubicBezTo>
                <a:cubicBezTo>
                  <a:pt x="449" y="247"/>
                  <a:pt x="449" y="247"/>
                  <a:pt x="449" y="247"/>
                </a:cubicBezTo>
                <a:cubicBezTo>
                  <a:pt x="456" y="240"/>
                  <a:pt x="458" y="231"/>
                  <a:pt x="456" y="221"/>
                </a:cubicBezTo>
                <a:cubicBezTo>
                  <a:pt x="499" y="249"/>
                  <a:pt x="557" y="246"/>
                  <a:pt x="597" y="209"/>
                </a:cubicBezTo>
                <a:cubicBezTo>
                  <a:pt x="626" y="182"/>
                  <a:pt x="638" y="143"/>
                  <a:pt x="632" y="1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i="0" u="none" strike="noStrike" kern="1200" cap="none" spc="0" normalizeH="0" baseline="0" noProof="0">
              <a:ln>
                <a:noFill/>
              </a:ln>
              <a:solidFill>
                <a:srgbClr val="003229"/>
              </a:solidFill>
              <a:effectLst/>
              <a:uLnTx/>
              <a:uFillTx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9" name="Freeform 11"/>
          <p:cNvSpPr>
            <a:spLocks noEditPoints="1"/>
          </p:cNvSpPr>
          <p:nvPr/>
        </p:nvSpPr>
        <p:spPr bwMode="auto">
          <a:xfrm>
            <a:off x="9222073" y="447491"/>
            <a:ext cx="501352" cy="581321"/>
          </a:xfrm>
          <a:custGeom>
            <a:avLst/>
            <a:gdLst>
              <a:gd name="T0" fmla="*/ 229 w 443"/>
              <a:gd name="T1" fmla="*/ 257 h 514"/>
              <a:gd name="T2" fmla="*/ 236 w 443"/>
              <a:gd name="T3" fmla="*/ 252 h 514"/>
              <a:gd name="T4" fmla="*/ 268 w 443"/>
              <a:gd name="T5" fmla="*/ 191 h 514"/>
              <a:gd name="T6" fmla="*/ 229 w 443"/>
              <a:gd name="T7" fmla="*/ 191 h 514"/>
              <a:gd name="T8" fmla="*/ 229 w 443"/>
              <a:gd name="T9" fmla="*/ 257 h 514"/>
              <a:gd name="T10" fmla="*/ 167 w 443"/>
              <a:gd name="T11" fmla="*/ 113 h 514"/>
              <a:gd name="T12" fmla="*/ 167 w 443"/>
              <a:gd name="T13" fmla="*/ 265 h 514"/>
              <a:gd name="T14" fmla="*/ 212 w 443"/>
              <a:gd name="T15" fmla="*/ 264 h 514"/>
              <a:gd name="T16" fmla="*/ 212 w 443"/>
              <a:gd name="T17" fmla="*/ 113 h 514"/>
              <a:gd name="T18" fmla="*/ 167 w 443"/>
              <a:gd name="T19" fmla="*/ 113 h 514"/>
              <a:gd name="T20" fmla="*/ 125 w 443"/>
              <a:gd name="T21" fmla="*/ 236 h 514"/>
              <a:gd name="T22" fmla="*/ 150 w 443"/>
              <a:gd name="T23" fmla="*/ 258 h 514"/>
              <a:gd name="T24" fmla="*/ 150 w 443"/>
              <a:gd name="T25" fmla="*/ 155 h 514"/>
              <a:gd name="T26" fmla="*/ 117 w 443"/>
              <a:gd name="T27" fmla="*/ 155 h 514"/>
              <a:gd name="T28" fmla="*/ 125 w 443"/>
              <a:gd name="T29" fmla="*/ 236 h 514"/>
              <a:gd name="T30" fmla="*/ 428 w 443"/>
              <a:gd name="T31" fmla="*/ 431 h 514"/>
              <a:gd name="T32" fmla="*/ 371 w 443"/>
              <a:gd name="T33" fmla="*/ 354 h 514"/>
              <a:gd name="T34" fmla="*/ 329 w 443"/>
              <a:gd name="T35" fmla="*/ 335 h 514"/>
              <a:gd name="T36" fmla="*/ 326 w 443"/>
              <a:gd name="T37" fmla="*/ 326 h 514"/>
              <a:gd name="T38" fmla="*/ 317 w 443"/>
              <a:gd name="T39" fmla="*/ 314 h 514"/>
              <a:gd name="T40" fmla="*/ 305 w 443"/>
              <a:gd name="T41" fmla="*/ 308 h 514"/>
              <a:gd name="T42" fmla="*/ 323 w 443"/>
              <a:gd name="T43" fmla="*/ 90 h 514"/>
              <a:gd name="T44" fmla="*/ 90 w 443"/>
              <a:gd name="T45" fmla="*/ 55 h 514"/>
              <a:gd name="T46" fmla="*/ 55 w 443"/>
              <a:gd name="T47" fmla="*/ 288 h 514"/>
              <a:gd name="T48" fmla="*/ 269 w 443"/>
              <a:gd name="T49" fmla="*/ 335 h 514"/>
              <a:gd name="T50" fmla="*/ 271 w 443"/>
              <a:gd name="T51" fmla="*/ 348 h 514"/>
              <a:gd name="T52" fmla="*/ 280 w 443"/>
              <a:gd name="T53" fmla="*/ 360 h 514"/>
              <a:gd name="T54" fmla="*/ 288 w 443"/>
              <a:gd name="T55" fmla="*/ 365 h 514"/>
              <a:gd name="T56" fmla="*/ 294 w 443"/>
              <a:gd name="T57" fmla="*/ 411 h 514"/>
              <a:gd name="T58" fmla="*/ 351 w 443"/>
              <a:gd name="T59" fmla="*/ 488 h 514"/>
              <a:gd name="T60" fmla="*/ 418 w 443"/>
              <a:gd name="T61" fmla="*/ 498 h 514"/>
              <a:gd name="T62" fmla="*/ 428 w 443"/>
              <a:gd name="T63" fmla="*/ 431 h 514"/>
              <a:gd name="T64" fmla="*/ 250 w 443"/>
              <a:gd name="T65" fmla="*/ 271 h 514"/>
              <a:gd name="T66" fmla="*/ 106 w 443"/>
              <a:gd name="T67" fmla="*/ 250 h 514"/>
              <a:gd name="T68" fmla="*/ 128 w 443"/>
              <a:gd name="T69" fmla="*/ 106 h 514"/>
              <a:gd name="T70" fmla="*/ 271 w 443"/>
              <a:gd name="T71" fmla="*/ 128 h 514"/>
              <a:gd name="T72" fmla="*/ 250 w 443"/>
              <a:gd name="T73" fmla="*/ 271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43" h="514">
                <a:moveTo>
                  <a:pt x="229" y="257"/>
                </a:moveTo>
                <a:cubicBezTo>
                  <a:pt x="231" y="256"/>
                  <a:pt x="234" y="254"/>
                  <a:pt x="236" y="252"/>
                </a:cubicBezTo>
                <a:cubicBezTo>
                  <a:pt x="256" y="237"/>
                  <a:pt x="267" y="215"/>
                  <a:pt x="268" y="191"/>
                </a:cubicBezTo>
                <a:cubicBezTo>
                  <a:pt x="229" y="191"/>
                  <a:pt x="229" y="191"/>
                  <a:pt x="229" y="191"/>
                </a:cubicBezTo>
                <a:lnTo>
                  <a:pt x="229" y="257"/>
                </a:lnTo>
                <a:close/>
                <a:moveTo>
                  <a:pt x="167" y="113"/>
                </a:moveTo>
                <a:cubicBezTo>
                  <a:pt x="167" y="265"/>
                  <a:pt x="167" y="265"/>
                  <a:pt x="167" y="265"/>
                </a:cubicBezTo>
                <a:cubicBezTo>
                  <a:pt x="182" y="269"/>
                  <a:pt x="197" y="269"/>
                  <a:pt x="212" y="264"/>
                </a:cubicBezTo>
                <a:cubicBezTo>
                  <a:pt x="212" y="113"/>
                  <a:pt x="212" y="113"/>
                  <a:pt x="212" y="113"/>
                </a:cubicBezTo>
                <a:cubicBezTo>
                  <a:pt x="197" y="109"/>
                  <a:pt x="182" y="109"/>
                  <a:pt x="167" y="113"/>
                </a:cubicBezTo>
                <a:close/>
                <a:moveTo>
                  <a:pt x="125" y="236"/>
                </a:moveTo>
                <a:cubicBezTo>
                  <a:pt x="132" y="245"/>
                  <a:pt x="141" y="252"/>
                  <a:pt x="150" y="258"/>
                </a:cubicBezTo>
                <a:cubicBezTo>
                  <a:pt x="150" y="155"/>
                  <a:pt x="150" y="155"/>
                  <a:pt x="150" y="155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05" y="181"/>
                  <a:pt x="107" y="212"/>
                  <a:pt x="125" y="236"/>
                </a:cubicBezTo>
                <a:close/>
                <a:moveTo>
                  <a:pt x="428" y="431"/>
                </a:moveTo>
                <a:cubicBezTo>
                  <a:pt x="371" y="354"/>
                  <a:pt x="371" y="354"/>
                  <a:pt x="371" y="354"/>
                </a:cubicBezTo>
                <a:cubicBezTo>
                  <a:pt x="361" y="341"/>
                  <a:pt x="345" y="334"/>
                  <a:pt x="329" y="335"/>
                </a:cubicBezTo>
                <a:cubicBezTo>
                  <a:pt x="329" y="332"/>
                  <a:pt x="328" y="328"/>
                  <a:pt x="326" y="326"/>
                </a:cubicBezTo>
                <a:cubicBezTo>
                  <a:pt x="317" y="314"/>
                  <a:pt x="317" y="314"/>
                  <a:pt x="317" y="314"/>
                </a:cubicBezTo>
                <a:cubicBezTo>
                  <a:pt x="315" y="310"/>
                  <a:pt x="310" y="308"/>
                  <a:pt x="305" y="308"/>
                </a:cubicBezTo>
                <a:cubicBezTo>
                  <a:pt x="364" y="251"/>
                  <a:pt x="373" y="157"/>
                  <a:pt x="323" y="90"/>
                </a:cubicBezTo>
                <a:cubicBezTo>
                  <a:pt x="268" y="16"/>
                  <a:pt x="164" y="0"/>
                  <a:pt x="90" y="55"/>
                </a:cubicBezTo>
                <a:cubicBezTo>
                  <a:pt x="16" y="110"/>
                  <a:pt x="0" y="214"/>
                  <a:pt x="55" y="288"/>
                </a:cubicBezTo>
                <a:cubicBezTo>
                  <a:pt x="105" y="356"/>
                  <a:pt x="197" y="375"/>
                  <a:pt x="269" y="335"/>
                </a:cubicBezTo>
                <a:cubicBezTo>
                  <a:pt x="268" y="340"/>
                  <a:pt x="268" y="345"/>
                  <a:pt x="271" y="348"/>
                </a:cubicBezTo>
                <a:cubicBezTo>
                  <a:pt x="280" y="360"/>
                  <a:pt x="280" y="360"/>
                  <a:pt x="280" y="360"/>
                </a:cubicBezTo>
                <a:cubicBezTo>
                  <a:pt x="282" y="363"/>
                  <a:pt x="285" y="364"/>
                  <a:pt x="288" y="365"/>
                </a:cubicBezTo>
                <a:cubicBezTo>
                  <a:pt x="282" y="380"/>
                  <a:pt x="284" y="397"/>
                  <a:pt x="294" y="411"/>
                </a:cubicBezTo>
                <a:cubicBezTo>
                  <a:pt x="351" y="488"/>
                  <a:pt x="351" y="488"/>
                  <a:pt x="351" y="488"/>
                </a:cubicBezTo>
                <a:cubicBezTo>
                  <a:pt x="367" y="509"/>
                  <a:pt x="397" y="514"/>
                  <a:pt x="418" y="498"/>
                </a:cubicBezTo>
                <a:cubicBezTo>
                  <a:pt x="439" y="482"/>
                  <a:pt x="443" y="452"/>
                  <a:pt x="428" y="431"/>
                </a:cubicBezTo>
                <a:close/>
                <a:moveTo>
                  <a:pt x="250" y="271"/>
                </a:moveTo>
                <a:cubicBezTo>
                  <a:pt x="204" y="305"/>
                  <a:pt x="140" y="296"/>
                  <a:pt x="106" y="250"/>
                </a:cubicBezTo>
                <a:cubicBezTo>
                  <a:pt x="73" y="204"/>
                  <a:pt x="82" y="140"/>
                  <a:pt x="128" y="106"/>
                </a:cubicBezTo>
                <a:cubicBezTo>
                  <a:pt x="173" y="73"/>
                  <a:pt x="238" y="82"/>
                  <a:pt x="271" y="128"/>
                </a:cubicBezTo>
                <a:cubicBezTo>
                  <a:pt x="305" y="173"/>
                  <a:pt x="296" y="238"/>
                  <a:pt x="250" y="2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i="0" u="none" strike="noStrike" kern="1200" cap="none" spc="0" normalizeH="0" baseline="0" noProof="0">
              <a:ln>
                <a:noFill/>
              </a:ln>
              <a:solidFill>
                <a:srgbClr val="003229"/>
              </a:solidFill>
              <a:effectLst/>
              <a:uLnTx/>
              <a:uFillTx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270" name="Group 112"/>
          <p:cNvGrpSpPr/>
          <p:nvPr/>
        </p:nvGrpSpPr>
        <p:grpSpPr>
          <a:xfrm>
            <a:off x="9923087" y="447491"/>
            <a:ext cx="400540" cy="375250"/>
            <a:chOff x="5368132" y="3540125"/>
            <a:chExt cx="465138" cy="435769"/>
          </a:xfrm>
          <a:solidFill>
            <a:schemeClr val="accent1"/>
          </a:solidFill>
        </p:grpSpPr>
        <p:sp>
          <p:nvSpPr>
            <p:cNvPr id="271" name="AutoShape 110"/>
            <p:cNvSpPr/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72" name="AutoShape 111"/>
            <p:cNvSpPr/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273" name="组合 272"/>
          <p:cNvGrpSpPr/>
          <p:nvPr/>
        </p:nvGrpSpPr>
        <p:grpSpPr>
          <a:xfrm flipH="1">
            <a:off x="10523280" y="447491"/>
            <a:ext cx="399856" cy="399856"/>
            <a:chOff x="2473104" y="2145028"/>
            <a:chExt cx="359165" cy="359165"/>
          </a:xfrm>
          <a:solidFill>
            <a:schemeClr val="accent1"/>
          </a:solidFill>
        </p:grpSpPr>
        <p:sp>
          <p:nvSpPr>
            <p:cNvPr id="27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7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76" name="Freeform 5"/>
          <p:cNvSpPr>
            <a:spLocks noEditPoints="1"/>
          </p:cNvSpPr>
          <p:nvPr/>
        </p:nvSpPr>
        <p:spPr bwMode="auto">
          <a:xfrm>
            <a:off x="8162815" y="3764860"/>
            <a:ext cx="461917" cy="483757"/>
          </a:xfrm>
          <a:custGeom>
            <a:avLst/>
            <a:gdLst>
              <a:gd name="T0" fmla="*/ 153 w 244"/>
              <a:gd name="T1" fmla="*/ 76 h 256"/>
              <a:gd name="T2" fmla="*/ 99 w 244"/>
              <a:gd name="T3" fmla="*/ 111 h 256"/>
              <a:gd name="T4" fmla="*/ 105 w 244"/>
              <a:gd name="T5" fmla="*/ 99 h 256"/>
              <a:gd name="T6" fmla="*/ 142 w 244"/>
              <a:gd name="T7" fmla="*/ 99 h 256"/>
              <a:gd name="T8" fmla="*/ 146 w 244"/>
              <a:gd name="T9" fmla="*/ 111 h 256"/>
              <a:gd name="T10" fmla="*/ 162 w 244"/>
              <a:gd name="T11" fmla="*/ 61 h 256"/>
              <a:gd name="T12" fmla="*/ 82 w 244"/>
              <a:gd name="T13" fmla="*/ 73 h 256"/>
              <a:gd name="T14" fmla="*/ 123 w 244"/>
              <a:gd name="T15" fmla="*/ 0 h 256"/>
              <a:gd name="T16" fmla="*/ 123 w 244"/>
              <a:gd name="T17" fmla="*/ 25 h 256"/>
              <a:gd name="T18" fmla="*/ 123 w 244"/>
              <a:gd name="T19" fmla="*/ 0 h 256"/>
              <a:gd name="T20" fmla="*/ 103 w 244"/>
              <a:gd name="T21" fmla="*/ 59 h 256"/>
              <a:gd name="T22" fmla="*/ 107 w 244"/>
              <a:gd name="T23" fmla="*/ 44 h 256"/>
              <a:gd name="T24" fmla="*/ 137 w 244"/>
              <a:gd name="T25" fmla="*/ 59 h 256"/>
              <a:gd name="T26" fmla="*/ 141 w 244"/>
              <a:gd name="T27" fmla="*/ 44 h 256"/>
              <a:gd name="T28" fmla="*/ 151 w 244"/>
              <a:gd name="T29" fmla="*/ 59 h 256"/>
              <a:gd name="T30" fmla="*/ 134 w 244"/>
              <a:gd name="T31" fmla="*/ 29 h 256"/>
              <a:gd name="T32" fmla="*/ 123 w 244"/>
              <a:gd name="T33" fmla="*/ 34 h 256"/>
              <a:gd name="T34" fmla="*/ 110 w 244"/>
              <a:gd name="T35" fmla="*/ 29 h 256"/>
              <a:gd name="T36" fmla="*/ 93 w 244"/>
              <a:gd name="T37" fmla="*/ 59 h 256"/>
              <a:gd name="T38" fmla="*/ 69 w 244"/>
              <a:gd name="T39" fmla="*/ 99 h 256"/>
              <a:gd name="T40" fmla="*/ 42 w 244"/>
              <a:gd name="T41" fmla="*/ 99 h 256"/>
              <a:gd name="T42" fmla="*/ 123 w 244"/>
              <a:gd name="T43" fmla="*/ 85 h 256"/>
              <a:gd name="T44" fmla="*/ 123 w 244"/>
              <a:gd name="T45" fmla="*/ 113 h 256"/>
              <a:gd name="T46" fmla="*/ 123 w 244"/>
              <a:gd name="T47" fmla="*/ 85 h 256"/>
              <a:gd name="T48" fmla="*/ 204 w 244"/>
              <a:gd name="T49" fmla="*/ 97 h 256"/>
              <a:gd name="T50" fmla="*/ 177 w 244"/>
              <a:gd name="T51" fmla="*/ 97 h 256"/>
              <a:gd name="T52" fmla="*/ 101 w 244"/>
              <a:gd name="T53" fmla="*/ 145 h 256"/>
              <a:gd name="T54" fmla="*/ 140 w 244"/>
              <a:gd name="T55" fmla="*/ 145 h 256"/>
              <a:gd name="T56" fmla="*/ 155 w 244"/>
              <a:gd name="T57" fmla="*/ 145 h 256"/>
              <a:gd name="T58" fmla="*/ 136 w 244"/>
              <a:gd name="T59" fmla="*/ 117 h 256"/>
              <a:gd name="T60" fmla="*/ 89 w 244"/>
              <a:gd name="T61" fmla="*/ 132 h 256"/>
              <a:gd name="T62" fmla="*/ 101 w 244"/>
              <a:gd name="T63" fmla="*/ 145 h 256"/>
              <a:gd name="T64" fmla="*/ 34 w 244"/>
              <a:gd name="T65" fmla="*/ 145 h 256"/>
              <a:gd name="T66" fmla="*/ 72 w 244"/>
              <a:gd name="T67" fmla="*/ 145 h 256"/>
              <a:gd name="T68" fmla="*/ 88 w 244"/>
              <a:gd name="T69" fmla="*/ 145 h 256"/>
              <a:gd name="T70" fmla="*/ 69 w 244"/>
              <a:gd name="T71" fmla="*/ 117 h 256"/>
              <a:gd name="T72" fmla="*/ 22 w 244"/>
              <a:gd name="T73" fmla="*/ 132 h 256"/>
              <a:gd name="T74" fmla="*/ 244 w 244"/>
              <a:gd name="T75" fmla="*/ 174 h 256"/>
              <a:gd name="T76" fmla="*/ 223 w 244"/>
              <a:gd name="T77" fmla="*/ 151 h 256"/>
              <a:gd name="T78" fmla="*/ 207 w 244"/>
              <a:gd name="T79" fmla="*/ 151 h 256"/>
              <a:gd name="T80" fmla="*/ 169 w 244"/>
              <a:gd name="T81" fmla="*/ 151 h 256"/>
              <a:gd name="T82" fmla="*/ 155 w 244"/>
              <a:gd name="T83" fmla="*/ 151 h 256"/>
              <a:gd name="T84" fmla="*/ 140 w 244"/>
              <a:gd name="T85" fmla="*/ 151 h 256"/>
              <a:gd name="T86" fmla="*/ 101 w 244"/>
              <a:gd name="T87" fmla="*/ 151 h 256"/>
              <a:gd name="T88" fmla="*/ 88 w 244"/>
              <a:gd name="T89" fmla="*/ 151 h 256"/>
              <a:gd name="T90" fmla="*/ 72 w 244"/>
              <a:gd name="T91" fmla="*/ 151 h 256"/>
              <a:gd name="T92" fmla="*/ 34 w 244"/>
              <a:gd name="T93" fmla="*/ 151 h 256"/>
              <a:gd name="T94" fmla="*/ 0 w 244"/>
              <a:gd name="T95" fmla="*/ 151 h 256"/>
              <a:gd name="T96" fmla="*/ 26 w 244"/>
              <a:gd name="T97" fmla="*/ 174 h 256"/>
              <a:gd name="T98" fmla="*/ 16 w 244"/>
              <a:gd name="T99" fmla="*/ 243 h 256"/>
              <a:gd name="T100" fmla="*/ 227 w 244"/>
              <a:gd name="T101" fmla="*/ 256 h 256"/>
              <a:gd name="T102" fmla="*/ 219 w 244"/>
              <a:gd name="T103" fmla="*/ 243 h 256"/>
              <a:gd name="T104" fmla="*/ 244 w 244"/>
              <a:gd name="T105" fmla="*/ 174 h 256"/>
              <a:gd name="T106" fmla="*/ 157 w 244"/>
              <a:gd name="T107" fmla="*/ 145 h 256"/>
              <a:gd name="T108" fmla="*/ 172 w 244"/>
              <a:gd name="T109" fmla="*/ 145 h 256"/>
              <a:gd name="T110" fmla="*/ 211 w 244"/>
              <a:gd name="T111" fmla="*/ 145 h 256"/>
              <a:gd name="T112" fmla="*/ 223 w 244"/>
              <a:gd name="T113" fmla="*/ 130 h 256"/>
              <a:gd name="T114" fmla="*/ 176 w 244"/>
              <a:gd name="T115" fmla="*/ 11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44" h="256">
                <a:moveTo>
                  <a:pt x="146" y="111"/>
                </a:moveTo>
                <a:cubicBezTo>
                  <a:pt x="153" y="76"/>
                  <a:pt x="153" y="76"/>
                  <a:pt x="153" y="76"/>
                </a:cubicBezTo>
                <a:cubicBezTo>
                  <a:pt x="92" y="76"/>
                  <a:pt x="92" y="76"/>
                  <a:pt x="92" y="76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101" y="110"/>
                  <a:pt x="104" y="109"/>
                  <a:pt x="108" y="109"/>
                </a:cubicBezTo>
                <a:cubicBezTo>
                  <a:pt x="106" y="106"/>
                  <a:pt x="105" y="103"/>
                  <a:pt x="105" y="99"/>
                </a:cubicBezTo>
                <a:cubicBezTo>
                  <a:pt x="105" y="89"/>
                  <a:pt x="113" y="80"/>
                  <a:pt x="123" y="80"/>
                </a:cubicBezTo>
                <a:cubicBezTo>
                  <a:pt x="133" y="80"/>
                  <a:pt x="142" y="89"/>
                  <a:pt x="142" y="99"/>
                </a:cubicBezTo>
                <a:cubicBezTo>
                  <a:pt x="142" y="103"/>
                  <a:pt x="141" y="106"/>
                  <a:pt x="139" y="109"/>
                </a:cubicBezTo>
                <a:cubicBezTo>
                  <a:pt x="141" y="109"/>
                  <a:pt x="143" y="110"/>
                  <a:pt x="146" y="111"/>
                </a:cubicBezTo>
                <a:close/>
                <a:moveTo>
                  <a:pt x="82" y="61"/>
                </a:moveTo>
                <a:cubicBezTo>
                  <a:pt x="162" y="61"/>
                  <a:pt x="162" y="61"/>
                  <a:pt x="162" y="61"/>
                </a:cubicBezTo>
                <a:cubicBezTo>
                  <a:pt x="162" y="73"/>
                  <a:pt x="162" y="73"/>
                  <a:pt x="162" y="73"/>
                </a:cubicBezTo>
                <a:cubicBezTo>
                  <a:pt x="82" y="73"/>
                  <a:pt x="82" y="73"/>
                  <a:pt x="82" y="73"/>
                </a:cubicBezTo>
                <a:lnTo>
                  <a:pt x="82" y="61"/>
                </a:lnTo>
                <a:close/>
                <a:moveTo>
                  <a:pt x="123" y="0"/>
                </a:moveTo>
                <a:cubicBezTo>
                  <a:pt x="130" y="0"/>
                  <a:pt x="135" y="6"/>
                  <a:pt x="135" y="13"/>
                </a:cubicBezTo>
                <a:cubicBezTo>
                  <a:pt x="135" y="19"/>
                  <a:pt x="130" y="25"/>
                  <a:pt x="123" y="25"/>
                </a:cubicBezTo>
                <a:cubicBezTo>
                  <a:pt x="116" y="25"/>
                  <a:pt x="111" y="19"/>
                  <a:pt x="111" y="13"/>
                </a:cubicBezTo>
                <a:cubicBezTo>
                  <a:pt x="111" y="6"/>
                  <a:pt x="116" y="0"/>
                  <a:pt x="123" y="0"/>
                </a:cubicBezTo>
                <a:close/>
                <a:moveTo>
                  <a:pt x="93" y="59"/>
                </a:moveTo>
                <a:cubicBezTo>
                  <a:pt x="103" y="59"/>
                  <a:pt x="103" y="59"/>
                  <a:pt x="103" y="59"/>
                </a:cubicBezTo>
                <a:cubicBezTo>
                  <a:pt x="103" y="44"/>
                  <a:pt x="103" y="44"/>
                  <a:pt x="103" y="44"/>
                </a:cubicBezTo>
                <a:cubicBezTo>
                  <a:pt x="107" y="44"/>
                  <a:pt x="107" y="44"/>
                  <a:pt x="107" y="44"/>
                </a:cubicBezTo>
                <a:cubicBezTo>
                  <a:pt x="107" y="59"/>
                  <a:pt x="107" y="59"/>
                  <a:pt x="107" y="59"/>
                </a:cubicBezTo>
                <a:cubicBezTo>
                  <a:pt x="137" y="59"/>
                  <a:pt x="137" y="59"/>
                  <a:pt x="137" y="59"/>
                </a:cubicBezTo>
                <a:cubicBezTo>
                  <a:pt x="137" y="44"/>
                  <a:pt x="137" y="44"/>
                  <a:pt x="137" y="44"/>
                </a:cubicBezTo>
                <a:cubicBezTo>
                  <a:pt x="141" y="44"/>
                  <a:pt x="141" y="44"/>
                  <a:pt x="141" y="44"/>
                </a:cubicBezTo>
                <a:cubicBezTo>
                  <a:pt x="141" y="59"/>
                  <a:pt x="141" y="59"/>
                  <a:pt x="141" y="59"/>
                </a:cubicBezTo>
                <a:cubicBezTo>
                  <a:pt x="151" y="59"/>
                  <a:pt x="151" y="59"/>
                  <a:pt x="151" y="59"/>
                </a:cubicBezTo>
                <a:cubicBezTo>
                  <a:pt x="151" y="42"/>
                  <a:pt x="151" y="42"/>
                  <a:pt x="151" y="42"/>
                </a:cubicBezTo>
                <a:cubicBezTo>
                  <a:pt x="150" y="28"/>
                  <a:pt x="134" y="29"/>
                  <a:pt x="134" y="29"/>
                </a:cubicBezTo>
                <a:cubicBezTo>
                  <a:pt x="126" y="29"/>
                  <a:pt x="126" y="29"/>
                  <a:pt x="126" y="29"/>
                </a:cubicBezTo>
                <a:cubicBezTo>
                  <a:pt x="123" y="34"/>
                  <a:pt x="123" y="34"/>
                  <a:pt x="123" y="34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10" y="29"/>
                  <a:pt x="110" y="29"/>
                  <a:pt x="110" y="29"/>
                </a:cubicBezTo>
                <a:cubicBezTo>
                  <a:pt x="93" y="29"/>
                  <a:pt x="93" y="42"/>
                  <a:pt x="93" y="42"/>
                </a:cubicBezTo>
                <a:lnTo>
                  <a:pt x="93" y="59"/>
                </a:lnTo>
                <a:close/>
                <a:moveTo>
                  <a:pt x="56" y="85"/>
                </a:moveTo>
                <a:cubicBezTo>
                  <a:pt x="63" y="85"/>
                  <a:pt x="69" y="91"/>
                  <a:pt x="69" y="99"/>
                </a:cubicBezTo>
                <a:cubicBezTo>
                  <a:pt x="69" y="107"/>
                  <a:pt x="63" y="113"/>
                  <a:pt x="56" y="113"/>
                </a:cubicBezTo>
                <a:cubicBezTo>
                  <a:pt x="48" y="113"/>
                  <a:pt x="42" y="107"/>
                  <a:pt x="42" y="99"/>
                </a:cubicBezTo>
                <a:cubicBezTo>
                  <a:pt x="42" y="91"/>
                  <a:pt x="48" y="85"/>
                  <a:pt x="56" y="85"/>
                </a:cubicBezTo>
                <a:close/>
                <a:moveTo>
                  <a:pt x="123" y="85"/>
                </a:moveTo>
                <a:cubicBezTo>
                  <a:pt x="131" y="85"/>
                  <a:pt x="137" y="91"/>
                  <a:pt x="137" y="99"/>
                </a:cubicBezTo>
                <a:cubicBezTo>
                  <a:pt x="137" y="107"/>
                  <a:pt x="131" y="113"/>
                  <a:pt x="123" y="113"/>
                </a:cubicBezTo>
                <a:cubicBezTo>
                  <a:pt x="115" y="113"/>
                  <a:pt x="109" y="107"/>
                  <a:pt x="109" y="99"/>
                </a:cubicBezTo>
                <a:cubicBezTo>
                  <a:pt x="109" y="91"/>
                  <a:pt x="115" y="85"/>
                  <a:pt x="123" y="85"/>
                </a:cubicBezTo>
                <a:close/>
                <a:moveTo>
                  <a:pt x="191" y="111"/>
                </a:moveTo>
                <a:cubicBezTo>
                  <a:pt x="198" y="111"/>
                  <a:pt x="204" y="105"/>
                  <a:pt x="204" y="97"/>
                </a:cubicBezTo>
                <a:cubicBezTo>
                  <a:pt x="204" y="90"/>
                  <a:pt x="198" y="83"/>
                  <a:pt x="191" y="83"/>
                </a:cubicBezTo>
                <a:cubicBezTo>
                  <a:pt x="183" y="83"/>
                  <a:pt x="177" y="90"/>
                  <a:pt x="177" y="97"/>
                </a:cubicBezTo>
                <a:cubicBezTo>
                  <a:pt x="177" y="105"/>
                  <a:pt x="183" y="111"/>
                  <a:pt x="191" y="111"/>
                </a:cubicBezTo>
                <a:close/>
                <a:moveTo>
                  <a:pt x="101" y="145"/>
                </a:moveTo>
                <a:cubicBezTo>
                  <a:pt x="105" y="145"/>
                  <a:pt x="105" y="145"/>
                  <a:pt x="105" y="145"/>
                </a:cubicBezTo>
                <a:cubicBezTo>
                  <a:pt x="140" y="145"/>
                  <a:pt x="140" y="145"/>
                  <a:pt x="140" y="145"/>
                </a:cubicBezTo>
                <a:cubicBezTo>
                  <a:pt x="143" y="145"/>
                  <a:pt x="143" y="145"/>
                  <a:pt x="143" y="145"/>
                </a:cubicBezTo>
                <a:cubicBezTo>
                  <a:pt x="155" y="145"/>
                  <a:pt x="155" y="145"/>
                  <a:pt x="155" y="145"/>
                </a:cubicBezTo>
                <a:cubicBezTo>
                  <a:pt x="155" y="132"/>
                  <a:pt x="155" y="132"/>
                  <a:pt x="155" y="132"/>
                </a:cubicBezTo>
                <a:cubicBezTo>
                  <a:pt x="154" y="117"/>
                  <a:pt x="136" y="117"/>
                  <a:pt x="136" y="117"/>
                </a:cubicBezTo>
                <a:cubicBezTo>
                  <a:pt x="109" y="117"/>
                  <a:pt x="109" y="117"/>
                  <a:pt x="109" y="117"/>
                </a:cubicBezTo>
                <a:cubicBezTo>
                  <a:pt x="89" y="118"/>
                  <a:pt x="89" y="132"/>
                  <a:pt x="89" y="132"/>
                </a:cubicBezTo>
                <a:cubicBezTo>
                  <a:pt x="89" y="145"/>
                  <a:pt x="89" y="145"/>
                  <a:pt x="89" y="145"/>
                </a:cubicBezTo>
                <a:lnTo>
                  <a:pt x="101" y="145"/>
                </a:lnTo>
                <a:close/>
                <a:moveTo>
                  <a:pt x="22" y="145"/>
                </a:moveTo>
                <a:cubicBezTo>
                  <a:pt x="34" y="145"/>
                  <a:pt x="34" y="145"/>
                  <a:pt x="34" y="145"/>
                </a:cubicBezTo>
                <a:cubicBezTo>
                  <a:pt x="37" y="145"/>
                  <a:pt x="37" y="145"/>
                  <a:pt x="37" y="145"/>
                </a:cubicBezTo>
                <a:cubicBezTo>
                  <a:pt x="72" y="145"/>
                  <a:pt x="72" y="145"/>
                  <a:pt x="72" y="145"/>
                </a:cubicBezTo>
                <a:cubicBezTo>
                  <a:pt x="76" y="145"/>
                  <a:pt x="76" y="145"/>
                  <a:pt x="76" y="145"/>
                </a:cubicBezTo>
                <a:cubicBezTo>
                  <a:pt x="88" y="145"/>
                  <a:pt x="88" y="145"/>
                  <a:pt x="88" y="145"/>
                </a:cubicBezTo>
                <a:cubicBezTo>
                  <a:pt x="88" y="132"/>
                  <a:pt x="88" y="132"/>
                  <a:pt x="88" y="132"/>
                </a:cubicBezTo>
                <a:cubicBezTo>
                  <a:pt x="86" y="117"/>
                  <a:pt x="69" y="117"/>
                  <a:pt x="69" y="117"/>
                </a:cubicBezTo>
                <a:cubicBezTo>
                  <a:pt x="41" y="117"/>
                  <a:pt x="41" y="117"/>
                  <a:pt x="41" y="117"/>
                </a:cubicBezTo>
                <a:cubicBezTo>
                  <a:pt x="21" y="118"/>
                  <a:pt x="22" y="132"/>
                  <a:pt x="22" y="132"/>
                </a:cubicBezTo>
                <a:cubicBezTo>
                  <a:pt x="22" y="145"/>
                  <a:pt x="22" y="145"/>
                  <a:pt x="22" y="145"/>
                </a:cubicBezTo>
                <a:close/>
                <a:moveTo>
                  <a:pt x="244" y="174"/>
                </a:moveTo>
                <a:cubicBezTo>
                  <a:pt x="244" y="151"/>
                  <a:pt x="244" y="151"/>
                  <a:pt x="244" y="151"/>
                </a:cubicBezTo>
                <a:cubicBezTo>
                  <a:pt x="223" y="151"/>
                  <a:pt x="223" y="151"/>
                  <a:pt x="223" y="151"/>
                </a:cubicBezTo>
                <a:cubicBezTo>
                  <a:pt x="211" y="151"/>
                  <a:pt x="211" y="151"/>
                  <a:pt x="211" y="151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172" y="151"/>
                  <a:pt x="172" y="151"/>
                  <a:pt x="172" y="151"/>
                </a:cubicBezTo>
                <a:cubicBezTo>
                  <a:pt x="169" y="151"/>
                  <a:pt x="169" y="151"/>
                  <a:pt x="169" y="151"/>
                </a:cubicBezTo>
                <a:cubicBezTo>
                  <a:pt x="157" y="151"/>
                  <a:pt x="157" y="151"/>
                  <a:pt x="157" y="15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43" y="151"/>
                  <a:pt x="143" y="151"/>
                  <a:pt x="143" y="151"/>
                </a:cubicBezTo>
                <a:cubicBezTo>
                  <a:pt x="140" y="151"/>
                  <a:pt x="140" y="151"/>
                  <a:pt x="140" y="151"/>
                </a:cubicBezTo>
                <a:cubicBezTo>
                  <a:pt x="105" y="151"/>
                  <a:pt x="105" y="151"/>
                  <a:pt x="105" y="151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89" y="151"/>
                  <a:pt x="89" y="151"/>
                  <a:pt x="89" y="151"/>
                </a:cubicBezTo>
                <a:cubicBezTo>
                  <a:pt x="88" y="151"/>
                  <a:pt x="88" y="151"/>
                  <a:pt x="88" y="151"/>
                </a:cubicBezTo>
                <a:cubicBezTo>
                  <a:pt x="76" y="151"/>
                  <a:pt x="76" y="151"/>
                  <a:pt x="76" y="151"/>
                </a:cubicBezTo>
                <a:cubicBezTo>
                  <a:pt x="72" y="151"/>
                  <a:pt x="72" y="151"/>
                  <a:pt x="72" y="151"/>
                </a:cubicBezTo>
                <a:cubicBezTo>
                  <a:pt x="37" y="151"/>
                  <a:pt x="37" y="151"/>
                  <a:pt x="37" y="151"/>
                </a:cubicBezTo>
                <a:cubicBezTo>
                  <a:pt x="34" y="151"/>
                  <a:pt x="34" y="151"/>
                  <a:pt x="34" y="151"/>
                </a:cubicBezTo>
                <a:cubicBezTo>
                  <a:pt x="22" y="151"/>
                  <a:pt x="22" y="151"/>
                  <a:pt x="22" y="151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26" y="174"/>
                  <a:pt x="26" y="174"/>
                  <a:pt x="26" y="174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16" y="243"/>
                  <a:pt x="16" y="243"/>
                  <a:pt x="16" y="243"/>
                </a:cubicBezTo>
                <a:cubicBezTo>
                  <a:pt x="16" y="256"/>
                  <a:pt x="16" y="256"/>
                  <a:pt x="16" y="256"/>
                </a:cubicBezTo>
                <a:cubicBezTo>
                  <a:pt x="227" y="256"/>
                  <a:pt x="227" y="256"/>
                  <a:pt x="227" y="256"/>
                </a:cubicBezTo>
                <a:cubicBezTo>
                  <a:pt x="227" y="243"/>
                  <a:pt x="227" y="243"/>
                  <a:pt x="227" y="243"/>
                </a:cubicBezTo>
                <a:cubicBezTo>
                  <a:pt x="219" y="243"/>
                  <a:pt x="219" y="243"/>
                  <a:pt x="219" y="243"/>
                </a:cubicBezTo>
                <a:cubicBezTo>
                  <a:pt x="219" y="174"/>
                  <a:pt x="219" y="174"/>
                  <a:pt x="219" y="174"/>
                </a:cubicBezTo>
                <a:lnTo>
                  <a:pt x="244" y="174"/>
                </a:lnTo>
                <a:close/>
                <a:moveTo>
                  <a:pt x="157" y="130"/>
                </a:moveTo>
                <a:cubicBezTo>
                  <a:pt x="157" y="145"/>
                  <a:pt x="157" y="145"/>
                  <a:pt x="157" y="145"/>
                </a:cubicBezTo>
                <a:cubicBezTo>
                  <a:pt x="169" y="145"/>
                  <a:pt x="169" y="145"/>
                  <a:pt x="169" y="145"/>
                </a:cubicBezTo>
                <a:cubicBezTo>
                  <a:pt x="172" y="145"/>
                  <a:pt x="172" y="145"/>
                  <a:pt x="172" y="145"/>
                </a:cubicBezTo>
                <a:cubicBezTo>
                  <a:pt x="207" y="145"/>
                  <a:pt x="207" y="145"/>
                  <a:pt x="207" y="145"/>
                </a:cubicBezTo>
                <a:cubicBezTo>
                  <a:pt x="211" y="145"/>
                  <a:pt x="211" y="145"/>
                  <a:pt x="211" y="145"/>
                </a:cubicBezTo>
                <a:cubicBezTo>
                  <a:pt x="223" y="145"/>
                  <a:pt x="223" y="145"/>
                  <a:pt x="223" y="145"/>
                </a:cubicBezTo>
                <a:cubicBezTo>
                  <a:pt x="223" y="130"/>
                  <a:pt x="223" y="130"/>
                  <a:pt x="223" y="130"/>
                </a:cubicBezTo>
                <a:cubicBezTo>
                  <a:pt x="221" y="115"/>
                  <a:pt x="204" y="116"/>
                  <a:pt x="204" y="116"/>
                </a:cubicBezTo>
                <a:cubicBezTo>
                  <a:pt x="176" y="116"/>
                  <a:pt x="176" y="116"/>
                  <a:pt x="176" y="116"/>
                </a:cubicBezTo>
                <a:cubicBezTo>
                  <a:pt x="156" y="116"/>
                  <a:pt x="157" y="130"/>
                  <a:pt x="157" y="1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7" name="Freeform 6"/>
          <p:cNvSpPr>
            <a:spLocks noEditPoints="1"/>
          </p:cNvSpPr>
          <p:nvPr/>
        </p:nvSpPr>
        <p:spPr bwMode="auto">
          <a:xfrm>
            <a:off x="8847343" y="3764860"/>
            <a:ext cx="395305" cy="458641"/>
          </a:xfrm>
          <a:custGeom>
            <a:avLst/>
            <a:gdLst>
              <a:gd name="T0" fmla="*/ 204 w 209"/>
              <a:gd name="T1" fmla="*/ 122 h 243"/>
              <a:gd name="T2" fmla="*/ 198 w 209"/>
              <a:gd name="T3" fmla="*/ 105 h 243"/>
              <a:gd name="T4" fmla="*/ 199 w 209"/>
              <a:gd name="T5" fmla="*/ 94 h 243"/>
              <a:gd name="T6" fmla="*/ 196 w 209"/>
              <a:gd name="T7" fmla="*/ 80 h 243"/>
              <a:gd name="T8" fmla="*/ 191 w 209"/>
              <a:gd name="T9" fmla="*/ 65 h 243"/>
              <a:gd name="T10" fmla="*/ 184 w 209"/>
              <a:gd name="T11" fmla="*/ 50 h 243"/>
              <a:gd name="T12" fmla="*/ 183 w 209"/>
              <a:gd name="T13" fmla="*/ 37 h 243"/>
              <a:gd name="T14" fmla="*/ 175 w 209"/>
              <a:gd name="T15" fmla="*/ 27 h 243"/>
              <a:gd name="T16" fmla="*/ 173 w 209"/>
              <a:gd name="T17" fmla="*/ 19 h 243"/>
              <a:gd name="T18" fmla="*/ 162 w 209"/>
              <a:gd name="T19" fmla="*/ 13 h 243"/>
              <a:gd name="T20" fmla="*/ 151 w 209"/>
              <a:gd name="T21" fmla="*/ 8 h 243"/>
              <a:gd name="T22" fmla="*/ 137 w 209"/>
              <a:gd name="T23" fmla="*/ 4 h 243"/>
              <a:gd name="T24" fmla="*/ 122 w 209"/>
              <a:gd name="T25" fmla="*/ 1 h 243"/>
              <a:gd name="T26" fmla="*/ 107 w 209"/>
              <a:gd name="T27" fmla="*/ 0 h 243"/>
              <a:gd name="T28" fmla="*/ 92 w 209"/>
              <a:gd name="T29" fmla="*/ 1 h 243"/>
              <a:gd name="T30" fmla="*/ 77 w 209"/>
              <a:gd name="T31" fmla="*/ 4 h 243"/>
              <a:gd name="T32" fmla="*/ 61 w 209"/>
              <a:gd name="T33" fmla="*/ 8 h 243"/>
              <a:gd name="T34" fmla="*/ 47 w 209"/>
              <a:gd name="T35" fmla="*/ 14 h 243"/>
              <a:gd name="T36" fmla="*/ 33 w 209"/>
              <a:gd name="T37" fmla="*/ 22 h 243"/>
              <a:gd name="T38" fmla="*/ 22 w 209"/>
              <a:gd name="T39" fmla="*/ 32 h 243"/>
              <a:gd name="T40" fmla="*/ 13 w 209"/>
              <a:gd name="T41" fmla="*/ 44 h 243"/>
              <a:gd name="T42" fmla="*/ 6 w 209"/>
              <a:gd name="T43" fmla="*/ 57 h 243"/>
              <a:gd name="T44" fmla="*/ 2 w 209"/>
              <a:gd name="T45" fmla="*/ 71 h 243"/>
              <a:gd name="T46" fmla="*/ 0 w 209"/>
              <a:gd name="T47" fmla="*/ 97 h 243"/>
              <a:gd name="T48" fmla="*/ 6 w 209"/>
              <a:gd name="T49" fmla="*/ 125 h 243"/>
              <a:gd name="T50" fmla="*/ 54 w 209"/>
              <a:gd name="T51" fmla="*/ 243 h 243"/>
              <a:gd name="T52" fmla="*/ 159 w 209"/>
              <a:gd name="T53" fmla="*/ 229 h 243"/>
              <a:gd name="T54" fmla="*/ 161 w 209"/>
              <a:gd name="T55" fmla="*/ 205 h 243"/>
              <a:gd name="T56" fmla="*/ 166 w 209"/>
              <a:gd name="T57" fmla="*/ 202 h 243"/>
              <a:gd name="T58" fmla="*/ 173 w 209"/>
              <a:gd name="T59" fmla="*/ 201 h 243"/>
              <a:gd name="T60" fmla="*/ 180 w 209"/>
              <a:gd name="T61" fmla="*/ 201 h 243"/>
              <a:gd name="T62" fmla="*/ 181 w 209"/>
              <a:gd name="T63" fmla="*/ 202 h 243"/>
              <a:gd name="T64" fmla="*/ 189 w 209"/>
              <a:gd name="T65" fmla="*/ 203 h 243"/>
              <a:gd name="T66" fmla="*/ 195 w 209"/>
              <a:gd name="T67" fmla="*/ 200 h 243"/>
              <a:gd name="T68" fmla="*/ 199 w 209"/>
              <a:gd name="T69" fmla="*/ 194 h 243"/>
              <a:gd name="T70" fmla="*/ 199 w 209"/>
              <a:gd name="T71" fmla="*/ 184 h 243"/>
              <a:gd name="T72" fmla="*/ 201 w 209"/>
              <a:gd name="T73" fmla="*/ 180 h 243"/>
              <a:gd name="T74" fmla="*/ 202 w 209"/>
              <a:gd name="T75" fmla="*/ 175 h 243"/>
              <a:gd name="T76" fmla="*/ 200 w 209"/>
              <a:gd name="T77" fmla="*/ 171 h 243"/>
              <a:gd name="T78" fmla="*/ 198 w 209"/>
              <a:gd name="T79" fmla="*/ 167 h 243"/>
              <a:gd name="T80" fmla="*/ 203 w 209"/>
              <a:gd name="T81" fmla="*/ 163 h 243"/>
              <a:gd name="T82" fmla="*/ 202 w 209"/>
              <a:gd name="T83" fmla="*/ 155 h 243"/>
              <a:gd name="T84" fmla="*/ 203 w 209"/>
              <a:gd name="T85" fmla="*/ 144 h 243"/>
              <a:gd name="T86" fmla="*/ 208 w 209"/>
              <a:gd name="T87" fmla="*/ 140 h 243"/>
              <a:gd name="T88" fmla="*/ 98 w 209"/>
              <a:gd name="T89" fmla="*/ 144 h 243"/>
              <a:gd name="T90" fmla="*/ 98 w 209"/>
              <a:gd name="T91" fmla="*/ 144 h 243"/>
              <a:gd name="T92" fmla="*/ 90 w 209"/>
              <a:gd name="T93" fmla="*/ 110 h 243"/>
              <a:gd name="T94" fmla="*/ 96 w 209"/>
              <a:gd name="T95" fmla="*/ 51 h 243"/>
              <a:gd name="T96" fmla="*/ 129 w 209"/>
              <a:gd name="T97" fmla="*/ 59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9" h="243">
                <a:moveTo>
                  <a:pt x="209" y="136"/>
                </a:moveTo>
                <a:cubicBezTo>
                  <a:pt x="208" y="132"/>
                  <a:pt x="208" y="132"/>
                  <a:pt x="208" y="132"/>
                </a:cubicBezTo>
                <a:cubicBezTo>
                  <a:pt x="206" y="127"/>
                  <a:pt x="206" y="127"/>
                  <a:pt x="206" y="127"/>
                </a:cubicBezTo>
                <a:cubicBezTo>
                  <a:pt x="204" y="122"/>
                  <a:pt x="204" y="122"/>
                  <a:pt x="204" y="122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01" y="113"/>
                  <a:pt x="201" y="113"/>
                  <a:pt x="201" y="113"/>
                </a:cubicBezTo>
                <a:cubicBezTo>
                  <a:pt x="199" y="109"/>
                  <a:pt x="199" y="109"/>
                  <a:pt x="199" y="109"/>
                </a:cubicBezTo>
                <a:cubicBezTo>
                  <a:pt x="198" y="105"/>
                  <a:pt x="198" y="105"/>
                  <a:pt x="198" y="105"/>
                </a:cubicBezTo>
                <a:cubicBezTo>
                  <a:pt x="197" y="100"/>
                  <a:pt x="197" y="100"/>
                  <a:pt x="197" y="100"/>
                </a:cubicBezTo>
                <a:cubicBezTo>
                  <a:pt x="197" y="98"/>
                  <a:pt x="197" y="98"/>
                  <a:pt x="197" y="98"/>
                </a:cubicBezTo>
                <a:cubicBezTo>
                  <a:pt x="198" y="96"/>
                  <a:pt x="198" y="96"/>
                  <a:pt x="198" y="96"/>
                </a:cubicBezTo>
                <a:cubicBezTo>
                  <a:pt x="199" y="94"/>
                  <a:pt x="199" y="94"/>
                  <a:pt x="199" y="94"/>
                </a:cubicBezTo>
                <a:cubicBezTo>
                  <a:pt x="199" y="92"/>
                  <a:pt x="199" y="92"/>
                  <a:pt x="199" y="92"/>
                </a:cubicBezTo>
                <a:cubicBezTo>
                  <a:pt x="198" y="88"/>
                  <a:pt x="198" y="88"/>
                  <a:pt x="198" y="88"/>
                </a:cubicBezTo>
                <a:cubicBezTo>
                  <a:pt x="197" y="84"/>
                  <a:pt x="197" y="84"/>
                  <a:pt x="197" y="84"/>
                </a:cubicBezTo>
                <a:cubicBezTo>
                  <a:pt x="196" y="80"/>
                  <a:pt x="196" y="80"/>
                  <a:pt x="196" y="80"/>
                </a:cubicBezTo>
                <a:cubicBezTo>
                  <a:pt x="195" y="77"/>
                  <a:pt x="195" y="77"/>
                  <a:pt x="195" y="77"/>
                </a:cubicBezTo>
                <a:cubicBezTo>
                  <a:pt x="194" y="73"/>
                  <a:pt x="194" y="73"/>
                  <a:pt x="194" y="73"/>
                </a:cubicBezTo>
                <a:cubicBezTo>
                  <a:pt x="193" y="69"/>
                  <a:pt x="193" y="69"/>
                  <a:pt x="193" y="69"/>
                </a:cubicBezTo>
                <a:cubicBezTo>
                  <a:pt x="191" y="65"/>
                  <a:pt x="191" y="65"/>
                  <a:pt x="191" y="65"/>
                </a:cubicBezTo>
                <a:cubicBezTo>
                  <a:pt x="190" y="61"/>
                  <a:pt x="190" y="61"/>
                  <a:pt x="190" y="61"/>
                </a:cubicBezTo>
                <a:cubicBezTo>
                  <a:pt x="188" y="58"/>
                  <a:pt x="188" y="58"/>
                  <a:pt x="188" y="58"/>
                </a:cubicBezTo>
                <a:cubicBezTo>
                  <a:pt x="186" y="54"/>
                  <a:pt x="186" y="54"/>
                  <a:pt x="186" y="54"/>
                </a:cubicBezTo>
                <a:cubicBezTo>
                  <a:pt x="184" y="50"/>
                  <a:pt x="184" y="50"/>
                  <a:pt x="184" y="50"/>
                </a:cubicBezTo>
                <a:cubicBezTo>
                  <a:pt x="190" y="47"/>
                  <a:pt x="190" y="47"/>
                  <a:pt x="190" y="47"/>
                </a:cubicBezTo>
                <a:cubicBezTo>
                  <a:pt x="188" y="44"/>
                  <a:pt x="188" y="44"/>
                  <a:pt x="188" y="44"/>
                </a:cubicBezTo>
                <a:cubicBezTo>
                  <a:pt x="186" y="41"/>
                  <a:pt x="186" y="41"/>
                  <a:pt x="186" y="41"/>
                </a:cubicBezTo>
                <a:cubicBezTo>
                  <a:pt x="183" y="37"/>
                  <a:pt x="183" y="37"/>
                  <a:pt x="183" y="37"/>
                </a:cubicBezTo>
                <a:cubicBezTo>
                  <a:pt x="181" y="34"/>
                  <a:pt x="181" y="34"/>
                  <a:pt x="181" y="34"/>
                </a:cubicBezTo>
                <a:cubicBezTo>
                  <a:pt x="179" y="32"/>
                  <a:pt x="179" y="32"/>
                  <a:pt x="179" y="32"/>
                </a:cubicBezTo>
                <a:cubicBezTo>
                  <a:pt x="177" y="30"/>
                  <a:pt x="177" y="30"/>
                  <a:pt x="177" y="30"/>
                </a:cubicBezTo>
                <a:cubicBezTo>
                  <a:pt x="175" y="27"/>
                  <a:pt x="175" y="27"/>
                  <a:pt x="175" y="27"/>
                </a:cubicBezTo>
                <a:cubicBezTo>
                  <a:pt x="173" y="25"/>
                  <a:pt x="173" y="25"/>
                  <a:pt x="173" y="25"/>
                </a:cubicBezTo>
                <a:cubicBezTo>
                  <a:pt x="170" y="23"/>
                  <a:pt x="170" y="23"/>
                  <a:pt x="170" y="23"/>
                </a:cubicBezTo>
                <a:cubicBezTo>
                  <a:pt x="175" y="21"/>
                  <a:pt x="175" y="21"/>
                  <a:pt x="175" y="21"/>
                </a:cubicBezTo>
                <a:cubicBezTo>
                  <a:pt x="173" y="19"/>
                  <a:pt x="173" y="19"/>
                  <a:pt x="173" y="19"/>
                </a:cubicBezTo>
                <a:cubicBezTo>
                  <a:pt x="170" y="18"/>
                  <a:pt x="170" y="18"/>
                  <a:pt x="170" y="18"/>
                </a:cubicBezTo>
                <a:cubicBezTo>
                  <a:pt x="168" y="16"/>
                  <a:pt x="168" y="16"/>
                  <a:pt x="168" y="16"/>
                </a:cubicBezTo>
                <a:cubicBezTo>
                  <a:pt x="165" y="14"/>
                  <a:pt x="165" y="14"/>
                  <a:pt x="165" y="14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59" y="12"/>
                  <a:pt x="159" y="12"/>
                  <a:pt x="159" y="12"/>
                </a:cubicBezTo>
                <a:cubicBezTo>
                  <a:pt x="157" y="10"/>
                  <a:pt x="157" y="10"/>
                  <a:pt x="157" y="10"/>
                </a:cubicBezTo>
                <a:cubicBezTo>
                  <a:pt x="154" y="9"/>
                  <a:pt x="154" y="9"/>
                  <a:pt x="154" y="9"/>
                </a:cubicBezTo>
                <a:cubicBezTo>
                  <a:pt x="151" y="8"/>
                  <a:pt x="151" y="8"/>
                  <a:pt x="151" y="8"/>
                </a:cubicBezTo>
                <a:cubicBezTo>
                  <a:pt x="148" y="7"/>
                  <a:pt x="148" y="7"/>
                  <a:pt x="148" y="7"/>
                </a:cubicBezTo>
                <a:cubicBezTo>
                  <a:pt x="144" y="6"/>
                  <a:pt x="144" y="6"/>
                  <a:pt x="144" y="6"/>
                </a:cubicBezTo>
                <a:cubicBezTo>
                  <a:pt x="140" y="5"/>
                  <a:pt x="140" y="5"/>
                  <a:pt x="140" y="5"/>
                </a:cubicBezTo>
                <a:cubicBezTo>
                  <a:pt x="137" y="4"/>
                  <a:pt x="137" y="4"/>
                  <a:pt x="137" y="4"/>
                </a:cubicBezTo>
                <a:cubicBezTo>
                  <a:pt x="133" y="3"/>
                  <a:pt x="133" y="3"/>
                  <a:pt x="133" y="3"/>
                </a:cubicBezTo>
                <a:cubicBezTo>
                  <a:pt x="129" y="2"/>
                  <a:pt x="129" y="2"/>
                  <a:pt x="129" y="2"/>
                </a:cubicBezTo>
                <a:cubicBezTo>
                  <a:pt x="126" y="2"/>
                  <a:pt x="126" y="2"/>
                  <a:pt x="126" y="2"/>
                </a:cubicBezTo>
                <a:cubicBezTo>
                  <a:pt x="122" y="1"/>
                  <a:pt x="122" y="1"/>
                  <a:pt x="122" y="1"/>
                </a:cubicBezTo>
                <a:cubicBezTo>
                  <a:pt x="118" y="1"/>
                  <a:pt x="118" y="1"/>
                  <a:pt x="118" y="1"/>
                </a:cubicBezTo>
                <a:cubicBezTo>
                  <a:pt x="114" y="1"/>
                  <a:pt x="114" y="1"/>
                  <a:pt x="114" y="1"/>
                </a:cubicBezTo>
                <a:cubicBezTo>
                  <a:pt x="111" y="0"/>
                  <a:pt x="111" y="0"/>
                  <a:pt x="111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99" y="1"/>
                  <a:pt x="99" y="1"/>
                  <a:pt x="99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2" y="1"/>
                  <a:pt x="92" y="1"/>
                  <a:pt x="92" y="1"/>
                </a:cubicBezTo>
                <a:cubicBezTo>
                  <a:pt x="88" y="2"/>
                  <a:pt x="88" y="2"/>
                  <a:pt x="88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1" y="3"/>
                  <a:pt x="81" y="3"/>
                  <a:pt x="81" y="3"/>
                </a:cubicBezTo>
                <a:cubicBezTo>
                  <a:pt x="77" y="4"/>
                  <a:pt x="77" y="4"/>
                  <a:pt x="77" y="4"/>
                </a:cubicBezTo>
                <a:cubicBezTo>
                  <a:pt x="73" y="4"/>
                  <a:pt x="73" y="4"/>
                  <a:pt x="73" y="4"/>
                </a:cubicBezTo>
                <a:cubicBezTo>
                  <a:pt x="69" y="6"/>
                  <a:pt x="69" y="6"/>
                  <a:pt x="69" y="6"/>
                </a:cubicBezTo>
                <a:cubicBezTo>
                  <a:pt x="65" y="7"/>
                  <a:pt x="65" y="7"/>
                  <a:pt x="65" y="7"/>
                </a:cubicBezTo>
                <a:cubicBezTo>
                  <a:pt x="61" y="8"/>
                  <a:pt x="61" y="8"/>
                  <a:pt x="61" y="8"/>
                </a:cubicBezTo>
                <a:cubicBezTo>
                  <a:pt x="58" y="9"/>
                  <a:pt x="58" y="9"/>
                  <a:pt x="58" y="9"/>
                </a:cubicBezTo>
                <a:cubicBezTo>
                  <a:pt x="54" y="11"/>
                  <a:pt x="54" y="11"/>
                  <a:pt x="54" y="11"/>
                </a:cubicBezTo>
                <a:cubicBezTo>
                  <a:pt x="50" y="12"/>
                  <a:pt x="50" y="12"/>
                  <a:pt x="50" y="12"/>
                </a:cubicBezTo>
                <a:cubicBezTo>
                  <a:pt x="47" y="14"/>
                  <a:pt x="47" y="14"/>
                  <a:pt x="47" y="14"/>
                </a:cubicBezTo>
                <a:cubicBezTo>
                  <a:pt x="43" y="16"/>
                  <a:pt x="43" y="16"/>
                  <a:pt x="43" y="16"/>
                </a:cubicBezTo>
                <a:cubicBezTo>
                  <a:pt x="40" y="18"/>
                  <a:pt x="40" y="18"/>
                  <a:pt x="40" y="18"/>
                </a:cubicBezTo>
                <a:cubicBezTo>
                  <a:pt x="37" y="20"/>
                  <a:pt x="37" y="20"/>
                  <a:pt x="37" y="20"/>
                </a:cubicBezTo>
                <a:cubicBezTo>
                  <a:pt x="33" y="22"/>
                  <a:pt x="33" y="22"/>
                  <a:pt x="33" y="22"/>
                </a:cubicBezTo>
                <a:cubicBezTo>
                  <a:pt x="30" y="25"/>
                  <a:pt x="30" y="25"/>
                  <a:pt x="30" y="25"/>
                </a:cubicBezTo>
                <a:cubicBezTo>
                  <a:pt x="28" y="27"/>
                  <a:pt x="28" y="27"/>
                  <a:pt x="28" y="27"/>
                </a:cubicBezTo>
                <a:cubicBezTo>
                  <a:pt x="25" y="30"/>
                  <a:pt x="25" y="30"/>
                  <a:pt x="25" y="30"/>
                </a:cubicBezTo>
                <a:cubicBezTo>
                  <a:pt x="22" y="32"/>
                  <a:pt x="22" y="32"/>
                  <a:pt x="22" y="32"/>
                </a:cubicBezTo>
                <a:cubicBezTo>
                  <a:pt x="20" y="35"/>
                  <a:pt x="20" y="35"/>
                  <a:pt x="20" y="35"/>
                </a:cubicBezTo>
                <a:cubicBezTo>
                  <a:pt x="18" y="38"/>
                  <a:pt x="18" y="38"/>
                  <a:pt x="18" y="38"/>
                </a:cubicBezTo>
                <a:cubicBezTo>
                  <a:pt x="15" y="41"/>
                  <a:pt x="15" y="41"/>
                  <a:pt x="15" y="41"/>
                </a:cubicBezTo>
                <a:cubicBezTo>
                  <a:pt x="13" y="44"/>
                  <a:pt x="13" y="44"/>
                  <a:pt x="13" y="44"/>
                </a:cubicBezTo>
                <a:cubicBezTo>
                  <a:pt x="11" y="47"/>
                  <a:pt x="11" y="47"/>
                  <a:pt x="11" y="47"/>
                </a:cubicBezTo>
                <a:cubicBezTo>
                  <a:pt x="10" y="50"/>
                  <a:pt x="10" y="50"/>
                  <a:pt x="10" y="50"/>
                </a:cubicBezTo>
                <a:cubicBezTo>
                  <a:pt x="8" y="54"/>
                  <a:pt x="8" y="54"/>
                  <a:pt x="8" y="54"/>
                </a:cubicBezTo>
                <a:cubicBezTo>
                  <a:pt x="6" y="57"/>
                  <a:pt x="6" y="57"/>
                  <a:pt x="6" y="57"/>
                </a:cubicBezTo>
                <a:cubicBezTo>
                  <a:pt x="5" y="61"/>
                  <a:pt x="5" y="61"/>
                  <a:pt x="5" y="61"/>
                </a:cubicBezTo>
                <a:cubicBezTo>
                  <a:pt x="4" y="64"/>
                  <a:pt x="4" y="64"/>
                  <a:pt x="4" y="64"/>
                </a:cubicBezTo>
                <a:cubicBezTo>
                  <a:pt x="3" y="68"/>
                  <a:pt x="3" y="68"/>
                  <a:pt x="3" y="68"/>
                </a:cubicBezTo>
                <a:cubicBezTo>
                  <a:pt x="2" y="71"/>
                  <a:pt x="2" y="71"/>
                  <a:pt x="2" y="71"/>
                </a:cubicBezTo>
                <a:cubicBezTo>
                  <a:pt x="1" y="75"/>
                  <a:pt x="1" y="75"/>
                  <a:pt x="1" y="75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7"/>
                  <a:pt x="0" y="97"/>
                  <a:pt x="0" y="97"/>
                </a:cubicBezTo>
                <a:cubicBezTo>
                  <a:pt x="1" y="104"/>
                  <a:pt x="1" y="104"/>
                  <a:pt x="1" y="104"/>
                </a:cubicBezTo>
                <a:cubicBezTo>
                  <a:pt x="2" y="111"/>
                  <a:pt x="2" y="111"/>
                  <a:pt x="2" y="111"/>
                </a:cubicBezTo>
                <a:cubicBezTo>
                  <a:pt x="4" y="118"/>
                  <a:pt x="4" y="118"/>
                  <a:pt x="4" y="118"/>
                </a:cubicBezTo>
                <a:cubicBezTo>
                  <a:pt x="6" y="125"/>
                  <a:pt x="6" y="125"/>
                  <a:pt x="6" y="12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55" y="186"/>
                  <a:pt x="54" y="218"/>
                  <a:pt x="54" y="218"/>
                </a:cubicBezTo>
                <a:cubicBezTo>
                  <a:pt x="54" y="224"/>
                  <a:pt x="54" y="224"/>
                  <a:pt x="54" y="224"/>
                </a:cubicBezTo>
                <a:cubicBezTo>
                  <a:pt x="54" y="243"/>
                  <a:pt x="54" y="243"/>
                  <a:pt x="54" y="243"/>
                </a:cubicBezTo>
                <a:cubicBezTo>
                  <a:pt x="159" y="243"/>
                  <a:pt x="159" y="243"/>
                  <a:pt x="159" y="243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59" y="235"/>
                  <a:pt x="159" y="235"/>
                  <a:pt x="159" y="235"/>
                </a:cubicBezTo>
                <a:cubicBezTo>
                  <a:pt x="159" y="229"/>
                  <a:pt x="159" y="229"/>
                  <a:pt x="159" y="229"/>
                </a:cubicBezTo>
                <a:cubicBezTo>
                  <a:pt x="160" y="215"/>
                  <a:pt x="160" y="215"/>
                  <a:pt x="160" y="215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1" y="207"/>
                  <a:pt x="161" y="207"/>
                  <a:pt x="161" y="207"/>
                </a:cubicBezTo>
                <a:cubicBezTo>
                  <a:pt x="161" y="205"/>
                  <a:pt x="161" y="205"/>
                  <a:pt x="161" y="205"/>
                </a:cubicBezTo>
                <a:cubicBezTo>
                  <a:pt x="162" y="204"/>
                  <a:pt x="162" y="204"/>
                  <a:pt x="162" y="204"/>
                </a:cubicBezTo>
                <a:cubicBezTo>
                  <a:pt x="163" y="203"/>
                  <a:pt x="163" y="203"/>
                  <a:pt x="163" y="203"/>
                </a:cubicBezTo>
                <a:cubicBezTo>
                  <a:pt x="164" y="202"/>
                  <a:pt x="164" y="202"/>
                  <a:pt x="164" y="202"/>
                </a:cubicBezTo>
                <a:cubicBezTo>
                  <a:pt x="166" y="202"/>
                  <a:pt x="166" y="202"/>
                  <a:pt x="166" y="202"/>
                </a:cubicBezTo>
                <a:cubicBezTo>
                  <a:pt x="167" y="201"/>
                  <a:pt x="167" y="201"/>
                  <a:pt x="167" y="201"/>
                </a:cubicBezTo>
                <a:cubicBezTo>
                  <a:pt x="169" y="201"/>
                  <a:pt x="169" y="201"/>
                  <a:pt x="169" y="201"/>
                </a:cubicBezTo>
                <a:cubicBezTo>
                  <a:pt x="171" y="201"/>
                  <a:pt x="171" y="201"/>
                  <a:pt x="171" y="201"/>
                </a:cubicBezTo>
                <a:cubicBezTo>
                  <a:pt x="173" y="201"/>
                  <a:pt x="173" y="201"/>
                  <a:pt x="173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6" y="201"/>
                  <a:pt x="176" y="201"/>
                  <a:pt x="176" y="201"/>
                </a:cubicBezTo>
                <a:cubicBezTo>
                  <a:pt x="178" y="201"/>
                  <a:pt x="178" y="201"/>
                  <a:pt x="178" y="201"/>
                </a:cubicBezTo>
                <a:cubicBezTo>
                  <a:pt x="180" y="201"/>
                  <a:pt x="180" y="201"/>
                  <a:pt x="180" y="201"/>
                </a:cubicBezTo>
                <a:cubicBezTo>
                  <a:pt x="182" y="202"/>
                  <a:pt x="182" y="202"/>
                  <a:pt x="182" y="202"/>
                </a:cubicBezTo>
                <a:cubicBezTo>
                  <a:pt x="184" y="202"/>
                  <a:pt x="184" y="202"/>
                  <a:pt x="184" y="202"/>
                </a:cubicBezTo>
                <a:cubicBezTo>
                  <a:pt x="186" y="202"/>
                  <a:pt x="186" y="202"/>
                  <a:pt x="186" y="202"/>
                </a:cubicBezTo>
                <a:cubicBezTo>
                  <a:pt x="181" y="202"/>
                  <a:pt x="181" y="202"/>
                  <a:pt x="181" y="202"/>
                </a:cubicBezTo>
                <a:cubicBezTo>
                  <a:pt x="183" y="202"/>
                  <a:pt x="183" y="202"/>
                  <a:pt x="183" y="202"/>
                </a:cubicBezTo>
                <a:cubicBezTo>
                  <a:pt x="185" y="203"/>
                  <a:pt x="185" y="203"/>
                  <a:pt x="185" y="203"/>
                </a:cubicBezTo>
                <a:cubicBezTo>
                  <a:pt x="188" y="203"/>
                  <a:pt x="188" y="203"/>
                  <a:pt x="188" y="203"/>
                </a:cubicBezTo>
                <a:cubicBezTo>
                  <a:pt x="189" y="203"/>
                  <a:pt x="189" y="203"/>
                  <a:pt x="189" y="203"/>
                </a:cubicBezTo>
                <a:cubicBezTo>
                  <a:pt x="191" y="202"/>
                  <a:pt x="191" y="202"/>
                  <a:pt x="191" y="202"/>
                </a:cubicBezTo>
                <a:cubicBezTo>
                  <a:pt x="192" y="202"/>
                  <a:pt x="192" y="202"/>
                  <a:pt x="192" y="202"/>
                </a:cubicBezTo>
                <a:cubicBezTo>
                  <a:pt x="194" y="201"/>
                  <a:pt x="194" y="201"/>
                  <a:pt x="194" y="201"/>
                </a:cubicBezTo>
                <a:cubicBezTo>
                  <a:pt x="195" y="200"/>
                  <a:pt x="195" y="200"/>
                  <a:pt x="195" y="200"/>
                </a:cubicBezTo>
                <a:cubicBezTo>
                  <a:pt x="197" y="199"/>
                  <a:pt x="197" y="199"/>
                  <a:pt x="197" y="199"/>
                </a:cubicBezTo>
                <a:cubicBezTo>
                  <a:pt x="198" y="198"/>
                  <a:pt x="198" y="198"/>
                  <a:pt x="198" y="198"/>
                </a:cubicBezTo>
                <a:cubicBezTo>
                  <a:pt x="198" y="196"/>
                  <a:pt x="198" y="196"/>
                  <a:pt x="198" y="196"/>
                </a:cubicBezTo>
                <a:cubicBezTo>
                  <a:pt x="199" y="194"/>
                  <a:pt x="199" y="194"/>
                  <a:pt x="199" y="194"/>
                </a:cubicBezTo>
                <a:cubicBezTo>
                  <a:pt x="199" y="191"/>
                  <a:pt x="199" y="191"/>
                  <a:pt x="199" y="191"/>
                </a:cubicBezTo>
                <a:cubicBezTo>
                  <a:pt x="198" y="188"/>
                  <a:pt x="198" y="188"/>
                  <a:pt x="198" y="188"/>
                </a:cubicBezTo>
                <a:cubicBezTo>
                  <a:pt x="198" y="185"/>
                  <a:pt x="198" y="185"/>
                  <a:pt x="198" y="185"/>
                </a:cubicBezTo>
                <a:cubicBezTo>
                  <a:pt x="199" y="184"/>
                  <a:pt x="199" y="184"/>
                  <a:pt x="199" y="184"/>
                </a:cubicBezTo>
                <a:cubicBezTo>
                  <a:pt x="199" y="183"/>
                  <a:pt x="199" y="183"/>
                  <a:pt x="199" y="183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0" y="181"/>
                  <a:pt x="200" y="181"/>
                  <a:pt x="200" y="181"/>
                </a:cubicBezTo>
                <a:cubicBezTo>
                  <a:pt x="201" y="180"/>
                  <a:pt x="201" y="180"/>
                  <a:pt x="201" y="180"/>
                </a:cubicBezTo>
                <a:cubicBezTo>
                  <a:pt x="202" y="179"/>
                  <a:pt x="202" y="179"/>
                  <a:pt x="202" y="179"/>
                </a:cubicBezTo>
                <a:cubicBezTo>
                  <a:pt x="202" y="178"/>
                  <a:pt x="202" y="178"/>
                  <a:pt x="202" y="178"/>
                </a:cubicBezTo>
                <a:cubicBezTo>
                  <a:pt x="202" y="177"/>
                  <a:pt x="202" y="177"/>
                  <a:pt x="202" y="177"/>
                </a:cubicBezTo>
                <a:cubicBezTo>
                  <a:pt x="202" y="175"/>
                  <a:pt x="202" y="175"/>
                  <a:pt x="202" y="175"/>
                </a:cubicBezTo>
                <a:cubicBezTo>
                  <a:pt x="202" y="174"/>
                  <a:pt x="202" y="174"/>
                  <a:pt x="202" y="174"/>
                </a:cubicBezTo>
                <a:cubicBezTo>
                  <a:pt x="202" y="173"/>
                  <a:pt x="202" y="173"/>
                  <a:pt x="202" y="173"/>
                </a:cubicBezTo>
                <a:cubicBezTo>
                  <a:pt x="201" y="172"/>
                  <a:pt x="201" y="172"/>
                  <a:pt x="201" y="172"/>
                </a:cubicBezTo>
                <a:cubicBezTo>
                  <a:pt x="200" y="171"/>
                  <a:pt x="200" y="171"/>
                  <a:pt x="200" y="171"/>
                </a:cubicBezTo>
                <a:cubicBezTo>
                  <a:pt x="199" y="169"/>
                  <a:pt x="199" y="169"/>
                  <a:pt x="199" y="169"/>
                </a:cubicBezTo>
                <a:cubicBezTo>
                  <a:pt x="198" y="169"/>
                  <a:pt x="198" y="169"/>
                  <a:pt x="198" y="169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8" y="167"/>
                  <a:pt x="198" y="167"/>
                  <a:pt x="198" y="167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1" y="165"/>
                  <a:pt x="201" y="165"/>
                  <a:pt x="201" y="165"/>
                </a:cubicBezTo>
                <a:cubicBezTo>
                  <a:pt x="202" y="164"/>
                  <a:pt x="202" y="164"/>
                  <a:pt x="202" y="164"/>
                </a:cubicBezTo>
                <a:cubicBezTo>
                  <a:pt x="203" y="163"/>
                  <a:pt x="203" y="163"/>
                  <a:pt x="203" y="163"/>
                </a:cubicBezTo>
                <a:cubicBezTo>
                  <a:pt x="203" y="162"/>
                  <a:pt x="203" y="162"/>
                  <a:pt x="203" y="162"/>
                </a:cubicBezTo>
                <a:cubicBezTo>
                  <a:pt x="204" y="161"/>
                  <a:pt x="204" y="161"/>
                  <a:pt x="204" y="161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201" y="152"/>
                  <a:pt x="201" y="152"/>
                  <a:pt x="201" y="152"/>
                </a:cubicBezTo>
                <a:cubicBezTo>
                  <a:pt x="201" y="148"/>
                  <a:pt x="201" y="148"/>
                  <a:pt x="201" y="148"/>
                </a:cubicBezTo>
                <a:cubicBezTo>
                  <a:pt x="201" y="145"/>
                  <a:pt x="201" y="145"/>
                  <a:pt x="201" y="145"/>
                </a:cubicBezTo>
                <a:cubicBezTo>
                  <a:pt x="203" y="144"/>
                  <a:pt x="203" y="144"/>
                  <a:pt x="203" y="144"/>
                </a:cubicBezTo>
                <a:cubicBezTo>
                  <a:pt x="204" y="143"/>
                  <a:pt x="204" y="143"/>
                  <a:pt x="204" y="143"/>
                </a:cubicBezTo>
                <a:cubicBezTo>
                  <a:pt x="206" y="142"/>
                  <a:pt x="206" y="142"/>
                  <a:pt x="206" y="142"/>
                </a:cubicBezTo>
                <a:cubicBezTo>
                  <a:pt x="207" y="141"/>
                  <a:pt x="207" y="141"/>
                  <a:pt x="207" y="141"/>
                </a:cubicBezTo>
                <a:cubicBezTo>
                  <a:pt x="208" y="140"/>
                  <a:pt x="208" y="140"/>
                  <a:pt x="208" y="140"/>
                </a:cubicBezTo>
                <a:cubicBezTo>
                  <a:pt x="209" y="139"/>
                  <a:pt x="209" y="139"/>
                  <a:pt x="209" y="139"/>
                </a:cubicBezTo>
                <a:cubicBezTo>
                  <a:pt x="209" y="138"/>
                  <a:pt x="209" y="138"/>
                  <a:pt x="209" y="138"/>
                </a:cubicBezTo>
                <a:lnTo>
                  <a:pt x="209" y="136"/>
                </a:lnTo>
                <a:close/>
                <a:moveTo>
                  <a:pt x="98" y="144"/>
                </a:moveTo>
                <a:cubicBezTo>
                  <a:pt x="91" y="144"/>
                  <a:pt x="86" y="139"/>
                  <a:pt x="86" y="132"/>
                </a:cubicBezTo>
                <a:cubicBezTo>
                  <a:pt x="86" y="125"/>
                  <a:pt x="91" y="120"/>
                  <a:pt x="98" y="120"/>
                </a:cubicBezTo>
                <a:cubicBezTo>
                  <a:pt x="105" y="120"/>
                  <a:pt x="110" y="125"/>
                  <a:pt x="110" y="132"/>
                </a:cubicBezTo>
                <a:cubicBezTo>
                  <a:pt x="110" y="139"/>
                  <a:pt x="105" y="144"/>
                  <a:pt x="98" y="144"/>
                </a:cubicBezTo>
                <a:close/>
                <a:moveTo>
                  <a:pt x="115" y="86"/>
                </a:moveTo>
                <a:cubicBezTo>
                  <a:pt x="109" y="93"/>
                  <a:pt x="107" y="99"/>
                  <a:pt x="107" y="107"/>
                </a:cubicBezTo>
                <a:cubicBezTo>
                  <a:pt x="107" y="110"/>
                  <a:pt x="107" y="110"/>
                  <a:pt x="107" y="110"/>
                </a:cubicBezTo>
                <a:cubicBezTo>
                  <a:pt x="90" y="110"/>
                  <a:pt x="90" y="110"/>
                  <a:pt x="90" y="110"/>
                </a:cubicBezTo>
                <a:cubicBezTo>
                  <a:pt x="90" y="106"/>
                  <a:pt x="90" y="106"/>
                  <a:pt x="90" y="106"/>
                </a:cubicBezTo>
                <a:cubicBezTo>
                  <a:pt x="89" y="98"/>
                  <a:pt x="92" y="89"/>
                  <a:pt x="99" y="81"/>
                </a:cubicBezTo>
                <a:cubicBezTo>
                  <a:pt x="105" y="74"/>
                  <a:pt x="109" y="68"/>
                  <a:pt x="109" y="62"/>
                </a:cubicBezTo>
                <a:cubicBezTo>
                  <a:pt x="109" y="56"/>
                  <a:pt x="105" y="51"/>
                  <a:pt x="96" y="51"/>
                </a:cubicBezTo>
                <a:cubicBezTo>
                  <a:pt x="91" y="51"/>
                  <a:pt x="85" y="53"/>
                  <a:pt x="81" y="56"/>
                </a:cubicBezTo>
                <a:cubicBezTo>
                  <a:pt x="76" y="42"/>
                  <a:pt x="76" y="42"/>
                  <a:pt x="76" y="42"/>
                </a:cubicBezTo>
                <a:cubicBezTo>
                  <a:pt x="82" y="38"/>
                  <a:pt x="90" y="36"/>
                  <a:pt x="100" y="36"/>
                </a:cubicBezTo>
                <a:cubicBezTo>
                  <a:pt x="120" y="36"/>
                  <a:pt x="129" y="47"/>
                  <a:pt x="129" y="59"/>
                </a:cubicBezTo>
                <a:cubicBezTo>
                  <a:pt x="129" y="71"/>
                  <a:pt x="122" y="78"/>
                  <a:pt x="11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78" name="组合 277"/>
          <p:cNvGrpSpPr/>
          <p:nvPr/>
        </p:nvGrpSpPr>
        <p:grpSpPr>
          <a:xfrm>
            <a:off x="9531871" y="3764860"/>
            <a:ext cx="447721" cy="455365"/>
            <a:chOff x="1411289" y="1689100"/>
            <a:chExt cx="650875" cy="661988"/>
          </a:xfrm>
          <a:solidFill>
            <a:schemeClr val="accent1"/>
          </a:solidFill>
        </p:grpSpPr>
        <p:sp>
          <p:nvSpPr>
            <p:cNvPr id="279" name="Freeform 7"/>
            <p:cNvSpPr>
              <a:spLocks noEditPoints="1"/>
            </p:cNvSpPr>
            <p:nvPr/>
          </p:nvSpPr>
          <p:spPr bwMode="auto">
            <a:xfrm>
              <a:off x="1411289" y="1689100"/>
              <a:ext cx="514350" cy="630238"/>
            </a:xfrm>
            <a:custGeom>
              <a:avLst/>
              <a:gdLst>
                <a:gd name="T0" fmla="*/ 107 w 187"/>
                <a:gd name="T1" fmla="*/ 166 h 229"/>
                <a:gd name="T2" fmla="*/ 119 w 187"/>
                <a:gd name="T3" fmla="*/ 159 h 229"/>
                <a:gd name="T4" fmla="*/ 139 w 187"/>
                <a:gd name="T5" fmla="*/ 159 h 229"/>
                <a:gd name="T6" fmla="*/ 139 w 187"/>
                <a:gd name="T7" fmla="*/ 110 h 229"/>
                <a:gd name="T8" fmla="*/ 141 w 187"/>
                <a:gd name="T9" fmla="*/ 101 h 229"/>
                <a:gd name="T10" fmla="*/ 154 w 187"/>
                <a:gd name="T11" fmla="*/ 96 h 229"/>
                <a:gd name="T12" fmla="*/ 166 w 187"/>
                <a:gd name="T13" fmla="*/ 96 h 229"/>
                <a:gd name="T14" fmla="*/ 166 w 187"/>
                <a:gd name="T15" fmla="*/ 31 h 229"/>
                <a:gd name="T16" fmla="*/ 158 w 187"/>
                <a:gd name="T17" fmla="*/ 22 h 229"/>
                <a:gd name="T18" fmla="*/ 16 w 187"/>
                <a:gd name="T19" fmla="*/ 22 h 229"/>
                <a:gd name="T20" fmla="*/ 25 w 187"/>
                <a:gd name="T21" fmla="*/ 14 h 229"/>
                <a:gd name="T22" fmla="*/ 166 w 187"/>
                <a:gd name="T23" fmla="*/ 14 h 229"/>
                <a:gd name="T24" fmla="*/ 174 w 187"/>
                <a:gd name="T25" fmla="*/ 21 h 229"/>
                <a:gd name="T26" fmla="*/ 174 w 187"/>
                <a:gd name="T27" fmla="*/ 96 h 229"/>
                <a:gd name="T28" fmla="*/ 187 w 187"/>
                <a:gd name="T29" fmla="*/ 96 h 229"/>
                <a:gd name="T30" fmla="*/ 187 w 187"/>
                <a:gd name="T31" fmla="*/ 8 h 229"/>
                <a:gd name="T32" fmla="*/ 180 w 187"/>
                <a:gd name="T33" fmla="*/ 0 h 229"/>
                <a:gd name="T34" fmla="*/ 23 w 187"/>
                <a:gd name="T35" fmla="*/ 0 h 229"/>
                <a:gd name="T36" fmla="*/ 0 w 187"/>
                <a:gd name="T37" fmla="*/ 22 h 229"/>
                <a:gd name="T38" fmla="*/ 0 w 187"/>
                <a:gd name="T39" fmla="*/ 221 h 229"/>
                <a:gd name="T40" fmla="*/ 8 w 187"/>
                <a:gd name="T41" fmla="*/ 229 h 229"/>
                <a:gd name="T42" fmla="*/ 151 w 187"/>
                <a:gd name="T43" fmla="*/ 229 h 229"/>
                <a:gd name="T44" fmla="*/ 112 w 187"/>
                <a:gd name="T45" fmla="*/ 182 h 229"/>
                <a:gd name="T46" fmla="*/ 107 w 187"/>
                <a:gd name="T47" fmla="*/ 166 h 229"/>
                <a:gd name="T48" fmla="*/ 41 w 187"/>
                <a:gd name="T49" fmla="*/ 53 h 229"/>
                <a:gd name="T50" fmla="*/ 126 w 187"/>
                <a:gd name="T51" fmla="*/ 53 h 229"/>
                <a:gd name="T52" fmla="*/ 126 w 187"/>
                <a:gd name="T53" fmla="*/ 69 h 229"/>
                <a:gd name="T54" fmla="*/ 41 w 187"/>
                <a:gd name="T55" fmla="*/ 69 h 229"/>
                <a:gd name="T56" fmla="*/ 41 w 187"/>
                <a:gd name="T57" fmla="*/ 5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7" h="229">
                  <a:moveTo>
                    <a:pt x="107" y="166"/>
                  </a:moveTo>
                  <a:cubicBezTo>
                    <a:pt x="107" y="164"/>
                    <a:pt x="110" y="159"/>
                    <a:pt x="119" y="159"/>
                  </a:cubicBezTo>
                  <a:cubicBezTo>
                    <a:pt x="139" y="159"/>
                    <a:pt x="139" y="159"/>
                    <a:pt x="139" y="159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39" y="107"/>
                    <a:pt x="139" y="104"/>
                    <a:pt x="141" y="101"/>
                  </a:cubicBezTo>
                  <a:cubicBezTo>
                    <a:pt x="143" y="98"/>
                    <a:pt x="147" y="96"/>
                    <a:pt x="154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31"/>
                    <a:pt x="166" y="31"/>
                    <a:pt x="166" y="31"/>
                  </a:cubicBezTo>
                  <a:cubicBezTo>
                    <a:pt x="166" y="26"/>
                    <a:pt x="162" y="22"/>
                    <a:pt x="158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17"/>
                    <a:pt x="25" y="14"/>
                    <a:pt x="25" y="14"/>
                  </a:cubicBezTo>
                  <a:cubicBezTo>
                    <a:pt x="166" y="14"/>
                    <a:pt x="166" y="14"/>
                    <a:pt x="166" y="14"/>
                  </a:cubicBezTo>
                  <a:cubicBezTo>
                    <a:pt x="175" y="14"/>
                    <a:pt x="174" y="21"/>
                    <a:pt x="174" y="21"/>
                  </a:cubicBezTo>
                  <a:cubicBezTo>
                    <a:pt x="174" y="96"/>
                    <a:pt x="174" y="96"/>
                    <a:pt x="174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8"/>
                    <a:pt x="187" y="8"/>
                    <a:pt x="187" y="8"/>
                  </a:cubicBezTo>
                  <a:cubicBezTo>
                    <a:pt x="187" y="2"/>
                    <a:pt x="180" y="0"/>
                    <a:pt x="18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0" y="0"/>
                    <a:pt x="0" y="22"/>
                    <a:pt x="0" y="22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5"/>
                    <a:pt x="4" y="229"/>
                    <a:pt x="8" y="229"/>
                  </a:cubicBezTo>
                  <a:cubicBezTo>
                    <a:pt x="151" y="229"/>
                    <a:pt x="151" y="229"/>
                    <a:pt x="151" y="229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09" y="179"/>
                    <a:pt x="104" y="173"/>
                    <a:pt x="107" y="166"/>
                  </a:cubicBezTo>
                  <a:close/>
                  <a:moveTo>
                    <a:pt x="41" y="53"/>
                  </a:moveTo>
                  <a:cubicBezTo>
                    <a:pt x="126" y="53"/>
                    <a:pt x="126" y="53"/>
                    <a:pt x="126" y="53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41" y="69"/>
                    <a:pt x="41" y="69"/>
                    <a:pt x="41" y="69"/>
                  </a:cubicBezTo>
                  <a:lnTo>
                    <a:pt x="41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Freeform 8"/>
            <p:cNvSpPr/>
            <p:nvPr/>
          </p:nvSpPr>
          <p:spPr bwMode="auto">
            <a:xfrm>
              <a:off x="1738314" y="1982788"/>
              <a:ext cx="323850" cy="368300"/>
            </a:xfrm>
            <a:custGeom>
              <a:avLst/>
              <a:gdLst>
                <a:gd name="T0" fmla="*/ 117 w 118"/>
                <a:gd name="T1" fmla="*/ 64 h 134"/>
                <a:gd name="T2" fmla="*/ 113 w 118"/>
                <a:gd name="T3" fmla="*/ 61 h 134"/>
                <a:gd name="T4" fmla="*/ 86 w 118"/>
                <a:gd name="T5" fmla="*/ 61 h 134"/>
                <a:gd name="T6" fmla="*/ 86 w 118"/>
                <a:gd name="T7" fmla="*/ 8 h 134"/>
                <a:gd name="T8" fmla="*/ 78 w 118"/>
                <a:gd name="T9" fmla="*/ 0 h 134"/>
                <a:gd name="T10" fmla="*/ 40 w 118"/>
                <a:gd name="T11" fmla="*/ 0 h 134"/>
                <a:gd name="T12" fmla="*/ 32 w 118"/>
                <a:gd name="T13" fmla="*/ 8 h 134"/>
                <a:gd name="T14" fmla="*/ 32 w 118"/>
                <a:gd name="T15" fmla="*/ 61 h 134"/>
                <a:gd name="T16" fmla="*/ 5 w 118"/>
                <a:gd name="T17" fmla="*/ 61 h 134"/>
                <a:gd name="T18" fmla="*/ 1 w 118"/>
                <a:gd name="T19" fmla="*/ 64 h 134"/>
                <a:gd name="T20" fmla="*/ 2 w 118"/>
                <a:gd name="T21" fmla="*/ 69 h 134"/>
                <a:gd name="T22" fmla="*/ 54 w 118"/>
                <a:gd name="T23" fmla="*/ 131 h 134"/>
                <a:gd name="T24" fmla="*/ 64 w 118"/>
                <a:gd name="T25" fmla="*/ 131 h 134"/>
                <a:gd name="T26" fmla="*/ 117 w 118"/>
                <a:gd name="T27" fmla="*/ 69 h 134"/>
                <a:gd name="T28" fmla="*/ 117 w 118"/>
                <a:gd name="T29" fmla="*/ 6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34">
                  <a:moveTo>
                    <a:pt x="117" y="64"/>
                  </a:moveTo>
                  <a:cubicBezTo>
                    <a:pt x="116" y="62"/>
                    <a:pt x="115" y="61"/>
                    <a:pt x="113" y="61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6" y="61"/>
                    <a:pt x="86" y="28"/>
                    <a:pt x="86" y="8"/>
                  </a:cubicBezTo>
                  <a:cubicBezTo>
                    <a:pt x="86" y="3"/>
                    <a:pt x="83" y="0"/>
                    <a:pt x="7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3"/>
                    <a:pt x="32" y="8"/>
                  </a:cubicBezTo>
                  <a:cubicBezTo>
                    <a:pt x="32" y="28"/>
                    <a:pt x="32" y="61"/>
                    <a:pt x="32" y="61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3" y="61"/>
                    <a:pt x="2" y="62"/>
                    <a:pt x="1" y="64"/>
                  </a:cubicBezTo>
                  <a:cubicBezTo>
                    <a:pt x="0" y="65"/>
                    <a:pt x="1" y="67"/>
                    <a:pt x="2" y="69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57" y="134"/>
                    <a:pt x="61" y="134"/>
                    <a:pt x="64" y="131"/>
                  </a:cubicBezTo>
                  <a:cubicBezTo>
                    <a:pt x="117" y="69"/>
                    <a:pt x="117" y="69"/>
                    <a:pt x="117" y="69"/>
                  </a:cubicBezTo>
                  <a:cubicBezTo>
                    <a:pt x="118" y="67"/>
                    <a:pt x="118" y="65"/>
                    <a:pt x="117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1" name="Freeform 9"/>
          <p:cNvSpPr>
            <a:spLocks noEditPoints="1"/>
          </p:cNvSpPr>
          <p:nvPr/>
        </p:nvSpPr>
        <p:spPr bwMode="auto">
          <a:xfrm>
            <a:off x="10216398" y="3764860"/>
            <a:ext cx="538358" cy="421513"/>
          </a:xfrm>
          <a:custGeom>
            <a:avLst/>
            <a:gdLst>
              <a:gd name="T0" fmla="*/ 234 w 285"/>
              <a:gd name="T1" fmla="*/ 84 h 223"/>
              <a:gd name="T2" fmla="*/ 225 w 285"/>
              <a:gd name="T3" fmla="*/ 84 h 223"/>
              <a:gd name="T4" fmla="*/ 207 w 285"/>
              <a:gd name="T5" fmla="*/ 79 h 223"/>
              <a:gd name="T6" fmla="*/ 207 w 285"/>
              <a:gd name="T7" fmla="*/ 99 h 223"/>
              <a:gd name="T8" fmla="*/ 207 w 285"/>
              <a:gd name="T9" fmla="*/ 79 h 223"/>
              <a:gd name="T10" fmla="*/ 224 w 285"/>
              <a:gd name="T11" fmla="*/ 73 h 223"/>
              <a:gd name="T12" fmla="*/ 224 w 285"/>
              <a:gd name="T13" fmla="*/ 60 h 223"/>
              <a:gd name="T14" fmla="*/ 282 w 285"/>
              <a:gd name="T15" fmla="*/ 88 h 223"/>
              <a:gd name="T16" fmla="*/ 270 w 285"/>
              <a:gd name="T17" fmla="*/ 85 h 223"/>
              <a:gd name="T18" fmla="*/ 147 w 285"/>
              <a:gd name="T19" fmla="*/ 96 h 223"/>
              <a:gd name="T20" fmla="*/ 211 w 285"/>
              <a:gd name="T21" fmla="*/ 26 h 223"/>
              <a:gd name="T22" fmla="*/ 220 w 285"/>
              <a:gd name="T23" fmla="*/ 17 h 223"/>
              <a:gd name="T24" fmla="*/ 282 w 285"/>
              <a:gd name="T25" fmla="*/ 88 h 223"/>
              <a:gd name="T26" fmla="*/ 224 w 285"/>
              <a:gd name="T27" fmla="*/ 39 h 223"/>
              <a:gd name="T28" fmla="*/ 161 w 285"/>
              <a:gd name="T29" fmla="*/ 101 h 223"/>
              <a:gd name="T30" fmla="*/ 261 w 285"/>
              <a:gd name="T31" fmla="*/ 76 h 223"/>
              <a:gd name="T32" fmla="*/ 113 w 285"/>
              <a:gd name="T33" fmla="*/ 153 h 223"/>
              <a:gd name="T34" fmla="*/ 113 w 285"/>
              <a:gd name="T35" fmla="*/ 132 h 223"/>
              <a:gd name="T36" fmla="*/ 83 w 285"/>
              <a:gd name="T37" fmla="*/ 126 h 223"/>
              <a:gd name="T38" fmla="*/ 83 w 285"/>
              <a:gd name="T39" fmla="*/ 147 h 223"/>
              <a:gd name="T40" fmla="*/ 83 w 285"/>
              <a:gd name="T41" fmla="*/ 126 h 223"/>
              <a:gd name="T42" fmla="*/ 104 w 285"/>
              <a:gd name="T43" fmla="*/ 111 h 223"/>
              <a:gd name="T44" fmla="*/ 104 w 285"/>
              <a:gd name="T45" fmla="*/ 126 h 223"/>
              <a:gd name="T46" fmla="*/ 190 w 285"/>
              <a:gd name="T47" fmla="*/ 187 h 223"/>
              <a:gd name="T48" fmla="*/ 27 w 285"/>
              <a:gd name="T49" fmla="*/ 223 h 223"/>
              <a:gd name="T50" fmla="*/ 71 w 285"/>
              <a:gd name="T51" fmla="*/ 75 h 223"/>
              <a:gd name="T52" fmla="*/ 69 w 285"/>
              <a:gd name="T53" fmla="*/ 36 h 223"/>
              <a:gd name="T54" fmla="*/ 69 w 285"/>
              <a:gd name="T55" fmla="*/ 23 h 223"/>
              <a:gd name="T56" fmla="*/ 73 w 285"/>
              <a:gd name="T57" fmla="*/ 0 h 223"/>
              <a:gd name="T58" fmla="*/ 117 w 285"/>
              <a:gd name="T59" fmla="*/ 23 h 223"/>
              <a:gd name="T60" fmla="*/ 134 w 285"/>
              <a:gd name="T61" fmla="*/ 30 h 223"/>
              <a:gd name="T62" fmla="*/ 125 w 285"/>
              <a:gd name="T63" fmla="*/ 36 h 223"/>
              <a:gd name="T64" fmla="*/ 190 w 285"/>
              <a:gd name="T65" fmla="*/ 187 h 223"/>
              <a:gd name="T66" fmla="*/ 114 w 285"/>
              <a:gd name="T67" fmla="*/ 82 h 223"/>
              <a:gd name="T68" fmla="*/ 84 w 285"/>
              <a:gd name="T69" fmla="*/ 79 h 223"/>
              <a:gd name="T70" fmla="*/ 37 w 285"/>
              <a:gd name="T71" fmla="*/ 160 h 223"/>
              <a:gd name="T72" fmla="*/ 36 w 285"/>
              <a:gd name="T73" fmla="*/ 162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85" h="223">
                <a:moveTo>
                  <a:pt x="229" y="79"/>
                </a:moveTo>
                <a:cubicBezTo>
                  <a:pt x="232" y="79"/>
                  <a:pt x="234" y="82"/>
                  <a:pt x="234" y="84"/>
                </a:cubicBezTo>
                <a:cubicBezTo>
                  <a:pt x="234" y="87"/>
                  <a:pt x="232" y="89"/>
                  <a:pt x="229" y="89"/>
                </a:cubicBezTo>
                <a:cubicBezTo>
                  <a:pt x="227" y="89"/>
                  <a:pt x="225" y="87"/>
                  <a:pt x="225" y="84"/>
                </a:cubicBezTo>
                <a:cubicBezTo>
                  <a:pt x="225" y="82"/>
                  <a:pt x="227" y="79"/>
                  <a:pt x="229" y="79"/>
                </a:cubicBezTo>
                <a:close/>
                <a:moveTo>
                  <a:pt x="207" y="79"/>
                </a:moveTo>
                <a:cubicBezTo>
                  <a:pt x="202" y="79"/>
                  <a:pt x="198" y="84"/>
                  <a:pt x="198" y="89"/>
                </a:cubicBezTo>
                <a:cubicBezTo>
                  <a:pt x="198" y="95"/>
                  <a:pt x="202" y="99"/>
                  <a:pt x="207" y="99"/>
                </a:cubicBezTo>
                <a:cubicBezTo>
                  <a:pt x="213" y="99"/>
                  <a:pt x="217" y="95"/>
                  <a:pt x="217" y="89"/>
                </a:cubicBezTo>
                <a:cubicBezTo>
                  <a:pt x="217" y="84"/>
                  <a:pt x="213" y="79"/>
                  <a:pt x="207" y="79"/>
                </a:cubicBezTo>
                <a:close/>
                <a:moveTo>
                  <a:pt x="217" y="66"/>
                </a:moveTo>
                <a:cubicBezTo>
                  <a:pt x="217" y="70"/>
                  <a:pt x="220" y="73"/>
                  <a:pt x="224" y="73"/>
                </a:cubicBezTo>
                <a:cubicBezTo>
                  <a:pt x="228" y="73"/>
                  <a:pt x="231" y="70"/>
                  <a:pt x="231" y="66"/>
                </a:cubicBezTo>
                <a:cubicBezTo>
                  <a:pt x="231" y="62"/>
                  <a:pt x="228" y="60"/>
                  <a:pt x="224" y="60"/>
                </a:cubicBezTo>
                <a:cubicBezTo>
                  <a:pt x="220" y="60"/>
                  <a:pt x="217" y="62"/>
                  <a:pt x="217" y="66"/>
                </a:cubicBezTo>
                <a:close/>
                <a:moveTo>
                  <a:pt x="282" y="88"/>
                </a:moveTo>
                <a:cubicBezTo>
                  <a:pt x="280" y="91"/>
                  <a:pt x="276" y="91"/>
                  <a:pt x="273" y="88"/>
                </a:cubicBezTo>
                <a:cubicBezTo>
                  <a:pt x="270" y="85"/>
                  <a:pt x="270" y="85"/>
                  <a:pt x="270" y="85"/>
                </a:cubicBezTo>
                <a:cubicBezTo>
                  <a:pt x="189" y="167"/>
                  <a:pt x="189" y="167"/>
                  <a:pt x="189" y="167"/>
                </a:cubicBezTo>
                <a:cubicBezTo>
                  <a:pt x="147" y="96"/>
                  <a:pt x="147" y="96"/>
                  <a:pt x="147" y="96"/>
                </a:cubicBezTo>
                <a:cubicBezTo>
                  <a:pt x="214" y="29"/>
                  <a:pt x="214" y="29"/>
                  <a:pt x="214" y="29"/>
                </a:cubicBezTo>
                <a:cubicBezTo>
                  <a:pt x="211" y="26"/>
                  <a:pt x="211" y="26"/>
                  <a:pt x="211" y="26"/>
                </a:cubicBezTo>
                <a:cubicBezTo>
                  <a:pt x="209" y="24"/>
                  <a:pt x="209" y="20"/>
                  <a:pt x="211" y="17"/>
                </a:cubicBezTo>
                <a:cubicBezTo>
                  <a:pt x="214" y="15"/>
                  <a:pt x="218" y="15"/>
                  <a:pt x="220" y="17"/>
                </a:cubicBezTo>
                <a:cubicBezTo>
                  <a:pt x="282" y="79"/>
                  <a:pt x="282" y="79"/>
                  <a:pt x="282" y="79"/>
                </a:cubicBezTo>
                <a:cubicBezTo>
                  <a:pt x="285" y="82"/>
                  <a:pt x="285" y="86"/>
                  <a:pt x="282" y="88"/>
                </a:cubicBezTo>
                <a:close/>
                <a:moveTo>
                  <a:pt x="261" y="76"/>
                </a:moveTo>
                <a:cubicBezTo>
                  <a:pt x="224" y="39"/>
                  <a:pt x="224" y="39"/>
                  <a:pt x="224" y="39"/>
                </a:cubicBezTo>
                <a:cubicBezTo>
                  <a:pt x="172" y="91"/>
                  <a:pt x="172" y="91"/>
                  <a:pt x="172" y="91"/>
                </a:cubicBezTo>
                <a:cubicBezTo>
                  <a:pt x="161" y="101"/>
                  <a:pt x="161" y="101"/>
                  <a:pt x="161" y="101"/>
                </a:cubicBezTo>
                <a:cubicBezTo>
                  <a:pt x="236" y="101"/>
                  <a:pt x="236" y="101"/>
                  <a:pt x="236" y="101"/>
                </a:cubicBezTo>
                <a:lnTo>
                  <a:pt x="261" y="76"/>
                </a:lnTo>
                <a:close/>
                <a:moveTo>
                  <a:pt x="102" y="142"/>
                </a:moveTo>
                <a:cubicBezTo>
                  <a:pt x="102" y="148"/>
                  <a:pt x="107" y="153"/>
                  <a:pt x="113" y="153"/>
                </a:cubicBezTo>
                <a:cubicBezTo>
                  <a:pt x="118" y="153"/>
                  <a:pt x="123" y="148"/>
                  <a:pt x="123" y="142"/>
                </a:cubicBezTo>
                <a:cubicBezTo>
                  <a:pt x="123" y="136"/>
                  <a:pt x="118" y="132"/>
                  <a:pt x="113" y="132"/>
                </a:cubicBezTo>
                <a:cubicBezTo>
                  <a:pt x="107" y="132"/>
                  <a:pt x="102" y="136"/>
                  <a:pt x="102" y="142"/>
                </a:cubicBezTo>
                <a:close/>
                <a:moveTo>
                  <a:pt x="83" y="126"/>
                </a:moveTo>
                <a:cubicBezTo>
                  <a:pt x="77" y="126"/>
                  <a:pt x="73" y="131"/>
                  <a:pt x="73" y="137"/>
                </a:cubicBezTo>
                <a:cubicBezTo>
                  <a:pt x="73" y="142"/>
                  <a:pt x="77" y="147"/>
                  <a:pt x="83" y="147"/>
                </a:cubicBezTo>
                <a:cubicBezTo>
                  <a:pt x="89" y="147"/>
                  <a:pt x="93" y="142"/>
                  <a:pt x="93" y="137"/>
                </a:cubicBezTo>
                <a:cubicBezTo>
                  <a:pt x="93" y="131"/>
                  <a:pt x="89" y="126"/>
                  <a:pt x="83" y="126"/>
                </a:cubicBezTo>
                <a:close/>
                <a:moveTo>
                  <a:pt x="112" y="119"/>
                </a:moveTo>
                <a:cubicBezTo>
                  <a:pt x="112" y="115"/>
                  <a:pt x="108" y="111"/>
                  <a:pt x="104" y="111"/>
                </a:cubicBezTo>
                <a:cubicBezTo>
                  <a:pt x="100" y="111"/>
                  <a:pt x="97" y="115"/>
                  <a:pt x="97" y="119"/>
                </a:cubicBezTo>
                <a:cubicBezTo>
                  <a:pt x="97" y="123"/>
                  <a:pt x="100" y="126"/>
                  <a:pt x="104" y="126"/>
                </a:cubicBezTo>
                <a:cubicBezTo>
                  <a:pt x="108" y="126"/>
                  <a:pt x="112" y="123"/>
                  <a:pt x="112" y="119"/>
                </a:cubicBezTo>
                <a:close/>
                <a:moveTo>
                  <a:pt x="190" y="187"/>
                </a:moveTo>
                <a:cubicBezTo>
                  <a:pt x="197" y="205"/>
                  <a:pt x="190" y="223"/>
                  <a:pt x="170" y="223"/>
                </a:cubicBezTo>
                <a:cubicBezTo>
                  <a:pt x="27" y="223"/>
                  <a:pt x="27" y="223"/>
                  <a:pt x="27" y="223"/>
                </a:cubicBezTo>
                <a:cubicBezTo>
                  <a:pt x="7" y="223"/>
                  <a:pt x="0" y="206"/>
                  <a:pt x="6" y="187"/>
                </a:cubicBezTo>
                <a:cubicBezTo>
                  <a:pt x="6" y="187"/>
                  <a:pt x="31" y="141"/>
                  <a:pt x="71" y="75"/>
                </a:cubicBezTo>
                <a:cubicBezTo>
                  <a:pt x="71" y="36"/>
                  <a:pt x="71" y="36"/>
                  <a:pt x="71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65" y="36"/>
                  <a:pt x="62" y="33"/>
                  <a:pt x="62" y="30"/>
                </a:cubicBezTo>
                <a:cubicBezTo>
                  <a:pt x="62" y="26"/>
                  <a:pt x="65" y="23"/>
                  <a:pt x="69" y="23"/>
                </a:cubicBezTo>
                <a:cubicBezTo>
                  <a:pt x="79" y="23"/>
                  <a:pt x="79" y="23"/>
                  <a:pt x="79" y="23"/>
                </a:cubicBezTo>
                <a:cubicBezTo>
                  <a:pt x="73" y="0"/>
                  <a:pt x="73" y="0"/>
                  <a:pt x="73" y="0"/>
                </a:cubicBezTo>
                <a:cubicBezTo>
                  <a:pt x="123" y="0"/>
                  <a:pt x="123" y="0"/>
                  <a:pt x="123" y="0"/>
                </a:cubicBezTo>
                <a:cubicBezTo>
                  <a:pt x="117" y="23"/>
                  <a:pt x="117" y="23"/>
                  <a:pt x="117" y="23"/>
                </a:cubicBezTo>
                <a:cubicBezTo>
                  <a:pt x="128" y="23"/>
                  <a:pt x="128" y="23"/>
                  <a:pt x="128" y="23"/>
                </a:cubicBezTo>
                <a:cubicBezTo>
                  <a:pt x="131" y="23"/>
                  <a:pt x="134" y="26"/>
                  <a:pt x="134" y="30"/>
                </a:cubicBezTo>
                <a:cubicBezTo>
                  <a:pt x="134" y="33"/>
                  <a:pt x="131" y="36"/>
                  <a:pt x="128" y="36"/>
                </a:cubicBezTo>
                <a:cubicBezTo>
                  <a:pt x="125" y="36"/>
                  <a:pt x="125" y="36"/>
                  <a:pt x="125" y="36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66" y="141"/>
                  <a:pt x="190" y="187"/>
                  <a:pt x="190" y="187"/>
                </a:cubicBezTo>
                <a:close/>
                <a:moveTo>
                  <a:pt x="160" y="162"/>
                </a:moveTo>
                <a:cubicBezTo>
                  <a:pt x="157" y="156"/>
                  <a:pt x="124" y="98"/>
                  <a:pt x="114" y="82"/>
                </a:cubicBezTo>
                <a:cubicBezTo>
                  <a:pt x="112" y="79"/>
                  <a:pt x="112" y="79"/>
                  <a:pt x="112" y="79"/>
                </a:cubicBezTo>
                <a:cubicBezTo>
                  <a:pt x="84" y="79"/>
                  <a:pt x="84" y="79"/>
                  <a:pt x="84" y="79"/>
                </a:cubicBezTo>
                <a:cubicBezTo>
                  <a:pt x="83" y="82"/>
                  <a:pt x="83" y="82"/>
                  <a:pt x="83" y="82"/>
                </a:cubicBezTo>
                <a:cubicBezTo>
                  <a:pt x="72" y="99"/>
                  <a:pt x="41" y="154"/>
                  <a:pt x="37" y="160"/>
                </a:cubicBezTo>
                <a:cubicBezTo>
                  <a:pt x="37" y="160"/>
                  <a:pt x="37" y="161"/>
                  <a:pt x="36" y="162"/>
                </a:cubicBezTo>
                <a:cubicBezTo>
                  <a:pt x="36" y="162"/>
                  <a:pt x="36" y="162"/>
                  <a:pt x="36" y="162"/>
                </a:cubicBezTo>
                <a:lnTo>
                  <a:pt x="160" y="1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2" name="Freeform 10"/>
          <p:cNvSpPr>
            <a:spLocks noEditPoints="1"/>
          </p:cNvSpPr>
          <p:nvPr/>
        </p:nvSpPr>
        <p:spPr bwMode="auto">
          <a:xfrm>
            <a:off x="10900926" y="3764860"/>
            <a:ext cx="528529" cy="385477"/>
          </a:xfrm>
          <a:custGeom>
            <a:avLst/>
            <a:gdLst>
              <a:gd name="T0" fmla="*/ 210 w 280"/>
              <a:gd name="T1" fmla="*/ 57 h 204"/>
              <a:gd name="T2" fmla="*/ 263 w 280"/>
              <a:gd name="T3" fmla="*/ 48 h 204"/>
              <a:gd name="T4" fmla="*/ 263 w 280"/>
              <a:gd name="T5" fmla="*/ 62 h 204"/>
              <a:gd name="T6" fmla="*/ 210 w 280"/>
              <a:gd name="T7" fmla="*/ 70 h 204"/>
              <a:gd name="T8" fmla="*/ 263 w 280"/>
              <a:gd name="T9" fmla="*/ 62 h 204"/>
              <a:gd name="T10" fmla="*/ 210 w 280"/>
              <a:gd name="T11" fmla="*/ 25 h 204"/>
              <a:gd name="T12" fmla="*/ 263 w 280"/>
              <a:gd name="T13" fmla="*/ 43 h 204"/>
              <a:gd name="T14" fmla="*/ 280 w 280"/>
              <a:gd name="T15" fmla="*/ 5 h 204"/>
              <a:gd name="T16" fmla="*/ 275 w 280"/>
              <a:gd name="T17" fmla="*/ 204 h 204"/>
              <a:gd name="T18" fmla="*/ 193 w 280"/>
              <a:gd name="T19" fmla="*/ 199 h 204"/>
              <a:gd name="T20" fmla="*/ 198 w 280"/>
              <a:gd name="T21" fmla="*/ 0 h 204"/>
              <a:gd name="T22" fmla="*/ 280 w 280"/>
              <a:gd name="T23" fmla="*/ 5 h 204"/>
              <a:gd name="T24" fmla="*/ 203 w 280"/>
              <a:gd name="T25" fmla="*/ 10 h 204"/>
              <a:gd name="T26" fmla="*/ 269 w 280"/>
              <a:gd name="T27" fmla="*/ 194 h 204"/>
              <a:gd name="T28" fmla="*/ 263 w 280"/>
              <a:gd name="T29" fmla="*/ 75 h 204"/>
              <a:gd name="T30" fmla="*/ 210 w 280"/>
              <a:gd name="T31" fmla="*/ 84 h 204"/>
              <a:gd name="T32" fmla="*/ 263 w 280"/>
              <a:gd name="T33" fmla="*/ 75 h 204"/>
              <a:gd name="T34" fmla="*/ 237 w 280"/>
              <a:gd name="T35" fmla="*/ 154 h 204"/>
              <a:gd name="T36" fmla="*/ 237 w 280"/>
              <a:gd name="T37" fmla="*/ 120 h 204"/>
              <a:gd name="T38" fmla="*/ 248 w 280"/>
              <a:gd name="T39" fmla="*/ 137 h 204"/>
              <a:gd name="T40" fmla="*/ 226 w 280"/>
              <a:gd name="T41" fmla="*/ 137 h 204"/>
              <a:gd name="T42" fmla="*/ 248 w 280"/>
              <a:gd name="T43" fmla="*/ 137 h 204"/>
              <a:gd name="T44" fmla="*/ 178 w 280"/>
              <a:gd name="T45" fmla="*/ 147 h 204"/>
              <a:gd name="T46" fmla="*/ 107 w 280"/>
              <a:gd name="T47" fmla="*/ 159 h 204"/>
              <a:gd name="T48" fmla="*/ 125 w 280"/>
              <a:gd name="T49" fmla="*/ 195 h 204"/>
              <a:gd name="T50" fmla="*/ 71 w 280"/>
              <a:gd name="T51" fmla="*/ 195 h 204"/>
              <a:gd name="T52" fmla="*/ 53 w 280"/>
              <a:gd name="T53" fmla="*/ 183 h 204"/>
              <a:gd name="T54" fmla="*/ 12 w 280"/>
              <a:gd name="T55" fmla="*/ 159 h 204"/>
              <a:gd name="T56" fmla="*/ 0 w 280"/>
              <a:gd name="T57" fmla="*/ 37 h 204"/>
              <a:gd name="T58" fmla="*/ 166 w 280"/>
              <a:gd name="T59" fmla="*/ 25 h 204"/>
              <a:gd name="T60" fmla="*/ 100 w 280"/>
              <a:gd name="T61" fmla="*/ 144 h 204"/>
              <a:gd name="T62" fmla="*/ 80 w 280"/>
              <a:gd name="T63" fmla="*/ 144 h 204"/>
              <a:gd name="T64" fmla="*/ 100 w 280"/>
              <a:gd name="T65" fmla="*/ 144 h 204"/>
              <a:gd name="T66" fmla="*/ 12 w 280"/>
              <a:gd name="T67" fmla="*/ 38 h 204"/>
              <a:gd name="T68" fmla="*/ 166 w 280"/>
              <a:gd name="T69" fmla="*/ 131 h 204"/>
              <a:gd name="T70" fmla="*/ 166 w 280"/>
              <a:gd name="T71" fmla="*/ 38 h 204"/>
              <a:gd name="T72" fmla="*/ 84 w 280"/>
              <a:gd name="T73" fmla="*/ 144 h 204"/>
              <a:gd name="T74" fmla="*/ 96 w 280"/>
              <a:gd name="T75" fmla="*/ 14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80" h="204">
                <a:moveTo>
                  <a:pt x="263" y="57"/>
                </a:moveTo>
                <a:cubicBezTo>
                  <a:pt x="210" y="57"/>
                  <a:pt x="210" y="57"/>
                  <a:pt x="210" y="57"/>
                </a:cubicBezTo>
                <a:cubicBezTo>
                  <a:pt x="210" y="48"/>
                  <a:pt x="210" y="48"/>
                  <a:pt x="210" y="48"/>
                </a:cubicBezTo>
                <a:cubicBezTo>
                  <a:pt x="263" y="48"/>
                  <a:pt x="263" y="48"/>
                  <a:pt x="263" y="48"/>
                </a:cubicBezTo>
                <a:lnTo>
                  <a:pt x="263" y="57"/>
                </a:lnTo>
                <a:close/>
                <a:moveTo>
                  <a:pt x="263" y="62"/>
                </a:moveTo>
                <a:cubicBezTo>
                  <a:pt x="210" y="62"/>
                  <a:pt x="210" y="62"/>
                  <a:pt x="210" y="62"/>
                </a:cubicBezTo>
                <a:cubicBezTo>
                  <a:pt x="210" y="70"/>
                  <a:pt x="210" y="70"/>
                  <a:pt x="210" y="70"/>
                </a:cubicBezTo>
                <a:cubicBezTo>
                  <a:pt x="263" y="70"/>
                  <a:pt x="263" y="70"/>
                  <a:pt x="263" y="70"/>
                </a:cubicBezTo>
                <a:lnTo>
                  <a:pt x="263" y="62"/>
                </a:lnTo>
                <a:close/>
                <a:moveTo>
                  <a:pt x="263" y="25"/>
                </a:moveTo>
                <a:cubicBezTo>
                  <a:pt x="210" y="25"/>
                  <a:pt x="210" y="25"/>
                  <a:pt x="210" y="25"/>
                </a:cubicBezTo>
                <a:cubicBezTo>
                  <a:pt x="210" y="43"/>
                  <a:pt x="210" y="43"/>
                  <a:pt x="210" y="43"/>
                </a:cubicBezTo>
                <a:cubicBezTo>
                  <a:pt x="263" y="43"/>
                  <a:pt x="263" y="43"/>
                  <a:pt x="263" y="43"/>
                </a:cubicBezTo>
                <a:lnTo>
                  <a:pt x="263" y="25"/>
                </a:lnTo>
                <a:close/>
                <a:moveTo>
                  <a:pt x="280" y="5"/>
                </a:moveTo>
                <a:cubicBezTo>
                  <a:pt x="280" y="199"/>
                  <a:pt x="280" y="199"/>
                  <a:pt x="280" y="199"/>
                </a:cubicBezTo>
                <a:cubicBezTo>
                  <a:pt x="280" y="202"/>
                  <a:pt x="278" y="204"/>
                  <a:pt x="275" y="204"/>
                </a:cubicBezTo>
                <a:cubicBezTo>
                  <a:pt x="198" y="204"/>
                  <a:pt x="198" y="204"/>
                  <a:pt x="198" y="204"/>
                </a:cubicBezTo>
                <a:cubicBezTo>
                  <a:pt x="195" y="204"/>
                  <a:pt x="193" y="202"/>
                  <a:pt x="193" y="199"/>
                </a:cubicBezTo>
                <a:cubicBezTo>
                  <a:pt x="193" y="5"/>
                  <a:pt x="193" y="5"/>
                  <a:pt x="193" y="5"/>
                </a:cubicBezTo>
                <a:cubicBezTo>
                  <a:pt x="193" y="2"/>
                  <a:pt x="195" y="0"/>
                  <a:pt x="198" y="0"/>
                </a:cubicBezTo>
                <a:cubicBezTo>
                  <a:pt x="275" y="0"/>
                  <a:pt x="275" y="0"/>
                  <a:pt x="275" y="0"/>
                </a:cubicBezTo>
                <a:cubicBezTo>
                  <a:pt x="278" y="0"/>
                  <a:pt x="280" y="2"/>
                  <a:pt x="280" y="5"/>
                </a:cubicBezTo>
                <a:close/>
                <a:moveTo>
                  <a:pt x="269" y="10"/>
                </a:moveTo>
                <a:cubicBezTo>
                  <a:pt x="203" y="10"/>
                  <a:pt x="203" y="10"/>
                  <a:pt x="203" y="10"/>
                </a:cubicBezTo>
                <a:cubicBezTo>
                  <a:pt x="203" y="194"/>
                  <a:pt x="203" y="194"/>
                  <a:pt x="203" y="194"/>
                </a:cubicBezTo>
                <a:cubicBezTo>
                  <a:pt x="269" y="194"/>
                  <a:pt x="269" y="194"/>
                  <a:pt x="269" y="194"/>
                </a:cubicBezTo>
                <a:lnTo>
                  <a:pt x="269" y="10"/>
                </a:lnTo>
                <a:close/>
                <a:moveTo>
                  <a:pt x="263" y="75"/>
                </a:moveTo>
                <a:cubicBezTo>
                  <a:pt x="210" y="75"/>
                  <a:pt x="210" y="75"/>
                  <a:pt x="210" y="75"/>
                </a:cubicBezTo>
                <a:cubicBezTo>
                  <a:pt x="210" y="84"/>
                  <a:pt x="210" y="84"/>
                  <a:pt x="210" y="84"/>
                </a:cubicBezTo>
                <a:cubicBezTo>
                  <a:pt x="263" y="84"/>
                  <a:pt x="263" y="84"/>
                  <a:pt x="263" y="84"/>
                </a:cubicBezTo>
                <a:lnTo>
                  <a:pt x="263" y="75"/>
                </a:lnTo>
                <a:close/>
                <a:moveTo>
                  <a:pt x="254" y="137"/>
                </a:moveTo>
                <a:cubicBezTo>
                  <a:pt x="254" y="146"/>
                  <a:pt x="247" y="154"/>
                  <a:pt x="237" y="154"/>
                </a:cubicBezTo>
                <a:cubicBezTo>
                  <a:pt x="228" y="154"/>
                  <a:pt x="220" y="146"/>
                  <a:pt x="220" y="137"/>
                </a:cubicBezTo>
                <a:cubicBezTo>
                  <a:pt x="220" y="127"/>
                  <a:pt x="228" y="120"/>
                  <a:pt x="237" y="120"/>
                </a:cubicBezTo>
                <a:cubicBezTo>
                  <a:pt x="247" y="120"/>
                  <a:pt x="254" y="127"/>
                  <a:pt x="254" y="137"/>
                </a:cubicBezTo>
                <a:close/>
                <a:moveTo>
                  <a:pt x="248" y="137"/>
                </a:moveTo>
                <a:cubicBezTo>
                  <a:pt x="248" y="131"/>
                  <a:pt x="243" y="126"/>
                  <a:pt x="237" y="126"/>
                </a:cubicBezTo>
                <a:cubicBezTo>
                  <a:pt x="231" y="126"/>
                  <a:pt x="226" y="131"/>
                  <a:pt x="226" y="137"/>
                </a:cubicBezTo>
                <a:cubicBezTo>
                  <a:pt x="226" y="143"/>
                  <a:pt x="231" y="148"/>
                  <a:pt x="237" y="148"/>
                </a:cubicBezTo>
                <a:cubicBezTo>
                  <a:pt x="243" y="148"/>
                  <a:pt x="248" y="143"/>
                  <a:pt x="248" y="137"/>
                </a:cubicBezTo>
                <a:close/>
                <a:moveTo>
                  <a:pt x="178" y="37"/>
                </a:moveTo>
                <a:cubicBezTo>
                  <a:pt x="178" y="147"/>
                  <a:pt x="178" y="147"/>
                  <a:pt x="178" y="147"/>
                </a:cubicBezTo>
                <a:cubicBezTo>
                  <a:pt x="178" y="154"/>
                  <a:pt x="173" y="159"/>
                  <a:pt x="166" y="159"/>
                </a:cubicBezTo>
                <a:cubicBezTo>
                  <a:pt x="107" y="159"/>
                  <a:pt x="107" y="159"/>
                  <a:pt x="107" y="159"/>
                </a:cubicBezTo>
                <a:cubicBezTo>
                  <a:pt x="107" y="159"/>
                  <a:pt x="104" y="183"/>
                  <a:pt x="125" y="183"/>
                </a:cubicBezTo>
                <a:cubicBezTo>
                  <a:pt x="125" y="195"/>
                  <a:pt x="125" y="195"/>
                  <a:pt x="125" y="195"/>
                </a:cubicBezTo>
                <a:cubicBezTo>
                  <a:pt x="107" y="195"/>
                  <a:pt x="107" y="195"/>
                  <a:pt x="107" y="195"/>
                </a:cubicBezTo>
                <a:cubicBezTo>
                  <a:pt x="71" y="195"/>
                  <a:pt x="71" y="195"/>
                  <a:pt x="71" y="195"/>
                </a:cubicBezTo>
                <a:cubicBezTo>
                  <a:pt x="53" y="195"/>
                  <a:pt x="53" y="195"/>
                  <a:pt x="53" y="195"/>
                </a:cubicBezTo>
                <a:cubicBezTo>
                  <a:pt x="53" y="183"/>
                  <a:pt x="53" y="183"/>
                  <a:pt x="53" y="183"/>
                </a:cubicBezTo>
                <a:cubicBezTo>
                  <a:pt x="74" y="183"/>
                  <a:pt x="71" y="159"/>
                  <a:pt x="71" y="159"/>
                </a:cubicBezTo>
                <a:cubicBezTo>
                  <a:pt x="12" y="159"/>
                  <a:pt x="12" y="159"/>
                  <a:pt x="12" y="159"/>
                </a:cubicBezTo>
                <a:cubicBezTo>
                  <a:pt x="5" y="159"/>
                  <a:pt x="0" y="154"/>
                  <a:pt x="0" y="147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0"/>
                  <a:pt x="5" y="25"/>
                  <a:pt x="12" y="25"/>
                </a:cubicBezTo>
                <a:cubicBezTo>
                  <a:pt x="166" y="25"/>
                  <a:pt x="166" y="25"/>
                  <a:pt x="166" y="25"/>
                </a:cubicBezTo>
                <a:cubicBezTo>
                  <a:pt x="173" y="25"/>
                  <a:pt x="178" y="30"/>
                  <a:pt x="178" y="37"/>
                </a:cubicBezTo>
                <a:close/>
                <a:moveTo>
                  <a:pt x="100" y="144"/>
                </a:moveTo>
                <a:cubicBezTo>
                  <a:pt x="100" y="139"/>
                  <a:pt x="95" y="134"/>
                  <a:pt x="90" y="134"/>
                </a:cubicBezTo>
                <a:cubicBezTo>
                  <a:pt x="84" y="134"/>
                  <a:pt x="80" y="139"/>
                  <a:pt x="80" y="144"/>
                </a:cubicBezTo>
                <a:cubicBezTo>
                  <a:pt x="80" y="150"/>
                  <a:pt x="84" y="155"/>
                  <a:pt x="90" y="155"/>
                </a:cubicBezTo>
                <a:cubicBezTo>
                  <a:pt x="95" y="155"/>
                  <a:pt x="100" y="150"/>
                  <a:pt x="100" y="144"/>
                </a:cubicBezTo>
                <a:close/>
                <a:moveTo>
                  <a:pt x="166" y="38"/>
                </a:moveTo>
                <a:cubicBezTo>
                  <a:pt x="12" y="38"/>
                  <a:pt x="12" y="38"/>
                  <a:pt x="12" y="38"/>
                </a:cubicBezTo>
                <a:cubicBezTo>
                  <a:pt x="12" y="131"/>
                  <a:pt x="12" y="131"/>
                  <a:pt x="12" y="131"/>
                </a:cubicBezTo>
                <a:cubicBezTo>
                  <a:pt x="166" y="131"/>
                  <a:pt x="166" y="131"/>
                  <a:pt x="166" y="131"/>
                </a:cubicBezTo>
                <a:cubicBezTo>
                  <a:pt x="166" y="131"/>
                  <a:pt x="166" y="131"/>
                  <a:pt x="166" y="131"/>
                </a:cubicBezTo>
                <a:lnTo>
                  <a:pt x="166" y="38"/>
                </a:lnTo>
                <a:close/>
                <a:moveTo>
                  <a:pt x="90" y="138"/>
                </a:moveTo>
                <a:cubicBezTo>
                  <a:pt x="86" y="138"/>
                  <a:pt x="84" y="141"/>
                  <a:pt x="84" y="144"/>
                </a:cubicBezTo>
                <a:cubicBezTo>
                  <a:pt x="84" y="148"/>
                  <a:pt x="86" y="151"/>
                  <a:pt x="90" y="151"/>
                </a:cubicBezTo>
                <a:cubicBezTo>
                  <a:pt x="93" y="151"/>
                  <a:pt x="96" y="148"/>
                  <a:pt x="96" y="144"/>
                </a:cubicBezTo>
                <a:cubicBezTo>
                  <a:pt x="96" y="141"/>
                  <a:pt x="93" y="138"/>
                  <a:pt x="90" y="1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6" name="组合 315"/>
          <p:cNvGrpSpPr/>
          <p:nvPr/>
        </p:nvGrpSpPr>
        <p:grpSpPr>
          <a:xfrm>
            <a:off x="8162815" y="4438040"/>
            <a:ext cx="437893" cy="438985"/>
            <a:chOff x="10139009" y="7166383"/>
            <a:chExt cx="636588" cy="638175"/>
          </a:xfrm>
          <a:solidFill>
            <a:schemeClr val="accent1"/>
          </a:solidFill>
        </p:grpSpPr>
        <p:sp>
          <p:nvSpPr>
            <p:cNvPr id="283" name="Freeform 11"/>
            <p:cNvSpPr>
              <a:spLocks noEditPoints="1"/>
            </p:cNvSpPr>
            <p:nvPr/>
          </p:nvSpPr>
          <p:spPr bwMode="auto">
            <a:xfrm>
              <a:off x="10139009" y="7166383"/>
              <a:ext cx="636588" cy="638175"/>
            </a:xfrm>
            <a:custGeom>
              <a:avLst/>
              <a:gdLst>
                <a:gd name="T0" fmla="*/ 116 w 232"/>
                <a:gd name="T1" fmla="*/ 232 h 232"/>
                <a:gd name="T2" fmla="*/ 193 w 232"/>
                <a:gd name="T3" fmla="*/ 175 h 232"/>
                <a:gd name="T4" fmla="*/ 181 w 232"/>
                <a:gd name="T5" fmla="*/ 168 h 232"/>
                <a:gd name="T6" fmla="*/ 169 w 232"/>
                <a:gd name="T7" fmla="*/ 180 h 232"/>
                <a:gd name="T8" fmla="*/ 176 w 232"/>
                <a:gd name="T9" fmla="*/ 192 h 232"/>
                <a:gd name="T10" fmla="*/ 152 w 232"/>
                <a:gd name="T11" fmla="*/ 189 h 232"/>
                <a:gd name="T12" fmla="*/ 139 w 232"/>
                <a:gd name="T13" fmla="*/ 210 h 232"/>
                <a:gd name="T14" fmla="*/ 134 w 232"/>
                <a:gd name="T15" fmla="*/ 196 h 232"/>
                <a:gd name="T16" fmla="*/ 121 w 232"/>
                <a:gd name="T17" fmla="*/ 195 h 232"/>
                <a:gd name="T18" fmla="*/ 111 w 232"/>
                <a:gd name="T19" fmla="*/ 212 h 232"/>
                <a:gd name="T20" fmla="*/ 100 w 232"/>
                <a:gd name="T21" fmla="*/ 197 h 232"/>
                <a:gd name="T22" fmla="*/ 77 w 232"/>
                <a:gd name="T23" fmla="*/ 204 h 232"/>
                <a:gd name="T24" fmla="*/ 81 w 232"/>
                <a:gd name="T25" fmla="*/ 193 h 232"/>
                <a:gd name="T26" fmla="*/ 67 w 232"/>
                <a:gd name="T27" fmla="*/ 184 h 232"/>
                <a:gd name="T28" fmla="*/ 58 w 232"/>
                <a:gd name="T29" fmla="*/ 193 h 232"/>
                <a:gd name="T30" fmla="*/ 54 w 232"/>
                <a:gd name="T31" fmla="*/ 169 h 232"/>
                <a:gd name="T32" fmla="*/ 31 w 232"/>
                <a:gd name="T33" fmla="*/ 161 h 232"/>
                <a:gd name="T34" fmla="*/ 42 w 232"/>
                <a:gd name="T35" fmla="*/ 153 h 232"/>
                <a:gd name="T36" fmla="*/ 36 w 232"/>
                <a:gd name="T37" fmla="*/ 136 h 232"/>
                <a:gd name="T38" fmla="*/ 22 w 232"/>
                <a:gd name="T39" fmla="*/ 137 h 232"/>
                <a:gd name="T40" fmla="*/ 41 w 232"/>
                <a:gd name="T41" fmla="*/ 116 h 232"/>
                <a:gd name="T42" fmla="*/ 22 w 232"/>
                <a:gd name="T43" fmla="*/ 95 h 232"/>
                <a:gd name="T44" fmla="*/ 38 w 232"/>
                <a:gd name="T45" fmla="*/ 98 h 232"/>
                <a:gd name="T46" fmla="*/ 22 w 232"/>
                <a:gd name="T47" fmla="*/ 93 h 232"/>
                <a:gd name="T48" fmla="*/ 44 w 232"/>
                <a:gd name="T49" fmla="*/ 80 h 232"/>
                <a:gd name="T50" fmla="*/ 45 w 232"/>
                <a:gd name="T51" fmla="*/ 78 h 232"/>
                <a:gd name="T52" fmla="*/ 54 w 232"/>
                <a:gd name="T53" fmla="*/ 63 h 232"/>
                <a:gd name="T54" fmla="*/ 55 w 232"/>
                <a:gd name="T55" fmla="*/ 62 h 232"/>
                <a:gd name="T56" fmla="*/ 67 w 232"/>
                <a:gd name="T57" fmla="*/ 50 h 232"/>
                <a:gd name="T58" fmla="*/ 69 w 232"/>
                <a:gd name="T59" fmla="*/ 49 h 232"/>
                <a:gd name="T60" fmla="*/ 83 w 232"/>
                <a:gd name="T61" fmla="*/ 40 h 232"/>
                <a:gd name="T62" fmla="*/ 84 w 232"/>
                <a:gd name="T63" fmla="*/ 39 h 232"/>
                <a:gd name="T64" fmla="*/ 100 w 232"/>
                <a:gd name="T65" fmla="*/ 34 h 232"/>
                <a:gd name="T66" fmla="*/ 102 w 232"/>
                <a:gd name="T67" fmla="*/ 34 h 232"/>
                <a:gd name="T68" fmla="*/ 111 w 232"/>
                <a:gd name="T69" fmla="*/ 19 h 232"/>
                <a:gd name="T70" fmla="*/ 121 w 232"/>
                <a:gd name="T71" fmla="*/ 37 h 232"/>
                <a:gd name="T72" fmla="*/ 137 w 232"/>
                <a:gd name="T73" fmla="*/ 21 h 232"/>
                <a:gd name="T74" fmla="*/ 135 w 232"/>
                <a:gd name="T75" fmla="*/ 38 h 232"/>
                <a:gd name="T76" fmla="*/ 159 w 232"/>
                <a:gd name="T77" fmla="*/ 29 h 232"/>
                <a:gd name="T78" fmla="*/ 153 w 232"/>
                <a:gd name="T79" fmla="*/ 43 h 232"/>
                <a:gd name="T80" fmla="*/ 176 w 232"/>
                <a:gd name="T81" fmla="*/ 40 h 232"/>
                <a:gd name="T82" fmla="*/ 168 w 232"/>
                <a:gd name="T83" fmla="*/ 53 h 232"/>
                <a:gd name="T84" fmla="*/ 192 w 232"/>
                <a:gd name="T85" fmla="*/ 56 h 232"/>
                <a:gd name="T86" fmla="*/ 182 w 232"/>
                <a:gd name="T87" fmla="*/ 66 h 232"/>
                <a:gd name="T88" fmla="*/ 204 w 232"/>
                <a:gd name="T89" fmla="*/ 74 h 232"/>
                <a:gd name="T90" fmla="*/ 192 w 232"/>
                <a:gd name="T91" fmla="*/ 82 h 232"/>
                <a:gd name="T92" fmla="*/ 211 w 232"/>
                <a:gd name="T93" fmla="*/ 97 h 232"/>
                <a:gd name="T94" fmla="*/ 198 w 232"/>
                <a:gd name="T95" fmla="*/ 101 h 232"/>
                <a:gd name="T96" fmla="*/ 213 w 232"/>
                <a:gd name="T97" fmla="*/ 111 h 232"/>
                <a:gd name="T98" fmla="*/ 196 w 232"/>
                <a:gd name="T99" fmla="*/ 121 h 232"/>
                <a:gd name="T100" fmla="*/ 199 w 232"/>
                <a:gd name="T101" fmla="*/ 131 h 232"/>
                <a:gd name="T102" fmla="*/ 211 w 232"/>
                <a:gd name="T103" fmla="*/ 136 h 232"/>
                <a:gd name="T104" fmla="*/ 191 w 232"/>
                <a:gd name="T105" fmla="*/ 150 h 232"/>
                <a:gd name="T106" fmla="*/ 193 w 232"/>
                <a:gd name="T107" fmla="*/ 1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93" y="175"/>
                  </a:moveTo>
                  <a:cubicBezTo>
                    <a:pt x="182" y="166"/>
                    <a:pt x="182" y="166"/>
                    <a:pt x="182" y="166"/>
                  </a:cubicBezTo>
                  <a:cubicBezTo>
                    <a:pt x="182" y="166"/>
                    <a:pt x="181" y="166"/>
                    <a:pt x="181" y="166"/>
                  </a:cubicBezTo>
                  <a:cubicBezTo>
                    <a:pt x="181" y="167"/>
                    <a:pt x="181" y="167"/>
                    <a:pt x="181" y="168"/>
                  </a:cubicBezTo>
                  <a:cubicBezTo>
                    <a:pt x="192" y="176"/>
                    <a:pt x="192" y="176"/>
                    <a:pt x="192" y="176"/>
                  </a:cubicBezTo>
                  <a:cubicBezTo>
                    <a:pt x="187" y="182"/>
                    <a:pt x="183" y="186"/>
                    <a:pt x="178" y="191"/>
                  </a:cubicBezTo>
                  <a:cubicBezTo>
                    <a:pt x="169" y="180"/>
                    <a:pt x="169" y="180"/>
                    <a:pt x="169" y="180"/>
                  </a:cubicBezTo>
                  <a:cubicBezTo>
                    <a:pt x="169" y="179"/>
                    <a:pt x="168" y="179"/>
                    <a:pt x="168" y="180"/>
                  </a:cubicBezTo>
                  <a:cubicBezTo>
                    <a:pt x="167" y="180"/>
                    <a:pt x="167" y="181"/>
                    <a:pt x="167" y="181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71" y="196"/>
                    <a:pt x="166" y="199"/>
                    <a:pt x="160" y="202"/>
                  </a:cubicBezTo>
                  <a:cubicBezTo>
                    <a:pt x="154" y="190"/>
                    <a:pt x="154" y="190"/>
                    <a:pt x="154" y="190"/>
                  </a:cubicBezTo>
                  <a:cubicBezTo>
                    <a:pt x="153" y="189"/>
                    <a:pt x="153" y="189"/>
                    <a:pt x="152" y="189"/>
                  </a:cubicBezTo>
                  <a:cubicBezTo>
                    <a:pt x="152" y="190"/>
                    <a:pt x="152" y="190"/>
                    <a:pt x="152" y="191"/>
                  </a:cubicBezTo>
                  <a:cubicBezTo>
                    <a:pt x="158" y="203"/>
                    <a:pt x="158" y="203"/>
                    <a:pt x="158" y="203"/>
                  </a:cubicBezTo>
                  <a:cubicBezTo>
                    <a:pt x="152" y="206"/>
                    <a:pt x="146" y="208"/>
                    <a:pt x="139" y="210"/>
                  </a:cubicBezTo>
                  <a:cubicBezTo>
                    <a:pt x="136" y="195"/>
                    <a:pt x="136" y="195"/>
                    <a:pt x="136" y="195"/>
                  </a:cubicBezTo>
                  <a:cubicBezTo>
                    <a:pt x="136" y="195"/>
                    <a:pt x="136" y="194"/>
                    <a:pt x="135" y="195"/>
                  </a:cubicBezTo>
                  <a:cubicBezTo>
                    <a:pt x="135" y="195"/>
                    <a:pt x="134" y="195"/>
                    <a:pt x="134" y="196"/>
                  </a:cubicBezTo>
                  <a:cubicBezTo>
                    <a:pt x="137" y="210"/>
                    <a:pt x="137" y="210"/>
                    <a:pt x="137" y="210"/>
                  </a:cubicBezTo>
                  <a:cubicBezTo>
                    <a:pt x="132" y="211"/>
                    <a:pt x="127" y="212"/>
                    <a:pt x="121" y="212"/>
                  </a:cubicBezTo>
                  <a:cubicBezTo>
                    <a:pt x="121" y="195"/>
                    <a:pt x="121" y="195"/>
                    <a:pt x="121" y="195"/>
                  </a:cubicBezTo>
                  <a:cubicBezTo>
                    <a:pt x="121" y="192"/>
                    <a:pt x="119" y="190"/>
                    <a:pt x="116" y="190"/>
                  </a:cubicBezTo>
                  <a:cubicBezTo>
                    <a:pt x="114" y="190"/>
                    <a:pt x="111" y="192"/>
                    <a:pt x="111" y="195"/>
                  </a:cubicBezTo>
                  <a:cubicBezTo>
                    <a:pt x="111" y="212"/>
                    <a:pt x="111" y="212"/>
                    <a:pt x="111" y="212"/>
                  </a:cubicBezTo>
                  <a:cubicBezTo>
                    <a:pt x="107" y="212"/>
                    <a:pt x="102" y="212"/>
                    <a:pt x="98" y="211"/>
                  </a:cubicBezTo>
                  <a:cubicBezTo>
                    <a:pt x="100" y="199"/>
                    <a:pt x="100" y="199"/>
                    <a:pt x="100" y="199"/>
                  </a:cubicBezTo>
                  <a:cubicBezTo>
                    <a:pt x="100" y="198"/>
                    <a:pt x="100" y="197"/>
                    <a:pt x="100" y="197"/>
                  </a:cubicBezTo>
                  <a:cubicBezTo>
                    <a:pt x="99" y="197"/>
                    <a:pt x="98" y="198"/>
                    <a:pt x="98" y="198"/>
                  </a:cubicBezTo>
                  <a:cubicBezTo>
                    <a:pt x="96" y="210"/>
                    <a:pt x="96" y="210"/>
                    <a:pt x="96" y="210"/>
                  </a:cubicBezTo>
                  <a:cubicBezTo>
                    <a:pt x="90" y="209"/>
                    <a:pt x="83" y="207"/>
                    <a:pt x="77" y="204"/>
                  </a:cubicBezTo>
                  <a:cubicBezTo>
                    <a:pt x="83" y="194"/>
                    <a:pt x="83" y="194"/>
                    <a:pt x="83" y="194"/>
                  </a:cubicBezTo>
                  <a:cubicBezTo>
                    <a:pt x="83" y="193"/>
                    <a:pt x="83" y="193"/>
                    <a:pt x="82" y="192"/>
                  </a:cubicBezTo>
                  <a:cubicBezTo>
                    <a:pt x="82" y="192"/>
                    <a:pt x="81" y="192"/>
                    <a:pt x="81" y="193"/>
                  </a:cubicBezTo>
                  <a:cubicBezTo>
                    <a:pt x="75" y="203"/>
                    <a:pt x="75" y="203"/>
                    <a:pt x="75" y="203"/>
                  </a:cubicBezTo>
                  <a:cubicBezTo>
                    <a:pt x="70" y="201"/>
                    <a:pt x="64" y="198"/>
                    <a:pt x="59" y="194"/>
                  </a:cubicBezTo>
                  <a:cubicBezTo>
                    <a:pt x="67" y="184"/>
                    <a:pt x="67" y="184"/>
                    <a:pt x="67" y="184"/>
                  </a:cubicBezTo>
                  <a:cubicBezTo>
                    <a:pt x="68" y="183"/>
                    <a:pt x="68" y="183"/>
                    <a:pt x="67" y="182"/>
                  </a:cubicBezTo>
                  <a:cubicBezTo>
                    <a:pt x="67" y="182"/>
                    <a:pt x="66" y="182"/>
                    <a:pt x="66" y="183"/>
                  </a:cubicBezTo>
                  <a:cubicBezTo>
                    <a:pt x="58" y="193"/>
                    <a:pt x="58" y="193"/>
                    <a:pt x="58" y="193"/>
                  </a:cubicBezTo>
                  <a:cubicBezTo>
                    <a:pt x="52" y="189"/>
                    <a:pt x="48" y="184"/>
                    <a:pt x="43" y="179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0"/>
                    <a:pt x="54" y="170"/>
                    <a:pt x="54" y="169"/>
                  </a:cubicBezTo>
                  <a:cubicBezTo>
                    <a:pt x="53" y="169"/>
                    <a:pt x="53" y="169"/>
                    <a:pt x="52" y="169"/>
                  </a:cubicBezTo>
                  <a:cubicBezTo>
                    <a:pt x="42" y="178"/>
                    <a:pt x="42" y="178"/>
                    <a:pt x="42" y="178"/>
                  </a:cubicBezTo>
                  <a:cubicBezTo>
                    <a:pt x="38" y="173"/>
                    <a:pt x="34" y="167"/>
                    <a:pt x="31" y="161"/>
                  </a:cubicBezTo>
                  <a:cubicBezTo>
                    <a:pt x="43" y="155"/>
                    <a:pt x="43" y="155"/>
                    <a:pt x="43" y="155"/>
                  </a:cubicBezTo>
                  <a:cubicBezTo>
                    <a:pt x="44" y="154"/>
                    <a:pt x="44" y="154"/>
                    <a:pt x="43" y="153"/>
                  </a:cubicBezTo>
                  <a:cubicBezTo>
                    <a:pt x="43" y="153"/>
                    <a:pt x="43" y="153"/>
                    <a:pt x="42" y="153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27" y="153"/>
                    <a:pt x="24" y="146"/>
                    <a:pt x="22" y="139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7" y="136"/>
                    <a:pt x="37" y="135"/>
                    <a:pt x="37" y="135"/>
                  </a:cubicBezTo>
                  <a:cubicBezTo>
                    <a:pt x="37" y="134"/>
                    <a:pt x="37" y="134"/>
                    <a:pt x="36" y="134"/>
                  </a:cubicBezTo>
                  <a:cubicBezTo>
                    <a:pt x="22" y="137"/>
                    <a:pt x="22" y="137"/>
                    <a:pt x="22" y="137"/>
                  </a:cubicBezTo>
                  <a:cubicBezTo>
                    <a:pt x="21" y="132"/>
                    <a:pt x="20" y="126"/>
                    <a:pt x="20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9" y="121"/>
                    <a:pt x="41" y="118"/>
                    <a:pt x="41" y="116"/>
                  </a:cubicBezTo>
                  <a:cubicBezTo>
                    <a:pt x="41" y="113"/>
                    <a:pt x="39" y="111"/>
                    <a:pt x="36" y="111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05"/>
                    <a:pt x="21" y="100"/>
                    <a:pt x="22" y="9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98"/>
                    <a:pt x="39" y="98"/>
                    <a:pt x="39" y="97"/>
                  </a:cubicBezTo>
                  <a:cubicBezTo>
                    <a:pt x="39" y="97"/>
                    <a:pt x="39" y="96"/>
                    <a:pt x="38" y="96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4" y="86"/>
                    <a:pt x="26" y="79"/>
                    <a:pt x="30" y="72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5" y="80"/>
                    <a:pt x="45" y="80"/>
                    <a:pt x="45" y="79"/>
                  </a:cubicBezTo>
                  <a:cubicBezTo>
                    <a:pt x="45" y="79"/>
                    <a:pt x="45" y="78"/>
                    <a:pt x="45" y="78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4" y="64"/>
                    <a:pt x="38" y="59"/>
                    <a:pt x="42" y="54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4" y="64"/>
                    <a:pt x="54" y="64"/>
                    <a:pt x="55" y="64"/>
                  </a:cubicBezTo>
                  <a:cubicBezTo>
                    <a:pt x="55" y="64"/>
                    <a:pt x="55" y="63"/>
                    <a:pt x="55" y="63"/>
                  </a:cubicBezTo>
                  <a:cubicBezTo>
                    <a:pt x="56" y="63"/>
                    <a:pt x="56" y="62"/>
                    <a:pt x="55" y="6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8" y="47"/>
                    <a:pt x="53" y="42"/>
                    <a:pt x="58" y="38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68" y="50"/>
                    <a:pt x="68" y="50"/>
                    <a:pt x="68" y="50"/>
                  </a:cubicBezTo>
                  <a:cubicBezTo>
                    <a:pt x="68" y="50"/>
                    <a:pt x="69" y="50"/>
                    <a:pt x="69" y="50"/>
                  </a:cubicBezTo>
                  <a:cubicBezTo>
                    <a:pt x="69" y="50"/>
                    <a:pt x="69" y="49"/>
                    <a:pt x="69" y="49"/>
                  </a:cubicBezTo>
                  <a:cubicBezTo>
                    <a:pt x="60" y="37"/>
                    <a:pt x="60" y="37"/>
                    <a:pt x="60" y="37"/>
                  </a:cubicBezTo>
                  <a:cubicBezTo>
                    <a:pt x="65" y="33"/>
                    <a:pt x="70" y="30"/>
                    <a:pt x="76" y="28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39"/>
                    <a:pt x="84" y="39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84" y="24"/>
                    <a:pt x="91" y="22"/>
                    <a:pt x="98" y="21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5"/>
                    <a:pt x="101" y="35"/>
                    <a:pt x="101" y="35"/>
                  </a:cubicBezTo>
                  <a:cubicBezTo>
                    <a:pt x="101" y="35"/>
                    <a:pt x="101" y="35"/>
                    <a:pt x="101" y="35"/>
                  </a:cubicBezTo>
                  <a:cubicBezTo>
                    <a:pt x="102" y="35"/>
                    <a:pt x="102" y="34"/>
                    <a:pt x="102" y="34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3" y="20"/>
                    <a:pt x="107" y="19"/>
                    <a:pt x="111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37"/>
                    <a:pt x="111" y="37"/>
                    <a:pt x="111" y="37"/>
                  </a:cubicBezTo>
                  <a:cubicBezTo>
                    <a:pt x="111" y="40"/>
                    <a:pt x="114" y="42"/>
                    <a:pt x="116" y="42"/>
                  </a:cubicBezTo>
                  <a:cubicBezTo>
                    <a:pt x="119" y="42"/>
                    <a:pt x="121" y="40"/>
                    <a:pt x="121" y="37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27" y="19"/>
                    <a:pt x="132" y="20"/>
                    <a:pt x="137" y="21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4" y="37"/>
                    <a:pt x="135" y="38"/>
                    <a:pt x="135" y="38"/>
                  </a:cubicBezTo>
                  <a:cubicBezTo>
                    <a:pt x="135" y="38"/>
                    <a:pt x="135" y="38"/>
                    <a:pt x="135" y="38"/>
                  </a:cubicBezTo>
                  <a:cubicBezTo>
                    <a:pt x="136" y="38"/>
                    <a:pt x="136" y="37"/>
                    <a:pt x="136" y="37"/>
                  </a:cubicBezTo>
                  <a:cubicBezTo>
                    <a:pt x="139" y="22"/>
                    <a:pt x="139" y="22"/>
                    <a:pt x="139" y="22"/>
                  </a:cubicBezTo>
                  <a:cubicBezTo>
                    <a:pt x="146" y="23"/>
                    <a:pt x="152" y="26"/>
                    <a:pt x="159" y="29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2" y="42"/>
                    <a:pt x="152" y="43"/>
                    <a:pt x="152" y="43"/>
                  </a:cubicBezTo>
                  <a:cubicBezTo>
                    <a:pt x="152" y="43"/>
                    <a:pt x="153" y="43"/>
                    <a:pt x="153" y="43"/>
                  </a:cubicBezTo>
                  <a:cubicBezTo>
                    <a:pt x="153" y="43"/>
                    <a:pt x="153" y="43"/>
                    <a:pt x="154" y="42"/>
                  </a:cubicBezTo>
                  <a:cubicBezTo>
                    <a:pt x="160" y="30"/>
                    <a:pt x="160" y="30"/>
                    <a:pt x="160" y="30"/>
                  </a:cubicBezTo>
                  <a:cubicBezTo>
                    <a:pt x="166" y="32"/>
                    <a:pt x="171" y="36"/>
                    <a:pt x="176" y="40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7" y="52"/>
                    <a:pt x="167" y="52"/>
                    <a:pt x="168" y="53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8" y="53"/>
                    <a:pt x="169" y="53"/>
                    <a:pt x="169" y="52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83" y="45"/>
                    <a:pt x="188" y="50"/>
                    <a:pt x="192" y="56"/>
                  </a:cubicBezTo>
                  <a:cubicBezTo>
                    <a:pt x="181" y="65"/>
                    <a:pt x="181" y="65"/>
                    <a:pt x="181" y="65"/>
                  </a:cubicBezTo>
                  <a:cubicBezTo>
                    <a:pt x="181" y="65"/>
                    <a:pt x="181" y="66"/>
                    <a:pt x="181" y="66"/>
                  </a:cubicBezTo>
                  <a:cubicBezTo>
                    <a:pt x="181" y="66"/>
                    <a:pt x="181" y="66"/>
                    <a:pt x="182" y="66"/>
                  </a:cubicBezTo>
                  <a:cubicBezTo>
                    <a:pt x="182" y="66"/>
                    <a:pt x="182" y="66"/>
                    <a:pt x="182" y="66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7" y="62"/>
                    <a:pt x="201" y="68"/>
                    <a:pt x="204" y="74"/>
                  </a:cubicBezTo>
                  <a:cubicBezTo>
                    <a:pt x="192" y="81"/>
                    <a:pt x="192" y="81"/>
                    <a:pt x="192" y="81"/>
                  </a:cubicBezTo>
                  <a:cubicBezTo>
                    <a:pt x="191" y="81"/>
                    <a:pt x="191" y="81"/>
                    <a:pt x="191" y="82"/>
                  </a:cubicBezTo>
                  <a:cubicBezTo>
                    <a:pt x="191" y="82"/>
                    <a:pt x="192" y="82"/>
                    <a:pt x="192" y="82"/>
                  </a:cubicBezTo>
                  <a:cubicBezTo>
                    <a:pt x="192" y="82"/>
                    <a:pt x="192" y="82"/>
                    <a:pt x="193" y="82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8" y="82"/>
                    <a:pt x="210" y="89"/>
                    <a:pt x="211" y="97"/>
                  </a:cubicBezTo>
                  <a:cubicBezTo>
                    <a:pt x="198" y="99"/>
                    <a:pt x="198" y="99"/>
                    <a:pt x="198" y="99"/>
                  </a:cubicBezTo>
                  <a:cubicBezTo>
                    <a:pt x="198" y="99"/>
                    <a:pt x="197" y="100"/>
                    <a:pt x="197" y="100"/>
                  </a:cubicBezTo>
                  <a:cubicBezTo>
                    <a:pt x="198" y="101"/>
                    <a:pt x="198" y="101"/>
                    <a:pt x="198" y="101"/>
                  </a:cubicBezTo>
                  <a:cubicBezTo>
                    <a:pt x="199" y="101"/>
                    <a:pt x="199" y="101"/>
                    <a:pt x="199" y="101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212" y="103"/>
                    <a:pt x="213" y="107"/>
                    <a:pt x="213" y="111"/>
                  </a:cubicBezTo>
                  <a:cubicBezTo>
                    <a:pt x="196" y="111"/>
                    <a:pt x="196" y="111"/>
                    <a:pt x="196" y="111"/>
                  </a:cubicBezTo>
                  <a:cubicBezTo>
                    <a:pt x="194" y="111"/>
                    <a:pt x="191" y="113"/>
                    <a:pt x="191" y="116"/>
                  </a:cubicBezTo>
                  <a:cubicBezTo>
                    <a:pt x="191" y="118"/>
                    <a:pt x="194" y="121"/>
                    <a:pt x="196" y="121"/>
                  </a:cubicBezTo>
                  <a:cubicBezTo>
                    <a:pt x="213" y="121"/>
                    <a:pt x="213" y="121"/>
                    <a:pt x="213" y="121"/>
                  </a:cubicBezTo>
                  <a:cubicBezTo>
                    <a:pt x="213" y="125"/>
                    <a:pt x="212" y="129"/>
                    <a:pt x="211" y="134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198" y="131"/>
                    <a:pt x="198" y="132"/>
                    <a:pt x="197" y="132"/>
                  </a:cubicBezTo>
                  <a:cubicBezTo>
                    <a:pt x="197" y="133"/>
                    <a:pt x="198" y="133"/>
                    <a:pt x="198" y="133"/>
                  </a:cubicBezTo>
                  <a:cubicBezTo>
                    <a:pt x="211" y="136"/>
                    <a:pt x="211" y="136"/>
                    <a:pt x="211" y="136"/>
                  </a:cubicBezTo>
                  <a:cubicBezTo>
                    <a:pt x="209" y="143"/>
                    <a:pt x="207" y="150"/>
                    <a:pt x="204" y="156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2" y="150"/>
                    <a:pt x="191" y="150"/>
                    <a:pt x="191" y="150"/>
                  </a:cubicBezTo>
                  <a:cubicBezTo>
                    <a:pt x="191" y="151"/>
                    <a:pt x="191" y="151"/>
                    <a:pt x="192" y="152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0" y="164"/>
                    <a:pt x="197" y="170"/>
                    <a:pt x="193" y="1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Freeform 12"/>
            <p:cNvSpPr/>
            <p:nvPr/>
          </p:nvSpPr>
          <p:spPr bwMode="auto">
            <a:xfrm>
              <a:off x="10319984" y="7350533"/>
              <a:ext cx="323850" cy="292100"/>
            </a:xfrm>
            <a:custGeom>
              <a:avLst/>
              <a:gdLst>
                <a:gd name="T0" fmla="*/ 113 w 118"/>
                <a:gd name="T1" fmla="*/ 44 h 106"/>
                <a:gd name="T2" fmla="*/ 58 w 118"/>
                <a:gd name="T3" fmla="*/ 44 h 106"/>
                <a:gd name="T4" fmla="*/ 50 w 118"/>
                <a:gd name="T5" fmla="*/ 39 h 106"/>
                <a:gd name="T6" fmla="*/ 47 w 118"/>
                <a:gd name="T7" fmla="*/ 40 h 106"/>
                <a:gd name="T8" fmla="*/ 9 w 118"/>
                <a:gd name="T9" fmla="*/ 2 h 106"/>
                <a:gd name="T10" fmla="*/ 2 w 118"/>
                <a:gd name="T11" fmla="*/ 2 h 106"/>
                <a:gd name="T12" fmla="*/ 2 w 118"/>
                <a:gd name="T13" fmla="*/ 9 h 106"/>
                <a:gd name="T14" fmla="*/ 41 w 118"/>
                <a:gd name="T15" fmla="*/ 48 h 106"/>
                <a:gd name="T16" fmla="*/ 41 w 118"/>
                <a:gd name="T17" fmla="*/ 49 h 106"/>
                <a:gd name="T18" fmla="*/ 44 w 118"/>
                <a:gd name="T19" fmla="*/ 56 h 106"/>
                <a:gd name="T20" fmla="*/ 17 w 118"/>
                <a:gd name="T21" fmla="*/ 104 h 106"/>
                <a:gd name="T22" fmla="*/ 20 w 118"/>
                <a:gd name="T23" fmla="*/ 106 h 106"/>
                <a:gd name="T24" fmla="*/ 47 w 118"/>
                <a:gd name="T25" fmla="*/ 58 h 106"/>
                <a:gd name="T26" fmla="*/ 50 w 118"/>
                <a:gd name="T27" fmla="*/ 58 h 106"/>
                <a:gd name="T28" fmla="*/ 58 w 118"/>
                <a:gd name="T29" fmla="*/ 54 h 106"/>
                <a:gd name="T30" fmla="*/ 113 w 118"/>
                <a:gd name="T31" fmla="*/ 54 h 106"/>
                <a:gd name="T32" fmla="*/ 118 w 118"/>
                <a:gd name="T33" fmla="*/ 49 h 106"/>
                <a:gd name="T34" fmla="*/ 113 w 118"/>
                <a:gd name="T35" fmla="*/ 4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" h="106">
                  <a:moveTo>
                    <a:pt x="113" y="44"/>
                  </a:moveTo>
                  <a:cubicBezTo>
                    <a:pt x="58" y="44"/>
                    <a:pt x="58" y="44"/>
                    <a:pt x="58" y="44"/>
                  </a:cubicBezTo>
                  <a:cubicBezTo>
                    <a:pt x="57" y="41"/>
                    <a:pt x="54" y="39"/>
                    <a:pt x="50" y="39"/>
                  </a:cubicBezTo>
                  <a:cubicBezTo>
                    <a:pt x="49" y="39"/>
                    <a:pt x="48" y="39"/>
                    <a:pt x="47" y="4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0"/>
                    <a:pt x="4" y="0"/>
                    <a:pt x="2" y="2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48"/>
                    <a:pt x="41" y="48"/>
                    <a:pt x="41" y="49"/>
                  </a:cubicBezTo>
                  <a:cubicBezTo>
                    <a:pt x="41" y="52"/>
                    <a:pt x="42" y="54"/>
                    <a:pt x="44" y="56"/>
                  </a:cubicBezTo>
                  <a:cubicBezTo>
                    <a:pt x="17" y="104"/>
                    <a:pt x="17" y="104"/>
                    <a:pt x="17" y="104"/>
                  </a:cubicBezTo>
                  <a:cubicBezTo>
                    <a:pt x="20" y="106"/>
                    <a:pt x="20" y="106"/>
                    <a:pt x="20" y="106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8" y="58"/>
                    <a:pt x="49" y="58"/>
                    <a:pt x="50" y="58"/>
                  </a:cubicBezTo>
                  <a:cubicBezTo>
                    <a:pt x="54" y="58"/>
                    <a:pt x="57" y="56"/>
                    <a:pt x="58" y="54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6" y="54"/>
                    <a:pt x="118" y="51"/>
                    <a:pt x="118" y="49"/>
                  </a:cubicBezTo>
                  <a:cubicBezTo>
                    <a:pt x="118" y="46"/>
                    <a:pt x="116" y="44"/>
                    <a:pt x="113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8847343" y="4438040"/>
            <a:ext cx="376741" cy="511057"/>
            <a:chOff x="5680076" y="2749550"/>
            <a:chExt cx="547688" cy="742950"/>
          </a:xfrm>
          <a:solidFill>
            <a:schemeClr val="accent1"/>
          </a:solidFill>
        </p:grpSpPr>
        <p:sp>
          <p:nvSpPr>
            <p:cNvPr id="286" name="Freeform 13"/>
            <p:cNvSpPr/>
            <p:nvPr/>
          </p:nvSpPr>
          <p:spPr bwMode="auto">
            <a:xfrm>
              <a:off x="5680076" y="2749550"/>
              <a:ext cx="454025" cy="641350"/>
            </a:xfrm>
            <a:custGeom>
              <a:avLst/>
              <a:gdLst>
                <a:gd name="T0" fmla="*/ 158 w 165"/>
                <a:gd name="T1" fmla="*/ 195 h 233"/>
                <a:gd name="T2" fmla="*/ 158 w 165"/>
                <a:gd name="T3" fmla="*/ 189 h 233"/>
                <a:gd name="T4" fmla="*/ 70 w 165"/>
                <a:gd name="T5" fmla="*/ 189 h 233"/>
                <a:gd name="T6" fmla="*/ 70 w 165"/>
                <a:gd name="T7" fmla="*/ 195 h 233"/>
                <a:gd name="T8" fmla="*/ 68 w 165"/>
                <a:gd name="T9" fmla="*/ 195 h 233"/>
                <a:gd name="T10" fmla="*/ 18 w 165"/>
                <a:gd name="T11" fmla="*/ 120 h 233"/>
                <a:gd name="T12" fmla="*/ 94 w 165"/>
                <a:gd name="T13" fmla="*/ 39 h 233"/>
                <a:gd name="T14" fmla="*/ 94 w 165"/>
                <a:gd name="T15" fmla="*/ 120 h 233"/>
                <a:gd name="T16" fmla="*/ 70 w 165"/>
                <a:gd name="T17" fmla="*/ 120 h 233"/>
                <a:gd name="T18" fmla="*/ 70 w 165"/>
                <a:gd name="T19" fmla="*/ 127 h 233"/>
                <a:gd name="T20" fmla="*/ 76 w 165"/>
                <a:gd name="T21" fmla="*/ 127 h 233"/>
                <a:gd name="T22" fmla="*/ 75 w 165"/>
                <a:gd name="T23" fmla="*/ 131 h 233"/>
                <a:gd name="T24" fmla="*/ 75 w 165"/>
                <a:gd name="T25" fmla="*/ 150 h 233"/>
                <a:gd name="T26" fmla="*/ 86 w 165"/>
                <a:gd name="T27" fmla="*/ 161 h 233"/>
                <a:gd name="T28" fmla="*/ 97 w 165"/>
                <a:gd name="T29" fmla="*/ 150 h 233"/>
                <a:gd name="T30" fmla="*/ 97 w 165"/>
                <a:gd name="T31" fmla="*/ 131 h 233"/>
                <a:gd name="T32" fmla="*/ 96 w 165"/>
                <a:gd name="T33" fmla="*/ 127 h 233"/>
                <a:gd name="T34" fmla="*/ 104 w 165"/>
                <a:gd name="T35" fmla="*/ 127 h 233"/>
                <a:gd name="T36" fmla="*/ 103 w 165"/>
                <a:gd name="T37" fmla="*/ 131 h 233"/>
                <a:gd name="T38" fmla="*/ 103 w 165"/>
                <a:gd name="T39" fmla="*/ 163 h 233"/>
                <a:gd name="T40" fmla="*/ 114 w 165"/>
                <a:gd name="T41" fmla="*/ 174 h 233"/>
                <a:gd name="T42" fmla="*/ 125 w 165"/>
                <a:gd name="T43" fmla="*/ 163 h 233"/>
                <a:gd name="T44" fmla="*/ 125 w 165"/>
                <a:gd name="T45" fmla="*/ 131 h 233"/>
                <a:gd name="T46" fmla="*/ 124 w 165"/>
                <a:gd name="T47" fmla="*/ 127 h 233"/>
                <a:gd name="T48" fmla="*/ 132 w 165"/>
                <a:gd name="T49" fmla="*/ 127 h 233"/>
                <a:gd name="T50" fmla="*/ 131 w 165"/>
                <a:gd name="T51" fmla="*/ 131 h 233"/>
                <a:gd name="T52" fmla="*/ 131 w 165"/>
                <a:gd name="T53" fmla="*/ 150 h 233"/>
                <a:gd name="T54" fmla="*/ 142 w 165"/>
                <a:gd name="T55" fmla="*/ 161 h 233"/>
                <a:gd name="T56" fmla="*/ 153 w 165"/>
                <a:gd name="T57" fmla="*/ 150 h 233"/>
                <a:gd name="T58" fmla="*/ 153 w 165"/>
                <a:gd name="T59" fmla="*/ 131 h 233"/>
                <a:gd name="T60" fmla="*/ 152 w 165"/>
                <a:gd name="T61" fmla="*/ 127 h 233"/>
                <a:gd name="T62" fmla="*/ 158 w 165"/>
                <a:gd name="T63" fmla="*/ 127 h 233"/>
                <a:gd name="T64" fmla="*/ 158 w 165"/>
                <a:gd name="T65" fmla="*/ 120 h 233"/>
                <a:gd name="T66" fmla="*/ 134 w 165"/>
                <a:gd name="T67" fmla="*/ 120 h 233"/>
                <a:gd name="T68" fmla="*/ 134 w 165"/>
                <a:gd name="T69" fmla="*/ 18 h 233"/>
                <a:gd name="T70" fmla="*/ 142 w 165"/>
                <a:gd name="T71" fmla="*/ 18 h 233"/>
                <a:gd name="T72" fmla="*/ 142 w 165"/>
                <a:gd name="T73" fmla="*/ 0 h 233"/>
                <a:gd name="T74" fmla="*/ 86 w 165"/>
                <a:gd name="T75" fmla="*/ 0 h 233"/>
                <a:gd name="T76" fmla="*/ 86 w 165"/>
                <a:gd name="T77" fmla="*/ 18 h 233"/>
                <a:gd name="T78" fmla="*/ 94 w 165"/>
                <a:gd name="T79" fmla="*/ 18 h 233"/>
                <a:gd name="T80" fmla="*/ 94 w 165"/>
                <a:gd name="T81" fmla="*/ 20 h 233"/>
                <a:gd name="T82" fmla="*/ 0 w 165"/>
                <a:gd name="T83" fmla="*/ 120 h 233"/>
                <a:gd name="T84" fmla="*/ 63 w 165"/>
                <a:gd name="T85" fmla="*/ 213 h 233"/>
                <a:gd name="T86" fmla="*/ 63 w 165"/>
                <a:gd name="T87" fmla="*/ 233 h 233"/>
                <a:gd name="T88" fmla="*/ 165 w 165"/>
                <a:gd name="T89" fmla="*/ 233 h 233"/>
                <a:gd name="T90" fmla="*/ 165 w 165"/>
                <a:gd name="T91" fmla="*/ 195 h 233"/>
                <a:gd name="T92" fmla="*/ 158 w 165"/>
                <a:gd name="T93" fmla="*/ 195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5" h="233">
                  <a:moveTo>
                    <a:pt x="158" y="195"/>
                  </a:moveTo>
                  <a:cubicBezTo>
                    <a:pt x="158" y="189"/>
                    <a:pt x="158" y="189"/>
                    <a:pt x="158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95"/>
                    <a:pt x="70" y="195"/>
                    <a:pt x="70" y="195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38" y="183"/>
                    <a:pt x="18" y="154"/>
                    <a:pt x="18" y="120"/>
                  </a:cubicBezTo>
                  <a:cubicBezTo>
                    <a:pt x="18" y="77"/>
                    <a:pt x="51" y="42"/>
                    <a:pt x="94" y="39"/>
                  </a:cubicBezTo>
                  <a:cubicBezTo>
                    <a:pt x="94" y="120"/>
                    <a:pt x="94" y="120"/>
                    <a:pt x="94" y="120"/>
                  </a:cubicBezTo>
                  <a:cubicBezTo>
                    <a:pt x="70" y="120"/>
                    <a:pt x="70" y="120"/>
                    <a:pt x="70" y="120"/>
                  </a:cubicBezTo>
                  <a:cubicBezTo>
                    <a:pt x="70" y="127"/>
                    <a:pt x="70" y="127"/>
                    <a:pt x="70" y="127"/>
                  </a:cubicBezTo>
                  <a:cubicBezTo>
                    <a:pt x="76" y="127"/>
                    <a:pt x="76" y="127"/>
                    <a:pt x="76" y="127"/>
                  </a:cubicBezTo>
                  <a:cubicBezTo>
                    <a:pt x="75" y="128"/>
                    <a:pt x="75" y="130"/>
                    <a:pt x="75" y="131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75" y="156"/>
                    <a:pt x="80" y="161"/>
                    <a:pt x="86" y="161"/>
                  </a:cubicBezTo>
                  <a:cubicBezTo>
                    <a:pt x="92" y="161"/>
                    <a:pt x="97" y="156"/>
                    <a:pt x="97" y="150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97" y="130"/>
                    <a:pt x="96" y="128"/>
                    <a:pt x="96" y="127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3" y="128"/>
                    <a:pt x="103" y="130"/>
                    <a:pt x="103" y="131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169"/>
                    <a:pt x="108" y="174"/>
                    <a:pt x="114" y="174"/>
                  </a:cubicBezTo>
                  <a:cubicBezTo>
                    <a:pt x="120" y="174"/>
                    <a:pt x="125" y="169"/>
                    <a:pt x="125" y="163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0"/>
                    <a:pt x="125" y="128"/>
                    <a:pt x="124" y="127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1" y="128"/>
                    <a:pt x="131" y="130"/>
                    <a:pt x="131" y="131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1" y="156"/>
                    <a:pt x="136" y="161"/>
                    <a:pt x="142" y="161"/>
                  </a:cubicBezTo>
                  <a:cubicBezTo>
                    <a:pt x="148" y="161"/>
                    <a:pt x="153" y="156"/>
                    <a:pt x="153" y="150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0"/>
                    <a:pt x="153" y="128"/>
                    <a:pt x="152" y="127"/>
                  </a:cubicBezTo>
                  <a:cubicBezTo>
                    <a:pt x="158" y="127"/>
                    <a:pt x="158" y="127"/>
                    <a:pt x="158" y="127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34" y="120"/>
                    <a:pt x="134" y="120"/>
                    <a:pt x="134" y="120"/>
                  </a:cubicBezTo>
                  <a:cubicBezTo>
                    <a:pt x="134" y="18"/>
                    <a:pt x="134" y="18"/>
                    <a:pt x="134" y="18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41" y="24"/>
                    <a:pt x="0" y="67"/>
                    <a:pt x="0" y="120"/>
                  </a:cubicBezTo>
                  <a:cubicBezTo>
                    <a:pt x="0" y="162"/>
                    <a:pt x="26" y="198"/>
                    <a:pt x="63" y="21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165" y="233"/>
                    <a:pt x="165" y="233"/>
                    <a:pt x="165" y="233"/>
                  </a:cubicBezTo>
                  <a:cubicBezTo>
                    <a:pt x="165" y="195"/>
                    <a:pt x="165" y="195"/>
                    <a:pt x="165" y="195"/>
                  </a:cubicBezTo>
                  <a:lnTo>
                    <a:pt x="158" y="1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7" name="Freeform 14"/>
            <p:cNvSpPr>
              <a:spLocks noEditPoints="1"/>
            </p:cNvSpPr>
            <p:nvPr/>
          </p:nvSpPr>
          <p:spPr bwMode="auto">
            <a:xfrm>
              <a:off x="5761039" y="3413125"/>
              <a:ext cx="466725" cy="79375"/>
            </a:xfrm>
            <a:custGeom>
              <a:avLst/>
              <a:gdLst>
                <a:gd name="T0" fmla="*/ 0 w 294"/>
                <a:gd name="T1" fmla="*/ 0 h 50"/>
                <a:gd name="T2" fmla="*/ 0 w 294"/>
                <a:gd name="T3" fmla="*/ 50 h 50"/>
                <a:gd name="T4" fmla="*/ 294 w 294"/>
                <a:gd name="T5" fmla="*/ 50 h 50"/>
                <a:gd name="T6" fmla="*/ 294 w 294"/>
                <a:gd name="T7" fmla="*/ 0 h 50"/>
                <a:gd name="T8" fmla="*/ 0 w 294"/>
                <a:gd name="T9" fmla="*/ 0 h 50"/>
                <a:gd name="T10" fmla="*/ 282 w 294"/>
                <a:gd name="T11" fmla="*/ 38 h 50"/>
                <a:gd name="T12" fmla="*/ 10 w 294"/>
                <a:gd name="T13" fmla="*/ 38 h 50"/>
                <a:gd name="T14" fmla="*/ 10 w 294"/>
                <a:gd name="T15" fmla="*/ 12 h 50"/>
                <a:gd name="T16" fmla="*/ 282 w 294"/>
                <a:gd name="T17" fmla="*/ 12 h 50"/>
                <a:gd name="T18" fmla="*/ 282 w 294"/>
                <a:gd name="T19" fmla="*/ 3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50">
                  <a:moveTo>
                    <a:pt x="0" y="0"/>
                  </a:moveTo>
                  <a:lnTo>
                    <a:pt x="0" y="50"/>
                  </a:lnTo>
                  <a:lnTo>
                    <a:pt x="294" y="50"/>
                  </a:lnTo>
                  <a:lnTo>
                    <a:pt x="294" y="0"/>
                  </a:lnTo>
                  <a:lnTo>
                    <a:pt x="0" y="0"/>
                  </a:lnTo>
                  <a:close/>
                  <a:moveTo>
                    <a:pt x="282" y="38"/>
                  </a:moveTo>
                  <a:lnTo>
                    <a:pt x="10" y="38"/>
                  </a:lnTo>
                  <a:lnTo>
                    <a:pt x="10" y="12"/>
                  </a:lnTo>
                  <a:lnTo>
                    <a:pt x="282" y="12"/>
                  </a:lnTo>
                  <a:lnTo>
                    <a:pt x="282" y="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9531871" y="4438040"/>
            <a:ext cx="523069" cy="508873"/>
            <a:chOff x="2790826" y="1647825"/>
            <a:chExt cx="760413" cy="739775"/>
          </a:xfrm>
          <a:solidFill>
            <a:schemeClr val="accent1"/>
          </a:solidFill>
        </p:grpSpPr>
        <p:sp>
          <p:nvSpPr>
            <p:cNvPr id="289" name="Freeform 15"/>
            <p:cNvSpPr>
              <a:spLocks noEditPoints="1"/>
            </p:cNvSpPr>
            <p:nvPr/>
          </p:nvSpPr>
          <p:spPr bwMode="auto">
            <a:xfrm>
              <a:off x="2790826" y="2101850"/>
              <a:ext cx="760413" cy="285750"/>
            </a:xfrm>
            <a:custGeom>
              <a:avLst/>
              <a:gdLst>
                <a:gd name="T0" fmla="*/ 275 w 277"/>
                <a:gd name="T1" fmla="*/ 90 h 104"/>
                <a:gd name="T2" fmla="*/ 274 w 277"/>
                <a:gd name="T3" fmla="*/ 15 h 104"/>
                <a:gd name="T4" fmla="*/ 276 w 277"/>
                <a:gd name="T5" fmla="*/ 5 h 104"/>
                <a:gd name="T6" fmla="*/ 268 w 277"/>
                <a:gd name="T7" fmla="*/ 0 h 104"/>
                <a:gd name="T8" fmla="*/ 8 w 277"/>
                <a:gd name="T9" fmla="*/ 0 h 104"/>
                <a:gd name="T10" fmla="*/ 0 w 277"/>
                <a:gd name="T11" fmla="*/ 9 h 104"/>
                <a:gd name="T12" fmla="*/ 0 w 277"/>
                <a:gd name="T13" fmla="*/ 95 h 104"/>
                <a:gd name="T14" fmla="*/ 8 w 277"/>
                <a:gd name="T15" fmla="*/ 104 h 104"/>
                <a:gd name="T16" fmla="*/ 268 w 277"/>
                <a:gd name="T17" fmla="*/ 104 h 104"/>
                <a:gd name="T18" fmla="*/ 268 w 277"/>
                <a:gd name="T19" fmla="*/ 104 h 104"/>
                <a:gd name="T20" fmla="*/ 277 w 277"/>
                <a:gd name="T21" fmla="*/ 95 h 104"/>
                <a:gd name="T22" fmla="*/ 275 w 277"/>
                <a:gd name="T23" fmla="*/ 90 h 104"/>
                <a:gd name="T24" fmla="*/ 12 w 277"/>
                <a:gd name="T25" fmla="*/ 88 h 104"/>
                <a:gd name="T26" fmla="*/ 12 w 277"/>
                <a:gd name="T27" fmla="*/ 15 h 104"/>
                <a:gd name="T28" fmla="*/ 256 w 277"/>
                <a:gd name="T29" fmla="*/ 15 h 104"/>
                <a:gd name="T30" fmla="*/ 249 w 277"/>
                <a:gd name="T31" fmla="*/ 46 h 104"/>
                <a:gd name="T32" fmla="*/ 64 w 277"/>
                <a:gd name="T33" fmla="*/ 46 h 104"/>
                <a:gd name="T34" fmla="*/ 58 w 277"/>
                <a:gd name="T35" fmla="*/ 52 h 104"/>
                <a:gd name="T36" fmla="*/ 64 w 277"/>
                <a:gd name="T37" fmla="*/ 58 h 104"/>
                <a:gd name="T38" fmla="*/ 250 w 277"/>
                <a:gd name="T39" fmla="*/ 58 h 104"/>
                <a:gd name="T40" fmla="*/ 259 w 277"/>
                <a:gd name="T41" fmla="*/ 88 h 104"/>
                <a:gd name="T42" fmla="*/ 12 w 277"/>
                <a:gd name="T43" fmla="*/ 8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7" h="104">
                  <a:moveTo>
                    <a:pt x="275" y="90"/>
                  </a:moveTo>
                  <a:cubicBezTo>
                    <a:pt x="271" y="84"/>
                    <a:pt x="247" y="41"/>
                    <a:pt x="274" y="15"/>
                  </a:cubicBezTo>
                  <a:cubicBezTo>
                    <a:pt x="277" y="12"/>
                    <a:pt x="277" y="8"/>
                    <a:pt x="276" y="5"/>
                  </a:cubicBezTo>
                  <a:cubicBezTo>
                    <a:pt x="275" y="2"/>
                    <a:pt x="272" y="0"/>
                    <a:pt x="26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73" y="104"/>
                    <a:pt x="277" y="100"/>
                    <a:pt x="277" y="95"/>
                  </a:cubicBezTo>
                  <a:cubicBezTo>
                    <a:pt x="277" y="93"/>
                    <a:pt x="276" y="91"/>
                    <a:pt x="275" y="90"/>
                  </a:cubicBezTo>
                  <a:close/>
                  <a:moveTo>
                    <a:pt x="12" y="88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256" y="15"/>
                    <a:pt x="256" y="15"/>
                    <a:pt x="256" y="15"/>
                  </a:cubicBezTo>
                  <a:cubicBezTo>
                    <a:pt x="251" y="25"/>
                    <a:pt x="249" y="36"/>
                    <a:pt x="249" y="46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1" y="46"/>
                    <a:pt x="58" y="49"/>
                    <a:pt x="58" y="52"/>
                  </a:cubicBezTo>
                  <a:cubicBezTo>
                    <a:pt x="58" y="55"/>
                    <a:pt x="61" y="58"/>
                    <a:pt x="64" y="58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2" y="70"/>
                    <a:pt x="256" y="81"/>
                    <a:pt x="259" y="88"/>
                  </a:cubicBezTo>
                  <a:cubicBezTo>
                    <a:pt x="12" y="88"/>
                    <a:pt x="12" y="88"/>
                    <a:pt x="12" y="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0" name="Freeform 16"/>
            <p:cNvSpPr/>
            <p:nvPr/>
          </p:nvSpPr>
          <p:spPr bwMode="auto">
            <a:xfrm>
              <a:off x="2957514" y="1647825"/>
              <a:ext cx="390525" cy="434975"/>
            </a:xfrm>
            <a:custGeom>
              <a:avLst/>
              <a:gdLst>
                <a:gd name="T0" fmla="*/ 60 w 142"/>
                <a:gd name="T1" fmla="*/ 157 h 158"/>
                <a:gd name="T2" fmla="*/ 79 w 142"/>
                <a:gd name="T3" fmla="*/ 158 h 158"/>
                <a:gd name="T4" fmla="*/ 140 w 142"/>
                <a:gd name="T5" fmla="*/ 80 h 158"/>
                <a:gd name="T6" fmla="*/ 74 w 142"/>
                <a:gd name="T7" fmla="*/ 38 h 158"/>
                <a:gd name="T8" fmla="*/ 71 w 142"/>
                <a:gd name="T9" fmla="*/ 34 h 158"/>
                <a:gd name="T10" fmla="*/ 125 w 142"/>
                <a:gd name="T11" fmla="*/ 8 h 158"/>
                <a:gd name="T12" fmla="*/ 71 w 142"/>
                <a:gd name="T13" fmla="*/ 34 h 158"/>
                <a:gd name="T14" fmla="*/ 60 w 142"/>
                <a:gd name="T15" fmla="*/ 0 h 158"/>
                <a:gd name="T16" fmla="*/ 52 w 142"/>
                <a:gd name="T17" fmla="*/ 2 h 158"/>
                <a:gd name="T18" fmla="*/ 64 w 142"/>
                <a:gd name="T19" fmla="*/ 37 h 158"/>
                <a:gd name="T20" fmla="*/ 2 w 142"/>
                <a:gd name="T21" fmla="*/ 80 h 158"/>
                <a:gd name="T22" fmla="*/ 60 w 142"/>
                <a:gd name="T23" fmla="*/ 15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2" h="158">
                  <a:moveTo>
                    <a:pt x="60" y="157"/>
                  </a:moveTo>
                  <a:cubicBezTo>
                    <a:pt x="61" y="157"/>
                    <a:pt x="69" y="158"/>
                    <a:pt x="79" y="158"/>
                  </a:cubicBezTo>
                  <a:cubicBezTo>
                    <a:pt x="117" y="158"/>
                    <a:pt x="140" y="113"/>
                    <a:pt x="140" y="80"/>
                  </a:cubicBezTo>
                  <a:cubicBezTo>
                    <a:pt x="142" y="43"/>
                    <a:pt x="105" y="31"/>
                    <a:pt x="74" y="38"/>
                  </a:cubicBezTo>
                  <a:cubicBezTo>
                    <a:pt x="73" y="37"/>
                    <a:pt x="72" y="36"/>
                    <a:pt x="71" y="34"/>
                  </a:cubicBezTo>
                  <a:cubicBezTo>
                    <a:pt x="93" y="41"/>
                    <a:pt x="118" y="29"/>
                    <a:pt x="125" y="8"/>
                  </a:cubicBezTo>
                  <a:cubicBezTo>
                    <a:pt x="105" y="1"/>
                    <a:pt x="79" y="13"/>
                    <a:pt x="71" y="34"/>
                  </a:cubicBezTo>
                  <a:cubicBezTo>
                    <a:pt x="68" y="28"/>
                    <a:pt x="62" y="16"/>
                    <a:pt x="60" y="0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5" y="18"/>
                    <a:pt x="60" y="30"/>
                    <a:pt x="64" y="37"/>
                  </a:cubicBezTo>
                  <a:cubicBezTo>
                    <a:pt x="34" y="33"/>
                    <a:pt x="0" y="45"/>
                    <a:pt x="2" y="80"/>
                  </a:cubicBezTo>
                  <a:cubicBezTo>
                    <a:pt x="2" y="112"/>
                    <a:pt x="23" y="155"/>
                    <a:pt x="60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1" name="Freeform 17"/>
          <p:cNvSpPr>
            <a:spLocks noEditPoints="1"/>
          </p:cNvSpPr>
          <p:nvPr/>
        </p:nvSpPr>
        <p:spPr bwMode="auto">
          <a:xfrm>
            <a:off x="10216398" y="4438040"/>
            <a:ext cx="406225" cy="499045"/>
          </a:xfrm>
          <a:custGeom>
            <a:avLst/>
            <a:gdLst>
              <a:gd name="T0" fmla="*/ 67 w 215"/>
              <a:gd name="T1" fmla="*/ 66 h 264"/>
              <a:gd name="T2" fmla="*/ 68 w 215"/>
              <a:gd name="T3" fmla="*/ 64 h 264"/>
              <a:gd name="T4" fmla="*/ 68 w 215"/>
              <a:gd name="T5" fmla="*/ 64 h 264"/>
              <a:gd name="T6" fmla="*/ 68 w 215"/>
              <a:gd name="T7" fmla="*/ 41 h 264"/>
              <a:gd name="T8" fmla="*/ 112 w 215"/>
              <a:gd name="T9" fmla="*/ 68 h 264"/>
              <a:gd name="T10" fmla="*/ 156 w 215"/>
              <a:gd name="T11" fmla="*/ 41 h 264"/>
              <a:gd name="T12" fmla="*/ 156 w 215"/>
              <a:gd name="T13" fmla="*/ 62 h 264"/>
              <a:gd name="T14" fmla="*/ 157 w 215"/>
              <a:gd name="T15" fmla="*/ 66 h 264"/>
              <a:gd name="T16" fmla="*/ 112 w 215"/>
              <a:gd name="T17" fmla="*/ 81 h 264"/>
              <a:gd name="T18" fmla="*/ 67 w 215"/>
              <a:gd name="T19" fmla="*/ 66 h 264"/>
              <a:gd name="T20" fmla="*/ 181 w 215"/>
              <a:gd name="T21" fmla="*/ 21 h 264"/>
              <a:gd name="T22" fmla="*/ 112 w 215"/>
              <a:gd name="T23" fmla="*/ 0 h 264"/>
              <a:gd name="T24" fmla="*/ 43 w 215"/>
              <a:gd name="T25" fmla="*/ 21 h 264"/>
              <a:gd name="T26" fmla="*/ 112 w 215"/>
              <a:gd name="T27" fmla="*/ 63 h 264"/>
              <a:gd name="T28" fmla="*/ 181 w 215"/>
              <a:gd name="T29" fmla="*/ 21 h 264"/>
              <a:gd name="T30" fmla="*/ 67 w 215"/>
              <a:gd name="T31" fmla="*/ 105 h 264"/>
              <a:gd name="T32" fmla="*/ 112 w 215"/>
              <a:gd name="T33" fmla="*/ 148 h 264"/>
              <a:gd name="T34" fmla="*/ 157 w 215"/>
              <a:gd name="T35" fmla="*/ 105 h 264"/>
              <a:gd name="T36" fmla="*/ 157 w 215"/>
              <a:gd name="T37" fmla="*/ 81 h 264"/>
              <a:gd name="T38" fmla="*/ 112 w 215"/>
              <a:gd name="T39" fmla="*/ 92 h 264"/>
              <a:gd name="T40" fmla="*/ 67 w 215"/>
              <a:gd name="T41" fmla="*/ 81 h 264"/>
              <a:gd name="T42" fmla="*/ 67 w 215"/>
              <a:gd name="T43" fmla="*/ 105 h 264"/>
              <a:gd name="T44" fmla="*/ 215 w 215"/>
              <a:gd name="T45" fmla="*/ 202 h 264"/>
              <a:gd name="T46" fmla="*/ 215 w 215"/>
              <a:gd name="T47" fmla="*/ 264 h 264"/>
              <a:gd name="T48" fmla="*/ 177 w 215"/>
              <a:gd name="T49" fmla="*/ 264 h 264"/>
              <a:gd name="T50" fmla="*/ 177 w 215"/>
              <a:gd name="T51" fmla="*/ 210 h 264"/>
              <a:gd name="T52" fmla="*/ 165 w 215"/>
              <a:gd name="T53" fmla="*/ 210 h 264"/>
              <a:gd name="T54" fmla="*/ 165 w 215"/>
              <a:gd name="T55" fmla="*/ 264 h 264"/>
              <a:gd name="T56" fmla="*/ 52 w 215"/>
              <a:gd name="T57" fmla="*/ 264 h 264"/>
              <a:gd name="T58" fmla="*/ 52 w 215"/>
              <a:gd name="T59" fmla="*/ 210 h 264"/>
              <a:gd name="T60" fmla="*/ 40 w 215"/>
              <a:gd name="T61" fmla="*/ 210 h 264"/>
              <a:gd name="T62" fmla="*/ 40 w 215"/>
              <a:gd name="T63" fmla="*/ 264 h 264"/>
              <a:gd name="T64" fmla="*/ 3 w 215"/>
              <a:gd name="T65" fmla="*/ 264 h 264"/>
              <a:gd name="T66" fmla="*/ 3 w 215"/>
              <a:gd name="T67" fmla="*/ 202 h 264"/>
              <a:gd name="T68" fmla="*/ 64 w 215"/>
              <a:gd name="T69" fmla="*/ 154 h 264"/>
              <a:gd name="T70" fmla="*/ 99 w 215"/>
              <a:gd name="T71" fmla="*/ 154 h 264"/>
              <a:gd name="T72" fmla="*/ 111 w 215"/>
              <a:gd name="T73" fmla="*/ 174 h 264"/>
              <a:gd name="T74" fmla="*/ 124 w 215"/>
              <a:gd name="T75" fmla="*/ 154 h 264"/>
              <a:gd name="T76" fmla="*/ 154 w 215"/>
              <a:gd name="T77" fmla="*/ 154 h 264"/>
              <a:gd name="T78" fmla="*/ 215 w 215"/>
              <a:gd name="T79" fmla="*/ 202 h 264"/>
              <a:gd name="T80" fmla="*/ 122 w 215"/>
              <a:gd name="T81" fmla="*/ 195 h 264"/>
              <a:gd name="T82" fmla="*/ 112 w 215"/>
              <a:gd name="T83" fmla="*/ 177 h 264"/>
              <a:gd name="T84" fmla="*/ 101 w 215"/>
              <a:gd name="T85" fmla="*/ 195 h 264"/>
              <a:gd name="T86" fmla="*/ 112 w 215"/>
              <a:gd name="T87" fmla="*/ 247 h 264"/>
              <a:gd name="T88" fmla="*/ 122 w 215"/>
              <a:gd name="T89" fmla="*/ 195 h 264"/>
              <a:gd name="T90" fmla="*/ 48 w 215"/>
              <a:gd name="T91" fmla="*/ 71 h 264"/>
              <a:gd name="T92" fmla="*/ 44 w 215"/>
              <a:gd name="T93" fmla="*/ 25 h 264"/>
              <a:gd name="T94" fmla="*/ 40 w 215"/>
              <a:gd name="T95" fmla="*/ 71 h 264"/>
              <a:gd name="T96" fmla="*/ 44 w 215"/>
              <a:gd name="T97" fmla="*/ 84 h 264"/>
              <a:gd name="T98" fmla="*/ 48 w 215"/>
              <a:gd name="T99" fmla="*/ 71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5" h="264">
                <a:moveTo>
                  <a:pt x="67" y="66"/>
                </a:moveTo>
                <a:cubicBezTo>
                  <a:pt x="67" y="66"/>
                  <a:pt x="67" y="65"/>
                  <a:pt x="68" y="64"/>
                </a:cubicBezTo>
                <a:cubicBezTo>
                  <a:pt x="68" y="64"/>
                  <a:pt x="68" y="64"/>
                  <a:pt x="68" y="64"/>
                </a:cubicBezTo>
                <a:cubicBezTo>
                  <a:pt x="68" y="41"/>
                  <a:pt x="68" y="41"/>
                  <a:pt x="68" y="41"/>
                </a:cubicBezTo>
                <a:cubicBezTo>
                  <a:pt x="112" y="68"/>
                  <a:pt x="112" y="68"/>
                  <a:pt x="112" y="68"/>
                </a:cubicBezTo>
                <a:cubicBezTo>
                  <a:pt x="156" y="41"/>
                  <a:pt x="156" y="41"/>
                  <a:pt x="156" y="41"/>
                </a:cubicBezTo>
                <a:cubicBezTo>
                  <a:pt x="156" y="62"/>
                  <a:pt x="156" y="62"/>
                  <a:pt x="156" y="62"/>
                </a:cubicBezTo>
                <a:cubicBezTo>
                  <a:pt x="157" y="65"/>
                  <a:pt x="157" y="66"/>
                  <a:pt x="157" y="66"/>
                </a:cubicBezTo>
                <a:cubicBezTo>
                  <a:pt x="157" y="75"/>
                  <a:pt x="137" y="81"/>
                  <a:pt x="112" y="81"/>
                </a:cubicBezTo>
                <a:cubicBezTo>
                  <a:pt x="87" y="81"/>
                  <a:pt x="67" y="74"/>
                  <a:pt x="67" y="66"/>
                </a:cubicBezTo>
                <a:close/>
                <a:moveTo>
                  <a:pt x="181" y="21"/>
                </a:moveTo>
                <a:cubicBezTo>
                  <a:pt x="112" y="0"/>
                  <a:pt x="112" y="0"/>
                  <a:pt x="112" y="0"/>
                </a:cubicBezTo>
                <a:cubicBezTo>
                  <a:pt x="43" y="21"/>
                  <a:pt x="43" y="21"/>
                  <a:pt x="43" y="21"/>
                </a:cubicBezTo>
                <a:cubicBezTo>
                  <a:pt x="112" y="63"/>
                  <a:pt x="112" y="63"/>
                  <a:pt x="112" y="63"/>
                </a:cubicBezTo>
                <a:lnTo>
                  <a:pt x="181" y="21"/>
                </a:lnTo>
                <a:close/>
                <a:moveTo>
                  <a:pt x="67" y="105"/>
                </a:moveTo>
                <a:cubicBezTo>
                  <a:pt x="67" y="129"/>
                  <a:pt x="87" y="148"/>
                  <a:pt x="112" y="148"/>
                </a:cubicBezTo>
                <a:cubicBezTo>
                  <a:pt x="137" y="148"/>
                  <a:pt x="157" y="129"/>
                  <a:pt x="157" y="105"/>
                </a:cubicBezTo>
                <a:cubicBezTo>
                  <a:pt x="157" y="81"/>
                  <a:pt x="157" y="81"/>
                  <a:pt x="157" y="81"/>
                </a:cubicBezTo>
                <a:cubicBezTo>
                  <a:pt x="157" y="81"/>
                  <a:pt x="142" y="92"/>
                  <a:pt x="112" y="92"/>
                </a:cubicBezTo>
                <a:cubicBezTo>
                  <a:pt x="82" y="92"/>
                  <a:pt x="67" y="81"/>
                  <a:pt x="67" y="81"/>
                </a:cubicBezTo>
                <a:lnTo>
                  <a:pt x="67" y="105"/>
                </a:lnTo>
                <a:close/>
                <a:moveTo>
                  <a:pt x="215" y="202"/>
                </a:moveTo>
                <a:cubicBezTo>
                  <a:pt x="215" y="264"/>
                  <a:pt x="215" y="264"/>
                  <a:pt x="215" y="264"/>
                </a:cubicBezTo>
                <a:cubicBezTo>
                  <a:pt x="177" y="264"/>
                  <a:pt x="177" y="264"/>
                  <a:pt x="177" y="264"/>
                </a:cubicBezTo>
                <a:cubicBezTo>
                  <a:pt x="177" y="210"/>
                  <a:pt x="177" y="210"/>
                  <a:pt x="177" y="210"/>
                </a:cubicBezTo>
                <a:cubicBezTo>
                  <a:pt x="165" y="210"/>
                  <a:pt x="165" y="210"/>
                  <a:pt x="165" y="210"/>
                </a:cubicBezTo>
                <a:cubicBezTo>
                  <a:pt x="165" y="264"/>
                  <a:pt x="165" y="264"/>
                  <a:pt x="165" y="264"/>
                </a:cubicBezTo>
                <a:cubicBezTo>
                  <a:pt x="52" y="264"/>
                  <a:pt x="52" y="264"/>
                  <a:pt x="52" y="264"/>
                </a:cubicBezTo>
                <a:cubicBezTo>
                  <a:pt x="52" y="210"/>
                  <a:pt x="52" y="210"/>
                  <a:pt x="52" y="210"/>
                </a:cubicBezTo>
                <a:cubicBezTo>
                  <a:pt x="40" y="210"/>
                  <a:pt x="40" y="210"/>
                  <a:pt x="40" y="210"/>
                </a:cubicBezTo>
                <a:cubicBezTo>
                  <a:pt x="40" y="264"/>
                  <a:pt x="40" y="264"/>
                  <a:pt x="40" y="264"/>
                </a:cubicBezTo>
                <a:cubicBezTo>
                  <a:pt x="3" y="264"/>
                  <a:pt x="3" y="264"/>
                  <a:pt x="3" y="264"/>
                </a:cubicBezTo>
                <a:cubicBezTo>
                  <a:pt x="3" y="202"/>
                  <a:pt x="3" y="202"/>
                  <a:pt x="3" y="202"/>
                </a:cubicBezTo>
                <a:cubicBezTo>
                  <a:pt x="3" y="202"/>
                  <a:pt x="0" y="155"/>
                  <a:pt x="64" y="154"/>
                </a:cubicBezTo>
                <a:cubicBezTo>
                  <a:pt x="99" y="154"/>
                  <a:pt x="99" y="154"/>
                  <a:pt x="99" y="154"/>
                </a:cubicBezTo>
                <a:cubicBezTo>
                  <a:pt x="111" y="174"/>
                  <a:pt x="111" y="174"/>
                  <a:pt x="111" y="174"/>
                </a:cubicBezTo>
                <a:cubicBezTo>
                  <a:pt x="124" y="154"/>
                  <a:pt x="124" y="154"/>
                  <a:pt x="124" y="154"/>
                </a:cubicBezTo>
                <a:cubicBezTo>
                  <a:pt x="154" y="154"/>
                  <a:pt x="154" y="154"/>
                  <a:pt x="154" y="154"/>
                </a:cubicBezTo>
                <a:cubicBezTo>
                  <a:pt x="154" y="154"/>
                  <a:pt x="211" y="153"/>
                  <a:pt x="215" y="202"/>
                </a:cubicBezTo>
                <a:close/>
                <a:moveTo>
                  <a:pt x="122" y="195"/>
                </a:moveTo>
                <a:cubicBezTo>
                  <a:pt x="112" y="177"/>
                  <a:pt x="112" y="177"/>
                  <a:pt x="112" y="177"/>
                </a:cubicBezTo>
                <a:cubicBezTo>
                  <a:pt x="101" y="195"/>
                  <a:pt x="101" y="195"/>
                  <a:pt x="101" y="195"/>
                </a:cubicBezTo>
                <a:cubicBezTo>
                  <a:pt x="112" y="247"/>
                  <a:pt x="112" y="247"/>
                  <a:pt x="112" y="247"/>
                </a:cubicBezTo>
                <a:lnTo>
                  <a:pt x="122" y="195"/>
                </a:lnTo>
                <a:close/>
                <a:moveTo>
                  <a:pt x="48" y="71"/>
                </a:moveTo>
                <a:cubicBezTo>
                  <a:pt x="44" y="25"/>
                  <a:pt x="44" y="25"/>
                  <a:pt x="44" y="25"/>
                </a:cubicBezTo>
                <a:cubicBezTo>
                  <a:pt x="40" y="71"/>
                  <a:pt x="40" y="71"/>
                  <a:pt x="40" y="71"/>
                </a:cubicBezTo>
                <a:cubicBezTo>
                  <a:pt x="44" y="84"/>
                  <a:pt x="44" y="84"/>
                  <a:pt x="44" y="84"/>
                </a:cubicBezTo>
                <a:lnTo>
                  <a:pt x="48" y="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2" name="Freeform 18"/>
          <p:cNvSpPr>
            <a:spLocks noEditPoints="1"/>
          </p:cNvSpPr>
          <p:nvPr/>
        </p:nvSpPr>
        <p:spPr bwMode="auto">
          <a:xfrm>
            <a:off x="10900926" y="4438040"/>
            <a:ext cx="513241" cy="489217"/>
          </a:xfrm>
          <a:custGeom>
            <a:avLst/>
            <a:gdLst>
              <a:gd name="T0" fmla="*/ 18 w 272"/>
              <a:gd name="T1" fmla="*/ 0 h 259"/>
              <a:gd name="T2" fmla="*/ 0 w 272"/>
              <a:gd name="T3" fmla="*/ 186 h 259"/>
              <a:gd name="T4" fmla="*/ 109 w 272"/>
              <a:gd name="T5" fmla="*/ 204 h 259"/>
              <a:gd name="T6" fmla="*/ 81 w 272"/>
              <a:gd name="T7" fmla="*/ 259 h 259"/>
              <a:gd name="T8" fmla="*/ 164 w 272"/>
              <a:gd name="T9" fmla="*/ 259 h 259"/>
              <a:gd name="T10" fmla="*/ 191 w 272"/>
              <a:gd name="T11" fmla="*/ 241 h 259"/>
              <a:gd name="T12" fmla="*/ 254 w 272"/>
              <a:gd name="T13" fmla="*/ 204 h 259"/>
              <a:gd name="T14" fmla="*/ 272 w 272"/>
              <a:gd name="T15" fmla="*/ 18 h 259"/>
              <a:gd name="T16" fmla="*/ 137 w 272"/>
              <a:gd name="T17" fmla="*/ 198 h 259"/>
              <a:gd name="T18" fmla="*/ 137 w 272"/>
              <a:gd name="T19" fmla="*/ 166 h 259"/>
              <a:gd name="T20" fmla="*/ 137 w 272"/>
              <a:gd name="T21" fmla="*/ 198 h 259"/>
              <a:gd name="T22" fmla="*/ 253 w 272"/>
              <a:gd name="T23" fmla="*/ 161 h 259"/>
              <a:gd name="T24" fmla="*/ 20 w 272"/>
              <a:gd name="T25" fmla="*/ 20 h 259"/>
              <a:gd name="T26" fmla="*/ 253 w 272"/>
              <a:gd name="T27" fmla="*/ 161 h 259"/>
              <a:gd name="T28" fmla="*/ 138 w 272"/>
              <a:gd name="T29" fmla="*/ 192 h 259"/>
              <a:gd name="T30" fmla="*/ 138 w 272"/>
              <a:gd name="T31" fmla="*/ 172 h 259"/>
              <a:gd name="T32" fmla="*/ 151 w 272"/>
              <a:gd name="T33" fmla="*/ 87 h 259"/>
              <a:gd name="T34" fmla="*/ 148 w 272"/>
              <a:gd name="T35" fmla="*/ 77 h 259"/>
              <a:gd name="T36" fmla="*/ 157 w 272"/>
              <a:gd name="T37" fmla="*/ 82 h 259"/>
              <a:gd name="T38" fmla="*/ 178 w 272"/>
              <a:gd name="T39" fmla="*/ 98 h 259"/>
              <a:gd name="T40" fmla="*/ 176 w 272"/>
              <a:gd name="T41" fmla="*/ 77 h 259"/>
              <a:gd name="T42" fmla="*/ 189 w 272"/>
              <a:gd name="T43" fmla="*/ 87 h 259"/>
              <a:gd name="T44" fmla="*/ 129 w 272"/>
              <a:gd name="T45" fmla="*/ 110 h 259"/>
              <a:gd name="T46" fmla="*/ 230 w 272"/>
              <a:gd name="T47" fmla="*/ 65 h 259"/>
              <a:gd name="T48" fmla="*/ 129 w 272"/>
              <a:gd name="T49" fmla="*/ 110 h 259"/>
              <a:gd name="T50" fmla="*/ 221 w 272"/>
              <a:gd name="T51" fmla="*/ 78 h 259"/>
              <a:gd name="T52" fmla="*/ 209 w 272"/>
              <a:gd name="T53" fmla="*/ 85 h 259"/>
              <a:gd name="T54" fmla="*/ 220 w 272"/>
              <a:gd name="T55" fmla="*/ 91 h 259"/>
              <a:gd name="T56" fmla="*/ 209 w 272"/>
              <a:gd name="T57" fmla="*/ 104 h 259"/>
              <a:gd name="T58" fmla="*/ 202 w 272"/>
              <a:gd name="T59" fmla="*/ 72 h 259"/>
              <a:gd name="T60" fmla="*/ 169 w 272"/>
              <a:gd name="T61" fmla="*/ 72 h 259"/>
              <a:gd name="T62" fmla="*/ 191 w 272"/>
              <a:gd name="T63" fmla="*/ 75 h 259"/>
              <a:gd name="T64" fmla="*/ 192 w 272"/>
              <a:gd name="T65" fmla="*/ 100 h 259"/>
              <a:gd name="T66" fmla="*/ 169 w 272"/>
              <a:gd name="T67" fmla="*/ 103 h 259"/>
              <a:gd name="T68" fmla="*/ 151 w 272"/>
              <a:gd name="T69" fmla="*/ 71 h 259"/>
              <a:gd name="T70" fmla="*/ 164 w 272"/>
              <a:gd name="T71" fmla="*/ 81 h 259"/>
              <a:gd name="T72" fmla="*/ 151 w 272"/>
              <a:gd name="T73" fmla="*/ 92 h 259"/>
              <a:gd name="T74" fmla="*/ 148 w 272"/>
              <a:gd name="T75" fmla="*/ 104 h 259"/>
              <a:gd name="T76" fmla="*/ 141 w 272"/>
              <a:gd name="T77" fmla="*/ 72 h 259"/>
              <a:gd name="T78" fmla="*/ 151 w 272"/>
              <a:gd name="T79" fmla="*/ 71 h 259"/>
              <a:gd name="T80" fmla="*/ 59 w 272"/>
              <a:gd name="T81" fmla="*/ 114 h 259"/>
              <a:gd name="T82" fmla="*/ 201 w 272"/>
              <a:gd name="T83" fmla="*/ 35 h 259"/>
              <a:gd name="T84" fmla="*/ 193 w 272"/>
              <a:gd name="T85" fmla="*/ 60 h 259"/>
              <a:gd name="T86" fmla="*/ 68 w 272"/>
              <a:gd name="T87" fmla="*/ 43 h 259"/>
              <a:gd name="T88" fmla="*/ 99 w 272"/>
              <a:gd name="T89" fmla="*/ 106 h 259"/>
              <a:gd name="T90" fmla="*/ 193 w 272"/>
              <a:gd name="T91" fmla="*/ 131 h 259"/>
              <a:gd name="T92" fmla="*/ 201 w 272"/>
              <a:gd name="T93" fmla="*/ 117 h 259"/>
              <a:gd name="T94" fmla="*/ 89 w 272"/>
              <a:gd name="T95" fmla="*/ 14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72" h="259">
                <a:moveTo>
                  <a:pt x="254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96"/>
                  <a:pt x="8" y="204"/>
                  <a:pt x="18" y="204"/>
                </a:cubicBezTo>
                <a:cubicBezTo>
                  <a:pt x="109" y="204"/>
                  <a:pt x="109" y="204"/>
                  <a:pt x="109" y="204"/>
                </a:cubicBezTo>
                <a:cubicBezTo>
                  <a:pt x="109" y="204"/>
                  <a:pt x="113" y="241"/>
                  <a:pt x="81" y="241"/>
                </a:cubicBezTo>
                <a:cubicBezTo>
                  <a:pt x="81" y="259"/>
                  <a:pt x="81" y="259"/>
                  <a:pt x="81" y="259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64" y="259"/>
                  <a:pt x="164" y="259"/>
                  <a:pt x="164" y="259"/>
                </a:cubicBezTo>
                <a:cubicBezTo>
                  <a:pt x="191" y="259"/>
                  <a:pt x="191" y="259"/>
                  <a:pt x="191" y="259"/>
                </a:cubicBezTo>
                <a:cubicBezTo>
                  <a:pt x="191" y="241"/>
                  <a:pt x="191" y="241"/>
                  <a:pt x="191" y="241"/>
                </a:cubicBezTo>
                <a:cubicBezTo>
                  <a:pt x="159" y="241"/>
                  <a:pt x="164" y="204"/>
                  <a:pt x="164" y="204"/>
                </a:cubicBezTo>
                <a:cubicBezTo>
                  <a:pt x="254" y="204"/>
                  <a:pt x="254" y="204"/>
                  <a:pt x="254" y="204"/>
                </a:cubicBezTo>
                <a:cubicBezTo>
                  <a:pt x="264" y="204"/>
                  <a:pt x="272" y="196"/>
                  <a:pt x="272" y="186"/>
                </a:cubicBezTo>
                <a:cubicBezTo>
                  <a:pt x="272" y="18"/>
                  <a:pt x="272" y="18"/>
                  <a:pt x="272" y="18"/>
                </a:cubicBezTo>
                <a:cubicBezTo>
                  <a:pt x="272" y="8"/>
                  <a:pt x="264" y="0"/>
                  <a:pt x="254" y="0"/>
                </a:cubicBezTo>
                <a:close/>
                <a:moveTo>
                  <a:pt x="137" y="198"/>
                </a:moveTo>
                <a:cubicBezTo>
                  <a:pt x="129" y="198"/>
                  <a:pt x="122" y="191"/>
                  <a:pt x="122" y="182"/>
                </a:cubicBezTo>
                <a:cubicBezTo>
                  <a:pt x="122" y="173"/>
                  <a:pt x="129" y="166"/>
                  <a:pt x="137" y="166"/>
                </a:cubicBezTo>
                <a:cubicBezTo>
                  <a:pt x="146" y="166"/>
                  <a:pt x="153" y="173"/>
                  <a:pt x="153" y="182"/>
                </a:cubicBezTo>
                <a:cubicBezTo>
                  <a:pt x="153" y="191"/>
                  <a:pt x="146" y="198"/>
                  <a:pt x="137" y="198"/>
                </a:cubicBezTo>
                <a:close/>
                <a:moveTo>
                  <a:pt x="253" y="161"/>
                </a:moveTo>
                <a:cubicBezTo>
                  <a:pt x="253" y="161"/>
                  <a:pt x="253" y="161"/>
                  <a:pt x="253" y="161"/>
                </a:cubicBezTo>
                <a:cubicBezTo>
                  <a:pt x="20" y="161"/>
                  <a:pt x="20" y="161"/>
                  <a:pt x="20" y="161"/>
                </a:cubicBezTo>
                <a:cubicBezTo>
                  <a:pt x="20" y="20"/>
                  <a:pt x="20" y="20"/>
                  <a:pt x="20" y="20"/>
                </a:cubicBezTo>
                <a:cubicBezTo>
                  <a:pt x="253" y="20"/>
                  <a:pt x="253" y="20"/>
                  <a:pt x="253" y="20"/>
                </a:cubicBezTo>
                <a:cubicBezTo>
                  <a:pt x="253" y="161"/>
                  <a:pt x="253" y="161"/>
                  <a:pt x="253" y="161"/>
                </a:cubicBezTo>
                <a:close/>
                <a:moveTo>
                  <a:pt x="147" y="182"/>
                </a:moveTo>
                <a:cubicBezTo>
                  <a:pt x="147" y="187"/>
                  <a:pt x="143" y="192"/>
                  <a:pt x="138" y="192"/>
                </a:cubicBezTo>
                <a:cubicBezTo>
                  <a:pt x="132" y="192"/>
                  <a:pt x="128" y="187"/>
                  <a:pt x="128" y="182"/>
                </a:cubicBezTo>
                <a:cubicBezTo>
                  <a:pt x="128" y="177"/>
                  <a:pt x="132" y="172"/>
                  <a:pt x="138" y="172"/>
                </a:cubicBezTo>
                <a:cubicBezTo>
                  <a:pt x="143" y="172"/>
                  <a:pt x="147" y="177"/>
                  <a:pt x="147" y="182"/>
                </a:cubicBezTo>
                <a:close/>
                <a:moveTo>
                  <a:pt x="151" y="87"/>
                </a:moveTo>
                <a:cubicBezTo>
                  <a:pt x="150" y="87"/>
                  <a:pt x="149" y="87"/>
                  <a:pt x="148" y="87"/>
                </a:cubicBezTo>
                <a:cubicBezTo>
                  <a:pt x="148" y="77"/>
                  <a:pt x="148" y="77"/>
                  <a:pt x="148" y="77"/>
                </a:cubicBezTo>
                <a:cubicBezTo>
                  <a:pt x="149" y="77"/>
                  <a:pt x="150" y="77"/>
                  <a:pt x="151" y="77"/>
                </a:cubicBezTo>
                <a:cubicBezTo>
                  <a:pt x="155" y="77"/>
                  <a:pt x="157" y="79"/>
                  <a:pt x="157" y="82"/>
                </a:cubicBezTo>
                <a:cubicBezTo>
                  <a:pt x="157" y="85"/>
                  <a:pt x="155" y="87"/>
                  <a:pt x="151" y="87"/>
                </a:cubicBezTo>
                <a:close/>
                <a:moveTo>
                  <a:pt x="178" y="98"/>
                </a:moveTo>
                <a:cubicBezTo>
                  <a:pt x="177" y="98"/>
                  <a:pt x="176" y="98"/>
                  <a:pt x="176" y="98"/>
                </a:cubicBezTo>
                <a:cubicBezTo>
                  <a:pt x="176" y="77"/>
                  <a:pt x="176" y="77"/>
                  <a:pt x="176" y="77"/>
                </a:cubicBezTo>
                <a:cubicBezTo>
                  <a:pt x="176" y="77"/>
                  <a:pt x="178" y="77"/>
                  <a:pt x="179" y="77"/>
                </a:cubicBezTo>
                <a:cubicBezTo>
                  <a:pt x="185" y="77"/>
                  <a:pt x="189" y="80"/>
                  <a:pt x="189" y="87"/>
                </a:cubicBezTo>
                <a:cubicBezTo>
                  <a:pt x="189" y="95"/>
                  <a:pt x="185" y="98"/>
                  <a:pt x="178" y="98"/>
                </a:cubicBezTo>
                <a:close/>
                <a:moveTo>
                  <a:pt x="129" y="110"/>
                </a:moveTo>
                <a:cubicBezTo>
                  <a:pt x="230" y="110"/>
                  <a:pt x="230" y="110"/>
                  <a:pt x="230" y="110"/>
                </a:cubicBezTo>
                <a:cubicBezTo>
                  <a:pt x="230" y="65"/>
                  <a:pt x="230" y="65"/>
                  <a:pt x="230" y="65"/>
                </a:cubicBezTo>
                <a:cubicBezTo>
                  <a:pt x="129" y="65"/>
                  <a:pt x="129" y="65"/>
                  <a:pt x="129" y="65"/>
                </a:cubicBezTo>
                <a:lnTo>
                  <a:pt x="129" y="110"/>
                </a:lnTo>
                <a:close/>
                <a:moveTo>
                  <a:pt x="221" y="72"/>
                </a:moveTo>
                <a:cubicBezTo>
                  <a:pt x="221" y="78"/>
                  <a:pt x="221" y="78"/>
                  <a:pt x="221" y="78"/>
                </a:cubicBezTo>
                <a:cubicBezTo>
                  <a:pt x="209" y="78"/>
                  <a:pt x="209" y="78"/>
                  <a:pt x="209" y="78"/>
                </a:cubicBezTo>
                <a:cubicBezTo>
                  <a:pt x="209" y="85"/>
                  <a:pt x="209" y="85"/>
                  <a:pt x="209" y="85"/>
                </a:cubicBezTo>
                <a:cubicBezTo>
                  <a:pt x="220" y="85"/>
                  <a:pt x="220" y="85"/>
                  <a:pt x="220" y="85"/>
                </a:cubicBezTo>
                <a:cubicBezTo>
                  <a:pt x="220" y="91"/>
                  <a:pt x="220" y="91"/>
                  <a:pt x="220" y="91"/>
                </a:cubicBezTo>
                <a:cubicBezTo>
                  <a:pt x="209" y="91"/>
                  <a:pt x="209" y="91"/>
                  <a:pt x="209" y="91"/>
                </a:cubicBezTo>
                <a:cubicBezTo>
                  <a:pt x="209" y="104"/>
                  <a:pt x="209" y="104"/>
                  <a:pt x="209" y="104"/>
                </a:cubicBezTo>
                <a:cubicBezTo>
                  <a:pt x="202" y="104"/>
                  <a:pt x="202" y="104"/>
                  <a:pt x="202" y="104"/>
                </a:cubicBezTo>
                <a:cubicBezTo>
                  <a:pt x="202" y="72"/>
                  <a:pt x="202" y="72"/>
                  <a:pt x="202" y="72"/>
                </a:cubicBezTo>
                <a:lnTo>
                  <a:pt x="221" y="72"/>
                </a:lnTo>
                <a:close/>
                <a:moveTo>
                  <a:pt x="169" y="72"/>
                </a:moveTo>
                <a:cubicBezTo>
                  <a:pt x="171" y="72"/>
                  <a:pt x="175" y="71"/>
                  <a:pt x="178" y="71"/>
                </a:cubicBezTo>
                <a:cubicBezTo>
                  <a:pt x="184" y="71"/>
                  <a:pt x="188" y="72"/>
                  <a:pt x="191" y="75"/>
                </a:cubicBezTo>
                <a:cubicBezTo>
                  <a:pt x="195" y="77"/>
                  <a:pt x="197" y="81"/>
                  <a:pt x="197" y="87"/>
                </a:cubicBezTo>
                <a:cubicBezTo>
                  <a:pt x="197" y="93"/>
                  <a:pt x="195" y="97"/>
                  <a:pt x="192" y="100"/>
                </a:cubicBezTo>
                <a:cubicBezTo>
                  <a:pt x="188" y="103"/>
                  <a:pt x="183" y="104"/>
                  <a:pt x="177" y="104"/>
                </a:cubicBezTo>
                <a:cubicBezTo>
                  <a:pt x="173" y="104"/>
                  <a:pt x="170" y="104"/>
                  <a:pt x="169" y="103"/>
                </a:cubicBezTo>
                <a:lnTo>
                  <a:pt x="169" y="72"/>
                </a:lnTo>
                <a:close/>
                <a:moveTo>
                  <a:pt x="151" y="71"/>
                </a:moveTo>
                <a:cubicBezTo>
                  <a:pt x="155" y="71"/>
                  <a:pt x="159" y="72"/>
                  <a:pt x="161" y="74"/>
                </a:cubicBezTo>
                <a:cubicBezTo>
                  <a:pt x="163" y="76"/>
                  <a:pt x="164" y="78"/>
                  <a:pt x="164" y="81"/>
                </a:cubicBezTo>
                <a:cubicBezTo>
                  <a:pt x="164" y="85"/>
                  <a:pt x="163" y="87"/>
                  <a:pt x="161" y="89"/>
                </a:cubicBezTo>
                <a:cubicBezTo>
                  <a:pt x="159" y="91"/>
                  <a:pt x="155" y="92"/>
                  <a:pt x="151" y="92"/>
                </a:cubicBezTo>
                <a:cubicBezTo>
                  <a:pt x="150" y="92"/>
                  <a:pt x="149" y="92"/>
                  <a:pt x="148" y="92"/>
                </a:cubicBezTo>
                <a:cubicBezTo>
                  <a:pt x="148" y="104"/>
                  <a:pt x="148" y="104"/>
                  <a:pt x="148" y="104"/>
                </a:cubicBezTo>
                <a:cubicBezTo>
                  <a:pt x="141" y="104"/>
                  <a:pt x="141" y="104"/>
                  <a:pt x="141" y="104"/>
                </a:cubicBezTo>
                <a:cubicBezTo>
                  <a:pt x="141" y="72"/>
                  <a:pt x="141" y="72"/>
                  <a:pt x="141" y="72"/>
                </a:cubicBezTo>
                <a:cubicBezTo>
                  <a:pt x="141" y="72"/>
                  <a:pt x="141" y="72"/>
                  <a:pt x="141" y="72"/>
                </a:cubicBezTo>
                <a:cubicBezTo>
                  <a:pt x="143" y="72"/>
                  <a:pt x="146" y="71"/>
                  <a:pt x="151" y="71"/>
                </a:cubicBezTo>
                <a:close/>
                <a:moveTo>
                  <a:pt x="89" y="141"/>
                </a:moveTo>
                <a:cubicBezTo>
                  <a:pt x="59" y="114"/>
                  <a:pt x="59" y="114"/>
                  <a:pt x="59" y="114"/>
                </a:cubicBezTo>
                <a:cubicBezTo>
                  <a:pt x="59" y="35"/>
                  <a:pt x="59" y="35"/>
                  <a:pt x="59" y="35"/>
                </a:cubicBezTo>
                <a:cubicBezTo>
                  <a:pt x="201" y="35"/>
                  <a:pt x="201" y="35"/>
                  <a:pt x="201" y="35"/>
                </a:cubicBezTo>
                <a:cubicBezTo>
                  <a:pt x="201" y="60"/>
                  <a:pt x="201" y="60"/>
                  <a:pt x="201" y="60"/>
                </a:cubicBezTo>
                <a:cubicBezTo>
                  <a:pt x="193" y="60"/>
                  <a:pt x="193" y="60"/>
                  <a:pt x="193" y="60"/>
                </a:cubicBezTo>
                <a:cubicBezTo>
                  <a:pt x="193" y="43"/>
                  <a:pt x="193" y="43"/>
                  <a:pt x="193" y="43"/>
                </a:cubicBezTo>
                <a:cubicBezTo>
                  <a:pt x="68" y="43"/>
                  <a:pt x="68" y="43"/>
                  <a:pt x="68" y="43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99" y="131"/>
                  <a:pt x="99" y="131"/>
                  <a:pt x="99" y="131"/>
                </a:cubicBezTo>
                <a:cubicBezTo>
                  <a:pt x="193" y="131"/>
                  <a:pt x="193" y="131"/>
                  <a:pt x="193" y="131"/>
                </a:cubicBezTo>
                <a:cubicBezTo>
                  <a:pt x="193" y="117"/>
                  <a:pt x="193" y="117"/>
                  <a:pt x="193" y="117"/>
                </a:cubicBezTo>
                <a:cubicBezTo>
                  <a:pt x="201" y="117"/>
                  <a:pt x="201" y="117"/>
                  <a:pt x="201" y="117"/>
                </a:cubicBezTo>
                <a:cubicBezTo>
                  <a:pt x="201" y="140"/>
                  <a:pt x="201" y="140"/>
                  <a:pt x="201" y="140"/>
                </a:cubicBezTo>
                <a:cubicBezTo>
                  <a:pt x="89" y="140"/>
                  <a:pt x="89" y="140"/>
                  <a:pt x="89" y="140"/>
                </a:cubicBezTo>
                <a:lnTo>
                  <a:pt x="89" y="1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8" name="组合 317"/>
          <p:cNvGrpSpPr/>
          <p:nvPr/>
        </p:nvGrpSpPr>
        <p:grpSpPr>
          <a:xfrm>
            <a:off x="8162815" y="5111220"/>
            <a:ext cx="445537" cy="478297"/>
            <a:chOff x="12955234" y="3792946"/>
            <a:chExt cx="647700" cy="695325"/>
          </a:xfrm>
          <a:solidFill>
            <a:schemeClr val="accent1"/>
          </a:solidFill>
        </p:grpSpPr>
        <p:sp>
          <p:nvSpPr>
            <p:cNvPr id="293" name="Freeform 19"/>
            <p:cNvSpPr/>
            <p:nvPr/>
          </p:nvSpPr>
          <p:spPr bwMode="auto">
            <a:xfrm>
              <a:off x="13260034" y="3977096"/>
              <a:ext cx="200025" cy="192088"/>
            </a:xfrm>
            <a:custGeom>
              <a:avLst/>
              <a:gdLst>
                <a:gd name="T0" fmla="*/ 68 w 73"/>
                <a:gd name="T1" fmla="*/ 60 h 70"/>
                <a:gd name="T2" fmla="*/ 10 w 73"/>
                <a:gd name="T3" fmla="*/ 60 h 70"/>
                <a:gd name="T4" fmla="*/ 10 w 73"/>
                <a:gd name="T5" fmla="*/ 6 h 70"/>
                <a:gd name="T6" fmla="*/ 0 w 73"/>
                <a:gd name="T7" fmla="*/ 6 h 70"/>
                <a:gd name="T8" fmla="*/ 0 w 73"/>
                <a:gd name="T9" fmla="*/ 65 h 70"/>
                <a:gd name="T10" fmla="*/ 4 w 73"/>
                <a:gd name="T11" fmla="*/ 69 h 70"/>
                <a:gd name="T12" fmla="*/ 5 w 73"/>
                <a:gd name="T13" fmla="*/ 70 h 70"/>
                <a:gd name="T14" fmla="*/ 68 w 73"/>
                <a:gd name="T15" fmla="*/ 70 h 70"/>
                <a:gd name="T16" fmla="*/ 73 w 73"/>
                <a:gd name="T17" fmla="*/ 65 h 70"/>
                <a:gd name="T18" fmla="*/ 68 w 73"/>
                <a:gd name="T19" fmla="*/ 6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70">
                  <a:moveTo>
                    <a:pt x="68" y="60"/>
                  </a:moveTo>
                  <a:cubicBezTo>
                    <a:pt x="10" y="60"/>
                    <a:pt x="10" y="60"/>
                    <a:pt x="10" y="6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0"/>
                    <a:pt x="0" y="0"/>
                    <a:pt x="0" y="6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2" y="69"/>
                    <a:pt x="4" y="69"/>
                  </a:cubicBezTo>
                  <a:cubicBezTo>
                    <a:pt x="4" y="69"/>
                    <a:pt x="4" y="70"/>
                    <a:pt x="5" y="70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71" y="70"/>
                    <a:pt x="73" y="67"/>
                    <a:pt x="73" y="65"/>
                  </a:cubicBezTo>
                  <a:cubicBezTo>
                    <a:pt x="73" y="62"/>
                    <a:pt x="71" y="60"/>
                    <a:pt x="68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4" name="Freeform 20"/>
            <p:cNvSpPr>
              <a:spLocks noEditPoints="1"/>
            </p:cNvSpPr>
            <p:nvPr/>
          </p:nvSpPr>
          <p:spPr bwMode="auto">
            <a:xfrm>
              <a:off x="12955234" y="3792946"/>
              <a:ext cx="647700" cy="695325"/>
            </a:xfrm>
            <a:custGeom>
              <a:avLst/>
              <a:gdLst>
                <a:gd name="T0" fmla="*/ 236 w 236"/>
                <a:gd name="T1" fmla="*/ 123 h 253"/>
                <a:gd name="T2" fmla="*/ 220 w 236"/>
                <a:gd name="T3" fmla="*/ 63 h 253"/>
                <a:gd name="T4" fmla="*/ 226 w 236"/>
                <a:gd name="T5" fmla="*/ 60 h 253"/>
                <a:gd name="T6" fmla="*/ 220 w 236"/>
                <a:gd name="T7" fmla="*/ 24 h 253"/>
                <a:gd name="T8" fmla="*/ 221 w 236"/>
                <a:gd name="T9" fmla="*/ 22 h 253"/>
                <a:gd name="T10" fmla="*/ 221 w 236"/>
                <a:gd name="T11" fmla="*/ 12 h 253"/>
                <a:gd name="T12" fmla="*/ 210 w 236"/>
                <a:gd name="T13" fmla="*/ 12 h 253"/>
                <a:gd name="T14" fmla="*/ 209 w 236"/>
                <a:gd name="T15" fmla="*/ 13 h 253"/>
                <a:gd name="T16" fmla="*/ 173 w 236"/>
                <a:gd name="T17" fmla="*/ 7 h 253"/>
                <a:gd name="T18" fmla="*/ 169 w 236"/>
                <a:gd name="T19" fmla="*/ 16 h 253"/>
                <a:gd name="T20" fmla="*/ 168 w 236"/>
                <a:gd name="T21" fmla="*/ 16 h 253"/>
                <a:gd name="T22" fmla="*/ 118 w 236"/>
                <a:gd name="T23" fmla="*/ 5 h 253"/>
                <a:gd name="T24" fmla="*/ 79 w 236"/>
                <a:gd name="T25" fmla="*/ 11 h 253"/>
                <a:gd name="T26" fmla="*/ 74 w 236"/>
                <a:gd name="T27" fmla="*/ 13 h 253"/>
                <a:gd name="T28" fmla="*/ 70 w 236"/>
                <a:gd name="T29" fmla="*/ 15 h 253"/>
                <a:gd name="T30" fmla="*/ 66 w 236"/>
                <a:gd name="T31" fmla="*/ 16 h 253"/>
                <a:gd name="T32" fmla="*/ 62 w 236"/>
                <a:gd name="T33" fmla="*/ 7 h 253"/>
                <a:gd name="T34" fmla="*/ 27 w 236"/>
                <a:gd name="T35" fmla="*/ 13 h 253"/>
                <a:gd name="T36" fmla="*/ 25 w 236"/>
                <a:gd name="T37" fmla="*/ 12 h 253"/>
                <a:gd name="T38" fmla="*/ 15 w 236"/>
                <a:gd name="T39" fmla="*/ 12 h 253"/>
                <a:gd name="T40" fmla="*/ 15 w 236"/>
                <a:gd name="T41" fmla="*/ 22 h 253"/>
                <a:gd name="T42" fmla="*/ 16 w 236"/>
                <a:gd name="T43" fmla="*/ 24 h 253"/>
                <a:gd name="T44" fmla="*/ 9 w 236"/>
                <a:gd name="T45" fmla="*/ 60 h 253"/>
                <a:gd name="T46" fmla="*/ 16 w 236"/>
                <a:gd name="T47" fmla="*/ 63 h 253"/>
                <a:gd name="T48" fmla="*/ 14 w 236"/>
                <a:gd name="T49" fmla="*/ 66 h 253"/>
                <a:gd name="T50" fmla="*/ 13 w 236"/>
                <a:gd name="T51" fmla="*/ 68 h 253"/>
                <a:gd name="T52" fmla="*/ 10 w 236"/>
                <a:gd name="T53" fmla="*/ 75 h 253"/>
                <a:gd name="T54" fmla="*/ 0 w 236"/>
                <a:gd name="T55" fmla="*/ 123 h 253"/>
                <a:gd name="T56" fmla="*/ 45 w 236"/>
                <a:gd name="T57" fmla="*/ 216 h 253"/>
                <a:gd name="T58" fmla="*/ 28 w 236"/>
                <a:gd name="T59" fmla="*/ 249 h 253"/>
                <a:gd name="T60" fmla="*/ 36 w 236"/>
                <a:gd name="T61" fmla="*/ 253 h 253"/>
                <a:gd name="T62" fmla="*/ 62 w 236"/>
                <a:gd name="T63" fmla="*/ 227 h 253"/>
                <a:gd name="T64" fmla="*/ 118 w 236"/>
                <a:gd name="T65" fmla="*/ 241 h 253"/>
                <a:gd name="T66" fmla="*/ 174 w 236"/>
                <a:gd name="T67" fmla="*/ 227 h 253"/>
                <a:gd name="T68" fmla="*/ 199 w 236"/>
                <a:gd name="T69" fmla="*/ 253 h 253"/>
                <a:gd name="T70" fmla="*/ 208 w 236"/>
                <a:gd name="T71" fmla="*/ 249 h 253"/>
                <a:gd name="T72" fmla="*/ 190 w 236"/>
                <a:gd name="T73" fmla="*/ 217 h 253"/>
                <a:gd name="T74" fmla="*/ 236 w 236"/>
                <a:gd name="T75" fmla="*/ 123 h 253"/>
                <a:gd name="T76" fmla="*/ 21 w 236"/>
                <a:gd name="T77" fmla="*/ 123 h 253"/>
                <a:gd name="T78" fmla="*/ 118 w 236"/>
                <a:gd name="T79" fmla="*/ 26 h 253"/>
                <a:gd name="T80" fmla="*/ 215 w 236"/>
                <a:gd name="T81" fmla="*/ 123 h 253"/>
                <a:gd name="T82" fmla="*/ 118 w 236"/>
                <a:gd name="T83" fmla="*/ 220 h 253"/>
                <a:gd name="T84" fmla="*/ 21 w 236"/>
                <a:gd name="T85" fmla="*/ 12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6" h="253">
                  <a:moveTo>
                    <a:pt x="236" y="123"/>
                  </a:moveTo>
                  <a:cubicBezTo>
                    <a:pt x="236" y="101"/>
                    <a:pt x="230" y="81"/>
                    <a:pt x="220" y="63"/>
                  </a:cubicBezTo>
                  <a:cubicBezTo>
                    <a:pt x="222" y="63"/>
                    <a:pt x="224" y="62"/>
                    <a:pt x="226" y="60"/>
                  </a:cubicBezTo>
                  <a:cubicBezTo>
                    <a:pt x="233" y="53"/>
                    <a:pt x="230" y="37"/>
                    <a:pt x="220" y="24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4" y="19"/>
                    <a:pt x="224" y="15"/>
                    <a:pt x="221" y="12"/>
                  </a:cubicBezTo>
                  <a:cubicBezTo>
                    <a:pt x="218" y="9"/>
                    <a:pt x="213" y="9"/>
                    <a:pt x="210" y="12"/>
                  </a:cubicBezTo>
                  <a:cubicBezTo>
                    <a:pt x="209" y="13"/>
                    <a:pt x="209" y="13"/>
                    <a:pt x="209" y="13"/>
                  </a:cubicBezTo>
                  <a:cubicBezTo>
                    <a:pt x="195" y="3"/>
                    <a:pt x="180" y="0"/>
                    <a:pt x="173" y="7"/>
                  </a:cubicBezTo>
                  <a:cubicBezTo>
                    <a:pt x="171" y="9"/>
                    <a:pt x="169" y="13"/>
                    <a:pt x="169" y="16"/>
                  </a:cubicBezTo>
                  <a:cubicBezTo>
                    <a:pt x="169" y="16"/>
                    <a:pt x="169" y="16"/>
                    <a:pt x="168" y="16"/>
                  </a:cubicBezTo>
                  <a:cubicBezTo>
                    <a:pt x="153" y="9"/>
                    <a:pt x="136" y="5"/>
                    <a:pt x="118" y="5"/>
                  </a:cubicBezTo>
                  <a:cubicBezTo>
                    <a:pt x="104" y="5"/>
                    <a:pt x="91" y="7"/>
                    <a:pt x="79" y="11"/>
                  </a:cubicBezTo>
                  <a:cubicBezTo>
                    <a:pt x="77" y="12"/>
                    <a:pt x="76" y="13"/>
                    <a:pt x="74" y="13"/>
                  </a:cubicBezTo>
                  <a:cubicBezTo>
                    <a:pt x="73" y="14"/>
                    <a:pt x="72" y="14"/>
                    <a:pt x="70" y="15"/>
                  </a:cubicBezTo>
                  <a:cubicBezTo>
                    <a:pt x="69" y="15"/>
                    <a:pt x="68" y="16"/>
                    <a:pt x="66" y="16"/>
                  </a:cubicBezTo>
                  <a:cubicBezTo>
                    <a:pt x="66" y="13"/>
                    <a:pt x="65" y="9"/>
                    <a:pt x="62" y="7"/>
                  </a:cubicBezTo>
                  <a:cubicBezTo>
                    <a:pt x="55" y="0"/>
                    <a:pt x="40" y="3"/>
                    <a:pt x="27" y="13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3" y="9"/>
                    <a:pt x="18" y="9"/>
                    <a:pt x="15" y="12"/>
                  </a:cubicBezTo>
                  <a:cubicBezTo>
                    <a:pt x="12" y="15"/>
                    <a:pt x="12" y="19"/>
                    <a:pt x="15" y="22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5" y="37"/>
                    <a:pt x="2" y="53"/>
                    <a:pt x="9" y="60"/>
                  </a:cubicBezTo>
                  <a:cubicBezTo>
                    <a:pt x="11" y="62"/>
                    <a:pt x="13" y="63"/>
                    <a:pt x="16" y="63"/>
                  </a:cubicBezTo>
                  <a:cubicBezTo>
                    <a:pt x="15" y="64"/>
                    <a:pt x="15" y="65"/>
                    <a:pt x="14" y="66"/>
                  </a:cubicBezTo>
                  <a:cubicBezTo>
                    <a:pt x="14" y="67"/>
                    <a:pt x="13" y="68"/>
                    <a:pt x="13" y="68"/>
                  </a:cubicBezTo>
                  <a:cubicBezTo>
                    <a:pt x="12" y="70"/>
                    <a:pt x="11" y="72"/>
                    <a:pt x="10" y="75"/>
                  </a:cubicBezTo>
                  <a:cubicBezTo>
                    <a:pt x="3" y="89"/>
                    <a:pt x="0" y="106"/>
                    <a:pt x="0" y="123"/>
                  </a:cubicBezTo>
                  <a:cubicBezTo>
                    <a:pt x="0" y="161"/>
                    <a:pt x="18" y="195"/>
                    <a:pt x="45" y="216"/>
                  </a:cubicBezTo>
                  <a:cubicBezTo>
                    <a:pt x="28" y="249"/>
                    <a:pt x="28" y="249"/>
                    <a:pt x="28" y="249"/>
                  </a:cubicBezTo>
                  <a:cubicBezTo>
                    <a:pt x="36" y="253"/>
                    <a:pt x="36" y="253"/>
                    <a:pt x="36" y="253"/>
                  </a:cubicBezTo>
                  <a:cubicBezTo>
                    <a:pt x="62" y="227"/>
                    <a:pt x="62" y="227"/>
                    <a:pt x="62" y="227"/>
                  </a:cubicBezTo>
                  <a:cubicBezTo>
                    <a:pt x="78" y="236"/>
                    <a:pt x="98" y="241"/>
                    <a:pt x="118" y="241"/>
                  </a:cubicBezTo>
                  <a:cubicBezTo>
                    <a:pt x="138" y="241"/>
                    <a:pt x="157" y="236"/>
                    <a:pt x="174" y="227"/>
                  </a:cubicBezTo>
                  <a:cubicBezTo>
                    <a:pt x="199" y="253"/>
                    <a:pt x="199" y="253"/>
                    <a:pt x="199" y="253"/>
                  </a:cubicBezTo>
                  <a:cubicBezTo>
                    <a:pt x="208" y="249"/>
                    <a:pt x="208" y="249"/>
                    <a:pt x="208" y="249"/>
                  </a:cubicBezTo>
                  <a:cubicBezTo>
                    <a:pt x="190" y="217"/>
                    <a:pt x="190" y="217"/>
                    <a:pt x="190" y="217"/>
                  </a:cubicBezTo>
                  <a:cubicBezTo>
                    <a:pt x="218" y="195"/>
                    <a:pt x="236" y="161"/>
                    <a:pt x="236" y="123"/>
                  </a:cubicBezTo>
                  <a:close/>
                  <a:moveTo>
                    <a:pt x="21" y="123"/>
                  </a:moveTo>
                  <a:cubicBezTo>
                    <a:pt x="21" y="69"/>
                    <a:pt x="64" y="26"/>
                    <a:pt x="118" y="26"/>
                  </a:cubicBezTo>
                  <a:cubicBezTo>
                    <a:pt x="172" y="26"/>
                    <a:pt x="215" y="69"/>
                    <a:pt x="215" y="123"/>
                  </a:cubicBezTo>
                  <a:cubicBezTo>
                    <a:pt x="215" y="177"/>
                    <a:pt x="172" y="220"/>
                    <a:pt x="118" y="220"/>
                  </a:cubicBezTo>
                  <a:cubicBezTo>
                    <a:pt x="64" y="220"/>
                    <a:pt x="21" y="177"/>
                    <a:pt x="21" y="1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5" name="Freeform 21"/>
          <p:cNvSpPr>
            <a:spLocks noEditPoints="1"/>
          </p:cNvSpPr>
          <p:nvPr/>
        </p:nvSpPr>
        <p:spPr bwMode="auto">
          <a:xfrm>
            <a:off x="8847343" y="5111220"/>
            <a:ext cx="517609" cy="519793"/>
          </a:xfrm>
          <a:custGeom>
            <a:avLst/>
            <a:gdLst>
              <a:gd name="T0" fmla="*/ 274 w 274"/>
              <a:gd name="T1" fmla="*/ 128 h 275"/>
              <a:gd name="T2" fmla="*/ 120 w 274"/>
              <a:gd name="T3" fmla="*/ 134 h 275"/>
              <a:gd name="T4" fmla="*/ 114 w 274"/>
              <a:gd name="T5" fmla="*/ 120 h 275"/>
              <a:gd name="T6" fmla="*/ 125 w 274"/>
              <a:gd name="T7" fmla="*/ 123 h 275"/>
              <a:gd name="T8" fmla="*/ 263 w 274"/>
              <a:gd name="T9" fmla="*/ 24 h 275"/>
              <a:gd name="T10" fmla="*/ 125 w 274"/>
              <a:gd name="T11" fmla="*/ 66 h 275"/>
              <a:gd name="T12" fmla="*/ 122 w 274"/>
              <a:gd name="T13" fmla="*/ 68 h 275"/>
              <a:gd name="T14" fmla="*/ 114 w 274"/>
              <a:gd name="T15" fmla="*/ 18 h 275"/>
              <a:gd name="T16" fmla="*/ 269 w 274"/>
              <a:gd name="T17" fmla="*/ 13 h 275"/>
              <a:gd name="T18" fmla="*/ 141 w 274"/>
              <a:gd name="T19" fmla="*/ 93 h 275"/>
              <a:gd name="T20" fmla="*/ 148 w 274"/>
              <a:gd name="T21" fmla="*/ 88 h 275"/>
              <a:gd name="T22" fmla="*/ 150 w 274"/>
              <a:gd name="T23" fmla="*/ 76 h 275"/>
              <a:gd name="T24" fmla="*/ 202 w 274"/>
              <a:gd name="T25" fmla="*/ 35 h 275"/>
              <a:gd name="T26" fmla="*/ 141 w 274"/>
              <a:gd name="T27" fmla="*/ 70 h 275"/>
              <a:gd name="T28" fmla="*/ 133 w 274"/>
              <a:gd name="T29" fmla="*/ 73 h 275"/>
              <a:gd name="T30" fmla="*/ 119 w 274"/>
              <a:gd name="T31" fmla="*/ 83 h 275"/>
              <a:gd name="T32" fmla="*/ 85 w 274"/>
              <a:gd name="T33" fmla="*/ 52 h 275"/>
              <a:gd name="T34" fmla="*/ 60 w 274"/>
              <a:gd name="T35" fmla="*/ 71 h 275"/>
              <a:gd name="T36" fmla="*/ 36 w 274"/>
              <a:gd name="T37" fmla="*/ 52 h 275"/>
              <a:gd name="T38" fmla="*/ 2 w 274"/>
              <a:gd name="T39" fmla="*/ 140 h 275"/>
              <a:gd name="T40" fmla="*/ 2 w 274"/>
              <a:gd name="T41" fmla="*/ 140 h 275"/>
              <a:gd name="T42" fmla="*/ 22 w 274"/>
              <a:gd name="T43" fmla="*/ 140 h 275"/>
              <a:gd name="T44" fmla="*/ 22 w 274"/>
              <a:gd name="T45" fmla="*/ 140 h 275"/>
              <a:gd name="T46" fmla="*/ 29 w 274"/>
              <a:gd name="T47" fmla="*/ 84 h 275"/>
              <a:gd name="T48" fmla="*/ 43 w 274"/>
              <a:gd name="T49" fmla="*/ 275 h 275"/>
              <a:gd name="T50" fmla="*/ 57 w 274"/>
              <a:gd name="T51" fmla="*/ 147 h 275"/>
              <a:gd name="T52" fmla="*/ 63 w 274"/>
              <a:gd name="T53" fmla="*/ 261 h 275"/>
              <a:gd name="T54" fmla="*/ 77 w 274"/>
              <a:gd name="T55" fmla="*/ 275 h 275"/>
              <a:gd name="T56" fmla="*/ 91 w 274"/>
              <a:gd name="T57" fmla="*/ 83 h 275"/>
              <a:gd name="T58" fmla="*/ 98 w 274"/>
              <a:gd name="T59" fmla="*/ 102 h 275"/>
              <a:gd name="T60" fmla="*/ 109 w 274"/>
              <a:gd name="T61" fmla="*/ 112 h 275"/>
              <a:gd name="T62" fmla="*/ 113 w 274"/>
              <a:gd name="T63" fmla="*/ 111 h 275"/>
              <a:gd name="T64" fmla="*/ 141 w 274"/>
              <a:gd name="T65" fmla="*/ 93 h 275"/>
              <a:gd name="T66" fmla="*/ 84 w 274"/>
              <a:gd name="T67" fmla="*/ 24 h 275"/>
              <a:gd name="T68" fmla="*/ 36 w 274"/>
              <a:gd name="T69" fmla="*/ 24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4" h="275">
                <a:moveTo>
                  <a:pt x="274" y="18"/>
                </a:moveTo>
                <a:cubicBezTo>
                  <a:pt x="274" y="128"/>
                  <a:pt x="274" y="128"/>
                  <a:pt x="274" y="128"/>
                </a:cubicBezTo>
                <a:cubicBezTo>
                  <a:pt x="274" y="131"/>
                  <a:pt x="272" y="134"/>
                  <a:pt x="269" y="134"/>
                </a:cubicBezTo>
                <a:cubicBezTo>
                  <a:pt x="120" y="134"/>
                  <a:pt x="120" y="134"/>
                  <a:pt x="120" y="134"/>
                </a:cubicBezTo>
                <a:cubicBezTo>
                  <a:pt x="116" y="134"/>
                  <a:pt x="114" y="131"/>
                  <a:pt x="114" y="128"/>
                </a:cubicBezTo>
                <a:cubicBezTo>
                  <a:pt x="114" y="120"/>
                  <a:pt x="114" y="120"/>
                  <a:pt x="114" y="120"/>
                </a:cubicBezTo>
                <a:cubicBezTo>
                  <a:pt x="125" y="112"/>
                  <a:pt x="125" y="112"/>
                  <a:pt x="125" y="112"/>
                </a:cubicBezTo>
                <a:cubicBezTo>
                  <a:pt x="125" y="123"/>
                  <a:pt x="125" y="123"/>
                  <a:pt x="125" y="123"/>
                </a:cubicBezTo>
                <a:cubicBezTo>
                  <a:pt x="263" y="123"/>
                  <a:pt x="263" y="123"/>
                  <a:pt x="263" y="123"/>
                </a:cubicBezTo>
                <a:cubicBezTo>
                  <a:pt x="263" y="24"/>
                  <a:pt x="263" y="24"/>
                  <a:pt x="263" y="24"/>
                </a:cubicBezTo>
                <a:cubicBezTo>
                  <a:pt x="125" y="24"/>
                  <a:pt x="125" y="24"/>
                  <a:pt x="125" y="24"/>
                </a:cubicBezTo>
                <a:cubicBezTo>
                  <a:pt x="125" y="66"/>
                  <a:pt x="125" y="66"/>
                  <a:pt x="125" y="66"/>
                </a:cubicBezTo>
                <a:cubicBezTo>
                  <a:pt x="125" y="66"/>
                  <a:pt x="124" y="66"/>
                  <a:pt x="124" y="67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0" y="63"/>
                  <a:pt x="117" y="59"/>
                  <a:pt x="114" y="56"/>
                </a:cubicBezTo>
                <a:cubicBezTo>
                  <a:pt x="114" y="18"/>
                  <a:pt x="114" y="18"/>
                  <a:pt x="114" y="18"/>
                </a:cubicBezTo>
                <a:cubicBezTo>
                  <a:pt x="114" y="15"/>
                  <a:pt x="116" y="13"/>
                  <a:pt x="120" y="13"/>
                </a:cubicBezTo>
                <a:cubicBezTo>
                  <a:pt x="269" y="13"/>
                  <a:pt x="269" y="13"/>
                  <a:pt x="269" y="13"/>
                </a:cubicBezTo>
                <a:cubicBezTo>
                  <a:pt x="272" y="13"/>
                  <a:pt x="274" y="15"/>
                  <a:pt x="274" y="18"/>
                </a:cubicBezTo>
                <a:close/>
                <a:moveTo>
                  <a:pt x="141" y="93"/>
                </a:moveTo>
                <a:cubicBezTo>
                  <a:pt x="148" y="88"/>
                  <a:pt x="148" y="88"/>
                  <a:pt x="148" y="88"/>
                </a:cubicBezTo>
                <a:cubicBezTo>
                  <a:pt x="148" y="88"/>
                  <a:pt x="148" y="88"/>
                  <a:pt x="148" y="88"/>
                </a:cubicBezTo>
                <a:cubicBezTo>
                  <a:pt x="148" y="88"/>
                  <a:pt x="148" y="88"/>
                  <a:pt x="148" y="88"/>
                </a:cubicBezTo>
                <a:cubicBezTo>
                  <a:pt x="151" y="85"/>
                  <a:pt x="152" y="80"/>
                  <a:pt x="150" y="76"/>
                </a:cubicBezTo>
                <a:cubicBezTo>
                  <a:pt x="204" y="39"/>
                  <a:pt x="204" y="39"/>
                  <a:pt x="204" y="39"/>
                </a:cubicBezTo>
                <a:cubicBezTo>
                  <a:pt x="202" y="35"/>
                  <a:pt x="202" y="35"/>
                  <a:pt x="202" y="35"/>
                </a:cubicBezTo>
                <a:cubicBezTo>
                  <a:pt x="147" y="72"/>
                  <a:pt x="147" y="72"/>
                  <a:pt x="147" y="72"/>
                </a:cubicBezTo>
                <a:cubicBezTo>
                  <a:pt x="145" y="71"/>
                  <a:pt x="143" y="70"/>
                  <a:pt x="141" y="70"/>
                </a:cubicBezTo>
                <a:cubicBezTo>
                  <a:pt x="138" y="70"/>
                  <a:pt x="135" y="71"/>
                  <a:pt x="133" y="73"/>
                </a:cubicBezTo>
                <a:cubicBezTo>
                  <a:pt x="133" y="73"/>
                  <a:pt x="133" y="73"/>
                  <a:pt x="133" y="73"/>
                </a:cubicBezTo>
                <a:cubicBezTo>
                  <a:pt x="131" y="74"/>
                  <a:pt x="131" y="74"/>
                  <a:pt x="131" y="74"/>
                </a:cubicBezTo>
                <a:cubicBezTo>
                  <a:pt x="119" y="83"/>
                  <a:pt x="119" y="83"/>
                  <a:pt x="119" y="83"/>
                </a:cubicBezTo>
                <a:cubicBezTo>
                  <a:pt x="119" y="79"/>
                  <a:pt x="119" y="79"/>
                  <a:pt x="119" y="79"/>
                </a:cubicBezTo>
                <a:cubicBezTo>
                  <a:pt x="117" y="52"/>
                  <a:pt x="85" y="52"/>
                  <a:pt x="85" y="52"/>
                </a:cubicBezTo>
                <a:cubicBezTo>
                  <a:pt x="72" y="52"/>
                  <a:pt x="72" y="52"/>
                  <a:pt x="72" y="52"/>
                </a:cubicBezTo>
                <a:cubicBezTo>
                  <a:pt x="60" y="71"/>
                  <a:pt x="60" y="71"/>
                  <a:pt x="60" y="71"/>
                </a:cubicBezTo>
                <a:cubicBezTo>
                  <a:pt x="49" y="52"/>
                  <a:pt x="49" y="52"/>
                  <a:pt x="49" y="52"/>
                </a:cubicBezTo>
                <a:cubicBezTo>
                  <a:pt x="36" y="52"/>
                  <a:pt x="36" y="52"/>
                  <a:pt x="36" y="52"/>
                </a:cubicBezTo>
                <a:cubicBezTo>
                  <a:pt x="0" y="53"/>
                  <a:pt x="2" y="79"/>
                  <a:pt x="2" y="79"/>
                </a:cubicBezTo>
                <a:cubicBezTo>
                  <a:pt x="2" y="140"/>
                  <a:pt x="2" y="140"/>
                  <a:pt x="2" y="140"/>
                </a:cubicBezTo>
                <a:cubicBezTo>
                  <a:pt x="2" y="140"/>
                  <a:pt x="2" y="140"/>
                  <a:pt x="2" y="140"/>
                </a:cubicBezTo>
                <a:cubicBezTo>
                  <a:pt x="2" y="140"/>
                  <a:pt x="2" y="140"/>
                  <a:pt x="2" y="140"/>
                </a:cubicBezTo>
                <a:cubicBezTo>
                  <a:pt x="2" y="146"/>
                  <a:pt x="6" y="151"/>
                  <a:pt x="12" y="151"/>
                </a:cubicBezTo>
                <a:cubicBezTo>
                  <a:pt x="18" y="151"/>
                  <a:pt x="22" y="146"/>
                  <a:pt x="22" y="140"/>
                </a:cubicBezTo>
                <a:cubicBezTo>
                  <a:pt x="22" y="140"/>
                  <a:pt x="22" y="140"/>
                  <a:pt x="22" y="140"/>
                </a:cubicBezTo>
                <a:cubicBezTo>
                  <a:pt x="22" y="140"/>
                  <a:pt x="22" y="140"/>
                  <a:pt x="22" y="140"/>
                </a:cubicBezTo>
                <a:cubicBezTo>
                  <a:pt x="22" y="84"/>
                  <a:pt x="22" y="84"/>
                  <a:pt x="22" y="84"/>
                </a:cubicBezTo>
                <a:cubicBezTo>
                  <a:pt x="29" y="84"/>
                  <a:pt x="29" y="84"/>
                  <a:pt x="29" y="84"/>
                </a:cubicBezTo>
                <a:cubicBezTo>
                  <a:pt x="29" y="261"/>
                  <a:pt x="29" y="261"/>
                  <a:pt x="29" y="261"/>
                </a:cubicBezTo>
                <a:cubicBezTo>
                  <a:pt x="29" y="269"/>
                  <a:pt x="35" y="275"/>
                  <a:pt x="43" y="275"/>
                </a:cubicBezTo>
                <a:cubicBezTo>
                  <a:pt x="51" y="275"/>
                  <a:pt x="57" y="269"/>
                  <a:pt x="57" y="261"/>
                </a:cubicBezTo>
                <a:cubicBezTo>
                  <a:pt x="57" y="147"/>
                  <a:pt x="57" y="147"/>
                  <a:pt x="57" y="147"/>
                </a:cubicBezTo>
                <a:cubicBezTo>
                  <a:pt x="63" y="147"/>
                  <a:pt x="63" y="147"/>
                  <a:pt x="63" y="147"/>
                </a:cubicBezTo>
                <a:cubicBezTo>
                  <a:pt x="63" y="261"/>
                  <a:pt x="63" y="261"/>
                  <a:pt x="63" y="261"/>
                </a:cubicBezTo>
                <a:cubicBezTo>
                  <a:pt x="63" y="261"/>
                  <a:pt x="63" y="261"/>
                  <a:pt x="63" y="261"/>
                </a:cubicBezTo>
                <a:cubicBezTo>
                  <a:pt x="64" y="269"/>
                  <a:pt x="70" y="275"/>
                  <a:pt x="77" y="275"/>
                </a:cubicBezTo>
                <a:cubicBezTo>
                  <a:pt x="85" y="275"/>
                  <a:pt x="91" y="269"/>
                  <a:pt x="91" y="261"/>
                </a:cubicBezTo>
                <a:cubicBezTo>
                  <a:pt x="91" y="83"/>
                  <a:pt x="91" y="83"/>
                  <a:pt x="91" y="83"/>
                </a:cubicBezTo>
                <a:cubicBezTo>
                  <a:pt x="98" y="83"/>
                  <a:pt x="98" y="83"/>
                  <a:pt x="98" y="83"/>
                </a:cubicBezTo>
                <a:cubicBezTo>
                  <a:pt x="98" y="102"/>
                  <a:pt x="98" y="102"/>
                  <a:pt x="98" y="102"/>
                </a:cubicBezTo>
                <a:cubicBezTo>
                  <a:pt x="98" y="102"/>
                  <a:pt x="98" y="102"/>
                  <a:pt x="98" y="102"/>
                </a:cubicBezTo>
                <a:cubicBezTo>
                  <a:pt x="98" y="108"/>
                  <a:pt x="103" y="112"/>
                  <a:pt x="109" y="112"/>
                </a:cubicBezTo>
                <a:cubicBezTo>
                  <a:pt x="110" y="112"/>
                  <a:pt x="112" y="112"/>
                  <a:pt x="113" y="111"/>
                </a:cubicBezTo>
                <a:cubicBezTo>
                  <a:pt x="113" y="111"/>
                  <a:pt x="113" y="111"/>
                  <a:pt x="113" y="111"/>
                </a:cubicBezTo>
                <a:cubicBezTo>
                  <a:pt x="131" y="99"/>
                  <a:pt x="131" y="99"/>
                  <a:pt x="131" y="99"/>
                </a:cubicBezTo>
                <a:lnTo>
                  <a:pt x="141" y="93"/>
                </a:lnTo>
                <a:close/>
                <a:moveTo>
                  <a:pt x="60" y="48"/>
                </a:moveTo>
                <a:cubicBezTo>
                  <a:pt x="73" y="48"/>
                  <a:pt x="84" y="37"/>
                  <a:pt x="84" y="24"/>
                </a:cubicBezTo>
                <a:cubicBezTo>
                  <a:pt x="84" y="11"/>
                  <a:pt x="73" y="0"/>
                  <a:pt x="60" y="0"/>
                </a:cubicBezTo>
                <a:cubicBezTo>
                  <a:pt x="47" y="0"/>
                  <a:pt x="36" y="11"/>
                  <a:pt x="36" y="24"/>
                </a:cubicBezTo>
                <a:cubicBezTo>
                  <a:pt x="36" y="37"/>
                  <a:pt x="47" y="48"/>
                  <a:pt x="60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6" name="Freeform 22"/>
          <p:cNvSpPr>
            <a:spLocks noEditPoints="1"/>
          </p:cNvSpPr>
          <p:nvPr/>
        </p:nvSpPr>
        <p:spPr bwMode="auto">
          <a:xfrm>
            <a:off x="9531871" y="5111220"/>
            <a:ext cx="369097" cy="517609"/>
          </a:xfrm>
          <a:custGeom>
            <a:avLst/>
            <a:gdLst>
              <a:gd name="T0" fmla="*/ 158 w 195"/>
              <a:gd name="T1" fmla="*/ 0 h 274"/>
              <a:gd name="T2" fmla="*/ 140 w 195"/>
              <a:gd name="T3" fmla="*/ 11 h 274"/>
              <a:gd name="T4" fmla="*/ 55 w 195"/>
              <a:gd name="T5" fmla="*/ 0 h 274"/>
              <a:gd name="T6" fmla="*/ 37 w 195"/>
              <a:gd name="T7" fmla="*/ 11 h 274"/>
              <a:gd name="T8" fmla="*/ 0 w 195"/>
              <a:gd name="T9" fmla="*/ 274 h 274"/>
              <a:gd name="T10" fmla="*/ 195 w 195"/>
              <a:gd name="T11" fmla="*/ 11 h 274"/>
              <a:gd name="T12" fmla="*/ 185 w 195"/>
              <a:gd name="T13" fmla="*/ 264 h 274"/>
              <a:gd name="T14" fmla="*/ 10 w 195"/>
              <a:gd name="T15" fmla="*/ 264 h 274"/>
              <a:gd name="T16" fmla="*/ 37 w 195"/>
              <a:gd name="T17" fmla="*/ 21 h 274"/>
              <a:gd name="T18" fmla="*/ 55 w 195"/>
              <a:gd name="T19" fmla="*/ 36 h 274"/>
              <a:gd name="T20" fmla="*/ 140 w 195"/>
              <a:gd name="T21" fmla="*/ 21 h 274"/>
              <a:gd name="T22" fmla="*/ 158 w 195"/>
              <a:gd name="T23" fmla="*/ 36 h 274"/>
              <a:gd name="T24" fmla="*/ 185 w 195"/>
              <a:gd name="T25" fmla="*/ 21 h 274"/>
              <a:gd name="T26" fmla="*/ 82 w 195"/>
              <a:gd name="T27" fmla="*/ 76 h 274"/>
              <a:gd name="T28" fmla="*/ 83 w 195"/>
              <a:gd name="T29" fmla="*/ 56 h 274"/>
              <a:gd name="T30" fmla="*/ 96 w 195"/>
              <a:gd name="T31" fmla="*/ 44 h 274"/>
              <a:gd name="T32" fmla="*/ 96 w 195"/>
              <a:gd name="T33" fmla="*/ 44 h 274"/>
              <a:gd name="T34" fmla="*/ 98 w 195"/>
              <a:gd name="T35" fmla="*/ 43 h 274"/>
              <a:gd name="T36" fmla="*/ 97 w 195"/>
              <a:gd name="T37" fmla="*/ 45 h 274"/>
              <a:gd name="T38" fmla="*/ 102 w 195"/>
              <a:gd name="T39" fmla="*/ 40 h 274"/>
              <a:gd name="T40" fmla="*/ 102 w 195"/>
              <a:gd name="T41" fmla="*/ 41 h 274"/>
              <a:gd name="T42" fmla="*/ 105 w 195"/>
              <a:gd name="T43" fmla="*/ 45 h 274"/>
              <a:gd name="T44" fmla="*/ 107 w 195"/>
              <a:gd name="T45" fmla="*/ 46 h 274"/>
              <a:gd name="T46" fmla="*/ 107 w 195"/>
              <a:gd name="T47" fmla="*/ 47 h 274"/>
              <a:gd name="T48" fmla="*/ 108 w 195"/>
              <a:gd name="T49" fmla="*/ 46 h 274"/>
              <a:gd name="T50" fmla="*/ 117 w 195"/>
              <a:gd name="T51" fmla="*/ 52 h 274"/>
              <a:gd name="T52" fmla="*/ 119 w 195"/>
              <a:gd name="T53" fmla="*/ 76 h 274"/>
              <a:gd name="T54" fmla="*/ 100 w 195"/>
              <a:gd name="T55" fmla="*/ 98 h 274"/>
              <a:gd name="T56" fmla="*/ 82 w 195"/>
              <a:gd name="T57" fmla="*/ 76 h 274"/>
              <a:gd name="T58" fmla="*/ 65 w 195"/>
              <a:gd name="T59" fmla="*/ 107 h 274"/>
              <a:gd name="T60" fmla="*/ 87 w 195"/>
              <a:gd name="T61" fmla="*/ 94 h 274"/>
              <a:gd name="T62" fmla="*/ 121 w 195"/>
              <a:gd name="T63" fmla="*/ 99 h 274"/>
              <a:gd name="T64" fmla="*/ 143 w 195"/>
              <a:gd name="T65" fmla="*/ 142 h 274"/>
              <a:gd name="T66" fmla="*/ 98 w 195"/>
              <a:gd name="T67" fmla="*/ 151 h 274"/>
              <a:gd name="T68" fmla="*/ 58 w 195"/>
              <a:gd name="T69" fmla="*/ 138 h 274"/>
              <a:gd name="T70" fmla="*/ 145 w 195"/>
              <a:gd name="T71" fmla="*/ 212 h 274"/>
              <a:gd name="T72" fmla="*/ 35 w 195"/>
              <a:gd name="T73" fmla="*/ 218 h 274"/>
              <a:gd name="T74" fmla="*/ 36 w 195"/>
              <a:gd name="T75" fmla="*/ 231 h 274"/>
              <a:gd name="T76" fmla="*/ 136 w 195"/>
              <a:gd name="T77" fmla="*/ 238 h 274"/>
              <a:gd name="T78" fmla="*/ 36 w 195"/>
              <a:gd name="T79" fmla="*/ 231 h 274"/>
              <a:gd name="T80" fmla="*/ 155 w 195"/>
              <a:gd name="T81" fmla="*/ 192 h 274"/>
              <a:gd name="T82" fmla="*/ 35 w 195"/>
              <a:gd name="T83" fmla="*/ 198 h 274"/>
              <a:gd name="T84" fmla="*/ 35 w 195"/>
              <a:gd name="T85" fmla="*/ 171 h 274"/>
              <a:gd name="T86" fmla="*/ 165 w 195"/>
              <a:gd name="T87" fmla="*/ 177 h 274"/>
              <a:gd name="T88" fmla="*/ 35 w 195"/>
              <a:gd name="T89" fmla="*/ 171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5" h="274">
                <a:moveTo>
                  <a:pt x="158" y="11"/>
                </a:moveTo>
                <a:cubicBezTo>
                  <a:pt x="158" y="0"/>
                  <a:pt x="158" y="0"/>
                  <a:pt x="158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0" y="11"/>
                  <a:pt x="140" y="11"/>
                  <a:pt x="140" y="11"/>
                </a:cubicBezTo>
                <a:cubicBezTo>
                  <a:pt x="55" y="11"/>
                  <a:pt x="55" y="11"/>
                  <a:pt x="55" y="11"/>
                </a:cubicBezTo>
                <a:cubicBezTo>
                  <a:pt x="55" y="0"/>
                  <a:pt x="55" y="0"/>
                  <a:pt x="55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11"/>
                  <a:pt x="37" y="11"/>
                  <a:pt x="37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274"/>
                  <a:pt x="0" y="274"/>
                  <a:pt x="0" y="274"/>
                </a:cubicBezTo>
                <a:cubicBezTo>
                  <a:pt x="195" y="274"/>
                  <a:pt x="195" y="274"/>
                  <a:pt x="195" y="274"/>
                </a:cubicBezTo>
                <a:cubicBezTo>
                  <a:pt x="195" y="11"/>
                  <a:pt x="195" y="11"/>
                  <a:pt x="195" y="11"/>
                </a:cubicBezTo>
                <a:lnTo>
                  <a:pt x="158" y="11"/>
                </a:lnTo>
                <a:close/>
                <a:moveTo>
                  <a:pt x="185" y="264"/>
                </a:moveTo>
                <a:cubicBezTo>
                  <a:pt x="185" y="264"/>
                  <a:pt x="185" y="264"/>
                  <a:pt x="185" y="264"/>
                </a:cubicBezTo>
                <a:cubicBezTo>
                  <a:pt x="10" y="264"/>
                  <a:pt x="10" y="264"/>
                  <a:pt x="10" y="264"/>
                </a:cubicBezTo>
                <a:cubicBezTo>
                  <a:pt x="10" y="21"/>
                  <a:pt x="10" y="21"/>
                  <a:pt x="10" y="21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36"/>
                  <a:pt x="37" y="36"/>
                  <a:pt x="37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5" y="21"/>
                  <a:pt x="55" y="21"/>
                  <a:pt x="55" y="21"/>
                </a:cubicBezTo>
                <a:cubicBezTo>
                  <a:pt x="140" y="21"/>
                  <a:pt x="140" y="21"/>
                  <a:pt x="140" y="21"/>
                </a:cubicBezTo>
                <a:cubicBezTo>
                  <a:pt x="140" y="36"/>
                  <a:pt x="140" y="36"/>
                  <a:pt x="140" y="36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85" y="21"/>
                  <a:pt x="185" y="21"/>
                  <a:pt x="185" y="21"/>
                </a:cubicBezTo>
                <a:lnTo>
                  <a:pt x="185" y="264"/>
                </a:lnTo>
                <a:close/>
                <a:moveTo>
                  <a:pt x="82" y="76"/>
                </a:moveTo>
                <a:cubicBezTo>
                  <a:pt x="82" y="76"/>
                  <a:pt x="80" y="69"/>
                  <a:pt x="83" y="70"/>
                </a:cubicBezTo>
                <a:cubicBezTo>
                  <a:pt x="81" y="60"/>
                  <a:pt x="83" y="56"/>
                  <a:pt x="83" y="56"/>
                </a:cubicBezTo>
                <a:cubicBezTo>
                  <a:pt x="85" y="48"/>
                  <a:pt x="94" y="44"/>
                  <a:pt x="94" y="44"/>
                </a:cubicBezTo>
                <a:cubicBezTo>
                  <a:pt x="96" y="42"/>
                  <a:pt x="96" y="43"/>
                  <a:pt x="96" y="44"/>
                </a:cubicBezTo>
                <a:cubicBezTo>
                  <a:pt x="96" y="43"/>
                  <a:pt x="97" y="43"/>
                  <a:pt x="97" y="43"/>
                </a:cubicBezTo>
                <a:cubicBezTo>
                  <a:pt x="96" y="43"/>
                  <a:pt x="96" y="44"/>
                  <a:pt x="96" y="44"/>
                </a:cubicBezTo>
                <a:cubicBezTo>
                  <a:pt x="97" y="45"/>
                  <a:pt x="97" y="45"/>
                  <a:pt x="97" y="45"/>
                </a:cubicBezTo>
                <a:cubicBezTo>
                  <a:pt x="97" y="44"/>
                  <a:pt x="98" y="43"/>
                  <a:pt x="98" y="43"/>
                </a:cubicBezTo>
                <a:cubicBezTo>
                  <a:pt x="97" y="44"/>
                  <a:pt x="97" y="44"/>
                  <a:pt x="97" y="45"/>
                </a:cubicBezTo>
                <a:cubicBezTo>
                  <a:pt x="97" y="45"/>
                  <a:pt x="97" y="45"/>
                  <a:pt x="97" y="45"/>
                </a:cubicBezTo>
                <a:cubicBezTo>
                  <a:pt x="98" y="43"/>
                  <a:pt x="99" y="42"/>
                  <a:pt x="100" y="42"/>
                </a:cubicBezTo>
                <a:cubicBezTo>
                  <a:pt x="101" y="41"/>
                  <a:pt x="102" y="40"/>
                  <a:pt x="102" y="40"/>
                </a:cubicBezTo>
                <a:cubicBezTo>
                  <a:pt x="101" y="41"/>
                  <a:pt x="100" y="42"/>
                  <a:pt x="100" y="43"/>
                </a:cubicBezTo>
                <a:cubicBezTo>
                  <a:pt x="101" y="42"/>
                  <a:pt x="102" y="41"/>
                  <a:pt x="102" y="41"/>
                </a:cubicBezTo>
                <a:cubicBezTo>
                  <a:pt x="102" y="43"/>
                  <a:pt x="104" y="45"/>
                  <a:pt x="106" y="46"/>
                </a:cubicBezTo>
                <a:cubicBezTo>
                  <a:pt x="105" y="45"/>
                  <a:pt x="105" y="45"/>
                  <a:pt x="105" y="45"/>
                </a:cubicBezTo>
                <a:cubicBezTo>
                  <a:pt x="106" y="46"/>
                  <a:pt x="106" y="46"/>
                  <a:pt x="106" y="46"/>
                </a:cubicBezTo>
                <a:cubicBezTo>
                  <a:pt x="106" y="46"/>
                  <a:pt x="106" y="46"/>
                  <a:pt x="107" y="46"/>
                </a:cubicBezTo>
                <a:cubicBezTo>
                  <a:pt x="106" y="46"/>
                  <a:pt x="106" y="45"/>
                  <a:pt x="106" y="45"/>
                </a:cubicBezTo>
                <a:cubicBezTo>
                  <a:pt x="106" y="46"/>
                  <a:pt x="107" y="46"/>
                  <a:pt x="107" y="47"/>
                </a:cubicBezTo>
                <a:cubicBezTo>
                  <a:pt x="107" y="47"/>
                  <a:pt x="108" y="47"/>
                  <a:pt x="108" y="47"/>
                </a:cubicBezTo>
                <a:cubicBezTo>
                  <a:pt x="108" y="47"/>
                  <a:pt x="108" y="46"/>
                  <a:pt x="108" y="46"/>
                </a:cubicBezTo>
                <a:cubicBezTo>
                  <a:pt x="108" y="47"/>
                  <a:pt x="108" y="47"/>
                  <a:pt x="108" y="47"/>
                </a:cubicBezTo>
                <a:cubicBezTo>
                  <a:pt x="114" y="49"/>
                  <a:pt x="117" y="52"/>
                  <a:pt x="117" y="52"/>
                </a:cubicBezTo>
                <a:cubicBezTo>
                  <a:pt x="122" y="58"/>
                  <a:pt x="119" y="68"/>
                  <a:pt x="119" y="70"/>
                </a:cubicBezTo>
                <a:cubicBezTo>
                  <a:pt x="121" y="69"/>
                  <a:pt x="119" y="76"/>
                  <a:pt x="119" y="76"/>
                </a:cubicBezTo>
                <a:cubicBezTo>
                  <a:pt x="119" y="78"/>
                  <a:pt x="118" y="78"/>
                  <a:pt x="118" y="79"/>
                </a:cubicBezTo>
                <a:cubicBezTo>
                  <a:pt x="116" y="88"/>
                  <a:pt x="108" y="98"/>
                  <a:pt x="100" y="98"/>
                </a:cubicBezTo>
                <a:cubicBezTo>
                  <a:pt x="93" y="98"/>
                  <a:pt x="85" y="88"/>
                  <a:pt x="84" y="79"/>
                </a:cubicBezTo>
                <a:cubicBezTo>
                  <a:pt x="83" y="78"/>
                  <a:pt x="82" y="78"/>
                  <a:pt x="82" y="76"/>
                </a:cubicBezTo>
                <a:close/>
                <a:moveTo>
                  <a:pt x="58" y="138"/>
                </a:moveTo>
                <a:cubicBezTo>
                  <a:pt x="58" y="138"/>
                  <a:pt x="58" y="117"/>
                  <a:pt x="65" y="107"/>
                </a:cubicBezTo>
                <a:cubicBezTo>
                  <a:pt x="65" y="107"/>
                  <a:pt x="67" y="104"/>
                  <a:pt x="71" y="103"/>
                </a:cubicBezTo>
                <a:cubicBezTo>
                  <a:pt x="71" y="103"/>
                  <a:pt x="86" y="98"/>
                  <a:pt x="87" y="94"/>
                </a:cubicBezTo>
                <a:cubicBezTo>
                  <a:pt x="87" y="94"/>
                  <a:pt x="99" y="123"/>
                  <a:pt x="113" y="94"/>
                </a:cubicBezTo>
                <a:cubicBezTo>
                  <a:pt x="113" y="94"/>
                  <a:pt x="113" y="97"/>
                  <a:pt x="121" y="99"/>
                </a:cubicBezTo>
                <a:cubicBezTo>
                  <a:pt x="121" y="99"/>
                  <a:pt x="135" y="104"/>
                  <a:pt x="137" y="109"/>
                </a:cubicBezTo>
                <a:cubicBezTo>
                  <a:pt x="137" y="109"/>
                  <a:pt x="145" y="126"/>
                  <a:pt x="143" y="142"/>
                </a:cubicBezTo>
                <a:cubicBezTo>
                  <a:pt x="143" y="142"/>
                  <a:pt x="143" y="143"/>
                  <a:pt x="140" y="145"/>
                </a:cubicBezTo>
                <a:cubicBezTo>
                  <a:pt x="140" y="145"/>
                  <a:pt x="123" y="152"/>
                  <a:pt x="98" y="151"/>
                </a:cubicBezTo>
                <a:cubicBezTo>
                  <a:pt x="98" y="151"/>
                  <a:pt x="75" y="150"/>
                  <a:pt x="60" y="144"/>
                </a:cubicBezTo>
                <a:cubicBezTo>
                  <a:pt x="60" y="144"/>
                  <a:pt x="58" y="143"/>
                  <a:pt x="58" y="138"/>
                </a:cubicBezTo>
                <a:close/>
                <a:moveTo>
                  <a:pt x="35" y="212"/>
                </a:moveTo>
                <a:cubicBezTo>
                  <a:pt x="145" y="212"/>
                  <a:pt x="145" y="212"/>
                  <a:pt x="145" y="212"/>
                </a:cubicBezTo>
                <a:cubicBezTo>
                  <a:pt x="145" y="218"/>
                  <a:pt x="145" y="218"/>
                  <a:pt x="145" y="218"/>
                </a:cubicBezTo>
                <a:cubicBezTo>
                  <a:pt x="35" y="218"/>
                  <a:pt x="35" y="218"/>
                  <a:pt x="35" y="218"/>
                </a:cubicBezTo>
                <a:lnTo>
                  <a:pt x="35" y="212"/>
                </a:lnTo>
                <a:close/>
                <a:moveTo>
                  <a:pt x="36" y="231"/>
                </a:moveTo>
                <a:cubicBezTo>
                  <a:pt x="136" y="231"/>
                  <a:pt x="136" y="231"/>
                  <a:pt x="136" y="231"/>
                </a:cubicBezTo>
                <a:cubicBezTo>
                  <a:pt x="136" y="238"/>
                  <a:pt x="136" y="238"/>
                  <a:pt x="136" y="238"/>
                </a:cubicBezTo>
                <a:cubicBezTo>
                  <a:pt x="36" y="238"/>
                  <a:pt x="36" y="238"/>
                  <a:pt x="36" y="238"/>
                </a:cubicBezTo>
                <a:lnTo>
                  <a:pt x="36" y="231"/>
                </a:lnTo>
                <a:close/>
                <a:moveTo>
                  <a:pt x="35" y="192"/>
                </a:moveTo>
                <a:cubicBezTo>
                  <a:pt x="155" y="192"/>
                  <a:pt x="155" y="192"/>
                  <a:pt x="155" y="192"/>
                </a:cubicBezTo>
                <a:cubicBezTo>
                  <a:pt x="155" y="198"/>
                  <a:pt x="155" y="198"/>
                  <a:pt x="155" y="198"/>
                </a:cubicBezTo>
                <a:cubicBezTo>
                  <a:pt x="35" y="198"/>
                  <a:pt x="35" y="198"/>
                  <a:pt x="35" y="198"/>
                </a:cubicBezTo>
                <a:lnTo>
                  <a:pt x="35" y="192"/>
                </a:lnTo>
                <a:close/>
                <a:moveTo>
                  <a:pt x="35" y="171"/>
                </a:moveTo>
                <a:cubicBezTo>
                  <a:pt x="165" y="171"/>
                  <a:pt x="165" y="171"/>
                  <a:pt x="165" y="171"/>
                </a:cubicBezTo>
                <a:cubicBezTo>
                  <a:pt x="165" y="177"/>
                  <a:pt x="165" y="177"/>
                  <a:pt x="165" y="177"/>
                </a:cubicBezTo>
                <a:cubicBezTo>
                  <a:pt x="35" y="177"/>
                  <a:pt x="35" y="177"/>
                  <a:pt x="35" y="177"/>
                </a:cubicBezTo>
                <a:lnTo>
                  <a:pt x="35" y="1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97" name="组合 296"/>
          <p:cNvGrpSpPr/>
          <p:nvPr/>
        </p:nvGrpSpPr>
        <p:grpSpPr>
          <a:xfrm>
            <a:off x="10216398" y="5111220"/>
            <a:ext cx="504505" cy="509965"/>
            <a:chOff x="7043739" y="527050"/>
            <a:chExt cx="733425" cy="741363"/>
          </a:xfrm>
          <a:solidFill>
            <a:schemeClr val="accent1"/>
          </a:solidFill>
        </p:grpSpPr>
        <p:sp>
          <p:nvSpPr>
            <p:cNvPr id="298" name="Freeform 23"/>
            <p:cNvSpPr>
              <a:spLocks noEditPoints="1"/>
            </p:cNvSpPr>
            <p:nvPr/>
          </p:nvSpPr>
          <p:spPr bwMode="auto">
            <a:xfrm>
              <a:off x="7342189" y="582613"/>
              <a:ext cx="434975" cy="414338"/>
            </a:xfrm>
            <a:custGeom>
              <a:avLst/>
              <a:gdLst>
                <a:gd name="T0" fmla="*/ 130 w 158"/>
                <a:gd name="T1" fmla="*/ 0 h 151"/>
                <a:gd name="T2" fmla="*/ 126 w 158"/>
                <a:gd name="T3" fmla="*/ 1 h 151"/>
                <a:gd name="T4" fmla="*/ 15 w 158"/>
                <a:gd name="T5" fmla="*/ 112 h 151"/>
                <a:gd name="T6" fmla="*/ 15 w 158"/>
                <a:gd name="T7" fmla="*/ 112 h 151"/>
                <a:gd name="T8" fmla="*/ 15 w 158"/>
                <a:gd name="T9" fmla="*/ 112 h 151"/>
                <a:gd name="T10" fmla="*/ 15 w 158"/>
                <a:gd name="T11" fmla="*/ 112 h 151"/>
                <a:gd name="T12" fmla="*/ 3 w 158"/>
                <a:gd name="T13" fmla="*/ 149 h 151"/>
                <a:gd name="T14" fmla="*/ 39 w 158"/>
                <a:gd name="T15" fmla="*/ 137 h 151"/>
                <a:gd name="T16" fmla="*/ 150 w 158"/>
                <a:gd name="T17" fmla="*/ 26 h 151"/>
                <a:gd name="T18" fmla="*/ 130 w 158"/>
                <a:gd name="T19" fmla="*/ 0 h 151"/>
                <a:gd name="T20" fmla="*/ 146 w 158"/>
                <a:gd name="T21" fmla="*/ 22 h 151"/>
                <a:gd name="T22" fmla="*/ 39 w 158"/>
                <a:gd name="T23" fmla="*/ 128 h 151"/>
                <a:gd name="T24" fmla="*/ 23 w 158"/>
                <a:gd name="T25" fmla="*/ 112 h 151"/>
                <a:gd name="T26" fmla="*/ 130 w 158"/>
                <a:gd name="T27" fmla="*/ 6 h 151"/>
                <a:gd name="T28" fmla="*/ 130 w 158"/>
                <a:gd name="T29" fmla="*/ 5 h 151"/>
                <a:gd name="T30" fmla="*/ 146 w 158"/>
                <a:gd name="T31" fmla="*/ 19 h 151"/>
                <a:gd name="T32" fmla="*/ 146 w 158"/>
                <a:gd name="T33" fmla="*/ 2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8" h="151">
                  <a:moveTo>
                    <a:pt x="130" y="0"/>
                  </a:moveTo>
                  <a:cubicBezTo>
                    <a:pt x="128" y="0"/>
                    <a:pt x="127" y="0"/>
                    <a:pt x="126" y="1"/>
                  </a:cubicBezTo>
                  <a:cubicBezTo>
                    <a:pt x="119" y="8"/>
                    <a:pt x="21" y="106"/>
                    <a:pt x="15" y="11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5" y="112"/>
                    <a:pt x="0" y="146"/>
                    <a:pt x="3" y="149"/>
                  </a:cubicBezTo>
                  <a:cubicBezTo>
                    <a:pt x="5" y="151"/>
                    <a:pt x="39" y="137"/>
                    <a:pt x="39" y="137"/>
                  </a:cubicBezTo>
                  <a:cubicBezTo>
                    <a:pt x="39" y="137"/>
                    <a:pt x="141" y="35"/>
                    <a:pt x="150" y="26"/>
                  </a:cubicBezTo>
                  <a:cubicBezTo>
                    <a:pt x="158" y="18"/>
                    <a:pt x="140" y="0"/>
                    <a:pt x="130" y="0"/>
                  </a:cubicBezTo>
                  <a:close/>
                  <a:moveTo>
                    <a:pt x="146" y="22"/>
                  </a:moveTo>
                  <a:cubicBezTo>
                    <a:pt x="39" y="128"/>
                    <a:pt x="39" y="128"/>
                    <a:pt x="39" y="128"/>
                  </a:cubicBezTo>
                  <a:cubicBezTo>
                    <a:pt x="23" y="112"/>
                    <a:pt x="23" y="112"/>
                    <a:pt x="23" y="112"/>
                  </a:cubicBezTo>
                  <a:cubicBezTo>
                    <a:pt x="43" y="93"/>
                    <a:pt x="124" y="11"/>
                    <a:pt x="130" y="6"/>
                  </a:cubicBezTo>
                  <a:cubicBezTo>
                    <a:pt x="130" y="6"/>
                    <a:pt x="130" y="5"/>
                    <a:pt x="130" y="5"/>
                  </a:cubicBezTo>
                  <a:cubicBezTo>
                    <a:pt x="134" y="5"/>
                    <a:pt x="143" y="12"/>
                    <a:pt x="146" y="19"/>
                  </a:cubicBezTo>
                  <a:cubicBezTo>
                    <a:pt x="146" y="20"/>
                    <a:pt x="146" y="21"/>
                    <a:pt x="1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9" name="Freeform 24"/>
            <p:cNvSpPr/>
            <p:nvPr/>
          </p:nvSpPr>
          <p:spPr bwMode="auto">
            <a:xfrm>
              <a:off x="7043739" y="527050"/>
              <a:ext cx="552450" cy="741363"/>
            </a:xfrm>
            <a:custGeom>
              <a:avLst/>
              <a:gdLst>
                <a:gd name="T0" fmla="*/ 184 w 201"/>
                <a:gd name="T1" fmla="*/ 128 h 270"/>
                <a:gd name="T2" fmla="*/ 184 w 201"/>
                <a:gd name="T3" fmla="*/ 214 h 270"/>
                <a:gd name="T4" fmla="*/ 142 w 201"/>
                <a:gd name="T5" fmla="*/ 214 h 270"/>
                <a:gd name="T6" fmla="*/ 142 w 201"/>
                <a:gd name="T7" fmla="*/ 252 h 270"/>
                <a:gd name="T8" fmla="*/ 142 w 201"/>
                <a:gd name="T9" fmla="*/ 253 h 270"/>
                <a:gd name="T10" fmla="*/ 18 w 201"/>
                <a:gd name="T11" fmla="*/ 253 h 270"/>
                <a:gd name="T12" fmla="*/ 18 w 201"/>
                <a:gd name="T13" fmla="*/ 18 h 270"/>
                <a:gd name="T14" fmla="*/ 184 w 201"/>
                <a:gd name="T15" fmla="*/ 18 h 270"/>
                <a:gd name="T16" fmla="*/ 184 w 201"/>
                <a:gd name="T17" fmla="*/ 65 h 270"/>
                <a:gd name="T18" fmla="*/ 201 w 201"/>
                <a:gd name="T19" fmla="*/ 47 h 270"/>
                <a:gd name="T20" fmla="*/ 201 w 201"/>
                <a:gd name="T21" fmla="*/ 9 h 270"/>
                <a:gd name="T22" fmla="*/ 193 w 201"/>
                <a:gd name="T23" fmla="*/ 0 h 270"/>
                <a:gd name="T24" fmla="*/ 9 w 201"/>
                <a:gd name="T25" fmla="*/ 0 h 270"/>
                <a:gd name="T26" fmla="*/ 0 w 201"/>
                <a:gd name="T27" fmla="*/ 9 h 270"/>
                <a:gd name="T28" fmla="*/ 0 w 201"/>
                <a:gd name="T29" fmla="*/ 262 h 270"/>
                <a:gd name="T30" fmla="*/ 9 w 201"/>
                <a:gd name="T31" fmla="*/ 270 h 270"/>
                <a:gd name="T32" fmla="*/ 145 w 201"/>
                <a:gd name="T33" fmla="*/ 270 h 270"/>
                <a:gd name="T34" fmla="*/ 151 w 201"/>
                <a:gd name="T35" fmla="*/ 268 h 270"/>
                <a:gd name="T36" fmla="*/ 198 w 201"/>
                <a:gd name="T37" fmla="*/ 226 h 270"/>
                <a:gd name="T38" fmla="*/ 201 w 201"/>
                <a:gd name="T39" fmla="*/ 219 h 270"/>
                <a:gd name="T40" fmla="*/ 201 w 201"/>
                <a:gd name="T41" fmla="*/ 110 h 270"/>
                <a:gd name="T42" fmla="*/ 184 w 201"/>
                <a:gd name="T43" fmla="*/ 128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70">
                  <a:moveTo>
                    <a:pt x="184" y="128"/>
                  </a:moveTo>
                  <a:cubicBezTo>
                    <a:pt x="184" y="214"/>
                    <a:pt x="184" y="214"/>
                    <a:pt x="184" y="214"/>
                  </a:cubicBezTo>
                  <a:cubicBezTo>
                    <a:pt x="142" y="214"/>
                    <a:pt x="142" y="214"/>
                    <a:pt x="142" y="214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2" y="253"/>
                    <a:pt x="142" y="253"/>
                    <a:pt x="142" y="253"/>
                  </a:cubicBezTo>
                  <a:cubicBezTo>
                    <a:pt x="18" y="253"/>
                    <a:pt x="18" y="253"/>
                    <a:pt x="18" y="253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4" y="18"/>
                    <a:pt x="184" y="18"/>
                    <a:pt x="184" y="18"/>
                  </a:cubicBezTo>
                  <a:cubicBezTo>
                    <a:pt x="184" y="65"/>
                    <a:pt x="184" y="65"/>
                    <a:pt x="184" y="65"/>
                  </a:cubicBezTo>
                  <a:cubicBezTo>
                    <a:pt x="201" y="47"/>
                    <a:pt x="201" y="47"/>
                    <a:pt x="201" y="47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201" y="4"/>
                    <a:pt x="197" y="0"/>
                    <a:pt x="19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6"/>
                    <a:pt x="4" y="270"/>
                    <a:pt x="9" y="270"/>
                  </a:cubicBezTo>
                  <a:cubicBezTo>
                    <a:pt x="145" y="270"/>
                    <a:pt x="145" y="270"/>
                    <a:pt x="145" y="270"/>
                  </a:cubicBezTo>
                  <a:cubicBezTo>
                    <a:pt x="147" y="270"/>
                    <a:pt x="149" y="270"/>
                    <a:pt x="151" y="268"/>
                  </a:cubicBezTo>
                  <a:cubicBezTo>
                    <a:pt x="198" y="226"/>
                    <a:pt x="198" y="226"/>
                    <a:pt x="198" y="226"/>
                  </a:cubicBezTo>
                  <a:cubicBezTo>
                    <a:pt x="200" y="224"/>
                    <a:pt x="201" y="222"/>
                    <a:pt x="201" y="219"/>
                  </a:cubicBezTo>
                  <a:cubicBezTo>
                    <a:pt x="201" y="110"/>
                    <a:pt x="201" y="110"/>
                    <a:pt x="201" y="110"/>
                  </a:cubicBezTo>
                  <a:lnTo>
                    <a:pt x="184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0" name="Freeform 25"/>
            <p:cNvSpPr/>
            <p:nvPr/>
          </p:nvSpPr>
          <p:spPr bwMode="auto">
            <a:xfrm>
              <a:off x="7458076" y="601663"/>
              <a:ext cx="282575" cy="282575"/>
            </a:xfrm>
            <a:custGeom>
              <a:avLst/>
              <a:gdLst>
                <a:gd name="T0" fmla="*/ 2 w 103"/>
                <a:gd name="T1" fmla="*/ 103 h 103"/>
                <a:gd name="T2" fmla="*/ 1 w 103"/>
                <a:gd name="T3" fmla="*/ 103 h 103"/>
                <a:gd name="T4" fmla="*/ 1 w 103"/>
                <a:gd name="T5" fmla="*/ 99 h 103"/>
                <a:gd name="T6" fmla="*/ 99 w 103"/>
                <a:gd name="T7" fmla="*/ 1 h 103"/>
                <a:gd name="T8" fmla="*/ 102 w 103"/>
                <a:gd name="T9" fmla="*/ 1 h 103"/>
                <a:gd name="T10" fmla="*/ 102 w 103"/>
                <a:gd name="T11" fmla="*/ 4 h 103"/>
                <a:gd name="T12" fmla="*/ 4 w 103"/>
                <a:gd name="T13" fmla="*/ 103 h 103"/>
                <a:gd name="T14" fmla="*/ 2 w 103"/>
                <a:gd name="T1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103">
                  <a:moveTo>
                    <a:pt x="2" y="103"/>
                  </a:moveTo>
                  <a:cubicBezTo>
                    <a:pt x="2" y="103"/>
                    <a:pt x="1" y="103"/>
                    <a:pt x="1" y="103"/>
                  </a:cubicBezTo>
                  <a:cubicBezTo>
                    <a:pt x="0" y="102"/>
                    <a:pt x="0" y="100"/>
                    <a:pt x="1" y="9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0"/>
                    <a:pt x="101" y="0"/>
                    <a:pt x="102" y="1"/>
                  </a:cubicBezTo>
                  <a:cubicBezTo>
                    <a:pt x="103" y="2"/>
                    <a:pt x="103" y="3"/>
                    <a:pt x="102" y="4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3" y="103"/>
                    <a:pt x="3" y="103"/>
                    <a:pt x="2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01" name="Freeform 26"/>
          <p:cNvSpPr>
            <a:spLocks noEditPoints="1"/>
          </p:cNvSpPr>
          <p:nvPr/>
        </p:nvSpPr>
        <p:spPr bwMode="auto">
          <a:xfrm>
            <a:off x="10900926" y="5111220"/>
            <a:ext cx="453181" cy="520885"/>
          </a:xfrm>
          <a:custGeom>
            <a:avLst/>
            <a:gdLst>
              <a:gd name="T0" fmla="*/ 61 w 240"/>
              <a:gd name="T1" fmla="*/ 0 h 275"/>
              <a:gd name="T2" fmla="*/ 61 w 240"/>
              <a:gd name="T3" fmla="*/ 46 h 275"/>
              <a:gd name="T4" fmla="*/ 91 w 240"/>
              <a:gd name="T5" fmla="*/ 109 h 275"/>
              <a:gd name="T6" fmla="*/ 152 w 240"/>
              <a:gd name="T7" fmla="*/ 131 h 275"/>
              <a:gd name="T8" fmla="*/ 179 w 240"/>
              <a:gd name="T9" fmla="*/ 275 h 275"/>
              <a:gd name="T10" fmla="*/ 240 w 240"/>
              <a:gd name="T11" fmla="*/ 131 h 275"/>
              <a:gd name="T12" fmla="*/ 91 w 240"/>
              <a:gd name="T13" fmla="*/ 109 h 275"/>
              <a:gd name="T14" fmla="*/ 59 w 240"/>
              <a:gd name="T15" fmla="*/ 145 h 275"/>
              <a:gd name="T16" fmla="*/ 123 w 240"/>
              <a:gd name="T17" fmla="*/ 102 h 275"/>
              <a:gd name="T18" fmla="*/ 123 w 240"/>
              <a:gd name="T19" fmla="*/ 102 h 275"/>
              <a:gd name="T20" fmla="*/ 123 w 240"/>
              <a:gd name="T21" fmla="*/ 73 h 275"/>
              <a:gd name="T22" fmla="*/ 69 w 240"/>
              <a:gd name="T23" fmla="*/ 73 h 275"/>
              <a:gd name="T24" fmla="*/ 68 w 240"/>
              <a:gd name="T25" fmla="*/ 50 h 275"/>
              <a:gd name="T26" fmla="*/ 40 w 240"/>
              <a:gd name="T27" fmla="*/ 53 h 275"/>
              <a:gd name="T28" fmla="*/ 3 w 240"/>
              <a:gd name="T29" fmla="*/ 177 h 275"/>
              <a:gd name="T30" fmla="*/ 92 w 240"/>
              <a:gd name="T31" fmla="*/ 259 h 275"/>
              <a:gd name="T32" fmla="*/ 125 w 240"/>
              <a:gd name="T33" fmla="*/ 259 h 275"/>
              <a:gd name="T34" fmla="*/ 121 w 240"/>
              <a:gd name="T35" fmla="*/ 145 h 275"/>
              <a:gd name="T36" fmla="*/ 40 w 240"/>
              <a:gd name="T37" fmla="*/ 197 h 275"/>
              <a:gd name="T38" fmla="*/ 54 w 240"/>
              <a:gd name="T39" fmla="*/ 273 h 275"/>
              <a:gd name="T40" fmla="*/ 86 w 240"/>
              <a:gd name="T41" fmla="*/ 197 h 275"/>
              <a:gd name="T42" fmla="*/ 7 w 240"/>
              <a:gd name="T43" fmla="*/ 185 h 275"/>
              <a:gd name="T44" fmla="*/ 218 w 240"/>
              <a:gd name="T45" fmla="*/ 79 h 275"/>
              <a:gd name="T46" fmla="*/ 146 w 240"/>
              <a:gd name="T47" fmla="*/ 100 h 275"/>
              <a:gd name="T48" fmla="*/ 218 w 240"/>
              <a:gd name="T49" fmla="*/ 79 h 275"/>
              <a:gd name="T50" fmla="*/ 233 w 240"/>
              <a:gd name="T51" fmla="*/ 75 h 275"/>
              <a:gd name="T52" fmla="*/ 161 w 240"/>
              <a:gd name="T53" fmla="*/ 53 h 275"/>
              <a:gd name="T54" fmla="*/ 160 w 240"/>
              <a:gd name="T55" fmla="*/ 49 h 275"/>
              <a:gd name="T56" fmla="*/ 232 w 240"/>
              <a:gd name="T57" fmla="*/ 28 h 275"/>
              <a:gd name="T58" fmla="*/ 160 w 240"/>
              <a:gd name="T59" fmla="*/ 49 h 275"/>
              <a:gd name="T60" fmla="*/ 149 w 240"/>
              <a:gd name="T61" fmla="*/ 2 h 275"/>
              <a:gd name="T62" fmla="*/ 222 w 240"/>
              <a:gd name="T63" fmla="*/ 24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0" h="275">
                <a:moveTo>
                  <a:pt x="37" y="23"/>
                </a:moveTo>
                <a:cubicBezTo>
                  <a:pt x="37" y="10"/>
                  <a:pt x="48" y="0"/>
                  <a:pt x="61" y="0"/>
                </a:cubicBezTo>
                <a:cubicBezTo>
                  <a:pt x="74" y="0"/>
                  <a:pt x="84" y="10"/>
                  <a:pt x="84" y="23"/>
                </a:cubicBezTo>
                <a:cubicBezTo>
                  <a:pt x="84" y="36"/>
                  <a:pt x="74" y="46"/>
                  <a:pt x="61" y="46"/>
                </a:cubicBezTo>
                <a:cubicBezTo>
                  <a:pt x="48" y="46"/>
                  <a:pt x="37" y="36"/>
                  <a:pt x="37" y="23"/>
                </a:cubicBezTo>
                <a:close/>
                <a:moveTo>
                  <a:pt x="91" y="109"/>
                </a:moveTo>
                <a:cubicBezTo>
                  <a:pt x="91" y="131"/>
                  <a:pt x="91" y="131"/>
                  <a:pt x="91" y="131"/>
                </a:cubicBezTo>
                <a:cubicBezTo>
                  <a:pt x="152" y="131"/>
                  <a:pt x="152" y="131"/>
                  <a:pt x="152" y="131"/>
                </a:cubicBezTo>
                <a:cubicBezTo>
                  <a:pt x="152" y="275"/>
                  <a:pt x="152" y="275"/>
                  <a:pt x="152" y="275"/>
                </a:cubicBezTo>
                <a:cubicBezTo>
                  <a:pt x="179" y="275"/>
                  <a:pt x="179" y="275"/>
                  <a:pt x="179" y="275"/>
                </a:cubicBezTo>
                <a:cubicBezTo>
                  <a:pt x="179" y="131"/>
                  <a:pt x="179" y="131"/>
                  <a:pt x="179" y="131"/>
                </a:cubicBezTo>
                <a:cubicBezTo>
                  <a:pt x="240" y="131"/>
                  <a:pt x="240" y="131"/>
                  <a:pt x="240" y="131"/>
                </a:cubicBezTo>
                <a:cubicBezTo>
                  <a:pt x="240" y="109"/>
                  <a:pt x="240" y="109"/>
                  <a:pt x="240" y="109"/>
                </a:cubicBezTo>
                <a:lnTo>
                  <a:pt x="91" y="109"/>
                </a:lnTo>
                <a:close/>
                <a:moveTo>
                  <a:pt x="121" y="145"/>
                </a:moveTo>
                <a:cubicBezTo>
                  <a:pt x="59" y="145"/>
                  <a:pt x="59" y="145"/>
                  <a:pt x="59" y="145"/>
                </a:cubicBezTo>
                <a:cubicBezTo>
                  <a:pt x="65" y="102"/>
                  <a:pt x="65" y="102"/>
                  <a:pt x="65" y="102"/>
                </a:cubicBezTo>
                <a:cubicBezTo>
                  <a:pt x="123" y="102"/>
                  <a:pt x="123" y="102"/>
                  <a:pt x="123" y="102"/>
                </a:cubicBezTo>
                <a:cubicBezTo>
                  <a:pt x="123" y="102"/>
                  <a:pt x="123" y="102"/>
                  <a:pt x="123" y="102"/>
                </a:cubicBezTo>
                <a:cubicBezTo>
                  <a:pt x="123" y="102"/>
                  <a:pt x="123" y="102"/>
                  <a:pt x="123" y="102"/>
                </a:cubicBezTo>
                <a:cubicBezTo>
                  <a:pt x="131" y="102"/>
                  <a:pt x="138" y="96"/>
                  <a:pt x="138" y="88"/>
                </a:cubicBezTo>
                <a:cubicBezTo>
                  <a:pt x="138" y="80"/>
                  <a:pt x="131" y="73"/>
                  <a:pt x="123" y="73"/>
                </a:cubicBezTo>
                <a:cubicBezTo>
                  <a:pt x="123" y="73"/>
                  <a:pt x="123" y="73"/>
                  <a:pt x="123" y="73"/>
                </a:cubicBezTo>
                <a:cubicBezTo>
                  <a:pt x="69" y="73"/>
                  <a:pt x="69" y="73"/>
                  <a:pt x="69" y="7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2"/>
                  <a:pt x="70" y="50"/>
                  <a:pt x="68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0"/>
                  <a:pt x="40" y="52"/>
                  <a:pt x="40" y="53"/>
                </a:cubicBezTo>
                <a:cubicBezTo>
                  <a:pt x="0" y="174"/>
                  <a:pt x="0" y="174"/>
                  <a:pt x="0" y="174"/>
                </a:cubicBezTo>
                <a:cubicBezTo>
                  <a:pt x="0" y="176"/>
                  <a:pt x="1" y="177"/>
                  <a:pt x="3" y="177"/>
                </a:cubicBezTo>
                <a:cubicBezTo>
                  <a:pt x="92" y="177"/>
                  <a:pt x="92" y="177"/>
                  <a:pt x="92" y="177"/>
                </a:cubicBezTo>
                <a:cubicBezTo>
                  <a:pt x="92" y="259"/>
                  <a:pt x="92" y="259"/>
                  <a:pt x="92" y="259"/>
                </a:cubicBezTo>
                <a:cubicBezTo>
                  <a:pt x="92" y="268"/>
                  <a:pt x="100" y="275"/>
                  <a:pt x="109" y="275"/>
                </a:cubicBezTo>
                <a:cubicBezTo>
                  <a:pt x="117" y="275"/>
                  <a:pt x="125" y="268"/>
                  <a:pt x="125" y="259"/>
                </a:cubicBezTo>
                <a:cubicBezTo>
                  <a:pt x="125" y="148"/>
                  <a:pt x="125" y="148"/>
                  <a:pt x="125" y="148"/>
                </a:cubicBezTo>
                <a:cubicBezTo>
                  <a:pt x="125" y="146"/>
                  <a:pt x="123" y="145"/>
                  <a:pt x="121" y="145"/>
                </a:cubicBezTo>
                <a:close/>
                <a:moveTo>
                  <a:pt x="7" y="197"/>
                </a:moveTo>
                <a:cubicBezTo>
                  <a:pt x="40" y="197"/>
                  <a:pt x="40" y="197"/>
                  <a:pt x="40" y="197"/>
                </a:cubicBezTo>
                <a:cubicBezTo>
                  <a:pt x="40" y="273"/>
                  <a:pt x="40" y="273"/>
                  <a:pt x="40" y="273"/>
                </a:cubicBezTo>
                <a:cubicBezTo>
                  <a:pt x="54" y="273"/>
                  <a:pt x="54" y="273"/>
                  <a:pt x="54" y="273"/>
                </a:cubicBezTo>
                <a:cubicBezTo>
                  <a:pt x="54" y="197"/>
                  <a:pt x="54" y="197"/>
                  <a:pt x="54" y="197"/>
                </a:cubicBezTo>
                <a:cubicBezTo>
                  <a:pt x="86" y="197"/>
                  <a:pt x="86" y="197"/>
                  <a:pt x="86" y="197"/>
                </a:cubicBezTo>
                <a:cubicBezTo>
                  <a:pt x="86" y="185"/>
                  <a:pt x="86" y="185"/>
                  <a:pt x="86" y="185"/>
                </a:cubicBezTo>
                <a:cubicBezTo>
                  <a:pt x="7" y="185"/>
                  <a:pt x="7" y="185"/>
                  <a:pt x="7" y="185"/>
                </a:cubicBezTo>
                <a:lnTo>
                  <a:pt x="7" y="197"/>
                </a:lnTo>
                <a:close/>
                <a:moveTo>
                  <a:pt x="218" y="79"/>
                </a:moveTo>
                <a:cubicBezTo>
                  <a:pt x="146" y="79"/>
                  <a:pt x="146" y="79"/>
                  <a:pt x="146" y="79"/>
                </a:cubicBezTo>
                <a:cubicBezTo>
                  <a:pt x="146" y="100"/>
                  <a:pt x="146" y="100"/>
                  <a:pt x="146" y="100"/>
                </a:cubicBezTo>
                <a:cubicBezTo>
                  <a:pt x="218" y="100"/>
                  <a:pt x="218" y="100"/>
                  <a:pt x="218" y="100"/>
                </a:cubicBezTo>
                <a:lnTo>
                  <a:pt x="218" y="79"/>
                </a:lnTo>
                <a:close/>
                <a:moveTo>
                  <a:pt x="161" y="75"/>
                </a:moveTo>
                <a:cubicBezTo>
                  <a:pt x="233" y="75"/>
                  <a:pt x="233" y="75"/>
                  <a:pt x="233" y="75"/>
                </a:cubicBezTo>
                <a:cubicBezTo>
                  <a:pt x="233" y="53"/>
                  <a:pt x="233" y="53"/>
                  <a:pt x="233" y="53"/>
                </a:cubicBezTo>
                <a:cubicBezTo>
                  <a:pt x="161" y="53"/>
                  <a:pt x="161" y="53"/>
                  <a:pt x="161" y="53"/>
                </a:cubicBezTo>
                <a:lnTo>
                  <a:pt x="161" y="75"/>
                </a:lnTo>
                <a:close/>
                <a:moveTo>
                  <a:pt x="160" y="49"/>
                </a:moveTo>
                <a:cubicBezTo>
                  <a:pt x="232" y="49"/>
                  <a:pt x="232" y="49"/>
                  <a:pt x="232" y="49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160" y="28"/>
                  <a:pt x="160" y="28"/>
                  <a:pt x="160" y="28"/>
                </a:cubicBezTo>
                <a:lnTo>
                  <a:pt x="160" y="49"/>
                </a:lnTo>
                <a:close/>
                <a:moveTo>
                  <a:pt x="222" y="2"/>
                </a:moveTo>
                <a:cubicBezTo>
                  <a:pt x="149" y="2"/>
                  <a:pt x="149" y="2"/>
                  <a:pt x="149" y="2"/>
                </a:cubicBezTo>
                <a:cubicBezTo>
                  <a:pt x="149" y="24"/>
                  <a:pt x="149" y="24"/>
                  <a:pt x="149" y="24"/>
                </a:cubicBezTo>
                <a:cubicBezTo>
                  <a:pt x="222" y="24"/>
                  <a:pt x="222" y="24"/>
                  <a:pt x="222" y="24"/>
                </a:cubicBezTo>
                <a:lnTo>
                  <a:pt x="222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2" name="Freeform 27"/>
          <p:cNvSpPr>
            <a:spLocks noEditPoints="1"/>
          </p:cNvSpPr>
          <p:nvPr/>
        </p:nvSpPr>
        <p:spPr bwMode="auto">
          <a:xfrm>
            <a:off x="8162815" y="5784400"/>
            <a:ext cx="385477" cy="538357"/>
          </a:xfrm>
          <a:custGeom>
            <a:avLst/>
            <a:gdLst>
              <a:gd name="T0" fmla="*/ 20 w 204"/>
              <a:gd name="T1" fmla="*/ 87 h 285"/>
              <a:gd name="T2" fmla="*/ 49 w 204"/>
              <a:gd name="T3" fmla="*/ 64 h 285"/>
              <a:gd name="T4" fmla="*/ 66 w 204"/>
              <a:gd name="T5" fmla="*/ 64 h 285"/>
              <a:gd name="T6" fmla="*/ 72 w 204"/>
              <a:gd name="T7" fmla="*/ 73 h 285"/>
              <a:gd name="T8" fmla="*/ 78 w 204"/>
              <a:gd name="T9" fmla="*/ 64 h 285"/>
              <a:gd name="T10" fmla="*/ 92 w 204"/>
              <a:gd name="T11" fmla="*/ 64 h 285"/>
              <a:gd name="T12" fmla="*/ 122 w 204"/>
              <a:gd name="T13" fmla="*/ 87 h 285"/>
              <a:gd name="T14" fmla="*/ 122 w 204"/>
              <a:gd name="T15" fmla="*/ 117 h 285"/>
              <a:gd name="T16" fmla="*/ 104 w 204"/>
              <a:gd name="T17" fmla="*/ 117 h 285"/>
              <a:gd name="T18" fmla="*/ 104 w 204"/>
              <a:gd name="T19" fmla="*/ 91 h 285"/>
              <a:gd name="T20" fmla="*/ 98 w 204"/>
              <a:gd name="T21" fmla="*/ 91 h 285"/>
              <a:gd name="T22" fmla="*/ 98 w 204"/>
              <a:gd name="T23" fmla="*/ 117 h 285"/>
              <a:gd name="T24" fmla="*/ 43 w 204"/>
              <a:gd name="T25" fmla="*/ 117 h 285"/>
              <a:gd name="T26" fmla="*/ 43 w 204"/>
              <a:gd name="T27" fmla="*/ 91 h 285"/>
              <a:gd name="T28" fmla="*/ 38 w 204"/>
              <a:gd name="T29" fmla="*/ 91 h 285"/>
              <a:gd name="T30" fmla="*/ 38 w 204"/>
              <a:gd name="T31" fmla="*/ 117 h 285"/>
              <a:gd name="T32" fmla="*/ 20 w 204"/>
              <a:gd name="T33" fmla="*/ 117 h 285"/>
              <a:gd name="T34" fmla="*/ 20 w 204"/>
              <a:gd name="T35" fmla="*/ 87 h 285"/>
              <a:gd name="T36" fmla="*/ 72 w 204"/>
              <a:gd name="T37" fmla="*/ 57 h 285"/>
              <a:gd name="T38" fmla="*/ 93 w 204"/>
              <a:gd name="T39" fmla="*/ 35 h 285"/>
              <a:gd name="T40" fmla="*/ 72 w 204"/>
              <a:gd name="T41" fmla="*/ 14 h 285"/>
              <a:gd name="T42" fmla="*/ 50 w 204"/>
              <a:gd name="T43" fmla="*/ 35 h 285"/>
              <a:gd name="T44" fmla="*/ 72 w 204"/>
              <a:gd name="T45" fmla="*/ 57 h 285"/>
              <a:gd name="T46" fmla="*/ 43 w 204"/>
              <a:gd name="T47" fmla="*/ 285 h 285"/>
              <a:gd name="T48" fmla="*/ 98 w 204"/>
              <a:gd name="T49" fmla="*/ 285 h 285"/>
              <a:gd name="T50" fmla="*/ 124 w 204"/>
              <a:gd name="T51" fmla="*/ 147 h 285"/>
              <a:gd name="T52" fmla="*/ 17 w 204"/>
              <a:gd name="T53" fmla="*/ 147 h 285"/>
              <a:gd name="T54" fmla="*/ 43 w 204"/>
              <a:gd name="T55" fmla="*/ 285 h 285"/>
              <a:gd name="T56" fmla="*/ 204 w 204"/>
              <a:gd name="T57" fmla="*/ 29 h 285"/>
              <a:gd name="T58" fmla="*/ 166 w 204"/>
              <a:gd name="T59" fmla="*/ 58 h 285"/>
              <a:gd name="T60" fmla="*/ 135 w 204"/>
              <a:gd name="T61" fmla="*/ 73 h 285"/>
              <a:gd name="T62" fmla="*/ 144 w 204"/>
              <a:gd name="T63" fmla="*/ 55 h 285"/>
              <a:gd name="T64" fmla="*/ 122 w 204"/>
              <a:gd name="T65" fmla="*/ 29 h 285"/>
              <a:gd name="T66" fmla="*/ 163 w 204"/>
              <a:gd name="T67" fmla="*/ 0 h 285"/>
              <a:gd name="T68" fmla="*/ 204 w 204"/>
              <a:gd name="T69" fmla="*/ 29 h 285"/>
              <a:gd name="T70" fmla="*/ 187 w 204"/>
              <a:gd name="T71" fmla="*/ 36 h 285"/>
              <a:gd name="T72" fmla="*/ 185 w 204"/>
              <a:gd name="T73" fmla="*/ 34 h 285"/>
              <a:gd name="T74" fmla="*/ 141 w 204"/>
              <a:gd name="T75" fmla="*/ 34 h 285"/>
              <a:gd name="T76" fmla="*/ 139 w 204"/>
              <a:gd name="T77" fmla="*/ 36 h 285"/>
              <a:gd name="T78" fmla="*/ 141 w 204"/>
              <a:gd name="T79" fmla="*/ 39 h 285"/>
              <a:gd name="T80" fmla="*/ 185 w 204"/>
              <a:gd name="T81" fmla="*/ 39 h 285"/>
              <a:gd name="T82" fmla="*/ 187 w 204"/>
              <a:gd name="T83" fmla="*/ 36 h 285"/>
              <a:gd name="T84" fmla="*/ 187 w 204"/>
              <a:gd name="T85" fmla="*/ 22 h 285"/>
              <a:gd name="T86" fmla="*/ 185 w 204"/>
              <a:gd name="T87" fmla="*/ 20 h 285"/>
              <a:gd name="T88" fmla="*/ 141 w 204"/>
              <a:gd name="T89" fmla="*/ 20 h 285"/>
              <a:gd name="T90" fmla="*/ 139 w 204"/>
              <a:gd name="T91" fmla="*/ 22 h 285"/>
              <a:gd name="T92" fmla="*/ 141 w 204"/>
              <a:gd name="T93" fmla="*/ 25 h 285"/>
              <a:gd name="T94" fmla="*/ 185 w 204"/>
              <a:gd name="T95" fmla="*/ 25 h 285"/>
              <a:gd name="T96" fmla="*/ 187 w 204"/>
              <a:gd name="T97" fmla="*/ 22 h 285"/>
              <a:gd name="T98" fmla="*/ 0 w 204"/>
              <a:gd name="T99" fmla="*/ 141 h 285"/>
              <a:gd name="T100" fmla="*/ 141 w 204"/>
              <a:gd name="T101" fmla="*/ 141 h 285"/>
              <a:gd name="T102" fmla="*/ 141 w 204"/>
              <a:gd name="T103" fmla="*/ 121 h 285"/>
              <a:gd name="T104" fmla="*/ 0 w 204"/>
              <a:gd name="T105" fmla="*/ 121 h 285"/>
              <a:gd name="T106" fmla="*/ 0 w 204"/>
              <a:gd name="T107" fmla="*/ 141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4" h="285">
                <a:moveTo>
                  <a:pt x="20" y="87"/>
                </a:moveTo>
                <a:cubicBezTo>
                  <a:pt x="20" y="87"/>
                  <a:pt x="18" y="64"/>
                  <a:pt x="49" y="64"/>
                </a:cubicBezTo>
                <a:cubicBezTo>
                  <a:pt x="66" y="64"/>
                  <a:pt x="66" y="64"/>
                  <a:pt x="66" y="64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64"/>
                  <a:pt x="78" y="64"/>
                  <a:pt x="78" y="64"/>
                </a:cubicBezTo>
                <a:cubicBezTo>
                  <a:pt x="92" y="64"/>
                  <a:pt x="92" y="64"/>
                  <a:pt x="92" y="64"/>
                </a:cubicBezTo>
                <a:cubicBezTo>
                  <a:pt x="92" y="64"/>
                  <a:pt x="120" y="63"/>
                  <a:pt x="122" y="87"/>
                </a:cubicBezTo>
                <a:cubicBezTo>
                  <a:pt x="122" y="117"/>
                  <a:pt x="122" y="117"/>
                  <a:pt x="122" y="117"/>
                </a:cubicBezTo>
                <a:cubicBezTo>
                  <a:pt x="104" y="117"/>
                  <a:pt x="104" y="117"/>
                  <a:pt x="104" y="117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98" y="91"/>
                  <a:pt x="98" y="91"/>
                  <a:pt x="98" y="91"/>
                </a:cubicBezTo>
                <a:cubicBezTo>
                  <a:pt x="98" y="117"/>
                  <a:pt x="98" y="117"/>
                  <a:pt x="98" y="117"/>
                </a:cubicBezTo>
                <a:cubicBezTo>
                  <a:pt x="43" y="117"/>
                  <a:pt x="43" y="117"/>
                  <a:pt x="43" y="117"/>
                </a:cubicBezTo>
                <a:cubicBezTo>
                  <a:pt x="43" y="91"/>
                  <a:pt x="43" y="91"/>
                  <a:pt x="43" y="91"/>
                </a:cubicBezTo>
                <a:cubicBezTo>
                  <a:pt x="38" y="91"/>
                  <a:pt x="38" y="91"/>
                  <a:pt x="38" y="91"/>
                </a:cubicBezTo>
                <a:cubicBezTo>
                  <a:pt x="38" y="117"/>
                  <a:pt x="38" y="117"/>
                  <a:pt x="38" y="117"/>
                </a:cubicBezTo>
                <a:cubicBezTo>
                  <a:pt x="20" y="117"/>
                  <a:pt x="20" y="117"/>
                  <a:pt x="20" y="117"/>
                </a:cubicBezTo>
                <a:lnTo>
                  <a:pt x="20" y="87"/>
                </a:lnTo>
                <a:close/>
                <a:moveTo>
                  <a:pt x="72" y="57"/>
                </a:moveTo>
                <a:cubicBezTo>
                  <a:pt x="84" y="57"/>
                  <a:pt x="93" y="47"/>
                  <a:pt x="93" y="35"/>
                </a:cubicBezTo>
                <a:cubicBezTo>
                  <a:pt x="93" y="23"/>
                  <a:pt x="84" y="14"/>
                  <a:pt x="72" y="14"/>
                </a:cubicBezTo>
                <a:cubicBezTo>
                  <a:pt x="60" y="14"/>
                  <a:pt x="50" y="23"/>
                  <a:pt x="50" y="35"/>
                </a:cubicBezTo>
                <a:cubicBezTo>
                  <a:pt x="50" y="47"/>
                  <a:pt x="60" y="57"/>
                  <a:pt x="72" y="57"/>
                </a:cubicBezTo>
                <a:close/>
                <a:moveTo>
                  <a:pt x="43" y="285"/>
                </a:moveTo>
                <a:cubicBezTo>
                  <a:pt x="98" y="285"/>
                  <a:pt x="98" y="285"/>
                  <a:pt x="98" y="285"/>
                </a:cubicBezTo>
                <a:cubicBezTo>
                  <a:pt x="124" y="147"/>
                  <a:pt x="124" y="147"/>
                  <a:pt x="124" y="147"/>
                </a:cubicBezTo>
                <a:cubicBezTo>
                  <a:pt x="17" y="147"/>
                  <a:pt x="17" y="147"/>
                  <a:pt x="17" y="147"/>
                </a:cubicBezTo>
                <a:lnTo>
                  <a:pt x="43" y="285"/>
                </a:lnTo>
                <a:close/>
                <a:moveTo>
                  <a:pt x="204" y="29"/>
                </a:moveTo>
                <a:cubicBezTo>
                  <a:pt x="204" y="45"/>
                  <a:pt x="187" y="57"/>
                  <a:pt x="166" y="58"/>
                </a:cubicBezTo>
                <a:cubicBezTo>
                  <a:pt x="154" y="67"/>
                  <a:pt x="135" y="73"/>
                  <a:pt x="135" y="73"/>
                </a:cubicBezTo>
                <a:cubicBezTo>
                  <a:pt x="144" y="64"/>
                  <a:pt x="145" y="58"/>
                  <a:pt x="144" y="55"/>
                </a:cubicBezTo>
                <a:cubicBezTo>
                  <a:pt x="131" y="50"/>
                  <a:pt x="122" y="41"/>
                  <a:pt x="122" y="29"/>
                </a:cubicBezTo>
                <a:cubicBezTo>
                  <a:pt x="122" y="13"/>
                  <a:pt x="140" y="0"/>
                  <a:pt x="163" y="0"/>
                </a:cubicBezTo>
                <a:cubicBezTo>
                  <a:pt x="186" y="0"/>
                  <a:pt x="204" y="13"/>
                  <a:pt x="204" y="29"/>
                </a:cubicBezTo>
                <a:close/>
                <a:moveTo>
                  <a:pt x="187" y="36"/>
                </a:moveTo>
                <a:cubicBezTo>
                  <a:pt x="187" y="35"/>
                  <a:pt x="186" y="34"/>
                  <a:pt x="185" y="34"/>
                </a:cubicBezTo>
                <a:cubicBezTo>
                  <a:pt x="141" y="34"/>
                  <a:pt x="141" y="34"/>
                  <a:pt x="141" y="34"/>
                </a:cubicBezTo>
                <a:cubicBezTo>
                  <a:pt x="140" y="34"/>
                  <a:pt x="139" y="35"/>
                  <a:pt x="139" y="36"/>
                </a:cubicBezTo>
                <a:cubicBezTo>
                  <a:pt x="139" y="38"/>
                  <a:pt x="140" y="39"/>
                  <a:pt x="141" y="3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6" y="39"/>
                  <a:pt x="187" y="38"/>
                  <a:pt x="187" y="36"/>
                </a:cubicBezTo>
                <a:close/>
                <a:moveTo>
                  <a:pt x="187" y="22"/>
                </a:moveTo>
                <a:cubicBezTo>
                  <a:pt x="187" y="21"/>
                  <a:pt x="186" y="20"/>
                  <a:pt x="185" y="20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40" y="20"/>
                  <a:pt x="139" y="21"/>
                  <a:pt x="139" y="22"/>
                </a:cubicBezTo>
                <a:cubicBezTo>
                  <a:pt x="139" y="24"/>
                  <a:pt x="140" y="25"/>
                  <a:pt x="141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6" y="25"/>
                  <a:pt x="187" y="24"/>
                  <a:pt x="187" y="22"/>
                </a:cubicBezTo>
                <a:close/>
                <a:moveTo>
                  <a:pt x="0" y="141"/>
                </a:moveTo>
                <a:cubicBezTo>
                  <a:pt x="141" y="141"/>
                  <a:pt x="141" y="141"/>
                  <a:pt x="141" y="141"/>
                </a:cubicBezTo>
                <a:cubicBezTo>
                  <a:pt x="141" y="121"/>
                  <a:pt x="141" y="121"/>
                  <a:pt x="141" y="121"/>
                </a:cubicBezTo>
                <a:cubicBezTo>
                  <a:pt x="0" y="121"/>
                  <a:pt x="0" y="121"/>
                  <a:pt x="0" y="121"/>
                </a:cubicBezTo>
                <a:lnTo>
                  <a:pt x="0" y="1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7" name="组合 316"/>
          <p:cNvGrpSpPr/>
          <p:nvPr/>
        </p:nvGrpSpPr>
        <p:grpSpPr>
          <a:xfrm>
            <a:off x="8847343" y="5784400"/>
            <a:ext cx="523069" cy="431341"/>
            <a:chOff x="14279209" y="4959758"/>
            <a:chExt cx="760413" cy="627063"/>
          </a:xfrm>
          <a:solidFill>
            <a:schemeClr val="accent1"/>
          </a:solidFill>
        </p:grpSpPr>
        <p:sp>
          <p:nvSpPr>
            <p:cNvPr id="303" name="Freeform 28"/>
            <p:cNvSpPr/>
            <p:nvPr/>
          </p:nvSpPr>
          <p:spPr bwMode="auto">
            <a:xfrm>
              <a:off x="14279209" y="5150258"/>
              <a:ext cx="760413" cy="436563"/>
            </a:xfrm>
            <a:custGeom>
              <a:avLst/>
              <a:gdLst>
                <a:gd name="T0" fmla="*/ 420 w 479"/>
                <a:gd name="T1" fmla="*/ 41 h 275"/>
                <a:gd name="T2" fmla="*/ 240 w 479"/>
                <a:gd name="T3" fmla="*/ 169 h 275"/>
                <a:gd name="T4" fmla="*/ 59 w 479"/>
                <a:gd name="T5" fmla="*/ 41 h 275"/>
                <a:gd name="T6" fmla="*/ 0 w 479"/>
                <a:gd name="T7" fmla="*/ 0 h 275"/>
                <a:gd name="T8" fmla="*/ 0 w 479"/>
                <a:gd name="T9" fmla="*/ 275 h 275"/>
                <a:gd name="T10" fmla="*/ 479 w 479"/>
                <a:gd name="T11" fmla="*/ 275 h 275"/>
                <a:gd name="T12" fmla="*/ 479 w 479"/>
                <a:gd name="T13" fmla="*/ 0 h 275"/>
                <a:gd name="T14" fmla="*/ 420 w 479"/>
                <a:gd name="T15" fmla="*/ 41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9" h="275">
                  <a:moveTo>
                    <a:pt x="420" y="41"/>
                  </a:moveTo>
                  <a:lnTo>
                    <a:pt x="240" y="169"/>
                  </a:lnTo>
                  <a:lnTo>
                    <a:pt x="59" y="41"/>
                  </a:lnTo>
                  <a:lnTo>
                    <a:pt x="0" y="0"/>
                  </a:lnTo>
                  <a:lnTo>
                    <a:pt x="0" y="275"/>
                  </a:lnTo>
                  <a:lnTo>
                    <a:pt x="479" y="275"/>
                  </a:lnTo>
                  <a:lnTo>
                    <a:pt x="479" y="0"/>
                  </a:lnTo>
                  <a:lnTo>
                    <a:pt x="420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4" name="Freeform 29"/>
            <p:cNvSpPr>
              <a:spLocks noEditPoints="1"/>
            </p:cNvSpPr>
            <p:nvPr/>
          </p:nvSpPr>
          <p:spPr bwMode="auto">
            <a:xfrm>
              <a:off x="14350647" y="4959758"/>
              <a:ext cx="617538" cy="438150"/>
            </a:xfrm>
            <a:custGeom>
              <a:avLst/>
              <a:gdLst>
                <a:gd name="T0" fmla="*/ 3 w 225"/>
                <a:gd name="T1" fmla="*/ 83 h 159"/>
                <a:gd name="T2" fmla="*/ 108 w 225"/>
                <a:gd name="T3" fmla="*/ 157 h 159"/>
                <a:gd name="T4" fmla="*/ 113 w 225"/>
                <a:gd name="T5" fmla="*/ 159 h 159"/>
                <a:gd name="T6" fmla="*/ 117 w 225"/>
                <a:gd name="T7" fmla="*/ 157 h 159"/>
                <a:gd name="T8" fmla="*/ 222 w 225"/>
                <a:gd name="T9" fmla="*/ 83 h 159"/>
                <a:gd name="T10" fmla="*/ 225 w 225"/>
                <a:gd name="T11" fmla="*/ 76 h 159"/>
                <a:gd name="T12" fmla="*/ 225 w 225"/>
                <a:gd name="T13" fmla="*/ 8 h 159"/>
                <a:gd name="T14" fmla="*/ 217 w 225"/>
                <a:gd name="T15" fmla="*/ 0 h 159"/>
                <a:gd name="T16" fmla="*/ 8 w 225"/>
                <a:gd name="T17" fmla="*/ 0 h 159"/>
                <a:gd name="T18" fmla="*/ 0 w 225"/>
                <a:gd name="T19" fmla="*/ 8 h 159"/>
                <a:gd name="T20" fmla="*/ 0 w 225"/>
                <a:gd name="T21" fmla="*/ 76 h 159"/>
                <a:gd name="T22" fmla="*/ 3 w 225"/>
                <a:gd name="T23" fmla="*/ 83 h 159"/>
                <a:gd name="T24" fmla="*/ 16 w 225"/>
                <a:gd name="T25" fmla="*/ 16 h 159"/>
                <a:gd name="T26" fmla="*/ 209 w 225"/>
                <a:gd name="T27" fmla="*/ 16 h 159"/>
                <a:gd name="T28" fmla="*/ 209 w 225"/>
                <a:gd name="T29" fmla="*/ 72 h 159"/>
                <a:gd name="T30" fmla="*/ 113 w 225"/>
                <a:gd name="T31" fmla="*/ 141 h 159"/>
                <a:gd name="T32" fmla="*/ 16 w 225"/>
                <a:gd name="T33" fmla="*/ 72 h 159"/>
                <a:gd name="T34" fmla="*/ 16 w 225"/>
                <a:gd name="T3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5" h="159">
                  <a:moveTo>
                    <a:pt x="3" y="83"/>
                  </a:moveTo>
                  <a:cubicBezTo>
                    <a:pt x="108" y="157"/>
                    <a:pt x="108" y="157"/>
                    <a:pt x="108" y="157"/>
                  </a:cubicBezTo>
                  <a:cubicBezTo>
                    <a:pt x="109" y="158"/>
                    <a:pt x="111" y="159"/>
                    <a:pt x="113" y="159"/>
                  </a:cubicBezTo>
                  <a:cubicBezTo>
                    <a:pt x="114" y="159"/>
                    <a:pt x="116" y="158"/>
                    <a:pt x="117" y="157"/>
                  </a:cubicBezTo>
                  <a:cubicBezTo>
                    <a:pt x="222" y="83"/>
                    <a:pt x="222" y="83"/>
                    <a:pt x="222" y="83"/>
                  </a:cubicBezTo>
                  <a:cubicBezTo>
                    <a:pt x="224" y="81"/>
                    <a:pt x="225" y="79"/>
                    <a:pt x="225" y="76"/>
                  </a:cubicBezTo>
                  <a:cubicBezTo>
                    <a:pt x="225" y="8"/>
                    <a:pt x="225" y="8"/>
                    <a:pt x="225" y="8"/>
                  </a:cubicBezTo>
                  <a:cubicBezTo>
                    <a:pt x="225" y="3"/>
                    <a:pt x="221" y="0"/>
                    <a:pt x="21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1" y="81"/>
                    <a:pt x="3" y="83"/>
                  </a:cubicBezTo>
                  <a:close/>
                  <a:moveTo>
                    <a:pt x="16" y="16"/>
                  </a:moveTo>
                  <a:cubicBezTo>
                    <a:pt x="209" y="16"/>
                    <a:pt x="209" y="16"/>
                    <a:pt x="209" y="16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113" y="141"/>
                    <a:pt x="113" y="141"/>
                    <a:pt x="113" y="141"/>
                  </a:cubicBezTo>
                  <a:cubicBezTo>
                    <a:pt x="16" y="72"/>
                    <a:pt x="16" y="72"/>
                    <a:pt x="16" y="72"/>
                  </a:cubicBezTo>
                  <a:lnTo>
                    <a:pt x="1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5" name="Freeform 30"/>
            <p:cNvSpPr/>
            <p:nvPr/>
          </p:nvSpPr>
          <p:spPr bwMode="auto">
            <a:xfrm>
              <a:off x="14460184" y="5050246"/>
              <a:ext cx="384175" cy="50800"/>
            </a:xfrm>
            <a:custGeom>
              <a:avLst/>
              <a:gdLst>
                <a:gd name="T0" fmla="*/ 9 w 140"/>
                <a:gd name="T1" fmla="*/ 18 h 18"/>
                <a:gd name="T2" fmla="*/ 131 w 140"/>
                <a:gd name="T3" fmla="*/ 18 h 18"/>
                <a:gd name="T4" fmla="*/ 140 w 140"/>
                <a:gd name="T5" fmla="*/ 9 h 18"/>
                <a:gd name="T6" fmla="*/ 131 w 140"/>
                <a:gd name="T7" fmla="*/ 0 h 18"/>
                <a:gd name="T8" fmla="*/ 9 w 140"/>
                <a:gd name="T9" fmla="*/ 0 h 18"/>
                <a:gd name="T10" fmla="*/ 0 w 140"/>
                <a:gd name="T11" fmla="*/ 9 h 18"/>
                <a:gd name="T12" fmla="*/ 9 w 140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">
                  <a:moveTo>
                    <a:pt x="9" y="18"/>
                  </a:moveTo>
                  <a:cubicBezTo>
                    <a:pt x="131" y="18"/>
                    <a:pt x="131" y="18"/>
                    <a:pt x="131" y="18"/>
                  </a:cubicBezTo>
                  <a:cubicBezTo>
                    <a:pt x="136" y="18"/>
                    <a:pt x="140" y="14"/>
                    <a:pt x="140" y="9"/>
                  </a:cubicBezTo>
                  <a:cubicBezTo>
                    <a:pt x="140" y="4"/>
                    <a:pt x="136" y="0"/>
                    <a:pt x="13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6" name="Freeform 31"/>
            <p:cNvSpPr/>
            <p:nvPr/>
          </p:nvSpPr>
          <p:spPr bwMode="auto">
            <a:xfrm>
              <a:off x="14460184" y="5135971"/>
              <a:ext cx="384175" cy="49213"/>
            </a:xfrm>
            <a:custGeom>
              <a:avLst/>
              <a:gdLst>
                <a:gd name="T0" fmla="*/ 140 w 140"/>
                <a:gd name="T1" fmla="*/ 9 h 18"/>
                <a:gd name="T2" fmla="*/ 131 w 140"/>
                <a:gd name="T3" fmla="*/ 0 h 18"/>
                <a:gd name="T4" fmla="*/ 9 w 140"/>
                <a:gd name="T5" fmla="*/ 0 h 18"/>
                <a:gd name="T6" fmla="*/ 0 w 140"/>
                <a:gd name="T7" fmla="*/ 9 h 18"/>
                <a:gd name="T8" fmla="*/ 9 w 140"/>
                <a:gd name="T9" fmla="*/ 18 h 18"/>
                <a:gd name="T10" fmla="*/ 131 w 140"/>
                <a:gd name="T11" fmla="*/ 18 h 18"/>
                <a:gd name="T12" fmla="*/ 140 w 140"/>
                <a:gd name="T13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">
                  <a:moveTo>
                    <a:pt x="140" y="9"/>
                  </a:moveTo>
                  <a:cubicBezTo>
                    <a:pt x="140" y="4"/>
                    <a:pt x="136" y="0"/>
                    <a:pt x="13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1" y="18"/>
                    <a:pt x="131" y="18"/>
                    <a:pt x="131" y="18"/>
                  </a:cubicBezTo>
                  <a:cubicBezTo>
                    <a:pt x="136" y="18"/>
                    <a:pt x="140" y="14"/>
                    <a:pt x="140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07" name="Freeform 32"/>
          <p:cNvSpPr>
            <a:spLocks noEditPoints="1"/>
          </p:cNvSpPr>
          <p:nvPr/>
        </p:nvSpPr>
        <p:spPr bwMode="auto">
          <a:xfrm>
            <a:off x="9531871" y="5784400"/>
            <a:ext cx="360360" cy="525253"/>
          </a:xfrm>
          <a:custGeom>
            <a:avLst/>
            <a:gdLst>
              <a:gd name="T0" fmla="*/ 183 w 191"/>
              <a:gd name="T1" fmla="*/ 20 h 278"/>
              <a:gd name="T2" fmla="*/ 145 w 191"/>
              <a:gd name="T3" fmla="*/ 20 h 278"/>
              <a:gd name="T4" fmla="*/ 133 w 191"/>
              <a:gd name="T5" fmla="*/ 15 h 278"/>
              <a:gd name="T6" fmla="*/ 116 w 191"/>
              <a:gd name="T7" fmla="*/ 15 h 278"/>
              <a:gd name="T8" fmla="*/ 116 w 191"/>
              <a:gd name="T9" fmla="*/ 12 h 278"/>
              <a:gd name="T10" fmla="*/ 99 w 191"/>
              <a:gd name="T11" fmla="*/ 0 h 278"/>
              <a:gd name="T12" fmla="*/ 81 w 191"/>
              <a:gd name="T13" fmla="*/ 12 h 278"/>
              <a:gd name="T14" fmla="*/ 81 w 191"/>
              <a:gd name="T15" fmla="*/ 15 h 278"/>
              <a:gd name="T16" fmla="*/ 65 w 191"/>
              <a:gd name="T17" fmla="*/ 15 h 278"/>
              <a:gd name="T18" fmla="*/ 52 w 191"/>
              <a:gd name="T19" fmla="*/ 20 h 278"/>
              <a:gd name="T20" fmla="*/ 8 w 191"/>
              <a:gd name="T21" fmla="*/ 20 h 278"/>
              <a:gd name="T22" fmla="*/ 0 w 191"/>
              <a:gd name="T23" fmla="*/ 28 h 278"/>
              <a:gd name="T24" fmla="*/ 0 w 191"/>
              <a:gd name="T25" fmla="*/ 270 h 278"/>
              <a:gd name="T26" fmla="*/ 8 w 191"/>
              <a:gd name="T27" fmla="*/ 278 h 278"/>
              <a:gd name="T28" fmla="*/ 183 w 191"/>
              <a:gd name="T29" fmla="*/ 278 h 278"/>
              <a:gd name="T30" fmla="*/ 191 w 191"/>
              <a:gd name="T31" fmla="*/ 270 h 278"/>
              <a:gd name="T32" fmla="*/ 191 w 191"/>
              <a:gd name="T33" fmla="*/ 28 h 278"/>
              <a:gd name="T34" fmla="*/ 183 w 191"/>
              <a:gd name="T35" fmla="*/ 20 h 278"/>
              <a:gd name="T36" fmla="*/ 175 w 191"/>
              <a:gd name="T37" fmla="*/ 261 h 278"/>
              <a:gd name="T38" fmla="*/ 16 w 191"/>
              <a:gd name="T39" fmla="*/ 261 h 278"/>
              <a:gd name="T40" fmla="*/ 16 w 191"/>
              <a:gd name="T41" fmla="*/ 37 h 278"/>
              <a:gd name="T42" fmla="*/ 49 w 191"/>
              <a:gd name="T43" fmla="*/ 37 h 278"/>
              <a:gd name="T44" fmla="*/ 65 w 191"/>
              <a:gd name="T45" fmla="*/ 48 h 278"/>
              <a:gd name="T46" fmla="*/ 133 w 191"/>
              <a:gd name="T47" fmla="*/ 48 h 278"/>
              <a:gd name="T48" fmla="*/ 148 w 191"/>
              <a:gd name="T49" fmla="*/ 37 h 278"/>
              <a:gd name="T50" fmla="*/ 175 w 191"/>
              <a:gd name="T51" fmla="*/ 37 h 278"/>
              <a:gd name="T52" fmla="*/ 175 w 191"/>
              <a:gd name="T53" fmla="*/ 261 h 278"/>
              <a:gd name="T54" fmla="*/ 175 w 191"/>
              <a:gd name="T55" fmla="*/ 261 h 278"/>
              <a:gd name="T56" fmla="*/ 38 w 191"/>
              <a:gd name="T57" fmla="*/ 87 h 278"/>
              <a:gd name="T58" fmla="*/ 159 w 191"/>
              <a:gd name="T59" fmla="*/ 87 h 278"/>
              <a:gd name="T60" fmla="*/ 159 w 191"/>
              <a:gd name="T61" fmla="*/ 92 h 278"/>
              <a:gd name="T62" fmla="*/ 38 w 191"/>
              <a:gd name="T63" fmla="*/ 92 h 278"/>
              <a:gd name="T64" fmla="*/ 38 w 191"/>
              <a:gd name="T65" fmla="*/ 87 h 278"/>
              <a:gd name="T66" fmla="*/ 38 w 191"/>
              <a:gd name="T67" fmla="*/ 106 h 278"/>
              <a:gd name="T68" fmla="*/ 159 w 191"/>
              <a:gd name="T69" fmla="*/ 106 h 278"/>
              <a:gd name="T70" fmla="*/ 159 w 191"/>
              <a:gd name="T71" fmla="*/ 112 h 278"/>
              <a:gd name="T72" fmla="*/ 38 w 191"/>
              <a:gd name="T73" fmla="*/ 112 h 278"/>
              <a:gd name="T74" fmla="*/ 38 w 191"/>
              <a:gd name="T75" fmla="*/ 106 h 278"/>
              <a:gd name="T76" fmla="*/ 38 w 191"/>
              <a:gd name="T77" fmla="*/ 127 h 278"/>
              <a:gd name="T78" fmla="*/ 159 w 191"/>
              <a:gd name="T79" fmla="*/ 127 h 278"/>
              <a:gd name="T80" fmla="*/ 159 w 191"/>
              <a:gd name="T81" fmla="*/ 132 h 278"/>
              <a:gd name="T82" fmla="*/ 38 w 191"/>
              <a:gd name="T83" fmla="*/ 132 h 278"/>
              <a:gd name="T84" fmla="*/ 38 w 191"/>
              <a:gd name="T85" fmla="*/ 127 h 278"/>
              <a:gd name="T86" fmla="*/ 38 w 191"/>
              <a:gd name="T87" fmla="*/ 146 h 278"/>
              <a:gd name="T88" fmla="*/ 159 w 191"/>
              <a:gd name="T89" fmla="*/ 146 h 278"/>
              <a:gd name="T90" fmla="*/ 159 w 191"/>
              <a:gd name="T91" fmla="*/ 152 h 278"/>
              <a:gd name="T92" fmla="*/ 38 w 191"/>
              <a:gd name="T93" fmla="*/ 152 h 278"/>
              <a:gd name="T94" fmla="*/ 38 w 191"/>
              <a:gd name="T95" fmla="*/ 146 h 278"/>
              <a:gd name="T96" fmla="*/ 141 w 191"/>
              <a:gd name="T97" fmla="*/ 184 h 278"/>
              <a:gd name="T98" fmla="*/ 92 w 191"/>
              <a:gd name="T99" fmla="*/ 235 h 278"/>
              <a:gd name="T100" fmla="*/ 80 w 191"/>
              <a:gd name="T101" fmla="*/ 238 h 278"/>
              <a:gd name="T102" fmla="*/ 57 w 191"/>
              <a:gd name="T103" fmla="*/ 209 h 278"/>
              <a:gd name="T104" fmla="*/ 73 w 191"/>
              <a:gd name="T105" fmla="*/ 196 h 278"/>
              <a:gd name="T106" fmla="*/ 88 w 191"/>
              <a:gd name="T107" fmla="*/ 217 h 278"/>
              <a:gd name="T108" fmla="*/ 133 w 191"/>
              <a:gd name="T109" fmla="*/ 171 h 278"/>
              <a:gd name="T110" fmla="*/ 141 w 191"/>
              <a:gd name="T111" fmla="*/ 184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1" h="278">
                <a:moveTo>
                  <a:pt x="183" y="20"/>
                </a:moveTo>
                <a:cubicBezTo>
                  <a:pt x="145" y="20"/>
                  <a:pt x="145" y="20"/>
                  <a:pt x="145" y="20"/>
                </a:cubicBezTo>
                <a:cubicBezTo>
                  <a:pt x="142" y="17"/>
                  <a:pt x="138" y="15"/>
                  <a:pt x="133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6"/>
                  <a:pt x="108" y="0"/>
                  <a:pt x="99" y="0"/>
                </a:cubicBezTo>
                <a:cubicBezTo>
                  <a:pt x="89" y="0"/>
                  <a:pt x="81" y="6"/>
                  <a:pt x="81" y="12"/>
                </a:cubicBezTo>
                <a:cubicBezTo>
                  <a:pt x="81" y="15"/>
                  <a:pt x="81" y="15"/>
                  <a:pt x="81" y="15"/>
                </a:cubicBezTo>
                <a:cubicBezTo>
                  <a:pt x="65" y="15"/>
                  <a:pt x="65" y="15"/>
                  <a:pt x="65" y="15"/>
                </a:cubicBezTo>
                <a:cubicBezTo>
                  <a:pt x="60" y="15"/>
                  <a:pt x="55" y="17"/>
                  <a:pt x="52" y="20"/>
                </a:cubicBezTo>
                <a:cubicBezTo>
                  <a:pt x="8" y="20"/>
                  <a:pt x="8" y="20"/>
                  <a:pt x="8" y="20"/>
                </a:cubicBezTo>
                <a:cubicBezTo>
                  <a:pt x="3" y="20"/>
                  <a:pt x="0" y="24"/>
                  <a:pt x="0" y="28"/>
                </a:cubicBezTo>
                <a:cubicBezTo>
                  <a:pt x="0" y="270"/>
                  <a:pt x="0" y="270"/>
                  <a:pt x="0" y="270"/>
                </a:cubicBezTo>
                <a:cubicBezTo>
                  <a:pt x="0" y="274"/>
                  <a:pt x="3" y="278"/>
                  <a:pt x="8" y="278"/>
                </a:cubicBezTo>
                <a:cubicBezTo>
                  <a:pt x="183" y="278"/>
                  <a:pt x="183" y="278"/>
                  <a:pt x="183" y="278"/>
                </a:cubicBezTo>
                <a:cubicBezTo>
                  <a:pt x="187" y="278"/>
                  <a:pt x="191" y="274"/>
                  <a:pt x="191" y="270"/>
                </a:cubicBezTo>
                <a:cubicBezTo>
                  <a:pt x="191" y="28"/>
                  <a:pt x="191" y="28"/>
                  <a:pt x="191" y="28"/>
                </a:cubicBezTo>
                <a:cubicBezTo>
                  <a:pt x="191" y="24"/>
                  <a:pt x="187" y="20"/>
                  <a:pt x="183" y="20"/>
                </a:cubicBezTo>
                <a:close/>
                <a:moveTo>
                  <a:pt x="175" y="261"/>
                </a:moveTo>
                <a:cubicBezTo>
                  <a:pt x="16" y="261"/>
                  <a:pt x="16" y="261"/>
                  <a:pt x="16" y="261"/>
                </a:cubicBezTo>
                <a:cubicBezTo>
                  <a:pt x="16" y="37"/>
                  <a:pt x="16" y="37"/>
                  <a:pt x="16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51" y="43"/>
                  <a:pt x="57" y="48"/>
                  <a:pt x="65" y="48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140" y="48"/>
                  <a:pt x="146" y="43"/>
                  <a:pt x="148" y="37"/>
                </a:cubicBezTo>
                <a:cubicBezTo>
                  <a:pt x="175" y="37"/>
                  <a:pt x="175" y="37"/>
                  <a:pt x="175" y="37"/>
                </a:cubicBezTo>
                <a:cubicBezTo>
                  <a:pt x="175" y="261"/>
                  <a:pt x="175" y="261"/>
                  <a:pt x="175" y="261"/>
                </a:cubicBezTo>
                <a:cubicBezTo>
                  <a:pt x="175" y="261"/>
                  <a:pt x="175" y="261"/>
                  <a:pt x="175" y="261"/>
                </a:cubicBezTo>
                <a:close/>
                <a:moveTo>
                  <a:pt x="38" y="87"/>
                </a:moveTo>
                <a:cubicBezTo>
                  <a:pt x="159" y="87"/>
                  <a:pt x="159" y="87"/>
                  <a:pt x="159" y="87"/>
                </a:cubicBezTo>
                <a:cubicBezTo>
                  <a:pt x="159" y="92"/>
                  <a:pt x="159" y="92"/>
                  <a:pt x="159" y="92"/>
                </a:cubicBezTo>
                <a:cubicBezTo>
                  <a:pt x="38" y="92"/>
                  <a:pt x="38" y="92"/>
                  <a:pt x="38" y="92"/>
                </a:cubicBezTo>
                <a:lnTo>
                  <a:pt x="38" y="87"/>
                </a:lnTo>
                <a:close/>
                <a:moveTo>
                  <a:pt x="38" y="106"/>
                </a:moveTo>
                <a:cubicBezTo>
                  <a:pt x="159" y="106"/>
                  <a:pt x="159" y="106"/>
                  <a:pt x="159" y="106"/>
                </a:cubicBezTo>
                <a:cubicBezTo>
                  <a:pt x="159" y="112"/>
                  <a:pt x="159" y="112"/>
                  <a:pt x="159" y="112"/>
                </a:cubicBezTo>
                <a:cubicBezTo>
                  <a:pt x="38" y="112"/>
                  <a:pt x="38" y="112"/>
                  <a:pt x="38" y="112"/>
                </a:cubicBezTo>
                <a:lnTo>
                  <a:pt x="38" y="106"/>
                </a:lnTo>
                <a:close/>
                <a:moveTo>
                  <a:pt x="38" y="127"/>
                </a:moveTo>
                <a:cubicBezTo>
                  <a:pt x="159" y="127"/>
                  <a:pt x="159" y="127"/>
                  <a:pt x="159" y="127"/>
                </a:cubicBezTo>
                <a:cubicBezTo>
                  <a:pt x="159" y="132"/>
                  <a:pt x="159" y="132"/>
                  <a:pt x="159" y="132"/>
                </a:cubicBezTo>
                <a:cubicBezTo>
                  <a:pt x="38" y="132"/>
                  <a:pt x="38" y="132"/>
                  <a:pt x="38" y="132"/>
                </a:cubicBezTo>
                <a:lnTo>
                  <a:pt x="38" y="127"/>
                </a:lnTo>
                <a:close/>
                <a:moveTo>
                  <a:pt x="38" y="146"/>
                </a:moveTo>
                <a:cubicBezTo>
                  <a:pt x="159" y="146"/>
                  <a:pt x="159" y="146"/>
                  <a:pt x="159" y="146"/>
                </a:cubicBezTo>
                <a:cubicBezTo>
                  <a:pt x="159" y="152"/>
                  <a:pt x="159" y="152"/>
                  <a:pt x="159" y="152"/>
                </a:cubicBezTo>
                <a:cubicBezTo>
                  <a:pt x="38" y="152"/>
                  <a:pt x="38" y="152"/>
                  <a:pt x="38" y="152"/>
                </a:cubicBezTo>
                <a:lnTo>
                  <a:pt x="38" y="146"/>
                </a:lnTo>
                <a:close/>
                <a:moveTo>
                  <a:pt x="141" y="184"/>
                </a:moveTo>
                <a:cubicBezTo>
                  <a:pt x="122" y="199"/>
                  <a:pt x="107" y="217"/>
                  <a:pt x="92" y="235"/>
                </a:cubicBezTo>
                <a:cubicBezTo>
                  <a:pt x="89" y="238"/>
                  <a:pt x="83" y="242"/>
                  <a:pt x="80" y="238"/>
                </a:cubicBezTo>
                <a:cubicBezTo>
                  <a:pt x="71" y="229"/>
                  <a:pt x="62" y="220"/>
                  <a:pt x="57" y="209"/>
                </a:cubicBezTo>
                <a:cubicBezTo>
                  <a:pt x="54" y="200"/>
                  <a:pt x="69" y="187"/>
                  <a:pt x="73" y="196"/>
                </a:cubicBezTo>
                <a:cubicBezTo>
                  <a:pt x="76" y="204"/>
                  <a:pt x="82" y="211"/>
                  <a:pt x="88" y="217"/>
                </a:cubicBezTo>
                <a:cubicBezTo>
                  <a:pt x="102" y="201"/>
                  <a:pt x="116" y="185"/>
                  <a:pt x="133" y="171"/>
                </a:cubicBezTo>
                <a:cubicBezTo>
                  <a:pt x="144" y="163"/>
                  <a:pt x="149" y="177"/>
                  <a:pt x="141" y="1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5" name="组合 314"/>
          <p:cNvGrpSpPr/>
          <p:nvPr/>
        </p:nvGrpSpPr>
        <p:grpSpPr>
          <a:xfrm>
            <a:off x="10216398" y="5784400"/>
            <a:ext cx="538357" cy="490309"/>
            <a:chOff x="14276034" y="7136221"/>
            <a:chExt cx="782638" cy="712788"/>
          </a:xfrm>
          <a:solidFill>
            <a:schemeClr val="accent1"/>
          </a:solidFill>
        </p:grpSpPr>
        <p:sp>
          <p:nvSpPr>
            <p:cNvPr id="308" name="Rectangle 33"/>
            <p:cNvSpPr>
              <a:spLocks noChangeArrowheads="1"/>
            </p:cNvSpPr>
            <p:nvPr/>
          </p:nvSpPr>
          <p:spPr bwMode="auto">
            <a:xfrm>
              <a:off x="14276034" y="7323546"/>
              <a:ext cx="82550" cy="1270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9" name="Rectangle 34"/>
            <p:cNvSpPr>
              <a:spLocks noChangeArrowheads="1"/>
            </p:cNvSpPr>
            <p:nvPr/>
          </p:nvSpPr>
          <p:spPr bwMode="auto">
            <a:xfrm>
              <a:off x="14982472" y="7323546"/>
              <a:ext cx="76200" cy="1270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0" name="Freeform 35"/>
            <p:cNvSpPr>
              <a:spLocks noEditPoints="1"/>
            </p:cNvSpPr>
            <p:nvPr/>
          </p:nvSpPr>
          <p:spPr bwMode="auto">
            <a:xfrm>
              <a:off x="14344297" y="7255283"/>
              <a:ext cx="652463" cy="463550"/>
            </a:xfrm>
            <a:custGeom>
              <a:avLst/>
              <a:gdLst>
                <a:gd name="T0" fmla="*/ 225 w 237"/>
                <a:gd name="T1" fmla="*/ 0 h 169"/>
                <a:gd name="T2" fmla="*/ 11 w 237"/>
                <a:gd name="T3" fmla="*/ 2 h 169"/>
                <a:gd name="T4" fmla="*/ 11 w 237"/>
                <a:gd name="T5" fmla="*/ 94 h 169"/>
                <a:gd name="T6" fmla="*/ 0 w 237"/>
                <a:gd name="T7" fmla="*/ 105 h 169"/>
                <a:gd name="T8" fmla="*/ 0 w 237"/>
                <a:gd name="T9" fmla="*/ 169 h 169"/>
                <a:gd name="T10" fmla="*/ 237 w 237"/>
                <a:gd name="T11" fmla="*/ 169 h 169"/>
                <a:gd name="T12" fmla="*/ 237 w 237"/>
                <a:gd name="T13" fmla="*/ 107 h 169"/>
                <a:gd name="T14" fmla="*/ 225 w 237"/>
                <a:gd name="T15" fmla="*/ 98 h 169"/>
                <a:gd name="T16" fmla="*/ 225 w 237"/>
                <a:gd name="T17" fmla="*/ 0 h 169"/>
                <a:gd name="T18" fmla="*/ 28 w 237"/>
                <a:gd name="T19" fmla="*/ 9 h 169"/>
                <a:gd name="T20" fmla="*/ 114 w 237"/>
                <a:gd name="T21" fmla="*/ 9 h 169"/>
                <a:gd name="T22" fmla="*/ 114 w 237"/>
                <a:gd name="T23" fmla="*/ 25 h 169"/>
                <a:gd name="T24" fmla="*/ 98 w 237"/>
                <a:gd name="T25" fmla="*/ 25 h 169"/>
                <a:gd name="T26" fmla="*/ 98 w 237"/>
                <a:gd name="T27" fmla="*/ 34 h 169"/>
                <a:gd name="T28" fmla="*/ 114 w 237"/>
                <a:gd name="T29" fmla="*/ 34 h 169"/>
                <a:gd name="T30" fmla="*/ 114 w 237"/>
                <a:gd name="T31" fmla="*/ 73 h 169"/>
                <a:gd name="T32" fmla="*/ 28 w 237"/>
                <a:gd name="T33" fmla="*/ 73 h 169"/>
                <a:gd name="T34" fmla="*/ 28 w 237"/>
                <a:gd name="T35" fmla="*/ 9 h 169"/>
                <a:gd name="T36" fmla="*/ 49 w 237"/>
                <a:gd name="T37" fmla="*/ 148 h 169"/>
                <a:gd name="T38" fmla="*/ 31 w 237"/>
                <a:gd name="T39" fmla="*/ 130 h 169"/>
                <a:gd name="T40" fmla="*/ 49 w 237"/>
                <a:gd name="T41" fmla="*/ 112 h 169"/>
                <a:gd name="T42" fmla="*/ 67 w 237"/>
                <a:gd name="T43" fmla="*/ 130 h 169"/>
                <a:gd name="T44" fmla="*/ 49 w 237"/>
                <a:gd name="T45" fmla="*/ 148 h 169"/>
                <a:gd name="T46" fmla="*/ 152 w 237"/>
                <a:gd name="T47" fmla="*/ 142 h 169"/>
                <a:gd name="T48" fmla="*/ 84 w 237"/>
                <a:gd name="T49" fmla="*/ 142 h 169"/>
                <a:gd name="T50" fmla="*/ 84 w 237"/>
                <a:gd name="T51" fmla="*/ 136 h 169"/>
                <a:gd name="T52" fmla="*/ 152 w 237"/>
                <a:gd name="T53" fmla="*/ 136 h 169"/>
                <a:gd name="T54" fmla="*/ 152 w 237"/>
                <a:gd name="T55" fmla="*/ 142 h 169"/>
                <a:gd name="T56" fmla="*/ 152 w 237"/>
                <a:gd name="T57" fmla="*/ 130 h 169"/>
                <a:gd name="T58" fmla="*/ 84 w 237"/>
                <a:gd name="T59" fmla="*/ 130 h 169"/>
                <a:gd name="T60" fmla="*/ 84 w 237"/>
                <a:gd name="T61" fmla="*/ 123 h 169"/>
                <a:gd name="T62" fmla="*/ 152 w 237"/>
                <a:gd name="T63" fmla="*/ 123 h 169"/>
                <a:gd name="T64" fmla="*/ 152 w 237"/>
                <a:gd name="T65" fmla="*/ 130 h 169"/>
                <a:gd name="T66" fmla="*/ 152 w 237"/>
                <a:gd name="T67" fmla="*/ 116 h 169"/>
                <a:gd name="T68" fmla="*/ 84 w 237"/>
                <a:gd name="T69" fmla="*/ 116 h 169"/>
                <a:gd name="T70" fmla="*/ 84 w 237"/>
                <a:gd name="T71" fmla="*/ 109 h 169"/>
                <a:gd name="T72" fmla="*/ 152 w 237"/>
                <a:gd name="T73" fmla="*/ 109 h 169"/>
                <a:gd name="T74" fmla="*/ 152 w 237"/>
                <a:gd name="T75" fmla="*/ 116 h 169"/>
                <a:gd name="T76" fmla="*/ 183 w 237"/>
                <a:gd name="T77" fmla="*/ 148 h 169"/>
                <a:gd name="T78" fmla="*/ 165 w 237"/>
                <a:gd name="T79" fmla="*/ 130 h 169"/>
                <a:gd name="T80" fmla="*/ 183 w 237"/>
                <a:gd name="T81" fmla="*/ 112 h 169"/>
                <a:gd name="T82" fmla="*/ 201 w 237"/>
                <a:gd name="T83" fmla="*/ 130 h 169"/>
                <a:gd name="T84" fmla="*/ 183 w 237"/>
                <a:gd name="T85" fmla="*/ 148 h 169"/>
                <a:gd name="T86" fmla="*/ 206 w 237"/>
                <a:gd name="T87" fmla="*/ 73 h 169"/>
                <a:gd name="T88" fmla="*/ 124 w 237"/>
                <a:gd name="T89" fmla="*/ 73 h 169"/>
                <a:gd name="T90" fmla="*/ 124 w 237"/>
                <a:gd name="T91" fmla="*/ 34 h 169"/>
                <a:gd name="T92" fmla="*/ 142 w 237"/>
                <a:gd name="T93" fmla="*/ 34 h 169"/>
                <a:gd name="T94" fmla="*/ 142 w 237"/>
                <a:gd name="T95" fmla="*/ 25 h 169"/>
                <a:gd name="T96" fmla="*/ 124 w 237"/>
                <a:gd name="T97" fmla="*/ 25 h 169"/>
                <a:gd name="T98" fmla="*/ 124 w 237"/>
                <a:gd name="T99" fmla="*/ 9 h 169"/>
                <a:gd name="T100" fmla="*/ 206 w 237"/>
                <a:gd name="T101" fmla="*/ 9 h 169"/>
                <a:gd name="T102" fmla="*/ 206 w 237"/>
                <a:gd name="T103" fmla="*/ 7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7" h="169">
                  <a:moveTo>
                    <a:pt x="225" y="0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237" y="169"/>
                    <a:pt x="237" y="169"/>
                    <a:pt x="237" y="169"/>
                  </a:cubicBezTo>
                  <a:cubicBezTo>
                    <a:pt x="237" y="107"/>
                    <a:pt x="237" y="107"/>
                    <a:pt x="237" y="107"/>
                  </a:cubicBezTo>
                  <a:cubicBezTo>
                    <a:pt x="225" y="98"/>
                    <a:pt x="225" y="98"/>
                    <a:pt x="225" y="98"/>
                  </a:cubicBezTo>
                  <a:cubicBezTo>
                    <a:pt x="225" y="0"/>
                    <a:pt x="225" y="0"/>
                    <a:pt x="225" y="0"/>
                  </a:cubicBezTo>
                  <a:close/>
                  <a:moveTo>
                    <a:pt x="28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28" y="73"/>
                    <a:pt x="28" y="73"/>
                    <a:pt x="28" y="73"/>
                  </a:cubicBezTo>
                  <a:lnTo>
                    <a:pt x="28" y="9"/>
                  </a:lnTo>
                  <a:close/>
                  <a:moveTo>
                    <a:pt x="49" y="148"/>
                  </a:moveTo>
                  <a:cubicBezTo>
                    <a:pt x="39" y="148"/>
                    <a:pt x="31" y="140"/>
                    <a:pt x="31" y="130"/>
                  </a:cubicBezTo>
                  <a:cubicBezTo>
                    <a:pt x="31" y="120"/>
                    <a:pt x="39" y="112"/>
                    <a:pt x="49" y="112"/>
                  </a:cubicBezTo>
                  <a:cubicBezTo>
                    <a:pt x="59" y="112"/>
                    <a:pt x="67" y="120"/>
                    <a:pt x="67" y="130"/>
                  </a:cubicBezTo>
                  <a:cubicBezTo>
                    <a:pt x="67" y="140"/>
                    <a:pt x="59" y="148"/>
                    <a:pt x="49" y="148"/>
                  </a:cubicBezTo>
                  <a:close/>
                  <a:moveTo>
                    <a:pt x="152" y="142"/>
                  </a:moveTo>
                  <a:cubicBezTo>
                    <a:pt x="84" y="142"/>
                    <a:pt x="84" y="142"/>
                    <a:pt x="84" y="142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152" y="136"/>
                    <a:pt x="152" y="136"/>
                    <a:pt x="152" y="136"/>
                  </a:cubicBezTo>
                  <a:lnTo>
                    <a:pt x="152" y="142"/>
                  </a:lnTo>
                  <a:close/>
                  <a:moveTo>
                    <a:pt x="152" y="130"/>
                  </a:moveTo>
                  <a:cubicBezTo>
                    <a:pt x="84" y="130"/>
                    <a:pt x="84" y="130"/>
                    <a:pt x="84" y="130"/>
                  </a:cubicBezTo>
                  <a:cubicBezTo>
                    <a:pt x="84" y="123"/>
                    <a:pt x="84" y="123"/>
                    <a:pt x="84" y="123"/>
                  </a:cubicBezTo>
                  <a:cubicBezTo>
                    <a:pt x="152" y="123"/>
                    <a:pt x="152" y="123"/>
                    <a:pt x="152" y="123"/>
                  </a:cubicBezTo>
                  <a:lnTo>
                    <a:pt x="152" y="130"/>
                  </a:lnTo>
                  <a:close/>
                  <a:moveTo>
                    <a:pt x="152" y="116"/>
                  </a:moveTo>
                  <a:cubicBezTo>
                    <a:pt x="84" y="116"/>
                    <a:pt x="84" y="116"/>
                    <a:pt x="84" y="116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152" y="109"/>
                    <a:pt x="152" y="109"/>
                    <a:pt x="152" y="109"/>
                  </a:cubicBezTo>
                  <a:lnTo>
                    <a:pt x="152" y="116"/>
                  </a:lnTo>
                  <a:close/>
                  <a:moveTo>
                    <a:pt x="183" y="148"/>
                  </a:moveTo>
                  <a:cubicBezTo>
                    <a:pt x="173" y="148"/>
                    <a:pt x="165" y="140"/>
                    <a:pt x="165" y="130"/>
                  </a:cubicBezTo>
                  <a:cubicBezTo>
                    <a:pt x="165" y="120"/>
                    <a:pt x="173" y="112"/>
                    <a:pt x="183" y="112"/>
                  </a:cubicBezTo>
                  <a:cubicBezTo>
                    <a:pt x="193" y="112"/>
                    <a:pt x="201" y="120"/>
                    <a:pt x="201" y="130"/>
                  </a:cubicBezTo>
                  <a:cubicBezTo>
                    <a:pt x="201" y="140"/>
                    <a:pt x="193" y="148"/>
                    <a:pt x="183" y="148"/>
                  </a:cubicBezTo>
                  <a:close/>
                  <a:moveTo>
                    <a:pt x="206" y="73"/>
                  </a:moveTo>
                  <a:cubicBezTo>
                    <a:pt x="124" y="73"/>
                    <a:pt x="124" y="73"/>
                    <a:pt x="124" y="73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24" y="25"/>
                    <a:pt x="124" y="25"/>
                    <a:pt x="124" y="25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206" y="9"/>
                    <a:pt x="206" y="9"/>
                    <a:pt x="206" y="9"/>
                  </a:cubicBezTo>
                  <a:lnTo>
                    <a:pt x="206" y="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1" name="Rectangle 36"/>
            <p:cNvSpPr>
              <a:spLocks noChangeArrowheads="1"/>
            </p:cNvSpPr>
            <p:nvPr/>
          </p:nvSpPr>
          <p:spPr bwMode="auto">
            <a:xfrm>
              <a:off x="14374459" y="7733121"/>
              <a:ext cx="88900" cy="1158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2" name="Rectangle 37"/>
            <p:cNvSpPr>
              <a:spLocks noChangeArrowheads="1"/>
            </p:cNvSpPr>
            <p:nvPr/>
          </p:nvSpPr>
          <p:spPr bwMode="auto">
            <a:xfrm>
              <a:off x="14877697" y="7733121"/>
              <a:ext cx="85725" cy="1158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3" name="Freeform 38"/>
            <p:cNvSpPr>
              <a:spLocks noEditPoints="1"/>
            </p:cNvSpPr>
            <p:nvPr/>
          </p:nvSpPr>
          <p:spPr bwMode="auto">
            <a:xfrm>
              <a:off x="14374459" y="7136221"/>
              <a:ext cx="588963" cy="100013"/>
            </a:xfrm>
            <a:custGeom>
              <a:avLst/>
              <a:gdLst>
                <a:gd name="T0" fmla="*/ 214 w 214"/>
                <a:gd name="T1" fmla="*/ 20 h 36"/>
                <a:gd name="T2" fmla="*/ 172 w 214"/>
                <a:gd name="T3" fmla="*/ 0 h 36"/>
                <a:gd name="T4" fmla="*/ 39 w 214"/>
                <a:gd name="T5" fmla="*/ 0 h 36"/>
                <a:gd name="T6" fmla="*/ 0 w 214"/>
                <a:gd name="T7" fmla="*/ 20 h 36"/>
                <a:gd name="T8" fmla="*/ 0 w 214"/>
                <a:gd name="T9" fmla="*/ 36 h 36"/>
                <a:gd name="T10" fmla="*/ 214 w 214"/>
                <a:gd name="T11" fmla="*/ 36 h 36"/>
                <a:gd name="T12" fmla="*/ 214 w 214"/>
                <a:gd name="T13" fmla="*/ 20 h 36"/>
                <a:gd name="T14" fmla="*/ 25 w 214"/>
                <a:gd name="T15" fmla="*/ 30 h 36"/>
                <a:gd name="T16" fmla="*/ 16 w 214"/>
                <a:gd name="T17" fmla="*/ 21 h 36"/>
                <a:gd name="T18" fmla="*/ 25 w 214"/>
                <a:gd name="T19" fmla="*/ 13 h 36"/>
                <a:gd name="T20" fmla="*/ 33 w 214"/>
                <a:gd name="T21" fmla="*/ 21 h 36"/>
                <a:gd name="T22" fmla="*/ 25 w 214"/>
                <a:gd name="T23" fmla="*/ 30 h 36"/>
                <a:gd name="T24" fmla="*/ 53 w 214"/>
                <a:gd name="T25" fmla="*/ 30 h 36"/>
                <a:gd name="T26" fmla="*/ 44 w 214"/>
                <a:gd name="T27" fmla="*/ 21 h 36"/>
                <a:gd name="T28" fmla="*/ 53 w 214"/>
                <a:gd name="T29" fmla="*/ 13 h 36"/>
                <a:gd name="T30" fmla="*/ 61 w 214"/>
                <a:gd name="T31" fmla="*/ 21 h 36"/>
                <a:gd name="T32" fmla="*/ 53 w 214"/>
                <a:gd name="T33" fmla="*/ 30 h 36"/>
                <a:gd name="T34" fmla="*/ 159 w 214"/>
                <a:gd name="T35" fmla="*/ 30 h 36"/>
                <a:gd name="T36" fmla="*/ 151 w 214"/>
                <a:gd name="T37" fmla="*/ 21 h 36"/>
                <a:gd name="T38" fmla="*/ 159 w 214"/>
                <a:gd name="T39" fmla="*/ 13 h 36"/>
                <a:gd name="T40" fmla="*/ 167 w 214"/>
                <a:gd name="T41" fmla="*/ 21 h 36"/>
                <a:gd name="T42" fmla="*/ 159 w 214"/>
                <a:gd name="T43" fmla="*/ 30 h 36"/>
                <a:gd name="T44" fmla="*/ 187 w 214"/>
                <a:gd name="T45" fmla="*/ 30 h 36"/>
                <a:gd name="T46" fmla="*/ 179 w 214"/>
                <a:gd name="T47" fmla="*/ 21 h 36"/>
                <a:gd name="T48" fmla="*/ 187 w 214"/>
                <a:gd name="T49" fmla="*/ 13 h 36"/>
                <a:gd name="T50" fmla="*/ 196 w 214"/>
                <a:gd name="T51" fmla="*/ 21 h 36"/>
                <a:gd name="T52" fmla="*/ 187 w 214"/>
                <a:gd name="T53" fmla="*/ 3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4" h="36">
                  <a:moveTo>
                    <a:pt x="214" y="20"/>
                  </a:moveTo>
                  <a:cubicBezTo>
                    <a:pt x="214" y="20"/>
                    <a:pt x="192" y="0"/>
                    <a:pt x="172" y="0"/>
                  </a:cubicBezTo>
                  <a:cubicBezTo>
                    <a:pt x="151" y="0"/>
                    <a:pt x="56" y="0"/>
                    <a:pt x="39" y="0"/>
                  </a:cubicBezTo>
                  <a:cubicBezTo>
                    <a:pt x="23" y="0"/>
                    <a:pt x="0" y="20"/>
                    <a:pt x="0" y="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14" y="36"/>
                    <a:pt x="214" y="36"/>
                    <a:pt x="214" y="36"/>
                  </a:cubicBezTo>
                  <a:lnTo>
                    <a:pt x="214" y="20"/>
                  </a:lnTo>
                  <a:close/>
                  <a:moveTo>
                    <a:pt x="25" y="30"/>
                  </a:moveTo>
                  <a:cubicBezTo>
                    <a:pt x="20" y="30"/>
                    <a:pt x="16" y="26"/>
                    <a:pt x="16" y="21"/>
                  </a:cubicBezTo>
                  <a:cubicBezTo>
                    <a:pt x="16" y="17"/>
                    <a:pt x="20" y="13"/>
                    <a:pt x="25" y="13"/>
                  </a:cubicBezTo>
                  <a:cubicBezTo>
                    <a:pt x="29" y="13"/>
                    <a:pt x="33" y="17"/>
                    <a:pt x="33" y="21"/>
                  </a:cubicBezTo>
                  <a:cubicBezTo>
                    <a:pt x="33" y="26"/>
                    <a:pt x="29" y="30"/>
                    <a:pt x="25" y="30"/>
                  </a:cubicBezTo>
                  <a:close/>
                  <a:moveTo>
                    <a:pt x="53" y="30"/>
                  </a:moveTo>
                  <a:cubicBezTo>
                    <a:pt x="48" y="30"/>
                    <a:pt x="44" y="26"/>
                    <a:pt x="44" y="21"/>
                  </a:cubicBezTo>
                  <a:cubicBezTo>
                    <a:pt x="44" y="17"/>
                    <a:pt x="48" y="13"/>
                    <a:pt x="53" y="13"/>
                  </a:cubicBezTo>
                  <a:cubicBezTo>
                    <a:pt x="57" y="13"/>
                    <a:pt x="61" y="17"/>
                    <a:pt x="61" y="21"/>
                  </a:cubicBezTo>
                  <a:cubicBezTo>
                    <a:pt x="61" y="26"/>
                    <a:pt x="57" y="30"/>
                    <a:pt x="53" y="30"/>
                  </a:cubicBezTo>
                  <a:close/>
                  <a:moveTo>
                    <a:pt x="159" y="30"/>
                  </a:moveTo>
                  <a:cubicBezTo>
                    <a:pt x="154" y="30"/>
                    <a:pt x="151" y="26"/>
                    <a:pt x="151" y="21"/>
                  </a:cubicBezTo>
                  <a:cubicBezTo>
                    <a:pt x="151" y="17"/>
                    <a:pt x="154" y="13"/>
                    <a:pt x="159" y="13"/>
                  </a:cubicBezTo>
                  <a:cubicBezTo>
                    <a:pt x="164" y="13"/>
                    <a:pt x="167" y="17"/>
                    <a:pt x="167" y="21"/>
                  </a:cubicBezTo>
                  <a:cubicBezTo>
                    <a:pt x="167" y="26"/>
                    <a:pt x="164" y="30"/>
                    <a:pt x="159" y="30"/>
                  </a:cubicBezTo>
                  <a:close/>
                  <a:moveTo>
                    <a:pt x="187" y="30"/>
                  </a:moveTo>
                  <a:cubicBezTo>
                    <a:pt x="182" y="30"/>
                    <a:pt x="179" y="26"/>
                    <a:pt x="179" y="21"/>
                  </a:cubicBezTo>
                  <a:cubicBezTo>
                    <a:pt x="179" y="17"/>
                    <a:pt x="182" y="13"/>
                    <a:pt x="187" y="13"/>
                  </a:cubicBezTo>
                  <a:cubicBezTo>
                    <a:pt x="192" y="13"/>
                    <a:pt x="196" y="17"/>
                    <a:pt x="196" y="21"/>
                  </a:cubicBezTo>
                  <a:cubicBezTo>
                    <a:pt x="196" y="26"/>
                    <a:pt x="192" y="30"/>
                    <a:pt x="187" y="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4" name="Freeform 39"/>
          <p:cNvSpPr>
            <a:spLocks noEditPoints="1"/>
          </p:cNvSpPr>
          <p:nvPr/>
        </p:nvSpPr>
        <p:spPr bwMode="auto">
          <a:xfrm>
            <a:off x="10900926" y="5784400"/>
            <a:ext cx="595141" cy="444445"/>
          </a:xfrm>
          <a:custGeom>
            <a:avLst/>
            <a:gdLst>
              <a:gd name="T0" fmla="*/ 306 w 315"/>
              <a:gd name="T1" fmla="*/ 210 h 235"/>
              <a:gd name="T2" fmla="*/ 297 w 315"/>
              <a:gd name="T3" fmla="*/ 95 h 235"/>
              <a:gd name="T4" fmla="*/ 243 w 315"/>
              <a:gd name="T5" fmla="*/ 115 h 235"/>
              <a:gd name="T6" fmla="*/ 226 w 315"/>
              <a:gd name="T7" fmla="*/ 133 h 235"/>
              <a:gd name="T8" fmla="*/ 221 w 315"/>
              <a:gd name="T9" fmla="*/ 139 h 235"/>
              <a:gd name="T10" fmla="*/ 215 w 315"/>
              <a:gd name="T11" fmla="*/ 210 h 235"/>
              <a:gd name="T12" fmla="*/ 220 w 315"/>
              <a:gd name="T13" fmla="*/ 133 h 235"/>
              <a:gd name="T14" fmla="*/ 213 w 315"/>
              <a:gd name="T15" fmla="*/ 123 h 235"/>
              <a:gd name="T16" fmla="*/ 97 w 315"/>
              <a:gd name="T17" fmla="*/ 124 h 235"/>
              <a:gd name="T18" fmla="*/ 90 w 315"/>
              <a:gd name="T19" fmla="*/ 134 h 235"/>
              <a:gd name="T20" fmla="*/ 96 w 315"/>
              <a:gd name="T21" fmla="*/ 210 h 235"/>
              <a:gd name="T22" fmla="*/ 90 w 315"/>
              <a:gd name="T23" fmla="*/ 140 h 235"/>
              <a:gd name="T24" fmla="*/ 84 w 315"/>
              <a:gd name="T25" fmla="*/ 136 h 235"/>
              <a:gd name="T26" fmla="*/ 72 w 315"/>
              <a:gd name="T27" fmla="*/ 115 h 235"/>
              <a:gd name="T28" fmla="*/ 13 w 315"/>
              <a:gd name="T29" fmla="*/ 95 h 235"/>
              <a:gd name="T30" fmla="*/ 4 w 315"/>
              <a:gd name="T31" fmla="*/ 210 h 235"/>
              <a:gd name="T32" fmla="*/ 0 w 315"/>
              <a:gd name="T33" fmla="*/ 235 h 235"/>
              <a:gd name="T34" fmla="*/ 315 w 315"/>
              <a:gd name="T35" fmla="*/ 210 h 235"/>
              <a:gd name="T36" fmla="*/ 42 w 315"/>
              <a:gd name="T37" fmla="*/ 198 h 235"/>
              <a:gd name="T38" fmla="*/ 14 w 315"/>
              <a:gd name="T39" fmla="*/ 182 h 235"/>
              <a:gd name="T40" fmla="*/ 42 w 315"/>
              <a:gd name="T41" fmla="*/ 198 h 235"/>
              <a:gd name="T42" fmla="*/ 14 w 315"/>
              <a:gd name="T43" fmla="*/ 173 h 235"/>
              <a:gd name="T44" fmla="*/ 42 w 315"/>
              <a:gd name="T45" fmla="*/ 158 h 235"/>
              <a:gd name="T46" fmla="*/ 53 w 315"/>
              <a:gd name="T47" fmla="*/ 198 h 235"/>
              <a:gd name="T48" fmla="*/ 81 w 315"/>
              <a:gd name="T49" fmla="*/ 182 h 235"/>
              <a:gd name="T50" fmla="*/ 53 w 315"/>
              <a:gd name="T51" fmla="*/ 198 h 235"/>
              <a:gd name="T52" fmla="*/ 53 w 315"/>
              <a:gd name="T53" fmla="*/ 158 h 235"/>
              <a:gd name="T54" fmla="*/ 81 w 315"/>
              <a:gd name="T55" fmla="*/ 173 h 235"/>
              <a:gd name="T56" fmla="*/ 155 w 315"/>
              <a:gd name="T57" fmla="*/ 99 h 235"/>
              <a:gd name="T58" fmla="*/ 155 w 315"/>
              <a:gd name="T59" fmla="*/ 121 h 235"/>
              <a:gd name="T60" fmla="*/ 155 w 315"/>
              <a:gd name="T61" fmla="*/ 99 h 235"/>
              <a:gd name="T62" fmla="*/ 194 w 315"/>
              <a:gd name="T63" fmla="*/ 210 h 235"/>
              <a:gd name="T64" fmla="*/ 114 w 315"/>
              <a:gd name="T65" fmla="*/ 140 h 235"/>
              <a:gd name="T66" fmla="*/ 108 w 315"/>
              <a:gd name="T67" fmla="*/ 210 h 235"/>
              <a:gd name="T68" fmla="*/ 114 w 315"/>
              <a:gd name="T69" fmla="*/ 134 h 235"/>
              <a:gd name="T70" fmla="*/ 197 w 315"/>
              <a:gd name="T71" fmla="*/ 130 h 235"/>
              <a:gd name="T72" fmla="*/ 200 w 315"/>
              <a:gd name="T73" fmla="*/ 133 h 235"/>
              <a:gd name="T74" fmla="*/ 254 w 315"/>
              <a:gd name="T75" fmla="*/ 196 h 235"/>
              <a:gd name="T76" fmla="*/ 226 w 315"/>
              <a:gd name="T77" fmla="*/ 181 h 235"/>
              <a:gd name="T78" fmla="*/ 254 w 315"/>
              <a:gd name="T79" fmla="*/ 196 h 235"/>
              <a:gd name="T80" fmla="*/ 226 w 315"/>
              <a:gd name="T81" fmla="*/ 172 h 235"/>
              <a:gd name="T82" fmla="*/ 254 w 315"/>
              <a:gd name="T83" fmla="*/ 156 h 235"/>
              <a:gd name="T84" fmla="*/ 294 w 315"/>
              <a:gd name="T85" fmla="*/ 196 h 235"/>
              <a:gd name="T86" fmla="*/ 266 w 315"/>
              <a:gd name="T87" fmla="*/ 181 h 235"/>
              <a:gd name="T88" fmla="*/ 294 w 315"/>
              <a:gd name="T89" fmla="*/ 196 h 235"/>
              <a:gd name="T90" fmla="*/ 266 w 315"/>
              <a:gd name="T91" fmla="*/ 172 h 235"/>
              <a:gd name="T92" fmla="*/ 294 w 315"/>
              <a:gd name="T93" fmla="*/ 156 h 235"/>
              <a:gd name="T94" fmla="*/ 154 w 315"/>
              <a:gd name="T95" fmla="*/ 53 h 235"/>
              <a:gd name="T96" fmla="*/ 152 w 315"/>
              <a:gd name="T97" fmla="*/ 8 h 235"/>
              <a:gd name="T98" fmla="*/ 156 w 315"/>
              <a:gd name="T99" fmla="*/ 8 h 235"/>
              <a:gd name="T100" fmla="*/ 194 w 315"/>
              <a:gd name="T101" fmla="*/ 8 h 235"/>
              <a:gd name="T102" fmla="*/ 175 w 315"/>
              <a:gd name="T103" fmla="*/ 29 h 235"/>
              <a:gd name="T104" fmla="*/ 156 w 315"/>
              <a:gd name="T105" fmla="*/ 53 h 235"/>
              <a:gd name="T106" fmla="*/ 154 w 315"/>
              <a:gd name="T107" fmla="*/ 53 h 235"/>
              <a:gd name="T108" fmla="*/ 237 w 315"/>
              <a:gd name="T109" fmla="*/ 134 h 235"/>
              <a:gd name="T110" fmla="*/ 78 w 315"/>
              <a:gd name="T111" fmla="*/ 134 h 235"/>
              <a:gd name="T112" fmla="*/ 154 w 315"/>
              <a:gd name="T113" fmla="*/ 53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5" h="235">
                <a:moveTo>
                  <a:pt x="306" y="210"/>
                </a:moveTo>
                <a:cubicBezTo>
                  <a:pt x="306" y="210"/>
                  <a:pt x="306" y="210"/>
                  <a:pt x="306" y="210"/>
                </a:cubicBezTo>
                <a:cubicBezTo>
                  <a:pt x="306" y="146"/>
                  <a:pt x="306" y="146"/>
                  <a:pt x="306" y="146"/>
                </a:cubicBezTo>
                <a:cubicBezTo>
                  <a:pt x="297" y="95"/>
                  <a:pt x="297" y="95"/>
                  <a:pt x="297" y="95"/>
                </a:cubicBezTo>
                <a:cubicBezTo>
                  <a:pt x="216" y="95"/>
                  <a:pt x="216" y="95"/>
                  <a:pt x="216" y="95"/>
                </a:cubicBezTo>
                <a:cubicBezTo>
                  <a:pt x="243" y="115"/>
                  <a:pt x="243" y="115"/>
                  <a:pt x="243" y="115"/>
                </a:cubicBezTo>
                <a:cubicBezTo>
                  <a:pt x="243" y="146"/>
                  <a:pt x="243" y="146"/>
                  <a:pt x="243" y="146"/>
                </a:cubicBezTo>
                <a:cubicBezTo>
                  <a:pt x="226" y="133"/>
                  <a:pt x="226" y="133"/>
                  <a:pt x="226" y="133"/>
                </a:cubicBezTo>
                <a:cubicBezTo>
                  <a:pt x="226" y="139"/>
                  <a:pt x="226" y="139"/>
                  <a:pt x="226" y="139"/>
                </a:cubicBezTo>
                <a:cubicBezTo>
                  <a:pt x="221" y="139"/>
                  <a:pt x="221" y="139"/>
                  <a:pt x="221" y="139"/>
                </a:cubicBezTo>
                <a:cubicBezTo>
                  <a:pt x="221" y="210"/>
                  <a:pt x="221" y="210"/>
                  <a:pt x="221" y="210"/>
                </a:cubicBezTo>
                <a:cubicBezTo>
                  <a:pt x="215" y="210"/>
                  <a:pt x="215" y="210"/>
                  <a:pt x="215" y="210"/>
                </a:cubicBezTo>
                <a:cubicBezTo>
                  <a:pt x="215" y="133"/>
                  <a:pt x="215" y="133"/>
                  <a:pt x="215" y="133"/>
                </a:cubicBezTo>
                <a:cubicBezTo>
                  <a:pt x="220" y="133"/>
                  <a:pt x="220" y="133"/>
                  <a:pt x="220" y="133"/>
                </a:cubicBezTo>
                <a:cubicBezTo>
                  <a:pt x="220" y="123"/>
                  <a:pt x="220" y="123"/>
                  <a:pt x="220" y="123"/>
                </a:cubicBezTo>
                <a:cubicBezTo>
                  <a:pt x="213" y="123"/>
                  <a:pt x="213" y="123"/>
                  <a:pt x="213" y="123"/>
                </a:cubicBezTo>
                <a:cubicBezTo>
                  <a:pt x="154" y="80"/>
                  <a:pt x="154" y="80"/>
                  <a:pt x="154" y="80"/>
                </a:cubicBezTo>
                <a:cubicBezTo>
                  <a:pt x="97" y="124"/>
                  <a:pt x="97" y="124"/>
                  <a:pt x="97" y="124"/>
                </a:cubicBezTo>
                <a:cubicBezTo>
                  <a:pt x="90" y="124"/>
                  <a:pt x="90" y="124"/>
                  <a:pt x="90" y="124"/>
                </a:cubicBezTo>
                <a:cubicBezTo>
                  <a:pt x="90" y="134"/>
                  <a:pt x="90" y="134"/>
                  <a:pt x="90" y="134"/>
                </a:cubicBezTo>
                <a:cubicBezTo>
                  <a:pt x="96" y="134"/>
                  <a:pt x="96" y="134"/>
                  <a:pt x="96" y="134"/>
                </a:cubicBezTo>
                <a:cubicBezTo>
                  <a:pt x="96" y="210"/>
                  <a:pt x="96" y="210"/>
                  <a:pt x="96" y="210"/>
                </a:cubicBezTo>
                <a:cubicBezTo>
                  <a:pt x="90" y="210"/>
                  <a:pt x="90" y="210"/>
                  <a:pt x="90" y="210"/>
                </a:cubicBezTo>
                <a:cubicBezTo>
                  <a:pt x="90" y="140"/>
                  <a:pt x="90" y="140"/>
                  <a:pt x="90" y="140"/>
                </a:cubicBezTo>
                <a:cubicBezTo>
                  <a:pt x="84" y="140"/>
                  <a:pt x="84" y="140"/>
                  <a:pt x="84" y="140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72" y="146"/>
                  <a:pt x="72" y="146"/>
                  <a:pt x="72" y="146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97" y="95"/>
                  <a:pt x="97" y="95"/>
                  <a:pt x="97" y="95"/>
                </a:cubicBezTo>
                <a:cubicBezTo>
                  <a:pt x="13" y="95"/>
                  <a:pt x="13" y="95"/>
                  <a:pt x="13" y="95"/>
                </a:cubicBezTo>
                <a:cubicBezTo>
                  <a:pt x="4" y="146"/>
                  <a:pt x="4" y="146"/>
                  <a:pt x="4" y="146"/>
                </a:cubicBezTo>
                <a:cubicBezTo>
                  <a:pt x="4" y="210"/>
                  <a:pt x="4" y="210"/>
                  <a:pt x="4" y="210"/>
                </a:cubicBezTo>
                <a:cubicBezTo>
                  <a:pt x="0" y="210"/>
                  <a:pt x="0" y="210"/>
                  <a:pt x="0" y="210"/>
                </a:cubicBezTo>
                <a:cubicBezTo>
                  <a:pt x="0" y="235"/>
                  <a:pt x="0" y="235"/>
                  <a:pt x="0" y="235"/>
                </a:cubicBezTo>
                <a:cubicBezTo>
                  <a:pt x="315" y="235"/>
                  <a:pt x="315" y="235"/>
                  <a:pt x="315" y="235"/>
                </a:cubicBezTo>
                <a:cubicBezTo>
                  <a:pt x="315" y="210"/>
                  <a:pt x="315" y="210"/>
                  <a:pt x="315" y="210"/>
                </a:cubicBezTo>
                <a:lnTo>
                  <a:pt x="306" y="210"/>
                </a:lnTo>
                <a:close/>
                <a:moveTo>
                  <a:pt x="42" y="198"/>
                </a:moveTo>
                <a:cubicBezTo>
                  <a:pt x="14" y="198"/>
                  <a:pt x="14" y="198"/>
                  <a:pt x="14" y="198"/>
                </a:cubicBezTo>
                <a:cubicBezTo>
                  <a:pt x="14" y="182"/>
                  <a:pt x="14" y="182"/>
                  <a:pt x="14" y="182"/>
                </a:cubicBezTo>
                <a:cubicBezTo>
                  <a:pt x="42" y="182"/>
                  <a:pt x="42" y="182"/>
                  <a:pt x="42" y="182"/>
                </a:cubicBezTo>
                <a:lnTo>
                  <a:pt x="42" y="198"/>
                </a:lnTo>
                <a:close/>
                <a:moveTo>
                  <a:pt x="42" y="173"/>
                </a:moveTo>
                <a:cubicBezTo>
                  <a:pt x="14" y="173"/>
                  <a:pt x="14" y="173"/>
                  <a:pt x="14" y="173"/>
                </a:cubicBezTo>
                <a:cubicBezTo>
                  <a:pt x="14" y="158"/>
                  <a:pt x="14" y="158"/>
                  <a:pt x="14" y="158"/>
                </a:cubicBezTo>
                <a:cubicBezTo>
                  <a:pt x="42" y="158"/>
                  <a:pt x="42" y="158"/>
                  <a:pt x="42" y="158"/>
                </a:cubicBezTo>
                <a:lnTo>
                  <a:pt x="42" y="173"/>
                </a:lnTo>
                <a:close/>
                <a:moveTo>
                  <a:pt x="53" y="198"/>
                </a:moveTo>
                <a:cubicBezTo>
                  <a:pt x="53" y="182"/>
                  <a:pt x="53" y="182"/>
                  <a:pt x="53" y="182"/>
                </a:cubicBezTo>
                <a:cubicBezTo>
                  <a:pt x="81" y="182"/>
                  <a:pt x="81" y="182"/>
                  <a:pt x="81" y="182"/>
                </a:cubicBezTo>
                <a:cubicBezTo>
                  <a:pt x="81" y="198"/>
                  <a:pt x="81" y="198"/>
                  <a:pt x="81" y="198"/>
                </a:cubicBezTo>
                <a:lnTo>
                  <a:pt x="53" y="198"/>
                </a:lnTo>
                <a:close/>
                <a:moveTo>
                  <a:pt x="53" y="173"/>
                </a:moveTo>
                <a:cubicBezTo>
                  <a:pt x="53" y="158"/>
                  <a:pt x="53" y="158"/>
                  <a:pt x="53" y="158"/>
                </a:cubicBezTo>
                <a:cubicBezTo>
                  <a:pt x="81" y="158"/>
                  <a:pt x="81" y="158"/>
                  <a:pt x="81" y="158"/>
                </a:cubicBezTo>
                <a:cubicBezTo>
                  <a:pt x="81" y="173"/>
                  <a:pt x="81" y="173"/>
                  <a:pt x="81" y="173"/>
                </a:cubicBezTo>
                <a:lnTo>
                  <a:pt x="53" y="173"/>
                </a:lnTo>
                <a:close/>
                <a:moveTo>
                  <a:pt x="155" y="99"/>
                </a:moveTo>
                <a:cubicBezTo>
                  <a:pt x="161" y="99"/>
                  <a:pt x="166" y="104"/>
                  <a:pt x="166" y="110"/>
                </a:cubicBezTo>
                <a:cubicBezTo>
                  <a:pt x="166" y="116"/>
                  <a:pt x="161" y="121"/>
                  <a:pt x="155" y="121"/>
                </a:cubicBezTo>
                <a:cubicBezTo>
                  <a:pt x="149" y="121"/>
                  <a:pt x="144" y="116"/>
                  <a:pt x="144" y="110"/>
                </a:cubicBezTo>
                <a:cubicBezTo>
                  <a:pt x="144" y="104"/>
                  <a:pt x="149" y="99"/>
                  <a:pt x="155" y="99"/>
                </a:cubicBezTo>
                <a:close/>
                <a:moveTo>
                  <a:pt x="200" y="210"/>
                </a:moveTo>
                <a:cubicBezTo>
                  <a:pt x="194" y="210"/>
                  <a:pt x="194" y="210"/>
                  <a:pt x="194" y="21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14" y="210"/>
                  <a:pt x="114" y="210"/>
                  <a:pt x="114" y="210"/>
                </a:cubicBezTo>
                <a:cubicBezTo>
                  <a:pt x="108" y="210"/>
                  <a:pt x="108" y="210"/>
                  <a:pt x="108" y="210"/>
                </a:cubicBezTo>
                <a:cubicBezTo>
                  <a:pt x="108" y="134"/>
                  <a:pt x="108" y="134"/>
                  <a:pt x="108" y="134"/>
                </a:cubicBezTo>
                <a:cubicBezTo>
                  <a:pt x="114" y="134"/>
                  <a:pt x="114" y="134"/>
                  <a:pt x="114" y="134"/>
                </a:cubicBezTo>
                <a:cubicBezTo>
                  <a:pt x="114" y="130"/>
                  <a:pt x="114" y="130"/>
                  <a:pt x="114" y="130"/>
                </a:cubicBezTo>
                <a:cubicBezTo>
                  <a:pt x="197" y="130"/>
                  <a:pt x="197" y="130"/>
                  <a:pt x="197" y="130"/>
                </a:cubicBezTo>
                <a:cubicBezTo>
                  <a:pt x="197" y="133"/>
                  <a:pt x="197" y="133"/>
                  <a:pt x="197" y="133"/>
                </a:cubicBezTo>
                <a:cubicBezTo>
                  <a:pt x="200" y="133"/>
                  <a:pt x="200" y="133"/>
                  <a:pt x="200" y="133"/>
                </a:cubicBezTo>
                <a:lnTo>
                  <a:pt x="200" y="210"/>
                </a:lnTo>
                <a:close/>
                <a:moveTo>
                  <a:pt x="254" y="196"/>
                </a:moveTo>
                <a:cubicBezTo>
                  <a:pt x="226" y="196"/>
                  <a:pt x="226" y="196"/>
                  <a:pt x="226" y="196"/>
                </a:cubicBezTo>
                <a:cubicBezTo>
                  <a:pt x="226" y="181"/>
                  <a:pt x="226" y="181"/>
                  <a:pt x="226" y="181"/>
                </a:cubicBezTo>
                <a:cubicBezTo>
                  <a:pt x="254" y="181"/>
                  <a:pt x="254" y="181"/>
                  <a:pt x="254" y="181"/>
                </a:cubicBezTo>
                <a:lnTo>
                  <a:pt x="254" y="196"/>
                </a:lnTo>
                <a:close/>
                <a:moveTo>
                  <a:pt x="254" y="172"/>
                </a:moveTo>
                <a:cubicBezTo>
                  <a:pt x="226" y="172"/>
                  <a:pt x="226" y="172"/>
                  <a:pt x="226" y="172"/>
                </a:cubicBezTo>
                <a:cubicBezTo>
                  <a:pt x="226" y="156"/>
                  <a:pt x="226" y="156"/>
                  <a:pt x="226" y="156"/>
                </a:cubicBezTo>
                <a:cubicBezTo>
                  <a:pt x="254" y="156"/>
                  <a:pt x="254" y="156"/>
                  <a:pt x="254" y="156"/>
                </a:cubicBezTo>
                <a:lnTo>
                  <a:pt x="254" y="172"/>
                </a:lnTo>
                <a:close/>
                <a:moveTo>
                  <a:pt x="294" y="196"/>
                </a:moveTo>
                <a:cubicBezTo>
                  <a:pt x="266" y="196"/>
                  <a:pt x="266" y="196"/>
                  <a:pt x="266" y="196"/>
                </a:cubicBezTo>
                <a:cubicBezTo>
                  <a:pt x="266" y="181"/>
                  <a:pt x="266" y="181"/>
                  <a:pt x="266" y="181"/>
                </a:cubicBezTo>
                <a:cubicBezTo>
                  <a:pt x="294" y="181"/>
                  <a:pt x="294" y="181"/>
                  <a:pt x="294" y="181"/>
                </a:cubicBezTo>
                <a:lnTo>
                  <a:pt x="294" y="196"/>
                </a:lnTo>
                <a:close/>
                <a:moveTo>
                  <a:pt x="294" y="172"/>
                </a:moveTo>
                <a:cubicBezTo>
                  <a:pt x="266" y="172"/>
                  <a:pt x="266" y="172"/>
                  <a:pt x="266" y="172"/>
                </a:cubicBezTo>
                <a:cubicBezTo>
                  <a:pt x="266" y="156"/>
                  <a:pt x="266" y="156"/>
                  <a:pt x="266" y="156"/>
                </a:cubicBezTo>
                <a:cubicBezTo>
                  <a:pt x="294" y="156"/>
                  <a:pt x="294" y="156"/>
                  <a:pt x="294" y="156"/>
                </a:cubicBezTo>
                <a:lnTo>
                  <a:pt x="294" y="172"/>
                </a:lnTo>
                <a:close/>
                <a:moveTo>
                  <a:pt x="154" y="53"/>
                </a:moveTo>
                <a:cubicBezTo>
                  <a:pt x="152" y="53"/>
                  <a:pt x="152" y="53"/>
                  <a:pt x="152" y="53"/>
                </a:cubicBezTo>
                <a:cubicBezTo>
                  <a:pt x="152" y="8"/>
                  <a:pt x="152" y="8"/>
                  <a:pt x="152" y="8"/>
                </a:cubicBezTo>
                <a:cubicBezTo>
                  <a:pt x="156" y="8"/>
                  <a:pt x="156" y="8"/>
                  <a:pt x="156" y="8"/>
                </a:cubicBezTo>
                <a:cubicBezTo>
                  <a:pt x="156" y="8"/>
                  <a:pt x="156" y="8"/>
                  <a:pt x="156" y="8"/>
                </a:cubicBezTo>
                <a:cubicBezTo>
                  <a:pt x="160" y="10"/>
                  <a:pt x="169" y="13"/>
                  <a:pt x="175" y="8"/>
                </a:cubicBezTo>
                <a:cubicBezTo>
                  <a:pt x="182" y="0"/>
                  <a:pt x="194" y="8"/>
                  <a:pt x="194" y="8"/>
                </a:cubicBezTo>
                <a:cubicBezTo>
                  <a:pt x="194" y="29"/>
                  <a:pt x="194" y="29"/>
                  <a:pt x="194" y="29"/>
                </a:cubicBezTo>
                <a:cubicBezTo>
                  <a:pt x="194" y="29"/>
                  <a:pt x="184" y="21"/>
                  <a:pt x="175" y="29"/>
                </a:cubicBezTo>
                <a:cubicBezTo>
                  <a:pt x="168" y="35"/>
                  <a:pt x="159" y="32"/>
                  <a:pt x="156" y="30"/>
                </a:cubicBezTo>
                <a:cubicBezTo>
                  <a:pt x="156" y="53"/>
                  <a:pt x="156" y="53"/>
                  <a:pt x="156" y="53"/>
                </a:cubicBezTo>
                <a:cubicBezTo>
                  <a:pt x="156" y="53"/>
                  <a:pt x="156" y="53"/>
                  <a:pt x="156" y="53"/>
                </a:cubicBezTo>
                <a:cubicBezTo>
                  <a:pt x="154" y="53"/>
                  <a:pt x="154" y="53"/>
                  <a:pt x="154" y="53"/>
                </a:cubicBezTo>
                <a:cubicBezTo>
                  <a:pt x="237" y="116"/>
                  <a:pt x="237" y="116"/>
                  <a:pt x="237" y="116"/>
                </a:cubicBezTo>
                <a:cubicBezTo>
                  <a:pt x="237" y="134"/>
                  <a:pt x="237" y="134"/>
                  <a:pt x="237" y="134"/>
                </a:cubicBezTo>
                <a:cubicBezTo>
                  <a:pt x="153" y="71"/>
                  <a:pt x="153" y="71"/>
                  <a:pt x="153" y="71"/>
                </a:cubicBezTo>
                <a:cubicBezTo>
                  <a:pt x="78" y="134"/>
                  <a:pt x="78" y="134"/>
                  <a:pt x="78" y="134"/>
                </a:cubicBezTo>
                <a:cubicBezTo>
                  <a:pt x="78" y="116"/>
                  <a:pt x="78" y="116"/>
                  <a:pt x="78" y="116"/>
                </a:cubicBezTo>
                <a:lnTo>
                  <a:pt x="154" y="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组合 902"/>
          <p:cNvGrpSpPr/>
          <p:nvPr/>
        </p:nvGrpSpPr>
        <p:grpSpPr>
          <a:xfrm>
            <a:off x="918238" y="981240"/>
            <a:ext cx="529500" cy="421875"/>
            <a:chOff x="363166" y="1434600"/>
            <a:chExt cx="529500" cy="421875"/>
          </a:xfrm>
          <a:solidFill>
            <a:schemeClr val="accent1"/>
          </a:solidFill>
        </p:grpSpPr>
        <p:sp>
          <p:nvSpPr>
            <p:cNvPr id="391" name="任意多边形: 形状 390"/>
            <p:cNvSpPr/>
            <p:nvPr/>
          </p:nvSpPr>
          <p:spPr>
            <a:xfrm>
              <a:off x="363166" y="1497839"/>
              <a:ext cx="185625" cy="270000"/>
            </a:xfrm>
            <a:custGeom>
              <a:avLst/>
              <a:gdLst>
                <a:gd name="connsiteX0" fmla="*/ 180715 w 185625"/>
                <a:gd name="connsiteY0" fmla="*/ 203599 h 270000"/>
                <a:gd name="connsiteX1" fmla="*/ 102955 w 185625"/>
                <a:gd name="connsiteY1" fmla="*/ 138208 h 270000"/>
                <a:gd name="connsiteX2" fmla="*/ 181036 w 185625"/>
                <a:gd name="connsiteY2" fmla="*/ 71147 h 270000"/>
                <a:gd name="connsiteX3" fmla="*/ 185389 w 185625"/>
                <a:gd name="connsiteY3" fmla="*/ 14092 h 270000"/>
                <a:gd name="connsiteX4" fmla="*/ 128301 w 185625"/>
                <a:gd name="connsiteY4" fmla="*/ 9772 h 270000"/>
                <a:gd name="connsiteX5" fmla="*/ 14091 w 185625"/>
                <a:gd name="connsiteY5" fmla="*/ 107850 h 270000"/>
                <a:gd name="connsiteX6" fmla="*/ 1 w 185625"/>
                <a:gd name="connsiteY6" fmla="*/ 138782 h 270000"/>
                <a:gd name="connsiteX7" fmla="*/ 14412 w 185625"/>
                <a:gd name="connsiteY7" fmla="*/ 169545 h 270000"/>
                <a:gd name="connsiteX8" fmla="*/ 128639 w 185625"/>
                <a:gd name="connsiteY8" fmla="*/ 265564 h 270000"/>
                <a:gd name="connsiteX9" fmla="*/ 154643 w 185625"/>
                <a:gd name="connsiteY9" fmla="*/ 275047 h 270000"/>
                <a:gd name="connsiteX10" fmla="*/ 185626 w 185625"/>
                <a:gd name="connsiteY10" fmla="*/ 260636 h 270000"/>
                <a:gd name="connsiteX11" fmla="*/ 180715 w 185625"/>
                <a:gd name="connsiteY11" fmla="*/ 203599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625" h="270000">
                  <a:moveTo>
                    <a:pt x="180715" y="203599"/>
                  </a:moveTo>
                  <a:lnTo>
                    <a:pt x="102955" y="138208"/>
                  </a:lnTo>
                  <a:lnTo>
                    <a:pt x="181036" y="71147"/>
                  </a:lnTo>
                  <a:cubicBezTo>
                    <a:pt x="197995" y="56584"/>
                    <a:pt x="199936" y="31035"/>
                    <a:pt x="185389" y="14092"/>
                  </a:cubicBezTo>
                  <a:cubicBezTo>
                    <a:pt x="170826" y="-2833"/>
                    <a:pt x="145244" y="-4808"/>
                    <a:pt x="128301" y="9772"/>
                  </a:cubicBezTo>
                  <a:lnTo>
                    <a:pt x="14091" y="107850"/>
                  </a:lnTo>
                  <a:cubicBezTo>
                    <a:pt x="5097" y="115612"/>
                    <a:pt x="-67" y="126919"/>
                    <a:pt x="1" y="138782"/>
                  </a:cubicBezTo>
                  <a:cubicBezTo>
                    <a:pt x="68" y="150662"/>
                    <a:pt x="5333" y="161900"/>
                    <a:pt x="14412" y="169545"/>
                  </a:cubicBezTo>
                  <a:lnTo>
                    <a:pt x="128639" y="265564"/>
                  </a:lnTo>
                  <a:cubicBezTo>
                    <a:pt x="136216" y="271925"/>
                    <a:pt x="145463" y="275047"/>
                    <a:pt x="154643" y="275047"/>
                  </a:cubicBezTo>
                  <a:cubicBezTo>
                    <a:pt x="166186" y="275047"/>
                    <a:pt x="177627" y="270137"/>
                    <a:pt x="185626" y="260636"/>
                  </a:cubicBezTo>
                  <a:cubicBezTo>
                    <a:pt x="200003" y="243525"/>
                    <a:pt x="197826" y="217993"/>
                    <a:pt x="180715" y="20359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2" name="任意多边形: 形状 391"/>
            <p:cNvSpPr/>
            <p:nvPr/>
          </p:nvSpPr>
          <p:spPr>
            <a:xfrm>
              <a:off x="707041" y="1497872"/>
              <a:ext cx="185625" cy="270000"/>
            </a:xfrm>
            <a:custGeom>
              <a:avLst/>
              <a:gdLst>
                <a:gd name="connsiteX0" fmla="*/ 181023 w 185625"/>
                <a:gd name="connsiteY0" fmla="*/ 107834 h 270000"/>
                <a:gd name="connsiteX1" fmla="*/ 66813 w 185625"/>
                <a:gd name="connsiteY1" fmla="*/ 9757 h 270000"/>
                <a:gd name="connsiteX2" fmla="*/ 9742 w 185625"/>
                <a:gd name="connsiteY2" fmla="*/ 14110 h 270000"/>
                <a:gd name="connsiteX3" fmla="*/ 14095 w 185625"/>
                <a:gd name="connsiteY3" fmla="*/ 71165 h 270000"/>
                <a:gd name="connsiteX4" fmla="*/ 92176 w 185625"/>
                <a:gd name="connsiteY4" fmla="*/ 138226 h 270000"/>
                <a:gd name="connsiteX5" fmla="*/ 14450 w 185625"/>
                <a:gd name="connsiteY5" fmla="*/ 203617 h 270000"/>
                <a:gd name="connsiteX6" fmla="*/ 9539 w 185625"/>
                <a:gd name="connsiteY6" fmla="*/ 260637 h 270000"/>
                <a:gd name="connsiteX7" fmla="*/ 40522 w 185625"/>
                <a:gd name="connsiteY7" fmla="*/ 275049 h 270000"/>
                <a:gd name="connsiteX8" fmla="*/ 66526 w 185625"/>
                <a:gd name="connsiteY8" fmla="*/ 265565 h 270000"/>
                <a:gd name="connsiteX9" fmla="*/ 180753 w 185625"/>
                <a:gd name="connsiteY9" fmla="*/ 169546 h 270000"/>
                <a:gd name="connsiteX10" fmla="*/ 195164 w 185625"/>
                <a:gd name="connsiteY10" fmla="*/ 138783 h 270000"/>
                <a:gd name="connsiteX11" fmla="*/ 181023 w 185625"/>
                <a:gd name="connsiteY11" fmla="*/ 107834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625" h="270000">
                  <a:moveTo>
                    <a:pt x="181023" y="107834"/>
                  </a:moveTo>
                  <a:lnTo>
                    <a:pt x="66813" y="9757"/>
                  </a:lnTo>
                  <a:cubicBezTo>
                    <a:pt x="49854" y="-4806"/>
                    <a:pt x="24288" y="-2832"/>
                    <a:pt x="9742" y="14110"/>
                  </a:cubicBezTo>
                  <a:cubicBezTo>
                    <a:pt x="-4771" y="31053"/>
                    <a:pt x="-2864" y="56585"/>
                    <a:pt x="14095" y="71165"/>
                  </a:cubicBezTo>
                  <a:lnTo>
                    <a:pt x="92176" y="138226"/>
                  </a:lnTo>
                  <a:lnTo>
                    <a:pt x="14450" y="203617"/>
                  </a:lnTo>
                  <a:cubicBezTo>
                    <a:pt x="-2661" y="218011"/>
                    <a:pt x="-4889" y="243492"/>
                    <a:pt x="9539" y="260637"/>
                  </a:cubicBezTo>
                  <a:cubicBezTo>
                    <a:pt x="17538" y="270121"/>
                    <a:pt x="28929" y="275049"/>
                    <a:pt x="40522" y="275049"/>
                  </a:cubicBezTo>
                  <a:cubicBezTo>
                    <a:pt x="49702" y="275049"/>
                    <a:pt x="58949" y="271893"/>
                    <a:pt x="66526" y="265565"/>
                  </a:cubicBezTo>
                  <a:lnTo>
                    <a:pt x="180753" y="169546"/>
                  </a:lnTo>
                  <a:cubicBezTo>
                    <a:pt x="189832" y="161902"/>
                    <a:pt x="195114" y="150663"/>
                    <a:pt x="195164" y="138783"/>
                  </a:cubicBezTo>
                  <a:cubicBezTo>
                    <a:pt x="195198" y="126886"/>
                    <a:pt x="190068" y="115580"/>
                    <a:pt x="181023" y="10783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3" name="任意多边形: 形状 392"/>
            <p:cNvSpPr/>
            <p:nvPr/>
          </p:nvSpPr>
          <p:spPr>
            <a:xfrm>
              <a:off x="553833" y="1434600"/>
              <a:ext cx="135000" cy="421875"/>
            </a:xfrm>
            <a:custGeom>
              <a:avLst/>
              <a:gdLst>
                <a:gd name="connsiteX0" fmla="*/ 114839 w 135000"/>
                <a:gd name="connsiteY0" fmla="*/ 736 h 421875"/>
                <a:gd name="connsiteX1" fmla="*/ 67420 w 135000"/>
                <a:gd name="connsiteY1" fmla="*/ 32782 h 421875"/>
                <a:gd name="connsiteX2" fmla="*/ 747 w 135000"/>
                <a:gd name="connsiteY2" fmla="*/ 377386 h 421875"/>
                <a:gd name="connsiteX3" fmla="*/ 32775 w 135000"/>
                <a:gd name="connsiteY3" fmla="*/ 424805 h 421875"/>
                <a:gd name="connsiteX4" fmla="*/ 40504 w 135000"/>
                <a:gd name="connsiteY4" fmla="*/ 425547 h 421875"/>
                <a:gd name="connsiteX5" fmla="*/ 80194 w 135000"/>
                <a:gd name="connsiteY5" fmla="*/ 392793 h 421875"/>
                <a:gd name="connsiteX6" fmla="*/ 146867 w 135000"/>
                <a:gd name="connsiteY6" fmla="*/ 48205 h 421875"/>
                <a:gd name="connsiteX7" fmla="*/ 114839 w 135000"/>
                <a:gd name="connsiteY7" fmla="*/ 736 h 42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000" h="421875">
                  <a:moveTo>
                    <a:pt x="114839" y="736"/>
                  </a:moveTo>
                  <a:cubicBezTo>
                    <a:pt x="92918" y="-3483"/>
                    <a:pt x="71655" y="10861"/>
                    <a:pt x="67420" y="32782"/>
                  </a:cubicBezTo>
                  <a:lnTo>
                    <a:pt x="747" y="377386"/>
                  </a:lnTo>
                  <a:cubicBezTo>
                    <a:pt x="-3506" y="399324"/>
                    <a:pt x="10838" y="420569"/>
                    <a:pt x="32775" y="424805"/>
                  </a:cubicBezTo>
                  <a:cubicBezTo>
                    <a:pt x="35357" y="425294"/>
                    <a:pt x="37956" y="425547"/>
                    <a:pt x="40504" y="425547"/>
                  </a:cubicBezTo>
                  <a:cubicBezTo>
                    <a:pt x="59505" y="425547"/>
                    <a:pt x="76431" y="412115"/>
                    <a:pt x="80194" y="392793"/>
                  </a:cubicBezTo>
                  <a:lnTo>
                    <a:pt x="146867" y="48205"/>
                  </a:lnTo>
                  <a:cubicBezTo>
                    <a:pt x="151137" y="26234"/>
                    <a:pt x="136776" y="4989"/>
                    <a:pt x="114839" y="73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04" name="组合 903"/>
          <p:cNvGrpSpPr/>
          <p:nvPr/>
        </p:nvGrpSpPr>
        <p:grpSpPr>
          <a:xfrm>
            <a:off x="2137438" y="973804"/>
            <a:ext cx="535022" cy="436747"/>
            <a:chOff x="1443167" y="1430394"/>
            <a:chExt cx="535022" cy="436747"/>
          </a:xfrm>
          <a:solidFill>
            <a:schemeClr val="accent1"/>
          </a:solidFill>
        </p:grpSpPr>
        <p:sp>
          <p:nvSpPr>
            <p:cNvPr id="395" name="任意多边形: 形状 394"/>
            <p:cNvSpPr/>
            <p:nvPr/>
          </p:nvSpPr>
          <p:spPr>
            <a:xfrm>
              <a:off x="1623814" y="1430394"/>
              <a:ext cx="354375" cy="320625"/>
            </a:xfrm>
            <a:custGeom>
              <a:avLst/>
              <a:gdLst>
                <a:gd name="connsiteX0" fmla="*/ 177778 w 354375"/>
                <a:gd name="connsiteY0" fmla="*/ 26711 h 320625"/>
                <a:gd name="connsiteX1" fmla="*/ 0 w 354375"/>
                <a:gd name="connsiteY1" fmla="*/ 51838 h 320625"/>
                <a:gd name="connsiteX2" fmla="*/ 7898 w 354375"/>
                <a:gd name="connsiteY2" fmla="*/ 114646 h 320625"/>
                <a:gd name="connsiteX3" fmla="*/ 81911 w 354375"/>
                <a:gd name="connsiteY3" fmla="*/ 99712 h 320625"/>
                <a:gd name="connsiteX4" fmla="*/ 140467 w 354375"/>
                <a:gd name="connsiteY4" fmla="*/ 88304 h 320625"/>
                <a:gd name="connsiteX5" fmla="*/ 197066 w 354375"/>
                <a:gd name="connsiteY5" fmla="*/ 127927 h 320625"/>
                <a:gd name="connsiteX6" fmla="*/ 197134 w 354375"/>
                <a:gd name="connsiteY6" fmla="*/ 127606 h 320625"/>
                <a:gd name="connsiteX7" fmla="*/ 276143 w 354375"/>
                <a:gd name="connsiteY7" fmla="*/ 127606 h 320625"/>
                <a:gd name="connsiteX8" fmla="*/ 277425 w 354375"/>
                <a:gd name="connsiteY8" fmla="*/ 135082 h 320625"/>
                <a:gd name="connsiteX9" fmla="*/ 236655 w 354375"/>
                <a:gd name="connsiteY9" fmla="*/ 166469 h 320625"/>
                <a:gd name="connsiteX10" fmla="*/ 201960 w 354375"/>
                <a:gd name="connsiteY10" fmla="*/ 151619 h 320625"/>
                <a:gd name="connsiteX11" fmla="*/ 202736 w 354375"/>
                <a:gd name="connsiteY11" fmla="*/ 167938 h 320625"/>
                <a:gd name="connsiteX12" fmla="*/ 196189 w 354375"/>
                <a:gd name="connsiteY12" fmla="*/ 227608 h 320625"/>
                <a:gd name="connsiteX13" fmla="*/ 241262 w 354375"/>
                <a:gd name="connsiteY13" fmla="*/ 278334 h 320625"/>
                <a:gd name="connsiteX14" fmla="*/ 223644 w 354375"/>
                <a:gd name="connsiteY14" fmla="*/ 272191 h 320625"/>
                <a:gd name="connsiteX15" fmla="*/ 192915 w 354375"/>
                <a:gd name="connsiteY15" fmla="*/ 242609 h 320625"/>
                <a:gd name="connsiteX16" fmla="*/ 161021 w 354375"/>
                <a:gd name="connsiteY16" fmla="*/ 334342 h 320625"/>
                <a:gd name="connsiteX17" fmla="*/ 177778 w 354375"/>
                <a:gd name="connsiteY17" fmla="*/ 336131 h 320625"/>
                <a:gd name="connsiteX18" fmla="*/ 355556 w 354375"/>
                <a:gd name="connsiteY18" fmla="*/ 51821 h 320625"/>
                <a:gd name="connsiteX19" fmla="*/ 177778 w 354375"/>
                <a:gd name="connsiteY19" fmla="*/ 26711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4375" h="320625">
                  <a:moveTo>
                    <a:pt x="177778" y="26711"/>
                  </a:moveTo>
                  <a:cubicBezTo>
                    <a:pt x="79599" y="26711"/>
                    <a:pt x="0" y="-47641"/>
                    <a:pt x="0" y="51838"/>
                  </a:cubicBezTo>
                  <a:cubicBezTo>
                    <a:pt x="0" y="70400"/>
                    <a:pt x="2768" y="91916"/>
                    <a:pt x="7898" y="114646"/>
                  </a:cubicBezTo>
                  <a:cubicBezTo>
                    <a:pt x="34054" y="113043"/>
                    <a:pt x="59299" y="105989"/>
                    <a:pt x="81911" y="99712"/>
                  </a:cubicBezTo>
                  <a:cubicBezTo>
                    <a:pt x="103883" y="93586"/>
                    <a:pt x="122867" y="88304"/>
                    <a:pt x="140467" y="88304"/>
                  </a:cubicBezTo>
                  <a:cubicBezTo>
                    <a:pt x="161831" y="88304"/>
                    <a:pt x="186249" y="96084"/>
                    <a:pt x="197066" y="127927"/>
                  </a:cubicBezTo>
                  <a:cubicBezTo>
                    <a:pt x="197100" y="127826"/>
                    <a:pt x="197134" y="127606"/>
                    <a:pt x="197134" y="127606"/>
                  </a:cubicBezTo>
                  <a:lnTo>
                    <a:pt x="276143" y="127606"/>
                  </a:lnTo>
                  <a:cubicBezTo>
                    <a:pt x="276902" y="130694"/>
                    <a:pt x="277425" y="132500"/>
                    <a:pt x="277425" y="135082"/>
                  </a:cubicBezTo>
                  <a:cubicBezTo>
                    <a:pt x="277425" y="152413"/>
                    <a:pt x="259166" y="166469"/>
                    <a:pt x="236655" y="166469"/>
                  </a:cubicBezTo>
                  <a:cubicBezTo>
                    <a:pt x="221991" y="166469"/>
                    <a:pt x="209166" y="160529"/>
                    <a:pt x="201960" y="151619"/>
                  </a:cubicBezTo>
                  <a:cubicBezTo>
                    <a:pt x="202466" y="156665"/>
                    <a:pt x="202736" y="162082"/>
                    <a:pt x="202736" y="167938"/>
                  </a:cubicBezTo>
                  <a:cubicBezTo>
                    <a:pt x="202736" y="185808"/>
                    <a:pt x="200475" y="206092"/>
                    <a:pt x="196189" y="227608"/>
                  </a:cubicBezTo>
                  <a:cubicBezTo>
                    <a:pt x="218835" y="234914"/>
                    <a:pt x="236554" y="254034"/>
                    <a:pt x="241262" y="278334"/>
                  </a:cubicBezTo>
                  <a:lnTo>
                    <a:pt x="223644" y="272191"/>
                  </a:lnTo>
                  <a:cubicBezTo>
                    <a:pt x="218160" y="258303"/>
                    <a:pt x="206803" y="247537"/>
                    <a:pt x="192915" y="242609"/>
                  </a:cubicBezTo>
                  <a:cubicBezTo>
                    <a:pt x="185811" y="272563"/>
                    <a:pt x="175011" y="304203"/>
                    <a:pt x="161021" y="334342"/>
                  </a:cubicBezTo>
                  <a:cubicBezTo>
                    <a:pt x="166539" y="335473"/>
                    <a:pt x="172108" y="336131"/>
                    <a:pt x="177778" y="336131"/>
                  </a:cubicBezTo>
                  <a:cubicBezTo>
                    <a:pt x="275957" y="336131"/>
                    <a:pt x="355556" y="151316"/>
                    <a:pt x="355556" y="51821"/>
                  </a:cubicBezTo>
                  <a:cubicBezTo>
                    <a:pt x="355556" y="-47674"/>
                    <a:pt x="275974" y="26711"/>
                    <a:pt x="177778" y="2671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6" name="任意多边形: 形状 395"/>
            <p:cNvSpPr/>
            <p:nvPr/>
          </p:nvSpPr>
          <p:spPr>
            <a:xfrm>
              <a:off x="1443167" y="1546516"/>
              <a:ext cx="354375" cy="320625"/>
            </a:xfrm>
            <a:custGeom>
              <a:avLst/>
              <a:gdLst>
                <a:gd name="connsiteX0" fmla="*/ 265731 w 354375"/>
                <a:gd name="connsiteY0" fmla="*/ 11585 h 320625"/>
                <a:gd name="connsiteX1" fmla="*/ 258441 w 354375"/>
                <a:gd name="connsiteY1" fmla="*/ 13594 h 320625"/>
                <a:gd name="connsiteX2" fmla="*/ 177795 w 354375"/>
                <a:gd name="connsiteY2" fmla="*/ 26655 h 320625"/>
                <a:gd name="connsiteX3" fmla="*/ 0 w 354375"/>
                <a:gd name="connsiteY3" fmla="*/ 51849 h 320625"/>
                <a:gd name="connsiteX4" fmla="*/ 177795 w 354375"/>
                <a:gd name="connsiteY4" fmla="*/ 336125 h 320625"/>
                <a:gd name="connsiteX5" fmla="*/ 355556 w 354375"/>
                <a:gd name="connsiteY5" fmla="*/ 51849 h 320625"/>
                <a:gd name="connsiteX6" fmla="*/ 265731 w 354375"/>
                <a:gd name="connsiteY6" fmla="*/ 11585 h 320625"/>
                <a:gd name="connsiteX7" fmla="*/ 78351 w 354375"/>
                <a:gd name="connsiteY7" fmla="*/ 146552 h 320625"/>
                <a:gd name="connsiteX8" fmla="*/ 77068 w 354375"/>
                <a:gd name="connsiteY8" fmla="*/ 139363 h 320625"/>
                <a:gd name="connsiteX9" fmla="*/ 117855 w 354375"/>
                <a:gd name="connsiteY9" fmla="*/ 108245 h 320625"/>
                <a:gd name="connsiteX10" fmla="*/ 158642 w 354375"/>
                <a:gd name="connsiteY10" fmla="*/ 139363 h 320625"/>
                <a:gd name="connsiteX11" fmla="*/ 157359 w 354375"/>
                <a:gd name="connsiteY11" fmla="*/ 146552 h 320625"/>
                <a:gd name="connsiteX12" fmla="*/ 78351 w 354375"/>
                <a:gd name="connsiteY12" fmla="*/ 146552 h 320625"/>
                <a:gd name="connsiteX13" fmla="*/ 177795 w 354375"/>
                <a:gd name="connsiteY13" fmla="*/ 272304 h 320625"/>
                <a:gd name="connsiteX14" fmla="*/ 107224 w 354375"/>
                <a:gd name="connsiteY14" fmla="*/ 214136 h 320625"/>
                <a:gd name="connsiteX15" fmla="*/ 248366 w 354375"/>
                <a:gd name="connsiteY15" fmla="*/ 214136 h 320625"/>
                <a:gd name="connsiteX16" fmla="*/ 177795 w 354375"/>
                <a:gd name="connsiteY16" fmla="*/ 272304 h 320625"/>
                <a:gd name="connsiteX17" fmla="*/ 276143 w 354375"/>
                <a:gd name="connsiteY17" fmla="*/ 146552 h 320625"/>
                <a:gd name="connsiteX18" fmla="*/ 197151 w 354375"/>
                <a:gd name="connsiteY18" fmla="*/ 146552 h 320625"/>
                <a:gd name="connsiteX19" fmla="*/ 195868 w 354375"/>
                <a:gd name="connsiteY19" fmla="*/ 139363 h 320625"/>
                <a:gd name="connsiteX20" fmla="*/ 236655 w 354375"/>
                <a:gd name="connsiteY20" fmla="*/ 108245 h 320625"/>
                <a:gd name="connsiteX21" fmla="*/ 277442 w 354375"/>
                <a:gd name="connsiteY21" fmla="*/ 139363 h 320625"/>
                <a:gd name="connsiteX22" fmla="*/ 276143 w 354375"/>
                <a:gd name="connsiteY22" fmla="*/ 146552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375" h="320625">
                  <a:moveTo>
                    <a:pt x="265731" y="11585"/>
                  </a:moveTo>
                  <a:cubicBezTo>
                    <a:pt x="263334" y="12244"/>
                    <a:pt x="260904" y="12919"/>
                    <a:pt x="258441" y="13594"/>
                  </a:cubicBezTo>
                  <a:cubicBezTo>
                    <a:pt x="234225" y="20175"/>
                    <a:pt x="206820" y="26655"/>
                    <a:pt x="177795" y="26655"/>
                  </a:cubicBezTo>
                  <a:cubicBezTo>
                    <a:pt x="79599" y="26672"/>
                    <a:pt x="0" y="-47629"/>
                    <a:pt x="0" y="51849"/>
                  </a:cubicBezTo>
                  <a:cubicBezTo>
                    <a:pt x="0" y="151310"/>
                    <a:pt x="79599" y="336125"/>
                    <a:pt x="177795" y="336125"/>
                  </a:cubicBezTo>
                  <a:cubicBezTo>
                    <a:pt x="275974" y="336125"/>
                    <a:pt x="355556" y="151310"/>
                    <a:pt x="355556" y="51849"/>
                  </a:cubicBezTo>
                  <a:cubicBezTo>
                    <a:pt x="355556" y="-15229"/>
                    <a:pt x="319376" y="-3315"/>
                    <a:pt x="265731" y="11585"/>
                  </a:cubicBezTo>
                  <a:close/>
                  <a:moveTo>
                    <a:pt x="78351" y="146552"/>
                  </a:moveTo>
                  <a:cubicBezTo>
                    <a:pt x="77608" y="144999"/>
                    <a:pt x="77068" y="141979"/>
                    <a:pt x="77068" y="139363"/>
                  </a:cubicBezTo>
                  <a:cubicBezTo>
                    <a:pt x="77068" y="122066"/>
                    <a:pt x="95327" y="108245"/>
                    <a:pt x="117855" y="108245"/>
                  </a:cubicBezTo>
                  <a:cubicBezTo>
                    <a:pt x="140383" y="108245"/>
                    <a:pt x="158642" y="122015"/>
                    <a:pt x="158642" y="139363"/>
                  </a:cubicBezTo>
                  <a:cubicBezTo>
                    <a:pt x="158642" y="141928"/>
                    <a:pt x="158119" y="144999"/>
                    <a:pt x="157359" y="146552"/>
                  </a:cubicBezTo>
                  <a:lnTo>
                    <a:pt x="78351" y="146552"/>
                  </a:lnTo>
                  <a:close/>
                  <a:moveTo>
                    <a:pt x="177795" y="272304"/>
                  </a:moveTo>
                  <a:cubicBezTo>
                    <a:pt x="142763" y="272304"/>
                    <a:pt x="113653" y="246367"/>
                    <a:pt x="107224" y="214136"/>
                  </a:cubicBezTo>
                  <a:lnTo>
                    <a:pt x="248366" y="214136"/>
                  </a:lnTo>
                  <a:cubicBezTo>
                    <a:pt x="241903" y="246350"/>
                    <a:pt x="212811" y="272304"/>
                    <a:pt x="177795" y="272304"/>
                  </a:cubicBezTo>
                  <a:close/>
                  <a:moveTo>
                    <a:pt x="276143" y="146552"/>
                  </a:moveTo>
                  <a:lnTo>
                    <a:pt x="197151" y="146552"/>
                  </a:lnTo>
                  <a:cubicBezTo>
                    <a:pt x="196391" y="144999"/>
                    <a:pt x="195868" y="141979"/>
                    <a:pt x="195868" y="139363"/>
                  </a:cubicBezTo>
                  <a:cubicBezTo>
                    <a:pt x="195868" y="122066"/>
                    <a:pt x="214127" y="108245"/>
                    <a:pt x="236655" y="108245"/>
                  </a:cubicBezTo>
                  <a:cubicBezTo>
                    <a:pt x="259183" y="108245"/>
                    <a:pt x="277442" y="122015"/>
                    <a:pt x="277442" y="139363"/>
                  </a:cubicBezTo>
                  <a:cubicBezTo>
                    <a:pt x="277425" y="141979"/>
                    <a:pt x="276902" y="145050"/>
                    <a:pt x="276143" y="14655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05" name="组合 904"/>
          <p:cNvGrpSpPr/>
          <p:nvPr/>
        </p:nvGrpSpPr>
        <p:grpSpPr>
          <a:xfrm>
            <a:off x="3356638" y="930615"/>
            <a:ext cx="523125" cy="523125"/>
            <a:chOff x="2525665" y="1373843"/>
            <a:chExt cx="523125" cy="523125"/>
          </a:xfrm>
          <a:solidFill>
            <a:schemeClr val="accent1"/>
          </a:solidFill>
        </p:grpSpPr>
        <p:sp>
          <p:nvSpPr>
            <p:cNvPr id="398" name="任意多边形: 形状 397"/>
            <p:cNvSpPr/>
            <p:nvPr/>
          </p:nvSpPr>
          <p:spPr>
            <a:xfrm>
              <a:off x="2525665" y="1373843"/>
              <a:ext cx="523125" cy="523125"/>
            </a:xfrm>
            <a:custGeom>
              <a:avLst/>
              <a:gdLst>
                <a:gd name="connsiteX0" fmla="*/ 267486 w 523125"/>
                <a:gd name="connsiteY0" fmla="*/ 0 h 523125"/>
                <a:gd name="connsiteX1" fmla="*/ 0 w 523125"/>
                <a:gd name="connsiteY1" fmla="*/ 267486 h 523125"/>
                <a:gd name="connsiteX2" fmla="*/ 267486 w 523125"/>
                <a:gd name="connsiteY2" fmla="*/ 534988 h 523125"/>
                <a:gd name="connsiteX3" fmla="*/ 535005 w 523125"/>
                <a:gd name="connsiteY3" fmla="*/ 267486 h 523125"/>
                <a:gd name="connsiteX4" fmla="*/ 267486 w 523125"/>
                <a:gd name="connsiteY4" fmla="*/ 0 h 523125"/>
                <a:gd name="connsiteX5" fmla="*/ 267486 w 523125"/>
                <a:gd name="connsiteY5" fmla="*/ 473243 h 523125"/>
                <a:gd name="connsiteX6" fmla="*/ 61779 w 523125"/>
                <a:gd name="connsiteY6" fmla="*/ 267503 h 523125"/>
                <a:gd name="connsiteX7" fmla="*/ 267486 w 523125"/>
                <a:gd name="connsiteY7" fmla="*/ 61746 h 523125"/>
                <a:gd name="connsiteX8" fmla="*/ 473226 w 523125"/>
                <a:gd name="connsiteY8" fmla="*/ 267503 h 523125"/>
                <a:gd name="connsiteX9" fmla="*/ 267486 w 523125"/>
                <a:gd name="connsiteY9" fmla="*/ 473243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3125" h="523125">
                  <a:moveTo>
                    <a:pt x="267486" y="0"/>
                  </a:moveTo>
                  <a:cubicBezTo>
                    <a:pt x="119981" y="0"/>
                    <a:pt x="0" y="119981"/>
                    <a:pt x="0" y="267486"/>
                  </a:cubicBezTo>
                  <a:cubicBezTo>
                    <a:pt x="0" y="414973"/>
                    <a:pt x="119981" y="534988"/>
                    <a:pt x="267486" y="534988"/>
                  </a:cubicBezTo>
                  <a:cubicBezTo>
                    <a:pt x="415007" y="534988"/>
                    <a:pt x="535005" y="415007"/>
                    <a:pt x="535005" y="267486"/>
                  </a:cubicBezTo>
                  <a:cubicBezTo>
                    <a:pt x="535005" y="119964"/>
                    <a:pt x="415007" y="0"/>
                    <a:pt x="267486" y="0"/>
                  </a:cubicBezTo>
                  <a:close/>
                  <a:moveTo>
                    <a:pt x="267486" y="473243"/>
                  </a:moveTo>
                  <a:cubicBezTo>
                    <a:pt x="154052" y="473243"/>
                    <a:pt x="61779" y="380919"/>
                    <a:pt x="61779" y="267503"/>
                  </a:cubicBezTo>
                  <a:cubicBezTo>
                    <a:pt x="61779" y="154052"/>
                    <a:pt x="154069" y="61746"/>
                    <a:pt x="267486" y="61746"/>
                  </a:cubicBezTo>
                  <a:cubicBezTo>
                    <a:pt x="380953" y="61746"/>
                    <a:pt x="473226" y="154052"/>
                    <a:pt x="473226" y="267503"/>
                  </a:cubicBezTo>
                  <a:cubicBezTo>
                    <a:pt x="473226" y="380936"/>
                    <a:pt x="380953" y="473243"/>
                    <a:pt x="267486" y="47324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9" name="任意多边形: 形状 398"/>
            <p:cNvSpPr/>
            <p:nvPr/>
          </p:nvSpPr>
          <p:spPr>
            <a:xfrm>
              <a:off x="2754709" y="1741465"/>
              <a:ext cx="67500" cy="84375"/>
            </a:xfrm>
            <a:custGeom>
              <a:avLst/>
              <a:gdLst>
                <a:gd name="connsiteX0" fmla="*/ 0 w 67500"/>
                <a:gd name="connsiteY0" fmla="*/ 0 h 84375"/>
                <a:gd name="connsiteX1" fmla="*/ 23963 w 67500"/>
                <a:gd name="connsiteY1" fmla="*/ 85894 h 84375"/>
                <a:gd name="connsiteX2" fmla="*/ 53072 w 67500"/>
                <a:gd name="connsiteY2" fmla="*/ 85894 h 84375"/>
                <a:gd name="connsiteX3" fmla="*/ 79583 w 67500"/>
                <a:gd name="connsiteY3" fmla="*/ 557 h 84375"/>
                <a:gd name="connsiteX4" fmla="*/ 40348 w 67500"/>
                <a:gd name="connsiteY4" fmla="*/ 9433 h 84375"/>
                <a:gd name="connsiteX5" fmla="*/ 0 w 67500"/>
                <a:gd name="connsiteY5" fmla="*/ 0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500" h="84375">
                  <a:moveTo>
                    <a:pt x="0" y="0"/>
                  </a:moveTo>
                  <a:lnTo>
                    <a:pt x="23963" y="85894"/>
                  </a:lnTo>
                  <a:lnTo>
                    <a:pt x="53072" y="85894"/>
                  </a:lnTo>
                  <a:lnTo>
                    <a:pt x="79583" y="557"/>
                  </a:lnTo>
                  <a:cubicBezTo>
                    <a:pt x="67719" y="6261"/>
                    <a:pt x="54405" y="9433"/>
                    <a:pt x="40348" y="9433"/>
                  </a:cubicBezTo>
                  <a:cubicBezTo>
                    <a:pt x="25869" y="9433"/>
                    <a:pt x="12150" y="6041"/>
                    <a:pt x="0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0" name="任意多边形: 形状 399"/>
            <p:cNvSpPr/>
            <p:nvPr/>
          </p:nvSpPr>
          <p:spPr>
            <a:xfrm>
              <a:off x="2743116" y="1459889"/>
              <a:ext cx="101250" cy="118125"/>
            </a:xfrm>
            <a:custGeom>
              <a:avLst/>
              <a:gdLst>
                <a:gd name="connsiteX0" fmla="*/ 102786 w 101250"/>
                <a:gd name="connsiteY0" fmla="*/ 124892 h 118125"/>
                <a:gd name="connsiteX1" fmla="*/ 64648 w 101250"/>
                <a:gd name="connsiteY1" fmla="*/ 0 h 118125"/>
                <a:gd name="connsiteX2" fmla="*/ 35539 w 101250"/>
                <a:gd name="connsiteY2" fmla="*/ 0 h 118125"/>
                <a:gd name="connsiteX3" fmla="*/ 0 w 101250"/>
                <a:gd name="connsiteY3" fmla="*/ 125668 h 118125"/>
                <a:gd name="connsiteX4" fmla="*/ 51958 w 101250"/>
                <a:gd name="connsiteY4" fmla="*/ 109384 h 118125"/>
                <a:gd name="connsiteX5" fmla="*/ 102786 w 101250"/>
                <a:gd name="connsiteY5" fmla="*/ 124892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250" h="118125">
                  <a:moveTo>
                    <a:pt x="102786" y="124892"/>
                  </a:moveTo>
                  <a:lnTo>
                    <a:pt x="64648" y="0"/>
                  </a:lnTo>
                  <a:lnTo>
                    <a:pt x="35539" y="0"/>
                  </a:lnTo>
                  <a:lnTo>
                    <a:pt x="0" y="125668"/>
                  </a:lnTo>
                  <a:cubicBezTo>
                    <a:pt x="14766" y="115408"/>
                    <a:pt x="32653" y="109384"/>
                    <a:pt x="51958" y="109384"/>
                  </a:cubicBezTo>
                  <a:cubicBezTo>
                    <a:pt x="70791" y="109384"/>
                    <a:pt x="88290" y="115104"/>
                    <a:pt x="102786" y="12489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1" name="任意多边形: 形状 400"/>
            <p:cNvSpPr/>
            <p:nvPr/>
          </p:nvSpPr>
          <p:spPr>
            <a:xfrm>
              <a:off x="2722258" y="1580393"/>
              <a:ext cx="135000" cy="135000"/>
            </a:xfrm>
            <a:custGeom>
              <a:avLst/>
              <a:gdLst>
                <a:gd name="connsiteX0" fmla="*/ 142560 w 135000"/>
                <a:gd name="connsiteY0" fmla="*/ 71280 h 135000"/>
                <a:gd name="connsiteX1" fmla="*/ 71280 w 135000"/>
                <a:gd name="connsiteY1" fmla="*/ 142560 h 135000"/>
                <a:gd name="connsiteX2" fmla="*/ 0 w 135000"/>
                <a:gd name="connsiteY2" fmla="*/ 71280 h 135000"/>
                <a:gd name="connsiteX3" fmla="*/ 71280 w 135000"/>
                <a:gd name="connsiteY3" fmla="*/ 0 h 135000"/>
                <a:gd name="connsiteX4" fmla="*/ 142560 w 135000"/>
                <a:gd name="connsiteY4" fmla="*/ 7128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00" h="135000">
                  <a:moveTo>
                    <a:pt x="142560" y="71280"/>
                  </a:moveTo>
                  <a:cubicBezTo>
                    <a:pt x="142560" y="110647"/>
                    <a:pt x="110647" y="142560"/>
                    <a:pt x="71280" y="142560"/>
                  </a:cubicBezTo>
                  <a:cubicBezTo>
                    <a:pt x="31913" y="142560"/>
                    <a:pt x="0" y="110647"/>
                    <a:pt x="0" y="71280"/>
                  </a:cubicBezTo>
                  <a:cubicBezTo>
                    <a:pt x="0" y="31913"/>
                    <a:pt x="31913" y="0"/>
                    <a:pt x="71280" y="0"/>
                  </a:cubicBezTo>
                  <a:cubicBezTo>
                    <a:pt x="110647" y="0"/>
                    <a:pt x="142560" y="31913"/>
                    <a:pt x="142560" y="7128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402" name="图形 49"/>
          <p:cNvSpPr/>
          <p:nvPr/>
        </p:nvSpPr>
        <p:spPr>
          <a:xfrm>
            <a:off x="4575838" y="930615"/>
            <a:ext cx="421875" cy="523125"/>
          </a:xfrm>
          <a:custGeom>
            <a:avLst/>
            <a:gdLst>
              <a:gd name="connsiteX0" fmla="*/ 405427 w 421875"/>
              <a:gd name="connsiteY0" fmla="*/ 477816 h 523125"/>
              <a:gd name="connsiteX1" fmla="*/ 421307 w 421875"/>
              <a:gd name="connsiteY1" fmla="*/ 469446 h 523125"/>
              <a:gd name="connsiteX2" fmla="*/ 292399 w 421875"/>
              <a:gd name="connsiteY2" fmla="*/ 224353 h 523125"/>
              <a:gd name="connsiteX3" fmla="*/ 320175 w 421875"/>
              <a:gd name="connsiteY3" fmla="*/ 152348 h 523125"/>
              <a:gd name="connsiteX4" fmla="*/ 238280 w 421875"/>
              <a:gd name="connsiteY4" fmla="*/ 47571 h 523125"/>
              <a:gd name="connsiteX5" fmla="*/ 238280 w 421875"/>
              <a:gd name="connsiteY5" fmla="*/ 22714 h 523125"/>
              <a:gd name="connsiteX6" fmla="*/ 215567 w 421875"/>
              <a:gd name="connsiteY6" fmla="*/ 0 h 523125"/>
              <a:gd name="connsiteX7" fmla="*/ 212242 w 421875"/>
              <a:gd name="connsiteY7" fmla="*/ 0 h 523125"/>
              <a:gd name="connsiteX8" fmla="*/ 189529 w 421875"/>
              <a:gd name="connsiteY8" fmla="*/ 22714 h 523125"/>
              <a:gd name="connsiteX9" fmla="*/ 189529 w 421875"/>
              <a:gd name="connsiteY9" fmla="*/ 47064 h 523125"/>
              <a:gd name="connsiteX10" fmla="*/ 104698 w 421875"/>
              <a:gd name="connsiteY10" fmla="*/ 152348 h 523125"/>
              <a:gd name="connsiteX11" fmla="*/ 129589 w 421875"/>
              <a:gd name="connsiteY11" fmla="*/ 221569 h 523125"/>
              <a:gd name="connsiteX12" fmla="*/ 3364 w 421875"/>
              <a:gd name="connsiteY12" fmla="*/ 469918 h 523125"/>
              <a:gd name="connsiteX13" fmla="*/ 19294 w 421875"/>
              <a:gd name="connsiteY13" fmla="*/ 478035 h 523125"/>
              <a:gd name="connsiteX14" fmla="*/ 1592 w 421875"/>
              <a:gd name="connsiteY14" fmla="*/ 512831 h 523125"/>
              <a:gd name="connsiteX15" fmla="*/ 714 w 421875"/>
              <a:gd name="connsiteY15" fmla="*/ 523986 h 523125"/>
              <a:gd name="connsiteX16" fmla="*/ 7987 w 421875"/>
              <a:gd name="connsiteY16" fmla="*/ 532508 h 523125"/>
              <a:gd name="connsiteX17" fmla="*/ 14045 w 421875"/>
              <a:gd name="connsiteY17" fmla="*/ 535613 h 523125"/>
              <a:gd name="connsiteX18" fmla="*/ 25217 w 421875"/>
              <a:gd name="connsiteY18" fmla="*/ 536473 h 523125"/>
              <a:gd name="connsiteX19" fmla="*/ 33722 w 421875"/>
              <a:gd name="connsiteY19" fmla="*/ 529149 h 523125"/>
              <a:gd name="connsiteX20" fmla="*/ 51373 w 421875"/>
              <a:gd name="connsiteY20" fmla="*/ 494353 h 523125"/>
              <a:gd name="connsiteX21" fmla="*/ 67505 w 421875"/>
              <a:gd name="connsiteY21" fmla="*/ 502538 h 523125"/>
              <a:gd name="connsiteX22" fmla="*/ 163524 w 421875"/>
              <a:gd name="connsiteY22" fmla="*/ 313487 h 523125"/>
              <a:gd name="connsiteX23" fmla="*/ 163524 w 421875"/>
              <a:gd name="connsiteY23" fmla="*/ 328371 h 523125"/>
              <a:gd name="connsiteX24" fmla="*/ 264319 w 421875"/>
              <a:gd name="connsiteY24" fmla="*/ 328371 h 523125"/>
              <a:gd name="connsiteX25" fmla="*/ 264319 w 421875"/>
              <a:gd name="connsiteY25" fmla="*/ 322988 h 523125"/>
              <a:gd name="connsiteX26" fmla="*/ 358211 w 421875"/>
              <a:gd name="connsiteY26" fmla="*/ 503010 h 523125"/>
              <a:gd name="connsiteX27" fmla="*/ 373837 w 421875"/>
              <a:gd name="connsiteY27" fmla="*/ 494606 h 523125"/>
              <a:gd name="connsiteX28" fmla="*/ 391202 w 421875"/>
              <a:gd name="connsiteY28" fmla="*/ 529048 h 523125"/>
              <a:gd name="connsiteX29" fmla="*/ 399707 w 421875"/>
              <a:gd name="connsiteY29" fmla="*/ 536406 h 523125"/>
              <a:gd name="connsiteX30" fmla="*/ 410912 w 421875"/>
              <a:gd name="connsiteY30" fmla="*/ 535511 h 523125"/>
              <a:gd name="connsiteX31" fmla="*/ 416784 w 421875"/>
              <a:gd name="connsiteY31" fmla="*/ 532508 h 523125"/>
              <a:gd name="connsiteX32" fmla="*/ 423180 w 421875"/>
              <a:gd name="connsiteY32" fmla="*/ 512865 h 523125"/>
              <a:gd name="connsiteX33" fmla="*/ 405427 w 421875"/>
              <a:gd name="connsiteY33" fmla="*/ 477816 h 523125"/>
              <a:gd name="connsiteX34" fmla="*/ 213154 w 421875"/>
              <a:gd name="connsiteY34" fmla="*/ 260111 h 523125"/>
              <a:gd name="connsiteX35" fmla="*/ 186609 w 421875"/>
              <a:gd name="connsiteY35" fmla="*/ 233567 h 523125"/>
              <a:gd name="connsiteX36" fmla="*/ 213154 w 421875"/>
              <a:gd name="connsiteY36" fmla="*/ 207023 h 523125"/>
              <a:gd name="connsiteX37" fmla="*/ 239681 w 421875"/>
              <a:gd name="connsiteY37" fmla="*/ 233567 h 523125"/>
              <a:gd name="connsiteX38" fmla="*/ 213154 w 421875"/>
              <a:gd name="connsiteY38" fmla="*/ 260111 h 523125"/>
              <a:gd name="connsiteX39" fmla="*/ 264335 w 421875"/>
              <a:gd name="connsiteY39" fmla="*/ 203243 h 523125"/>
              <a:gd name="connsiteX40" fmla="*/ 264335 w 421875"/>
              <a:gd name="connsiteY40" fmla="*/ 162928 h 523125"/>
              <a:gd name="connsiteX41" fmla="*/ 241217 w 421875"/>
              <a:gd name="connsiteY41" fmla="*/ 139809 h 523125"/>
              <a:gd name="connsiteX42" fmla="*/ 186643 w 421875"/>
              <a:gd name="connsiteY42" fmla="*/ 139809 h 523125"/>
              <a:gd name="connsiteX43" fmla="*/ 163524 w 421875"/>
              <a:gd name="connsiteY43" fmla="*/ 162928 h 523125"/>
              <a:gd name="connsiteX44" fmla="*/ 163524 w 421875"/>
              <a:gd name="connsiteY44" fmla="*/ 205318 h 523125"/>
              <a:gd name="connsiteX45" fmla="*/ 140169 w 421875"/>
              <a:gd name="connsiteY45" fmla="*/ 152348 h 523125"/>
              <a:gd name="connsiteX46" fmla="*/ 212040 w 421875"/>
              <a:gd name="connsiteY46" fmla="*/ 80460 h 523125"/>
              <a:gd name="connsiteX47" fmla="*/ 284704 w 421875"/>
              <a:gd name="connsiteY47" fmla="*/ 152348 h 523125"/>
              <a:gd name="connsiteX48" fmla="*/ 264335 w 421875"/>
              <a:gd name="connsiteY48" fmla="*/ 203243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21875" h="523125">
                <a:moveTo>
                  <a:pt x="405427" y="477816"/>
                </a:moveTo>
                <a:lnTo>
                  <a:pt x="421307" y="469446"/>
                </a:lnTo>
                <a:lnTo>
                  <a:pt x="292399" y="224353"/>
                </a:lnTo>
                <a:cubicBezTo>
                  <a:pt x="309560" y="205251"/>
                  <a:pt x="320175" y="179989"/>
                  <a:pt x="320175" y="152348"/>
                </a:cubicBezTo>
                <a:cubicBezTo>
                  <a:pt x="320175" y="101756"/>
                  <a:pt x="283826" y="59214"/>
                  <a:pt x="238280" y="47571"/>
                </a:cubicBezTo>
                <a:lnTo>
                  <a:pt x="238280" y="22714"/>
                </a:lnTo>
                <a:cubicBezTo>
                  <a:pt x="238280" y="10159"/>
                  <a:pt x="228088" y="0"/>
                  <a:pt x="215567" y="0"/>
                </a:cubicBezTo>
                <a:lnTo>
                  <a:pt x="212242" y="0"/>
                </a:lnTo>
                <a:cubicBezTo>
                  <a:pt x="199687" y="0"/>
                  <a:pt x="189529" y="10159"/>
                  <a:pt x="189529" y="22714"/>
                </a:cubicBezTo>
                <a:lnTo>
                  <a:pt x="189529" y="47064"/>
                </a:lnTo>
                <a:cubicBezTo>
                  <a:pt x="140760" y="57915"/>
                  <a:pt x="104698" y="100980"/>
                  <a:pt x="104698" y="152348"/>
                </a:cubicBezTo>
                <a:cubicBezTo>
                  <a:pt x="104698" y="178673"/>
                  <a:pt x="113878" y="202821"/>
                  <a:pt x="129589" y="221569"/>
                </a:cubicBezTo>
                <a:lnTo>
                  <a:pt x="3364" y="469918"/>
                </a:lnTo>
                <a:lnTo>
                  <a:pt x="19294" y="478035"/>
                </a:lnTo>
                <a:lnTo>
                  <a:pt x="1592" y="512831"/>
                </a:lnTo>
                <a:cubicBezTo>
                  <a:pt x="-163" y="516291"/>
                  <a:pt x="-484" y="520307"/>
                  <a:pt x="714" y="523986"/>
                </a:cubicBezTo>
                <a:cubicBezTo>
                  <a:pt x="1912" y="527698"/>
                  <a:pt x="4545" y="530736"/>
                  <a:pt x="7987" y="532508"/>
                </a:cubicBezTo>
                <a:lnTo>
                  <a:pt x="14045" y="535613"/>
                </a:lnTo>
                <a:cubicBezTo>
                  <a:pt x="17505" y="537368"/>
                  <a:pt x="21521" y="537654"/>
                  <a:pt x="25217" y="536473"/>
                </a:cubicBezTo>
                <a:cubicBezTo>
                  <a:pt x="28895" y="535292"/>
                  <a:pt x="31967" y="532643"/>
                  <a:pt x="33722" y="529149"/>
                </a:cubicBezTo>
                <a:lnTo>
                  <a:pt x="51373" y="494353"/>
                </a:lnTo>
                <a:lnTo>
                  <a:pt x="67505" y="502538"/>
                </a:lnTo>
                <a:lnTo>
                  <a:pt x="163524" y="313487"/>
                </a:lnTo>
                <a:lnTo>
                  <a:pt x="163524" y="328371"/>
                </a:lnTo>
                <a:lnTo>
                  <a:pt x="264319" y="328371"/>
                </a:lnTo>
                <a:lnTo>
                  <a:pt x="264319" y="322988"/>
                </a:lnTo>
                <a:lnTo>
                  <a:pt x="358211" y="503010"/>
                </a:lnTo>
                <a:lnTo>
                  <a:pt x="373837" y="494606"/>
                </a:lnTo>
                <a:lnTo>
                  <a:pt x="391202" y="529048"/>
                </a:lnTo>
                <a:cubicBezTo>
                  <a:pt x="392957" y="532541"/>
                  <a:pt x="395994" y="535157"/>
                  <a:pt x="399707" y="536406"/>
                </a:cubicBezTo>
                <a:cubicBezTo>
                  <a:pt x="403402" y="537587"/>
                  <a:pt x="407452" y="537300"/>
                  <a:pt x="410912" y="535511"/>
                </a:cubicBezTo>
                <a:lnTo>
                  <a:pt x="416784" y="532508"/>
                </a:lnTo>
                <a:cubicBezTo>
                  <a:pt x="423973" y="528829"/>
                  <a:pt x="426825" y="520054"/>
                  <a:pt x="423180" y="512865"/>
                </a:cubicBezTo>
                <a:lnTo>
                  <a:pt x="405427" y="477816"/>
                </a:lnTo>
                <a:close/>
                <a:moveTo>
                  <a:pt x="213154" y="260111"/>
                </a:moveTo>
                <a:cubicBezTo>
                  <a:pt x="198506" y="260111"/>
                  <a:pt x="186609" y="248231"/>
                  <a:pt x="186609" y="233567"/>
                </a:cubicBezTo>
                <a:cubicBezTo>
                  <a:pt x="186609" y="218919"/>
                  <a:pt x="198506" y="207023"/>
                  <a:pt x="213154" y="207023"/>
                </a:cubicBezTo>
                <a:cubicBezTo>
                  <a:pt x="227801" y="207023"/>
                  <a:pt x="239681" y="218919"/>
                  <a:pt x="239681" y="233567"/>
                </a:cubicBezTo>
                <a:cubicBezTo>
                  <a:pt x="239681" y="248231"/>
                  <a:pt x="227801" y="260111"/>
                  <a:pt x="213154" y="260111"/>
                </a:cubicBezTo>
                <a:close/>
                <a:moveTo>
                  <a:pt x="264335" y="203243"/>
                </a:moveTo>
                <a:lnTo>
                  <a:pt x="264335" y="162928"/>
                </a:lnTo>
                <a:cubicBezTo>
                  <a:pt x="264335" y="150171"/>
                  <a:pt x="253991" y="139809"/>
                  <a:pt x="241217" y="139809"/>
                </a:cubicBezTo>
                <a:lnTo>
                  <a:pt x="186643" y="139809"/>
                </a:lnTo>
                <a:cubicBezTo>
                  <a:pt x="173885" y="139809"/>
                  <a:pt x="163524" y="150154"/>
                  <a:pt x="163524" y="162928"/>
                </a:cubicBezTo>
                <a:lnTo>
                  <a:pt x="163524" y="205318"/>
                </a:lnTo>
                <a:cubicBezTo>
                  <a:pt x="150514" y="192173"/>
                  <a:pt x="140169" y="173289"/>
                  <a:pt x="140169" y="152348"/>
                </a:cubicBezTo>
                <a:cubicBezTo>
                  <a:pt x="140169" y="112691"/>
                  <a:pt x="172400" y="80460"/>
                  <a:pt x="212040" y="80460"/>
                </a:cubicBezTo>
                <a:cubicBezTo>
                  <a:pt x="251696" y="80460"/>
                  <a:pt x="284704" y="112691"/>
                  <a:pt x="284704" y="152348"/>
                </a:cubicBezTo>
                <a:cubicBezTo>
                  <a:pt x="284720" y="172209"/>
                  <a:pt x="277346" y="190215"/>
                  <a:pt x="264335" y="20324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06" name="组合 905"/>
          <p:cNvGrpSpPr/>
          <p:nvPr/>
        </p:nvGrpSpPr>
        <p:grpSpPr>
          <a:xfrm>
            <a:off x="5795038" y="1047618"/>
            <a:ext cx="525808" cy="289119"/>
            <a:chOff x="4684888" y="1505924"/>
            <a:chExt cx="525808" cy="289119"/>
          </a:xfrm>
          <a:solidFill>
            <a:schemeClr val="accent1"/>
          </a:solidFill>
        </p:grpSpPr>
        <p:sp>
          <p:nvSpPr>
            <p:cNvPr id="404" name="任意多边形: 形状 403"/>
            <p:cNvSpPr/>
            <p:nvPr/>
          </p:nvSpPr>
          <p:spPr>
            <a:xfrm>
              <a:off x="4684888" y="1508168"/>
              <a:ext cx="320625" cy="286875"/>
            </a:xfrm>
            <a:custGeom>
              <a:avLst/>
              <a:gdLst>
                <a:gd name="connsiteX0" fmla="*/ 314145 w 320625"/>
                <a:gd name="connsiteY0" fmla="*/ 0 h 286875"/>
                <a:gd name="connsiteX1" fmla="*/ 14732 w 320625"/>
                <a:gd name="connsiteY1" fmla="*/ 0 h 286875"/>
                <a:gd name="connsiteX2" fmla="*/ 0 w 320625"/>
                <a:gd name="connsiteY2" fmla="*/ 16132 h 286875"/>
                <a:gd name="connsiteX3" fmla="*/ 0 w 320625"/>
                <a:gd name="connsiteY3" fmla="*/ 215730 h 286875"/>
                <a:gd name="connsiteX4" fmla="*/ 14732 w 320625"/>
                <a:gd name="connsiteY4" fmla="*/ 232858 h 286875"/>
                <a:gd name="connsiteX5" fmla="*/ 144636 w 320625"/>
                <a:gd name="connsiteY5" fmla="*/ 232858 h 286875"/>
                <a:gd name="connsiteX6" fmla="*/ 144636 w 320625"/>
                <a:gd name="connsiteY6" fmla="*/ 256635 h 286875"/>
                <a:gd name="connsiteX7" fmla="*/ 144636 w 320625"/>
                <a:gd name="connsiteY7" fmla="*/ 257681 h 286875"/>
                <a:gd name="connsiteX8" fmla="*/ 98753 w 320625"/>
                <a:gd name="connsiteY8" fmla="*/ 257681 h 286875"/>
                <a:gd name="connsiteX9" fmla="*/ 72309 w 320625"/>
                <a:gd name="connsiteY9" fmla="*/ 284108 h 286875"/>
                <a:gd name="connsiteX10" fmla="*/ 72309 w 320625"/>
                <a:gd name="connsiteY10" fmla="*/ 289339 h 286875"/>
                <a:gd name="connsiteX11" fmla="*/ 250864 w 320625"/>
                <a:gd name="connsiteY11" fmla="*/ 289339 h 286875"/>
                <a:gd name="connsiteX12" fmla="*/ 250864 w 320625"/>
                <a:gd name="connsiteY12" fmla="*/ 284108 h 286875"/>
                <a:gd name="connsiteX13" fmla="*/ 224421 w 320625"/>
                <a:gd name="connsiteY13" fmla="*/ 257681 h 286875"/>
                <a:gd name="connsiteX14" fmla="*/ 178538 w 320625"/>
                <a:gd name="connsiteY14" fmla="*/ 257681 h 286875"/>
                <a:gd name="connsiteX15" fmla="*/ 178538 w 320625"/>
                <a:gd name="connsiteY15" fmla="*/ 256635 h 286875"/>
                <a:gd name="connsiteX16" fmla="*/ 178538 w 320625"/>
                <a:gd name="connsiteY16" fmla="*/ 232858 h 286875"/>
                <a:gd name="connsiteX17" fmla="*/ 314145 w 320625"/>
                <a:gd name="connsiteY17" fmla="*/ 232858 h 286875"/>
                <a:gd name="connsiteX18" fmla="*/ 329957 w 320625"/>
                <a:gd name="connsiteY18" fmla="*/ 215730 h 286875"/>
                <a:gd name="connsiteX19" fmla="*/ 329957 w 320625"/>
                <a:gd name="connsiteY19" fmla="*/ 16116 h 286875"/>
                <a:gd name="connsiteX20" fmla="*/ 314145 w 320625"/>
                <a:gd name="connsiteY20" fmla="*/ 0 h 286875"/>
                <a:gd name="connsiteX21" fmla="*/ 296038 w 320625"/>
                <a:gd name="connsiteY21" fmla="*/ 179769 h 286875"/>
                <a:gd name="connsiteX22" fmla="*/ 274641 w 320625"/>
                <a:gd name="connsiteY22" fmla="*/ 201167 h 286875"/>
                <a:gd name="connsiteX23" fmla="*/ 53021 w 320625"/>
                <a:gd name="connsiteY23" fmla="*/ 201167 h 286875"/>
                <a:gd name="connsiteX24" fmla="*/ 31624 w 320625"/>
                <a:gd name="connsiteY24" fmla="*/ 179769 h 286875"/>
                <a:gd name="connsiteX25" fmla="*/ 31624 w 320625"/>
                <a:gd name="connsiteY25" fmla="*/ 55299 h 286875"/>
                <a:gd name="connsiteX26" fmla="*/ 53021 w 320625"/>
                <a:gd name="connsiteY26" fmla="*/ 33919 h 286875"/>
                <a:gd name="connsiteX27" fmla="*/ 274658 w 320625"/>
                <a:gd name="connsiteY27" fmla="*/ 33919 h 286875"/>
                <a:gd name="connsiteX28" fmla="*/ 296072 w 320625"/>
                <a:gd name="connsiteY28" fmla="*/ 55299 h 286875"/>
                <a:gd name="connsiteX29" fmla="*/ 296072 w 320625"/>
                <a:gd name="connsiteY29" fmla="*/ 179769 h 286875"/>
                <a:gd name="connsiteX30" fmla="*/ 296038 w 320625"/>
                <a:gd name="connsiteY30" fmla="*/ 179769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20625" h="286875">
                  <a:moveTo>
                    <a:pt x="314145" y="0"/>
                  </a:moveTo>
                  <a:lnTo>
                    <a:pt x="14732" y="0"/>
                  </a:lnTo>
                  <a:cubicBezTo>
                    <a:pt x="5569" y="0"/>
                    <a:pt x="0" y="6936"/>
                    <a:pt x="0" y="16132"/>
                  </a:cubicBezTo>
                  <a:lnTo>
                    <a:pt x="0" y="215730"/>
                  </a:lnTo>
                  <a:cubicBezTo>
                    <a:pt x="0" y="224927"/>
                    <a:pt x="5569" y="232858"/>
                    <a:pt x="14732" y="232858"/>
                  </a:cubicBezTo>
                  <a:lnTo>
                    <a:pt x="144636" y="232858"/>
                  </a:lnTo>
                  <a:lnTo>
                    <a:pt x="144636" y="256635"/>
                  </a:lnTo>
                  <a:lnTo>
                    <a:pt x="144636" y="257681"/>
                  </a:lnTo>
                  <a:lnTo>
                    <a:pt x="98753" y="257681"/>
                  </a:lnTo>
                  <a:cubicBezTo>
                    <a:pt x="84156" y="257681"/>
                    <a:pt x="72309" y="269528"/>
                    <a:pt x="72309" y="284108"/>
                  </a:cubicBezTo>
                  <a:lnTo>
                    <a:pt x="72309" y="289339"/>
                  </a:lnTo>
                  <a:lnTo>
                    <a:pt x="250864" y="289339"/>
                  </a:lnTo>
                  <a:lnTo>
                    <a:pt x="250864" y="284108"/>
                  </a:lnTo>
                  <a:cubicBezTo>
                    <a:pt x="250864" y="269511"/>
                    <a:pt x="239018" y="257681"/>
                    <a:pt x="224421" y="257681"/>
                  </a:cubicBezTo>
                  <a:lnTo>
                    <a:pt x="178538" y="257681"/>
                  </a:lnTo>
                  <a:lnTo>
                    <a:pt x="178538" y="256635"/>
                  </a:lnTo>
                  <a:lnTo>
                    <a:pt x="178538" y="232858"/>
                  </a:lnTo>
                  <a:lnTo>
                    <a:pt x="314145" y="232858"/>
                  </a:lnTo>
                  <a:cubicBezTo>
                    <a:pt x="323325" y="232858"/>
                    <a:pt x="329957" y="224961"/>
                    <a:pt x="329957" y="215730"/>
                  </a:cubicBezTo>
                  <a:lnTo>
                    <a:pt x="329957" y="16116"/>
                  </a:lnTo>
                  <a:cubicBezTo>
                    <a:pt x="329940" y="6936"/>
                    <a:pt x="323325" y="0"/>
                    <a:pt x="314145" y="0"/>
                  </a:cubicBezTo>
                  <a:close/>
                  <a:moveTo>
                    <a:pt x="296038" y="179769"/>
                  </a:moveTo>
                  <a:cubicBezTo>
                    <a:pt x="296038" y="191582"/>
                    <a:pt x="286504" y="201167"/>
                    <a:pt x="274641" y="201167"/>
                  </a:cubicBezTo>
                  <a:lnTo>
                    <a:pt x="53021" y="201167"/>
                  </a:lnTo>
                  <a:cubicBezTo>
                    <a:pt x="41209" y="201167"/>
                    <a:pt x="31624" y="191616"/>
                    <a:pt x="31624" y="179769"/>
                  </a:cubicBezTo>
                  <a:lnTo>
                    <a:pt x="31624" y="55299"/>
                  </a:lnTo>
                  <a:cubicBezTo>
                    <a:pt x="31624" y="43487"/>
                    <a:pt x="41192" y="33919"/>
                    <a:pt x="53021" y="33919"/>
                  </a:cubicBezTo>
                  <a:lnTo>
                    <a:pt x="274658" y="33919"/>
                  </a:lnTo>
                  <a:cubicBezTo>
                    <a:pt x="286470" y="33919"/>
                    <a:pt x="296072" y="43487"/>
                    <a:pt x="296072" y="55299"/>
                  </a:cubicBezTo>
                  <a:lnTo>
                    <a:pt x="296072" y="179769"/>
                  </a:lnTo>
                  <a:lnTo>
                    <a:pt x="296038" y="17976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5" name="任意多边形: 形状 404"/>
            <p:cNvSpPr/>
            <p:nvPr/>
          </p:nvSpPr>
          <p:spPr>
            <a:xfrm>
              <a:off x="5041946" y="1505924"/>
              <a:ext cx="168750" cy="286875"/>
            </a:xfrm>
            <a:custGeom>
              <a:avLst/>
              <a:gdLst>
                <a:gd name="connsiteX0" fmla="*/ 33953 w 168750"/>
                <a:gd name="connsiteY0" fmla="*/ 0 h 286875"/>
                <a:gd name="connsiteX1" fmla="*/ 0 w 168750"/>
                <a:gd name="connsiteY1" fmla="*/ 33936 h 286875"/>
                <a:gd name="connsiteX2" fmla="*/ 0 w 168750"/>
                <a:gd name="connsiteY2" fmla="*/ 293794 h 286875"/>
                <a:gd name="connsiteX3" fmla="*/ 176259 w 168750"/>
                <a:gd name="connsiteY3" fmla="*/ 293794 h 286875"/>
                <a:gd name="connsiteX4" fmla="*/ 176259 w 168750"/>
                <a:gd name="connsiteY4" fmla="*/ 26443 h 286875"/>
                <a:gd name="connsiteX5" fmla="*/ 149833 w 168750"/>
                <a:gd name="connsiteY5" fmla="*/ 0 h 286875"/>
                <a:gd name="connsiteX6" fmla="*/ 33953 w 168750"/>
                <a:gd name="connsiteY6" fmla="*/ 0 h 286875"/>
                <a:gd name="connsiteX7" fmla="*/ 88611 w 168750"/>
                <a:gd name="connsiteY7" fmla="*/ 261664 h 286875"/>
                <a:gd name="connsiteX8" fmla="*/ 74115 w 168750"/>
                <a:gd name="connsiteY8" fmla="*/ 247556 h 286875"/>
                <a:gd name="connsiteX9" fmla="*/ 88611 w 168750"/>
                <a:gd name="connsiteY9" fmla="*/ 233449 h 286875"/>
                <a:gd name="connsiteX10" fmla="*/ 103089 w 168750"/>
                <a:gd name="connsiteY10" fmla="*/ 247556 h 286875"/>
                <a:gd name="connsiteX11" fmla="*/ 88611 w 168750"/>
                <a:gd name="connsiteY11" fmla="*/ 261664 h 286875"/>
                <a:gd name="connsiteX12" fmla="*/ 137919 w 168750"/>
                <a:gd name="connsiteY12" fmla="*/ 101706 h 286875"/>
                <a:gd name="connsiteX13" fmla="*/ 38458 w 168750"/>
                <a:gd name="connsiteY13" fmla="*/ 101706 h 286875"/>
                <a:gd name="connsiteX14" fmla="*/ 38458 w 168750"/>
                <a:gd name="connsiteY14" fmla="*/ 85877 h 286875"/>
                <a:gd name="connsiteX15" fmla="*/ 137919 w 168750"/>
                <a:gd name="connsiteY15" fmla="*/ 85877 h 286875"/>
                <a:gd name="connsiteX16" fmla="*/ 137919 w 168750"/>
                <a:gd name="connsiteY16" fmla="*/ 101706 h 286875"/>
                <a:gd name="connsiteX17" fmla="*/ 137919 w 168750"/>
                <a:gd name="connsiteY17" fmla="*/ 67804 h 286875"/>
                <a:gd name="connsiteX18" fmla="*/ 38458 w 168750"/>
                <a:gd name="connsiteY18" fmla="*/ 67804 h 286875"/>
                <a:gd name="connsiteX19" fmla="*/ 38458 w 168750"/>
                <a:gd name="connsiteY19" fmla="*/ 51975 h 286875"/>
                <a:gd name="connsiteX20" fmla="*/ 137919 w 168750"/>
                <a:gd name="connsiteY20" fmla="*/ 51975 h 286875"/>
                <a:gd name="connsiteX21" fmla="*/ 137919 w 168750"/>
                <a:gd name="connsiteY21" fmla="*/ 67804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8750" h="286875">
                  <a:moveTo>
                    <a:pt x="33953" y="0"/>
                  </a:moveTo>
                  <a:cubicBezTo>
                    <a:pt x="15221" y="0"/>
                    <a:pt x="0" y="15188"/>
                    <a:pt x="0" y="33936"/>
                  </a:cubicBezTo>
                  <a:lnTo>
                    <a:pt x="0" y="293794"/>
                  </a:lnTo>
                  <a:lnTo>
                    <a:pt x="176259" y="293794"/>
                  </a:lnTo>
                  <a:lnTo>
                    <a:pt x="176259" y="26443"/>
                  </a:lnTo>
                  <a:cubicBezTo>
                    <a:pt x="176259" y="11829"/>
                    <a:pt x="164413" y="0"/>
                    <a:pt x="149833" y="0"/>
                  </a:cubicBezTo>
                  <a:lnTo>
                    <a:pt x="33953" y="0"/>
                  </a:lnTo>
                  <a:close/>
                  <a:moveTo>
                    <a:pt x="88611" y="261664"/>
                  </a:moveTo>
                  <a:cubicBezTo>
                    <a:pt x="80578" y="261664"/>
                    <a:pt x="74115" y="255336"/>
                    <a:pt x="74115" y="247556"/>
                  </a:cubicBezTo>
                  <a:cubicBezTo>
                    <a:pt x="74115" y="239777"/>
                    <a:pt x="80629" y="233449"/>
                    <a:pt x="88611" y="233449"/>
                  </a:cubicBezTo>
                  <a:cubicBezTo>
                    <a:pt x="96593" y="233449"/>
                    <a:pt x="103089" y="239777"/>
                    <a:pt x="103089" y="247556"/>
                  </a:cubicBezTo>
                  <a:cubicBezTo>
                    <a:pt x="103089" y="255336"/>
                    <a:pt x="96576" y="261664"/>
                    <a:pt x="88611" y="261664"/>
                  </a:cubicBezTo>
                  <a:close/>
                  <a:moveTo>
                    <a:pt x="137919" y="101706"/>
                  </a:moveTo>
                  <a:lnTo>
                    <a:pt x="38458" y="101706"/>
                  </a:lnTo>
                  <a:lnTo>
                    <a:pt x="38458" y="85877"/>
                  </a:lnTo>
                  <a:lnTo>
                    <a:pt x="137919" y="85877"/>
                  </a:lnTo>
                  <a:lnTo>
                    <a:pt x="137919" y="101706"/>
                  </a:lnTo>
                  <a:close/>
                  <a:moveTo>
                    <a:pt x="137919" y="67804"/>
                  </a:moveTo>
                  <a:lnTo>
                    <a:pt x="38458" y="67804"/>
                  </a:lnTo>
                  <a:lnTo>
                    <a:pt x="38458" y="51975"/>
                  </a:lnTo>
                  <a:lnTo>
                    <a:pt x="137919" y="51975"/>
                  </a:lnTo>
                  <a:lnTo>
                    <a:pt x="137919" y="6780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10" name="组合 909"/>
          <p:cNvGrpSpPr/>
          <p:nvPr/>
        </p:nvGrpSpPr>
        <p:grpSpPr>
          <a:xfrm>
            <a:off x="7014238" y="929375"/>
            <a:ext cx="405000" cy="525605"/>
            <a:chOff x="441754" y="2453118"/>
            <a:chExt cx="405000" cy="525605"/>
          </a:xfrm>
          <a:solidFill>
            <a:schemeClr val="accent1"/>
          </a:solidFill>
        </p:grpSpPr>
        <p:sp>
          <p:nvSpPr>
            <p:cNvPr id="470" name="任意多边形: 形状 469"/>
            <p:cNvSpPr/>
            <p:nvPr/>
          </p:nvSpPr>
          <p:spPr>
            <a:xfrm>
              <a:off x="551441" y="2928098"/>
              <a:ext cx="202500" cy="50625"/>
            </a:xfrm>
            <a:custGeom>
              <a:avLst/>
              <a:gdLst>
                <a:gd name="connsiteX0" fmla="*/ 0 w 202500"/>
                <a:gd name="connsiteY0" fmla="*/ 6412 h 50625"/>
                <a:gd name="connsiteX1" fmla="*/ 100373 w 202500"/>
                <a:gd name="connsiteY1" fmla="*/ 58792 h 50625"/>
                <a:gd name="connsiteX2" fmla="*/ 213064 w 202500"/>
                <a:gd name="connsiteY2" fmla="*/ 0 h 50625"/>
                <a:gd name="connsiteX3" fmla="*/ 95428 w 202500"/>
                <a:gd name="connsiteY3" fmla="*/ 15491 h 50625"/>
                <a:gd name="connsiteX4" fmla="*/ 0 w 202500"/>
                <a:gd name="connsiteY4" fmla="*/ 6412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500" h="50625">
                  <a:moveTo>
                    <a:pt x="0" y="6412"/>
                  </a:moveTo>
                  <a:cubicBezTo>
                    <a:pt x="37834" y="39319"/>
                    <a:pt x="76646" y="58792"/>
                    <a:pt x="100373" y="58792"/>
                  </a:cubicBezTo>
                  <a:cubicBezTo>
                    <a:pt x="130849" y="58792"/>
                    <a:pt x="173846" y="36771"/>
                    <a:pt x="213064" y="0"/>
                  </a:cubicBezTo>
                  <a:cubicBezTo>
                    <a:pt x="171804" y="11543"/>
                    <a:pt x="131473" y="15491"/>
                    <a:pt x="95428" y="15491"/>
                  </a:cubicBezTo>
                  <a:cubicBezTo>
                    <a:pt x="57578" y="15458"/>
                    <a:pt x="24486" y="11053"/>
                    <a:pt x="0" y="641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1" name="任意多边形: 形状 470"/>
            <p:cNvSpPr/>
            <p:nvPr/>
          </p:nvSpPr>
          <p:spPr>
            <a:xfrm>
              <a:off x="556943" y="2453118"/>
              <a:ext cx="185625" cy="50625"/>
            </a:xfrm>
            <a:custGeom>
              <a:avLst/>
              <a:gdLst>
                <a:gd name="connsiteX0" fmla="*/ 195075 w 185625"/>
                <a:gd name="connsiteY0" fmla="*/ 51671 h 50625"/>
                <a:gd name="connsiteX1" fmla="*/ 94871 w 185625"/>
                <a:gd name="connsiteY1" fmla="*/ 0 h 50625"/>
                <a:gd name="connsiteX2" fmla="*/ 0 w 185625"/>
                <a:gd name="connsiteY2" fmla="*/ 47689 h 50625"/>
                <a:gd name="connsiteX3" fmla="*/ 195075 w 185625"/>
                <a:gd name="connsiteY3" fmla="*/ 51671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625" h="50625">
                  <a:moveTo>
                    <a:pt x="195075" y="51671"/>
                  </a:moveTo>
                  <a:cubicBezTo>
                    <a:pt x="157562" y="19204"/>
                    <a:pt x="119053" y="0"/>
                    <a:pt x="94871" y="0"/>
                  </a:cubicBezTo>
                  <a:cubicBezTo>
                    <a:pt x="72293" y="0"/>
                    <a:pt x="36079" y="17634"/>
                    <a:pt x="0" y="47689"/>
                  </a:cubicBezTo>
                  <a:cubicBezTo>
                    <a:pt x="45765" y="39488"/>
                    <a:pt x="118176" y="33008"/>
                    <a:pt x="195075" y="5167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2" name="任意多边形: 形状 471"/>
            <p:cNvSpPr/>
            <p:nvPr/>
          </p:nvSpPr>
          <p:spPr>
            <a:xfrm>
              <a:off x="441754" y="2514847"/>
              <a:ext cx="405000" cy="405000"/>
            </a:xfrm>
            <a:custGeom>
              <a:avLst/>
              <a:gdLst>
                <a:gd name="connsiteX0" fmla="*/ 353835 w 405000"/>
                <a:gd name="connsiteY0" fmla="*/ 379721 h 405000"/>
                <a:gd name="connsiteX1" fmla="*/ 420188 w 405000"/>
                <a:gd name="connsiteY1" fmla="*/ 205166 h 405000"/>
                <a:gd name="connsiteX2" fmla="*/ 343356 w 405000"/>
                <a:gd name="connsiteY2" fmla="*/ 22646 h 405000"/>
                <a:gd name="connsiteX3" fmla="*/ 84156 w 405000"/>
                <a:gd name="connsiteY3" fmla="*/ 15204 h 405000"/>
                <a:gd name="connsiteX4" fmla="*/ 0 w 405000"/>
                <a:gd name="connsiteY4" fmla="*/ 205166 h 405000"/>
                <a:gd name="connsiteX5" fmla="*/ 79650 w 405000"/>
                <a:gd name="connsiteY5" fmla="*/ 390267 h 405000"/>
                <a:gd name="connsiteX6" fmla="*/ 353835 w 405000"/>
                <a:gd name="connsiteY6" fmla="*/ 379721 h 405000"/>
                <a:gd name="connsiteX7" fmla="*/ 157224 w 405000"/>
                <a:gd name="connsiteY7" fmla="*/ 194247 h 405000"/>
                <a:gd name="connsiteX8" fmla="*/ 168126 w 405000"/>
                <a:gd name="connsiteY8" fmla="*/ 205098 h 405000"/>
                <a:gd name="connsiteX9" fmla="*/ 157224 w 405000"/>
                <a:gd name="connsiteY9" fmla="*/ 215949 h 405000"/>
                <a:gd name="connsiteX10" fmla="*/ 130376 w 405000"/>
                <a:gd name="connsiteY10" fmla="*/ 215949 h 405000"/>
                <a:gd name="connsiteX11" fmla="*/ 146880 w 405000"/>
                <a:gd name="connsiteY11" fmla="*/ 280985 h 405000"/>
                <a:gd name="connsiteX12" fmla="*/ 178352 w 405000"/>
                <a:gd name="connsiteY12" fmla="*/ 280985 h 405000"/>
                <a:gd name="connsiteX13" fmla="*/ 189253 w 405000"/>
                <a:gd name="connsiteY13" fmla="*/ 291852 h 405000"/>
                <a:gd name="connsiteX14" fmla="*/ 178352 w 405000"/>
                <a:gd name="connsiteY14" fmla="*/ 302686 h 405000"/>
                <a:gd name="connsiteX15" fmla="*/ 158963 w 405000"/>
                <a:gd name="connsiteY15" fmla="*/ 302686 h 405000"/>
                <a:gd name="connsiteX16" fmla="*/ 175213 w 405000"/>
                <a:gd name="connsiteY16" fmla="*/ 324691 h 405000"/>
                <a:gd name="connsiteX17" fmla="*/ 172311 w 405000"/>
                <a:gd name="connsiteY17" fmla="*/ 355269 h 405000"/>
                <a:gd name="connsiteX18" fmla="*/ 158423 w 405000"/>
                <a:gd name="connsiteY18" fmla="*/ 360213 h 405000"/>
                <a:gd name="connsiteX19" fmla="*/ 141598 w 405000"/>
                <a:gd name="connsiteY19" fmla="*/ 352501 h 405000"/>
                <a:gd name="connsiteX20" fmla="*/ 108928 w 405000"/>
                <a:gd name="connsiteY20" fmla="*/ 302669 h 405000"/>
                <a:gd name="connsiteX21" fmla="*/ 79954 w 405000"/>
                <a:gd name="connsiteY21" fmla="*/ 302669 h 405000"/>
                <a:gd name="connsiteX22" fmla="*/ 69052 w 405000"/>
                <a:gd name="connsiteY22" fmla="*/ 291819 h 405000"/>
                <a:gd name="connsiteX23" fmla="*/ 79954 w 405000"/>
                <a:gd name="connsiteY23" fmla="*/ 280968 h 405000"/>
                <a:gd name="connsiteX24" fmla="*/ 99579 w 405000"/>
                <a:gd name="connsiteY24" fmla="*/ 280968 h 405000"/>
                <a:gd name="connsiteX25" fmla="*/ 86957 w 405000"/>
                <a:gd name="connsiteY25" fmla="*/ 215932 h 405000"/>
                <a:gd name="connsiteX26" fmla="*/ 58843 w 405000"/>
                <a:gd name="connsiteY26" fmla="*/ 215932 h 405000"/>
                <a:gd name="connsiteX27" fmla="*/ 47942 w 405000"/>
                <a:gd name="connsiteY27" fmla="*/ 205081 h 405000"/>
                <a:gd name="connsiteX28" fmla="*/ 58843 w 405000"/>
                <a:gd name="connsiteY28" fmla="*/ 194231 h 405000"/>
                <a:gd name="connsiteX29" fmla="*/ 87362 w 405000"/>
                <a:gd name="connsiteY29" fmla="*/ 194231 h 405000"/>
                <a:gd name="connsiteX30" fmla="*/ 101486 w 405000"/>
                <a:gd name="connsiteY30" fmla="*/ 127389 h 405000"/>
                <a:gd name="connsiteX31" fmla="*/ 79954 w 405000"/>
                <a:gd name="connsiteY31" fmla="*/ 127389 h 405000"/>
                <a:gd name="connsiteX32" fmla="*/ 69052 w 405000"/>
                <a:gd name="connsiteY32" fmla="*/ 116538 h 405000"/>
                <a:gd name="connsiteX33" fmla="*/ 79954 w 405000"/>
                <a:gd name="connsiteY33" fmla="*/ 105704 h 405000"/>
                <a:gd name="connsiteX34" fmla="*/ 110329 w 405000"/>
                <a:gd name="connsiteY34" fmla="*/ 105704 h 405000"/>
                <a:gd name="connsiteX35" fmla="*/ 141581 w 405000"/>
                <a:gd name="connsiteY35" fmla="*/ 52666 h 405000"/>
                <a:gd name="connsiteX36" fmla="*/ 172277 w 405000"/>
                <a:gd name="connsiteY36" fmla="*/ 49679 h 405000"/>
                <a:gd name="connsiteX37" fmla="*/ 175213 w 405000"/>
                <a:gd name="connsiteY37" fmla="*/ 80476 h 405000"/>
                <a:gd name="connsiteX38" fmla="*/ 158558 w 405000"/>
                <a:gd name="connsiteY38" fmla="*/ 105704 h 405000"/>
                <a:gd name="connsiteX39" fmla="*/ 178318 w 405000"/>
                <a:gd name="connsiteY39" fmla="*/ 105704 h 405000"/>
                <a:gd name="connsiteX40" fmla="*/ 189219 w 405000"/>
                <a:gd name="connsiteY40" fmla="*/ 116538 h 405000"/>
                <a:gd name="connsiteX41" fmla="*/ 178318 w 405000"/>
                <a:gd name="connsiteY41" fmla="*/ 127389 h 405000"/>
                <a:gd name="connsiteX42" fmla="*/ 147623 w 405000"/>
                <a:gd name="connsiteY42" fmla="*/ 127389 h 405000"/>
                <a:gd name="connsiteX43" fmla="*/ 130663 w 405000"/>
                <a:gd name="connsiteY43" fmla="*/ 194231 h 405000"/>
                <a:gd name="connsiteX44" fmla="*/ 157224 w 405000"/>
                <a:gd name="connsiteY44" fmla="*/ 194231 h 405000"/>
                <a:gd name="connsiteX45" fmla="*/ 157224 w 405000"/>
                <a:gd name="connsiteY45" fmla="*/ 194247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05000" h="405000">
                  <a:moveTo>
                    <a:pt x="353835" y="379721"/>
                  </a:moveTo>
                  <a:cubicBezTo>
                    <a:pt x="391652" y="332960"/>
                    <a:pt x="420188" y="271906"/>
                    <a:pt x="420188" y="205166"/>
                  </a:cubicBezTo>
                  <a:cubicBezTo>
                    <a:pt x="420188" y="134561"/>
                    <a:pt x="385813" y="70368"/>
                    <a:pt x="343356" y="22646"/>
                  </a:cubicBezTo>
                  <a:cubicBezTo>
                    <a:pt x="232217" y="-17433"/>
                    <a:pt x="119441" y="6024"/>
                    <a:pt x="84156" y="15204"/>
                  </a:cubicBezTo>
                  <a:cubicBezTo>
                    <a:pt x="38475" y="63601"/>
                    <a:pt x="0" y="130831"/>
                    <a:pt x="0" y="205166"/>
                  </a:cubicBezTo>
                  <a:cubicBezTo>
                    <a:pt x="0" y="277053"/>
                    <a:pt x="35978" y="342275"/>
                    <a:pt x="79650" y="390267"/>
                  </a:cubicBezTo>
                  <a:cubicBezTo>
                    <a:pt x="110447" y="398705"/>
                    <a:pt x="234562" y="427359"/>
                    <a:pt x="353835" y="379721"/>
                  </a:cubicBezTo>
                  <a:close/>
                  <a:moveTo>
                    <a:pt x="157224" y="194247"/>
                  </a:moveTo>
                  <a:cubicBezTo>
                    <a:pt x="163249" y="194247"/>
                    <a:pt x="168126" y="199057"/>
                    <a:pt x="168126" y="205098"/>
                  </a:cubicBezTo>
                  <a:cubicBezTo>
                    <a:pt x="168126" y="211122"/>
                    <a:pt x="163249" y="215949"/>
                    <a:pt x="157224" y="215949"/>
                  </a:cubicBezTo>
                  <a:lnTo>
                    <a:pt x="130376" y="215949"/>
                  </a:lnTo>
                  <a:cubicBezTo>
                    <a:pt x="131389" y="235844"/>
                    <a:pt x="136232" y="257512"/>
                    <a:pt x="146880" y="280985"/>
                  </a:cubicBezTo>
                  <a:lnTo>
                    <a:pt x="178352" y="280985"/>
                  </a:lnTo>
                  <a:cubicBezTo>
                    <a:pt x="184376" y="280985"/>
                    <a:pt x="189253" y="285794"/>
                    <a:pt x="189253" y="291852"/>
                  </a:cubicBezTo>
                  <a:cubicBezTo>
                    <a:pt x="189253" y="297843"/>
                    <a:pt x="184359" y="302686"/>
                    <a:pt x="178352" y="302686"/>
                  </a:cubicBezTo>
                  <a:lnTo>
                    <a:pt x="158963" y="302686"/>
                  </a:lnTo>
                  <a:cubicBezTo>
                    <a:pt x="163688" y="309909"/>
                    <a:pt x="169088" y="317266"/>
                    <a:pt x="175213" y="324691"/>
                  </a:cubicBezTo>
                  <a:cubicBezTo>
                    <a:pt x="182891" y="333956"/>
                    <a:pt x="181592" y="347591"/>
                    <a:pt x="172311" y="355269"/>
                  </a:cubicBezTo>
                  <a:cubicBezTo>
                    <a:pt x="168244" y="358627"/>
                    <a:pt x="163316" y="360213"/>
                    <a:pt x="158423" y="360213"/>
                  </a:cubicBezTo>
                  <a:cubicBezTo>
                    <a:pt x="152145" y="360213"/>
                    <a:pt x="145918" y="357716"/>
                    <a:pt x="141598" y="352501"/>
                  </a:cubicBezTo>
                  <a:cubicBezTo>
                    <a:pt x="127761" y="335778"/>
                    <a:pt x="117062" y="318937"/>
                    <a:pt x="108928" y="302669"/>
                  </a:cubicBezTo>
                  <a:lnTo>
                    <a:pt x="79954" y="302669"/>
                  </a:lnTo>
                  <a:cubicBezTo>
                    <a:pt x="73929" y="302669"/>
                    <a:pt x="69052" y="297860"/>
                    <a:pt x="69052" y="291819"/>
                  </a:cubicBezTo>
                  <a:cubicBezTo>
                    <a:pt x="69052" y="285811"/>
                    <a:pt x="73929" y="280968"/>
                    <a:pt x="79954" y="280968"/>
                  </a:cubicBezTo>
                  <a:lnTo>
                    <a:pt x="99579" y="280968"/>
                  </a:lnTo>
                  <a:cubicBezTo>
                    <a:pt x="91395" y="257461"/>
                    <a:pt x="87632" y="235777"/>
                    <a:pt x="86957" y="215932"/>
                  </a:cubicBezTo>
                  <a:lnTo>
                    <a:pt x="58843" y="215932"/>
                  </a:lnTo>
                  <a:cubicBezTo>
                    <a:pt x="52819" y="215932"/>
                    <a:pt x="47942" y="211106"/>
                    <a:pt x="47942" y="205081"/>
                  </a:cubicBezTo>
                  <a:cubicBezTo>
                    <a:pt x="47942" y="199040"/>
                    <a:pt x="52819" y="194231"/>
                    <a:pt x="58843" y="194231"/>
                  </a:cubicBezTo>
                  <a:lnTo>
                    <a:pt x="87362" y="194231"/>
                  </a:lnTo>
                  <a:cubicBezTo>
                    <a:pt x="89016" y="168935"/>
                    <a:pt x="94551" y="147267"/>
                    <a:pt x="101486" y="127389"/>
                  </a:cubicBezTo>
                  <a:lnTo>
                    <a:pt x="79954" y="127389"/>
                  </a:lnTo>
                  <a:cubicBezTo>
                    <a:pt x="73929" y="127389"/>
                    <a:pt x="69052" y="122579"/>
                    <a:pt x="69052" y="116538"/>
                  </a:cubicBezTo>
                  <a:cubicBezTo>
                    <a:pt x="69052" y="110514"/>
                    <a:pt x="73929" y="105704"/>
                    <a:pt x="79954" y="105704"/>
                  </a:cubicBezTo>
                  <a:lnTo>
                    <a:pt x="110329" y="105704"/>
                  </a:lnTo>
                  <a:cubicBezTo>
                    <a:pt x="124976" y="73186"/>
                    <a:pt x="141126" y="53223"/>
                    <a:pt x="141581" y="52666"/>
                  </a:cubicBezTo>
                  <a:cubicBezTo>
                    <a:pt x="149276" y="43385"/>
                    <a:pt x="162996" y="42001"/>
                    <a:pt x="172277" y="49679"/>
                  </a:cubicBezTo>
                  <a:cubicBezTo>
                    <a:pt x="181558" y="57341"/>
                    <a:pt x="182874" y="71195"/>
                    <a:pt x="175213" y="80476"/>
                  </a:cubicBezTo>
                  <a:cubicBezTo>
                    <a:pt x="174150" y="81776"/>
                    <a:pt x="166911" y="91259"/>
                    <a:pt x="158558" y="105704"/>
                  </a:cubicBezTo>
                  <a:lnTo>
                    <a:pt x="178318" y="105704"/>
                  </a:lnTo>
                  <a:cubicBezTo>
                    <a:pt x="184343" y="105704"/>
                    <a:pt x="189219" y="110514"/>
                    <a:pt x="189219" y="116538"/>
                  </a:cubicBezTo>
                  <a:cubicBezTo>
                    <a:pt x="189219" y="122579"/>
                    <a:pt x="184326" y="127389"/>
                    <a:pt x="178318" y="127389"/>
                  </a:cubicBezTo>
                  <a:lnTo>
                    <a:pt x="147623" y="127389"/>
                  </a:lnTo>
                  <a:cubicBezTo>
                    <a:pt x="139624" y="145445"/>
                    <a:pt x="132553" y="168935"/>
                    <a:pt x="130663" y="194231"/>
                  </a:cubicBezTo>
                  <a:lnTo>
                    <a:pt x="157224" y="194231"/>
                  </a:lnTo>
                  <a:lnTo>
                    <a:pt x="157224" y="19424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473" name="图形 85"/>
          <p:cNvSpPr/>
          <p:nvPr/>
        </p:nvSpPr>
        <p:spPr>
          <a:xfrm>
            <a:off x="8233438" y="955927"/>
            <a:ext cx="523125" cy="472500"/>
          </a:xfrm>
          <a:custGeom>
            <a:avLst/>
            <a:gdLst>
              <a:gd name="connsiteX0" fmla="*/ 533419 w 523125"/>
              <a:gd name="connsiteY0" fmla="*/ 157593 h 472500"/>
              <a:gd name="connsiteX1" fmla="*/ 458207 w 523125"/>
              <a:gd name="connsiteY1" fmla="*/ 117110 h 472500"/>
              <a:gd name="connsiteX2" fmla="*/ 417775 w 523125"/>
              <a:gd name="connsiteY2" fmla="*/ 192355 h 472500"/>
              <a:gd name="connsiteX3" fmla="*/ 419091 w 523125"/>
              <a:gd name="connsiteY3" fmla="*/ 196220 h 472500"/>
              <a:gd name="connsiteX4" fmla="*/ 383164 w 523125"/>
              <a:gd name="connsiteY4" fmla="*/ 227574 h 472500"/>
              <a:gd name="connsiteX5" fmla="*/ 354662 w 523125"/>
              <a:gd name="connsiteY5" fmla="*/ 226983 h 472500"/>
              <a:gd name="connsiteX6" fmla="*/ 342563 w 523125"/>
              <a:gd name="connsiteY6" fmla="*/ 126020 h 472500"/>
              <a:gd name="connsiteX7" fmla="*/ 380177 w 523125"/>
              <a:gd name="connsiteY7" fmla="*/ 51787 h 472500"/>
              <a:gd name="connsiteX8" fmla="*/ 304931 w 523125"/>
              <a:gd name="connsiteY8" fmla="*/ 11287 h 472500"/>
              <a:gd name="connsiteX9" fmla="*/ 264499 w 523125"/>
              <a:gd name="connsiteY9" fmla="*/ 86532 h 472500"/>
              <a:gd name="connsiteX10" fmla="*/ 294857 w 523125"/>
              <a:gd name="connsiteY10" fmla="*/ 122898 h 472500"/>
              <a:gd name="connsiteX11" fmla="*/ 289811 w 523125"/>
              <a:gd name="connsiteY11" fmla="*/ 235522 h 472500"/>
              <a:gd name="connsiteX12" fmla="*/ 275080 w 523125"/>
              <a:gd name="connsiteY12" fmla="*/ 239200 h 472500"/>
              <a:gd name="connsiteX13" fmla="*/ 196594 w 523125"/>
              <a:gd name="connsiteY13" fmla="*/ 97720 h 472500"/>
              <a:gd name="connsiteX14" fmla="*/ 206938 w 523125"/>
              <a:gd name="connsiteY14" fmla="*/ 43062 h 472500"/>
              <a:gd name="connsiteX15" fmla="*/ 131726 w 523125"/>
              <a:gd name="connsiteY15" fmla="*/ 2562 h 472500"/>
              <a:gd name="connsiteX16" fmla="*/ 91260 w 523125"/>
              <a:gd name="connsiteY16" fmla="*/ 77842 h 472500"/>
              <a:gd name="connsiteX17" fmla="*/ 154643 w 523125"/>
              <a:gd name="connsiteY17" fmla="*/ 120586 h 472500"/>
              <a:gd name="connsiteX18" fmla="*/ 210701 w 523125"/>
              <a:gd name="connsiteY18" fmla="*/ 258556 h 472500"/>
              <a:gd name="connsiteX19" fmla="*/ 186165 w 523125"/>
              <a:gd name="connsiteY19" fmla="*/ 268580 h 472500"/>
              <a:gd name="connsiteX20" fmla="*/ 117130 w 523125"/>
              <a:gd name="connsiteY20" fmla="*/ 229379 h 472500"/>
              <a:gd name="connsiteX21" fmla="*/ 118260 w 523125"/>
              <a:gd name="connsiteY21" fmla="*/ 191242 h 472500"/>
              <a:gd name="connsiteX22" fmla="*/ 43031 w 523125"/>
              <a:gd name="connsiteY22" fmla="*/ 150792 h 472500"/>
              <a:gd name="connsiteX23" fmla="*/ 2565 w 523125"/>
              <a:gd name="connsiteY23" fmla="*/ 226004 h 472500"/>
              <a:gd name="connsiteX24" fmla="*/ 77794 w 523125"/>
              <a:gd name="connsiteY24" fmla="*/ 266454 h 472500"/>
              <a:gd name="connsiteX25" fmla="*/ 92492 w 523125"/>
              <a:gd name="connsiteY25" fmla="*/ 259771 h 472500"/>
              <a:gd name="connsiteX26" fmla="*/ 147943 w 523125"/>
              <a:gd name="connsiteY26" fmla="*/ 314260 h 472500"/>
              <a:gd name="connsiteX27" fmla="*/ 176445 w 523125"/>
              <a:gd name="connsiteY27" fmla="*/ 384882 h 472500"/>
              <a:gd name="connsiteX28" fmla="*/ 383198 w 523125"/>
              <a:gd name="connsiteY28" fmla="*/ 469932 h 472500"/>
              <a:gd name="connsiteX29" fmla="*/ 429081 w 523125"/>
              <a:gd name="connsiteY29" fmla="*/ 278975 h 472500"/>
              <a:gd name="connsiteX30" fmla="*/ 433451 w 523125"/>
              <a:gd name="connsiteY30" fmla="*/ 269525 h 472500"/>
              <a:gd name="connsiteX31" fmla="*/ 459996 w 523125"/>
              <a:gd name="connsiteY31" fmla="*/ 233345 h 472500"/>
              <a:gd name="connsiteX32" fmla="*/ 492970 w 523125"/>
              <a:gd name="connsiteY32" fmla="*/ 232805 h 472500"/>
              <a:gd name="connsiteX33" fmla="*/ 533419 w 523125"/>
              <a:gd name="connsiteY33" fmla="*/ 157593 h 47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23125" h="472500">
                <a:moveTo>
                  <a:pt x="533419" y="157593"/>
                </a:moveTo>
                <a:cubicBezTo>
                  <a:pt x="523851" y="125649"/>
                  <a:pt x="490185" y="107491"/>
                  <a:pt x="458207" y="117110"/>
                </a:cubicBezTo>
                <a:cubicBezTo>
                  <a:pt x="426246" y="126729"/>
                  <a:pt x="408139" y="160411"/>
                  <a:pt x="417775" y="192355"/>
                </a:cubicBezTo>
                <a:cubicBezTo>
                  <a:pt x="418129" y="193672"/>
                  <a:pt x="418601" y="194954"/>
                  <a:pt x="419091" y="196220"/>
                </a:cubicBezTo>
                <a:lnTo>
                  <a:pt x="383164" y="227574"/>
                </a:lnTo>
                <a:cubicBezTo>
                  <a:pt x="374271" y="226797"/>
                  <a:pt x="364601" y="226645"/>
                  <a:pt x="354662" y="226983"/>
                </a:cubicBezTo>
                <a:lnTo>
                  <a:pt x="342563" y="126020"/>
                </a:lnTo>
                <a:cubicBezTo>
                  <a:pt x="372718" y="115321"/>
                  <a:pt x="389425" y="82735"/>
                  <a:pt x="380177" y="51787"/>
                </a:cubicBezTo>
                <a:cubicBezTo>
                  <a:pt x="370558" y="19825"/>
                  <a:pt x="336910" y="1668"/>
                  <a:pt x="304931" y="11287"/>
                </a:cubicBezTo>
                <a:cubicBezTo>
                  <a:pt x="272970" y="20905"/>
                  <a:pt x="254897" y="54571"/>
                  <a:pt x="264499" y="86532"/>
                </a:cubicBezTo>
                <a:cubicBezTo>
                  <a:pt x="269410" y="102952"/>
                  <a:pt x="280716" y="115692"/>
                  <a:pt x="294857" y="122898"/>
                </a:cubicBezTo>
                <a:lnTo>
                  <a:pt x="289811" y="235522"/>
                </a:lnTo>
                <a:cubicBezTo>
                  <a:pt x="284783" y="236669"/>
                  <a:pt x="279855" y="237884"/>
                  <a:pt x="275080" y="239200"/>
                </a:cubicBezTo>
                <a:lnTo>
                  <a:pt x="196594" y="97720"/>
                </a:lnTo>
                <a:cubicBezTo>
                  <a:pt x="208288" y="82769"/>
                  <a:pt x="212794" y="62604"/>
                  <a:pt x="206938" y="43062"/>
                </a:cubicBezTo>
                <a:cubicBezTo>
                  <a:pt x="197320" y="11118"/>
                  <a:pt x="163671" y="-7023"/>
                  <a:pt x="131726" y="2562"/>
                </a:cubicBezTo>
                <a:cubicBezTo>
                  <a:pt x="99765" y="12215"/>
                  <a:pt x="81658" y="45914"/>
                  <a:pt x="91260" y="77842"/>
                </a:cubicBezTo>
                <a:cubicBezTo>
                  <a:pt x="99664" y="105820"/>
                  <a:pt x="126596" y="123219"/>
                  <a:pt x="154643" y="120586"/>
                </a:cubicBezTo>
                <a:lnTo>
                  <a:pt x="210701" y="258556"/>
                </a:lnTo>
                <a:cubicBezTo>
                  <a:pt x="201977" y="261593"/>
                  <a:pt x="193691" y="264884"/>
                  <a:pt x="186165" y="268580"/>
                </a:cubicBezTo>
                <a:lnTo>
                  <a:pt x="117130" y="229379"/>
                </a:lnTo>
                <a:cubicBezTo>
                  <a:pt x="121483" y="217533"/>
                  <a:pt x="122158" y="204235"/>
                  <a:pt x="118260" y="191242"/>
                </a:cubicBezTo>
                <a:cubicBezTo>
                  <a:pt x="108658" y="159314"/>
                  <a:pt x="74993" y="141157"/>
                  <a:pt x="43031" y="150792"/>
                </a:cubicBezTo>
                <a:cubicBezTo>
                  <a:pt x="11087" y="160394"/>
                  <a:pt x="-7020" y="194060"/>
                  <a:pt x="2565" y="226004"/>
                </a:cubicBezTo>
                <a:cubicBezTo>
                  <a:pt x="12167" y="257932"/>
                  <a:pt x="45833" y="276089"/>
                  <a:pt x="77794" y="266454"/>
                </a:cubicBezTo>
                <a:cubicBezTo>
                  <a:pt x="83093" y="264867"/>
                  <a:pt x="88020" y="262589"/>
                  <a:pt x="92492" y="259771"/>
                </a:cubicBezTo>
                <a:lnTo>
                  <a:pt x="147943" y="314260"/>
                </a:lnTo>
                <a:cubicBezTo>
                  <a:pt x="146560" y="331945"/>
                  <a:pt x="154592" y="354693"/>
                  <a:pt x="176445" y="384882"/>
                </a:cubicBezTo>
                <a:cubicBezTo>
                  <a:pt x="215342" y="438629"/>
                  <a:pt x="274624" y="503750"/>
                  <a:pt x="383198" y="469932"/>
                </a:cubicBezTo>
                <a:cubicBezTo>
                  <a:pt x="475571" y="441160"/>
                  <a:pt x="393677" y="341024"/>
                  <a:pt x="429081" y="278975"/>
                </a:cubicBezTo>
                <a:cubicBezTo>
                  <a:pt x="430988" y="275650"/>
                  <a:pt x="432405" y="272478"/>
                  <a:pt x="433451" y="269525"/>
                </a:cubicBezTo>
                <a:lnTo>
                  <a:pt x="459996" y="233345"/>
                </a:lnTo>
                <a:cubicBezTo>
                  <a:pt x="470475" y="236129"/>
                  <a:pt x="481832" y="236180"/>
                  <a:pt x="492970" y="232805"/>
                </a:cubicBezTo>
                <a:cubicBezTo>
                  <a:pt x="524914" y="223203"/>
                  <a:pt x="543004" y="189537"/>
                  <a:pt x="533419" y="15759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11" name="组合 910"/>
          <p:cNvGrpSpPr/>
          <p:nvPr/>
        </p:nvGrpSpPr>
        <p:grpSpPr>
          <a:xfrm>
            <a:off x="9452638" y="939052"/>
            <a:ext cx="523125" cy="506250"/>
            <a:chOff x="2523160" y="2467128"/>
            <a:chExt cx="523125" cy="506250"/>
          </a:xfrm>
          <a:solidFill>
            <a:schemeClr val="accent1"/>
          </a:solidFill>
        </p:grpSpPr>
        <p:sp>
          <p:nvSpPr>
            <p:cNvPr id="475" name="任意多边形: 形状 474"/>
            <p:cNvSpPr/>
            <p:nvPr/>
          </p:nvSpPr>
          <p:spPr>
            <a:xfrm>
              <a:off x="2753308" y="2698109"/>
              <a:ext cx="16875" cy="16875"/>
            </a:xfrm>
            <a:custGeom>
              <a:avLst/>
              <a:gdLst>
                <a:gd name="connsiteX0" fmla="*/ 0 w 0"/>
                <a:gd name="connsiteY0" fmla="*/ 0 h 0"/>
                <a:gd name="connsiteX1" fmla="*/ 68 w 0"/>
                <a:gd name="connsiteY1" fmla="*/ 253 h 0"/>
                <a:gd name="connsiteX2" fmla="*/ 135 w 0"/>
                <a:gd name="connsiteY2" fmla="*/ 253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17" y="84"/>
                    <a:pt x="34" y="186"/>
                    <a:pt x="68" y="253"/>
                  </a:cubicBezTo>
                  <a:lnTo>
                    <a:pt x="135" y="253"/>
                  </a:lnTo>
                  <a:cubicBezTo>
                    <a:pt x="84" y="253"/>
                    <a:pt x="34" y="152"/>
                    <a:pt x="0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6" name="任意多边形: 形状 475"/>
            <p:cNvSpPr/>
            <p:nvPr/>
          </p:nvSpPr>
          <p:spPr>
            <a:xfrm>
              <a:off x="2753055" y="2697046"/>
              <a:ext cx="16875" cy="16875"/>
            </a:xfrm>
            <a:custGeom>
              <a:avLst/>
              <a:gdLst>
                <a:gd name="connsiteX0" fmla="*/ 253 w 0"/>
                <a:gd name="connsiteY0" fmla="*/ 1063 h 0"/>
                <a:gd name="connsiteX1" fmla="*/ 0 w 0"/>
                <a:gd name="connsiteY1" fmla="*/ 0 h 0"/>
                <a:gd name="connsiteX2" fmla="*/ 253 w 0"/>
                <a:gd name="connsiteY2" fmla="*/ 106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253" y="1063"/>
                  </a:moveTo>
                  <a:cubicBezTo>
                    <a:pt x="186" y="709"/>
                    <a:pt x="118" y="304"/>
                    <a:pt x="0" y="0"/>
                  </a:cubicBezTo>
                  <a:cubicBezTo>
                    <a:pt x="118" y="338"/>
                    <a:pt x="186" y="776"/>
                    <a:pt x="253" y="106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7" name="任意多边形: 形状 476"/>
            <p:cNvSpPr/>
            <p:nvPr/>
          </p:nvSpPr>
          <p:spPr>
            <a:xfrm>
              <a:off x="2960550" y="2698345"/>
              <a:ext cx="16875" cy="16875"/>
            </a:xfrm>
            <a:custGeom>
              <a:avLst/>
              <a:gdLst>
                <a:gd name="connsiteX0" fmla="*/ 0 w 0"/>
                <a:gd name="connsiteY0" fmla="*/ 17 h 0"/>
                <a:gd name="connsiteX1" fmla="*/ 34 w 0"/>
                <a:gd name="connsiteY1" fmla="*/ 17 h 0"/>
                <a:gd name="connsiteX2" fmla="*/ 34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17"/>
                  </a:moveTo>
                  <a:lnTo>
                    <a:pt x="34" y="17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8" name="任意多边形: 形状 477"/>
            <p:cNvSpPr/>
            <p:nvPr/>
          </p:nvSpPr>
          <p:spPr>
            <a:xfrm>
              <a:off x="2960584" y="2698235"/>
              <a:ext cx="16875" cy="16875"/>
            </a:xfrm>
            <a:custGeom>
              <a:avLst/>
              <a:gdLst>
                <a:gd name="connsiteX0" fmla="*/ 0 w 0"/>
                <a:gd name="connsiteY0" fmla="*/ 110 h 0"/>
                <a:gd name="connsiteX1" fmla="*/ 0 w 0"/>
                <a:gd name="connsiteY1" fmla="*/ 110 h 0"/>
                <a:gd name="connsiteX2" fmla="*/ 0 w 0"/>
                <a:gd name="connsiteY2" fmla="*/ 1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110"/>
                  </a:moveTo>
                  <a:cubicBezTo>
                    <a:pt x="67" y="59"/>
                    <a:pt x="67" y="-110"/>
                    <a:pt x="0" y="110"/>
                  </a:cubicBezTo>
                  <a:lnTo>
                    <a:pt x="0" y="1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9" name="任意多边形: 形状 478"/>
            <p:cNvSpPr/>
            <p:nvPr/>
          </p:nvSpPr>
          <p:spPr>
            <a:xfrm>
              <a:off x="2523160" y="2467128"/>
              <a:ext cx="523125" cy="506250"/>
            </a:xfrm>
            <a:custGeom>
              <a:avLst/>
              <a:gdLst>
                <a:gd name="connsiteX0" fmla="*/ 495694 w 523125"/>
                <a:gd name="connsiteY0" fmla="*/ 72778 h 506250"/>
                <a:gd name="connsiteX1" fmla="*/ 215383 w 523125"/>
                <a:gd name="connsiteY1" fmla="*/ 10914 h 506250"/>
                <a:gd name="connsiteX2" fmla="*/ 37655 w 523125"/>
                <a:gd name="connsiteY2" fmla="*/ 239840 h 506250"/>
                <a:gd name="connsiteX3" fmla="*/ 30568 w 523125"/>
                <a:gd name="connsiteY3" fmla="*/ 266823 h 506250"/>
                <a:gd name="connsiteX4" fmla="*/ 1813 w 523125"/>
                <a:gd name="connsiteY4" fmla="*/ 325531 h 506250"/>
                <a:gd name="connsiteX5" fmla="*/ 1391 w 523125"/>
                <a:gd name="connsiteY5" fmla="*/ 340297 h 506250"/>
                <a:gd name="connsiteX6" fmla="*/ 12242 w 523125"/>
                <a:gd name="connsiteY6" fmla="*/ 350321 h 506250"/>
                <a:gd name="connsiteX7" fmla="*/ 21624 w 523125"/>
                <a:gd name="connsiteY7" fmla="*/ 353476 h 506250"/>
                <a:gd name="connsiteX8" fmla="*/ 34939 w 523125"/>
                <a:gd name="connsiteY8" fmla="*/ 372410 h 506250"/>
                <a:gd name="connsiteX9" fmla="*/ 157063 w 523125"/>
                <a:gd name="connsiteY9" fmla="*/ 513384 h 506250"/>
                <a:gd name="connsiteX10" fmla="*/ 420566 w 523125"/>
                <a:gd name="connsiteY10" fmla="*/ 402043 h 506250"/>
                <a:gd name="connsiteX11" fmla="*/ 495694 w 523125"/>
                <a:gd name="connsiteY11" fmla="*/ 72778 h 506250"/>
                <a:gd name="connsiteX12" fmla="*/ 464795 w 523125"/>
                <a:gd name="connsiteY12" fmla="*/ 218662 h 506250"/>
                <a:gd name="connsiteX13" fmla="*/ 451903 w 523125"/>
                <a:gd name="connsiteY13" fmla="*/ 231234 h 506250"/>
                <a:gd name="connsiteX14" fmla="*/ 437424 w 523125"/>
                <a:gd name="connsiteY14" fmla="*/ 231234 h 506250"/>
                <a:gd name="connsiteX15" fmla="*/ 437390 w 523125"/>
                <a:gd name="connsiteY15" fmla="*/ 231369 h 506250"/>
                <a:gd name="connsiteX16" fmla="*/ 425510 w 523125"/>
                <a:gd name="connsiteY16" fmla="*/ 260174 h 506250"/>
                <a:gd name="connsiteX17" fmla="*/ 435635 w 523125"/>
                <a:gd name="connsiteY17" fmla="*/ 270384 h 506250"/>
                <a:gd name="connsiteX18" fmla="*/ 435635 w 523125"/>
                <a:gd name="connsiteY18" fmla="*/ 288727 h 506250"/>
                <a:gd name="connsiteX19" fmla="*/ 417005 w 523125"/>
                <a:gd name="connsiteY19" fmla="*/ 307391 h 506250"/>
                <a:gd name="connsiteX20" fmla="*/ 398679 w 523125"/>
                <a:gd name="connsiteY20" fmla="*/ 307391 h 506250"/>
                <a:gd name="connsiteX21" fmla="*/ 388520 w 523125"/>
                <a:gd name="connsiteY21" fmla="*/ 297215 h 506250"/>
                <a:gd name="connsiteX22" fmla="*/ 360407 w 523125"/>
                <a:gd name="connsiteY22" fmla="*/ 308926 h 506250"/>
                <a:gd name="connsiteX23" fmla="*/ 360238 w 523125"/>
                <a:gd name="connsiteY23" fmla="*/ 323338 h 506250"/>
                <a:gd name="connsiteX24" fmla="*/ 347295 w 523125"/>
                <a:gd name="connsiteY24" fmla="*/ 336163 h 506250"/>
                <a:gd name="connsiteX25" fmla="*/ 320919 w 523125"/>
                <a:gd name="connsiteY25" fmla="*/ 336163 h 506250"/>
                <a:gd name="connsiteX26" fmla="*/ 311722 w 523125"/>
                <a:gd name="connsiteY26" fmla="*/ 332349 h 506250"/>
                <a:gd name="connsiteX27" fmla="*/ 307959 w 523125"/>
                <a:gd name="connsiteY27" fmla="*/ 323135 h 506250"/>
                <a:gd name="connsiteX28" fmla="*/ 308111 w 523125"/>
                <a:gd name="connsiteY28" fmla="*/ 309163 h 506250"/>
                <a:gd name="connsiteX29" fmla="*/ 279086 w 523125"/>
                <a:gd name="connsiteY29" fmla="*/ 297215 h 506250"/>
                <a:gd name="connsiteX30" fmla="*/ 268978 w 523125"/>
                <a:gd name="connsiteY30" fmla="*/ 307391 h 506250"/>
                <a:gd name="connsiteX31" fmla="*/ 259798 w 523125"/>
                <a:gd name="connsiteY31" fmla="*/ 311204 h 506250"/>
                <a:gd name="connsiteX32" fmla="*/ 250635 w 523125"/>
                <a:gd name="connsiteY32" fmla="*/ 307391 h 506250"/>
                <a:gd name="connsiteX33" fmla="*/ 231920 w 523125"/>
                <a:gd name="connsiteY33" fmla="*/ 288744 h 506250"/>
                <a:gd name="connsiteX34" fmla="*/ 228157 w 523125"/>
                <a:gd name="connsiteY34" fmla="*/ 279581 h 506250"/>
                <a:gd name="connsiteX35" fmla="*/ 231920 w 523125"/>
                <a:gd name="connsiteY35" fmla="*/ 270418 h 506250"/>
                <a:gd name="connsiteX36" fmla="*/ 242079 w 523125"/>
                <a:gd name="connsiteY36" fmla="*/ 260276 h 506250"/>
                <a:gd name="connsiteX37" fmla="*/ 230233 w 523125"/>
                <a:gd name="connsiteY37" fmla="*/ 231571 h 506250"/>
                <a:gd name="connsiteX38" fmla="*/ 230165 w 523125"/>
                <a:gd name="connsiteY38" fmla="*/ 231251 h 506250"/>
                <a:gd name="connsiteX39" fmla="*/ 216159 w 523125"/>
                <a:gd name="connsiteY39" fmla="*/ 231251 h 506250"/>
                <a:gd name="connsiteX40" fmla="*/ 203334 w 523125"/>
                <a:gd name="connsiteY40" fmla="*/ 218679 h 506250"/>
                <a:gd name="connsiteX41" fmla="*/ 203334 w 523125"/>
                <a:gd name="connsiteY41" fmla="*/ 192253 h 506250"/>
                <a:gd name="connsiteX42" fmla="*/ 216227 w 523125"/>
                <a:gd name="connsiteY42" fmla="*/ 179293 h 506250"/>
                <a:gd name="connsiteX43" fmla="*/ 230368 w 523125"/>
                <a:gd name="connsiteY43" fmla="*/ 179293 h 506250"/>
                <a:gd name="connsiteX44" fmla="*/ 230385 w 523125"/>
                <a:gd name="connsiteY44" fmla="*/ 179259 h 506250"/>
                <a:gd name="connsiteX45" fmla="*/ 242113 w 523125"/>
                <a:gd name="connsiteY45" fmla="*/ 150926 h 506250"/>
                <a:gd name="connsiteX46" fmla="*/ 231920 w 523125"/>
                <a:gd name="connsiteY46" fmla="*/ 140750 h 506250"/>
                <a:gd name="connsiteX47" fmla="*/ 231920 w 523125"/>
                <a:gd name="connsiteY47" fmla="*/ 122424 h 506250"/>
                <a:gd name="connsiteX48" fmla="*/ 250618 w 523125"/>
                <a:gd name="connsiteY48" fmla="*/ 103743 h 506250"/>
                <a:gd name="connsiteX49" fmla="*/ 259798 w 523125"/>
                <a:gd name="connsiteY49" fmla="*/ 99963 h 506250"/>
                <a:gd name="connsiteX50" fmla="*/ 268978 w 523125"/>
                <a:gd name="connsiteY50" fmla="*/ 103743 h 506250"/>
                <a:gd name="connsiteX51" fmla="*/ 279103 w 523125"/>
                <a:gd name="connsiteY51" fmla="*/ 113885 h 506250"/>
                <a:gd name="connsiteX52" fmla="*/ 308162 w 523125"/>
                <a:gd name="connsiteY52" fmla="*/ 101887 h 506250"/>
                <a:gd name="connsiteX53" fmla="*/ 307976 w 523125"/>
                <a:gd name="connsiteY53" fmla="*/ 87729 h 506250"/>
                <a:gd name="connsiteX54" fmla="*/ 311790 w 523125"/>
                <a:gd name="connsiteY54" fmla="*/ 78515 h 506250"/>
                <a:gd name="connsiteX55" fmla="*/ 320987 w 523125"/>
                <a:gd name="connsiteY55" fmla="*/ 74718 h 506250"/>
                <a:gd name="connsiteX56" fmla="*/ 347345 w 523125"/>
                <a:gd name="connsiteY56" fmla="*/ 74718 h 506250"/>
                <a:gd name="connsiteX57" fmla="*/ 360305 w 523125"/>
                <a:gd name="connsiteY57" fmla="*/ 87560 h 506250"/>
                <a:gd name="connsiteX58" fmla="*/ 360474 w 523125"/>
                <a:gd name="connsiteY58" fmla="*/ 102208 h 506250"/>
                <a:gd name="connsiteX59" fmla="*/ 388554 w 523125"/>
                <a:gd name="connsiteY59" fmla="*/ 113936 h 506250"/>
                <a:gd name="connsiteX60" fmla="*/ 398730 w 523125"/>
                <a:gd name="connsiteY60" fmla="*/ 103760 h 506250"/>
                <a:gd name="connsiteX61" fmla="*/ 407910 w 523125"/>
                <a:gd name="connsiteY61" fmla="*/ 99963 h 506250"/>
                <a:gd name="connsiteX62" fmla="*/ 417073 w 523125"/>
                <a:gd name="connsiteY62" fmla="*/ 103743 h 506250"/>
                <a:gd name="connsiteX63" fmla="*/ 435770 w 523125"/>
                <a:gd name="connsiteY63" fmla="*/ 122424 h 506250"/>
                <a:gd name="connsiteX64" fmla="*/ 435770 w 523125"/>
                <a:gd name="connsiteY64" fmla="*/ 140733 h 506250"/>
                <a:gd name="connsiteX65" fmla="*/ 425578 w 523125"/>
                <a:gd name="connsiteY65" fmla="*/ 150909 h 506250"/>
                <a:gd name="connsiteX66" fmla="*/ 437340 w 523125"/>
                <a:gd name="connsiteY66" fmla="*/ 179411 h 506250"/>
                <a:gd name="connsiteX67" fmla="*/ 437374 w 523125"/>
                <a:gd name="connsiteY67" fmla="*/ 179647 h 506250"/>
                <a:gd name="connsiteX68" fmla="*/ 451970 w 523125"/>
                <a:gd name="connsiteY68" fmla="*/ 179647 h 506250"/>
                <a:gd name="connsiteX69" fmla="*/ 464846 w 523125"/>
                <a:gd name="connsiteY69" fmla="*/ 192253 h 506250"/>
                <a:gd name="connsiteX70" fmla="*/ 464846 w 523125"/>
                <a:gd name="connsiteY70" fmla="*/ 218662 h 506250"/>
                <a:gd name="connsiteX71" fmla="*/ 464795 w 523125"/>
                <a:gd name="connsiteY71" fmla="*/ 218662 h 50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23125" h="506250">
                  <a:moveTo>
                    <a:pt x="495694" y="72778"/>
                  </a:moveTo>
                  <a:cubicBezTo>
                    <a:pt x="450485" y="18541"/>
                    <a:pt x="323012" y="-19782"/>
                    <a:pt x="215383" y="10914"/>
                  </a:cubicBezTo>
                  <a:cubicBezTo>
                    <a:pt x="102084" y="43213"/>
                    <a:pt x="45131" y="114256"/>
                    <a:pt x="37655" y="239840"/>
                  </a:cubicBezTo>
                  <a:cubicBezTo>
                    <a:pt x="37099" y="249189"/>
                    <a:pt x="34685" y="258419"/>
                    <a:pt x="30568" y="266823"/>
                  </a:cubicBezTo>
                  <a:lnTo>
                    <a:pt x="1813" y="325531"/>
                  </a:lnTo>
                  <a:cubicBezTo>
                    <a:pt x="-448" y="330138"/>
                    <a:pt x="-600" y="335555"/>
                    <a:pt x="1391" y="340297"/>
                  </a:cubicBezTo>
                  <a:cubicBezTo>
                    <a:pt x="3399" y="345039"/>
                    <a:pt x="7348" y="348701"/>
                    <a:pt x="12242" y="350321"/>
                  </a:cubicBezTo>
                  <a:lnTo>
                    <a:pt x="21624" y="353476"/>
                  </a:lnTo>
                  <a:cubicBezTo>
                    <a:pt x="29758" y="356176"/>
                    <a:pt x="35141" y="363838"/>
                    <a:pt x="34939" y="372410"/>
                  </a:cubicBezTo>
                  <a:cubicBezTo>
                    <a:pt x="32407" y="484747"/>
                    <a:pt x="38212" y="513384"/>
                    <a:pt x="157063" y="513384"/>
                  </a:cubicBezTo>
                  <a:cubicBezTo>
                    <a:pt x="283744" y="513384"/>
                    <a:pt x="267493" y="420217"/>
                    <a:pt x="420566" y="402043"/>
                  </a:cubicBezTo>
                  <a:cubicBezTo>
                    <a:pt x="533730" y="388559"/>
                    <a:pt x="573268" y="165877"/>
                    <a:pt x="495694" y="72778"/>
                  </a:cubicBezTo>
                  <a:close/>
                  <a:moveTo>
                    <a:pt x="464795" y="218662"/>
                  </a:moveTo>
                  <a:cubicBezTo>
                    <a:pt x="464795" y="225817"/>
                    <a:pt x="459075" y="231234"/>
                    <a:pt x="451903" y="231234"/>
                  </a:cubicBezTo>
                  <a:lnTo>
                    <a:pt x="437424" y="231234"/>
                  </a:lnTo>
                  <a:cubicBezTo>
                    <a:pt x="437407" y="231284"/>
                    <a:pt x="437390" y="231318"/>
                    <a:pt x="437390" y="231369"/>
                  </a:cubicBezTo>
                  <a:cubicBezTo>
                    <a:pt x="434809" y="241595"/>
                    <a:pt x="430775" y="251332"/>
                    <a:pt x="425510" y="260174"/>
                  </a:cubicBezTo>
                  <a:lnTo>
                    <a:pt x="435635" y="270384"/>
                  </a:lnTo>
                  <a:cubicBezTo>
                    <a:pt x="440732" y="275429"/>
                    <a:pt x="440732" y="283664"/>
                    <a:pt x="435635" y="288727"/>
                  </a:cubicBezTo>
                  <a:lnTo>
                    <a:pt x="417005" y="307391"/>
                  </a:lnTo>
                  <a:cubicBezTo>
                    <a:pt x="411943" y="312453"/>
                    <a:pt x="403759" y="312453"/>
                    <a:pt x="398679" y="307391"/>
                  </a:cubicBezTo>
                  <a:lnTo>
                    <a:pt x="388520" y="297215"/>
                  </a:lnTo>
                  <a:cubicBezTo>
                    <a:pt x="379880" y="302413"/>
                    <a:pt x="370447" y="306361"/>
                    <a:pt x="360407" y="308926"/>
                  </a:cubicBezTo>
                  <a:cubicBezTo>
                    <a:pt x="360373" y="308926"/>
                    <a:pt x="360339" y="316284"/>
                    <a:pt x="360238" y="323338"/>
                  </a:cubicBezTo>
                  <a:cubicBezTo>
                    <a:pt x="360204" y="330459"/>
                    <a:pt x="354416" y="336163"/>
                    <a:pt x="347295" y="336163"/>
                  </a:cubicBezTo>
                  <a:lnTo>
                    <a:pt x="320919" y="336163"/>
                  </a:lnTo>
                  <a:cubicBezTo>
                    <a:pt x="317460" y="336163"/>
                    <a:pt x="314203" y="334813"/>
                    <a:pt x="311722" y="332349"/>
                  </a:cubicBezTo>
                  <a:cubicBezTo>
                    <a:pt x="309275" y="329885"/>
                    <a:pt x="307909" y="326578"/>
                    <a:pt x="307959" y="323135"/>
                  </a:cubicBezTo>
                  <a:lnTo>
                    <a:pt x="308111" y="309163"/>
                  </a:lnTo>
                  <a:cubicBezTo>
                    <a:pt x="297750" y="306598"/>
                    <a:pt x="288030" y="302531"/>
                    <a:pt x="279086" y="297215"/>
                  </a:cubicBezTo>
                  <a:lnTo>
                    <a:pt x="268978" y="307391"/>
                  </a:lnTo>
                  <a:cubicBezTo>
                    <a:pt x="266531" y="309838"/>
                    <a:pt x="263240" y="311204"/>
                    <a:pt x="259798" y="311204"/>
                  </a:cubicBezTo>
                  <a:cubicBezTo>
                    <a:pt x="256355" y="311204"/>
                    <a:pt x="253065" y="309838"/>
                    <a:pt x="250635" y="307391"/>
                  </a:cubicBezTo>
                  <a:lnTo>
                    <a:pt x="231920" y="288744"/>
                  </a:lnTo>
                  <a:cubicBezTo>
                    <a:pt x="229507" y="286297"/>
                    <a:pt x="228157" y="283023"/>
                    <a:pt x="228157" y="279581"/>
                  </a:cubicBezTo>
                  <a:cubicBezTo>
                    <a:pt x="228157" y="276138"/>
                    <a:pt x="229507" y="272864"/>
                    <a:pt x="231920" y="270418"/>
                  </a:cubicBezTo>
                  <a:lnTo>
                    <a:pt x="242079" y="260276"/>
                  </a:lnTo>
                  <a:cubicBezTo>
                    <a:pt x="236814" y="251450"/>
                    <a:pt x="232781" y="241814"/>
                    <a:pt x="230233" y="231571"/>
                  </a:cubicBezTo>
                  <a:cubicBezTo>
                    <a:pt x="230199" y="231470"/>
                    <a:pt x="230182" y="231369"/>
                    <a:pt x="230165" y="231251"/>
                  </a:cubicBezTo>
                  <a:lnTo>
                    <a:pt x="216159" y="231251"/>
                  </a:lnTo>
                  <a:cubicBezTo>
                    <a:pt x="209021" y="231251"/>
                    <a:pt x="203334" y="225817"/>
                    <a:pt x="203334" y="218679"/>
                  </a:cubicBezTo>
                  <a:lnTo>
                    <a:pt x="203334" y="192253"/>
                  </a:lnTo>
                  <a:cubicBezTo>
                    <a:pt x="203334" y="185098"/>
                    <a:pt x="209089" y="179293"/>
                    <a:pt x="216227" y="179293"/>
                  </a:cubicBezTo>
                  <a:lnTo>
                    <a:pt x="230368" y="179293"/>
                  </a:lnTo>
                  <a:cubicBezTo>
                    <a:pt x="230368" y="179293"/>
                    <a:pt x="230351" y="179293"/>
                    <a:pt x="230385" y="179259"/>
                  </a:cubicBezTo>
                  <a:cubicBezTo>
                    <a:pt x="232916" y="169168"/>
                    <a:pt x="236915" y="159633"/>
                    <a:pt x="242113" y="150926"/>
                  </a:cubicBezTo>
                  <a:lnTo>
                    <a:pt x="231920" y="140750"/>
                  </a:lnTo>
                  <a:cubicBezTo>
                    <a:pt x="226892" y="135688"/>
                    <a:pt x="226892" y="127503"/>
                    <a:pt x="231920" y="122424"/>
                  </a:cubicBezTo>
                  <a:lnTo>
                    <a:pt x="250618" y="103743"/>
                  </a:lnTo>
                  <a:cubicBezTo>
                    <a:pt x="253065" y="101313"/>
                    <a:pt x="256355" y="99963"/>
                    <a:pt x="259798" y="99963"/>
                  </a:cubicBezTo>
                  <a:cubicBezTo>
                    <a:pt x="263240" y="99963"/>
                    <a:pt x="266531" y="101330"/>
                    <a:pt x="268978" y="103743"/>
                  </a:cubicBezTo>
                  <a:lnTo>
                    <a:pt x="279103" y="113885"/>
                  </a:lnTo>
                  <a:cubicBezTo>
                    <a:pt x="288047" y="108536"/>
                    <a:pt x="297767" y="104081"/>
                    <a:pt x="308162" y="101887"/>
                  </a:cubicBezTo>
                  <a:lnTo>
                    <a:pt x="307976" y="87729"/>
                  </a:lnTo>
                  <a:cubicBezTo>
                    <a:pt x="307959" y="84253"/>
                    <a:pt x="309309" y="80979"/>
                    <a:pt x="311790" y="78515"/>
                  </a:cubicBezTo>
                  <a:cubicBezTo>
                    <a:pt x="314237" y="76068"/>
                    <a:pt x="317494" y="74718"/>
                    <a:pt x="320987" y="74718"/>
                  </a:cubicBezTo>
                  <a:lnTo>
                    <a:pt x="347345" y="74718"/>
                  </a:lnTo>
                  <a:cubicBezTo>
                    <a:pt x="354467" y="74718"/>
                    <a:pt x="360272" y="80439"/>
                    <a:pt x="360305" y="87560"/>
                  </a:cubicBezTo>
                  <a:cubicBezTo>
                    <a:pt x="360373" y="94732"/>
                    <a:pt x="360407" y="102191"/>
                    <a:pt x="360474" y="102208"/>
                  </a:cubicBezTo>
                  <a:cubicBezTo>
                    <a:pt x="370498" y="104756"/>
                    <a:pt x="379914" y="108755"/>
                    <a:pt x="388554" y="113936"/>
                  </a:cubicBezTo>
                  <a:lnTo>
                    <a:pt x="398730" y="103760"/>
                  </a:lnTo>
                  <a:cubicBezTo>
                    <a:pt x="401194" y="101330"/>
                    <a:pt x="404467" y="99963"/>
                    <a:pt x="407910" y="99963"/>
                  </a:cubicBezTo>
                  <a:cubicBezTo>
                    <a:pt x="411352" y="99963"/>
                    <a:pt x="414626" y="101330"/>
                    <a:pt x="417073" y="103743"/>
                  </a:cubicBezTo>
                  <a:lnTo>
                    <a:pt x="435770" y="122424"/>
                  </a:lnTo>
                  <a:cubicBezTo>
                    <a:pt x="440782" y="127486"/>
                    <a:pt x="440799" y="135671"/>
                    <a:pt x="435770" y="140733"/>
                  </a:cubicBezTo>
                  <a:lnTo>
                    <a:pt x="425578" y="150909"/>
                  </a:lnTo>
                  <a:cubicBezTo>
                    <a:pt x="430792" y="159616"/>
                    <a:pt x="434809" y="169319"/>
                    <a:pt x="437340" y="179411"/>
                  </a:cubicBezTo>
                  <a:cubicBezTo>
                    <a:pt x="437357" y="179444"/>
                    <a:pt x="437357" y="179647"/>
                    <a:pt x="437374" y="179647"/>
                  </a:cubicBezTo>
                  <a:lnTo>
                    <a:pt x="451970" y="179647"/>
                  </a:lnTo>
                  <a:cubicBezTo>
                    <a:pt x="459125" y="179647"/>
                    <a:pt x="464846" y="185098"/>
                    <a:pt x="464846" y="192253"/>
                  </a:cubicBezTo>
                  <a:lnTo>
                    <a:pt x="464846" y="218662"/>
                  </a:lnTo>
                  <a:lnTo>
                    <a:pt x="464795" y="21866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0" name="任意多边形: 形状 479"/>
            <p:cNvSpPr/>
            <p:nvPr/>
          </p:nvSpPr>
          <p:spPr>
            <a:xfrm>
              <a:off x="2820538" y="2636262"/>
              <a:ext cx="67500" cy="67500"/>
            </a:xfrm>
            <a:custGeom>
              <a:avLst/>
              <a:gdLst>
                <a:gd name="connsiteX0" fmla="*/ 72866 w 67500"/>
                <a:gd name="connsiteY0" fmla="*/ 36433 h 67500"/>
                <a:gd name="connsiteX1" fmla="*/ 36433 w 67500"/>
                <a:gd name="connsiteY1" fmla="*/ 72866 h 67500"/>
                <a:gd name="connsiteX2" fmla="*/ 0 w 67500"/>
                <a:gd name="connsiteY2" fmla="*/ 36433 h 67500"/>
                <a:gd name="connsiteX3" fmla="*/ 36433 w 67500"/>
                <a:gd name="connsiteY3" fmla="*/ 0 h 67500"/>
                <a:gd name="connsiteX4" fmla="*/ 72866 w 67500"/>
                <a:gd name="connsiteY4" fmla="*/ 36433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72866" y="36433"/>
                  </a:moveTo>
                  <a:cubicBezTo>
                    <a:pt x="72866" y="56555"/>
                    <a:pt x="56555" y="72866"/>
                    <a:pt x="36433" y="72866"/>
                  </a:cubicBezTo>
                  <a:cubicBezTo>
                    <a:pt x="16312" y="72866"/>
                    <a:pt x="0" y="56555"/>
                    <a:pt x="0" y="36433"/>
                  </a:cubicBezTo>
                  <a:cubicBezTo>
                    <a:pt x="0" y="16312"/>
                    <a:pt x="16312" y="0"/>
                    <a:pt x="36433" y="0"/>
                  </a:cubicBezTo>
                  <a:cubicBezTo>
                    <a:pt x="56555" y="0"/>
                    <a:pt x="72866" y="16312"/>
                    <a:pt x="72866" y="3643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481" name="图形 89"/>
          <p:cNvSpPr/>
          <p:nvPr/>
        </p:nvSpPr>
        <p:spPr>
          <a:xfrm>
            <a:off x="10671838" y="930615"/>
            <a:ext cx="523125" cy="523125"/>
          </a:xfrm>
          <a:custGeom>
            <a:avLst/>
            <a:gdLst>
              <a:gd name="connsiteX0" fmla="*/ 505018 w 523125"/>
              <a:gd name="connsiteY0" fmla="*/ 318786 h 523125"/>
              <a:gd name="connsiteX1" fmla="*/ 531343 w 523125"/>
              <a:gd name="connsiteY1" fmla="*/ 292444 h 523125"/>
              <a:gd name="connsiteX2" fmla="*/ 531343 w 523125"/>
              <a:gd name="connsiteY2" fmla="*/ 238849 h 523125"/>
              <a:gd name="connsiteX3" fmla="*/ 505018 w 523125"/>
              <a:gd name="connsiteY3" fmla="*/ 212524 h 523125"/>
              <a:gd name="connsiteX4" fmla="*/ 475403 w 523125"/>
              <a:gd name="connsiteY4" fmla="*/ 212524 h 523125"/>
              <a:gd name="connsiteX5" fmla="*/ 475335 w 523125"/>
              <a:gd name="connsiteY5" fmla="*/ 212423 h 523125"/>
              <a:gd name="connsiteX6" fmla="*/ 451406 w 523125"/>
              <a:gd name="connsiteY6" fmla="*/ 154879 h 523125"/>
              <a:gd name="connsiteX7" fmla="*/ 472044 w 523125"/>
              <a:gd name="connsiteY7" fmla="*/ 134207 h 523125"/>
              <a:gd name="connsiteX8" fmla="*/ 472044 w 523125"/>
              <a:gd name="connsiteY8" fmla="*/ 96998 h 523125"/>
              <a:gd name="connsiteX9" fmla="*/ 434126 w 523125"/>
              <a:gd name="connsiteY9" fmla="*/ 59096 h 523125"/>
              <a:gd name="connsiteX10" fmla="*/ 415496 w 523125"/>
              <a:gd name="connsiteY10" fmla="*/ 51384 h 523125"/>
              <a:gd name="connsiteX11" fmla="*/ 396883 w 523125"/>
              <a:gd name="connsiteY11" fmla="*/ 59113 h 523125"/>
              <a:gd name="connsiteX12" fmla="*/ 376262 w 523125"/>
              <a:gd name="connsiteY12" fmla="*/ 79751 h 523125"/>
              <a:gd name="connsiteX13" fmla="*/ 319208 w 523125"/>
              <a:gd name="connsiteY13" fmla="*/ 55924 h 523125"/>
              <a:gd name="connsiteX14" fmla="*/ 318887 w 523125"/>
              <a:gd name="connsiteY14" fmla="*/ 26139 h 523125"/>
              <a:gd name="connsiteX15" fmla="*/ 292579 w 523125"/>
              <a:gd name="connsiteY15" fmla="*/ 0 h 523125"/>
              <a:gd name="connsiteX16" fmla="*/ 239001 w 523125"/>
              <a:gd name="connsiteY16" fmla="*/ 0 h 523125"/>
              <a:gd name="connsiteX17" fmla="*/ 220320 w 523125"/>
              <a:gd name="connsiteY17" fmla="*/ 7779 h 523125"/>
              <a:gd name="connsiteX18" fmla="*/ 212693 w 523125"/>
              <a:gd name="connsiteY18" fmla="*/ 26528 h 523125"/>
              <a:gd name="connsiteX19" fmla="*/ 212946 w 523125"/>
              <a:gd name="connsiteY19" fmla="*/ 55316 h 523125"/>
              <a:gd name="connsiteX20" fmla="*/ 154035 w 523125"/>
              <a:gd name="connsiteY20" fmla="*/ 79650 h 523125"/>
              <a:gd name="connsiteX21" fmla="*/ 133515 w 523125"/>
              <a:gd name="connsiteY21" fmla="*/ 59096 h 523125"/>
              <a:gd name="connsiteX22" fmla="*/ 114919 w 523125"/>
              <a:gd name="connsiteY22" fmla="*/ 51384 h 523125"/>
              <a:gd name="connsiteX23" fmla="*/ 96306 w 523125"/>
              <a:gd name="connsiteY23" fmla="*/ 59096 h 523125"/>
              <a:gd name="connsiteX24" fmla="*/ 58354 w 523125"/>
              <a:gd name="connsiteY24" fmla="*/ 97031 h 523125"/>
              <a:gd name="connsiteX25" fmla="*/ 58354 w 523125"/>
              <a:gd name="connsiteY25" fmla="*/ 134241 h 523125"/>
              <a:gd name="connsiteX26" fmla="*/ 78992 w 523125"/>
              <a:gd name="connsiteY26" fmla="*/ 154879 h 523125"/>
              <a:gd name="connsiteX27" fmla="*/ 55097 w 523125"/>
              <a:gd name="connsiteY27" fmla="*/ 212423 h 523125"/>
              <a:gd name="connsiteX28" fmla="*/ 55046 w 523125"/>
              <a:gd name="connsiteY28" fmla="*/ 212524 h 523125"/>
              <a:gd name="connsiteX29" fmla="*/ 26325 w 523125"/>
              <a:gd name="connsiteY29" fmla="*/ 212524 h 523125"/>
              <a:gd name="connsiteX30" fmla="*/ 0 w 523125"/>
              <a:gd name="connsiteY30" fmla="*/ 238849 h 523125"/>
              <a:gd name="connsiteX31" fmla="*/ 0 w 523125"/>
              <a:gd name="connsiteY31" fmla="*/ 292494 h 523125"/>
              <a:gd name="connsiteX32" fmla="*/ 26325 w 523125"/>
              <a:gd name="connsiteY32" fmla="*/ 318836 h 523125"/>
              <a:gd name="connsiteX33" fmla="*/ 54911 w 523125"/>
              <a:gd name="connsiteY33" fmla="*/ 318836 h 523125"/>
              <a:gd name="connsiteX34" fmla="*/ 54203 w 523125"/>
              <a:gd name="connsiteY34" fmla="*/ 315748 h 523125"/>
              <a:gd name="connsiteX35" fmla="*/ 54911 w 523125"/>
              <a:gd name="connsiteY35" fmla="*/ 318701 h 523125"/>
              <a:gd name="connsiteX36" fmla="*/ 79026 w 523125"/>
              <a:gd name="connsiteY36" fmla="*/ 377004 h 523125"/>
              <a:gd name="connsiteX37" fmla="*/ 58404 w 523125"/>
              <a:gd name="connsiteY37" fmla="*/ 397609 h 523125"/>
              <a:gd name="connsiteX38" fmla="*/ 50693 w 523125"/>
              <a:gd name="connsiteY38" fmla="*/ 416239 h 523125"/>
              <a:gd name="connsiteX39" fmla="*/ 58404 w 523125"/>
              <a:gd name="connsiteY39" fmla="*/ 434869 h 523125"/>
              <a:gd name="connsiteX40" fmla="*/ 96323 w 523125"/>
              <a:gd name="connsiteY40" fmla="*/ 472804 h 523125"/>
              <a:gd name="connsiteX41" fmla="*/ 114919 w 523125"/>
              <a:gd name="connsiteY41" fmla="*/ 480516 h 523125"/>
              <a:gd name="connsiteX42" fmla="*/ 133532 w 523125"/>
              <a:gd name="connsiteY42" fmla="*/ 472804 h 523125"/>
              <a:gd name="connsiteX43" fmla="*/ 154136 w 523125"/>
              <a:gd name="connsiteY43" fmla="*/ 452166 h 523125"/>
              <a:gd name="connsiteX44" fmla="*/ 212996 w 523125"/>
              <a:gd name="connsiteY44" fmla="*/ 476432 h 523125"/>
              <a:gd name="connsiteX45" fmla="*/ 212743 w 523125"/>
              <a:gd name="connsiteY45" fmla="*/ 504900 h 523125"/>
              <a:gd name="connsiteX46" fmla="*/ 220371 w 523125"/>
              <a:gd name="connsiteY46" fmla="*/ 523648 h 523125"/>
              <a:gd name="connsiteX47" fmla="*/ 239051 w 523125"/>
              <a:gd name="connsiteY47" fmla="*/ 531428 h 523125"/>
              <a:gd name="connsiteX48" fmla="*/ 292629 w 523125"/>
              <a:gd name="connsiteY48" fmla="*/ 531428 h 523125"/>
              <a:gd name="connsiteX49" fmla="*/ 318954 w 523125"/>
              <a:gd name="connsiteY49" fmla="*/ 505271 h 523125"/>
              <a:gd name="connsiteX50" fmla="*/ 319275 w 523125"/>
              <a:gd name="connsiteY50" fmla="*/ 476027 h 523125"/>
              <a:gd name="connsiteX51" fmla="*/ 376296 w 523125"/>
              <a:gd name="connsiteY51" fmla="*/ 452216 h 523125"/>
              <a:gd name="connsiteX52" fmla="*/ 396917 w 523125"/>
              <a:gd name="connsiteY52" fmla="*/ 472821 h 523125"/>
              <a:gd name="connsiteX53" fmla="*/ 434126 w 523125"/>
              <a:gd name="connsiteY53" fmla="*/ 472821 h 523125"/>
              <a:gd name="connsiteX54" fmla="*/ 472044 w 523125"/>
              <a:gd name="connsiteY54" fmla="*/ 434970 h 523125"/>
              <a:gd name="connsiteX55" fmla="*/ 472044 w 523125"/>
              <a:gd name="connsiteY55" fmla="*/ 397727 h 523125"/>
              <a:gd name="connsiteX56" fmla="*/ 451389 w 523125"/>
              <a:gd name="connsiteY56" fmla="*/ 377072 h 523125"/>
              <a:gd name="connsiteX57" fmla="*/ 475554 w 523125"/>
              <a:gd name="connsiteY57" fmla="*/ 318769 h 523125"/>
              <a:gd name="connsiteX58" fmla="*/ 475554 w 523125"/>
              <a:gd name="connsiteY58" fmla="*/ 318904 h 523125"/>
              <a:gd name="connsiteX59" fmla="*/ 505052 w 523125"/>
              <a:gd name="connsiteY59" fmla="*/ 318904 h 523125"/>
              <a:gd name="connsiteX60" fmla="*/ 505018 w 523125"/>
              <a:gd name="connsiteY60" fmla="*/ 318786 h 523125"/>
              <a:gd name="connsiteX61" fmla="*/ 505018 w 523125"/>
              <a:gd name="connsiteY61" fmla="*/ 318786 h 523125"/>
              <a:gd name="connsiteX62" fmla="*/ 265224 w 523125"/>
              <a:gd name="connsiteY62" fmla="*/ 339913 h 523125"/>
              <a:gd name="connsiteX63" fmla="*/ 191244 w 523125"/>
              <a:gd name="connsiteY63" fmla="*/ 265916 h 523125"/>
              <a:gd name="connsiteX64" fmla="*/ 265224 w 523125"/>
              <a:gd name="connsiteY64" fmla="*/ 191919 h 523125"/>
              <a:gd name="connsiteX65" fmla="*/ 339221 w 523125"/>
              <a:gd name="connsiteY65" fmla="*/ 265916 h 523125"/>
              <a:gd name="connsiteX66" fmla="*/ 265224 w 523125"/>
              <a:gd name="connsiteY66" fmla="*/ 339913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523125" h="523125">
                <a:moveTo>
                  <a:pt x="505018" y="318786"/>
                </a:moveTo>
                <a:cubicBezTo>
                  <a:pt x="519531" y="318786"/>
                  <a:pt x="531343" y="307024"/>
                  <a:pt x="531343" y="292444"/>
                </a:cubicBezTo>
                <a:lnTo>
                  <a:pt x="531343" y="238849"/>
                </a:lnTo>
                <a:cubicBezTo>
                  <a:pt x="531343" y="224319"/>
                  <a:pt x="519581" y="212524"/>
                  <a:pt x="505018" y="212524"/>
                </a:cubicBezTo>
                <a:lnTo>
                  <a:pt x="475403" y="212524"/>
                </a:lnTo>
                <a:cubicBezTo>
                  <a:pt x="475386" y="212507"/>
                  <a:pt x="475386" y="212490"/>
                  <a:pt x="475335" y="212423"/>
                </a:cubicBezTo>
                <a:cubicBezTo>
                  <a:pt x="470154" y="191919"/>
                  <a:pt x="462004" y="172581"/>
                  <a:pt x="451406" y="154879"/>
                </a:cubicBezTo>
                <a:lnTo>
                  <a:pt x="472044" y="134207"/>
                </a:lnTo>
                <a:cubicBezTo>
                  <a:pt x="482288" y="123930"/>
                  <a:pt x="482288" y="107274"/>
                  <a:pt x="472044" y="96998"/>
                </a:cubicBezTo>
                <a:lnTo>
                  <a:pt x="434126" y="59096"/>
                </a:lnTo>
                <a:cubicBezTo>
                  <a:pt x="429182" y="54152"/>
                  <a:pt x="422483" y="51384"/>
                  <a:pt x="415496" y="51384"/>
                </a:cubicBezTo>
                <a:cubicBezTo>
                  <a:pt x="408544" y="51384"/>
                  <a:pt x="401811" y="54169"/>
                  <a:pt x="396883" y="59113"/>
                </a:cubicBezTo>
                <a:lnTo>
                  <a:pt x="376262" y="79751"/>
                </a:lnTo>
                <a:cubicBezTo>
                  <a:pt x="358729" y="69238"/>
                  <a:pt x="339542" y="61121"/>
                  <a:pt x="319208" y="55924"/>
                </a:cubicBezTo>
                <a:cubicBezTo>
                  <a:pt x="319140" y="55907"/>
                  <a:pt x="319005" y="40686"/>
                  <a:pt x="318887" y="26139"/>
                </a:cubicBezTo>
                <a:cubicBezTo>
                  <a:pt x="318803" y="11678"/>
                  <a:pt x="307074" y="0"/>
                  <a:pt x="292579" y="0"/>
                </a:cubicBezTo>
                <a:lnTo>
                  <a:pt x="239001" y="0"/>
                </a:lnTo>
                <a:cubicBezTo>
                  <a:pt x="231981" y="0"/>
                  <a:pt x="225264" y="2801"/>
                  <a:pt x="220320" y="7779"/>
                </a:cubicBezTo>
                <a:cubicBezTo>
                  <a:pt x="215376" y="12758"/>
                  <a:pt x="212625" y="19524"/>
                  <a:pt x="212693" y="26528"/>
                </a:cubicBezTo>
                <a:lnTo>
                  <a:pt x="212946" y="55316"/>
                </a:lnTo>
                <a:cubicBezTo>
                  <a:pt x="191953" y="59771"/>
                  <a:pt x="172159" y="68816"/>
                  <a:pt x="154035" y="79650"/>
                </a:cubicBezTo>
                <a:lnTo>
                  <a:pt x="133515" y="59096"/>
                </a:lnTo>
                <a:cubicBezTo>
                  <a:pt x="128588" y="54152"/>
                  <a:pt x="121888" y="51384"/>
                  <a:pt x="114919" y="51384"/>
                </a:cubicBezTo>
                <a:cubicBezTo>
                  <a:pt x="107933" y="51384"/>
                  <a:pt x="101233" y="54169"/>
                  <a:pt x="96306" y="59096"/>
                </a:cubicBezTo>
                <a:lnTo>
                  <a:pt x="58354" y="97031"/>
                </a:lnTo>
                <a:cubicBezTo>
                  <a:pt x="48094" y="107308"/>
                  <a:pt x="48077" y="123964"/>
                  <a:pt x="58354" y="134241"/>
                </a:cubicBezTo>
                <a:lnTo>
                  <a:pt x="78992" y="154879"/>
                </a:lnTo>
                <a:cubicBezTo>
                  <a:pt x="68428" y="172598"/>
                  <a:pt x="60294" y="191919"/>
                  <a:pt x="55097" y="212423"/>
                </a:cubicBezTo>
                <a:cubicBezTo>
                  <a:pt x="55080" y="212490"/>
                  <a:pt x="55080" y="212507"/>
                  <a:pt x="55046" y="212524"/>
                </a:cubicBezTo>
                <a:lnTo>
                  <a:pt x="26325" y="212524"/>
                </a:lnTo>
                <a:cubicBezTo>
                  <a:pt x="11796" y="212524"/>
                  <a:pt x="0" y="224303"/>
                  <a:pt x="0" y="238849"/>
                </a:cubicBezTo>
                <a:lnTo>
                  <a:pt x="0" y="292494"/>
                </a:lnTo>
                <a:cubicBezTo>
                  <a:pt x="0" y="307024"/>
                  <a:pt x="11779" y="318836"/>
                  <a:pt x="26325" y="318836"/>
                </a:cubicBezTo>
                <a:lnTo>
                  <a:pt x="54911" y="318836"/>
                </a:lnTo>
                <a:cubicBezTo>
                  <a:pt x="54658" y="317790"/>
                  <a:pt x="54456" y="316828"/>
                  <a:pt x="54203" y="315748"/>
                </a:cubicBezTo>
                <a:cubicBezTo>
                  <a:pt x="54456" y="316727"/>
                  <a:pt x="54658" y="317739"/>
                  <a:pt x="54911" y="318701"/>
                </a:cubicBezTo>
                <a:cubicBezTo>
                  <a:pt x="60109" y="339491"/>
                  <a:pt x="68293" y="359100"/>
                  <a:pt x="79026" y="377004"/>
                </a:cubicBezTo>
                <a:lnTo>
                  <a:pt x="58404" y="397609"/>
                </a:lnTo>
                <a:cubicBezTo>
                  <a:pt x="53460" y="402519"/>
                  <a:pt x="50693" y="409219"/>
                  <a:pt x="50693" y="416239"/>
                </a:cubicBezTo>
                <a:cubicBezTo>
                  <a:pt x="50693" y="423259"/>
                  <a:pt x="53460" y="429924"/>
                  <a:pt x="58404" y="434869"/>
                </a:cubicBezTo>
                <a:lnTo>
                  <a:pt x="96323" y="472804"/>
                </a:lnTo>
                <a:cubicBezTo>
                  <a:pt x="101250" y="477714"/>
                  <a:pt x="107933" y="480516"/>
                  <a:pt x="114919" y="480516"/>
                </a:cubicBezTo>
                <a:cubicBezTo>
                  <a:pt x="121888" y="480516"/>
                  <a:pt x="128604" y="477714"/>
                  <a:pt x="133532" y="472804"/>
                </a:cubicBezTo>
                <a:lnTo>
                  <a:pt x="154136" y="452166"/>
                </a:lnTo>
                <a:cubicBezTo>
                  <a:pt x="172209" y="462983"/>
                  <a:pt x="192021" y="471251"/>
                  <a:pt x="212996" y="476432"/>
                </a:cubicBezTo>
                <a:lnTo>
                  <a:pt x="212743" y="504900"/>
                </a:lnTo>
                <a:cubicBezTo>
                  <a:pt x="212676" y="511920"/>
                  <a:pt x="215426" y="518670"/>
                  <a:pt x="220371" y="523648"/>
                </a:cubicBezTo>
                <a:cubicBezTo>
                  <a:pt x="225315" y="528626"/>
                  <a:pt x="232031" y="531428"/>
                  <a:pt x="239051" y="531428"/>
                </a:cubicBezTo>
                <a:lnTo>
                  <a:pt x="292629" y="531428"/>
                </a:lnTo>
                <a:cubicBezTo>
                  <a:pt x="307074" y="531428"/>
                  <a:pt x="318853" y="519750"/>
                  <a:pt x="318954" y="505271"/>
                </a:cubicBezTo>
                <a:cubicBezTo>
                  <a:pt x="319056" y="490928"/>
                  <a:pt x="319157" y="476044"/>
                  <a:pt x="319275" y="476027"/>
                </a:cubicBezTo>
                <a:cubicBezTo>
                  <a:pt x="339593" y="470796"/>
                  <a:pt x="358746" y="462713"/>
                  <a:pt x="376296" y="452216"/>
                </a:cubicBezTo>
                <a:lnTo>
                  <a:pt x="396917" y="472821"/>
                </a:lnTo>
                <a:cubicBezTo>
                  <a:pt x="407194" y="483098"/>
                  <a:pt x="423883" y="483098"/>
                  <a:pt x="434126" y="472821"/>
                </a:cubicBezTo>
                <a:lnTo>
                  <a:pt x="472044" y="434970"/>
                </a:lnTo>
                <a:cubicBezTo>
                  <a:pt x="482271" y="424693"/>
                  <a:pt x="482304" y="408021"/>
                  <a:pt x="472044" y="397727"/>
                </a:cubicBezTo>
                <a:lnTo>
                  <a:pt x="451389" y="377072"/>
                </a:lnTo>
                <a:cubicBezTo>
                  <a:pt x="462139" y="359151"/>
                  <a:pt x="470306" y="339559"/>
                  <a:pt x="475554" y="318769"/>
                </a:cubicBezTo>
                <a:cubicBezTo>
                  <a:pt x="475824" y="317790"/>
                  <a:pt x="475824" y="317858"/>
                  <a:pt x="475554" y="318904"/>
                </a:cubicBezTo>
                <a:lnTo>
                  <a:pt x="505052" y="318904"/>
                </a:lnTo>
                <a:lnTo>
                  <a:pt x="505018" y="318786"/>
                </a:lnTo>
                <a:lnTo>
                  <a:pt x="505018" y="318786"/>
                </a:lnTo>
                <a:close/>
                <a:moveTo>
                  <a:pt x="265224" y="339913"/>
                </a:moveTo>
                <a:cubicBezTo>
                  <a:pt x="224370" y="339913"/>
                  <a:pt x="191244" y="306754"/>
                  <a:pt x="191244" y="265916"/>
                </a:cubicBezTo>
                <a:cubicBezTo>
                  <a:pt x="191244" y="225079"/>
                  <a:pt x="224370" y="191919"/>
                  <a:pt x="265224" y="191919"/>
                </a:cubicBezTo>
                <a:cubicBezTo>
                  <a:pt x="306096" y="191919"/>
                  <a:pt x="339221" y="225062"/>
                  <a:pt x="339221" y="265916"/>
                </a:cubicBezTo>
                <a:cubicBezTo>
                  <a:pt x="339221" y="306771"/>
                  <a:pt x="306096" y="339913"/>
                  <a:pt x="265224" y="33991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12" name="组合 911"/>
          <p:cNvGrpSpPr/>
          <p:nvPr/>
        </p:nvGrpSpPr>
        <p:grpSpPr>
          <a:xfrm>
            <a:off x="918238" y="2160275"/>
            <a:ext cx="523125" cy="421875"/>
            <a:chOff x="4685394" y="2520330"/>
            <a:chExt cx="523125" cy="421875"/>
          </a:xfrm>
          <a:solidFill>
            <a:schemeClr val="accent1"/>
          </a:solidFill>
        </p:grpSpPr>
        <p:sp>
          <p:nvSpPr>
            <p:cNvPr id="483" name="任意多边形: 形状 482"/>
            <p:cNvSpPr/>
            <p:nvPr/>
          </p:nvSpPr>
          <p:spPr>
            <a:xfrm>
              <a:off x="4875610" y="2728298"/>
              <a:ext cx="33750" cy="33750"/>
            </a:xfrm>
            <a:custGeom>
              <a:avLst/>
              <a:gdLst>
                <a:gd name="connsiteX0" fmla="*/ 45411 w 33750"/>
                <a:gd name="connsiteY0" fmla="*/ 22714 h 33750"/>
                <a:gd name="connsiteX1" fmla="*/ 22714 w 33750"/>
                <a:gd name="connsiteY1" fmla="*/ 0 h 33750"/>
                <a:gd name="connsiteX2" fmla="*/ 0 w 33750"/>
                <a:gd name="connsiteY2" fmla="*/ 22714 h 33750"/>
                <a:gd name="connsiteX3" fmla="*/ 22714 w 33750"/>
                <a:gd name="connsiteY3" fmla="*/ 45411 h 33750"/>
                <a:gd name="connsiteX4" fmla="*/ 45411 w 33750"/>
                <a:gd name="connsiteY4" fmla="*/ 22714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33750">
                  <a:moveTo>
                    <a:pt x="45411" y="22714"/>
                  </a:moveTo>
                  <a:cubicBezTo>
                    <a:pt x="45411" y="10176"/>
                    <a:pt x="35218" y="0"/>
                    <a:pt x="22714" y="0"/>
                  </a:cubicBezTo>
                  <a:cubicBezTo>
                    <a:pt x="10176" y="0"/>
                    <a:pt x="0" y="10176"/>
                    <a:pt x="0" y="22714"/>
                  </a:cubicBezTo>
                  <a:cubicBezTo>
                    <a:pt x="0" y="35201"/>
                    <a:pt x="10159" y="45411"/>
                    <a:pt x="22714" y="45411"/>
                  </a:cubicBezTo>
                  <a:cubicBezTo>
                    <a:pt x="35218" y="45411"/>
                    <a:pt x="45411" y="35201"/>
                    <a:pt x="45411" y="2271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4" name="任意多边形: 形状 483"/>
            <p:cNvSpPr/>
            <p:nvPr/>
          </p:nvSpPr>
          <p:spPr>
            <a:xfrm>
              <a:off x="5003235" y="2728298"/>
              <a:ext cx="33750" cy="33750"/>
            </a:xfrm>
            <a:custGeom>
              <a:avLst/>
              <a:gdLst>
                <a:gd name="connsiteX0" fmla="*/ 45394 w 33750"/>
                <a:gd name="connsiteY0" fmla="*/ 22697 h 33750"/>
                <a:gd name="connsiteX1" fmla="*/ 22697 w 33750"/>
                <a:gd name="connsiteY1" fmla="*/ 45394 h 33750"/>
                <a:gd name="connsiteX2" fmla="*/ 0 w 33750"/>
                <a:gd name="connsiteY2" fmla="*/ 22697 h 33750"/>
                <a:gd name="connsiteX3" fmla="*/ 22697 w 33750"/>
                <a:gd name="connsiteY3" fmla="*/ 0 h 33750"/>
                <a:gd name="connsiteX4" fmla="*/ 45394 w 33750"/>
                <a:gd name="connsiteY4" fmla="*/ 22697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33750">
                  <a:moveTo>
                    <a:pt x="45394" y="22697"/>
                  </a:moveTo>
                  <a:cubicBezTo>
                    <a:pt x="45394" y="35232"/>
                    <a:pt x="35232" y="45394"/>
                    <a:pt x="22697" y="45394"/>
                  </a:cubicBezTo>
                  <a:cubicBezTo>
                    <a:pt x="10162" y="45394"/>
                    <a:pt x="0" y="35232"/>
                    <a:pt x="0" y="22697"/>
                  </a:cubicBezTo>
                  <a:cubicBezTo>
                    <a:pt x="0" y="10162"/>
                    <a:pt x="10162" y="0"/>
                    <a:pt x="22697" y="0"/>
                  </a:cubicBezTo>
                  <a:cubicBezTo>
                    <a:pt x="35232" y="0"/>
                    <a:pt x="45394" y="10162"/>
                    <a:pt x="45394" y="2269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5" name="任意多边形: 形状 484"/>
            <p:cNvSpPr/>
            <p:nvPr/>
          </p:nvSpPr>
          <p:spPr>
            <a:xfrm>
              <a:off x="4905664" y="2799612"/>
              <a:ext cx="101250" cy="33750"/>
            </a:xfrm>
            <a:custGeom>
              <a:avLst/>
              <a:gdLst>
                <a:gd name="connsiteX0" fmla="*/ 56362 w 101250"/>
                <a:gd name="connsiteY0" fmla="*/ 42677 h 33750"/>
                <a:gd name="connsiteX1" fmla="*/ 112742 w 101250"/>
                <a:gd name="connsiteY1" fmla="*/ 0 h 33750"/>
                <a:gd name="connsiteX2" fmla="*/ 0 w 101250"/>
                <a:gd name="connsiteY2" fmla="*/ 0 h 33750"/>
                <a:gd name="connsiteX3" fmla="*/ 56362 w 101250"/>
                <a:gd name="connsiteY3" fmla="*/ 42677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0" h="33750">
                  <a:moveTo>
                    <a:pt x="56362" y="42677"/>
                  </a:moveTo>
                  <a:cubicBezTo>
                    <a:pt x="83228" y="42677"/>
                    <a:pt x="105637" y="23929"/>
                    <a:pt x="112742" y="0"/>
                  </a:cubicBezTo>
                  <a:lnTo>
                    <a:pt x="0" y="0"/>
                  </a:lnTo>
                  <a:cubicBezTo>
                    <a:pt x="7087" y="23929"/>
                    <a:pt x="29531" y="42677"/>
                    <a:pt x="56362" y="4267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6" name="任意多边形: 形状 485"/>
            <p:cNvSpPr/>
            <p:nvPr/>
          </p:nvSpPr>
          <p:spPr>
            <a:xfrm>
              <a:off x="4685394" y="2520330"/>
              <a:ext cx="523125" cy="421875"/>
            </a:xfrm>
            <a:custGeom>
              <a:avLst/>
              <a:gdLst>
                <a:gd name="connsiteX0" fmla="*/ 535528 w 523125"/>
                <a:gd name="connsiteY0" fmla="*/ 27439 h 421875"/>
                <a:gd name="connsiteX1" fmla="*/ 399904 w 523125"/>
                <a:gd name="connsiteY1" fmla="*/ 48955 h 421875"/>
                <a:gd name="connsiteX2" fmla="*/ 272211 w 523125"/>
                <a:gd name="connsiteY2" fmla="*/ 5215 h 421875"/>
                <a:gd name="connsiteX3" fmla="*/ 139101 w 523125"/>
                <a:gd name="connsiteY3" fmla="*/ 53292 h 421875"/>
                <a:gd name="connsiteX4" fmla="*/ 0 w 523125"/>
                <a:gd name="connsiteY4" fmla="*/ 27439 h 421875"/>
                <a:gd name="connsiteX5" fmla="*/ 106498 w 523125"/>
                <a:gd name="connsiteY5" fmla="*/ 87194 h 421875"/>
                <a:gd name="connsiteX6" fmla="*/ 63450 w 523125"/>
                <a:gd name="connsiteY6" fmla="*/ 213993 h 421875"/>
                <a:gd name="connsiteX7" fmla="*/ 272211 w 523125"/>
                <a:gd name="connsiteY7" fmla="*/ 422719 h 421875"/>
                <a:gd name="connsiteX8" fmla="*/ 480954 w 523125"/>
                <a:gd name="connsiteY8" fmla="*/ 213993 h 421875"/>
                <a:gd name="connsiteX9" fmla="*/ 438497 w 523125"/>
                <a:gd name="connsiteY9" fmla="*/ 87919 h 421875"/>
                <a:gd name="connsiteX10" fmla="*/ 535528 w 523125"/>
                <a:gd name="connsiteY10" fmla="*/ 27439 h 421875"/>
                <a:gd name="connsiteX11" fmla="*/ 272211 w 523125"/>
                <a:gd name="connsiteY11" fmla="*/ 371858 h 421875"/>
                <a:gd name="connsiteX12" fmla="*/ 114328 w 523125"/>
                <a:gd name="connsiteY12" fmla="*/ 213993 h 421875"/>
                <a:gd name="connsiteX13" fmla="*/ 117939 w 523125"/>
                <a:gd name="connsiteY13" fmla="*/ 180394 h 421875"/>
                <a:gd name="connsiteX14" fmla="*/ 218784 w 523125"/>
                <a:gd name="connsiteY14" fmla="*/ 180394 h 421875"/>
                <a:gd name="connsiteX15" fmla="*/ 218379 w 523125"/>
                <a:gd name="connsiteY15" fmla="*/ 137903 h 421875"/>
                <a:gd name="connsiteX16" fmla="*/ 261816 w 523125"/>
                <a:gd name="connsiteY16" fmla="*/ 180394 h 421875"/>
                <a:gd name="connsiteX17" fmla="*/ 426516 w 523125"/>
                <a:gd name="connsiteY17" fmla="*/ 180394 h 421875"/>
                <a:gd name="connsiteX18" fmla="*/ 430127 w 523125"/>
                <a:gd name="connsiteY18" fmla="*/ 213993 h 421875"/>
                <a:gd name="connsiteX19" fmla="*/ 272211 w 523125"/>
                <a:gd name="connsiteY19" fmla="*/ 371858 h 42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3125" h="421875">
                  <a:moveTo>
                    <a:pt x="535528" y="27439"/>
                  </a:moveTo>
                  <a:cubicBezTo>
                    <a:pt x="479199" y="-33226"/>
                    <a:pt x="422297" y="21719"/>
                    <a:pt x="399904" y="48955"/>
                  </a:cubicBezTo>
                  <a:cubicBezTo>
                    <a:pt x="364568" y="21550"/>
                    <a:pt x="320271" y="5215"/>
                    <a:pt x="272211" y="5215"/>
                  </a:cubicBezTo>
                  <a:cubicBezTo>
                    <a:pt x="221653" y="5215"/>
                    <a:pt x="175247" y="23271"/>
                    <a:pt x="139101" y="53292"/>
                  </a:cubicBezTo>
                  <a:cubicBezTo>
                    <a:pt x="119661" y="28300"/>
                    <a:pt x="59484" y="-36652"/>
                    <a:pt x="0" y="27439"/>
                  </a:cubicBezTo>
                  <a:cubicBezTo>
                    <a:pt x="0" y="27439"/>
                    <a:pt x="19727" y="96644"/>
                    <a:pt x="106498" y="87194"/>
                  </a:cubicBezTo>
                  <a:cubicBezTo>
                    <a:pt x="79498" y="122378"/>
                    <a:pt x="63450" y="166321"/>
                    <a:pt x="63450" y="213993"/>
                  </a:cubicBezTo>
                  <a:cubicBezTo>
                    <a:pt x="63450" y="329097"/>
                    <a:pt x="157106" y="422719"/>
                    <a:pt x="272211" y="422719"/>
                  </a:cubicBezTo>
                  <a:cubicBezTo>
                    <a:pt x="387315" y="422719"/>
                    <a:pt x="480954" y="329097"/>
                    <a:pt x="480954" y="213993"/>
                  </a:cubicBezTo>
                  <a:cubicBezTo>
                    <a:pt x="480954" y="166675"/>
                    <a:pt x="465126" y="122969"/>
                    <a:pt x="438497" y="87919"/>
                  </a:cubicBezTo>
                  <a:cubicBezTo>
                    <a:pt x="517253" y="91564"/>
                    <a:pt x="535528" y="27439"/>
                    <a:pt x="535528" y="27439"/>
                  </a:cubicBezTo>
                  <a:close/>
                  <a:moveTo>
                    <a:pt x="272211" y="371858"/>
                  </a:moveTo>
                  <a:cubicBezTo>
                    <a:pt x="185169" y="371858"/>
                    <a:pt x="114328" y="301034"/>
                    <a:pt x="114328" y="213993"/>
                  </a:cubicBezTo>
                  <a:cubicBezTo>
                    <a:pt x="114328" y="202467"/>
                    <a:pt x="115577" y="191228"/>
                    <a:pt x="117939" y="180394"/>
                  </a:cubicBezTo>
                  <a:lnTo>
                    <a:pt x="218784" y="180394"/>
                  </a:lnTo>
                  <a:lnTo>
                    <a:pt x="218379" y="137903"/>
                  </a:lnTo>
                  <a:lnTo>
                    <a:pt x="261816" y="180394"/>
                  </a:lnTo>
                  <a:lnTo>
                    <a:pt x="426516" y="180394"/>
                  </a:lnTo>
                  <a:cubicBezTo>
                    <a:pt x="428861" y="191245"/>
                    <a:pt x="430127" y="202484"/>
                    <a:pt x="430127" y="213993"/>
                  </a:cubicBezTo>
                  <a:cubicBezTo>
                    <a:pt x="430093" y="301034"/>
                    <a:pt x="359269" y="371858"/>
                    <a:pt x="272211" y="37185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15" name="组合 914"/>
          <p:cNvGrpSpPr/>
          <p:nvPr/>
        </p:nvGrpSpPr>
        <p:grpSpPr>
          <a:xfrm>
            <a:off x="2137438" y="2121403"/>
            <a:ext cx="519420" cy="499619"/>
            <a:chOff x="366416" y="3535193"/>
            <a:chExt cx="519420" cy="499619"/>
          </a:xfrm>
          <a:solidFill>
            <a:schemeClr val="accent1"/>
          </a:solidFill>
        </p:grpSpPr>
        <p:sp>
          <p:nvSpPr>
            <p:cNvPr id="530" name="任意多边形: 形状 529"/>
            <p:cNvSpPr/>
            <p:nvPr/>
          </p:nvSpPr>
          <p:spPr>
            <a:xfrm>
              <a:off x="366416" y="3984187"/>
              <a:ext cx="67500" cy="50625"/>
            </a:xfrm>
            <a:custGeom>
              <a:avLst/>
              <a:gdLst>
                <a:gd name="connsiteX0" fmla="*/ 3720 w 67500"/>
                <a:gd name="connsiteY0" fmla="*/ 22494 h 50625"/>
                <a:gd name="connsiteX1" fmla="*/ 277 w 67500"/>
                <a:gd name="connsiteY1" fmla="*/ 34509 h 50625"/>
                <a:gd name="connsiteX2" fmla="*/ 8158 w 67500"/>
                <a:gd name="connsiteY2" fmla="*/ 44196 h 50625"/>
                <a:gd name="connsiteX3" fmla="*/ 52539 w 67500"/>
                <a:gd name="connsiteY3" fmla="*/ 63366 h 50625"/>
                <a:gd name="connsiteX4" fmla="*/ 67693 w 67500"/>
                <a:gd name="connsiteY4" fmla="*/ 60261 h 50625"/>
                <a:gd name="connsiteX5" fmla="*/ 77565 w 67500"/>
                <a:gd name="connsiteY5" fmla="*/ 49866 h 50625"/>
                <a:gd name="connsiteX6" fmla="*/ 25084 w 67500"/>
                <a:gd name="connsiteY6" fmla="*/ 0 h 50625"/>
                <a:gd name="connsiteX7" fmla="*/ 3720 w 67500"/>
                <a:gd name="connsiteY7" fmla="*/ 22494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500" h="50625">
                  <a:moveTo>
                    <a:pt x="3720" y="22494"/>
                  </a:moveTo>
                  <a:cubicBezTo>
                    <a:pt x="682" y="25701"/>
                    <a:pt x="-617" y="30173"/>
                    <a:pt x="277" y="34509"/>
                  </a:cubicBezTo>
                  <a:cubicBezTo>
                    <a:pt x="1155" y="38829"/>
                    <a:pt x="4108" y="42457"/>
                    <a:pt x="8158" y="44196"/>
                  </a:cubicBezTo>
                  <a:lnTo>
                    <a:pt x="52539" y="63366"/>
                  </a:lnTo>
                  <a:cubicBezTo>
                    <a:pt x="57737" y="65627"/>
                    <a:pt x="63795" y="64378"/>
                    <a:pt x="67693" y="60261"/>
                  </a:cubicBezTo>
                  <a:lnTo>
                    <a:pt x="77565" y="49866"/>
                  </a:lnTo>
                  <a:lnTo>
                    <a:pt x="25084" y="0"/>
                  </a:lnTo>
                  <a:lnTo>
                    <a:pt x="3720" y="2249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1" name="任意多边形: 形状 530"/>
            <p:cNvSpPr/>
            <p:nvPr/>
          </p:nvSpPr>
          <p:spPr>
            <a:xfrm>
              <a:off x="396461" y="3535193"/>
              <a:ext cx="489375" cy="489375"/>
            </a:xfrm>
            <a:custGeom>
              <a:avLst/>
              <a:gdLst>
                <a:gd name="connsiteX0" fmla="*/ 466324 w 489375"/>
                <a:gd name="connsiteY0" fmla="*/ 153124 h 489375"/>
                <a:gd name="connsiteX1" fmla="*/ 467387 w 489375"/>
                <a:gd name="connsiteY1" fmla="*/ 151976 h 489375"/>
                <a:gd name="connsiteX2" fmla="*/ 466543 w 489375"/>
                <a:gd name="connsiteY2" fmla="*/ 127524 h 489375"/>
                <a:gd name="connsiteX3" fmla="*/ 479419 w 489375"/>
                <a:gd name="connsiteY3" fmla="*/ 113704 h 489375"/>
                <a:gd name="connsiteX4" fmla="*/ 357733 w 489375"/>
                <a:gd name="connsiteY4" fmla="*/ 0 h 489375"/>
                <a:gd name="connsiteX5" fmla="*/ 344874 w 489375"/>
                <a:gd name="connsiteY5" fmla="*/ 13804 h 489375"/>
                <a:gd name="connsiteX6" fmla="*/ 342124 w 489375"/>
                <a:gd name="connsiteY6" fmla="*/ 11239 h 489375"/>
                <a:gd name="connsiteX7" fmla="*/ 313656 w 489375"/>
                <a:gd name="connsiteY7" fmla="*/ 12218 h 489375"/>
                <a:gd name="connsiteX8" fmla="*/ 146813 w 489375"/>
                <a:gd name="connsiteY8" fmla="*/ 190772 h 489375"/>
                <a:gd name="connsiteX9" fmla="*/ 141767 w 489375"/>
                <a:gd name="connsiteY9" fmla="*/ 204255 h 489375"/>
                <a:gd name="connsiteX10" fmla="*/ 147724 w 489375"/>
                <a:gd name="connsiteY10" fmla="*/ 217350 h 489375"/>
                <a:gd name="connsiteX11" fmla="*/ 24621 w 489375"/>
                <a:gd name="connsiteY11" fmla="*/ 346933 h 489375"/>
                <a:gd name="connsiteX12" fmla="*/ 32046 w 489375"/>
                <a:gd name="connsiteY12" fmla="*/ 393964 h 489375"/>
                <a:gd name="connsiteX13" fmla="*/ 0 w 489375"/>
                <a:gd name="connsiteY13" fmla="*/ 427697 h 489375"/>
                <a:gd name="connsiteX14" fmla="*/ 68479 w 489375"/>
                <a:gd name="connsiteY14" fmla="*/ 492733 h 489375"/>
                <a:gd name="connsiteX15" fmla="*/ 101267 w 489375"/>
                <a:gd name="connsiteY15" fmla="*/ 458224 h 489375"/>
                <a:gd name="connsiteX16" fmla="*/ 147893 w 489375"/>
                <a:gd name="connsiteY16" fmla="*/ 463995 h 489375"/>
                <a:gd name="connsiteX17" fmla="*/ 271941 w 489375"/>
                <a:gd name="connsiteY17" fmla="*/ 333383 h 489375"/>
                <a:gd name="connsiteX18" fmla="*/ 272093 w 489375"/>
                <a:gd name="connsiteY18" fmla="*/ 333534 h 489375"/>
                <a:gd name="connsiteX19" fmla="*/ 298637 w 489375"/>
                <a:gd name="connsiteY19" fmla="*/ 332589 h 489375"/>
                <a:gd name="connsiteX20" fmla="*/ 388935 w 489375"/>
                <a:gd name="connsiteY20" fmla="*/ 235913 h 489375"/>
                <a:gd name="connsiteX21" fmla="*/ 406401 w 489375"/>
                <a:gd name="connsiteY21" fmla="*/ 252231 h 489375"/>
                <a:gd name="connsiteX22" fmla="*/ 277476 w 489375"/>
                <a:gd name="connsiteY22" fmla="*/ 390268 h 489375"/>
                <a:gd name="connsiteX23" fmla="*/ 290486 w 489375"/>
                <a:gd name="connsiteY23" fmla="*/ 402435 h 489375"/>
                <a:gd name="connsiteX24" fmla="*/ 304830 w 489375"/>
                <a:gd name="connsiteY24" fmla="*/ 407801 h 489375"/>
                <a:gd name="connsiteX25" fmla="*/ 318701 w 489375"/>
                <a:gd name="connsiteY25" fmla="*/ 401473 h 489375"/>
                <a:gd name="connsiteX26" fmla="*/ 491974 w 489375"/>
                <a:gd name="connsiteY26" fmla="*/ 216017 h 489375"/>
                <a:gd name="connsiteX27" fmla="*/ 499618 w 489375"/>
                <a:gd name="connsiteY27" fmla="*/ 195598 h 489375"/>
                <a:gd name="connsiteX28" fmla="*/ 490590 w 489375"/>
                <a:gd name="connsiteY28" fmla="*/ 175753 h 489375"/>
                <a:gd name="connsiteX29" fmla="*/ 466324 w 489375"/>
                <a:gd name="connsiteY29" fmla="*/ 153124 h 489375"/>
                <a:gd name="connsiteX30" fmla="*/ 341550 w 489375"/>
                <a:gd name="connsiteY30" fmla="*/ 78047 h 489375"/>
                <a:gd name="connsiteX31" fmla="*/ 230749 w 489375"/>
                <a:gd name="connsiteY31" fmla="*/ 196104 h 489375"/>
                <a:gd name="connsiteX32" fmla="*/ 216236 w 489375"/>
                <a:gd name="connsiteY32" fmla="*/ 202382 h 489375"/>
                <a:gd name="connsiteX33" fmla="*/ 202652 w 489375"/>
                <a:gd name="connsiteY33" fmla="*/ 196982 h 489375"/>
                <a:gd name="connsiteX34" fmla="*/ 201758 w 489375"/>
                <a:gd name="connsiteY34" fmla="*/ 168885 h 489375"/>
                <a:gd name="connsiteX35" fmla="*/ 312559 w 489375"/>
                <a:gd name="connsiteY35" fmla="*/ 50828 h 489375"/>
                <a:gd name="connsiteX36" fmla="*/ 340673 w 489375"/>
                <a:gd name="connsiteY36" fmla="*/ 49933 h 489375"/>
                <a:gd name="connsiteX37" fmla="*/ 341550 w 489375"/>
                <a:gd name="connsiteY37" fmla="*/ 78047 h 4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89375" h="489375">
                  <a:moveTo>
                    <a:pt x="466324" y="153124"/>
                  </a:moveTo>
                  <a:lnTo>
                    <a:pt x="467387" y="151976"/>
                  </a:lnTo>
                  <a:cubicBezTo>
                    <a:pt x="473934" y="144990"/>
                    <a:pt x="473529" y="134038"/>
                    <a:pt x="466543" y="127524"/>
                  </a:cubicBezTo>
                  <a:lnTo>
                    <a:pt x="479419" y="113704"/>
                  </a:lnTo>
                  <a:lnTo>
                    <a:pt x="357733" y="0"/>
                  </a:lnTo>
                  <a:lnTo>
                    <a:pt x="344874" y="13804"/>
                  </a:lnTo>
                  <a:lnTo>
                    <a:pt x="342124" y="11239"/>
                  </a:lnTo>
                  <a:cubicBezTo>
                    <a:pt x="334007" y="3662"/>
                    <a:pt x="321283" y="4101"/>
                    <a:pt x="313656" y="12218"/>
                  </a:cubicBezTo>
                  <a:lnTo>
                    <a:pt x="146813" y="190772"/>
                  </a:lnTo>
                  <a:cubicBezTo>
                    <a:pt x="143404" y="194417"/>
                    <a:pt x="141581" y="199277"/>
                    <a:pt x="141767" y="204255"/>
                  </a:cubicBezTo>
                  <a:cubicBezTo>
                    <a:pt x="141936" y="209233"/>
                    <a:pt x="144079" y="213958"/>
                    <a:pt x="147724" y="217350"/>
                  </a:cubicBezTo>
                  <a:lnTo>
                    <a:pt x="24621" y="346933"/>
                  </a:lnTo>
                  <a:cubicBezTo>
                    <a:pt x="24621" y="346933"/>
                    <a:pt x="22275" y="368601"/>
                    <a:pt x="32046" y="393964"/>
                  </a:cubicBezTo>
                  <a:lnTo>
                    <a:pt x="0" y="427697"/>
                  </a:lnTo>
                  <a:lnTo>
                    <a:pt x="68479" y="492733"/>
                  </a:lnTo>
                  <a:lnTo>
                    <a:pt x="101267" y="458224"/>
                  </a:lnTo>
                  <a:cubicBezTo>
                    <a:pt x="126714" y="466374"/>
                    <a:pt x="147893" y="463995"/>
                    <a:pt x="147893" y="463995"/>
                  </a:cubicBezTo>
                  <a:lnTo>
                    <a:pt x="271941" y="333383"/>
                  </a:lnTo>
                  <a:lnTo>
                    <a:pt x="272093" y="333534"/>
                  </a:lnTo>
                  <a:cubicBezTo>
                    <a:pt x="279686" y="340605"/>
                    <a:pt x="291566" y="340217"/>
                    <a:pt x="298637" y="332589"/>
                  </a:cubicBezTo>
                  <a:lnTo>
                    <a:pt x="388935" y="235913"/>
                  </a:lnTo>
                  <a:lnTo>
                    <a:pt x="406401" y="252231"/>
                  </a:lnTo>
                  <a:lnTo>
                    <a:pt x="277476" y="390268"/>
                  </a:lnTo>
                  <a:lnTo>
                    <a:pt x="290486" y="402435"/>
                  </a:lnTo>
                  <a:cubicBezTo>
                    <a:pt x="294368" y="406046"/>
                    <a:pt x="299514" y="407970"/>
                    <a:pt x="304830" y="407801"/>
                  </a:cubicBezTo>
                  <a:cubicBezTo>
                    <a:pt x="310095" y="407582"/>
                    <a:pt x="315107" y="405338"/>
                    <a:pt x="318701" y="401473"/>
                  </a:cubicBezTo>
                  <a:lnTo>
                    <a:pt x="491974" y="216017"/>
                  </a:lnTo>
                  <a:cubicBezTo>
                    <a:pt x="497121" y="210499"/>
                    <a:pt x="499888" y="203158"/>
                    <a:pt x="499618" y="195598"/>
                  </a:cubicBezTo>
                  <a:cubicBezTo>
                    <a:pt x="499348" y="188055"/>
                    <a:pt x="496125" y="180917"/>
                    <a:pt x="490590" y="175753"/>
                  </a:cubicBezTo>
                  <a:lnTo>
                    <a:pt x="466324" y="153124"/>
                  </a:lnTo>
                  <a:close/>
                  <a:moveTo>
                    <a:pt x="341550" y="78047"/>
                  </a:moveTo>
                  <a:lnTo>
                    <a:pt x="230749" y="196104"/>
                  </a:lnTo>
                  <a:cubicBezTo>
                    <a:pt x="226834" y="200273"/>
                    <a:pt x="221552" y="202382"/>
                    <a:pt x="216236" y="202382"/>
                  </a:cubicBezTo>
                  <a:cubicBezTo>
                    <a:pt x="211393" y="202382"/>
                    <a:pt x="206499" y="200593"/>
                    <a:pt x="202652" y="196982"/>
                  </a:cubicBezTo>
                  <a:cubicBezTo>
                    <a:pt x="194636" y="189473"/>
                    <a:pt x="194231" y="176901"/>
                    <a:pt x="201758" y="168885"/>
                  </a:cubicBezTo>
                  <a:lnTo>
                    <a:pt x="312559" y="50828"/>
                  </a:lnTo>
                  <a:cubicBezTo>
                    <a:pt x="320085" y="42795"/>
                    <a:pt x="332606" y="42390"/>
                    <a:pt x="340673" y="49933"/>
                  </a:cubicBezTo>
                  <a:cubicBezTo>
                    <a:pt x="348654" y="57459"/>
                    <a:pt x="349059" y="70048"/>
                    <a:pt x="341550" y="7804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532" name="图形 125"/>
          <p:cNvSpPr/>
          <p:nvPr/>
        </p:nvSpPr>
        <p:spPr>
          <a:xfrm>
            <a:off x="3356638" y="2109650"/>
            <a:ext cx="523125" cy="523125"/>
          </a:xfrm>
          <a:custGeom>
            <a:avLst/>
            <a:gdLst>
              <a:gd name="connsiteX0" fmla="*/ 529920 w 523125"/>
              <a:gd name="connsiteY0" fmla="*/ 167026 h 523125"/>
              <a:gd name="connsiteX1" fmla="*/ 419962 w 523125"/>
              <a:gd name="connsiteY1" fmla="*/ 273068 h 523125"/>
              <a:gd name="connsiteX2" fmla="*/ 397400 w 523125"/>
              <a:gd name="connsiteY2" fmla="*/ 249139 h 523125"/>
              <a:gd name="connsiteX3" fmla="*/ 480628 w 523125"/>
              <a:gd name="connsiteY3" fmla="*/ 168882 h 523125"/>
              <a:gd name="connsiteX4" fmla="*/ 481134 w 523125"/>
              <a:gd name="connsiteY4" fmla="*/ 140262 h 523125"/>
              <a:gd name="connsiteX5" fmla="*/ 406817 w 523125"/>
              <a:gd name="connsiteY5" fmla="*/ 63211 h 523125"/>
              <a:gd name="connsiteX6" fmla="*/ 392608 w 523125"/>
              <a:gd name="connsiteY6" fmla="*/ 57034 h 523125"/>
              <a:gd name="connsiteX7" fmla="*/ 378197 w 523125"/>
              <a:gd name="connsiteY7" fmla="*/ 62688 h 523125"/>
              <a:gd name="connsiteX8" fmla="*/ 312603 w 523125"/>
              <a:gd name="connsiteY8" fmla="*/ 125918 h 523125"/>
              <a:gd name="connsiteX9" fmla="*/ 369557 w 523125"/>
              <a:gd name="connsiteY9" fmla="*/ 184896 h 523125"/>
              <a:gd name="connsiteX10" fmla="*/ 368966 w 523125"/>
              <a:gd name="connsiteY10" fmla="*/ 202548 h 523125"/>
              <a:gd name="connsiteX11" fmla="*/ 356276 w 523125"/>
              <a:gd name="connsiteY11" fmla="*/ 205467 h 523125"/>
              <a:gd name="connsiteX12" fmla="*/ 273656 w 523125"/>
              <a:gd name="connsiteY12" fmla="*/ 117869 h 523125"/>
              <a:gd name="connsiteX13" fmla="*/ 381757 w 523125"/>
              <a:gd name="connsiteY13" fmla="*/ 13531 h 523125"/>
              <a:gd name="connsiteX14" fmla="*/ 405146 w 523125"/>
              <a:gd name="connsiteY14" fmla="*/ 14155 h 523125"/>
              <a:gd name="connsiteX15" fmla="*/ 530105 w 523125"/>
              <a:gd name="connsiteY15" fmla="*/ 143688 h 523125"/>
              <a:gd name="connsiteX16" fmla="*/ 529920 w 523125"/>
              <a:gd name="connsiteY16" fmla="*/ 167026 h 523125"/>
              <a:gd name="connsiteX17" fmla="*/ 156594 w 523125"/>
              <a:gd name="connsiteY17" fmla="*/ 481424 h 523125"/>
              <a:gd name="connsiteX18" fmla="*/ 142217 w 523125"/>
              <a:gd name="connsiteY18" fmla="*/ 487060 h 523125"/>
              <a:gd name="connsiteX19" fmla="*/ 127974 w 523125"/>
              <a:gd name="connsiteY19" fmla="*/ 480901 h 523125"/>
              <a:gd name="connsiteX20" fmla="*/ 53673 w 523125"/>
              <a:gd name="connsiteY20" fmla="*/ 403816 h 523125"/>
              <a:gd name="connsiteX21" fmla="*/ 54180 w 523125"/>
              <a:gd name="connsiteY21" fmla="*/ 375246 h 523125"/>
              <a:gd name="connsiteX22" fmla="*/ 88352 w 523125"/>
              <a:gd name="connsiteY22" fmla="*/ 410734 h 523125"/>
              <a:gd name="connsiteX23" fmla="*/ 105665 w 523125"/>
              <a:gd name="connsiteY23" fmla="*/ 411089 h 523125"/>
              <a:gd name="connsiteX24" fmla="*/ 105918 w 523125"/>
              <a:gd name="connsiteY24" fmla="*/ 393809 h 523125"/>
              <a:gd name="connsiteX25" fmla="*/ 71797 w 523125"/>
              <a:gd name="connsiteY25" fmla="*/ 358253 h 523125"/>
              <a:gd name="connsiteX26" fmla="*/ 80893 w 523125"/>
              <a:gd name="connsiteY26" fmla="*/ 349461 h 523125"/>
              <a:gd name="connsiteX27" fmla="*/ 115065 w 523125"/>
              <a:gd name="connsiteY27" fmla="*/ 384966 h 523125"/>
              <a:gd name="connsiteX28" fmla="*/ 132378 w 523125"/>
              <a:gd name="connsiteY28" fmla="*/ 385321 h 523125"/>
              <a:gd name="connsiteX29" fmla="*/ 132632 w 523125"/>
              <a:gd name="connsiteY29" fmla="*/ 368024 h 523125"/>
              <a:gd name="connsiteX30" fmla="*/ 98477 w 523125"/>
              <a:gd name="connsiteY30" fmla="*/ 332569 h 523125"/>
              <a:gd name="connsiteX31" fmla="*/ 107589 w 523125"/>
              <a:gd name="connsiteY31" fmla="*/ 323778 h 523125"/>
              <a:gd name="connsiteX32" fmla="*/ 141727 w 523125"/>
              <a:gd name="connsiteY32" fmla="*/ 359232 h 523125"/>
              <a:gd name="connsiteX33" fmla="*/ 159041 w 523125"/>
              <a:gd name="connsiteY33" fmla="*/ 359586 h 523125"/>
              <a:gd name="connsiteX34" fmla="*/ 159345 w 523125"/>
              <a:gd name="connsiteY34" fmla="*/ 342273 h 523125"/>
              <a:gd name="connsiteX35" fmla="*/ 125173 w 523125"/>
              <a:gd name="connsiteY35" fmla="*/ 306818 h 523125"/>
              <a:gd name="connsiteX36" fmla="*/ 134268 w 523125"/>
              <a:gd name="connsiteY36" fmla="*/ 298026 h 523125"/>
              <a:gd name="connsiteX37" fmla="*/ 168440 w 523125"/>
              <a:gd name="connsiteY37" fmla="*/ 333464 h 523125"/>
              <a:gd name="connsiteX38" fmla="*/ 185754 w 523125"/>
              <a:gd name="connsiteY38" fmla="*/ 333818 h 523125"/>
              <a:gd name="connsiteX39" fmla="*/ 189213 w 523125"/>
              <a:gd name="connsiteY39" fmla="*/ 327608 h 523125"/>
              <a:gd name="connsiteX40" fmla="*/ 125949 w 523125"/>
              <a:gd name="connsiteY40" fmla="*/ 260446 h 523125"/>
              <a:gd name="connsiteX41" fmla="*/ 4888 w 523125"/>
              <a:gd name="connsiteY41" fmla="*/ 377119 h 523125"/>
              <a:gd name="connsiteX42" fmla="*/ 4668 w 523125"/>
              <a:gd name="connsiteY42" fmla="*/ 400458 h 523125"/>
              <a:gd name="connsiteX43" fmla="*/ 129628 w 523125"/>
              <a:gd name="connsiteY43" fmla="*/ 530058 h 523125"/>
              <a:gd name="connsiteX44" fmla="*/ 152949 w 523125"/>
              <a:gd name="connsiteY44" fmla="*/ 530615 h 523125"/>
              <a:gd name="connsiteX45" fmla="*/ 272205 w 523125"/>
              <a:gd name="connsiteY45" fmla="*/ 415645 h 523125"/>
              <a:gd name="connsiteX46" fmla="*/ 249660 w 523125"/>
              <a:gd name="connsiteY46" fmla="*/ 391733 h 523125"/>
              <a:gd name="connsiteX47" fmla="*/ 156594 w 523125"/>
              <a:gd name="connsiteY47" fmla="*/ 481424 h 523125"/>
              <a:gd name="connsiteX48" fmla="*/ 374940 w 523125"/>
              <a:gd name="connsiteY48" fmla="*/ 162925 h 523125"/>
              <a:gd name="connsiteX49" fmla="*/ 375986 w 523125"/>
              <a:gd name="connsiteY49" fmla="*/ 104841 h 523125"/>
              <a:gd name="connsiteX50" fmla="*/ 434036 w 523125"/>
              <a:gd name="connsiteY50" fmla="*/ 105871 h 523125"/>
              <a:gd name="connsiteX51" fmla="*/ 432990 w 523125"/>
              <a:gd name="connsiteY51" fmla="*/ 163954 h 523125"/>
              <a:gd name="connsiteX52" fmla="*/ 374940 w 523125"/>
              <a:gd name="connsiteY52" fmla="*/ 162925 h 523125"/>
              <a:gd name="connsiteX53" fmla="*/ 392574 w 523125"/>
              <a:gd name="connsiteY53" fmla="*/ 145915 h 523125"/>
              <a:gd name="connsiteX54" fmla="*/ 415980 w 523125"/>
              <a:gd name="connsiteY54" fmla="*/ 146303 h 523125"/>
              <a:gd name="connsiteX55" fmla="*/ 416368 w 523125"/>
              <a:gd name="connsiteY55" fmla="*/ 122931 h 523125"/>
              <a:gd name="connsiteX56" fmla="*/ 392996 w 523125"/>
              <a:gd name="connsiteY56" fmla="*/ 122493 h 523125"/>
              <a:gd name="connsiteX57" fmla="*/ 392574 w 523125"/>
              <a:gd name="connsiteY57" fmla="*/ 145915 h 523125"/>
              <a:gd name="connsiteX58" fmla="*/ 458927 w 523125"/>
              <a:gd name="connsiteY58" fmla="*/ 356329 h 523125"/>
              <a:gd name="connsiteX59" fmla="*/ 351382 w 523125"/>
              <a:gd name="connsiteY59" fmla="*/ 457664 h 523125"/>
              <a:gd name="connsiteX60" fmla="*/ 111723 w 523125"/>
              <a:gd name="connsiteY60" fmla="*/ 203358 h 523125"/>
              <a:gd name="connsiteX61" fmla="*/ 219302 w 523125"/>
              <a:gd name="connsiteY61" fmla="*/ 102023 h 523125"/>
              <a:gd name="connsiteX62" fmla="*/ 458927 w 523125"/>
              <a:gd name="connsiteY62" fmla="*/ 356329 h 523125"/>
              <a:gd name="connsiteX63" fmla="*/ 237341 w 523125"/>
              <a:gd name="connsiteY63" fmla="*/ 172932 h 523125"/>
              <a:gd name="connsiteX64" fmla="*/ 234793 w 523125"/>
              <a:gd name="connsiteY64" fmla="*/ 166317 h 523125"/>
              <a:gd name="connsiteX65" fmla="*/ 223082 w 523125"/>
              <a:gd name="connsiteY65" fmla="*/ 153931 h 523125"/>
              <a:gd name="connsiteX66" fmla="*/ 210020 w 523125"/>
              <a:gd name="connsiteY66" fmla="*/ 153543 h 523125"/>
              <a:gd name="connsiteX67" fmla="*/ 203675 w 523125"/>
              <a:gd name="connsiteY67" fmla="*/ 159499 h 523125"/>
              <a:gd name="connsiteX68" fmla="*/ 203270 w 523125"/>
              <a:gd name="connsiteY68" fmla="*/ 172561 h 523125"/>
              <a:gd name="connsiteX69" fmla="*/ 214914 w 523125"/>
              <a:gd name="connsiteY69" fmla="*/ 185031 h 523125"/>
              <a:gd name="connsiteX70" fmla="*/ 221428 w 523125"/>
              <a:gd name="connsiteY70" fmla="*/ 187917 h 523125"/>
              <a:gd name="connsiteX71" fmla="*/ 234405 w 523125"/>
              <a:gd name="connsiteY71" fmla="*/ 179429 h 523125"/>
              <a:gd name="connsiteX72" fmla="*/ 237341 w 523125"/>
              <a:gd name="connsiteY72" fmla="*/ 172932 h 523125"/>
              <a:gd name="connsiteX73" fmla="*/ 403830 w 523125"/>
              <a:gd name="connsiteY73" fmla="*/ 359215 h 523125"/>
              <a:gd name="connsiteX74" fmla="*/ 404201 w 523125"/>
              <a:gd name="connsiteY74" fmla="*/ 346120 h 523125"/>
              <a:gd name="connsiteX75" fmla="*/ 269555 w 523125"/>
              <a:gd name="connsiteY75" fmla="*/ 203273 h 523125"/>
              <a:gd name="connsiteX76" fmla="*/ 263075 w 523125"/>
              <a:gd name="connsiteY76" fmla="*/ 200354 h 523125"/>
              <a:gd name="connsiteX77" fmla="*/ 256477 w 523125"/>
              <a:gd name="connsiteY77" fmla="*/ 202851 h 523125"/>
              <a:gd name="connsiteX78" fmla="*/ 250115 w 523125"/>
              <a:gd name="connsiteY78" fmla="*/ 208859 h 523125"/>
              <a:gd name="connsiteX79" fmla="*/ 249727 w 523125"/>
              <a:gd name="connsiteY79" fmla="*/ 221920 h 523125"/>
              <a:gd name="connsiteX80" fmla="*/ 384339 w 523125"/>
              <a:gd name="connsiteY80" fmla="*/ 364784 h 523125"/>
              <a:gd name="connsiteX81" fmla="*/ 390870 w 523125"/>
              <a:gd name="connsiteY81" fmla="*/ 367720 h 523125"/>
              <a:gd name="connsiteX82" fmla="*/ 397518 w 523125"/>
              <a:gd name="connsiteY82" fmla="*/ 365189 h 523125"/>
              <a:gd name="connsiteX83" fmla="*/ 403830 w 523125"/>
              <a:gd name="connsiteY83" fmla="*/ 359215 h 523125"/>
              <a:gd name="connsiteX84" fmla="*/ 100839 w 523125"/>
              <a:gd name="connsiteY84" fmla="*/ 191764 h 523125"/>
              <a:gd name="connsiteX85" fmla="*/ 208383 w 523125"/>
              <a:gd name="connsiteY85" fmla="*/ 90396 h 523125"/>
              <a:gd name="connsiteX86" fmla="*/ 180607 w 523125"/>
              <a:gd name="connsiteY86" fmla="*/ 60933 h 523125"/>
              <a:gd name="connsiteX87" fmla="*/ 73080 w 523125"/>
              <a:gd name="connsiteY87" fmla="*/ 162318 h 523125"/>
              <a:gd name="connsiteX88" fmla="*/ 100839 w 523125"/>
              <a:gd name="connsiteY88" fmla="*/ 191764 h 523125"/>
              <a:gd name="connsiteX89" fmla="*/ 25138 w 523125"/>
              <a:gd name="connsiteY89" fmla="*/ 111389 h 523125"/>
              <a:gd name="connsiteX90" fmla="*/ 16413 w 523125"/>
              <a:gd name="connsiteY90" fmla="*/ 88489 h 523125"/>
              <a:gd name="connsiteX91" fmla="*/ 26471 w 523125"/>
              <a:gd name="connsiteY91" fmla="*/ 66181 h 523125"/>
              <a:gd name="connsiteX92" fmla="*/ 87423 w 523125"/>
              <a:gd name="connsiteY92" fmla="*/ 8755 h 523125"/>
              <a:gd name="connsiteX93" fmla="*/ 132632 w 523125"/>
              <a:gd name="connsiteY93" fmla="*/ 10054 h 523125"/>
              <a:gd name="connsiteX94" fmla="*/ 170415 w 523125"/>
              <a:gd name="connsiteY94" fmla="*/ 50133 h 523125"/>
              <a:gd name="connsiteX95" fmla="*/ 62870 w 523125"/>
              <a:gd name="connsiteY95" fmla="*/ 151467 h 523125"/>
              <a:gd name="connsiteX96" fmla="*/ 25138 w 523125"/>
              <a:gd name="connsiteY96" fmla="*/ 111389 h 523125"/>
              <a:gd name="connsiteX97" fmla="*/ 44325 w 523125"/>
              <a:gd name="connsiteY97" fmla="*/ 89333 h 523125"/>
              <a:gd name="connsiteX98" fmla="*/ 64068 w 523125"/>
              <a:gd name="connsiteY98" fmla="*/ 110326 h 523125"/>
              <a:gd name="connsiteX99" fmla="*/ 129257 w 523125"/>
              <a:gd name="connsiteY99" fmla="*/ 48901 h 523125"/>
              <a:gd name="connsiteX100" fmla="*/ 109462 w 523125"/>
              <a:gd name="connsiteY100" fmla="*/ 27942 h 523125"/>
              <a:gd name="connsiteX101" fmla="*/ 44325 w 523125"/>
              <a:gd name="connsiteY101" fmla="*/ 89333 h 523125"/>
              <a:gd name="connsiteX102" fmla="*/ 513500 w 523125"/>
              <a:gd name="connsiteY102" fmla="*/ 501100 h 523125"/>
              <a:gd name="connsiteX103" fmla="*/ 509248 w 523125"/>
              <a:gd name="connsiteY103" fmla="*/ 517469 h 523125"/>
              <a:gd name="connsiteX104" fmla="*/ 492643 w 523125"/>
              <a:gd name="connsiteY104" fmla="*/ 520743 h 523125"/>
              <a:gd name="connsiteX105" fmla="*/ 365000 w 523125"/>
              <a:gd name="connsiteY105" fmla="*/ 472041 h 523125"/>
              <a:gd name="connsiteX106" fmla="*/ 472427 w 523125"/>
              <a:gd name="connsiteY106" fmla="*/ 370673 h 523125"/>
              <a:gd name="connsiteX107" fmla="*/ 513500 w 523125"/>
              <a:gd name="connsiteY107" fmla="*/ 501100 h 523125"/>
              <a:gd name="connsiteX108" fmla="*/ 479396 w 523125"/>
              <a:gd name="connsiteY108" fmla="*/ 457309 h 523125"/>
              <a:gd name="connsiteX109" fmla="*/ 463247 w 523125"/>
              <a:gd name="connsiteY109" fmla="*/ 406026 h 523125"/>
              <a:gd name="connsiteX110" fmla="*/ 400792 w 523125"/>
              <a:gd name="connsiteY110" fmla="*/ 464937 h 523125"/>
              <a:gd name="connsiteX111" fmla="*/ 451046 w 523125"/>
              <a:gd name="connsiteY111" fmla="*/ 484107 h 523125"/>
              <a:gd name="connsiteX112" fmla="*/ 479396 w 523125"/>
              <a:gd name="connsiteY112" fmla="*/ 457309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23125" h="523125">
                <a:moveTo>
                  <a:pt x="529920" y="167026"/>
                </a:moveTo>
                <a:lnTo>
                  <a:pt x="419962" y="273068"/>
                </a:lnTo>
                <a:lnTo>
                  <a:pt x="397400" y="249139"/>
                </a:lnTo>
                <a:lnTo>
                  <a:pt x="480628" y="168882"/>
                </a:lnTo>
                <a:cubicBezTo>
                  <a:pt x="488660" y="161119"/>
                  <a:pt x="488897" y="148311"/>
                  <a:pt x="481134" y="140262"/>
                </a:cubicBezTo>
                <a:lnTo>
                  <a:pt x="406817" y="63211"/>
                </a:lnTo>
                <a:cubicBezTo>
                  <a:pt x="403070" y="59329"/>
                  <a:pt x="397991" y="57119"/>
                  <a:pt x="392608" y="57034"/>
                </a:cubicBezTo>
                <a:cubicBezTo>
                  <a:pt x="387242" y="56916"/>
                  <a:pt x="382078" y="58958"/>
                  <a:pt x="378197" y="62688"/>
                </a:cubicBezTo>
                <a:lnTo>
                  <a:pt x="312603" y="125918"/>
                </a:lnTo>
                <a:lnTo>
                  <a:pt x="369557" y="184896"/>
                </a:lnTo>
                <a:cubicBezTo>
                  <a:pt x="374231" y="189773"/>
                  <a:pt x="373843" y="197806"/>
                  <a:pt x="368966" y="202548"/>
                </a:cubicBezTo>
                <a:cubicBezTo>
                  <a:pt x="365540" y="205821"/>
                  <a:pt x="360528" y="206851"/>
                  <a:pt x="356276" y="205467"/>
                </a:cubicBezTo>
                <a:lnTo>
                  <a:pt x="273656" y="117869"/>
                </a:lnTo>
                <a:lnTo>
                  <a:pt x="381757" y="13531"/>
                </a:lnTo>
                <a:cubicBezTo>
                  <a:pt x="388322" y="7270"/>
                  <a:pt x="398852" y="7624"/>
                  <a:pt x="405146" y="14155"/>
                </a:cubicBezTo>
                <a:lnTo>
                  <a:pt x="530105" y="143688"/>
                </a:lnTo>
                <a:cubicBezTo>
                  <a:pt x="536400" y="150218"/>
                  <a:pt x="536400" y="160731"/>
                  <a:pt x="529920" y="167026"/>
                </a:cubicBezTo>
                <a:close/>
                <a:moveTo>
                  <a:pt x="156594" y="481424"/>
                </a:moveTo>
                <a:cubicBezTo>
                  <a:pt x="152763" y="485136"/>
                  <a:pt x="147566" y="487178"/>
                  <a:pt x="142217" y="487060"/>
                </a:cubicBezTo>
                <a:cubicBezTo>
                  <a:pt x="136833" y="486959"/>
                  <a:pt x="131720" y="484748"/>
                  <a:pt x="127974" y="480901"/>
                </a:cubicBezTo>
                <a:lnTo>
                  <a:pt x="53673" y="403816"/>
                </a:lnTo>
                <a:cubicBezTo>
                  <a:pt x="45928" y="395766"/>
                  <a:pt x="46130" y="383076"/>
                  <a:pt x="54180" y="375246"/>
                </a:cubicBezTo>
                <a:lnTo>
                  <a:pt x="88352" y="410734"/>
                </a:lnTo>
                <a:cubicBezTo>
                  <a:pt x="93060" y="415611"/>
                  <a:pt x="100788" y="415746"/>
                  <a:pt x="105665" y="411089"/>
                </a:cubicBezTo>
                <a:cubicBezTo>
                  <a:pt x="110542" y="406414"/>
                  <a:pt x="110643" y="398703"/>
                  <a:pt x="105918" y="393809"/>
                </a:cubicBezTo>
                <a:lnTo>
                  <a:pt x="71797" y="358253"/>
                </a:lnTo>
                <a:lnTo>
                  <a:pt x="80893" y="349461"/>
                </a:lnTo>
                <a:lnTo>
                  <a:pt x="115065" y="384966"/>
                </a:lnTo>
                <a:cubicBezTo>
                  <a:pt x="119739" y="389809"/>
                  <a:pt x="127468" y="389978"/>
                  <a:pt x="132378" y="385321"/>
                </a:cubicBezTo>
                <a:cubicBezTo>
                  <a:pt x="137238" y="380613"/>
                  <a:pt x="137357" y="372934"/>
                  <a:pt x="132632" y="368024"/>
                </a:cubicBezTo>
                <a:lnTo>
                  <a:pt x="98477" y="332569"/>
                </a:lnTo>
                <a:lnTo>
                  <a:pt x="107589" y="323778"/>
                </a:lnTo>
                <a:lnTo>
                  <a:pt x="141727" y="359232"/>
                </a:lnTo>
                <a:cubicBezTo>
                  <a:pt x="146435" y="364075"/>
                  <a:pt x="154198" y="364244"/>
                  <a:pt x="159041" y="359586"/>
                </a:cubicBezTo>
                <a:cubicBezTo>
                  <a:pt x="163952" y="354878"/>
                  <a:pt x="164036" y="347183"/>
                  <a:pt x="159345" y="342273"/>
                </a:cubicBezTo>
                <a:lnTo>
                  <a:pt x="125173" y="306818"/>
                </a:lnTo>
                <a:lnTo>
                  <a:pt x="134268" y="298026"/>
                </a:lnTo>
                <a:lnTo>
                  <a:pt x="168440" y="333464"/>
                </a:lnTo>
                <a:cubicBezTo>
                  <a:pt x="173132" y="338374"/>
                  <a:pt x="180860" y="338526"/>
                  <a:pt x="185754" y="333818"/>
                </a:cubicBezTo>
                <a:cubicBezTo>
                  <a:pt x="187560" y="332080"/>
                  <a:pt x="188741" y="329869"/>
                  <a:pt x="189213" y="327608"/>
                </a:cubicBezTo>
                <a:lnTo>
                  <a:pt x="125949" y="260446"/>
                </a:lnTo>
                <a:lnTo>
                  <a:pt x="4888" y="377119"/>
                </a:lnTo>
                <a:cubicBezTo>
                  <a:pt x="-1592" y="383414"/>
                  <a:pt x="-1592" y="393961"/>
                  <a:pt x="4668" y="400458"/>
                </a:cubicBezTo>
                <a:lnTo>
                  <a:pt x="129628" y="530058"/>
                </a:lnTo>
                <a:cubicBezTo>
                  <a:pt x="135905" y="536571"/>
                  <a:pt x="146469" y="536943"/>
                  <a:pt x="152949" y="530615"/>
                </a:cubicBezTo>
                <a:lnTo>
                  <a:pt x="272205" y="415645"/>
                </a:lnTo>
                <a:lnTo>
                  <a:pt x="249660" y="391733"/>
                </a:lnTo>
                <a:lnTo>
                  <a:pt x="156594" y="481424"/>
                </a:lnTo>
                <a:close/>
                <a:moveTo>
                  <a:pt x="374940" y="162925"/>
                </a:moveTo>
                <a:cubicBezTo>
                  <a:pt x="359178" y="146641"/>
                  <a:pt x="359651" y="120552"/>
                  <a:pt x="375986" y="104841"/>
                </a:cubicBezTo>
                <a:cubicBezTo>
                  <a:pt x="392237" y="89097"/>
                  <a:pt x="418308" y="89569"/>
                  <a:pt x="434036" y="105871"/>
                </a:cubicBezTo>
                <a:cubicBezTo>
                  <a:pt x="449780" y="122189"/>
                  <a:pt x="449240" y="148278"/>
                  <a:pt x="432990" y="163954"/>
                </a:cubicBezTo>
                <a:cubicBezTo>
                  <a:pt x="416739" y="179699"/>
                  <a:pt x="390667" y="179226"/>
                  <a:pt x="374940" y="162925"/>
                </a:cubicBezTo>
                <a:close/>
                <a:moveTo>
                  <a:pt x="392574" y="145915"/>
                </a:moveTo>
                <a:cubicBezTo>
                  <a:pt x="398919" y="152429"/>
                  <a:pt x="409382" y="152614"/>
                  <a:pt x="415980" y="146303"/>
                </a:cubicBezTo>
                <a:cubicBezTo>
                  <a:pt x="422510" y="139975"/>
                  <a:pt x="422713" y="129479"/>
                  <a:pt x="416368" y="122931"/>
                </a:cubicBezTo>
                <a:cubicBezTo>
                  <a:pt x="410040" y="116384"/>
                  <a:pt x="399543" y="116164"/>
                  <a:pt x="392996" y="122493"/>
                </a:cubicBezTo>
                <a:cubicBezTo>
                  <a:pt x="386448" y="128821"/>
                  <a:pt x="386246" y="139317"/>
                  <a:pt x="392574" y="145915"/>
                </a:cubicBezTo>
                <a:close/>
                <a:moveTo>
                  <a:pt x="458927" y="356329"/>
                </a:moveTo>
                <a:lnTo>
                  <a:pt x="351382" y="457664"/>
                </a:lnTo>
                <a:lnTo>
                  <a:pt x="111723" y="203358"/>
                </a:lnTo>
                <a:lnTo>
                  <a:pt x="219302" y="102023"/>
                </a:lnTo>
                <a:lnTo>
                  <a:pt x="458927" y="356329"/>
                </a:lnTo>
                <a:close/>
                <a:moveTo>
                  <a:pt x="237341" y="172932"/>
                </a:moveTo>
                <a:cubicBezTo>
                  <a:pt x="237392" y="170502"/>
                  <a:pt x="236514" y="168106"/>
                  <a:pt x="234793" y="166317"/>
                </a:cubicBezTo>
                <a:lnTo>
                  <a:pt x="223082" y="153931"/>
                </a:lnTo>
                <a:cubicBezTo>
                  <a:pt x="219605" y="150235"/>
                  <a:pt x="213750" y="150049"/>
                  <a:pt x="210020" y="153543"/>
                </a:cubicBezTo>
                <a:lnTo>
                  <a:pt x="203675" y="159499"/>
                </a:lnTo>
                <a:cubicBezTo>
                  <a:pt x="199946" y="162976"/>
                  <a:pt x="199794" y="168882"/>
                  <a:pt x="203270" y="172561"/>
                </a:cubicBezTo>
                <a:lnTo>
                  <a:pt x="214914" y="185031"/>
                </a:lnTo>
                <a:cubicBezTo>
                  <a:pt x="216652" y="186820"/>
                  <a:pt x="218947" y="187900"/>
                  <a:pt x="221428" y="187917"/>
                </a:cubicBezTo>
                <a:cubicBezTo>
                  <a:pt x="223875" y="188018"/>
                  <a:pt x="234405" y="179429"/>
                  <a:pt x="234405" y="179429"/>
                </a:cubicBezTo>
                <a:cubicBezTo>
                  <a:pt x="236193" y="177724"/>
                  <a:pt x="237240" y="175396"/>
                  <a:pt x="237341" y="172932"/>
                </a:cubicBezTo>
                <a:close/>
                <a:moveTo>
                  <a:pt x="403830" y="359215"/>
                </a:moveTo>
                <a:cubicBezTo>
                  <a:pt x="407576" y="355705"/>
                  <a:pt x="407728" y="349849"/>
                  <a:pt x="404201" y="346120"/>
                </a:cubicBezTo>
                <a:lnTo>
                  <a:pt x="269555" y="203273"/>
                </a:lnTo>
                <a:cubicBezTo>
                  <a:pt x="267868" y="201451"/>
                  <a:pt x="265573" y="200404"/>
                  <a:pt x="263075" y="200354"/>
                </a:cubicBezTo>
                <a:cubicBezTo>
                  <a:pt x="260662" y="200269"/>
                  <a:pt x="258249" y="201198"/>
                  <a:pt x="256477" y="202851"/>
                </a:cubicBezTo>
                <a:lnTo>
                  <a:pt x="250115" y="208859"/>
                </a:lnTo>
                <a:cubicBezTo>
                  <a:pt x="246386" y="212352"/>
                  <a:pt x="246217" y="218191"/>
                  <a:pt x="249727" y="221920"/>
                </a:cubicBezTo>
                <a:lnTo>
                  <a:pt x="384339" y="364784"/>
                </a:lnTo>
                <a:cubicBezTo>
                  <a:pt x="386094" y="366590"/>
                  <a:pt x="388372" y="367653"/>
                  <a:pt x="390870" y="367720"/>
                </a:cubicBezTo>
                <a:cubicBezTo>
                  <a:pt x="393333" y="367804"/>
                  <a:pt x="395713" y="366876"/>
                  <a:pt x="397518" y="365189"/>
                </a:cubicBezTo>
                <a:lnTo>
                  <a:pt x="403830" y="359215"/>
                </a:lnTo>
                <a:close/>
                <a:moveTo>
                  <a:pt x="100839" y="191764"/>
                </a:moveTo>
                <a:lnTo>
                  <a:pt x="208383" y="90396"/>
                </a:lnTo>
                <a:lnTo>
                  <a:pt x="180607" y="60933"/>
                </a:lnTo>
                <a:lnTo>
                  <a:pt x="73080" y="162318"/>
                </a:lnTo>
                <a:lnTo>
                  <a:pt x="100839" y="191764"/>
                </a:lnTo>
                <a:close/>
                <a:moveTo>
                  <a:pt x="25138" y="111389"/>
                </a:moveTo>
                <a:cubicBezTo>
                  <a:pt x="19282" y="105179"/>
                  <a:pt x="16177" y="96994"/>
                  <a:pt x="16413" y="88489"/>
                </a:cubicBezTo>
                <a:cubicBezTo>
                  <a:pt x="16683" y="80001"/>
                  <a:pt x="20278" y="72003"/>
                  <a:pt x="26471" y="66181"/>
                </a:cubicBezTo>
                <a:lnTo>
                  <a:pt x="87423" y="8755"/>
                </a:lnTo>
                <a:cubicBezTo>
                  <a:pt x="100248" y="-3429"/>
                  <a:pt x="120498" y="-2804"/>
                  <a:pt x="132632" y="10054"/>
                </a:cubicBezTo>
                <a:lnTo>
                  <a:pt x="170415" y="50133"/>
                </a:lnTo>
                <a:lnTo>
                  <a:pt x="62870" y="151467"/>
                </a:lnTo>
                <a:lnTo>
                  <a:pt x="25138" y="111389"/>
                </a:lnTo>
                <a:close/>
                <a:moveTo>
                  <a:pt x="44325" y="89333"/>
                </a:moveTo>
                <a:lnTo>
                  <a:pt x="64068" y="110326"/>
                </a:lnTo>
                <a:lnTo>
                  <a:pt x="129257" y="48901"/>
                </a:lnTo>
                <a:lnTo>
                  <a:pt x="109462" y="27942"/>
                </a:lnTo>
                <a:lnTo>
                  <a:pt x="44325" y="89333"/>
                </a:lnTo>
                <a:close/>
                <a:moveTo>
                  <a:pt x="513500" y="501100"/>
                </a:moveTo>
                <a:cubicBezTo>
                  <a:pt x="515340" y="506922"/>
                  <a:pt x="513669" y="513284"/>
                  <a:pt x="509248" y="517469"/>
                </a:cubicBezTo>
                <a:cubicBezTo>
                  <a:pt x="504793" y="521671"/>
                  <a:pt x="498347" y="522920"/>
                  <a:pt x="492643" y="520743"/>
                </a:cubicBezTo>
                <a:lnTo>
                  <a:pt x="365000" y="472041"/>
                </a:lnTo>
                <a:lnTo>
                  <a:pt x="472427" y="370673"/>
                </a:lnTo>
                <a:lnTo>
                  <a:pt x="513500" y="501100"/>
                </a:lnTo>
                <a:close/>
                <a:moveTo>
                  <a:pt x="479396" y="457309"/>
                </a:moveTo>
                <a:lnTo>
                  <a:pt x="463247" y="406026"/>
                </a:lnTo>
                <a:lnTo>
                  <a:pt x="400792" y="464937"/>
                </a:lnTo>
                <a:lnTo>
                  <a:pt x="451046" y="484107"/>
                </a:lnTo>
                <a:lnTo>
                  <a:pt x="479396" y="457309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16" name="组合 915"/>
          <p:cNvGrpSpPr/>
          <p:nvPr/>
        </p:nvGrpSpPr>
        <p:grpSpPr>
          <a:xfrm>
            <a:off x="4575838" y="2111025"/>
            <a:ext cx="525285" cy="520374"/>
            <a:chOff x="2522543" y="3542652"/>
            <a:chExt cx="525285" cy="520374"/>
          </a:xfrm>
          <a:solidFill>
            <a:schemeClr val="accent1"/>
          </a:solidFill>
        </p:grpSpPr>
        <p:sp>
          <p:nvSpPr>
            <p:cNvPr id="534" name="任意多边形: 形状 533"/>
            <p:cNvSpPr/>
            <p:nvPr/>
          </p:nvSpPr>
          <p:spPr>
            <a:xfrm>
              <a:off x="2655838" y="3651175"/>
              <a:ext cx="50625" cy="118125"/>
            </a:xfrm>
            <a:custGeom>
              <a:avLst/>
              <a:gdLst>
                <a:gd name="connsiteX0" fmla="*/ 1822 w 50625"/>
                <a:gd name="connsiteY0" fmla="*/ 23794 h 118125"/>
                <a:gd name="connsiteX1" fmla="*/ 5046 w 50625"/>
                <a:gd name="connsiteY1" fmla="*/ 38441 h 118125"/>
                <a:gd name="connsiteX2" fmla="*/ 29818 w 50625"/>
                <a:gd name="connsiteY2" fmla="*/ 26646 h 118125"/>
                <a:gd name="connsiteX3" fmla="*/ 30443 w 50625"/>
                <a:gd name="connsiteY3" fmla="*/ 26646 h 118125"/>
                <a:gd name="connsiteX4" fmla="*/ 30443 w 50625"/>
                <a:gd name="connsiteY4" fmla="*/ 129482 h 118125"/>
                <a:gd name="connsiteX5" fmla="*/ 59012 w 50625"/>
                <a:gd name="connsiteY5" fmla="*/ 129482 h 118125"/>
                <a:gd name="connsiteX6" fmla="*/ 59012 w 50625"/>
                <a:gd name="connsiteY6" fmla="*/ 0 h 118125"/>
                <a:gd name="connsiteX7" fmla="*/ 34459 w 50625"/>
                <a:gd name="connsiteY7" fmla="*/ 0 h 118125"/>
                <a:gd name="connsiteX8" fmla="*/ 0 w 50625"/>
                <a:gd name="connsiteY8" fmla="*/ 15626 h 118125"/>
                <a:gd name="connsiteX9" fmla="*/ 34 w 50625"/>
                <a:gd name="connsiteY9" fmla="*/ 15728 h 118125"/>
                <a:gd name="connsiteX10" fmla="*/ 0 w 50625"/>
                <a:gd name="connsiteY10" fmla="*/ 15728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625" h="118125">
                  <a:moveTo>
                    <a:pt x="1822" y="23794"/>
                  </a:moveTo>
                  <a:lnTo>
                    <a:pt x="5046" y="38441"/>
                  </a:lnTo>
                  <a:lnTo>
                    <a:pt x="29818" y="26646"/>
                  </a:lnTo>
                  <a:lnTo>
                    <a:pt x="30443" y="26646"/>
                  </a:lnTo>
                  <a:lnTo>
                    <a:pt x="30443" y="129482"/>
                  </a:lnTo>
                  <a:lnTo>
                    <a:pt x="59012" y="129482"/>
                  </a:lnTo>
                  <a:lnTo>
                    <a:pt x="59012" y="0"/>
                  </a:lnTo>
                  <a:lnTo>
                    <a:pt x="34459" y="0"/>
                  </a:lnTo>
                  <a:lnTo>
                    <a:pt x="0" y="15626"/>
                  </a:lnTo>
                  <a:lnTo>
                    <a:pt x="34" y="15728"/>
                  </a:lnTo>
                  <a:lnTo>
                    <a:pt x="0" y="1572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5" name="任意多边形: 形状 534"/>
            <p:cNvSpPr/>
            <p:nvPr/>
          </p:nvSpPr>
          <p:spPr>
            <a:xfrm>
              <a:off x="2541578" y="3542652"/>
              <a:ext cx="506250" cy="354375"/>
            </a:xfrm>
            <a:custGeom>
              <a:avLst/>
              <a:gdLst>
                <a:gd name="connsiteX0" fmla="*/ 495096 w 506250"/>
                <a:gd name="connsiteY0" fmla="*/ 0 h 354375"/>
                <a:gd name="connsiteX1" fmla="*/ 18023 w 506250"/>
                <a:gd name="connsiteY1" fmla="*/ 0 h 354375"/>
                <a:gd name="connsiteX2" fmla="*/ 0 w 506250"/>
                <a:gd name="connsiteY2" fmla="*/ 18698 h 354375"/>
                <a:gd name="connsiteX3" fmla="*/ 0 w 506250"/>
                <a:gd name="connsiteY3" fmla="*/ 326582 h 354375"/>
                <a:gd name="connsiteX4" fmla="*/ 36180 w 506250"/>
                <a:gd name="connsiteY4" fmla="*/ 292309 h 354375"/>
                <a:gd name="connsiteX5" fmla="*/ 36180 w 506250"/>
                <a:gd name="connsiteY5" fmla="*/ 36180 h 354375"/>
                <a:gd name="connsiteX6" fmla="*/ 475993 w 506250"/>
                <a:gd name="connsiteY6" fmla="*/ 36180 h 354375"/>
                <a:gd name="connsiteX7" fmla="*/ 475993 w 506250"/>
                <a:gd name="connsiteY7" fmla="*/ 305016 h 354375"/>
                <a:gd name="connsiteX8" fmla="*/ 502318 w 506250"/>
                <a:gd name="connsiteY8" fmla="*/ 363876 h 354375"/>
                <a:gd name="connsiteX9" fmla="*/ 502251 w 506250"/>
                <a:gd name="connsiteY9" fmla="*/ 366053 h 354375"/>
                <a:gd name="connsiteX10" fmla="*/ 514080 w 506250"/>
                <a:gd name="connsiteY10" fmla="*/ 348975 h 354375"/>
                <a:gd name="connsiteX11" fmla="*/ 514080 w 506250"/>
                <a:gd name="connsiteY11" fmla="*/ 18698 h 354375"/>
                <a:gd name="connsiteX12" fmla="*/ 495096 w 506250"/>
                <a:gd name="connsiteY12" fmla="*/ 0 h 35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6250" h="354375">
                  <a:moveTo>
                    <a:pt x="495096" y="0"/>
                  </a:moveTo>
                  <a:lnTo>
                    <a:pt x="18023" y="0"/>
                  </a:lnTo>
                  <a:cubicBezTo>
                    <a:pt x="7881" y="0"/>
                    <a:pt x="0" y="8573"/>
                    <a:pt x="0" y="18698"/>
                  </a:cubicBezTo>
                  <a:lnTo>
                    <a:pt x="0" y="326582"/>
                  </a:lnTo>
                  <a:cubicBezTo>
                    <a:pt x="8033" y="311597"/>
                    <a:pt x="20756" y="299514"/>
                    <a:pt x="36180" y="292309"/>
                  </a:cubicBezTo>
                  <a:lnTo>
                    <a:pt x="36180" y="36180"/>
                  </a:lnTo>
                  <a:lnTo>
                    <a:pt x="475993" y="36180"/>
                  </a:lnTo>
                  <a:lnTo>
                    <a:pt x="475993" y="305016"/>
                  </a:lnTo>
                  <a:cubicBezTo>
                    <a:pt x="492143" y="319511"/>
                    <a:pt x="502318" y="340521"/>
                    <a:pt x="502318" y="363876"/>
                  </a:cubicBezTo>
                  <a:cubicBezTo>
                    <a:pt x="502318" y="364601"/>
                    <a:pt x="502251" y="365327"/>
                    <a:pt x="502251" y="366053"/>
                  </a:cubicBezTo>
                  <a:cubicBezTo>
                    <a:pt x="509051" y="363218"/>
                    <a:pt x="514080" y="356619"/>
                    <a:pt x="514080" y="348975"/>
                  </a:cubicBezTo>
                  <a:lnTo>
                    <a:pt x="514080" y="18698"/>
                  </a:lnTo>
                  <a:cubicBezTo>
                    <a:pt x="514080" y="8573"/>
                    <a:pt x="505204" y="0"/>
                    <a:pt x="49509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6" name="任意多边形: 形状 535"/>
            <p:cNvSpPr/>
            <p:nvPr/>
          </p:nvSpPr>
          <p:spPr>
            <a:xfrm>
              <a:off x="2683328" y="3873976"/>
              <a:ext cx="16875" cy="33750"/>
            </a:xfrm>
            <a:custGeom>
              <a:avLst/>
              <a:gdLst>
                <a:gd name="connsiteX0" fmla="*/ 0 w 16875"/>
                <a:gd name="connsiteY0" fmla="*/ 0 h 33750"/>
                <a:gd name="connsiteX1" fmla="*/ 7037 w 16875"/>
                <a:gd name="connsiteY1" fmla="*/ 32569 h 33750"/>
                <a:gd name="connsiteX2" fmla="*/ 6952 w 16875"/>
                <a:gd name="connsiteY2" fmla="*/ 36214 h 33750"/>
                <a:gd name="connsiteX3" fmla="*/ 25734 w 16875"/>
                <a:gd name="connsiteY3" fmla="*/ 36214 h 33750"/>
                <a:gd name="connsiteX4" fmla="*/ 25633 w 16875"/>
                <a:gd name="connsiteY4" fmla="*/ 32569 h 33750"/>
                <a:gd name="connsiteX5" fmla="*/ 32687 w 16875"/>
                <a:gd name="connsiteY5" fmla="*/ 0 h 33750"/>
                <a:gd name="connsiteX6" fmla="*/ 0 w 168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75" h="33750">
                  <a:moveTo>
                    <a:pt x="0" y="0"/>
                  </a:moveTo>
                  <a:cubicBezTo>
                    <a:pt x="4506" y="9922"/>
                    <a:pt x="7037" y="20925"/>
                    <a:pt x="7037" y="32569"/>
                  </a:cubicBezTo>
                  <a:cubicBezTo>
                    <a:pt x="7037" y="33750"/>
                    <a:pt x="7003" y="34999"/>
                    <a:pt x="6952" y="36214"/>
                  </a:cubicBezTo>
                  <a:lnTo>
                    <a:pt x="25734" y="36214"/>
                  </a:lnTo>
                  <a:cubicBezTo>
                    <a:pt x="25684" y="34999"/>
                    <a:pt x="25633" y="33750"/>
                    <a:pt x="25633" y="32569"/>
                  </a:cubicBezTo>
                  <a:cubicBezTo>
                    <a:pt x="25633" y="20959"/>
                    <a:pt x="28181" y="9922"/>
                    <a:pt x="3268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7" name="任意多边形: 形状 536"/>
            <p:cNvSpPr/>
            <p:nvPr/>
          </p:nvSpPr>
          <p:spPr>
            <a:xfrm>
              <a:off x="2860093" y="3873976"/>
              <a:ext cx="16875" cy="33750"/>
            </a:xfrm>
            <a:custGeom>
              <a:avLst/>
              <a:gdLst>
                <a:gd name="connsiteX0" fmla="*/ 0 w 16875"/>
                <a:gd name="connsiteY0" fmla="*/ 0 h 33750"/>
                <a:gd name="connsiteX1" fmla="*/ 7037 w 16875"/>
                <a:gd name="connsiteY1" fmla="*/ 32569 h 33750"/>
                <a:gd name="connsiteX2" fmla="*/ 6953 w 16875"/>
                <a:gd name="connsiteY2" fmla="*/ 36214 h 33750"/>
                <a:gd name="connsiteX3" fmla="*/ 25734 w 16875"/>
                <a:gd name="connsiteY3" fmla="*/ 36214 h 33750"/>
                <a:gd name="connsiteX4" fmla="*/ 25650 w 16875"/>
                <a:gd name="connsiteY4" fmla="*/ 32569 h 33750"/>
                <a:gd name="connsiteX5" fmla="*/ 32670 w 16875"/>
                <a:gd name="connsiteY5" fmla="*/ 0 h 33750"/>
                <a:gd name="connsiteX6" fmla="*/ 0 w 168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75" h="33750">
                  <a:moveTo>
                    <a:pt x="0" y="0"/>
                  </a:moveTo>
                  <a:cubicBezTo>
                    <a:pt x="4506" y="9922"/>
                    <a:pt x="7037" y="20925"/>
                    <a:pt x="7037" y="32569"/>
                  </a:cubicBezTo>
                  <a:cubicBezTo>
                    <a:pt x="7037" y="33750"/>
                    <a:pt x="6986" y="34999"/>
                    <a:pt x="6953" y="36214"/>
                  </a:cubicBezTo>
                  <a:lnTo>
                    <a:pt x="25734" y="36214"/>
                  </a:lnTo>
                  <a:cubicBezTo>
                    <a:pt x="25684" y="34999"/>
                    <a:pt x="25650" y="33750"/>
                    <a:pt x="25650" y="32569"/>
                  </a:cubicBezTo>
                  <a:cubicBezTo>
                    <a:pt x="25650" y="20959"/>
                    <a:pt x="28181" y="9922"/>
                    <a:pt x="3267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8" name="任意多边形: 形状 537"/>
            <p:cNvSpPr/>
            <p:nvPr/>
          </p:nvSpPr>
          <p:spPr>
            <a:xfrm>
              <a:off x="2731978" y="3674041"/>
              <a:ext cx="101250" cy="101250"/>
            </a:xfrm>
            <a:custGeom>
              <a:avLst/>
              <a:gdLst>
                <a:gd name="connsiteX0" fmla="*/ 41884 w 101250"/>
                <a:gd name="connsiteY0" fmla="*/ 0 h 101250"/>
                <a:gd name="connsiteX1" fmla="*/ 41884 w 101250"/>
                <a:gd name="connsiteY1" fmla="*/ 43791 h 101250"/>
                <a:gd name="connsiteX2" fmla="*/ 0 w 101250"/>
                <a:gd name="connsiteY2" fmla="*/ 43791 h 101250"/>
                <a:gd name="connsiteX3" fmla="*/ 0 w 101250"/>
                <a:gd name="connsiteY3" fmla="*/ 62826 h 101250"/>
                <a:gd name="connsiteX4" fmla="*/ 41884 w 101250"/>
                <a:gd name="connsiteY4" fmla="*/ 62826 h 101250"/>
                <a:gd name="connsiteX5" fmla="*/ 41884 w 101250"/>
                <a:gd name="connsiteY5" fmla="*/ 106616 h 101250"/>
                <a:gd name="connsiteX6" fmla="*/ 62826 w 101250"/>
                <a:gd name="connsiteY6" fmla="*/ 106616 h 101250"/>
                <a:gd name="connsiteX7" fmla="*/ 62826 w 101250"/>
                <a:gd name="connsiteY7" fmla="*/ 62826 h 101250"/>
                <a:gd name="connsiteX8" fmla="*/ 104709 w 101250"/>
                <a:gd name="connsiteY8" fmla="*/ 62826 h 101250"/>
                <a:gd name="connsiteX9" fmla="*/ 104709 w 101250"/>
                <a:gd name="connsiteY9" fmla="*/ 43791 h 101250"/>
                <a:gd name="connsiteX10" fmla="*/ 62826 w 101250"/>
                <a:gd name="connsiteY10" fmla="*/ 43791 h 101250"/>
                <a:gd name="connsiteX11" fmla="*/ 62826 w 101250"/>
                <a:gd name="connsiteY11" fmla="*/ 0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250" h="101250">
                  <a:moveTo>
                    <a:pt x="41884" y="0"/>
                  </a:moveTo>
                  <a:lnTo>
                    <a:pt x="41884" y="43791"/>
                  </a:lnTo>
                  <a:lnTo>
                    <a:pt x="0" y="43791"/>
                  </a:lnTo>
                  <a:lnTo>
                    <a:pt x="0" y="62826"/>
                  </a:lnTo>
                  <a:lnTo>
                    <a:pt x="41884" y="62826"/>
                  </a:lnTo>
                  <a:lnTo>
                    <a:pt x="41884" y="106616"/>
                  </a:lnTo>
                  <a:lnTo>
                    <a:pt x="62826" y="106616"/>
                  </a:lnTo>
                  <a:lnTo>
                    <a:pt x="62826" y="62826"/>
                  </a:lnTo>
                  <a:lnTo>
                    <a:pt x="104709" y="62826"/>
                  </a:lnTo>
                  <a:lnTo>
                    <a:pt x="104709" y="43791"/>
                  </a:lnTo>
                  <a:lnTo>
                    <a:pt x="62826" y="43791"/>
                  </a:lnTo>
                  <a:lnTo>
                    <a:pt x="62826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9" name="任意多边形: 形状 538"/>
            <p:cNvSpPr/>
            <p:nvPr/>
          </p:nvSpPr>
          <p:spPr>
            <a:xfrm>
              <a:off x="2836738" y="3647378"/>
              <a:ext cx="84375" cy="118125"/>
            </a:xfrm>
            <a:custGeom>
              <a:avLst/>
              <a:gdLst>
                <a:gd name="connsiteX0" fmla="*/ 16521 w 84375"/>
                <a:gd name="connsiteY0" fmla="*/ 99461 h 118125"/>
                <a:gd name="connsiteX1" fmla="*/ 0 w 84375"/>
                <a:gd name="connsiteY1" fmla="*/ 114716 h 118125"/>
                <a:gd name="connsiteX2" fmla="*/ 0 w 84375"/>
                <a:gd name="connsiteY2" fmla="*/ 133279 h 118125"/>
                <a:gd name="connsiteX3" fmla="*/ 91395 w 84375"/>
                <a:gd name="connsiteY3" fmla="*/ 133279 h 118125"/>
                <a:gd name="connsiteX4" fmla="*/ 91395 w 84375"/>
                <a:gd name="connsiteY4" fmla="*/ 108523 h 118125"/>
                <a:gd name="connsiteX5" fmla="*/ 41867 w 84375"/>
                <a:gd name="connsiteY5" fmla="*/ 108523 h 118125"/>
                <a:gd name="connsiteX6" fmla="*/ 41867 w 84375"/>
                <a:gd name="connsiteY6" fmla="*/ 107663 h 118125"/>
                <a:gd name="connsiteX7" fmla="*/ 54287 w 84375"/>
                <a:gd name="connsiteY7" fmla="*/ 97673 h 118125"/>
                <a:gd name="connsiteX8" fmla="*/ 89319 w 84375"/>
                <a:gd name="connsiteY8" fmla="*/ 41243 h 118125"/>
                <a:gd name="connsiteX9" fmla="*/ 43689 w 84375"/>
                <a:gd name="connsiteY9" fmla="*/ 0 h 118125"/>
                <a:gd name="connsiteX10" fmla="*/ 43639 w 84375"/>
                <a:gd name="connsiteY10" fmla="*/ 0 h 118125"/>
                <a:gd name="connsiteX11" fmla="*/ 43605 w 84375"/>
                <a:gd name="connsiteY11" fmla="*/ 0 h 118125"/>
                <a:gd name="connsiteX12" fmla="*/ 962 w 84375"/>
                <a:gd name="connsiteY12" fmla="*/ 13787 h 118125"/>
                <a:gd name="connsiteX13" fmla="*/ 9585 w 84375"/>
                <a:gd name="connsiteY13" fmla="*/ 35826 h 118125"/>
                <a:gd name="connsiteX14" fmla="*/ 9652 w 84375"/>
                <a:gd name="connsiteY14" fmla="*/ 35910 h 118125"/>
                <a:gd name="connsiteX15" fmla="*/ 9652 w 84375"/>
                <a:gd name="connsiteY15" fmla="*/ 35994 h 118125"/>
                <a:gd name="connsiteX16" fmla="*/ 37496 w 84375"/>
                <a:gd name="connsiteY16" fmla="*/ 25194 h 118125"/>
                <a:gd name="connsiteX17" fmla="*/ 58911 w 84375"/>
                <a:gd name="connsiteY17" fmla="*/ 44213 h 118125"/>
                <a:gd name="connsiteX18" fmla="*/ 16521 w 84375"/>
                <a:gd name="connsiteY18" fmla="*/ 99461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4375" h="118125">
                  <a:moveTo>
                    <a:pt x="16521" y="99461"/>
                  </a:moveTo>
                  <a:lnTo>
                    <a:pt x="0" y="114716"/>
                  </a:lnTo>
                  <a:lnTo>
                    <a:pt x="0" y="133279"/>
                  </a:lnTo>
                  <a:lnTo>
                    <a:pt x="91395" y="133279"/>
                  </a:lnTo>
                  <a:lnTo>
                    <a:pt x="91395" y="108523"/>
                  </a:lnTo>
                  <a:lnTo>
                    <a:pt x="41867" y="108523"/>
                  </a:lnTo>
                  <a:lnTo>
                    <a:pt x="41867" y="107663"/>
                  </a:lnTo>
                  <a:lnTo>
                    <a:pt x="54287" y="97673"/>
                  </a:lnTo>
                  <a:cubicBezTo>
                    <a:pt x="73102" y="80865"/>
                    <a:pt x="89319" y="63045"/>
                    <a:pt x="89319" y="41243"/>
                  </a:cubicBezTo>
                  <a:cubicBezTo>
                    <a:pt x="89319" y="17584"/>
                    <a:pt x="73102" y="0"/>
                    <a:pt x="43689" y="0"/>
                  </a:cubicBezTo>
                  <a:cubicBezTo>
                    <a:pt x="43672" y="0"/>
                    <a:pt x="43656" y="0"/>
                    <a:pt x="43639" y="0"/>
                  </a:cubicBezTo>
                  <a:lnTo>
                    <a:pt x="43605" y="0"/>
                  </a:lnTo>
                  <a:cubicBezTo>
                    <a:pt x="25954" y="0"/>
                    <a:pt x="10749" y="6379"/>
                    <a:pt x="962" y="13787"/>
                  </a:cubicBezTo>
                  <a:lnTo>
                    <a:pt x="9585" y="35826"/>
                  </a:lnTo>
                  <a:cubicBezTo>
                    <a:pt x="9619" y="35826"/>
                    <a:pt x="9619" y="35927"/>
                    <a:pt x="9652" y="35910"/>
                  </a:cubicBezTo>
                  <a:lnTo>
                    <a:pt x="9652" y="35994"/>
                  </a:lnTo>
                  <a:cubicBezTo>
                    <a:pt x="16470" y="30746"/>
                    <a:pt x="26257" y="25211"/>
                    <a:pt x="37496" y="25194"/>
                  </a:cubicBezTo>
                  <a:cubicBezTo>
                    <a:pt x="52464" y="25211"/>
                    <a:pt x="58911" y="33615"/>
                    <a:pt x="58911" y="44213"/>
                  </a:cubicBezTo>
                  <a:cubicBezTo>
                    <a:pt x="58489" y="59434"/>
                    <a:pt x="44955" y="74048"/>
                    <a:pt x="16521" y="9946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0" name="任意多边形: 形状 539"/>
            <p:cNvSpPr/>
            <p:nvPr/>
          </p:nvSpPr>
          <p:spPr>
            <a:xfrm>
              <a:off x="2559752" y="3854958"/>
              <a:ext cx="101250" cy="101250"/>
            </a:xfrm>
            <a:custGeom>
              <a:avLst/>
              <a:gdLst>
                <a:gd name="connsiteX0" fmla="*/ 103073 w 101250"/>
                <a:gd name="connsiteY0" fmla="*/ 51536 h 101250"/>
                <a:gd name="connsiteX1" fmla="*/ 51536 w 101250"/>
                <a:gd name="connsiteY1" fmla="*/ 103073 h 101250"/>
                <a:gd name="connsiteX2" fmla="*/ 0 w 101250"/>
                <a:gd name="connsiteY2" fmla="*/ 51536 h 101250"/>
                <a:gd name="connsiteX3" fmla="*/ 51536 w 101250"/>
                <a:gd name="connsiteY3" fmla="*/ 0 h 101250"/>
                <a:gd name="connsiteX4" fmla="*/ 103073 w 101250"/>
                <a:gd name="connsiteY4" fmla="*/ 5153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03073" y="51536"/>
                  </a:moveTo>
                  <a:cubicBezTo>
                    <a:pt x="103073" y="79999"/>
                    <a:pt x="79999" y="103073"/>
                    <a:pt x="51536" y="103073"/>
                  </a:cubicBezTo>
                  <a:cubicBezTo>
                    <a:pt x="23074" y="103073"/>
                    <a:pt x="0" y="79999"/>
                    <a:pt x="0" y="51536"/>
                  </a:cubicBezTo>
                  <a:cubicBezTo>
                    <a:pt x="0" y="23074"/>
                    <a:pt x="23074" y="0"/>
                    <a:pt x="51536" y="0"/>
                  </a:cubicBezTo>
                  <a:cubicBezTo>
                    <a:pt x="79999" y="0"/>
                    <a:pt x="103073" y="23074"/>
                    <a:pt x="103073" y="5153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1" name="任意多边形: 形状 540"/>
            <p:cNvSpPr/>
            <p:nvPr/>
          </p:nvSpPr>
          <p:spPr>
            <a:xfrm>
              <a:off x="2736518" y="3854958"/>
              <a:ext cx="101250" cy="101250"/>
            </a:xfrm>
            <a:custGeom>
              <a:avLst/>
              <a:gdLst>
                <a:gd name="connsiteX0" fmla="*/ 103072 w 101250"/>
                <a:gd name="connsiteY0" fmla="*/ 51536 h 101250"/>
                <a:gd name="connsiteX1" fmla="*/ 51536 w 101250"/>
                <a:gd name="connsiteY1" fmla="*/ 103073 h 101250"/>
                <a:gd name="connsiteX2" fmla="*/ 0 w 101250"/>
                <a:gd name="connsiteY2" fmla="*/ 51536 h 101250"/>
                <a:gd name="connsiteX3" fmla="*/ 51536 w 101250"/>
                <a:gd name="connsiteY3" fmla="*/ 0 h 101250"/>
                <a:gd name="connsiteX4" fmla="*/ 103072 w 101250"/>
                <a:gd name="connsiteY4" fmla="*/ 5153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03072" y="51536"/>
                  </a:moveTo>
                  <a:cubicBezTo>
                    <a:pt x="103072" y="79999"/>
                    <a:pt x="79999" y="103073"/>
                    <a:pt x="51536" y="103073"/>
                  </a:cubicBezTo>
                  <a:cubicBezTo>
                    <a:pt x="23074" y="103073"/>
                    <a:pt x="0" y="79999"/>
                    <a:pt x="0" y="51536"/>
                  </a:cubicBezTo>
                  <a:cubicBezTo>
                    <a:pt x="0" y="23074"/>
                    <a:pt x="23074" y="0"/>
                    <a:pt x="51536" y="0"/>
                  </a:cubicBezTo>
                  <a:cubicBezTo>
                    <a:pt x="79999" y="0"/>
                    <a:pt x="103072" y="23074"/>
                    <a:pt x="103072" y="5153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2" name="任意多边形: 形状 541"/>
            <p:cNvSpPr/>
            <p:nvPr/>
          </p:nvSpPr>
          <p:spPr>
            <a:xfrm>
              <a:off x="2522543" y="3978651"/>
              <a:ext cx="523125" cy="84375"/>
            </a:xfrm>
            <a:custGeom>
              <a:avLst/>
              <a:gdLst>
                <a:gd name="connsiteX0" fmla="*/ 495990 w 523125"/>
                <a:gd name="connsiteY0" fmla="*/ 0 h 84375"/>
                <a:gd name="connsiteX1" fmla="*/ 474137 w 523125"/>
                <a:gd name="connsiteY1" fmla="*/ 0 h 84375"/>
                <a:gd name="connsiteX2" fmla="*/ 410366 w 523125"/>
                <a:gd name="connsiteY2" fmla="*/ 0 h 84375"/>
                <a:gd name="connsiteX3" fmla="*/ 388513 w 523125"/>
                <a:gd name="connsiteY3" fmla="*/ 0 h 84375"/>
                <a:gd name="connsiteX4" fmla="*/ 353717 w 523125"/>
                <a:gd name="connsiteY4" fmla="*/ 26528 h 84375"/>
                <a:gd name="connsiteX5" fmla="*/ 353717 w 523125"/>
                <a:gd name="connsiteY5" fmla="*/ 26578 h 84375"/>
                <a:gd name="connsiteX6" fmla="*/ 334058 w 523125"/>
                <a:gd name="connsiteY6" fmla="*/ 3358 h 84375"/>
                <a:gd name="connsiteX7" fmla="*/ 319241 w 523125"/>
                <a:gd name="connsiteY7" fmla="*/ 0 h 84375"/>
                <a:gd name="connsiteX8" fmla="*/ 297405 w 523125"/>
                <a:gd name="connsiteY8" fmla="*/ 0 h 84375"/>
                <a:gd name="connsiteX9" fmla="*/ 233618 w 523125"/>
                <a:gd name="connsiteY9" fmla="*/ 0 h 84375"/>
                <a:gd name="connsiteX10" fmla="*/ 211781 w 523125"/>
                <a:gd name="connsiteY10" fmla="*/ 0 h 84375"/>
                <a:gd name="connsiteX11" fmla="*/ 176816 w 523125"/>
                <a:gd name="connsiteY11" fmla="*/ 26528 h 84375"/>
                <a:gd name="connsiteX12" fmla="*/ 176816 w 523125"/>
                <a:gd name="connsiteY12" fmla="*/ 26578 h 84375"/>
                <a:gd name="connsiteX13" fmla="*/ 157241 w 523125"/>
                <a:gd name="connsiteY13" fmla="*/ 3358 h 84375"/>
                <a:gd name="connsiteX14" fmla="*/ 142493 w 523125"/>
                <a:gd name="connsiteY14" fmla="*/ 0 h 84375"/>
                <a:gd name="connsiteX15" fmla="*/ 120639 w 523125"/>
                <a:gd name="connsiteY15" fmla="*/ 0 h 84375"/>
                <a:gd name="connsiteX16" fmla="*/ 56869 w 523125"/>
                <a:gd name="connsiteY16" fmla="*/ 0 h 84375"/>
                <a:gd name="connsiteX17" fmla="*/ 35033 w 523125"/>
                <a:gd name="connsiteY17" fmla="*/ 0 h 84375"/>
                <a:gd name="connsiteX18" fmla="*/ 0 w 523125"/>
                <a:gd name="connsiteY18" fmla="*/ 36163 h 84375"/>
                <a:gd name="connsiteX19" fmla="*/ 0 w 523125"/>
                <a:gd name="connsiteY19" fmla="*/ 93353 h 84375"/>
                <a:gd name="connsiteX20" fmla="*/ 148298 w 523125"/>
                <a:gd name="connsiteY20" fmla="*/ 93353 h 84375"/>
                <a:gd name="connsiteX21" fmla="*/ 175179 w 523125"/>
                <a:gd name="connsiteY21" fmla="*/ 93353 h 84375"/>
                <a:gd name="connsiteX22" fmla="*/ 178470 w 523125"/>
                <a:gd name="connsiteY22" fmla="*/ 93353 h 84375"/>
                <a:gd name="connsiteX23" fmla="*/ 325080 w 523125"/>
                <a:gd name="connsiteY23" fmla="*/ 93353 h 84375"/>
                <a:gd name="connsiteX24" fmla="*/ 352249 w 523125"/>
                <a:gd name="connsiteY24" fmla="*/ 93353 h 84375"/>
                <a:gd name="connsiteX25" fmla="*/ 355236 w 523125"/>
                <a:gd name="connsiteY25" fmla="*/ 93353 h 84375"/>
                <a:gd name="connsiteX26" fmla="*/ 531242 w 523125"/>
                <a:gd name="connsiteY26" fmla="*/ 93353 h 84375"/>
                <a:gd name="connsiteX27" fmla="*/ 531242 w 523125"/>
                <a:gd name="connsiteY27" fmla="*/ 36146 h 84375"/>
                <a:gd name="connsiteX28" fmla="*/ 495990 w 523125"/>
                <a:gd name="connsiteY28" fmla="*/ 0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23125" h="84375">
                  <a:moveTo>
                    <a:pt x="495990" y="0"/>
                  </a:moveTo>
                  <a:lnTo>
                    <a:pt x="474137" y="0"/>
                  </a:lnTo>
                  <a:lnTo>
                    <a:pt x="410366" y="0"/>
                  </a:lnTo>
                  <a:lnTo>
                    <a:pt x="388513" y="0"/>
                  </a:lnTo>
                  <a:cubicBezTo>
                    <a:pt x="371959" y="0"/>
                    <a:pt x="357885" y="11306"/>
                    <a:pt x="353717" y="26528"/>
                  </a:cubicBezTo>
                  <a:cubicBezTo>
                    <a:pt x="353717" y="26561"/>
                    <a:pt x="353717" y="26578"/>
                    <a:pt x="353717" y="26578"/>
                  </a:cubicBezTo>
                  <a:cubicBezTo>
                    <a:pt x="350865" y="16284"/>
                    <a:pt x="343643" y="7746"/>
                    <a:pt x="334058" y="3358"/>
                  </a:cubicBezTo>
                  <a:cubicBezTo>
                    <a:pt x="329518" y="1299"/>
                    <a:pt x="324557" y="0"/>
                    <a:pt x="319241" y="0"/>
                  </a:cubicBezTo>
                  <a:lnTo>
                    <a:pt x="297405" y="0"/>
                  </a:lnTo>
                  <a:lnTo>
                    <a:pt x="233618" y="0"/>
                  </a:lnTo>
                  <a:lnTo>
                    <a:pt x="211781" y="0"/>
                  </a:lnTo>
                  <a:cubicBezTo>
                    <a:pt x="195244" y="0"/>
                    <a:pt x="181001" y="11289"/>
                    <a:pt x="176816" y="26528"/>
                  </a:cubicBezTo>
                  <a:cubicBezTo>
                    <a:pt x="176816" y="26528"/>
                    <a:pt x="176816" y="26561"/>
                    <a:pt x="176816" y="26578"/>
                  </a:cubicBezTo>
                  <a:cubicBezTo>
                    <a:pt x="173964" y="16251"/>
                    <a:pt x="166826" y="7746"/>
                    <a:pt x="157241" y="3358"/>
                  </a:cubicBezTo>
                  <a:cubicBezTo>
                    <a:pt x="152685" y="1283"/>
                    <a:pt x="147825" y="0"/>
                    <a:pt x="142493" y="0"/>
                  </a:cubicBezTo>
                  <a:lnTo>
                    <a:pt x="120639" y="0"/>
                  </a:lnTo>
                  <a:lnTo>
                    <a:pt x="56869" y="0"/>
                  </a:lnTo>
                  <a:lnTo>
                    <a:pt x="35033" y="0"/>
                  </a:lnTo>
                  <a:cubicBezTo>
                    <a:pt x="15154" y="0"/>
                    <a:pt x="0" y="16318"/>
                    <a:pt x="0" y="36163"/>
                  </a:cubicBezTo>
                  <a:lnTo>
                    <a:pt x="0" y="93353"/>
                  </a:lnTo>
                  <a:lnTo>
                    <a:pt x="148298" y="93353"/>
                  </a:lnTo>
                  <a:lnTo>
                    <a:pt x="175179" y="93353"/>
                  </a:lnTo>
                  <a:lnTo>
                    <a:pt x="178470" y="93353"/>
                  </a:lnTo>
                  <a:lnTo>
                    <a:pt x="325080" y="93353"/>
                  </a:lnTo>
                  <a:lnTo>
                    <a:pt x="352249" y="93353"/>
                  </a:lnTo>
                  <a:lnTo>
                    <a:pt x="355236" y="93353"/>
                  </a:lnTo>
                  <a:lnTo>
                    <a:pt x="531242" y="93353"/>
                  </a:lnTo>
                  <a:lnTo>
                    <a:pt x="531242" y="36146"/>
                  </a:lnTo>
                  <a:cubicBezTo>
                    <a:pt x="531225" y="16318"/>
                    <a:pt x="515852" y="0"/>
                    <a:pt x="495990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3" name="任意多边形: 形状 542"/>
            <p:cNvSpPr/>
            <p:nvPr/>
          </p:nvSpPr>
          <p:spPr>
            <a:xfrm>
              <a:off x="2913283" y="3854958"/>
              <a:ext cx="101250" cy="101250"/>
            </a:xfrm>
            <a:custGeom>
              <a:avLst/>
              <a:gdLst>
                <a:gd name="connsiteX0" fmla="*/ 103073 w 101250"/>
                <a:gd name="connsiteY0" fmla="*/ 51536 h 101250"/>
                <a:gd name="connsiteX1" fmla="*/ 51536 w 101250"/>
                <a:gd name="connsiteY1" fmla="*/ 103073 h 101250"/>
                <a:gd name="connsiteX2" fmla="*/ 0 w 101250"/>
                <a:gd name="connsiteY2" fmla="*/ 51536 h 101250"/>
                <a:gd name="connsiteX3" fmla="*/ 51536 w 101250"/>
                <a:gd name="connsiteY3" fmla="*/ 0 h 101250"/>
                <a:gd name="connsiteX4" fmla="*/ 103073 w 101250"/>
                <a:gd name="connsiteY4" fmla="*/ 5153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03073" y="51536"/>
                  </a:moveTo>
                  <a:cubicBezTo>
                    <a:pt x="103073" y="79999"/>
                    <a:pt x="79999" y="103073"/>
                    <a:pt x="51536" y="103073"/>
                  </a:cubicBezTo>
                  <a:cubicBezTo>
                    <a:pt x="23074" y="103073"/>
                    <a:pt x="0" y="79999"/>
                    <a:pt x="0" y="51536"/>
                  </a:cubicBezTo>
                  <a:cubicBezTo>
                    <a:pt x="0" y="23074"/>
                    <a:pt x="23074" y="0"/>
                    <a:pt x="51536" y="0"/>
                  </a:cubicBezTo>
                  <a:cubicBezTo>
                    <a:pt x="79999" y="0"/>
                    <a:pt x="103073" y="23074"/>
                    <a:pt x="103073" y="5153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17" name="组合 916"/>
          <p:cNvGrpSpPr/>
          <p:nvPr/>
        </p:nvGrpSpPr>
        <p:grpSpPr>
          <a:xfrm>
            <a:off x="5795038" y="2109113"/>
            <a:ext cx="404490" cy="524199"/>
            <a:chOff x="3675683" y="3532314"/>
            <a:chExt cx="404490" cy="524199"/>
          </a:xfrm>
          <a:solidFill>
            <a:schemeClr val="accent1"/>
          </a:solidFill>
        </p:grpSpPr>
        <p:sp>
          <p:nvSpPr>
            <p:cNvPr id="545" name="任意多边形: 形状 544"/>
            <p:cNvSpPr/>
            <p:nvPr/>
          </p:nvSpPr>
          <p:spPr>
            <a:xfrm>
              <a:off x="3675683" y="3904638"/>
              <a:ext cx="168750" cy="151875"/>
            </a:xfrm>
            <a:custGeom>
              <a:avLst/>
              <a:gdLst>
                <a:gd name="connsiteX0" fmla="*/ 38302 w 168750"/>
                <a:gd name="connsiteY0" fmla="*/ 0 h 151875"/>
                <a:gd name="connsiteX1" fmla="*/ 991 w 168750"/>
                <a:gd name="connsiteY1" fmla="*/ 105722 h 151875"/>
                <a:gd name="connsiteX2" fmla="*/ 4991 w 168750"/>
                <a:gd name="connsiteY2" fmla="*/ 123711 h 151875"/>
                <a:gd name="connsiteX3" fmla="*/ 22912 w 168750"/>
                <a:gd name="connsiteY3" fmla="*/ 128014 h 151875"/>
                <a:gd name="connsiteX4" fmla="*/ 78228 w 168750"/>
                <a:gd name="connsiteY4" fmla="*/ 109553 h 151875"/>
                <a:gd name="connsiteX5" fmla="*/ 109734 w 168750"/>
                <a:gd name="connsiteY5" fmla="*/ 158676 h 151875"/>
                <a:gd name="connsiteX6" fmla="*/ 126389 w 168750"/>
                <a:gd name="connsiteY6" fmla="*/ 166573 h 151875"/>
                <a:gd name="connsiteX7" fmla="*/ 140784 w 168750"/>
                <a:gd name="connsiteY7" fmla="*/ 155081 h 151875"/>
                <a:gd name="connsiteX8" fmla="*/ 178702 w 168750"/>
                <a:gd name="connsiteY8" fmla="*/ 47604 h 151875"/>
                <a:gd name="connsiteX9" fmla="*/ 131401 w 168750"/>
                <a:gd name="connsiteY9" fmla="*/ 6446 h 151875"/>
                <a:gd name="connsiteX10" fmla="*/ 38302 w 168750"/>
                <a:gd name="connsiteY10" fmla="*/ 0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750" h="151875">
                  <a:moveTo>
                    <a:pt x="38302" y="0"/>
                  </a:moveTo>
                  <a:lnTo>
                    <a:pt x="991" y="105722"/>
                  </a:lnTo>
                  <a:cubicBezTo>
                    <a:pt x="-1219" y="111999"/>
                    <a:pt x="333" y="118969"/>
                    <a:pt x="4991" y="123711"/>
                  </a:cubicBezTo>
                  <a:cubicBezTo>
                    <a:pt x="9631" y="128452"/>
                    <a:pt x="16601" y="130123"/>
                    <a:pt x="22912" y="128014"/>
                  </a:cubicBezTo>
                  <a:lnTo>
                    <a:pt x="78228" y="109553"/>
                  </a:lnTo>
                  <a:lnTo>
                    <a:pt x="109734" y="158676"/>
                  </a:lnTo>
                  <a:cubicBezTo>
                    <a:pt x="113328" y="164244"/>
                    <a:pt x="119791" y="167332"/>
                    <a:pt x="126389" y="166573"/>
                  </a:cubicBezTo>
                  <a:cubicBezTo>
                    <a:pt x="132988" y="165814"/>
                    <a:pt x="138573" y="161342"/>
                    <a:pt x="140784" y="155081"/>
                  </a:cubicBezTo>
                  <a:lnTo>
                    <a:pt x="178702" y="47604"/>
                  </a:lnTo>
                  <a:lnTo>
                    <a:pt x="131401" y="6446"/>
                  </a:lnTo>
                  <a:lnTo>
                    <a:pt x="38302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6" name="任意多边形: 形状 545"/>
            <p:cNvSpPr/>
            <p:nvPr/>
          </p:nvSpPr>
          <p:spPr>
            <a:xfrm>
              <a:off x="3911423" y="3904638"/>
              <a:ext cx="168750" cy="151875"/>
            </a:xfrm>
            <a:custGeom>
              <a:avLst/>
              <a:gdLst>
                <a:gd name="connsiteX0" fmla="*/ 140400 w 168750"/>
                <a:gd name="connsiteY0" fmla="*/ 0 h 151875"/>
                <a:gd name="connsiteX1" fmla="*/ 47301 w 168750"/>
                <a:gd name="connsiteY1" fmla="*/ 6429 h 151875"/>
                <a:gd name="connsiteX2" fmla="*/ 0 w 168750"/>
                <a:gd name="connsiteY2" fmla="*/ 47638 h 151875"/>
                <a:gd name="connsiteX3" fmla="*/ 37901 w 168750"/>
                <a:gd name="connsiteY3" fmla="*/ 155048 h 151875"/>
                <a:gd name="connsiteX4" fmla="*/ 52313 w 168750"/>
                <a:gd name="connsiteY4" fmla="*/ 166573 h 151875"/>
                <a:gd name="connsiteX5" fmla="*/ 68951 w 168750"/>
                <a:gd name="connsiteY5" fmla="*/ 158676 h 151875"/>
                <a:gd name="connsiteX6" fmla="*/ 100423 w 168750"/>
                <a:gd name="connsiteY6" fmla="*/ 109553 h 151875"/>
                <a:gd name="connsiteX7" fmla="*/ 155739 w 168750"/>
                <a:gd name="connsiteY7" fmla="*/ 128014 h 151875"/>
                <a:gd name="connsiteX8" fmla="*/ 173661 w 168750"/>
                <a:gd name="connsiteY8" fmla="*/ 123711 h 151875"/>
                <a:gd name="connsiteX9" fmla="*/ 177643 w 168750"/>
                <a:gd name="connsiteY9" fmla="*/ 105722 h 151875"/>
                <a:gd name="connsiteX10" fmla="*/ 140400 w 168750"/>
                <a:gd name="connsiteY10" fmla="*/ 0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750" h="151875">
                  <a:moveTo>
                    <a:pt x="140400" y="0"/>
                  </a:moveTo>
                  <a:lnTo>
                    <a:pt x="47301" y="6429"/>
                  </a:lnTo>
                  <a:lnTo>
                    <a:pt x="0" y="47638"/>
                  </a:lnTo>
                  <a:lnTo>
                    <a:pt x="37901" y="155048"/>
                  </a:lnTo>
                  <a:cubicBezTo>
                    <a:pt x="40112" y="161342"/>
                    <a:pt x="45714" y="165797"/>
                    <a:pt x="52313" y="166573"/>
                  </a:cubicBezTo>
                  <a:cubicBezTo>
                    <a:pt x="58928" y="167332"/>
                    <a:pt x="65357" y="164278"/>
                    <a:pt x="68951" y="158676"/>
                  </a:cubicBezTo>
                  <a:lnTo>
                    <a:pt x="100423" y="109553"/>
                  </a:lnTo>
                  <a:lnTo>
                    <a:pt x="155739" y="128014"/>
                  </a:lnTo>
                  <a:cubicBezTo>
                    <a:pt x="162034" y="130123"/>
                    <a:pt x="168986" y="128452"/>
                    <a:pt x="173661" y="123711"/>
                  </a:cubicBezTo>
                  <a:cubicBezTo>
                    <a:pt x="178301" y="118969"/>
                    <a:pt x="179854" y="111982"/>
                    <a:pt x="177643" y="105722"/>
                  </a:cubicBezTo>
                  <a:lnTo>
                    <a:pt x="140400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7" name="任意多边形: 形状 546"/>
            <p:cNvSpPr/>
            <p:nvPr/>
          </p:nvSpPr>
          <p:spPr>
            <a:xfrm>
              <a:off x="3687221" y="3532314"/>
              <a:ext cx="388125" cy="388125"/>
            </a:xfrm>
            <a:custGeom>
              <a:avLst/>
              <a:gdLst>
                <a:gd name="connsiteX0" fmla="*/ 312154 w 388125"/>
                <a:gd name="connsiteY0" fmla="*/ 344109 h 388125"/>
                <a:gd name="connsiteX1" fmla="*/ 344149 w 388125"/>
                <a:gd name="connsiteY1" fmla="*/ 312114 h 388125"/>
                <a:gd name="connsiteX2" fmla="*/ 347844 w 388125"/>
                <a:gd name="connsiteY2" fmla="*/ 258671 h 388125"/>
                <a:gd name="connsiteX3" fmla="*/ 382995 w 388125"/>
                <a:gd name="connsiteY3" fmla="*/ 218289 h 388125"/>
                <a:gd name="connsiteX4" fmla="*/ 383012 w 388125"/>
                <a:gd name="connsiteY4" fmla="*/ 173064 h 388125"/>
                <a:gd name="connsiteX5" fmla="*/ 347844 w 388125"/>
                <a:gd name="connsiteY5" fmla="*/ 132682 h 388125"/>
                <a:gd name="connsiteX6" fmla="*/ 344149 w 388125"/>
                <a:gd name="connsiteY6" fmla="*/ 79272 h 388125"/>
                <a:gd name="connsiteX7" fmla="*/ 312154 w 388125"/>
                <a:gd name="connsiteY7" fmla="*/ 47294 h 388125"/>
                <a:gd name="connsiteX8" fmla="*/ 258728 w 388125"/>
                <a:gd name="connsiteY8" fmla="*/ 43599 h 388125"/>
                <a:gd name="connsiteX9" fmla="*/ 218329 w 388125"/>
                <a:gd name="connsiteY9" fmla="*/ 8465 h 388125"/>
                <a:gd name="connsiteX10" fmla="*/ 173104 w 388125"/>
                <a:gd name="connsiteY10" fmla="*/ 8482 h 388125"/>
                <a:gd name="connsiteX11" fmla="*/ 132722 w 388125"/>
                <a:gd name="connsiteY11" fmla="*/ 43632 h 388125"/>
                <a:gd name="connsiteX12" fmla="*/ 79279 w 388125"/>
                <a:gd name="connsiteY12" fmla="*/ 47311 h 388125"/>
                <a:gd name="connsiteX13" fmla="*/ 47317 w 388125"/>
                <a:gd name="connsiteY13" fmla="*/ 79289 h 388125"/>
                <a:gd name="connsiteX14" fmla="*/ 43605 w 388125"/>
                <a:gd name="connsiteY14" fmla="*/ 132716 h 388125"/>
                <a:gd name="connsiteX15" fmla="*/ 8454 w 388125"/>
                <a:gd name="connsiteY15" fmla="*/ 173114 h 388125"/>
                <a:gd name="connsiteX16" fmla="*/ 8454 w 388125"/>
                <a:gd name="connsiteY16" fmla="*/ 218322 h 388125"/>
                <a:gd name="connsiteX17" fmla="*/ 43605 w 388125"/>
                <a:gd name="connsiteY17" fmla="*/ 258704 h 388125"/>
                <a:gd name="connsiteX18" fmla="*/ 47301 w 388125"/>
                <a:gd name="connsiteY18" fmla="*/ 312147 h 388125"/>
                <a:gd name="connsiteX19" fmla="*/ 79279 w 388125"/>
                <a:gd name="connsiteY19" fmla="*/ 344109 h 388125"/>
                <a:gd name="connsiteX20" fmla="*/ 132756 w 388125"/>
                <a:gd name="connsiteY20" fmla="*/ 347821 h 388125"/>
                <a:gd name="connsiteX21" fmla="*/ 173138 w 388125"/>
                <a:gd name="connsiteY21" fmla="*/ 382972 h 388125"/>
                <a:gd name="connsiteX22" fmla="*/ 218362 w 388125"/>
                <a:gd name="connsiteY22" fmla="*/ 382972 h 388125"/>
                <a:gd name="connsiteX23" fmla="*/ 258728 w 388125"/>
                <a:gd name="connsiteY23" fmla="*/ 347821 h 388125"/>
                <a:gd name="connsiteX24" fmla="*/ 312154 w 388125"/>
                <a:gd name="connsiteY24" fmla="*/ 344109 h 388125"/>
                <a:gd name="connsiteX25" fmla="*/ 245211 w 388125"/>
                <a:gd name="connsiteY25" fmla="*/ 233375 h 388125"/>
                <a:gd name="connsiteX26" fmla="*/ 249092 w 388125"/>
                <a:gd name="connsiteY26" fmla="*/ 268880 h 388125"/>
                <a:gd name="connsiteX27" fmla="*/ 239372 w 388125"/>
                <a:gd name="connsiteY27" fmla="*/ 275984 h 388125"/>
                <a:gd name="connsiteX28" fmla="*/ 206803 w 388125"/>
                <a:gd name="connsiteY28" fmla="*/ 261252 h 388125"/>
                <a:gd name="connsiteX29" fmla="*/ 184596 w 388125"/>
                <a:gd name="connsiteY29" fmla="*/ 261252 h 388125"/>
                <a:gd name="connsiteX30" fmla="*/ 152061 w 388125"/>
                <a:gd name="connsiteY30" fmla="*/ 275984 h 388125"/>
                <a:gd name="connsiteX31" fmla="*/ 142324 w 388125"/>
                <a:gd name="connsiteY31" fmla="*/ 268880 h 388125"/>
                <a:gd name="connsiteX32" fmla="*/ 146222 w 388125"/>
                <a:gd name="connsiteY32" fmla="*/ 233375 h 388125"/>
                <a:gd name="connsiteX33" fmla="*/ 139388 w 388125"/>
                <a:gd name="connsiteY33" fmla="*/ 212247 h 388125"/>
                <a:gd name="connsiteX34" fmla="*/ 115307 w 388125"/>
                <a:gd name="connsiteY34" fmla="*/ 185838 h 388125"/>
                <a:gd name="connsiteX35" fmla="*/ 119036 w 388125"/>
                <a:gd name="connsiteY35" fmla="*/ 174363 h 388125"/>
                <a:gd name="connsiteX36" fmla="*/ 154035 w 388125"/>
                <a:gd name="connsiteY36" fmla="*/ 167141 h 388125"/>
                <a:gd name="connsiteX37" fmla="*/ 172007 w 388125"/>
                <a:gd name="connsiteY37" fmla="*/ 154096 h 388125"/>
                <a:gd name="connsiteX38" fmla="*/ 189675 w 388125"/>
                <a:gd name="connsiteY38" fmla="*/ 123063 h 388125"/>
                <a:gd name="connsiteX39" fmla="*/ 201690 w 388125"/>
                <a:gd name="connsiteY39" fmla="*/ 123063 h 388125"/>
                <a:gd name="connsiteX40" fmla="*/ 219392 w 388125"/>
                <a:gd name="connsiteY40" fmla="*/ 154096 h 388125"/>
                <a:gd name="connsiteX41" fmla="*/ 237330 w 388125"/>
                <a:gd name="connsiteY41" fmla="*/ 167141 h 388125"/>
                <a:gd name="connsiteX42" fmla="*/ 272346 w 388125"/>
                <a:gd name="connsiteY42" fmla="*/ 174363 h 388125"/>
                <a:gd name="connsiteX43" fmla="*/ 276075 w 388125"/>
                <a:gd name="connsiteY43" fmla="*/ 185838 h 388125"/>
                <a:gd name="connsiteX44" fmla="*/ 251994 w 388125"/>
                <a:gd name="connsiteY44" fmla="*/ 212247 h 388125"/>
                <a:gd name="connsiteX45" fmla="*/ 245211 w 388125"/>
                <a:gd name="connsiteY45" fmla="*/ 233375 h 38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125" h="388125">
                  <a:moveTo>
                    <a:pt x="312154" y="344109"/>
                  </a:moveTo>
                  <a:cubicBezTo>
                    <a:pt x="329333" y="342911"/>
                    <a:pt x="342917" y="329259"/>
                    <a:pt x="344149" y="312114"/>
                  </a:cubicBezTo>
                  <a:lnTo>
                    <a:pt x="347844" y="258671"/>
                  </a:lnTo>
                  <a:lnTo>
                    <a:pt x="382995" y="218289"/>
                  </a:lnTo>
                  <a:cubicBezTo>
                    <a:pt x="394301" y="205329"/>
                    <a:pt x="394301" y="186024"/>
                    <a:pt x="383012" y="173064"/>
                  </a:cubicBezTo>
                  <a:lnTo>
                    <a:pt x="347844" y="132682"/>
                  </a:lnTo>
                  <a:lnTo>
                    <a:pt x="344149" y="79272"/>
                  </a:lnTo>
                  <a:cubicBezTo>
                    <a:pt x="342984" y="62127"/>
                    <a:pt x="329333" y="48476"/>
                    <a:pt x="312154" y="47294"/>
                  </a:cubicBezTo>
                  <a:lnTo>
                    <a:pt x="258728" y="43599"/>
                  </a:lnTo>
                  <a:lnTo>
                    <a:pt x="218329" y="8465"/>
                  </a:lnTo>
                  <a:cubicBezTo>
                    <a:pt x="205386" y="-2824"/>
                    <a:pt x="186081" y="-2824"/>
                    <a:pt x="173104" y="8482"/>
                  </a:cubicBezTo>
                  <a:lnTo>
                    <a:pt x="132722" y="43632"/>
                  </a:lnTo>
                  <a:lnTo>
                    <a:pt x="79279" y="47311"/>
                  </a:lnTo>
                  <a:cubicBezTo>
                    <a:pt x="62134" y="48492"/>
                    <a:pt x="48499" y="62127"/>
                    <a:pt x="47317" y="79289"/>
                  </a:cubicBezTo>
                  <a:lnTo>
                    <a:pt x="43605" y="132716"/>
                  </a:lnTo>
                  <a:lnTo>
                    <a:pt x="8454" y="173114"/>
                  </a:lnTo>
                  <a:cubicBezTo>
                    <a:pt x="-2818" y="186074"/>
                    <a:pt x="-2818" y="205362"/>
                    <a:pt x="8454" y="218322"/>
                  </a:cubicBezTo>
                  <a:lnTo>
                    <a:pt x="43605" y="258704"/>
                  </a:lnTo>
                  <a:lnTo>
                    <a:pt x="47301" y="312147"/>
                  </a:lnTo>
                  <a:cubicBezTo>
                    <a:pt x="48482" y="329292"/>
                    <a:pt x="62134" y="342894"/>
                    <a:pt x="79279" y="344109"/>
                  </a:cubicBezTo>
                  <a:lnTo>
                    <a:pt x="132756" y="347821"/>
                  </a:lnTo>
                  <a:lnTo>
                    <a:pt x="173138" y="382972"/>
                  </a:lnTo>
                  <a:cubicBezTo>
                    <a:pt x="186081" y="394261"/>
                    <a:pt x="205386" y="394261"/>
                    <a:pt x="218362" y="382972"/>
                  </a:cubicBezTo>
                  <a:lnTo>
                    <a:pt x="258728" y="347821"/>
                  </a:lnTo>
                  <a:lnTo>
                    <a:pt x="312154" y="344109"/>
                  </a:lnTo>
                  <a:close/>
                  <a:moveTo>
                    <a:pt x="245211" y="233375"/>
                  </a:moveTo>
                  <a:lnTo>
                    <a:pt x="249092" y="268880"/>
                  </a:lnTo>
                  <a:cubicBezTo>
                    <a:pt x="249834" y="275546"/>
                    <a:pt x="245430" y="278735"/>
                    <a:pt x="239372" y="275984"/>
                  </a:cubicBezTo>
                  <a:lnTo>
                    <a:pt x="206803" y="261252"/>
                  </a:lnTo>
                  <a:cubicBezTo>
                    <a:pt x="200694" y="258502"/>
                    <a:pt x="190704" y="258502"/>
                    <a:pt x="184596" y="261252"/>
                  </a:cubicBezTo>
                  <a:lnTo>
                    <a:pt x="152061" y="275984"/>
                  </a:lnTo>
                  <a:cubicBezTo>
                    <a:pt x="145952" y="278735"/>
                    <a:pt x="141548" y="275546"/>
                    <a:pt x="142324" y="268880"/>
                  </a:cubicBezTo>
                  <a:lnTo>
                    <a:pt x="146222" y="233375"/>
                  </a:lnTo>
                  <a:cubicBezTo>
                    <a:pt x="146998" y="226726"/>
                    <a:pt x="143893" y="217192"/>
                    <a:pt x="139388" y="212247"/>
                  </a:cubicBezTo>
                  <a:lnTo>
                    <a:pt x="115307" y="185838"/>
                  </a:lnTo>
                  <a:cubicBezTo>
                    <a:pt x="110801" y="180911"/>
                    <a:pt x="112489" y="175730"/>
                    <a:pt x="119036" y="174363"/>
                  </a:cubicBezTo>
                  <a:lnTo>
                    <a:pt x="154035" y="167141"/>
                  </a:lnTo>
                  <a:cubicBezTo>
                    <a:pt x="160599" y="165791"/>
                    <a:pt x="168699" y="159918"/>
                    <a:pt x="172007" y="154096"/>
                  </a:cubicBezTo>
                  <a:lnTo>
                    <a:pt x="189675" y="123063"/>
                  </a:lnTo>
                  <a:cubicBezTo>
                    <a:pt x="192983" y="117224"/>
                    <a:pt x="198399" y="117224"/>
                    <a:pt x="201690" y="123063"/>
                  </a:cubicBezTo>
                  <a:lnTo>
                    <a:pt x="219392" y="154096"/>
                  </a:lnTo>
                  <a:cubicBezTo>
                    <a:pt x="222666" y="159935"/>
                    <a:pt x="230799" y="165807"/>
                    <a:pt x="237330" y="167141"/>
                  </a:cubicBezTo>
                  <a:lnTo>
                    <a:pt x="272346" y="174363"/>
                  </a:lnTo>
                  <a:cubicBezTo>
                    <a:pt x="278893" y="175730"/>
                    <a:pt x="280547" y="180894"/>
                    <a:pt x="276075" y="185838"/>
                  </a:cubicBezTo>
                  <a:lnTo>
                    <a:pt x="251994" y="212247"/>
                  </a:lnTo>
                  <a:cubicBezTo>
                    <a:pt x="247506" y="217192"/>
                    <a:pt x="244418" y="226709"/>
                    <a:pt x="245211" y="23337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18" name="组合 917"/>
          <p:cNvGrpSpPr/>
          <p:nvPr/>
        </p:nvGrpSpPr>
        <p:grpSpPr>
          <a:xfrm>
            <a:off x="7014238" y="2102971"/>
            <a:ext cx="472500" cy="536482"/>
            <a:chOff x="4692566" y="3531320"/>
            <a:chExt cx="472500" cy="536482"/>
          </a:xfrm>
          <a:solidFill>
            <a:schemeClr val="accent1"/>
          </a:solidFill>
        </p:grpSpPr>
        <p:sp>
          <p:nvSpPr>
            <p:cNvPr id="549" name="任意多边形: 形状 548"/>
            <p:cNvSpPr/>
            <p:nvPr/>
          </p:nvSpPr>
          <p:spPr>
            <a:xfrm>
              <a:off x="4806595" y="3531320"/>
              <a:ext cx="320625" cy="337500"/>
            </a:xfrm>
            <a:custGeom>
              <a:avLst/>
              <a:gdLst>
                <a:gd name="connsiteX0" fmla="*/ 10931 w 320625"/>
                <a:gd name="connsiteY0" fmla="*/ 301632 h 337500"/>
                <a:gd name="connsiteX1" fmla="*/ 16179 w 320625"/>
                <a:gd name="connsiteY1" fmla="*/ 327620 h 337500"/>
                <a:gd name="connsiteX2" fmla="*/ 39686 w 320625"/>
                <a:gd name="connsiteY2" fmla="*/ 345929 h 337500"/>
                <a:gd name="connsiteX3" fmla="*/ 67192 w 320625"/>
                <a:gd name="connsiteY3" fmla="*/ 343601 h 337500"/>
                <a:gd name="connsiteX4" fmla="*/ 80996 w 320625"/>
                <a:gd name="connsiteY4" fmla="*/ 328481 h 337500"/>
                <a:gd name="connsiteX5" fmla="*/ 100875 w 320625"/>
                <a:gd name="connsiteY5" fmla="*/ 345271 h 337500"/>
                <a:gd name="connsiteX6" fmla="*/ 115691 w 320625"/>
                <a:gd name="connsiteY6" fmla="*/ 350013 h 337500"/>
                <a:gd name="connsiteX7" fmla="*/ 129529 w 320625"/>
                <a:gd name="connsiteY7" fmla="*/ 342824 h 337500"/>
                <a:gd name="connsiteX8" fmla="*/ 167396 w 320625"/>
                <a:gd name="connsiteY8" fmla="*/ 298055 h 337500"/>
                <a:gd name="connsiteX9" fmla="*/ 139924 w 320625"/>
                <a:gd name="connsiteY9" fmla="*/ 263984 h 337500"/>
                <a:gd name="connsiteX10" fmla="*/ 132583 w 320625"/>
                <a:gd name="connsiteY10" fmla="*/ 229475 h 337500"/>
                <a:gd name="connsiteX11" fmla="*/ 217633 w 320625"/>
                <a:gd name="connsiteY11" fmla="*/ 144425 h 337500"/>
                <a:gd name="connsiteX12" fmla="*/ 245038 w 320625"/>
                <a:gd name="connsiteY12" fmla="*/ 148964 h 337500"/>
                <a:gd name="connsiteX13" fmla="*/ 276898 w 320625"/>
                <a:gd name="connsiteY13" fmla="*/ 168539 h 337500"/>
                <a:gd name="connsiteX14" fmla="*/ 324654 w 320625"/>
                <a:gd name="connsiteY14" fmla="*/ 112042 h 337500"/>
                <a:gd name="connsiteX15" fmla="*/ 322258 w 320625"/>
                <a:gd name="connsiteY15" fmla="*/ 83388 h 337500"/>
                <a:gd name="connsiteX16" fmla="*/ 312504 w 320625"/>
                <a:gd name="connsiteY16" fmla="*/ 75153 h 337500"/>
                <a:gd name="connsiteX17" fmla="*/ 317516 w 320625"/>
                <a:gd name="connsiteY17" fmla="*/ 69702 h 337500"/>
                <a:gd name="connsiteX18" fmla="*/ 322798 w 320625"/>
                <a:gd name="connsiteY18" fmla="*/ 54667 h 337500"/>
                <a:gd name="connsiteX19" fmla="*/ 315643 w 320625"/>
                <a:gd name="connsiteY19" fmla="*/ 40441 h 337500"/>
                <a:gd name="connsiteX20" fmla="*/ 273456 w 320625"/>
                <a:gd name="connsiteY20" fmla="*/ 4801 h 337500"/>
                <a:gd name="connsiteX21" fmla="*/ 258251 w 320625"/>
                <a:gd name="connsiteY21" fmla="*/ 110 h 337500"/>
                <a:gd name="connsiteX22" fmla="*/ 244329 w 320625"/>
                <a:gd name="connsiteY22" fmla="*/ 7788 h 337500"/>
                <a:gd name="connsiteX23" fmla="*/ 239722 w 320625"/>
                <a:gd name="connsiteY23" fmla="*/ 13694 h 337500"/>
                <a:gd name="connsiteX24" fmla="*/ 230036 w 320625"/>
                <a:gd name="connsiteY24" fmla="*/ 5510 h 337500"/>
                <a:gd name="connsiteX25" fmla="*/ 201399 w 320625"/>
                <a:gd name="connsiteY25" fmla="*/ 7923 h 337500"/>
                <a:gd name="connsiteX26" fmla="*/ 4806 w 320625"/>
                <a:gd name="connsiteY26" fmla="*/ 240461 h 337500"/>
                <a:gd name="connsiteX27" fmla="*/ 5497 w 320625"/>
                <a:gd name="connsiteY27" fmla="*/ 267477 h 337500"/>
                <a:gd name="connsiteX28" fmla="*/ 20871 w 320625"/>
                <a:gd name="connsiteY28" fmla="*/ 283914 h 337500"/>
                <a:gd name="connsiteX29" fmla="*/ 10931 w 320625"/>
                <a:gd name="connsiteY29" fmla="*/ 301632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0625" h="337500">
                  <a:moveTo>
                    <a:pt x="10931" y="301632"/>
                  </a:moveTo>
                  <a:cubicBezTo>
                    <a:pt x="6021" y="310424"/>
                    <a:pt x="8248" y="321444"/>
                    <a:pt x="16179" y="327620"/>
                  </a:cubicBezTo>
                  <a:lnTo>
                    <a:pt x="39686" y="345929"/>
                  </a:lnTo>
                  <a:cubicBezTo>
                    <a:pt x="48056" y="352460"/>
                    <a:pt x="60037" y="351447"/>
                    <a:pt x="67192" y="343601"/>
                  </a:cubicBezTo>
                  <a:lnTo>
                    <a:pt x="80996" y="328481"/>
                  </a:lnTo>
                  <a:lnTo>
                    <a:pt x="100875" y="345271"/>
                  </a:lnTo>
                  <a:cubicBezTo>
                    <a:pt x="104992" y="348764"/>
                    <a:pt x="110325" y="350486"/>
                    <a:pt x="115691" y="350013"/>
                  </a:cubicBezTo>
                  <a:cubicBezTo>
                    <a:pt x="121074" y="349557"/>
                    <a:pt x="126036" y="346942"/>
                    <a:pt x="129529" y="342824"/>
                  </a:cubicBezTo>
                  <a:lnTo>
                    <a:pt x="167396" y="298055"/>
                  </a:lnTo>
                  <a:cubicBezTo>
                    <a:pt x="155499" y="289297"/>
                    <a:pt x="145948" y="277602"/>
                    <a:pt x="139924" y="263984"/>
                  </a:cubicBezTo>
                  <a:cubicBezTo>
                    <a:pt x="135216" y="253437"/>
                    <a:pt x="132583" y="241760"/>
                    <a:pt x="132583" y="229475"/>
                  </a:cubicBezTo>
                  <a:cubicBezTo>
                    <a:pt x="132583" y="182579"/>
                    <a:pt x="170737" y="144425"/>
                    <a:pt x="217633" y="144425"/>
                  </a:cubicBezTo>
                  <a:cubicBezTo>
                    <a:pt x="227218" y="144425"/>
                    <a:pt x="236432" y="146028"/>
                    <a:pt x="245038" y="148964"/>
                  </a:cubicBezTo>
                  <a:cubicBezTo>
                    <a:pt x="257087" y="153099"/>
                    <a:pt x="267921" y="159849"/>
                    <a:pt x="276898" y="168539"/>
                  </a:cubicBezTo>
                  <a:lnTo>
                    <a:pt x="324654" y="112042"/>
                  </a:lnTo>
                  <a:cubicBezTo>
                    <a:pt x="331911" y="103469"/>
                    <a:pt x="330831" y="90627"/>
                    <a:pt x="322258" y="83388"/>
                  </a:cubicBezTo>
                  <a:lnTo>
                    <a:pt x="312504" y="75153"/>
                  </a:lnTo>
                  <a:lnTo>
                    <a:pt x="317516" y="69702"/>
                  </a:lnTo>
                  <a:cubicBezTo>
                    <a:pt x="321262" y="65619"/>
                    <a:pt x="323153" y="60202"/>
                    <a:pt x="322798" y="54667"/>
                  </a:cubicBezTo>
                  <a:cubicBezTo>
                    <a:pt x="322444" y="49149"/>
                    <a:pt x="319862" y="44002"/>
                    <a:pt x="315643" y="40441"/>
                  </a:cubicBezTo>
                  <a:lnTo>
                    <a:pt x="273456" y="4801"/>
                  </a:lnTo>
                  <a:cubicBezTo>
                    <a:pt x="269237" y="1224"/>
                    <a:pt x="263736" y="-464"/>
                    <a:pt x="258251" y="110"/>
                  </a:cubicBezTo>
                  <a:cubicBezTo>
                    <a:pt x="252750" y="667"/>
                    <a:pt x="247721" y="3451"/>
                    <a:pt x="244329" y="7788"/>
                  </a:cubicBezTo>
                  <a:lnTo>
                    <a:pt x="239722" y="13694"/>
                  </a:lnTo>
                  <a:lnTo>
                    <a:pt x="230036" y="5510"/>
                  </a:lnTo>
                  <a:cubicBezTo>
                    <a:pt x="221464" y="-1729"/>
                    <a:pt x="208622" y="-649"/>
                    <a:pt x="201399" y="7923"/>
                  </a:cubicBezTo>
                  <a:lnTo>
                    <a:pt x="4806" y="240461"/>
                  </a:lnTo>
                  <a:cubicBezTo>
                    <a:pt x="-1860" y="248341"/>
                    <a:pt x="-1556" y="259934"/>
                    <a:pt x="5497" y="267477"/>
                  </a:cubicBezTo>
                  <a:lnTo>
                    <a:pt x="20871" y="283914"/>
                  </a:lnTo>
                  <a:lnTo>
                    <a:pt x="10931" y="30163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50" name="任意多边形: 形状 549"/>
            <p:cNvSpPr/>
            <p:nvPr/>
          </p:nvSpPr>
          <p:spPr>
            <a:xfrm>
              <a:off x="4692566" y="3780927"/>
              <a:ext cx="472500" cy="286875"/>
            </a:xfrm>
            <a:custGeom>
              <a:avLst/>
              <a:gdLst>
                <a:gd name="connsiteX0" fmla="*/ 414281 w 472500"/>
                <a:gd name="connsiteY0" fmla="*/ 0 h 286875"/>
                <a:gd name="connsiteX1" fmla="*/ 381291 w 472500"/>
                <a:gd name="connsiteY1" fmla="*/ 48904 h 286875"/>
                <a:gd name="connsiteX2" fmla="*/ 426043 w 472500"/>
                <a:gd name="connsiteY2" fmla="*/ 176715 h 286875"/>
                <a:gd name="connsiteX3" fmla="*/ 426043 w 472500"/>
                <a:gd name="connsiteY3" fmla="*/ 233449 h 286875"/>
                <a:gd name="connsiteX4" fmla="*/ 141514 w 472500"/>
                <a:gd name="connsiteY4" fmla="*/ 233449 h 286875"/>
                <a:gd name="connsiteX5" fmla="*/ 141514 w 472500"/>
                <a:gd name="connsiteY5" fmla="*/ 229871 h 286875"/>
                <a:gd name="connsiteX6" fmla="*/ 235103 w 472500"/>
                <a:gd name="connsiteY6" fmla="*/ 195632 h 286875"/>
                <a:gd name="connsiteX7" fmla="*/ 235103 w 472500"/>
                <a:gd name="connsiteY7" fmla="*/ 178200 h 286875"/>
                <a:gd name="connsiteX8" fmla="*/ 214768 w 472500"/>
                <a:gd name="connsiteY8" fmla="*/ 157866 h 286875"/>
                <a:gd name="connsiteX9" fmla="*/ 20334 w 472500"/>
                <a:gd name="connsiteY9" fmla="*/ 157866 h 286875"/>
                <a:gd name="connsiteX10" fmla="*/ 0 w 472500"/>
                <a:gd name="connsiteY10" fmla="*/ 178200 h 286875"/>
                <a:gd name="connsiteX11" fmla="*/ 0 w 472500"/>
                <a:gd name="connsiteY11" fmla="*/ 195632 h 286875"/>
                <a:gd name="connsiteX12" fmla="*/ 84594 w 472500"/>
                <a:gd name="connsiteY12" fmla="*/ 226648 h 286875"/>
                <a:gd name="connsiteX13" fmla="*/ 84594 w 472500"/>
                <a:gd name="connsiteY13" fmla="*/ 250543 h 286875"/>
                <a:gd name="connsiteX14" fmla="*/ 124436 w 472500"/>
                <a:gd name="connsiteY14" fmla="*/ 290402 h 286875"/>
                <a:gd name="connsiteX15" fmla="*/ 443087 w 472500"/>
                <a:gd name="connsiteY15" fmla="*/ 290402 h 286875"/>
                <a:gd name="connsiteX16" fmla="*/ 482912 w 472500"/>
                <a:gd name="connsiteY16" fmla="*/ 250560 h 286875"/>
                <a:gd name="connsiteX17" fmla="*/ 482912 w 472500"/>
                <a:gd name="connsiteY17" fmla="*/ 176732 h 286875"/>
                <a:gd name="connsiteX18" fmla="*/ 414281 w 472500"/>
                <a:gd name="connsiteY18" fmla="*/ 0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2500" h="286875">
                  <a:moveTo>
                    <a:pt x="414281" y="0"/>
                  </a:moveTo>
                  <a:cubicBezTo>
                    <a:pt x="409404" y="19980"/>
                    <a:pt x="397474" y="37226"/>
                    <a:pt x="381291" y="48904"/>
                  </a:cubicBezTo>
                  <a:cubicBezTo>
                    <a:pt x="404224" y="77996"/>
                    <a:pt x="426043" y="120369"/>
                    <a:pt x="426043" y="176715"/>
                  </a:cubicBezTo>
                  <a:lnTo>
                    <a:pt x="426043" y="233449"/>
                  </a:lnTo>
                  <a:lnTo>
                    <a:pt x="141514" y="233449"/>
                  </a:lnTo>
                  <a:lnTo>
                    <a:pt x="141514" y="229871"/>
                  </a:lnTo>
                  <a:lnTo>
                    <a:pt x="235103" y="195632"/>
                  </a:lnTo>
                  <a:lnTo>
                    <a:pt x="235103" y="178200"/>
                  </a:lnTo>
                  <a:cubicBezTo>
                    <a:pt x="235103" y="166961"/>
                    <a:pt x="225990" y="157866"/>
                    <a:pt x="214768" y="157866"/>
                  </a:cubicBezTo>
                  <a:lnTo>
                    <a:pt x="20334" y="157866"/>
                  </a:lnTo>
                  <a:cubicBezTo>
                    <a:pt x="9096" y="157866"/>
                    <a:pt x="0" y="166961"/>
                    <a:pt x="0" y="178200"/>
                  </a:cubicBezTo>
                  <a:lnTo>
                    <a:pt x="0" y="195632"/>
                  </a:lnTo>
                  <a:lnTo>
                    <a:pt x="84594" y="226648"/>
                  </a:lnTo>
                  <a:lnTo>
                    <a:pt x="84594" y="250543"/>
                  </a:lnTo>
                  <a:cubicBezTo>
                    <a:pt x="84594" y="272565"/>
                    <a:pt x="102431" y="290402"/>
                    <a:pt x="124436" y="290402"/>
                  </a:cubicBezTo>
                  <a:lnTo>
                    <a:pt x="443087" y="290402"/>
                  </a:lnTo>
                  <a:cubicBezTo>
                    <a:pt x="465109" y="290402"/>
                    <a:pt x="482912" y="272565"/>
                    <a:pt x="482912" y="250560"/>
                  </a:cubicBezTo>
                  <a:lnTo>
                    <a:pt x="482912" y="176732"/>
                  </a:lnTo>
                  <a:cubicBezTo>
                    <a:pt x="482946" y="95344"/>
                    <a:pt x="447474" y="36922"/>
                    <a:pt x="41428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51" name="任意多边形: 形状 550"/>
            <p:cNvSpPr/>
            <p:nvPr/>
          </p:nvSpPr>
          <p:spPr>
            <a:xfrm>
              <a:off x="4958111" y="3694747"/>
              <a:ext cx="118125" cy="118125"/>
            </a:xfrm>
            <a:custGeom>
              <a:avLst/>
              <a:gdLst>
                <a:gd name="connsiteX0" fmla="*/ 66099 w 118125"/>
                <a:gd name="connsiteY0" fmla="*/ 0 h 118125"/>
                <a:gd name="connsiteX1" fmla="*/ 0 w 118125"/>
                <a:gd name="connsiteY1" fmla="*/ 66099 h 118125"/>
                <a:gd name="connsiteX2" fmla="*/ 66099 w 118125"/>
                <a:gd name="connsiteY2" fmla="*/ 132199 h 118125"/>
                <a:gd name="connsiteX3" fmla="*/ 132199 w 118125"/>
                <a:gd name="connsiteY3" fmla="*/ 66099 h 118125"/>
                <a:gd name="connsiteX4" fmla="*/ 66099 w 118125"/>
                <a:gd name="connsiteY4" fmla="*/ 0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25" h="118125">
                  <a:moveTo>
                    <a:pt x="66099" y="0"/>
                  </a:moveTo>
                  <a:cubicBezTo>
                    <a:pt x="29649" y="0"/>
                    <a:pt x="0" y="29649"/>
                    <a:pt x="0" y="66099"/>
                  </a:cubicBezTo>
                  <a:cubicBezTo>
                    <a:pt x="0" y="102549"/>
                    <a:pt x="29649" y="132199"/>
                    <a:pt x="66099" y="132199"/>
                  </a:cubicBezTo>
                  <a:cubicBezTo>
                    <a:pt x="102549" y="132199"/>
                    <a:pt x="132199" y="102549"/>
                    <a:pt x="132199" y="66099"/>
                  </a:cubicBezTo>
                  <a:cubicBezTo>
                    <a:pt x="132199" y="29632"/>
                    <a:pt x="102549" y="0"/>
                    <a:pt x="66099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1" name="组合 920"/>
          <p:cNvGrpSpPr/>
          <p:nvPr/>
        </p:nvGrpSpPr>
        <p:grpSpPr>
          <a:xfrm>
            <a:off x="8233438" y="2120793"/>
            <a:ext cx="534465" cy="500838"/>
            <a:chOff x="363167" y="4633093"/>
            <a:chExt cx="534465" cy="500838"/>
          </a:xfrm>
          <a:solidFill>
            <a:schemeClr val="accent1"/>
          </a:solidFill>
        </p:grpSpPr>
        <p:sp>
          <p:nvSpPr>
            <p:cNvPr id="603" name="任意多边形: 形状 602"/>
            <p:cNvSpPr/>
            <p:nvPr/>
          </p:nvSpPr>
          <p:spPr>
            <a:xfrm>
              <a:off x="363167" y="4914556"/>
              <a:ext cx="219375" cy="219375"/>
            </a:xfrm>
            <a:custGeom>
              <a:avLst/>
              <a:gdLst>
                <a:gd name="connsiteX0" fmla="*/ 0 w 219375"/>
                <a:gd name="connsiteY0" fmla="*/ 99968 h 219375"/>
                <a:gd name="connsiteX1" fmla="*/ 114278 w 219375"/>
                <a:gd name="connsiteY1" fmla="*/ 226884 h 219375"/>
                <a:gd name="connsiteX2" fmla="*/ 225298 w 219375"/>
                <a:gd name="connsiteY2" fmla="*/ 126866 h 219375"/>
                <a:gd name="connsiteX3" fmla="*/ 111004 w 219375"/>
                <a:gd name="connsiteY3" fmla="*/ 0 h 219375"/>
                <a:gd name="connsiteX4" fmla="*/ 0 w 219375"/>
                <a:gd name="connsiteY4" fmla="*/ 99968 h 219375"/>
                <a:gd name="connsiteX5" fmla="*/ 167333 w 219375"/>
                <a:gd name="connsiteY5" fmla="*/ 134274 h 219375"/>
                <a:gd name="connsiteX6" fmla="*/ 127693 w 219375"/>
                <a:gd name="connsiteY6" fmla="*/ 169948 h 219375"/>
                <a:gd name="connsiteX7" fmla="*/ 107646 w 219375"/>
                <a:gd name="connsiteY7" fmla="*/ 147724 h 219375"/>
                <a:gd name="connsiteX8" fmla="*/ 147268 w 219375"/>
                <a:gd name="connsiteY8" fmla="*/ 111999 h 219375"/>
                <a:gd name="connsiteX9" fmla="*/ 167333 w 219375"/>
                <a:gd name="connsiteY9" fmla="*/ 134274 h 219375"/>
                <a:gd name="connsiteX10" fmla="*/ 75668 w 219375"/>
                <a:gd name="connsiteY10" fmla="*/ 112219 h 219375"/>
                <a:gd name="connsiteX11" fmla="*/ 55586 w 219375"/>
                <a:gd name="connsiteY11" fmla="*/ 89944 h 219375"/>
                <a:gd name="connsiteX12" fmla="*/ 95243 w 219375"/>
                <a:gd name="connsiteY12" fmla="*/ 54253 h 219375"/>
                <a:gd name="connsiteX13" fmla="*/ 115307 w 219375"/>
                <a:gd name="connsiteY13" fmla="*/ 76494 h 219375"/>
                <a:gd name="connsiteX14" fmla="*/ 75668 w 219375"/>
                <a:gd name="connsiteY14" fmla="*/ 112219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375" h="219375">
                  <a:moveTo>
                    <a:pt x="0" y="99968"/>
                  </a:moveTo>
                  <a:lnTo>
                    <a:pt x="114278" y="226884"/>
                  </a:lnTo>
                  <a:lnTo>
                    <a:pt x="225298" y="126866"/>
                  </a:lnTo>
                  <a:lnTo>
                    <a:pt x="111004" y="0"/>
                  </a:lnTo>
                  <a:lnTo>
                    <a:pt x="0" y="99968"/>
                  </a:lnTo>
                  <a:close/>
                  <a:moveTo>
                    <a:pt x="167333" y="134274"/>
                  </a:moveTo>
                  <a:lnTo>
                    <a:pt x="127693" y="169948"/>
                  </a:lnTo>
                  <a:lnTo>
                    <a:pt x="107646" y="147724"/>
                  </a:lnTo>
                  <a:lnTo>
                    <a:pt x="147268" y="111999"/>
                  </a:lnTo>
                  <a:lnTo>
                    <a:pt x="167333" y="134274"/>
                  </a:lnTo>
                  <a:close/>
                  <a:moveTo>
                    <a:pt x="75668" y="112219"/>
                  </a:moveTo>
                  <a:lnTo>
                    <a:pt x="55586" y="89944"/>
                  </a:lnTo>
                  <a:lnTo>
                    <a:pt x="95243" y="54253"/>
                  </a:lnTo>
                  <a:lnTo>
                    <a:pt x="115307" y="76494"/>
                  </a:lnTo>
                  <a:lnTo>
                    <a:pt x="75668" y="11221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04" name="任意多边形: 形状 603"/>
            <p:cNvSpPr/>
            <p:nvPr/>
          </p:nvSpPr>
          <p:spPr>
            <a:xfrm>
              <a:off x="475757" y="4633093"/>
              <a:ext cx="421875" cy="405000"/>
            </a:xfrm>
            <a:custGeom>
              <a:avLst/>
              <a:gdLst>
                <a:gd name="connsiteX0" fmla="*/ 404139 w 421875"/>
                <a:gd name="connsiteY0" fmla="*/ 62189 h 405000"/>
                <a:gd name="connsiteX1" fmla="*/ 372954 w 421875"/>
                <a:gd name="connsiteY1" fmla="*/ 27595 h 405000"/>
                <a:gd name="connsiteX2" fmla="*/ 255150 w 421875"/>
                <a:gd name="connsiteY2" fmla="*/ 21436 h 405000"/>
                <a:gd name="connsiteX3" fmla="*/ 0 w 421875"/>
                <a:gd name="connsiteY3" fmla="*/ 251290 h 405000"/>
                <a:gd name="connsiteX4" fmla="*/ 142864 w 421875"/>
                <a:gd name="connsiteY4" fmla="*/ 409865 h 405000"/>
                <a:gd name="connsiteX5" fmla="*/ 398014 w 421875"/>
                <a:gd name="connsiteY5" fmla="*/ 179993 h 405000"/>
                <a:gd name="connsiteX6" fmla="*/ 404139 w 421875"/>
                <a:gd name="connsiteY6" fmla="*/ 62189 h 405000"/>
                <a:gd name="connsiteX7" fmla="*/ 278640 w 421875"/>
                <a:gd name="connsiteY7" fmla="*/ 94066 h 405000"/>
                <a:gd name="connsiteX8" fmla="*/ 115931 w 421875"/>
                <a:gd name="connsiteY8" fmla="*/ 238668 h 405000"/>
                <a:gd name="connsiteX9" fmla="*/ 101773 w 421875"/>
                <a:gd name="connsiteY9" fmla="*/ 244068 h 405000"/>
                <a:gd name="connsiteX10" fmla="*/ 85809 w 421875"/>
                <a:gd name="connsiteY10" fmla="*/ 236896 h 405000"/>
                <a:gd name="connsiteX11" fmla="*/ 87564 w 421875"/>
                <a:gd name="connsiteY11" fmla="*/ 206791 h 405000"/>
                <a:gd name="connsiteX12" fmla="*/ 250273 w 421875"/>
                <a:gd name="connsiteY12" fmla="*/ 62172 h 405000"/>
                <a:gd name="connsiteX13" fmla="*/ 280378 w 421875"/>
                <a:gd name="connsiteY13" fmla="*/ 63944 h 405000"/>
                <a:gd name="connsiteX14" fmla="*/ 278640 w 421875"/>
                <a:gd name="connsiteY14" fmla="*/ 94066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1875" h="405000">
                  <a:moveTo>
                    <a:pt x="404139" y="62189"/>
                  </a:moveTo>
                  <a:lnTo>
                    <a:pt x="372954" y="27595"/>
                  </a:lnTo>
                  <a:cubicBezTo>
                    <a:pt x="342141" y="-6644"/>
                    <a:pt x="289373" y="-9395"/>
                    <a:pt x="255150" y="21436"/>
                  </a:cubicBezTo>
                  <a:lnTo>
                    <a:pt x="0" y="251290"/>
                  </a:lnTo>
                  <a:lnTo>
                    <a:pt x="142864" y="409865"/>
                  </a:lnTo>
                  <a:lnTo>
                    <a:pt x="398014" y="179993"/>
                  </a:lnTo>
                  <a:cubicBezTo>
                    <a:pt x="432253" y="149163"/>
                    <a:pt x="434970" y="96411"/>
                    <a:pt x="404139" y="62189"/>
                  </a:cubicBezTo>
                  <a:close/>
                  <a:moveTo>
                    <a:pt x="278640" y="94066"/>
                  </a:moveTo>
                  <a:lnTo>
                    <a:pt x="115931" y="238668"/>
                  </a:lnTo>
                  <a:cubicBezTo>
                    <a:pt x="111864" y="242330"/>
                    <a:pt x="106785" y="244068"/>
                    <a:pt x="101773" y="244068"/>
                  </a:cubicBezTo>
                  <a:cubicBezTo>
                    <a:pt x="95850" y="244068"/>
                    <a:pt x="90011" y="241655"/>
                    <a:pt x="85809" y="236896"/>
                  </a:cubicBezTo>
                  <a:cubicBezTo>
                    <a:pt x="77979" y="228104"/>
                    <a:pt x="78789" y="214604"/>
                    <a:pt x="87564" y="206791"/>
                  </a:cubicBezTo>
                  <a:lnTo>
                    <a:pt x="250273" y="62172"/>
                  </a:lnTo>
                  <a:cubicBezTo>
                    <a:pt x="259065" y="54308"/>
                    <a:pt x="272548" y="55101"/>
                    <a:pt x="280378" y="63944"/>
                  </a:cubicBezTo>
                  <a:cubicBezTo>
                    <a:pt x="288242" y="72770"/>
                    <a:pt x="287449" y="86253"/>
                    <a:pt x="278640" y="9406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605" name="图形 165"/>
          <p:cNvSpPr/>
          <p:nvPr/>
        </p:nvSpPr>
        <p:spPr>
          <a:xfrm>
            <a:off x="9452638" y="2134962"/>
            <a:ext cx="523125" cy="472500"/>
          </a:xfrm>
          <a:custGeom>
            <a:avLst/>
            <a:gdLst>
              <a:gd name="connsiteX0" fmla="*/ 492750 w 523125"/>
              <a:gd name="connsiteY0" fmla="*/ 231576 h 472500"/>
              <a:gd name="connsiteX1" fmla="*/ 471504 w 523125"/>
              <a:gd name="connsiteY1" fmla="*/ 231576 h 472500"/>
              <a:gd name="connsiteX2" fmla="*/ 471504 w 523125"/>
              <a:gd name="connsiteY2" fmla="*/ 167957 h 472500"/>
              <a:gd name="connsiteX3" fmla="*/ 465159 w 523125"/>
              <a:gd name="connsiteY3" fmla="*/ 154609 h 472500"/>
              <a:gd name="connsiteX4" fmla="*/ 361176 w 523125"/>
              <a:gd name="connsiteY4" fmla="*/ 115847 h 472500"/>
              <a:gd name="connsiteX5" fmla="*/ 357311 w 523125"/>
              <a:gd name="connsiteY5" fmla="*/ 115914 h 472500"/>
              <a:gd name="connsiteX6" fmla="*/ 358155 w 523125"/>
              <a:gd name="connsiteY6" fmla="*/ 103106 h 472500"/>
              <a:gd name="connsiteX7" fmla="*/ 255049 w 523125"/>
              <a:gd name="connsiteY7" fmla="*/ 0 h 472500"/>
              <a:gd name="connsiteX8" fmla="*/ 151943 w 523125"/>
              <a:gd name="connsiteY8" fmla="*/ 103106 h 472500"/>
              <a:gd name="connsiteX9" fmla="*/ 152786 w 523125"/>
              <a:gd name="connsiteY9" fmla="*/ 115881 h 472500"/>
              <a:gd name="connsiteX10" fmla="*/ 51773 w 523125"/>
              <a:gd name="connsiteY10" fmla="*/ 154626 h 472500"/>
              <a:gd name="connsiteX11" fmla="*/ 45242 w 523125"/>
              <a:gd name="connsiteY11" fmla="*/ 167974 h 472500"/>
              <a:gd name="connsiteX12" fmla="*/ 45242 w 523125"/>
              <a:gd name="connsiteY12" fmla="*/ 231593 h 472500"/>
              <a:gd name="connsiteX13" fmla="*/ 34493 w 523125"/>
              <a:gd name="connsiteY13" fmla="*/ 231593 h 472500"/>
              <a:gd name="connsiteX14" fmla="*/ 0 w 523125"/>
              <a:gd name="connsiteY14" fmla="*/ 266389 h 472500"/>
              <a:gd name="connsiteX15" fmla="*/ 0 w 523125"/>
              <a:gd name="connsiteY15" fmla="*/ 300763 h 472500"/>
              <a:gd name="connsiteX16" fmla="*/ 34493 w 523125"/>
              <a:gd name="connsiteY16" fmla="*/ 334699 h 472500"/>
              <a:gd name="connsiteX17" fmla="*/ 45259 w 523125"/>
              <a:gd name="connsiteY17" fmla="*/ 334699 h 472500"/>
              <a:gd name="connsiteX18" fmla="*/ 45259 w 523125"/>
              <a:gd name="connsiteY18" fmla="*/ 458983 h 472500"/>
              <a:gd name="connsiteX19" fmla="*/ 54928 w 523125"/>
              <a:gd name="connsiteY19" fmla="*/ 474356 h 472500"/>
              <a:gd name="connsiteX20" fmla="*/ 62724 w 523125"/>
              <a:gd name="connsiteY20" fmla="*/ 476145 h 472500"/>
              <a:gd name="connsiteX21" fmla="*/ 73035 w 523125"/>
              <a:gd name="connsiteY21" fmla="*/ 472753 h 472500"/>
              <a:gd name="connsiteX22" fmla="*/ 156566 w 523125"/>
              <a:gd name="connsiteY22" fmla="*/ 448824 h 472500"/>
              <a:gd name="connsiteX23" fmla="*/ 245042 w 523125"/>
              <a:gd name="connsiteY23" fmla="*/ 472719 h 472500"/>
              <a:gd name="connsiteX24" fmla="*/ 272109 w 523125"/>
              <a:gd name="connsiteY24" fmla="*/ 472719 h 472500"/>
              <a:gd name="connsiteX25" fmla="*/ 360568 w 523125"/>
              <a:gd name="connsiteY25" fmla="*/ 448824 h 472500"/>
              <a:gd name="connsiteX26" fmla="*/ 444150 w 523125"/>
              <a:gd name="connsiteY26" fmla="*/ 472787 h 472500"/>
              <a:gd name="connsiteX27" fmla="*/ 454343 w 523125"/>
              <a:gd name="connsiteY27" fmla="*/ 476145 h 472500"/>
              <a:gd name="connsiteX28" fmla="*/ 461970 w 523125"/>
              <a:gd name="connsiteY28" fmla="*/ 474356 h 472500"/>
              <a:gd name="connsiteX29" fmla="*/ 471454 w 523125"/>
              <a:gd name="connsiteY29" fmla="*/ 458983 h 472500"/>
              <a:gd name="connsiteX30" fmla="*/ 471454 w 523125"/>
              <a:gd name="connsiteY30" fmla="*/ 334699 h 472500"/>
              <a:gd name="connsiteX31" fmla="*/ 492716 w 523125"/>
              <a:gd name="connsiteY31" fmla="*/ 334699 h 472500"/>
              <a:gd name="connsiteX32" fmla="*/ 526821 w 523125"/>
              <a:gd name="connsiteY32" fmla="*/ 300763 h 472500"/>
              <a:gd name="connsiteX33" fmla="*/ 526821 w 523125"/>
              <a:gd name="connsiteY33" fmla="*/ 266372 h 472500"/>
              <a:gd name="connsiteX34" fmla="*/ 492750 w 523125"/>
              <a:gd name="connsiteY34" fmla="*/ 231576 h 472500"/>
              <a:gd name="connsiteX35" fmla="*/ 156971 w 523125"/>
              <a:gd name="connsiteY35" fmla="*/ 414450 h 472500"/>
              <a:gd name="connsiteX36" fmla="*/ 80477 w 523125"/>
              <a:gd name="connsiteY36" fmla="*/ 430161 h 472500"/>
              <a:gd name="connsiteX37" fmla="*/ 80477 w 523125"/>
              <a:gd name="connsiteY37" fmla="*/ 334665 h 472500"/>
              <a:gd name="connsiteX38" fmla="*/ 103241 w 523125"/>
              <a:gd name="connsiteY38" fmla="*/ 334665 h 472500"/>
              <a:gd name="connsiteX39" fmla="*/ 137042 w 523125"/>
              <a:gd name="connsiteY39" fmla="*/ 300746 h 472500"/>
              <a:gd name="connsiteX40" fmla="*/ 137042 w 523125"/>
              <a:gd name="connsiteY40" fmla="*/ 266372 h 472500"/>
              <a:gd name="connsiteX41" fmla="*/ 103241 w 523125"/>
              <a:gd name="connsiteY41" fmla="*/ 231576 h 472500"/>
              <a:gd name="connsiteX42" fmla="*/ 80477 w 523125"/>
              <a:gd name="connsiteY42" fmla="*/ 231576 h 472500"/>
              <a:gd name="connsiteX43" fmla="*/ 80477 w 523125"/>
              <a:gd name="connsiteY43" fmla="*/ 176378 h 472500"/>
              <a:gd name="connsiteX44" fmla="*/ 156212 w 523125"/>
              <a:gd name="connsiteY44" fmla="*/ 150238 h 472500"/>
              <a:gd name="connsiteX45" fmla="*/ 230816 w 523125"/>
              <a:gd name="connsiteY45" fmla="*/ 171602 h 472500"/>
              <a:gd name="connsiteX46" fmla="*/ 236385 w 523125"/>
              <a:gd name="connsiteY46" fmla="*/ 177289 h 472500"/>
              <a:gd name="connsiteX47" fmla="*/ 236385 w 523125"/>
              <a:gd name="connsiteY47" fmla="*/ 430498 h 472500"/>
              <a:gd name="connsiteX48" fmla="*/ 156971 w 523125"/>
              <a:gd name="connsiteY48" fmla="*/ 414450 h 472500"/>
              <a:gd name="connsiteX49" fmla="*/ 437552 w 523125"/>
              <a:gd name="connsiteY49" fmla="*/ 430161 h 472500"/>
              <a:gd name="connsiteX50" fmla="*/ 361024 w 523125"/>
              <a:gd name="connsiteY50" fmla="*/ 414450 h 472500"/>
              <a:gd name="connsiteX51" fmla="*/ 281627 w 523125"/>
              <a:gd name="connsiteY51" fmla="*/ 430464 h 472500"/>
              <a:gd name="connsiteX52" fmla="*/ 281627 w 523125"/>
              <a:gd name="connsiteY52" fmla="*/ 174960 h 472500"/>
              <a:gd name="connsiteX53" fmla="*/ 361631 w 523125"/>
              <a:gd name="connsiteY53" fmla="*/ 150238 h 472500"/>
              <a:gd name="connsiteX54" fmla="*/ 437518 w 523125"/>
              <a:gd name="connsiteY54" fmla="*/ 176378 h 472500"/>
              <a:gd name="connsiteX55" fmla="*/ 437518 w 523125"/>
              <a:gd name="connsiteY55" fmla="*/ 231576 h 472500"/>
              <a:gd name="connsiteX56" fmla="*/ 423984 w 523125"/>
              <a:gd name="connsiteY56" fmla="*/ 231576 h 472500"/>
              <a:gd name="connsiteX57" fmla="*/ 389762 w 523125"/>
              <a:gd name="connsiteY57" fmla="*/ 266372 h 472500"/>
              <a:gd name="connsiteX58" fmla="*/ 389762 w 523125"/>
              <a:gd name="connsiteY58" fmla="*/ 300746 h 472500"/>
              <a:gd name="connsiteX59" fmla="*/ 423984 w 523125"/>
              <a:gd name="connsiteY59" fmla="*/ 334665 h 472500"/>
              <a:gd name="connsiteX60" fmla="*/ 437518 w 523125"/>
              <a:gd name="connsiteY60" fmla="*/ 334665 h 472500"/>
              <a:gd name="connsiteX61" fmla="*/ 437518 w 523125"/>
              <a:gd name="connsiteY61" fmla="*/ 430161 h 472500"/>
              <a:gd name="connsiteX62" fmla="*/ 437552 w 523125"/>
              <a:gd name="connsiteY62" fmla="*/ 430161 h 47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23125" h="472500">
                <a:moveTo>
                  <a:pt x="492750" y="231576"/>
                </a:moveTo>
                <a:lnTo>
                  <a:pt x="471504" y="231576"/>
                </a:lnTo>
                <a:lnTo>
                  <a:pt x="471504" y="167957"/>
                </a:lnTo>
                <a:cubicBezTo>
                  <a:pt x="471504" y="162793"/>
                  <a:pt x="469193" y="157883"/>
                  <a:pt x="465159" y="154609"/>
                </a:cubicBezTo>
                <a:cubicBezTo>
                  <a:pt x="433536" y="128891"/>
                  <a:pt x="398554" y="115847"/>
                  <a:pt x="361176" y="115847"/>
                </a:cubicBezTo>
                <a:cubicBezTo>
                  <a:pt x="359859" y="115847"/>
                  <a:pt x="358577" y="115881"/>
                  <a:pt x="357311" y="115914"/>
                </a:cubicBezTo>
                <a:cubicBezTo>
                  <a:pt x="357834" y="111713"/>
                  <a:pt x="358155" y="107443"/>
                  <a:pt x="358155" y="103106"/>
                </a:cubicBezTo>
                <a:cubicBezTo>
                  <a:pt x="358155" y="46170"/>
                  <a:pt x="312036" y="0"/>
                  <a:pt x="255049" y="0"/>
                </a:cubicBezTo>
                <a:cubicBezTo>
                  <a:pt x="198096" y="0"/>
                  <a:pt x="151943" y="46153"/>
                  <a:pt x="151943" y="103106"/>
                </a:cubicBezTo>
                <a:cubicBezTo>
                  <a:pt x="151943" y="107443"/>
                  <a:pt x="152263" y="111696"/>
                  <a:pt x="152786" y="115881"/>
                </a:cubicBezTo>
                <a:cubicBezTo>
                  <a:pt x="116606" y="116640"/>
                  <a:pt x="82519" y="129651"/>
                  <a:pt x="51773" y="154626"/>
                </a:cubicBezTo>
                <a:cubicBezTo>
                  <a:pt x="47739" y="157883"/>
                  <a:pt x="45242" y="162793"/>
                  <a:pt x="45242" y="167974"/>
                </a:cubicBezTo>
                <a:lnTo>
                  <a:pt x="45242" y="231593"/>
                </a:lnTo>
                <a:lnTo>
                  <a:pt x="34493" y="231593"/>
                </a:lnTo>
                <a:cubicBezTo>
                  <a:pt x="15508" y="231593"/>
                  <a:pt x="0" y="247404"/>
                  <a:pt x="0" y="266389"/>
                </a:cubicBezTo>
                <a:lnTo>
                  <a:pt x="0" y="300763"/>
                </a:lnTo>
                <a:cubicBezTo>
                  <a:pt x="0" y="319714"/>
                  <a:pt x="15508" y="334699"/>
                  <a:pt x="34493" y="334699"/>
                </a:cubicBezTo>
                <a:lnTo>
                  <a:pt x="45259" y="334699"/>
                </a:lnTo>
                <a:lnTo>
                  <a:pt x="45259" y="458983"/>
                </a:lnTo>
                <a:cubicBezTo>
                  <a:pt x="45259" y="465514"/>
                  <a:pt x="49106" y="471437"/>
                  <a:pt x="54928" y="474356"/>
                </a:cubicBezTo>
                <a:cubicBezTo>
                  <a:pt x="57358" y="475554"/>
                  <a:pt x="60075" y="476145"/>
                  <a:pt x="62724" y="476145"/>
                </a:cubicBezTo>
                <a:cubicBezTo>
                  <a:pt x="66353" y="476145"/>
                  <a:pt x="70014" y="475031"/>
                  <a:pt x="73035" y="472753"/>
                </a:cubicBezTo>
                <a:cubicBezTo>
                  <a:pt x="73373" y="472517"/>
                  <a:pt x="105705" y="448824"/>
                  <a:pt x="156566" y="448824"/>
                </a:cubicBezTo>
                <a:cubicBezTo>
                  <a:pt x="186047" y="448824"/>
                  <a:pt x="216000" y="456503"/>
                  <a:pt x="245042" y="472719"/>
                </a:cubicBezTo>
                <a:cubicBezTo>
                  <a:pt x="255234" y="478389"/>
                  <a:pt x="267907" y="475031"/>
                  <a:pt x="272109" y="472719"/>
                </a:cubicBezTo>
                <a:cubicBezTo>
                  <a:pt x="301320" y="456874"/>
                  <a:pt x="331104" y="448824"/>
                  <a:pt x="360568" y="448824"/>
                </a:cubicBezTo>
                <a:cubicBezTo>
                  <a:pt x="410603" y="448824"/>
                  <a:pt x="443526" y="472348"/>
                  <a:pt x="444150" y="472787"/>
                </a:cubicBezTo>
                <a:cubicBezTo>
                  <a:pt x="447188" y="475031"/>
                  <a:pt x="450748" y="476145"/>
                  <a:pt x="454343" y="476145"/>
                </a:cubicBezTo>
                <a:cubicBezTo>
                  <a:pt x="456924" y="476145"/>
                  <a:pt x="459608" y="475554"/>
                  <a:pt x="461970" y="474356"/>
                </a:cubicBezTo>
                <a:cubicBezTo>
                  <a:pt x="467809" y="471437"/>
                  <a:pt x="471454" y="465514"/>
                  <a:pt x="471454" y="458983"/>
                </a:cubicBezTo>
                <a:lnTo>
                  <a:pt x="471454" y="334699"/>
                </a:lnTo>
                <a:lnTo>
                  <a:pt x="492716" y="334699"/>
                </a:lnTo>
                <a:cubicBezTo>
                  <a:pt x="511701" y="334699"/>
                  <a:pt x="526821" y="319714"/>
                  <a:pt x="526821" y="300763"/>
                </a:cubicBezTo>
                <a:lnTo>
                  <a:pt x="526821" y="266372"/>
                </a:lnTo>
                <a:cubicBezTo>
                  <a:pt x="526804" y="247388"/>
                  <a:pt x="511734" y="231576"/>
                  <a:pt x="492750" y="231576"/>
                </a:cubicBezTo>
                <a:close/>
                <a:moveTo>
                  <a:pt x="156971" y="414450"/>
                </a:moveTo>
                <a:cubicBezTo>
                  <a:pt x="124791" y="414450"/>
                  <a:pt x="98078" y="422364"/>
                  <a:pt x="80477" y="430161"/>
                </a:cubicBezTo>
                <a:lnTo>
                  <a:pt x="80477" y="334665"/>
                </a:lnTo>
                <a:lnTo>
                  <a:pt x="103241" y="334665"/>
                </a:lnTo>
                <a:cubicBezTo>
                  <a:pt x="122209" y="334665"/>
                  <a:pt x="137042" y="319697"/>
                  <a:pt x="137042" y="300746"/>
                </a:cubicBezTo>
                <a:lnTo>
                  <a:pt x="137042" y="266372"/>
                </a:lnTo>
                <a:cubicBezTo>
                  <a:pt x="137042" y="247404"/>
                  <a:pt x="122226" y="231576"/>
                  <a:pt x="103241" y="231576"/>
                </a:cubicBezTo>
                <a:lnTo>
                  <a:pt x="80477" y="231576"/>
                </a:lnTo>
                <a:lnTo>
                  <a:pt x="80477" y="176378"/>
                </a:lnTo>
                <a:cubicBezTo>
                  <a:pt x="103106" y="159030"/>
                  <a:pt x="129364" y="150238"/>
                  <a:pt x="156212" y="150238"/>
                </a:cubicBezTo>
                <a:cubicBezTo>
                  <a:pt x="188511" y="150238"/>
                  <a:pt x="215916" y="162962"/>
                  <a:pt x="230816" y="171602"/>
                </a:cubicBezTo>
                <a:cubicBezTo>
                  <a:pt x="232656" y="173475"/>
                  <a:pt x="233854" y="175382"/>
                  <a:pt x="236385" y="177289"/>
                </a:cubicBezTo>
                <a:lnTo>
                  <a:pt x="236385" y="430498"/>
                </a:lnTo>
                <a:cubicBezTo>
                  <a:pt x="209976" y="419833"/>
                  <a:pt x="183583" y="414450"/>
                  <a:pt x="156971" y="414450"/>
                </a:cubicBezTo>
                <a:close/>
                <a:moveTo>
                  <a:pt x="437552" y="430161"/>
                </a:moveTo>
                <a:cubicBezTo>
                  <a:pt x="418686" y="422364"/>
                  <a:pt x="393204" y="414450"/>
                  <a:pt x="361024" y="414450"/>
                </a:cubicBezTo>
                <a:cubicBezTo>
                  <a:pt x="334412" y="414450"/>
                  <a:pt x="306788" y="419816"/>
                  <a:pt x="281627" y="430464"/>
                </a:cubicBezTo>
                <a:lnTo>
                  <a:pt x="281627" y="174960"/>
                </a:lnTo>
                <a:cubicBezTo>
                  <a:pt x="294199" y="166759"/>
                  <a:pt x="324861" y="150238"/>
                  <a:pt x="361631" y="150238"/>
                </a:cubicBezTo>
                <a:cubicBezTo>
                  <a:pt x="388463" y="150238"/>
                  <a:pt x="413640" y="159030"/>
                  <a:pt x="437518" y="176378"/>
                </a:cubicBezTo>
                <a:lnTo>
                  <a:pt x="437518" y="231576"/>
                </a:lnTo>
                <a:lnTo>
                  <a:pt x="423984" y="231576"/>
                </a:lnTo>
                <a:cubicBezTo>
                  <a:pt x="405000" y="231576"/>
                  <a:pt x="389762" y="247388"/>
                  <a:pt x="389762" y="266372"/>
                </a:cubicBezTo>
                <a:lnTo>
                  <a:pt x="389762" y="300746"/>
                </a:lnTo>
                <a:cubicBezTo>
                  <a:pt x="389762" y="319697"/>
                  <a:pt x="405000" y="334665"/>
                  <a:pt x="423984" y="334665"/>
                </a:cubicBezTo>
                <a:lnTo>
                  <a:pt x="437518" y="334665"/>
                </a:lnTo>
                <a:lnTo>
                  <a:pt x="437518" y="430161"/>
                </a:lnTo>
                <a:lnTo>
                  <a:pt x="437552" y="430161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22" name="组合 921"/>
          <p:cNvGrpSpPr/>
          <p:nvPr/>
        </p:nvGrpSpPr>
        <p:grpSpPr>
          <a:xfrm>
            <a:off x="10671838" y="2106081"/>
            <a:ext cx="523125" cy="530263"/>
            <a:chOff x="2528128" y="4618332"/>
            <a:chExt cx="523125" cy="530263"/>
          </a:xfrm>
          <a:solidFill>
            <a:schemeClr val="accent1"/>
          </a:solidFill>
        </p:grpSpPr>
        <p:sp>
          <p:nvSpPr>
            <p:cNvPr id="607" name="任意多边形: 形状 606"/>
            <p:cNvSpPr/>
            <p:nvPr/>
          </p:nvSpPr>
          <p:spPr>
            <a:xfrm>
              <a:off x="2681623" y="4639931"/>
              <a:ext cx="253125" cy="202500"/>
            </a:xfrm>
            <a:custGeom>
              <a:avLst/>
              <a:gdLst>
                <a:gd name="connsiteX0" fmla="*/ 68648 w 253125"/>
                <a:gd name="connsiteY0" fmla="*/ 202974 h 202500"/>
                <a:gd name="connsiteX1" fmla="*/ 144518 w 253125"/>
                <a:gd name="connsiteY1" fmla="*/ 202974 h 202500"/>
                <a:gd name="connsiteX2" fmla="*/ 175973 w 253125"/>
                <a:gd name="connsiteY2" fmla="*/ 149665 h 202500"/>
                <a:gd name="connsiteX3" fmla="*/ 176209 w 253125"/>
                <a:gd name="connsiteY3" fmla="*/ 149665 h 202500"/>
                <a:gd name="connsiteX4" fmla="*/ 223830 w 253125"/>
                <a:gd name="connsiteY4" fmla="*/ 133364 h 202500"/>
                <a:gd name="connsiteX5" fmla="*/ 229736 w 253125"/>
                <a:gd name="connsiteY5" fmla="*/ 128572 h 202500"/>
                <a:gd name="connsiteX6" fmla="*/ 268414 w 253125"/>
                <a:gd name="connsiteY6" fmla="*/ 24082 h 202500"/>
                <a:gd name="connsiteX7" fmla="*/ 246122 w 253125"/>
                <a:gd name="connsiteY7" fmla="*/ 35 h 202500"/>
                <a:gd name="connsiteX8" fmla="*/ 222092 w 253125"/>
                <a:gd name="connsiteY8" fmla="*/ 22344 h 202500"/>
                <a:gd name="connsiteX9" fmla="*/ 196678 w 253125"/>
                <a:gd name="connsiteY9" fmla="*/ 95733 h 202500"/>
                <a:gd name="connsiteX10" fmla="*/ 186435 w 253125"/>
                <a:gd name="connsiteY10" fmla="*/ 101184 h 202500"/>
                <a:gd name="connsiteX11" fmla="*/ 186097 w 253125"/>
                <a:gd name="connsiteY11" fmla="*/ 101268 h 202500"/>
                <a:gd name="connsiteX12" fmla="*/ 152803 w 253125"/>
                <a:gd name="connsiteY12" fmla="*/ 87009 h 202500"/>
                <a:gd name="connsiteX13" fmla="*/ 95445 w 253125"/>
                <a:gd name="connsiteY13" fmla="*/ 87009 h 202500"/>
                <a:gd name="connsiteX14" fmla="*/ 38121 w 253125"/>
                <a:gd name="connsiteY14" fmla="*/ 87009 h 202500"/>
                <a:gd name="connsiteX15" fmla="*/ 0 w 253125"/>
                <a:gd name="connsiteY15" fmla="*/ 131289 h 202500"/>
                <a:gd name="connsiteX16" fmla="*/ 68648 w 253125"/>
                <a:gd name="connsiteY16" fmla="*/ 202974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3125" h="202500">
                  <a:moveTo>
                    <a:pt x="68648" y="202974"/>
                  </a:moveTo>
                  <a:lnTo>
                    <a:pt x="144518" y="202974"/>
                  </a:lnTo>
                  <a:cubicBezTo>
                    <a:pt x="148416" y="181542"/>
                    <a:pt x="159823" y="163081"/>
                    <a:pt x="175973" y="149665"/>
                  </a:cubicBezTo>
                  <a:cubicBezTo>
                    <a:pt x="176040" y="149665"/>
                    <a:pt x="176108" y="149665"/>
                    <a:pt x="176209" y="149665"/>
                  </a:cubicBezTo>
                  <a:cubicBezTo>
                    <a:pt x="189658" y="149210"/>
                    <a:pt x="207191" y="145666"/>
                    <a:pt x="223830" y="133364"/>
                  </a:cubicBezTo>
                  <a:cubicBezTo>
                    <a:pt x="225872" y="131862"/>
                    <a:pt x="227846" y="130242"/>
                    <a:pt x="229736" y="128572"/>
                  </a:cubicBezTo>
                  <a:cubicBezTo>
                    <a:pt x="253564" y="107444"/>
                    <a:pt x="266625" y="72344"/>
                    <a:pt x="268414" y="24082"/>
                  </a:cubicBezTo>
                  <a:cubicBezTo>
                    <a:pt x="268853" y="11290"/>
                    <a:pt x="258879" y="524"/>
                    <a:pt x="246122" y="35"/>
                  </a:cubicBezTo>
                  <a:cubicBezTo>
                    <a:pt x="232183" y="-674"/>
                    <a:pt x="222564" y="9535"/>
                    <a:pt x="222092" y="22344"/>
                  </a:cubicBezTo>
                  <a:cubicBezTo>
                    <a:pt x="220674" y="58810"/>
                    <a:pt x="211933" y="84174"/>
                    <a:pt x="196678" y="95733"/>
                  </a:cubicBezTo>
                  <a:cubicBezTo>
                    <a:pt x="193354" y="98281"/>
                    <a:pt x="189827" y="100019"/>
                    <a:pt x="186435" y="101184"/>
                  </a:cubicBezTo>
                  <a:cubicBezTo>
                    <a:pt x="186334" y="101217"/>
                    <a:pt x="186199" y="101234"/>
                    <a:pt x="186097" y="101268"/>
                  </a:cubicBezTo>
                  <a:cubicBezTo>
                    <a:pt x="176057" y="91683"/>
                    <a:pt x="162169" y="87009"/>
                    <a:pt x="152803" y="87009"/>
                  </a:cubicBezTo>
                  <a:lnTo>
                    <a:pt x="95445" y="87009"/>
                  </a:lnTo>
                  <a:lnTo>
                    <a:pt x="38121" y="87009"/>
                  </a:lnTo>
                  <a:cubicBezTo>
                    <a:pt x="17094" y="87009"/>
                    <a:pt x="371" y="108119"/>
                    <a:pt x="0" y="131289"/>
                  </a:cubicBezTo>
                  <a:cubicBezTo>
                    <a:pt x="35032" y="139844"/>
                    <a:pt x="62184" y="168177"/>
                    <a:pt x="68648" y="20297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08" name="任意多边形: 形状 607"/>
            <p:cNvSpPr/>
            <p:nvPr/>
          </p:nvSpPr>
          <p:spPr>
            <a:xfrm>
              <a:off x="2722039" y="4618332"/>
              <a:ext cx="101250" cy="101250"/>
            </a:xfrm>
            <a:custGeom>
              <a:avLst/>
              <a:gdLst>
                <a:gd name="connsiteX0" fmla="*/ 110025 w 101250"/>
                <a:gd name="connsiteY0" fmla="*/ 53916 h 101250"/>
                <a:gd name="connsiteX1" fmla="*/ 55013 w 101250"/>
                <a:gd name="connsiteY1" fmla="*/ 107831 h 101250"/>
                <a:gd name="connsiteX2" fmla="*/ 0 w 101250"/>
                <a:gd name="connsiteY2" fmla="*/ 53916 h 101250"/>
                <a:gd name="connsiteX3" fmla="*/ 55013 w 101250"/>
                <a:gd name="connsiteY3" fmla="*/ 0 h 101250"/>
                <a:gd name="connsiteX4" fmla="*/ 110025 w 101250"/>
                <a:gd name="connsiteY4" fmla="*/ 5391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10025" y="53916"/>
                  </a:moveTo>
                  <a:cubicBezTo>
                    <a:pt x="110025" y="83692"/>
                    <a:pt x="85395" y="107831"/>
                    <a:pt x="55013" y="107831"/>
                  </a:cubicBezTo>
                  <a:cubicBezTo>
                    <a:pt x="24630" y="107831"/>
                    <a:pt x="0" y="83692"/>
                    <a:pt x="0" y="53916"/>
                  </a:cubicBezTo>
                  <a:cubicBezTo>
                    <a:pt x="0" y="24139"/>
                    <a:pt x="24630" y="0"/>
                    <a:pt x="55013" y="0"/>
                  </a:cubicBezTo>
                  <a:cubicBezTo>
                    <a:pt x="85395" y="0"/>
                    <a:pt x="110025" y="24139"/>
                    <a:pt x="110025" y="5391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09" name="任意多边形: 形状 608"/>
            <p:cNvSpPr/>
            <p:nvPr/>
          </p:nvSpPr>
          <p:spPr>
            <a:xfrm>
              <a:off x="2546319" y="4795925"/>
              <a:ext cx="219375" cy="253125"/>
            </a:xfrm>
            <a:custGeom>
              <a:avLst/>
              <a:gdLst>
                <a:gd name="connsiteX0" fmla="*/ 223628 w 219375"/>
                <a:gd name="connsiteY0" fmla="*/ 185996 h 253125"/>
                <a:gd name="connsiteX1" fmla="*/ 180596 w 219375"/>
                <a:gd name="connsiteY1" fmla="*/ 126478 h 253125"/>
                <a:gd name="connsiteX2" fmla="*/ 179229 w 219375"/>
                <a:gd name="connsiteY2" fmla="*/ 126478 h 253125"/>
                <a:gd name="connsiteX3" fmla="*/ 122597 w 219375"/>
                <a:gd name="connsiteY3" fmla="*/ 126478 h 253125"/>
                <a:gd name="connsiteX4" fmla="*/ 177863 w 219375"/>
                <a:gd name="connsiteY4" fmla="*/ 63585 h 253125"/>
                <a:gd name="connsiteX5" fmla="*/ 112944 w 219375"/>
                <a:gd name="connsiteY5" fmla="*/ 0 h 253125"/>
                <a:gd name="connsiteX6" fmla="*/ 48077 w 219375"/>
                <a:gd name="connsiteY6" fmla="*/ 63585 h 253125"/>
                <a:gd name="connsiteX7" fmla="*/ 103359 w 219375"/>
                <a:gd name="connsiteY7" fmla="*/ 126478 h 253125"/>
                <a:gd name="connsiteX8" fmla="*/ 46744 w 219375"/>
                <a:gd name="connsiteY8" fmla="*/ 126478 h 253125"/>
                <a:gd name="connsiteX9" fmla="*/ 45360 w 219375"/>
                <a:gd name="connsiteY9" fmla="*/ 126478 h 253125"/>
                <a:gd name="connsiteX10" fmla="*/ 0 w 219375"/>
                <a:gd name="connsiteY10" fmla="*/ 180968 h 253125"/>
                <a:gd name="connsiteX11" fmla="*/ 0 w 219375"/>
                <a:gd name="connsiteY11" fmla="*/ 265680 h 253125"/>
                <a:gd name="connsiteX12" fmla="*/ 223628 w 219375"/>
                <a:gd name="connsiteY12" fmla="*/ 265680 h 253125"/>
                <a:gd name="connsiteX13" fmla="*/ 223628 w 219375"/>
                <a:gd name="connsiteY13" fmla="*/ 185996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9375" h="253125">
                  <a:moveTo>
                    <a:pt x="223628" y="185996"/>
                  </a:moveTo>
                  <a:cubicBezTo>
                    <a:pt x="223628" y="144163"/>
                    <a:pt x="205605" y="126478"/>
                    <a:pt x="180596" y="126478"/>
                  </a:cubicBezTo>
                  <a:lnTo>
                    <a:pt x="179229" y="126478"/>
                  </a:lnTo>
                  <a:lnTo>
                    <a:pt x="122597" y="126478"/>
                  </a:lnTo>
                  <a:cubicBezTo>
                    <a:pt x="153883" y="121905"/>
                    <a:pt x="177863" y="95529"/>
                    <a:pt x="177863" y="63585"/>
                  </a:cubicBezTo>
                  <a:cubicBezTo>
                    <a:pt x="177863" y="28485"/>
                    <a:pt x="148838" y="0"/>
                    <a:pt x="112944" y="0"/>
                  </a:cubicBezTo>
                  <a:cubicBezTo>
                    <a:pt x="77119" y="0"/>
                    <a:pt x="48077" y="28485"/>
                    <a:pt x="48077" y="63585"/>
                  </a:cubicBezTo>
                  <a:cubicBezTo>
                    <a:pt x="48077" y="95529"/>
                    <a:pt x="72056" y="121905"/>
                    <a:pt x="103359" y="126478"/>
                  </a:cubicBezTo>
                  <a:lnTo>
                    <a:pt x="46744" y="126478"/>
                  </a:lnTo>
                  <a:lnTo>
                    <a:pt x="45360" y="126478"/>
                  </a:lnTo>
                  <a:cubicBezTo>
                    <a:pt x="20318" y="126478"/>
                    <a:pt x="0" y="153276"/>
                    <a:pt x="0" y="180968"/>
                  </a:cubicBezTo>
                  <a:lnTo>
                    <a:pt x="0" y="265680"/>
                  </a:lnTo>
                  <a:lnTo>
                    <a:pt x="223628" y="265680"/>
                  </a:lnTo>
                  <a:lnTo>
                    <a:pt x="223628" y="18599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0" name="任意多边形: 形状 609"/>
            <p:cNvSpPr/>
            <p:nvPr/>
          </p:nvSpPr>
          <p:spPr>
            <a:xfrm>
              <a:off x="2803005" y="4795941"/>
              <a:ext cx="219375" cy="253125"/>
            </a:xfrm>
            <a:custGeom>
              <a:avLst/>
              <a:gdLst>
                <a:gd name="connsiteX0" fmla="*/ 46946 w 219375"/>
                <a:gd name="connsiteY0" fmla="*/ 63568 h 253125"/>
                <a:gd name="connsiteX1" fmla="*/ 102212 w 219375"/>
                <a:gd name="connsiteY1" fmla="*/ 126461 h 253125"/>
                <a:gd name="connsiteX2" fmla="*/ 47874 w 219375"/>
                <a:gd name="connsiteY2" fmla="*/ 126461 h 253125"/>
                <a:gd name="connsiteX3" fmla="*/ 44179 w 219375"/>
                <a:gd name="connsiteY3" fmla="*/ 126461 h 253125"/>
                <a:gd name="connsiteX4" fmla="*/ 0 w 219375"/>
                <a:gd name="connsiteY4" fmla="*/ 180951 h 253125"/>
                <a:gd name="connsiteX5" fmla="*/ 0 w 219375"/>
                <a:gd name="connsiteY5" fmla="*/ 265663 h 253125"/>
                <a:gd name="connsiteX6" fmla="*/ 221906 w 219375"/>
                <a:gd name="connsiteY6" fmla="*/ 265663 h 253125"/>
                <a:gd name="connsiteX7" fmla="*/ 221906 w 219375"/>
                <a:gd name="connsiteY7" fmla="*/ 186013 h 253125"/>
                <a:gd name="connsiteX8" fmla="*/ 180039 w 219375"/>
                <a:gd name="connsiteY8" fmla="*/ 126849 h 253125"/>
                <a:gd name="connsiteX9" fmla="*/ 179415 w 219375"/>
                <a:gd name="connsiteY9" fmla="*/ 126495 h 253125"/>
                <a:gd name="connsiteX10" fmla="*/ 121399 w 219375"/>
                <a:gd name="connsiteY10" fmla="*/ 126495 h 253125"/>
                <a:gd name="connsiteX11" fmla="*/ 176698 w 219375"/>
                <a:gd name="connsiteY11" fmla="*/ 63585 h 253125"/>
                <a:gd name="connsiteX12" fmla="*/ 111797 w 219375"/>
                <a:gd name="connsiteY12" fmla="*/ 0 h 253125"/>
                <a:gd name="connsiteX13" fmla="*/ 46946 w 219375"/>
                <a:gd name="connsiteY13" fmla="*/ 63568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9375" h="253125">
                  <a:moveTo>
                    <a:pt x="46946" y="63568"/>
                  </a:moveTo>
                  <a:cubicBezTo>
                    <a:pt x="46946" y="95513"/>
                    <a:pt x="70943" y="121888"/>
                    <a:pt x="102212" y="126461"/>
                  </a:cubicBezTo>
                  <a:lnTo>
                    <a:pt x="47874" y="126461"/>
                  </a:lnTo>
                  <a:lnTo>
                    <a:pt x="44179" y="126461"/>
                  </a:lnTo>
                  <a:cubicBezTo>
                    <a:pt x="19119" y="126461"/>
                    <a:pt x="0" y="153259"/>
                    <a:pt x="0" y="180951"/>
                  </a:cubicBezTo>
                  <a:lnTo>
                    <a:pt x="0" y="265663"/>
                  </a:lnTo>
                  <a:lnTo>
                    <a:pt x="221906" y="265663"/>
                  </a:lnTo>
                  <a:lnTo>
                    <a:pt x="221906" y="186013"/>
                  </a:lnTo>
                  <a:cubicBezTo>
                    <a:pt x="221906" y="144653"/>
                    <a:pt x="204542" y="127271"/>
                    <a:pt x="180039" y="126849"/>
                  </a:cubicBezTo>
                  <a:cubicBezTo>
                    <a:pt x="179685" y="126849"/>
                    <a:pt x="179719" y="126495"/>
                    <a:pt x="179415" y="126495"/>
                  </a:cubicBezTo>
                  <a:lnTo>
                    <a:pt x="121399" y="126495"/>
                  </a:lnTo>
                  <a:cubicBezTo>
                    <a:pt x="152702" y="121922"/>
                    <a:pt x="176698" y="95546"/>
                    <a:pt x="176698" y="63585"/>
                  </a:cubicBezTo>
                  <a:cubicBezTo>
                    <a:pt x="176698" y="28485"/>
                    <a:pt x="147639" y="0"/>
                    <a:pt x="111797" y="0"/>
                  </a:cubicBezTo>
                  <a:cubicBezTo>
                    <a:pt x="75988" y="-17"/>
                    <a:pt x="46946" y="28468"/>
                    <a:pt x="46946" y="6356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1" name="任意多边形: 形状 610"/>
            <p:cNvSpPr/>
            <p:nvPr/>
          </p:nvSpPr>
          <p:spPr>
            <a:xfrm>
              <a:off x="2528128" y="5097970"/>
              <a:ext cx="523125" cy="50625"/>
            </a:xfrm>
            <a:custGeom>
              <a:avLst/>
              <a:gdLst>
                <a:gd name="connsiteX0" fmla="*/ 0 w 523125"/>
                <a:gd name="connsiteY0" fmla="*/ 0 h 50625"/>
                <a:gd name="connsiteX1" fmla="*/ 533318 w 523125"/>
                <a:gd name="connsiteY1" fmla="*/ 0 h 50625"/>
                <a:gd name="connsiteX2" fmla="*/ 533318 w 523125"/>
                <a:gd name="connsiteY2" fmla="*/ 54658 h 50625"/>
                <a:gd name="connsiteX3" fmla="*/ 0 w 523125"/>
                <a:gd name="connsiteY3" fmla="*/ 54658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125" h="50625">
                  <a:moveTo>
                    <a:pt x="0" y="0"/>
                  </a:moveTo>
                  <a:lnTo>
                    <a:pt x="533318" y="0"/>
                  </a:lnTo>
                  <a:lnTo>
                    <a:pt x="533318" y="54658"/>
                  </a:lnTo>
                  <a:lnTo>
                    <a:pt x="0" y="5465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3" name="组合 922"/>
          <p:cNvGrpSpPr/>
          <p:nvPr/>
        </p:nvGrpSpPr>
        <p:grpSpPr>
          <a:xfrm>
            <a:off x="926675" y="4523069"/>
            <a:ext cx="523125" cy="438750"/>
            <a:chOff x="3606812" y="4658933"/>
            <a:chExt cx="523125" cy="438750"/>
          </a:xfrm>
          <a:solidFill>
            <a:schemeClr val="accent1"/>
          </a:solidFill>
        </p:grpSpPr>
        <p:sp>
          <p:nvSpPr>
            <p:cNvPr id="613" name="任意多边形: 形状 612"/>
            <p:cNvSpPr/>
            <p:nvPr/>
          </p:nvSpPr>
          <p:spPr>
            <a:xfrm>
              <a:off x="3606812" y="4658933"/>
              <a:ext cx="523125" cy="438750"/>
            </a:xfrm>
            <a:custGeom>
              <a:avLst/>
              <a:gdLst>
                <a:gd name="connsiteX0" fmla="*/ 497964 w 523125"/>
                <a:gd name="connsiteY0" fmla="*/ 39066 h 438750"/>
                <a:gd name="connsiteX1" fmla="*/ 497964 w 523125"/>
                <a:gd name="connsiteY1" fmla="*/ 38661 h 438750"/>
                <a:gd name="connsiteX2" fmla="*/ 497964 w 523125"/>
                <a:gd name="connsiteY2" fmla="*/ 20621 h 438750"/>
                <a:gd name="connsiteX3" fmla="*/ 477343 w 523125"/>
                <a:gd name="connsiteY3" fmla="*/ 0 h 438750"/>
                <a:gd name="connsiteX4" fmla="*/ 411176 w 523125"/>
                <a:gd name="connsiteY4" fmla="*/ 0 h 438750"/>
                <a:gd name="connsiteX5" fmla="*/ 390538 w 523125"/>
                <a:gd name="connsiteY5" fmla="*/ 20621 h 438750"/>
                <a:gd name="connsiteX6" fmla="*/ 390538 w 523125"/>
                <a:gd name="connsiteY6" fmla="*/ 38661 h 438750"/>
                <a:gd name="connsiteX7" fmla="*/ 390538 w 523125"/>
                <a:gd name="connsiteY7" fmla="*/ 39066 h 438750"/>
                <a:gd name="connsiteX8" fmla="*/ 37564 w 523125"/>
                <a:gd name="connsiteY8" fmla="*/ 39066 h 438750"/>
                <a:gd name="connsiteX9" fmla="*/ 0 w 523125"/>
                <a:gd name="connsiteY9" fmla="*/ 76629 h 438750"/>
                <a:gd name="connsiteX10" fmla="*/ 0 w 523125"/>
                <a:gd name="connsiteY10" fmla="*/ 395027 h 438750"/>
                <a:gd name="connsiteX11" fmla="*/ 49781 w 523125"/>
                <a:gd name="connsiteY11" fmla="*/ 444791 h 438750"/>
                <a:gd name="connsiteX12" fmla="*/ 486152 w 523125"/>
                <a:gd name="connsiteY12" fmla="*/ 444791 h 438750"/>
                <a:gd name="connsiteX13" fmla="*/ 535916 w 523125"/>
                <a:gd name="connsiteY13" fmla="*/ 395027 h 438750"/>
                <a:gd name="connsiteX14" fmla="*/ 535916 w 523125"/>
                <a:gd name="connsiteY14" fmla="*/ 77034 h 438750"/>
                <a:gd name="connsiteX15" fmla="*/ 497964 w 523125"/>
                <a:gd name="connsiteY15" fmla="*/ 39066 h 438750"/>
                <a:gd name="connsiteX16" fmla="*/ 268296 w 523125"/>
                <a:gd name="connsiteY16" fmla="*/ 412763 h 438750"/>
                <a:gd name="connsiteX17" fmla="*/ 96896 w 523125"/>
                <a:gd name="connsiteY17" fmla="*/ 241836 h 438750"/>
                <a:gd name="connsiteX18" fmla="*/ 268296 w 523125"/>
                <a:gd name="connsiteY18" fmla="*/ 70976 h 438750"/>
                <a:gd name="connsiteX19" fmla="*/ 439712 w 523125"/>
                <a:gd name="connsiteY19" fmla="*/ 241836 h 438750"/>
                <a:gd name="connsiteX20" fmla="*/ 268296 w 523125"/>
                <a:gd name="connsiteY20" fmla="*/ 412763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3125" h="438750">
                  <a:moveTo>
                    <a:pt x="497964" y="39066"/>
                  </a:moveTo>
                  <a:lnTo>
                    <a:pt x="497964" y="38661"/>
                  </a:lnTo>
                  <a:lnTo>
                    <a:pt x="497964" y="20621"/>
                  </a:lnTo>
                  <a:cubicBezTo>
                    <a:pt x="497964" y="9231"/>
                    <a:pt x="488734" y="0"/>
                    <a:pt x="477343" y="0"/>
                  </a:cubicBezTo>
                  <a:lnTo>
                    <a:pt x="411176" y="0"/>
                  </a:lnTo>
                  <a:cubicBezTo>
                    <a:pt x="399786" y="0"/>
                    <a:pt x="390538" y="9231"/>
                    <a:pt x="390538" y="20621"/>
                  </a:cubicBezTo>
                  <a:lnTo>
                    <a:pt x="390538" y="38661"/>
                  </a:lnTo>
                  <a:lnTo>
                    <a:pt x="390538" y="39066"/>
                  </a:lnTo>
                  <a:lnTo>
                    <a:pt x="37564" y="39066"/>
                  </a:lnTo>
                  <a:cubicBezTo>
                    <a:pt x="16824" y="39066"/>
                    <a:pt x="0" y="55873"/>
                    <a:pt x="0" y="76629"/>
                  </a:cubicBezTo>
                  <a:lnTo>
                    <a:pt x="0" y="395027"/>
                  </a:lnTo>
                  <a:cubicBezTo>
                    <a:pt x="0" y="422516"/>
                    <a:pt x="22292" y="444791"/>
                    <a:pt x="49781" y="444791"/>
                  </a:cubicBezTo>
                  <a:lnTo>
                    <a:pt x="486152" y="444791"/>
                  </a:lnTo>
                  <a:cubicBezTo>
                    <a:pt x="513641" y="444791"/>
                    <a:pt x="535916" y="422516"/>
                    <a:pt x="535916" y="395027"/>
                  </a:cubicBezTo>
                  <a:lnTo>
                    <a:pt x="535916" y="77034"/>
                  </a:lnTo>
                  <a:cubicBezTo>
                    <a:pt x="535933" y="56076"/>
                    <a:pt x="518923" y="39066"/>
                    <a:pt x="497964" y="39066"/>
                  </a:cubicBezTo>
                  <a:close/>
                  <a:moveTo>
                    <a:pt x="268296" y="412763"/>
                  </a:moveTo>
                  <a:cubicBezTo>
                    <a:pt x="173762" y="412763"/>
                    <a:pt x="96896" y="336099"/>
                    <a:pt x="96896" y="241836"/>
                  </a:cubicBezTo>
                  <a:cubicBezTo>
                    <a:pt x="96896" y="147623"/>
                    <a:pt x="173779" y="70976"/>
                    <a:pt x="268296" y="70976"/>
                  </a:cubicBezTo>
                  <a:cubicBezTo>
                    <a:pt x="362813" y="70976"/>
                    <a:pt x="439712" y="147623"/>
                    <a:pt x="439712" y="241836"/>
                  </a:cubicBezTo>
                  <a:cubicBezTo>
                    <a:pt x="439712" y="336099"/>
                    <a:pt x="362813" y="412763"/>
                    <a:pt x="268296" y="41276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4" name="任意多边形: 形状 613"/>
            <p:cNvSpPr/>
            <p:nvPr/>
          </p:nvSpPr>
          <p:spPr>
            <a:xfrm>
              <a:off x="3768002" y="4794220"/>
              <a:ext cx="202500" cy="202500"/>
            </a:xfrm>
            <a:custGeom>
              <a:avLst/>
              <a:gdLst>
                <a:gd name="connsiteX0" fmla="*/ 107106 w 202500"/>
                <a:gd name="connsiteY0" fmla="*/ 0 h 202500"/>
                <a:gd name="connsiteX1" fmla="*/ 96204 w 202500"/>
                <a:gd name="connsiteY1" fmla="*/ 540 h 202500"/>
                <a:gd name="connsiteX2" fmla="*/ 110346 w 202500"/>
                <a:gd name="connsiteY2" fmla="*/ 34341 h 202500"/>
                <a:gd name="connsiteX3" fmla="*/ 62893 w 202500"/>
                <a:gd name="connsiteY3" fmla="*/ 81793 h 202500"/>
                <a:gd name="connsiteX4" fmla="*/ 17499 w 202500"/>
                <a:gd name="connsiteY4" fmla="*/ 48246 h 202500"/>
                <a:gd name="connsiteX5" fmla="*/ 0 w 202500"/>
                <a:gd name="connsiteY5" fmla="*/ 106566 h 202500"/>
                <a:gd name="connsiteX6" fmla="*/ 107089 w 202500"/>
                <a:gd name="connsiteY6" fmla="*/ 213148 h 202500"/>
                <a:gd name="connsiteX7" fmla="*/ 214177 w 202500"/>
                <a:gd name="connsiteY7" fmla="*/ 106566 h 202500"/>
                <a:gd name="connsiteX8" fmla="*/ 107106 w 202500"/>
                <a:gd name="connsiteY8" fmla="*/ 0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500" h="202500">
                  <a:moveTo>
                    <a:pt x="107106" y="0"/>
                  </a:moveTo>
                  <a:cubicBezTo>
                    <a:pt x="103427" y="0"/>
                    <a:pt x="99799" y="186"/>
                    <a:pt x="96204" y="540"/>
                  </a:cubicBezTo>
                  <a:cubicBezTo>
                    <a:pt x="104946" y="9163"/>
                    <a:pt x="110346" y="21111"/>
                    <a:pt x="110346" y="34341"/>
                  </a:cubicBezTo>
                  <a:cubicBezTo>
                    <a:pt x="110346" y="60564"/>
                    <a:pt x="89100" y="81793"/>
                    <a:pt x="62893" y="81793"/>
                  </a:cubicBezTo>
                  <a:cubicBezTo>
                    <a:pt x="41529" y="81793"/>
                    <a:pt x="23456" y="67669"/>
                    <a:pt x="17499" y="48246"/>
                  </a:cubicBezTo>
                  <a:cubicBezTo>
                    <a:pt x="6446" y="65002"/>
                    <a:pt x="0" y="85050"/>
                    <a:pt x="0" y="106566"/>
                  </a:cubicBezTo>
                  <a:cubicBezTo>
                    <a:pt x="0" y="165324"/>
                    <a:pt x="48043" y="213148"/>
                    <a:pt x="107089" y="213148"/>
                  </a:cubicBezTo>
                  <a:cubicBezTo>
                    <a:pt x="166151" y="213148"/>
                    <a:pt x="214177" y="165341"/>
                    <a:pt x="214177" y="106566"/>
                  </a:cubicBezTo>
                  <a:cubicBezTo>
                    <a:pt x="214194" y="47807"/>
                    <a:pt x="166168" y="0"/>
                    <a:pt x="10710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4" name="组合 923"/>
          <p:cNvGrpSpPr/>
          <p:nvPr/>
        </p:nvGrpSpPr>
        <p:grpSpPr>
          <a:xfrm>
            <a:off x="2145875" y="4514632"/>
            <a:ext cx="523125" cy="455625"/>
            <a:chOff x="4685985" y="4649551"/>
            <a:chExt cx="523125" cy="455625"/>
          </a:xfrm>
          <a:solidFill>
            <a:schemeClr val="accent1"/>
          </a:solidFill>
        </p:grpSpPr>
        <p:sp>
          <p:nvSpPr>
            <p:cNvPr id="616" name="任意多边形: 形状 615"/>
            <p:cNvSpPr/>
            <p:nvPr/>
          </p:nvSpPr>
          <p:spPr>
            <a:xfrm>
              <a:off x="4749840" y="4829000"/>
              <a:ext cx="67500" cy="101250"/>
            </a:xfrm>
            <a:custGeom>
              <a:avLst/>
              <a:gdLst>
                <a:gd name="connsiteX0" fmla="*/ 74537 w 67500"/>
                <a:gd name="connsiteY0" fmla="*/ 95816 h 101250"/>
                <a:gd name="connsiteX1" fmla="*/ 25886 w 67500"/>
                <a:gd name="connsiteY1" fmla="*/ 95816 h 101250"/>
                <a:gd name="connsiteX2" fmla="*/ 25886 w 67500"/>
                <a:gd name="connsiteY2" fmla="*/ 68445 h 101250"/>
                <a:gd name="connsiteX3" fmla="*/ 68445 w 67500"/>
                <a:gd name="connsiteY3" fmla="*/ 68445 h 101250"/>
                <a:gd name="connsiteX4" fmla="*/ 68445 w 67500"/>
                <a:gd name="connsiteY4" fmla="*/ 45630 h 101250"/>
                <a:gd name="connsiteX5" fmla="*/ 25886 w 67500"/>
                <a:gd name="connsiteY5" fmla="*/ 45630 h 101250"/>
                <a:gd name="connsiteX6" fmla="*/ 25886 w 67500"/>
                <a:gd name="connsiteY6" fmla="*/ 21296 h 101250"/>
                <a:gd name="connsiteX7" fmla="*/ 71499 w 67500"/>
                <a:gd name="connsiteY7" fmla="*/ 21296 h 101250"/>
                <a:gd name="connsiteX8" fmla="*/ 71499 w 67500"/>
                <a:gd name="connsiteY8" fmla="*/ 0 h 101250"/>
                <a:gd name="connsiteX9" fmla="*/ 0 w 67500"/>
                <a:gd name="connsiteY9" fmla="*/ 0 h 101250"/>
                <a:gd name="connsiteX10" fmla="*/ 0 w 67500"/>
                <a:gd name="connsiteY10" fmla="*/ 117113 h 101250"/>
                <a:gd name="connsiteX11" fmla="*/ 74537 w 67500"/>
                <a:gd name="connsiteY11" fmla="*/ 117113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500" h="101250">
                  <a:moveTo>
                    <a:pt x="74537" y="95816"/>
                  </a:moveTo>
                  <a:lnTo>
                    <a:pt x="25886" y="95816"/>
                  </a:lnTo>
                  <a:lnTo>
                    <a:pt x="25886" y="68445"/>
                  </a:lnTo>
                  <a:lnTo>
                    <a:pt x="68445" y="68445"/>
                  </a:lnTo>
                  <a:lnTo>
                    <a:pt x="68445" y="45630"/>
                  </a:lnTo>
                  <a:lnTo>
                    <a:pt x="25886" y="45630"/>
                  </a:lnTo>
                  <a:lnTo>
                    <a:pt x="25886" y="21296"/>
                  </a:lnTo>
                  <a:lnTo>
                    <a:pt x="71499" y="21296"/>
                  </a:lnTo>
                  <a:lnTo>
                    <a:pt x="71499" y="0"/>
                  </a:lnTo>
                  <a:lnTo>
                    <a:pt x="0" y="0"/>
                  </a:lnTo>
                  <a:lnTo>
                    <a:pt x="0" y="117113"/>
                  </a:lnTo>
                  <a:lnTo>
                    <a:pt x="74537" y="11711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7" name="任意多边形: 形状 616"/>
            <p:cNvSpPr/>
            <p:nvPr/>
          </p:nvSpPr>
          <p:spPr>
            <a:xfrm>
              <a:off x="4833506" y="4909612"/>
              <a:ext cx="50625" cy="16875"/>
            </a:xfrm>
            <a:custGeom>
              <a:avLst/>
              <a:gdLst>
                <a:gd name="connsiteX0" fmla="*/ 0 w 50625"/>
                <a:gd name="connsiteY0" fmla="*/ 0 h 0"/>
                <a:gd name="connsiteX1" fmla="*/ 56278 w 50625"/>
                <a:gd name="connsiteY1" fmla="*/ 0 h 0"/>
                <a:gd name="connsiteX2" fmla="*/ 56278 w 50625"/>
                <a:gd name="connsiteY2" fmla="*/ 16723 h 0"/>
                <a:gd name="connsiteX3" fmla="*/ 0 w 50625"/>
                <a:gd name="connsiteY3" fmla="*/ 1672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>
                  <a:moveTo>
                    <a:pt x="0" y="0"/>
                  </a:moveTo>
                  <a:lnTo>
                    <a:pt x="56278" y="0"/>
                  </a:lnTo>
                  <a:lnTo>
                    <a:pt x="56278" y="16723"/>
                  </a:lnTo>
                  <a:lnTo>
                    <a:pt x="0" y="1672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8" name="任意多边形: 形状 617"/>
            <p:cNvSpPr/>
            <p:nvPr/>
          </p:nvSpPr>
          <p:spPr>
            <a:xfrm>
              <a:off x="4833506" y="4873111"/>
              <a:ext cx="50625" cy="16875"/>
            </a:xfrm>
            <a:custGeom>
              <a:avLst/>
              <a:gdLst>
                <a:gd name="connsiteX0" fmla="*/ 0 w 50625"/>
                <a:gd name="connsiteY0" fmla="*/ 0 h 0"/>
                <a:gd name="connsiteX1" fmla="*/ 56278 w 50625"/>
                <a:gd name="connsiteY1" fmla="*/ 0 h 0"/>
                <a:gd name="connsiteX2" fmla="*/ 56278 w 50625"/>
                <a:gd name="connsiteY2" fmla="*/ 16723 h 0"/>
                <a:gd name="connsiteX3" fmla="*/ 0 w 50625"/>
                <a:gd name="connsiteY3" fmla="*/ 1672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>
                  <a:moveTo>
                    <a:pt x="0" y="0"/>
                  </a:moveTo>
                  <a:lnTo>
                    <a:pt x="56278" y="0"/>
                  </a:lnTo>
                  <a:lnTo>
                    <a:pt x="56278" y="16723"/>
                  </a:lnTo>
                  <a:lnTo>
                    <a:pt x="0" y="1672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9" name="任意多边形: 形状 618"/>
            <p:cNvSpPr/>
            <p:nvPr/>
          </p:nvSpPr>
          <p:spPr>
            <a:xfrm>
              <a:off x="4906238" y="4856961"/>
              <a:ext cx="118125" cy="84375"/>
            </a:xfrm>
            <a:custGeom>
              <a:avLst/>
              <a:gdLst>
                <a:gd name="connsiteX0" fmla="*/ 287 w 118125"/>
                <a:gd name="connsiteY0" fmla="*/ 87632 h 84375"/>
                <a:gd name="connsiteX1" fmla="*/ 26106 w 118125"/>
                <a:gd name="connsiteY1" fmla="*/ 87632 h 84375"/>
                <a:gd name="connsiteX2" fmla="*/ 26106 w 118125"/>
                <a:gd name="connsiteY2" fmla="*/ 37648 h 84375"/>
                <a:gd name="connsiteX3" fmla="*/ 27236 w 118125"/>
                <a:gd name="connsiteY3" fmla="*/ 31050 h 84375"/>
                <a:gd name="connsiteX4" fmla="*/ 39690 w 118125"/>
                <a:gd name="connsiteY4" fmla="*/ 21533 h 84375"/>
                <a:gd name="connsiteX5" fmla="*/ 51975 w 118125"/>
                <a:gd name="connsiteY5" fmla="*/ 39555 h 84375"/>
                <a:gd name="connsiteX6" fmla="*/ 51975 w 118125"/>
                <a:gd name="connsiteY6" fmla="*/ 87615 h 84375"/>
                <a:gd name="connsiteX7" fmla="*/ 77827 w 118125"/>
                <a:gd name="connsiteY7" fmla="*/ 87615 h 84375"/>
                <a:gd name="connsiteX8" fmla="*/ 77827 w 118125"/>
                <a:gd name="connsiteY8" fmla="*/ 37446 h 84375"/>
                <a:gd name="connsiteX9" fmla="*/ 78638 w 118125"/>
                <a:gd name="connsiteY9" fmla="*/ 30712 h 84375"/>
                <a:gd name="connsiteX10" fmla="*/ 90990 w 118125"/>
                <a:gd name="connsiteY10" fmla="*/ 21516 h 84375"/>
                <a:gd name="connsiteX11" fmla="*/ 103680 w 118125"/>
                <a:gd name="connsiteY11" fmla="*/ 40905 h 84375"/>
                <a:gd name="connsiteX12" fmla="*/ 103680 w 118125"/>
                <a:gd name="connsiteY12" fmla="*/ 87598 h 84375"/>
                <a:gd name="connsiteX13" fmla="*/ 128031 w 118125"/>
                <a:gd name="connsiteY13" fmla="*/ 87598 h 84375"/>
                <a:gd name="connsiteX14" fmla="*/ 128031 w 118125"/>
                <a:gd name="connsiteY14" fmla="*/ 37091 h 84375"/>
                <a:gd name="connsiteX15" fmla="*/ 99731 w 118125"/>
                <a:gd name="connsiteY15" fmla="*/ 388 h 84375"/>
                <a:gd name="connsiteX16" fmla="*/ 83835 w 118125"/>
                <a:gd name="connsiteY16" fmla="*/ 4472 h 84375"/>
                <a:gd name="connsiteX17" fmla="*/ 73035 w 118125"/>
                <a:gd name="connsiteY17" fmla="*/ 14597 h 84375"/>
                <a:gd name="connsiteX18" fmla="*/ 72681 w 118125"/>
                <a:gd name="connsiteY18" fmla="*/ 14597 h 84375"/>
                <a:gd name="connsiteX19" fmla="*/ 49477 w 118125"/>
                <a:gd name="connsiteY19" fmla="*/ 0 h 84375"/>
                <a:gd name="connsiteX20" fmla="*/ 23844 w 118125"/>
                <a:gd name="connsiteY20" fmla="*/ 13078 h 84375"/>
                <a:gd name="connsiteX21" fmla="*/ 23338 w 118125"/>
                <a:gd name="connsiteY21" fmla="*/ 13078 h 84375"/>
                <a:gd name="connsiteX22" fmla="*/ 22174 w 118125"/>
                <a:gd name="connsiteY22" fmla="*/ 2430 h 84375"/>
                <a:gd name="connsiteX23" fmla="*/ 0 w 118125"/>
                <a:gd name="connsiteY23" fmla="*/ 2430 h 84375"/>
                <a:gd name="connsiteX24" fmla="*/ 287 w 118125"/>
                <a:gd name="connsiteY24" fmla="*/ 29329 h 84375"/>
                <a:gd name="connsiteX25" fmla="*/ 287 w 118125"/>
                <a:gd name="connsiteY25" fmla="*/ 87632 h 84375"/>
                <a:gd name="connsiteX26" fmla="*/ 287 w 118125"/>
                <a:gd name="connsiteY26" fmla="*/ 87632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8125" h="84375">
                  <a:moveTo>
                    <a:pt x="287" y="87632"/>
                  </a:moveTo>
                  <a:lnTo>
                    <a:pt x="26106" y="87632"/>
                  </a:lnTo>
                  <a:lnTo>
                    <a:pt x="26106" y="37648"/>
                  </a:lnTo>
                  <a:cubicBezTo>
                    <a:pt x="26106" y="35572"/>
                    <a:pt x="26393" y="33159"/>
                    <a:pt x="27236" y="31050"/>
                  </a:cubicBezTo>
                  <a:cubicBezTo>
                    <a:pt x="28806" y="26730"/>
                    <a:pt x="32940" y="21533"/>
                    <a:pt x="39690" y="21533"/>
                  </a:cubicBezTo>
                  <a:cubicBezTo>
                    <a:pt x="48009" y="21533"/>
                    <a:pt x="51975" y="28823"/>
                    <a:pt x="51975" y="39555"/>
                  </a:cubicBezTo>
                  <a:lnTo>
                    <a:pt x="51975" y="87615"/>
                  </a:lnTo>
                  <a:lnTo>
                    <a:pt x="77827" y="87615"/>
                  </a:lnTo>
                  <a:lnTo>
                    <a:pt x="77827" y="37446"/>
                  </a:lnTo>
                  <a:cubicBezTo>
                    <a:pt x="77827" y="35370"/>
                    <a:pt x="77963" y="32569"/>
                    <a:pt x="78638" y="30712"/>
                  </a:cubicBezTo>
                  <a:cubicBezTo>
                    <a:pt x="80359" y="25701"/>
                    <a:pt x="84932" y="21516"/>
                    <a:pt x="90990" y="21516"/>
                  </a:cubicBezTo>
                  <a:cubicBezTo>
                    <a:pt x="99495" y="21516"/>
                    <a:pt x="103680" y="28620"/>
                    <a:pt x="103680" y="40905"/>
                  </a:cubicBezTo>
                  <a:lnTo>
                    <a:pt x="103680" y="87598"/>
                  </a:lnTo>
                  <a:lnTo>
                    <a:pt x="128031" y="87598"/>
                  </a:lnTo>
                  <a:lnTo>
                    <a:pt x="128031" y="37091"/>
                  </a:lnTo>
                  <a:cubicBezTo>
                    <a:pt x="128031" y="11812"/>
                    <a:pt x="116032" y="388"/>
                    <a:pt x="99731" y="388"/>
                  </a:cubicBezTo>
                  <a:cubicBezTo>
                    <a:pt x="93521" y="388"/>
                    <a:pt x="88476" y="1704"/>
                    <a:pt x="83835" y="4472"/>
                  </a:cubicBezTo>
                  <a:cubicBezTo>
                    <a:pt x="79853" y="6902"/>
                    <a:pt x="76191" y="10041"/>
                    <a:pt x="73035" y="14597"/>
                  </a:cubicBezTo>
                  <a:lnTo>
                    <a:pt x="72681" y="14597"/>
                  </a:lnTo>
                  <a:cubicBezTo>
                    <a:pt x="69019" y="5468"/>
                    <a:pt x="60379" y="0"/>
                    <a:pt x="49477" y="0"/>
                  </a:cubicBezTo>
                  <a:cubicBezTo>
                    <a:pt x="34948" y="0"/>
                    <a:pt x="27489" y="8505"/>
                    <a:pt x="23844" y="13078"/>
                  </a:cubicBezTo>
                  <a:lnTo>
                    <a:pt x="23338" y="13078"/>
                  </a:lnTo>
                  <a:lnTo>
                    <a:pt x="22174" y="2430"/>
                  </a:lnTo>
                  <a:lnTo>
                    <a:pt x="0" y="2430"/>
                  </a:lnTo>
                  <a:cubicBezTo>
                    <a:pt x="338" y="10041"/>
                    <a:pt x="287" y="18765"/>
                    <a:pt x="287" y="29329"/>
                  </a:cubicBezTo>
                  <a:lnTo>
                    <a:pt x="287" y="87632"/>
                  </a:lnTo>
                  <a:lnTo>
                    <a:pt x="287" y="8763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20" name="任意多边形: 形状 619"/>
            <p:cNvSpPr/>
            <p:nvPr/>
          </p:nvSpPr>
          <p:spPr>
            <a:xfrm>
              <a:off x="5045490" y="4857383"/>
              <a:ext cx="67500" cy="84375"/>
            </a:xfrm>
            <a:custGeom>
              <a:avLst/>
              <a:gdLst>
                <a:gd name="connsiteX0" fmla="*/ 44887 w 67500"/>
                <a:gd name="connsiteY0" fmla="*/ 88341 h 84375"/>
                <a:gd name="connsiteX1" fmla="*/ 68428 w 67500"/>
                <a:gd name="connsiteY1" fmla="*/ 84493 h 84375"/>
                <a:gd name="connsiteX2" fmla="*/ 65323 w 67500"/>
                <a:gd name="connsiteY2" fmla="*/ 65137 h 84375"/>
                <a:gd name="connsiteX3" fmla="*/ 50220 w 67500"/>
                <a:gd name="connsiteY3" fmla="*/ 67686 h 84375"/>
                <a:gd name="connsiteX4" fmla="*/ 27034 w 67500"/>
                <a:gd name="connsiteY4" fmla="*/ 43976 h 84375"/>
                <a:gd name="connsiteX5" fmla="*/ 49731 w 67500"/>
                <a:gd name="connsiteY5" fmla="*/ 20250 h 84375"/>
                <a:gd name="connsiteX6" fmla="*/ 64462 w 67500"/>
                <a:gd name="connsiteY6" fmla="*/ 22849 h 84375"/>
                <a:gd name="connsiteX7" fmla="*/ 68597 w 67500"/>
                <a:gd name="connsiteY7" fmla="*/ 3291 h 84375"/>
                <a:gd name="connsiteX8" fmla="*/ 48482 w 67500"/>
                <a:gd name="connsiteY8" fmla="*/ 0 h 84375"/>
                <a:gd name="connsiteX9" fmla="*/ 0 w 67500"/>
                <a:gd name="connsiteY9" fmla="*/ 45039 h 84375"/>
                <a:gd name="connsiteX10" fmla="*/ 44887 w 67500"/>
                <a:gd name="connsiteY10" fmla="*/ 88341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500" h="84375">
                  <a:moveTo>
                    <a:pt x="44887" y="88341"/>
                  </a:moveTo>
                  <a:cubicBezTo>
                    <a:pt x="54911" y="88341"/>
                    <a:pt x="63754" y="86586"/>
                    <a:pt x="68428" y="84493"/>
                  </a:cubicBezTo>
                  <a:lnTo>
                    <a:pt x="65323" y="65137"/>
                  </a:lnTo>
                  <a:cubicBezTo>
                    <a:pt x="61341" y="66690"/>
                    <a:pt x="56497" y="67686"/>
                    <a:pt x="50220" y="67686"/>
                  </a:cubicBezTo>
                  <a:cubicBezTo>
                    <a:pt x="37395" y="67686"/>
                    <a:pt x="27034" y="59569"/>
                    <a:pt x="27034" y="43976"/>
                  </a:cubicBezTo>
                  <a:cubicBezTo>
                    <a:pt x="26814" y="30139"/>
                    <a:pt x="35876" y="20250"/>
                    <a:pt x="49731" y="20250"/>
                  </a:cubicBezTo>
                  <a:cubicBezTo>
                    <a:pt x="56632" y="20250"/>
                    <a:pt x="61341" y="21465"/>
                    <a:pt x="64462" y="22849"/>
                  </a:cubicBezTo>
                  <a:lnTo>
                    <a:pt x="68597" y="3291"/>
                  </a:lnTo>
                  <a:cubicBezTo>
                    <a:pt x="63045" y="1215"/>
                    <a:pt x="55434" y="0"/>
                    <a:pt x="48482" y="0"/>
                  </a:cubicBezTo>
                  <a:cubicBezTo>
                    <a:pt x="16976" y="0"/>
                    <a:pt x="0" y="20250"/>
                    <a:pt x="0" y="45039"/>
                  </a:cubicBezTo>
                  <a:cubicBezTo>
                    <a:pt x="0" y="71719"/>
                    <a:pt x="17516" y="88341"/>
                    <a:pt x="44887" y="8834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21" name="任意多边形: 形状 620"/>
            <p:cNvSpPr/>
            <p:nvPr/>
          </p:nvSpPr>
          <p:spPr>
            <a:xfrm>
              <a:off x="5113294" y="4783960"/>
              <a:ext cx="33750" cy="50625"/>
            </a:xfrm>
            <a:custGeom>
              <a:avLst/>
              <a:gdLst>
                <a:gd name="connsiteX0" fmla="*/ 44145 w 33750"/>
                <a:gd name="connsiteY0" fmla="*/ 51114 h 50625"/>
                <a:gd name="connsiteX1" fmla="*/ 21296 w 33750"/>
                <a:gd name="connsiteY1" fmla="*/ 51114 h 50625"/>
                <a:gd name="connsiteX2" fmla="*/ 21296 w 33750"/>
                <a:gd name="connsiteY2" fmla="*/ 50237 h 50625"/>
                <a:gd name="connsiteX3" fmla="*/ 26831 w 33750"/>
                <a:gd name="connsiteY3" fmla="*/ 45529 h 50625"/>
                <a:gd name="connsiteX4" fmla="*/ 43065 w 33750"/>
                <a:gd name="connsiteY4" fmla="*/ 19187 h 50625"/>
                <a:gd name="connsiteX5" fmla="*/ 21600 w 33750"/>
                <a:gd name="connsiteY5" fmla="*/ 0 h 50625"/>
                <a:gd name="connsiteX6" fmla="*/ 1552 w 33750"/>
                <a:gd name="connsiteY6" fmla="*/ 6294 h 50625"/>
                <a:gd name="connsiteX7" fmla="*/ 5535 w 33750"/>
                <a:gd name="connsiteY7" fmla="*/ 16554 h 50625"/>
                <a:gd name="connsiteX8" fmla="*/ 18613 w 33750"/>
                <a:gd name="connsiteY8" fmla="*/ 11475 h 50625"/>
                <a:gd name="connsiteX9" fmla="*/ 28671 w 33750"/>
                <a:gd name="connsiteY9" fmla="*/ 20419 h 50625"/>
                <a:gd name="connsiteX10" fmla="*/ 8235 w 33750"/>
                <a:gd name="connsiteY10" fmla="*/ 46373 h 50625"/>
                <a:gd name="connsiteX11" fmla="*/ 0 w 33750"/>
                <a:gd name="connsiteY11" fmla="*/ 53528 h 50625"/>
                <a:gd name="connsiteX12" fmla="*/ 0 w 33750"/>
                <a:gd name="connsiteY12" fmla="*/ 61763 h 50625"/>
                <a:gd name="connsiteX13" fmla="*/ 44094 w 33750"/>
                <a:gd name="connsiteY13" fmla="*/ 61763 h 50625"/>
                <a:gd name="connsiteX14" fmla="*/ 44094 w 33750"/>
                <a:gd name="connsiteY14" fmla="*/ 51114 h 50625"/>
                <a:gd name="connsiteX15" fmla="*/ 44145 w 33750"/>
                <a:gd name="connsiteY15" fmla="*/ 51114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750" h="50625">
                  <a:moveTo>
                    <a:pt x="44145" y="51114"/>
                  </a:moveTo>
                  <a:lnTo>
                    <a:pt x="21296" y="51114"/>
                  </a:lnTo>
                  <a:lnTo>
                    <a:pt x="21296" y="50237"/>
                  </a:lnTo>
                  <a:lnTo>
                    <a:pt x="26831" y="45529"/>
                  </a:lnTo>
                  <a:cubicBezTo>
                    <a:pt x="35657" y="37631"/>
                    <a:pt x="43065" y="29447"/>
                    <a:pt x="43065" y="19187"/>
                  </a:cubicBezTo>
                  <a:cubicBezTo>
                    <a:pt x="43065" y="8083"/>
                    <a:pt x="35421" y="0"/>
                    <a:pt x="21600" y="0"/>
                  </a:cubicBezTo>
                  <a:cubicBezTo>
                    <a:pt x="13331" y="0"/>
                    <a:pt x="6176" y="2818"/>
                    <a:pt x="1552" y="6294"/>
                  </a:cubicBezTo>
                  <a:lnTo>
                    <a:pt x="5535" y="16554"/>
                  </a:lnTo>
                  <a:cubicBezTo>
                    <a:pt x="8758" y="14108"/>
                    <a:pt x="13382" y="11475"/>
                    <a:pt x="18613" y="11475"/>
                  </a:cubicBezTo>
                  <a:cubicBezTo>
                    <a:pt x="25701" y="11475"/>
                    <a:pt x="28671" y="15424"/>
                    <a:pt x="28671" y="20419"/>
                  </a:cubicBezTo>
                  <a:cubicBezTo>
                    <a:pt x="28502" y="27574"/>
                    <a:pt x="21617" y="34425"/>
                    <a:pt x="8235" y="46373"/>
                  </a:cubicBezTo>
                  <a:lnTo>
                    <a:pt x="0" y="53528"/>
                  </a:lnTo>
                  <a:lnTo>
                    <a:pt x="0" y="61763"/>
                  </a:lnTo>
                  <a:lnTo>
                    <a:pt x="44094" y="61763"/>
                  </a:lnTo>
                  <a:lnTo>
                    <a:pt x="44094" y="51114"/>
                  </a:lnTo>
                  <a:lnTo>
                    <a:pt x="44145" y="5111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22" name="任意多边形: 形状 621"/>
            <p:cNvSpPr/>
            <p:nvPr/>
          </p:nvSpPr>
          <p:spPr>
            <a:xfrm>
              <a:off x="4685985" y="4649551"/>
              <a:ext cx="523125" cy="455625"/>
            </a:xfrm>
            <a:custGeom>
              <a:avLst/>
              <a:gdLst>
                <a:gd name="connsiteX0" fmla="*/ 516426 w 523125"/>
                <a:gd name="connsiteY0" fmla="*/ 0 h 455625"/>
                <a:gd name="connsiteX1" fmla="*/ 18259 w 523125"/>
                <a:gd name="connsiteY1" fmla="*/ 0 h 455625"/>
                <a:gd name="connsiteX2" fmla="*/ 0 w 523125"/>
                <a:gd name="connsiteY2" fmla="*/ 16875 h 455625"/>
                <a:gd name="connsiteX3" fmla="*/ 0 w 523125"/>
                <a:gd name="connsiteY3" fmla="*/ 450748 h 455625"/>
                <a:gd name="connsiteX4" fmla="*/ 18259 w 523125"/>
                <a:gd name="connsiteY4" fmla="*/ 468383 h 455625"/>
                <a:gd name="connsiteX5" fmla="*/ 516426 w 523125"/>
                <a:gd name="connsiteY5" fmla="*/ 468383 h 455625"/>
                <a:gd name="connsiteX6" fmla="*/ 533807 w 523125"/>
                <a:gd name="connsiteY6" fmla="*/ 450748 h 455625"/>
                <a:gd name="connsiteX7" fmla="*/ 533807 w 523125"/>
                <a:gd name="connsiteY7" fmla="*/ 16875 h 455625"/>
                <a:gd name="connsiteX8" fmla="*/ 516426 w 523125"/>
                <a:gd name="connsiteY8" fmla="*/ 0 h 455625"/>
                <a:gd name="connsiteX9" fmla="*/ 498859 w 523125"/>
                <a:gd name="connsiteY9" fmla="*/ 433434 h 455625"/>
                <a:gd name="connsiteX10" fmla="*/ 352856 w 523125"/>
                <a:gd name="connsiteY10" fmla="*/ 433434 h 455625"/>
                <a:gd name="connsiteX11" fmla="*/ 352856 w 523125"/>
                <a:gd name="connsiteY11" fmla="*/ 406046 h 455625"/>
                <a:gd name="connsiteX12" fmla="*/ 247928 w 523125"/>
                <a:gd name="connsiteY12" fmla="*/ 406046 h 455625"/>
                <a:gd name="connsiteX13" fmla="*/ 247928 w 523125"/>
                <a:gd name="connsiteY13" fmla="*/ 433434 h 455625"/>
                <a:gd name="connsiteX14" fmla="*/ 212946 w 523125"/>
                <a:gd name="connsiteY14" fmla="*/ 433434 h 455625"/>
                <a:gd name="connsiteX15" fmla="*/ 212946 w 523125"/>
                <a:gd name="connsiteY15" fmla="*/ 387804 h 455625"/>
                <a:gd name="connsiteX16" fmla="*/ 53241 w 523125"/>
                <a:gd name="connsiteY16" fmla="*/ 387804 h 455625"/>
                <a:gd name="connsiteX17" fmla="*/ 53241 w 523125"/>
                <a:gd name="connsiteY17" fmla="*/ 433434 h 455625"/>
                <a:gd name="connsiteX18" fmla="*/ 36501 w 523125"/>
                <a:gd name="connsiteY18" fmla="*/ 433434 h 455625"/>
                <a:gd name="connsiteX19" fmla="*/ 36501 w 523125"/>
                <a:gd name="connsiteY19" fmla="*/ 34965 h 455625"/>
                <a:gd name="connsiteX20" fmla="*/ 498842 w 523125"/>
                <a:gd name="connsiteY20" fmla="*/ 34965 h 455625"/>
                <a:gd name="connsiteX21" fmla="*/ 498842 w 523125"/>
                <a:gd name="connsiteY21" fmla="*/ 433434 h 455625"/>
                <a:gd name="connsiteX22" fmla="*/ 498859 w 523125"/>
                <a:gd name="connsiteY22" fmla="*/ 433434 h 45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23125" h="455625">
                  <a:moveTo>
                    <a:pt x="516426" y="0"/>
                  </a:moveTo>
                  <a:lnTo>
                    <a:pt x="18259" y="0"/>
                  </a:lnTo>
                  <a:cubicBezTo>
                    <a:pt x="8522" y="0"/>
                    <a:pt x="0" y="7121"/>
                    <a:pt x="0" y="16875"/>
                  </a:cubicBezTo>
                  <a:lnTo>
                    <a:pt x="0" y="450748"/>
                  </a:lnTo>
                  <a:cubicBezTo>
                    <a:pt x="0" y="460502"/>
                    <a:pt x="8522" y="468383"/>
                    <a:pt x="18259" y="468383"/>
                  </a:cubicBezTo>
                  <a:lnTo>
                    <a:pt x="516426" y="468383"/>
                  </a:lnTo>
                  <a:cubicBezTo>
                    <a:pt x="526179" y="468383"/>
                    <a:pt x="533807" y="460502"/>
                    <a:pt x="533807" y="450748"/>
                  </a:cubicBezTo>
                  <a:lnTo>
                    <a:pt x="533807" y="16875"/>
                  </a:lnTo>
                  <a:cubicBezTo>
                    <a:pt x="533824" y="7121"/>
                    <a:pt x="526179" y="0"/>
                    <a:pt x="516426" y="0"/>
                  </a:cubicBezTo>
                  <a:close/>
                  <a:moveTo>
                    <a:pt x="498859" y="433434"/>
                  </a:moveTo>
                  <a:lnTo>
                    <a:pt x="352856" y="433434"/>
                  </a:lnTo>
                  <a:lnTo>
                    <a:pt x="352856" y="406046"/>
                  </a:lnTo>
                  <a:lnTo>
                    <a:pt x="247928" y="406046"/>
                  </a:lnTo>
                  <a:lnTo>
                    <a:pt x="247928" y="433434"/>
                  </a:lnTo>
                  <a:lnTo>
                    <a:pt x="212946" y="433434"/>
                  </a:lnTo>
                  <a:lnTo>
                    <a:pt x="212946" y="387804"/>
                  </a:lnTo>
                  <a:lnTo>
                    <a:pt x="53241" y="387804"/>
                  </a:lnTo>
                  <a:lnTo>
                    <a:pt x="53241" y="433434"/>
                  </a:lnTo>
                  <a:lnTo>
                    <a:pt x="36501" y="433434"/>
                  </a:lnTo>
                  <a:lnTo>
                    <a:pt x="36501" y="34965"/>
                  </a:lnTo>
                  <a:lnTo>
                    <a:pt x="498842" y="34965"/>
                  </a:lnTo>
                  <a:lnTo>
                    <a:pt x="498842" y="433434"/>
                  </a:lnTo>
                  <a:lnTo>
                    <a:pt x="498859" y="43343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5" name="组合 924"/>
          <p:cNvGrpSpPr/>
          <p:nvPr/>
        </p:nvGrpSpPr>
        <p:grpSpPr>
          <a:xfrm>
            <a:off x="3365075" y="4472444"/>
            <a:ext cx="540000" cy="540000"/>
            <a:chOff x="363167" y="5691278"/>
            <a:chExt cx="540000" cy="540000"/>
          </a:xfrm>
          <a:solidFill>
            <a:schemeClr val="accent1"/>
          </a:solidFill>
        </p:grpSpPr>
        <p:sp>
          <p:nvSpPr>
            <p:cNvPr id="659" name="任意多边形: 形状 658"/>
            <p:cNvSpPr/>
            <p:nvPr/>
          </p:nvSpPr>
          <p:spPr>
            <a:xfrm>
              <a:off x="447061" y="5904080"/>
              <a:ext cx="118125" cy="118125"/>
            </a:xfrm>
            <a:custGeom>
              <a:avLst/>
              <a:gdLst>
                <a:gd name="connsiteX0" fmla="*/ 113460 w 118125"/>
                <a:gd name="connsiteY0" fmla="*/ 83439 h 118125"/>
                <a:gd name="connsiteX1" fmla="*/ 42652 w 118125"/>
                <a:gd name="connsiteY1" fmla="*/ 16564 h 118125"/>
                <a:gd name="connsiteX2" fmla="*/ 16698 w 118125"/>
                <a:gd name="connsiteY2" fmla="*/ 549 h 118125"/>
                <a:gd name="connsiteX3" fmla="*/ 566 w 118125"/>
                <a:gd name="connsiteY3" fmla="*/ 26520 h 118125"/>
                <a:gd name="connsiteX4" fmla="*/ 105731 w 118125"/>
                <a:gd name="connsiteY4" fmla="*/ 125998 h 118125"/>
                <a:gd name="connsiteX5" fmla="*/ 109612 w 118125"/>
                <a:gd name="connsiteY5" fmla="*/ 126336 h 118125"/>
                <a:gd name="connsiteX6" fmla="*/ 130875 w 118125"/>
                <a:gd name="connsiteY6" fmla="*/ 108566 h 118125"/>
                <a:gd name="connsiteX7" fmla="*/ 113460 w 118125"/>
                <a:gd name="connsiteY7" fmla="*/ 83439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25" h="118125">
                  <a:moveTo>
                    <a:pt x="113460" y="83439"/>
                  </a:moveTo>
                  <a:cubicBezTo>
                    <a:pt x="57333" y="73264"/>
                    <a:pt x="43260" y="19061"/>
                    <a:pt x="42652" y="16564"/>
                  </a:cubicBezTo>
                  <a:cubicBezTo>
                    <a:pt x="39885" y="4988"/>
                    <a:pt x="28376" y="-2083"/>
                    <a:pt x="16698" y="549"/>
                  </a:cubicBezTo>
                  <a:cubicBezTo>
                    <a:pt x="5088" y="3266"/>
                    <a:pt x="-2134" y="14910"/>
                    <a:pt x="566" y="26520"/>
                  </a:cubicBezTo>
                  <a:cubicBezTo>
                    <a:pt x="1376" y="29946"/>
                    <a:pt x="21204" y="110659"/>
                    <a:pt x="105731" y="125998"/>
                  </a:cubicBezTo>
                  <a:cubicBezTo>
                    <a:pt x="107064" y="126234"/>
                    <a:pt x="108346" y="126336"/>
                    <a:pt x="109612" y="126336"/>
                  </a:cubicBezTo>
                  <a:cubicBezTo>
                    <a:pt x="119872" y="126336"/>
                    <a:pt x="128985" y="119012"/>
                    <a:pt x="130875" y="108566"/>
                  </a:cubicBezTo>
                  <a:cubicBezTo>
                    <a:pt x="133018" y="96838"/>
                    <a:pt x="125205" y="85599"/>
                    <a:pt x="113460" y="8343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60" name="任意多边形: 形状 659"/>
            <p:cNvSpPr/>
            <p:nvPr/>
          </p:nvSpPr>
          <p:spPr>
            <a:xfrm>
              <a:off x="363167" y="5691278"/>
              <a:ext cx="540000" cy="540000"/>
            </a:xfrm>
            <a:custGeom>
              <a:avLst/>
              <a:gdLst>
                <a:gd name="connsiteX0" fmla="*/ 447339 w 540000"/>
                <a:gd name="connsiteY0" fmla="*/ 355641 h 540000"/>
                <a:gd name="connsiteX1" fmla="*/ 424423 w 540000"/>
                <a:gd name="connsiteY1" fmla="*/ 346157 h 540000"/>
                <a:gd name="connsiteX2" fmla="*/ 401541 w 540000"/>
                <a:gd name="connsiteY2" fmla="*/ 355658 h 540000"/>
                <a:gd name="connsiteX3" fmla="*/ 379097 w 540000"/>
                <a:gd name="connsiteY3" fmla="*/ 333214 h 540000"/>
                <a:gd name="connsiteX4" fmla="*/ 357936 w 540000"/>
                <a:gd name="connsiteY4" fmla="*/ 61425 h 540000"/>
                <a:gd name="connsiteX5" fmla="*/ 209689 w 540000"/>
                <a:gd name="connsiteY5" fmla="*/ 0 h 540000"/>
                <a:gd name="connsiteX6" fmla="*/ 61442 w 540000"/>
                <a:gd name="connsiteY6" fmla="*/ 61425 h 540000"/>
                <a:gd name="connsiteX7" fmla="*/ 0 w 540000"/>
                <a:gd name="connsiteY7" fmla="*/ 209672 h 540000"/>
                <a:gd name="connsiteX8" fmla="*/ 61408 w 540000"/>
                <a:gd name="connsiteY8" fmla="*/ 357919 h 540000"/>
                <a:gd name="connsiteX9" fmla="*/ 209655 w 540000"/>
                <a:gd name="connsiteY9" fmla="*/ 419361 h 540000"/>
                <a:gd name="connsiteX10" fmla="*/ 333214 w 540000"/>
                <a:gd name="connsiteY10" fmla="*/ 379097 h 540000"/>
                <a:gd name="connsiteX11" fmla="*/ 355641 w 540000"/>
                <a:gd name="connsiteY11" fmla="*/ 401507 h 540000"/>
                <a:gd name="connsiteX12" fmla="*/ 346140 w 540000"/>
                <a:gd name="connsiteY12" fmla="*/ 424423 h 540000"/>
                <a:gd name="connsiteX13" fmla="*/ 355641 w 540000"/>
                <a:gd name="connsiteY13" fmla="*/ 447339 h 540000"/>
                <a:gd name="connsiteX14" fmla="*/ 438159 w 540000"/>
                <a:gd name="connsiteY14" fmla="*/ 529892 h 540000"/>
                <a:gd name="connsiteX15" fmla="*/ 487063 w 540000"/>
                <a:gd name="connsiteY15" fmla="*/ 529892 h 540000"/>
                <a:gd name="connsiteX16" fmla="*/ 529875 w 540000"/>
                <a:gd name="connsiteY16" fmla="*/ 487080 h 540000"/>
                <a:gd name="connsiteX17" fmla="*/ 529875 w 540000"/>
                <a:gd name="connsiteY17" fmla="*/ 438176 h 540000"/>
                <a:gd name="connsiteX18" fmla="*/ 447339 w 540000"/>
                <a:gd name="connsiteY18" fmla="*/ 355641 h 540000"/>
                <a:gd name="connsiteX19" fmla="*/ 209655 w 540000"/>
                <a:gd name="connsiteY19" fmla="*/ 354476 h 540000"/>
                <a:gd name="connsiteX20" fmla="*/ 107274 w 540000"/>
                <a:gd name="connsiteY20" fmla="*/ 312053 h 540000"/>
                <a:gd name="connsiteX21" fmla="*/ 64868 w 540000"/>
                <a:gd name="connsiteY21" fmla="*/ 209672 h 540000"/>
                <a:gd name="connsiteX22" fmla="*/ 107274 w 540000"/>
                <a:gd name="connsiteY22" fmla="*/ 107258 h 540000"/>
                <a:gd name="connsiteX23" fmla="*/ 209655 w 540000"/>
                <a:gd name="connsiteY23" fmla="*/ 64851 h 540000"/>
                <a:gd name="connsiteX24" fmla="*/ 312036 w 540000"/>
                <a:gd name="connsiteY24" fmla="*/ 107258 h 540000"/>
                <a:gd name="connsiteX25" fmla="*/ 312036 w 540000"/>
                <a:gd name="connsiteY25" fmla="*/ 312053 h 540000"/>
                <a:gd name="connsiteX26" fmla="*/ 209655 w 540000"/>
                <a:gd name="connsiteY26" fmla="*/ 354476 h 5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40000" h="540000">
                  <a:moveTo>
                    <a:pt x="447339" y="355641"/>
                  </a:moveTo>
                  <a:cubicBezTo>
                    <a:pt x="441264" y="349566"/>
                    <a:pt x="433013" y="346157"/>
                    <a:pt x="424423" y="346157"/>
                  </a:cubicBezTo>
                  <a:cubicBezTo>
                    <a:pt x="415851" y="346157"/>
                    <a:pt x="407582" y="349566"/>
                    <a:pt x="401541" y="355658"/>
                  </a:cubicBezTo>
                  <a:lnTo>
                    <a:pt x="379097" y="333214"/>
                  </a:lnTo>
                  <a:cubicBezTo>
                    <a:pt x="438936" y="251269"/>
                    <a:pt x="431899" y="135371"/>
                    <a:pt x="357936" y="61425"/>
                  </a:cubicBezTo>
                  <a:cubicBezTo>
                    <a:pt x="318330" y="21803"/>
                    <a:pt x="265680" y="0"/>
                    <a:pt x="209689" y="0"/>
                  </a:cubicBezTo>
                  <a:cubicBezTo>
                    <a:pt x="153681" y="0"/>
                    <a:pt x="101031" y="21803"/>
                    <a:pt x="61442" y="61425"/>
                  </a:cubicBezTo>
                  <a:cubicBezTo>
                    <a:pt x="21786" y="101014"/>
                    <a:pt x="0" y="153664"/>
                    <a:pt x="0" y="209672"/>
                  </a:cubicBezTo>
                  <a:cubicBezTo>
                    <a:pt x="-17" y="265663"/>
                    <a:pt x="21786" y="318330"/>
                    <a:pt x="61408" y="357919"/>
                  </a:cubicBezTo>
                  <a:cubicBezTo>
                    <a:pt x="100997" y="397541"/>
                    <a:pt x="153647" y="419361"/>
                    <a:pt x="209655" y="419361"/>
                  </a:cubicBezTo>
                  <a:cubicBezTo>
                    <a:pt x="254711" y="419361"/>
                    <a:pt x="297557" y="405219"/>
                    <a:pt x="333214" y="379097"/>
                  </a:cubicBezTo>
                  <a:lnTo>
                    <a:pt x="355641" y="401507"/>
                  </a:lnTo>
                  <a:cubicBezTo>
                    <a:pt x="349549" y="407582"/>
                    <a:pt x="346140" y="415834"/>
                    <a:pt x="346140" y="424423"/>
                  </a:cubicBezTo>
                  <a:cubicBezTo>
                    <a:pt x="346140" y="433013"/>
                    <a:pt x="349549" y="441264"/>
                    <a:pt x="355641" y="447339"/>
                  </a:cubicBezTo>
                  <a:lnTo>
                    <a:pt x="438159" y="529892"/>
                  </a:lnTo>
                  <a:cubicBezTo>
                    <a:pt x="451676" y="543392"/>
                    <a:pt x="473563" y="543392"/>
                    <a:pt x="487063" y="529892"/>
                  </a:cubicBezTo>
                  <a:lnTo>
                    <a:pt x="529875" y="487080"/>
                  </a:lnTo>
                  <a:cubicBezTo>
                    <a:pt x="543375" y="473563"/>
                    <a:pt x="543375" y="451676"/>
                    <a:pt x="529875" y="438176"/>
                  </a:cubicBezTo>
                  <a:lnTo>
                    <a:pt x="447339" y="355641"/>
                  </a:lnTo>
                  <a:close/>
                  <a:moveTo>
                    <a:pt x="209655" y="354476"/>
                  </a:moveTo>
                  <a:cubicBezTo>
                    <a:pt x="170994" y="354476"/>
                    <a:pt x="134595" y="339390"/>
                    <a:pt x="107274" y="312053"/>
                  </a:cubicBezTo>
                  <a:cubicBezTo>
                    <a:pt x="79937" y="284715"/>
                    <a:pt x="64868" y="248349"/>
                    <a:pt x="64868" y="209672"/>
                  </a:cubicBezTo>
                  <a:cubicBezTo>
                    <a:pt x="64868" y="170994"/>
                    <a:pt x="79937" y="134612"/>
                    <a:pt x="107274" y="107258"/>
                  </a:cubicBezTo>
                  <a:cubicBezTo>
                    <a:pt x="134595" y="79937"/>
                    <a:pt x="170994" y="64851"/>
                    <a:pt x="209655" y="64851"/>
                  </a:cubicBezTo>
                  <a:cubicBezTo>
                    <a:pt x="248316" y="64851"/>
                    <a:pt x="284698" y="79937"/>
                    <a:pt x="312036" y="107258"/>
                  </a:cubicBezTo>
                  <a:cubicBezTo>
                    <a:pt x="368483" y="163738"/>
                    <a:pt x="368483" y="255589"/>
                    <a:pt x="312036" y="312053"/>
                  </a:cubicBezTo>
                  <a:cubicBezTo>
                    <a:pt x="284698" y="339390"/>
                    <a:pt x="248333" y="354476"/>
                    <a:pt x="209655" y="35447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61" name="任意多边形: 形状 660"/>
            <p:cNvSpPr/>
            <p:nvPr/>
          </p:nvSpPr>
          <p:spPr>
            <a:xfrm>
              <a:off x="451997" y="5839711"/>
              <a:ext cx="33750" cy="33750"/>
            </a:xfrm>
            <a:custGeom>
              <a:avLst/>
              <a:gdLst>
                <a:gd name="connsiteX0" fmla="*/ 42356 w 33750"/>
                <a:gd name="connsiteY0" fmla="*/ 21178 h 33750"/>
                <a:gd name="connsiteX1" fmla="*/ 21178 w 33750"/>
                <a:gd name="connsiteY1" fmla="*/ 42356 h 33750"/>
                <a:gd name="connsiteX2" fmla="*/ 0 w 33750"/>
                <a:gd name="connsiteY2" fmla="*/ 21178 h 33750"/>
                <a:gd name="connsiteX3" fmla="*/ 21178 w 33750"/>
                <a:gd name="connsiteY3" fmla="*/ 0 h 33750"/>
                <a:gd name="connsiteX4" fmla="*/ 42356 w 33750"/>
                <a:gd name="connsiteY4" fmla="*/ 21178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33750">
                  <a:moveTo>
                    <a:pt x="42356" y="21178"/>
                  </a:moveTo>
                  <a:cubicBezTo>
                    <a:pt x="42356" y="32874"/>
                    <a:pt x="32874" y="42356"/>
                    <a:pt x="21178" y="42356"/>
                  </a:cubicBezTo>
                  <a:cubicBezTo>
                    <a:pt x="9482" y="42356"/>
                    <a:pt x="0" y="32874"/>
                    <a:pt x="0" y="21178"/>
                  </a:cubicBezTo>
                  <a:cubicBezTo>
                    <a:pt x="0" y="9482"/>
                    <a:pt x="9482" y="0"/>
                    <a:pt x="21178" y="0"/>
                  </a:cubicBezTo>
                  <a:cubicBezTo>
                    <a:pt x="32874" y="0"/>
                    <a:pt x="42356" y="9482"/>
                    <a:pt x="42356" y="2117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6" name="组合 925"/>
          <p:cNvGrpSpPr/>
          <p:nvPr/>
        </p:nvGrpSpPr>
        <p:grpSpPr>
          <a:xfrm>
            <a:off x="4584275" y="4573694"/>
            <a:ext cx="523125" cy="337500"/>
            <a:chOff x="1448432" y="5772245"/>
            <a:chExt cx="523125" cy="337500"/>
          </a:xfrm>
          <a:solidFill>
            <a:schemeClr val="accent1"/>
          </a:solidFill>
        </p:grpSpPr>
        <p:sp>
          <p:nvSpPr>
            <p:cNvPr id="663" name="任意多边形: 形状 662"/>
            <p:cNvSpPr/>
            <p:nvPr/>
          </p:nvSpPr>
          <p:spPr>
            <a:xfrm>
              <a:off x="1620391" y="5879688"/>
              <a:ext cx="185625" cy="101250"/>
            </a:xfrm>
            <a:custGeom>
              <a:avLst/>
              <a:gdLst>
                <a:gd name="connsiteX0" fmla="*/ 96944 w 185625"/>
                <a:gd name="connsiteY0" fmla="*/ 0 h 101250"/>
                <a:gd name="connsiteX1" fmla="*/ 132 w 185625"/>
                <a:gd name="connsiteY1" fmla="*/ 85641 h 101250"/>
                <a:gd name="connsiteX2" fmla="*/ 4250 w 185625"/>
                <a:gd name="connsiteY2" fmla="*/ 98989 h 101250"/>
                <a:gd name="connsiteX3" fmla="*/ 17041 w 185625"/>
                <a:gd name="connsiteY3" fmla="*/ 104726 h 101250"/>
                <a:gd name="connsiteX4" fmla="*/ 176814 w 185625"/>
                <a:gd name="connsiteY4" fmla="*/ 104726 h 101250"/>
                <a:gd name="connsiteX5" fmla="*/ 189605 w 185625"/>
                <a:gd name="connsiteY5" fmla="*/ 98989 h 101250"/>
                <a:gd name="connsiteX6" fmla="*/ 193722 w 185625"/>
                <a:gd name="connsiteY6" fmla="*/ 85624 h 101250"/>
                <a:gd name="connsiteX7" fmla="*/ 96944 w 185625"/>
                <a:gd name="connsiteY7" fmla="*/ 0 h 101250"/>
                <a:gd name="connsiteX8" fmla="*/ 39552 w 185625"/>
                <a:gd name="connsiteY8" fmla="*/ 70082 h 101250"/>
                <a:gd name="connsiteX9" fmla="*/ 96944 w 185625"/>
                <a:gd name="connsiteY9" fmla="*/ 33480 h 101250"/>
                <a:gd name="connsiteX10" fmla="*/ 154302 w 185625"/>
                <a:gd name="connsiteY10" fmla="*/ 70082 h 101250"/>
                <a:gd name="connsiteX11" fmla="*/ 39552 w 185625"/>
                <a:gd name="connsiteY11" fmla="*/ 70082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625" h="101250">
                  <a:moveTo>
                    <a:pt x="96944" y="0"/>
                  </a:moveTo>
                  <a:cubicBezTo>
                    <a:pt x="47939" y="0"/>
                    <a:pt x="6326" y="36821"/>
                    <a:pt x="132" y="85641"/>
                  </a:cubicBezTo>
                  <a:cubicBezTo>
                    <a:pt x="-475" y="90517"/>
                    <a:pt x="1027" y="95327"/>
                    <a:pt x="4250" y="98989"/>
                  </a:cubicBezTo>
                  <a:cubicBezTo>
                    <a:pt x="7490" y="102701"/>
                    <a:pt x="12164" y="104726"/>
                    <a:pt x="17041" y="104726"/>
                  </a:cubicBezTo>
                  <a:lnTo>
                    <a:pt x="176814" y="104726"/>
                  </a:lnTo>
                  <a:cubicBezTo>
                    <a:pt x="181691" y="104726"/>
                    <a:pt x="186331" y="102701"/>
                    <a:pt x="189605" y="98989"/>
                  </a:cubicBezTo>
                  <a:cubicBezTo>
                    <a:pt x="192862" y="95327"/>
                    <a:pt x="194347" y="90450"/>
                    <a:pt x="193722" y="85624"/>
                  </a:cubicBezTo>
                  <a:cubicBezTo>
                    <a:pt x="187546" y="36788"/>
                    <a:pt x="145899" y="0"/>
                    <a:pt x="96944" y="0"/>
                  </a:cubicBezTo>
                  <a:close/>
                  <a:moveTo>
                    <a:pt x="39552" y="70082"/>
                  </a:moveTo>
                  <a:cubicBezTo>
                    <a:pt x="49812" y="48212"/>
                    <a:pt x="71902" y="33480"/>
                    <a:pt x="96944" y="33480"/>
                  </a:cubicBezTo>
                  <a:cubicBezTo>
                    <a:pt x="121970" y="33480"/>
                    <a:pt x="144042" y="48229"/>
                    <a:pt x="154302" y="70082"/>
                  </a:cubicBezTo>
                  <a:lnTo>
                    <a:pt x="39552" y="7008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64" name="任意多边形: 形状 663"/>
            <p:cNvSpPr/>
            <p:nvPr/>
          </p:nvSpPr>
          <p:spPr>
            <a:xfrm>
              <a:off x="1448432" y="5772245"/>
              <a:ext cx="523125" cy="337500"/>
            </a:xfrm>
            <a:custGeom>
              <a:avLst/>
              <a:gdLst>
                <a:gd name="connsiteX0" fmla="*/ 512494 w 523125"/>
                <a:gd name="connsiteY0" fmla="*/ 177525 h 337500"/>
                <a:gd name="connsiteX1" fmla="*/ 471606 w 523125"/>
                <a:gd name="connsiteY1" fmla="*/ 177525 h 337500"/>
                <a:gd name="connsiteX2" fmla="*/ 268903 w 523125"/>
                <a:gd name="connsiteY2" fmla="*/ 0 h 337500"/>
                <a:gd name="connsiteX3" fmla="*/ 66167 w 523125"/>
                <a:gd name="connsiteY3" fmla="*/ 177525 h 337500"/>
                <a:gd name="connsiteX4" fmla="*/ 17769 w 523125"/>
                <a:gd name="connsiteY4" fmla="*/ 177525 h 337500"/>
                <a:gd name="connsiteX5" fmla="*/ 0 w 523125"/>
                <a:gd name="connsiteY5" fmla="*/ 195244 h 337500"/>
                <a:gd name="connsiteX6" fmla="*/ 0 w 523125"/>
                <a:gd name="connsiteY6" fmla="*/ 331712 h 337500"/>
                <a:gd name="connsiteX7" fmla="*/ 17769 w 523125"/>
                <a:gd name="connsiteY7" fmla="*/ 348806 h 337500"/>
                <a:gd name="connsiteX8" fmla="*/ 83835 w 523125"/>
                <a:gd name="connsiteY8" fmla="*/ 348806 h 337500"/>
                <a:gd name="connsiteX9" fmla="*/ 83835 w 523125"/>
                <a:gd name="connsiteY9" fmla="*/ 348806 h 337500"/>
                <a:gd name="connsiteX10" fmla="*/ 103883 w 523125"/>
                <a:gd name="connsiteY10" fmla="*/ 348806 h 337500"/>
                <a:gd name="connsiteX11" fmla="*/ 103883 w 523125"/>
                <a:gd name="connsiteY11" fmla="*/ 348806 h 337500"/>
                <a:gd name="connsiteX12" fmla="*/ 156735 w 523125"/>
                <a:gd name="connsiteY12" fmla="*/ 348806 h 337500"/>
                <a:gd name="connsiteX13" fmla="*/ 156735 w 523125"/>
                <a:gd name="connsiteY13" fmla="*/ 348806 h 337500"/>
                <a:gd name="connsiteX14" fmla="*/ 171315 w 523125"/>
                <a:gd name="connsiteY14" fmla="*/ 348806 h 337500"/>
                <a:gd name="connsiteX15" fmla="*/ 171315 w 523125"/>
                <a:gd name="connsiteY15" fmla="*/ 348806 h 337500"/>
                <a:gd name="connsiteX16" fmla="*/ 224151 w 523125"/>
                <a:gd name="connsiteY16" fmla="*/ 348806 h 337500"/>
                <a:gd name="connsiteX17" fmla="*/ 224151 w 523125"/>
                <a:gd name="connsiteY17" fmla="*/ 348806 h 337500"/>
                <a:gd name="connsiteX18" fmla="*/ 238731 w 523125"/>
                <a:gd name="connsiteY18" fmla="*/ 348806 h 337500"/>
                <a:gd name="connsiteX19" fmla="*/ 238731 w 523125"/>
                <a:gd name="connsiteY19" fmla="*/ 348806 h 337500"/>
                <a:gd name="connsiteX20" fmla="*/ 291583 w 523125"/>
                <a:gd name="connsiteY20" fmla="*/ 348806 h 337500"/>
                <a:gd name="connsiteX21" fmla="*/ 291583 w 523125"/>
                <a:gd name="connsiteY21" fmla="*/ 348806 h 337500"/>
                <a:gd name="connsiteX22" fmla="*/ 306163 w 523125"/>
                <a:gd name="connsiteY22" fmla="*/ 348806 h 337500"/>
                <a:gd name="connsiteX23" fmla="*/ 306163 w 523125"/>
                <a:gd name="connsiteY23" fmla="*/ 348806 h 337500"/>
                <a:gd name="connsiteX24" fmla="*/ 358999 w 523125"/>
                <a:gd name="connsiteY24" fmla="*/ 348806 h 337500"/>
                <a:gd name="connsiteX25" fmla="*/ 358999 w 523125"/>
                <a:gd name="connsiteY25" fmla="*/ 348806 h 337500"/>
                <a:gd name="connsiteX26" fmla="*/ 373579 w 523125"/>
                <a:gd name="connsiteY26" fmla="*/ 348806 h 337500"/>
                <a:gd name="connsiteX27" fmla="*/ 373579 w 523125"/>
                <a:gd name="connsiteY27" fmla="*/ 348806 h 337500"/>
                <a:gd name="connsiteX28" fmla="*/ 426431 w 523125"/>
                <a:gd name="connsiteY28" fmla="*/ 348806 h 337500"/>
                <a:gd name="connsiteX29" fmla="*/ 426431 w 523125"/>
                <a:gd name="connsiteY29" fmla="*/ 348806 h 337500"/>
                <a:gd name="connsiteX30" fmla="*/ 446479 w 523125"/>
                <a:gd name="connsiteY30" fmla="*/ 348806 h 337500"/>
                <a:gd name="connsiteX31" fmla="*/ 446479 w 523125"/>
                <a:gd name="connsiteY31" fmla="*/ 348806 h 337500"/>
                <a:gd name="connsiteX32" fmla="*/ 512528 w 523125"/>
                <a:gd name="connsiteY32" fmla="*/ 348806 h 337500"/>
                <a:gd name="connsiteX33" fmla="*/ 530297 w 523125"/>
                <a:gd name="connsiteY33" fmla="*/ 331712 h 337500"/>
                <a:gd name="connsiteX34" fmla="*/ 530297 w 523125"/>
                <a:gd name="connsiteY34" fmla="*/ 195244 h 337500"/>
                <a:gd name="connsiteX35" fmla="*/ 512494 w 523125"/>
                <a:gd name="connsiteY35" fmla="*/ 177525 h 337500"/>
                <a:gd name="connsiteX36" fmla="*/ 495619 w 523125"/>
                <a:gd name="connsiteY36" fmla="*/ 314179 h 337500"/>
                <a:gd name="connsiteX37" fmla="*/ 442986 w 523125"/>
                <a:gd name="connsiteY37" fmla="*/ 314331 h 337500"/>
                <a:gd name="connsiteX38" fmla="*/ 442952 w 523125"/>
                <a:gd name="connsiteY38" fmla="*/ 281374 h 337500"/>
                <a:gd name="connsiteX39" fmla="*/ 426414 w 523125"/>
                <a:gd name="connsiteY39" fmla="*/ 281374 h 337500"/>
                <a:gd name="connsiteX40" fmla="*/ 426414 w 523125"/>
                <a:gd name="connsiteY40" fmla="*/ 314179 h 337500"/>
                <a:gd name="connsiteX41" fmla="*/ 373562 w 523125"/>
                <a:gd name="connsiteY41" fmla="*/ 314179 h 337500"/>
                <a:gd name="connsiteX42" fmla="*/ 373562 w 523125"/>
                <a:gd name="connsiteY42" fmla="*/ 281374 h 337500"/>
                <a:gd name="connsiteX43" fmla="*/ 358982 w 523125"/>
                <a:gd name="connsiteY43" fmla="*/ 281374 h 337500"/>
                <a:gd name="connsiteX44" fmla="*/ 358982 w 523125"/>
                <a:gd name="connsiteY44" fmla="*/ 314179 h 337500"/>
                <a:gd name="connsiteX45" fmla="*/ 306146 w 523125"/>
                <a:gd name="connsiteY45" fmla="*/ 314179 h 337500"/>
                <a:gd name="connsiteX46" fmla="*/ 306146 w 523125"/>
                <a:gd name="connsiteY46" fmla="*/ 281374 h 337500"/>
                <a:gd name="connsiteX47" fmla="*/ 291566 w 523125"/>
                <a:gd name="connsiteY47" fmla="*/ 281374 h 337500"/>
                <a:gd name="connsiteX48" fmla="*/ 291566 w 523125"/>
                <a:gd name="connsiteY48" fmla="*/ 314179 h 337500"/>
                <a:gd name="connsiteX49" fmla="*/ 238714 w 523125"/>
                <a:gd name="connsiteY49" fmla="*/ 314179 h 337500"/>
                <a:gd name="connsiteX50" fmla="*/ 238714 w 523125"/>
                <a:gd name="connsiteY50" fmla="*/ 281374 h 337500"/>
                <a:gd name="connsiteX51" fmla="*/ 224134 w 523125"/>
                <a:gd name="connsiteY51" fmla="*/ 281374 h 337500"/>
                <a:gd name="connsiteX52" fmla="*/ 224134 w 523125"/>
                <a:gd name="connsiteY52" fmla="*/ 314179 h 337500"/>
                <a:gd name="connsiteX53" fmla="*/ 171298 w 523125"/>
                <a:gd name="connsiteY53" fmla="*/ 314179 h 337500"/>
                <a:gd name="connsiteX54" fmla="*/ 171298 w 523125"/>
                <a:gd name="connsiteY54" fmla="*/ 281374 h 337500"/>
                <a:gd name="connsiteX55" fmla="*/ 156718 w 523125"/>
                <a:gd name="connsiteY55" fmla="*/ 281374 h 337500"/>
                <a:gd name="connsiteX56" fmla="*/ 156718 w 523125"/>
                <a:gd name="connsiteY56" fmla="*/ 314179 h 337500"/>
                <a:gd name="connsiteX57" fmla="*/ 103866 w 523125"/>
                <a:gd name="connsiteY57" fmla="*/ 314179 h 337500"/>
                <a:gd name="connsiteX58" fmla="*/ 103866 w 523125"/>
                <a:gd name="connsiteY58" fmla="*/ 281374 h 337500"/>
                <a:gd name="connsiteX59" fmla="*/ 87379 w 523125"/>
                <a:gd name="connsiteY59" fmla="*/ 281374 h 337500"/>
                <a:gd name="connsiteX60" fmla="*/ 86923 w 523125"/>
                <a:gd name="connsiteY60" fmla="*/ 314179 h 337500"/>
                <a:gd name="connsiteX61" fmla="*/ 34628 w 523125"/>
                <a:gd name="connsiteY61" fmla="*/ 314179 h 337500"/>
                <a:gd name="connsiteX62" fmla="*/ 34628 w 523125"/>
                <a:gd name="connsiteY62" fmla="*/ 212136 h 337500"/>
                <a:gd name="connsiteX63" fmla="*/ 81692 w 523125"/>
                <a:gd name="connsiteY63" fmla="*/ 212136 h 337500"/>
                <a:gd name="connsiteX64" fmla="*/ 98736 w 523125"/>
                <a:gd name="connsiteY64" fmla="*/ 196071 h 337500"/>
                <a:gd name="connsiteX65" fmla="*/ 99984 w 523125"/>
                <a:gd name="connsiteY65" fmla="*/ 182773 h 337500"/>
                <a:gd name="connsiteX66" fmla="*/ 131541 w 523125"/>
                <a:gd name="connsiteY66" fmla="*/ 186941 h 337500"/>
                <a:gd name="connsiteX67" fmla="*/ 134258 w 523125"/>
                <a:gd name="connsiteY67" fmla="*/ 174319 h 337500"/>
                <a:gd name="connsiteX68" fmla="*/ 103022 w 523125"/>
                <a:gd name="connsiteY68" fmla="*/ 166118 h 337500"/>
                <a:gd name="connsiteX69" fmla="*/ 121854 w 523125"/>
                <a:gd name="connsiteY69" fmla="*/ 119070 h 337500"/>
                <a:gd name="connsiteX70" fmla="*/ 150036 w 523125"/>
                <a:gd name="connsiteY70" fmla="*/ 134511 h 337500"/>
                <a:gd name="connsiteX71" fmla="*/ 157275 w 523125"/>
                <a:gd name="connsiteY71" fmla="*/ 122563 h 337500"/>
                <a:gd name="connsiteX72" fmla="*/ 131085 w 523125"/>
                <a:gd name="connsiteY72" fmla="*/ 104979 h 337500"/>
                <a:gd name="connsiteX73" fmla="*/ 166050 w 523125"/>
                <a:gd name="connsiteY73" fmla="*/ 69339 h 337500"/>
                <a:gd name="connsiteX74" fmla="*/ 184579 w 523125"/>
                <a:gd name="connsiteY74" fmla="*/ 92627 h 337500"/>
                <a:gd name="connsiteX75" fmla="*/ 195396 w 523125"/>
                <a:gd name="connsiteY75" fmla="*/ 84983 h 337500"/>
                <a:gd name="connsiteX76" fmla="*/ 179702 w 523125"/>
                <a:gd name="connsiteY76" fmla="*/ 59974 h 337500"/>
                <a:gd name="connsiteX77" fmla="*/ 225180 w 523125"/>
                <a:gd name="connsiteY77" fmla="*/ 40466 h 337500"/>
                <a:gd name="connsiteX78" fmla="*/ 232386 w 523125"/>
                <a:gd name="connsiteY78" fmla="*/ 69491 h 337500"/>
                <a:gd name="connsiteX79" fmla="*/ 246054 w 523125"/>
                <a:gd name="connsiteY79" fmla="*/ 66758 h 337500"/>
                <a:gd name="connsiteX80" fmla="*/ 241464 w 523125"/>
                <a:gd name="connsiteY80" fmla="*/ 36990 h 337500"/>
                <a:gd name="connsiteX81" fmla="*/ 268869 w 523125"/>
                <a:gd name="connsiteY81" fmla="*/ 34779 h 337500"/>
                <a:gd name="connsiteX82" fmla="*/ 291263 w 523125"/>
                <a:gd name="connsiteY82" fmla="*/ 36264 h 337500"/>
                <a:gd name="connsiteX83" fmla="*/ 287736 w 523125"/>
                <a:gd name="connsiteY83" fmla="*/ 65711 h 337500"/>
                <a:gd name="connsiteX84" fmla="*/ 300848 w 523125"/>
                <a:gd name="connsiteY84" fmla="*/ 67989 h 337500"/>
                <a:gd name="connsiteX85" fmla="*/ 307513 w 523125"/>
                <a:gd name="connsiteY85" fmla="*/ 39201 h 337500"/>
                <a:gd name="connsiteX86" fmla="*/ 353582 w 523125"/>
                <a:gd name="connsiteY86" fmla="*/ 57341 h 337500"/>
                <a:gd name="connsiteX87" fmla="*/ 336842 w 523125"/>
                <a:gd name="connsiteY87" fmla="*/ 83228 h 337500"/>
                <a:gd name="connsiteX88" fmla="*/ 347574 w 523125"/>
                <a:gd name="connsiteY88" fmla="*/ 91058 h 337500"/>
                <a:gd name="connsiteX89" fmla="*/ 367689 w 523125"/>
                <a:gd name="connsiteY89" fmla="*/ 66386 h 337500"/>
                <a:gd name="connsiteX90" fmla="*/ 404274 w 523125"/>
                <a:gd name="connsiteY90" fmla="*/ 101790 h 337500"/>
                <a:gd name="connsiteX91" fmla="*/ 375638 w 523125"/>
                <a:gd name="connsiteY91" fmla="*/ 121804 h 337500"/>
                <a:gd name="connsiteX92" fmla="*/ 383468 w 523125"/>
                <a:gd name="connsiteY92" fmla="*/ 133971 h 337500"/>
                <a:gd name="connsiteX93" fmla="*/ 414011 w 523125"/>
                <a:gd name="connsiteY93" fmla="*/ 115914 h 337500"/>
                <a:gd name="connsiteX94" fmla="*/ 433991 w 523125"/>
                <a:gd name="connsiteY94" fmla="*/ 163181 h 337500"/>
                <a:gd name="connsiteX95" fmla="*/ 401996 w 523125"/>
                <a:gd name="connsiteY95" fmla="*/ 174234 h 337500"/>
                <a:gd name="connsiteX96" fmla="*/ 406215 w 523125"/>
                <a:gd name="connsiteY96" fmla="*/ 188055 h 337500"/>
                <a:gd name="connsiteX97" fmla="*/ 437417 w 523125"/>
                <a:gd name="connsiteY97" fmla="*/ 179972 h 337500"/>
                <a:gd name="connsiteX98" fmla="*/ 439071 w 523125"/>
                <a:gd name="connsiteY98" fmla="*/ 196054 h 337500"/>
                <a:gd name="connsiteX99" fmla="*/ 456098 w 523125"/>
                <a:gd name="connsiteY99" fmla="*/ 212119 h 337500"/>
                <a:gd name="connsiteX100" fmla="*/ 495636 w 523125"/>
                <a:gd name="connsiteY100" fmla="*/ 212119 h 337500"/>
                <a:gd name="connsiteX101" fmla="*/ 495636 w 523125"/>
                <a:gd name="connsiteY101" fmla="*/ 314179 h 337500"/>
                <a:gd name="connsiteX102" fmla="*/ 495619 w 523125"/>
                <a:gd name="connsiteY102" fmla="*/ 314179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23125" h="337500">
                  <a:moveTo>
                    <a:pt x="512494" y="177525"/>
                  </a:moveTo>
                  <a:lnTo>
                    <a:pt x="471606" y="177525"/>
                  </a:lnTo>
                  <a:cubicBezTo>
                    <a:pt x="458241" y="77304"/>
                    <a:pt x="372111" y="0"/>
                    <a:pt x="268903" y="0"/>
                  </a:cubicBezTo>
                  <a:cubicBezTo>
                    <a:pt x="165662" y="0"/>
                    <a:pt x="79549" y="77304"/>
                    <a:pt x="66167" y="177525"/>
                  </a:cubicBezTo>
                  <a:lnTo>
                    <a:pt x="17769" y="177525"/>
                  </a:lnTo>
                  <a:cubicBezTo>
                    <a:pt x="8336" y="177525"/>
                    <a:pt x="0" y="185828"/>
                    <a:pt x="0" y="195244"/>
                  </a:cubicBezTo>
                  <a:lnTo>
                    <a:pt x="0" y="331712"/>
                  </a:lnTo>
                  <a:cubicBezTo>
                    <a:pt x="0" y="341145"/>
                    <a:pt x="8336" y="348806"/>
                    <a:pt x="17769" y="348806"/>
                  </a:cubicBezTo>
                  <a:lnTo>
                    <a:pt x="83835" y="348806"/>
                  </a:lnTo>
                  <a:lnTo>
                    <a:pt x="83835" y="348806"/>
                  </a:lnTo>
                  <a:lnTo>
                    <a:pt x="103883" y="348806"/>
                  </a:lnTo>
                  <a:lnTo>
                    <a:pt x="103883" y="348806"/>
                  </a:lnTo>
                  <a:lnTo>
                    <a:pt x="156735" y="348806"/>
                  </a:lnTo>
                  <a:lnTo>
                    <a:pt x="156735" y="348806"/>
                  </a:lnTo>
                  <a:lnTo>
                    <a:pt x="171315" y="348806"/>
                  </a:lnTo>
                  <a:lnTo>
                    <a:pt x="171315" y="348806"/>
                  </a:lnTo>
                  <a:lnTo>
                    <a:pt x="224151" y="348806"/>
                  </a:lnTo>
                  <a:lnTo>
                    <a:pt x="224151" y="348806"/>
                  </a:lnTo>
                  <a:lnTo>
                    <a:pt x="238731" y="348806"/>
                  </a:lnTo>
                  <a:lnTo>
                    <a:pt x="238731" y="348806"/>
                  </a:lnTo>
                  <a:lnTo>
                    <a:pt x="291583" y="348806"/>
                  </a:lnTo>
                  <a:lnTo>
                    <a:pt x="291583" y="348806"/>
                  </a:lnTo>
                  <a:lnTo>
                    <a:pt x="306163" y="348806"/>
                  </a:lnTo>
                  <a:lnTo>
                    <a:pt x="306163" y="348806"/>
                  </a:lnTo>
                  <a:lnTo>
                    <a:pt x="358999" y="348806"/>
                  </a:lnTo>
                  <a:lnTo>
                    <a:pt x="358999" y="348806"/>
                  </a:lnTo>
                  <a:lnTo>
                    <a:pt x="373579" y="348806"/>
                  </a:lnTo>
                  <a:lnTo>
                    <a:pt x="373579" y="348806"/>
                  </a:lnTo>
                  <a:lnTo>
                    <a:pt x="426431" y="348806"/>
                  </a:lnTo>
                  <a:lnTo>
                    <a:pt x="426431" y="348806"/>
                  </a:lnTo>
                  <a:lnTo>
                    <a:pt x="446479" y="348806"/>
                  </a:lnTo>
                  <a:lnTo>
                    <a:pt x="446479" y="348806"/>
                  </a:lnTo>
                  <a:lnTo>
                    <a:pt x="512528" y="348806"/>
                  </a:lnTo>
                  <a:cubicBezTo>
                    <a:pt x="521994" y="348806"/>
                    <a:pt x="530297" y="341145"/>
                    <a:pt x="530297" y="331712"/>
                  </a:cubicBezTo>
                  <a:lnTo>
                    <a:pt x="530297" y="195244"/>
                  </a:lnTo>
                  <a:cubicBezTo>
                    <a:pt x="530246" y="185811"/>
                    <a:pt x="521910" y="177525"/>
                    <a:pt x="512494" y="177525"/>
                  </a:cubicBezTo>
                  <a:close/>
                  <a:moveTo>
                    <a:pt x="495619" y="314179"/>
                  </a:moveTo>
                  <a:lnTo>
                    <a:pt x="442986" y="314331"/>
                  </a:lnTo>
                  <a:lnTo>
                    <a:pt x="442952" y="281374"/>
                  </a:lnTo>
                  <a:lnTo>
                    <a:pt x="426414" y="281374"/>
                  </a:lnTo>
                  <a:lnTo>
                    <a:pt x="426414" y="314179"/>
                  </a:lnTo>
                  <a:lnTo>
                    <a:pt x="373562" y="314179"/>
                  </a:lnTo>
                  <a:lnTo>
                    <a:pt x="373562" y="281374"/>
                  </a:lnTo>
                  <a:lnTo>
                    <a:pt x="358982" y="281374"/>
                  </a:lnTo>
                  <a:lnTo>
                    <a:pt x="358982" y="314179"/>
                  </a:lnTo>
                  <a:lnTo>
                    <a:pt x="306146" y="314179"/>
                  </a:lnTo>
                  <a:lnTo>
                    <a:pt x="306146" y="281374"/>
                  </a:lnTo>
                  <a:lnTo>
                    <a:pt x="291566" y="281374"/>
                  </a:lnTo>
                  <a:lnTo>
                    <a:pt x="291566" y="314179"/>
                  </a:lnTo>
                  <a:lnTo>
                    <a:pt x="238714" y="314179"/>
                  </a:lnTo>
                  <a:lnTo>
                    <a:pt x="238714" y="281374"/>
                  </a:lnTo>
                  <a:lnTo>
                    <a:pt x="224134" y="281374"/>
                  </a:lnTo>
                  <a:lnTo>
                    <a:pt x="224134" y="314179"/>
                  </a:lnTo>
                  <a:lnTo>
                    <a:pt x="171298" y="314179"/>
                  </a:lnTo>
                  <a:lnTo>
                    <a:pt x="171298" y="281374"/>
                  </a:lnTo>
                  <a:lnTo>
                    <a:pt x="156718" y="281374"/>
                  </a:lnTo>
                  <a:lnTo>
                    <a:pt x="156718" y="314179"/>
                  </a:lnTo>
                  <a:lnTo>
                    <a:pt x="103866" y="314179"/>
                  </a:lnTo>
                  <a:lnTo>
                    <a:pt x="103866" y="281374"/>
                  </a:lnTo>
                  <a:lnTo>
                    <a:pt x="87379" y="281374"/>
                  </a:lnTo>
                  <a:lnTo>
                    <a:pt x="86923" y="314179"/>
                  </a:lnTo>
                  <a:lnTo>
                    <a:pt x="34628" y="314179"/>
                  </a:lnTo>
                  <a:lnTo>
                    <a:pt x="34628" y="212136"/>
                  </a:lnTo>
                  <a:lnTo>
                    <a:pt x="81692" y="212136"/>
                  </a:lnTo>
                  <a:cubicBezTo>
                    <a:pt x="90754" y="212136"/>
                    <a:pt x="98246" y="205133"/>
                    <a:pt x="98736" y="196071"/>
                  </a:cubicBezTo>
                  <a:cubicBezTo>
                    <a:pt x="98972" y="191582"/>
                    <a:pt x="99394" y="187178"/>
                    <a:pt x="99984" y="182773"/>
                  </a:cubicBezTo>
                  <a:lnTo>
                    <a:pt x="131541" y="186941"/>
                  </a:lnTo>
                  <a:cubicBezTo>
                    <a:pt x="131659" y="186098"/>
                    <a:pt x="132418" y="181389"/>
                    <a:pt x="134258" y="174319"/>
                  </a:cubicBezTo>
                  <a:lnTo>
                    <a:pt x="103022" y="166118"/>
                  </a:lnTo>
                  <a:cubicBezTo>
                    <a:pt x="106971" y="149327"/>
                    <a:pt x="113383" y="133515"/>
                    <a:pt x="121854" y="119070"/>
                  </a:cubicBezTo>
                  <a:lnTo>
                    <a:pt x="150036" y="134511"/>
                  </a:lnTo>
                  <a:cubicBezTo>
                    <a:pt x="152196" y="130562"/>
                    <a:pt x="154609" y="126546"/>
                    <a:pt x="157275" y="122563"/>
                  </a:cubicBezTo>
                  <a:lnTo>
                    <a:pt x="131085" y="104979"/>
                  </a:lnTo>
                  <a:cubicBezTo>
                    <a:pt x="140940" y="91446"/>
                    <a:pt x="152736" y="79431"/>
                    <a:pt x="166050" y="69339"/>
                  </a:cubicBezTo>
                  <a:lnTo>
                    <a:pt x="184579" y="92627"/>
                  </a:lnTo>
                  <a:cubicBezTo>
                    <a:pt x="187971" y="89961"/>
                    <a:pt x="191565" y="87379"/>
                    <a:pt x="195396" y="84983"/>
                  </a:cubicBezTo>
                  <a:lnTo>
                    <a:pt x="179702" y="59974"/>
                  </a:lnTo>
                  <a:cubicBezTo>
                    <a:pt x="193674" y="51384"/>
                    <a:pt x="208963" y="44753"/>
                    <a:pt x="225180" y="40466"/>
                  </a:cubicBezTo>
                  <a:lnTo>
                    <a:pt x="232386" y="69491"/>
                  </a:lnTo>
                  <a:cubicBezTo>
                    <a:pt x="236756" y="68394"/>
                    <a:pt x="241313" y="67483"/>
                    <a:pt x="246054" y="66758"/>
                  </a:cubicBezTo>
                  <a:lnTo>
                    <a:pt x="241464" y="36990"/>
                  </a:lnTo>
                  <a:cubicBezTo>
                    <a:pt x="250408" y="35539"/>
                    <a:pt x="259538" y="34779"/>
                    <a:pt x="268869" y="34779"/>
                  </a:cubicBezTo>
                  <a:cubicBezTo>
                    <a:pt x="276463" y="34779"/>
                    <a:pt x="283922" y="35303"/>
                    <a:pt x="291263" y="36264"/>
                  </a:cubicBezTo>
                  <a:lnTo>
                    <a:pt x="287736" y="65711"/>
                  </a:lnTo>
                  <a:cubicBezTo>
                    <a:pt x="292275" y="66268"/>
                    <a:pt x="296663" y="67028"/>
                    <a:pt x="300848" y="67989"/>
                  </a:cubicBezTo>
                  <a:lnTo>
                    <a:pt x="307513" y="39201"/>
                  </a:lnTo>
                  <a:cubicBezTo>
                    <a:pt x="323882" y="43014"/>
                    <a:pt x="339373" y="49191"/>
                    <a:pt x="353582" y="57341"/>
                  </a:cubicBezTo>
                  <a:lnTo>
                    <a:pt x="336842" y="83228"/>
                  </a:lnTo>
                  <a:cubicBezTo>
                    <a:pt x="340605" y="85674"/>
                    <a:pt x="344183" y="88290"/>
                    <a:pt x="347574" y="91058"/>
                  </a:cubicBezTo>
                  <a:lnTo>
                    <a:pt x="367689" y="66386"/>
                  </a:lnTo>
                  <a:cubicBezTo>
                    <a:pt x="381544" y="76292"/>
                    <a:pt x="393896" y="88239"/>
                    <a:pt x="404274" y="101790"/>
                  </a:cubicBezTo>
                  <a:lnTo>
                    <a:pt x="375638" y="121804"/>
                  </a:lnTo>
                  <a:cubicBezTo>
                    <a:pt x="378473" y="125854"/>
                    <a:pt x="381071" y="129954"/>
                    <a:pt x="383468" y="133971"/>
                  </a:cubicBezTo>
                  <a:lnTo>
                    <a:pt x="414011" y="115914"/>
                  </a:lnTo>
                  <a:cubicBezTo>
                    <a:pt x="422888" y="130359"/>
                    <a:pt x="429705" y="146256"/>
                    <a:pt x="433991" y="163181"/>
                  </a:cubicBezTo>
                  <a:lnTo>
                    <a:pt x="401996" y="174234"/>
                  </a:lnTo>
                  <a:cubicBezTo>
                    <a:pt x="404156" y="180495"/>
                    <a:pt x="405506" y="185321"/>
                    <a:pt x="406215" y="188055"/>
                  </a:cubicBezTo>
                  <a:lnTo>
                    <a:pt x="437417" y="179972"/>
                  </a:lnTo>
                  <a:cubicBezTo>
                    <a:pt x="438210" y="185288"/>
                    <a:pt x="438767" y="190603"/>
                    <a:pt x="439071" y="196054"/>
                  </a:cubicBezTo>
                  <a:cubicBezTo>
                    <a:pt x="439526" y="205116"/>
                    <a:pt x="447036" y="212119"/>
                    <a:pt x="456098" y="212119"/>
                  </a:cubicBezTo>
                  <a:lnTo>
                    <a:pt x="495636" y="212119"/>
                  </a:lnTo>
                  <a:lnTo>
                    <a:pt x="495636" y="314179"/>
                  </a:lnTo>
                  <a:lnTo>
                    <a:pt x="495619" y="31417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7" name="组合 926"/>
          <p:cNvGrpSpPr/>
          <p:nvPr/>
        </p:nvGrpSpPr>
        <p:grpSpPr>
          <a:xfrm>
            <a:off x="5803475" y="4496476"/>
            <a:ext cx="523125" cy="491937"/>
            <a:chOff x="2523162" y="5696378"/>
            <a:chExt cx="523125" cy="491937"/>
          </a:xfrm>
          <a:solidFill>
            <a:schemeClr val="accent1"/>
          </a:solidFill>
        </p:grpSpPr>
        <p:sp>
          <p:nvSpPr>
            <p:cNvPr id="666" name="任意多边形: 形状 665"/>
            <p:cNvSpPr/>
            <p:nvPr/>
          </p:nvSpPr>
          <p:spPr>
            <a:xfrm>
              <a:off x="2523162" y="5696378"/>
              <a:ext cx="523125" cy="472500"/>
            </a:xfrm>
            <a:custGeom>
              <a:avLst/>
              <a:gdLst>
                <a:gd name="connsiteX0" fmla="*/ 21689 w 523125"/>
                <a:gd name="connsiteY0" fmla="*/ 191899 h 472500"/>
                <a:gd name="connsiteX1" fmla="*/ 291 w 523125"/>
                <a:gd name="connsiteY1" fmla="*/ 219000 h 472500"/>
                <a:gd name="connsiteX2" fmla="*/ 13893 w 523125"/>
                <a:gd name="connsiteY2" fmla="*/ 250725 h 472500"/>
                <a:gd name="connsiteX3" fmla="*/ 123445 w 523125"/>
                <a:gd name="connsiteY3" fmla="*/ 330443 h 472500"/>
                <a:gd name="connsiteX4" fmla="*/ 512566 w 523125"/>
                <a:gd name="connsiteY4" fmla="*/ 24314 h 472500"/>
                <a:gd name="connsiteX5" fmla="*/ 168501 w 523125"/>
                <a:gd name="connsiteY5" fmla="*/ 363265 h 472500"/>
                <a:gd name="connsiteX6" fmla="*/ 318267 w 523125"/>
                <a:gd name="connsiteY6" fmla="*/ 472244 h 472500"/>
                <a:gd name="connsiteX7" fmla="*/ 351410 w 523125"/>
                <a:gd name="connsiteY7" fmla="*/ 477812 h 472500"/>
                <a:gd name="connsiteX8" fmla="*/ 375777 w 523125"/>
                <a:gd name="connsiteY8" fmla="*/ 454727 h 472500"/>
                <a:gd name="connsiteX9" fmla="*/ 535988 w 523125"/>
                <a:gd name="connsiteY9" fmla="*/ 16230 h 472500"/>
                <a:gd name="connsiteX10" fmla="*/ 533103 w 523125"/>
                <a:gd name="connsiteY10" fmla="*/ 3473 h 472500"/>
                <a:gd name="connsiteX11" fmla="*/ 520312 w 523125"/>
                <a:gd name="connsiteY11" fmla="*/ 807 h 472500"/>
                <a:gd name="connsiteX12" fmla="*/ 21689 w 523125"/>
                <a:gd name="connsiteY12" fmla="*/ 191899 h 47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3125" h="472500">
                  <a:moveTo>
                    <a:pt x="21689" y="191899"/>
                  </a:moveTo>
                  <a:cubicBezTo>
                    <a:pt x="10130" y="196337"/>
                    <a:pt x="1928" y="206732"/>
                    <a:pt x="291" y="219000"/>
                  </a:cubicBezTo>
                  <a:cubicBezTo>
                    <a:pt x="-1329" y="231285"/>
                    <a:pt x="3886" y="243452"/>
                    <a:pt x="13893" y="250725"/>
                  </a:cubicBezTo>
                  <a:lnTo>
                    <a:pt x="123445" y="330443"/>
                  </a:lnTo>
                  <a:lnTo>
                    <a:pt x="512566" y="24314"/>
                  </a:lnTo>
                  <a:lnTo>
                    <a:pt x="168501" y="363265"/>
                  </a:lnTo>
                  <a:lnTo>
                    <a:pt x="318267" y="472244"/>
                  </a:lnTo>
                  <a:cubicBezTo>
                    <a:pt x="327801" y="479179"/>
                    <a:pt x="340087" y="481255"/>
                    <a:pt x="351410" y="477812"/>
                  </a:cubicBezTo>
                  <a:cubicBezTo>
                    <a:pt x="362716" y="474370"/>
                    <a:pt x="371727" y="465797"/>
                    <a:pt x="375777" y="454727"/>
                  </a:cubicBezTo>
                  <a:lnTo>
                    <a:pt x="535988" y="16230"/>
                  </a:lnTo>
                  <a:cubicBezTo>
                    <a:pt x="537608" y="11775"/>
                    <a:pt x="536478" y="6797"/>
                    <a:pt x="533103" y="3473"/>
                  </a:cubicBezTo>
                  <a:cubicBezTo>
                    <a:pt x="529728" y="149"/>
                    <a:pt x="524750" y="-898"/>
                    <a:pt x="520312" y="807"/>
                  </a:cubicBezTo>
                  <a:lnTo>
                    <a:pt x="21689" y="19189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67" name="任意多边形: 形状 666"/>
            <p:cNvSpPr/>
            <p:nvPr/>
          </p:nvSpPr>
          <p:spPr>
            <a:xfrm>
              <a:off x="2620603" y="6053315"/>
              <a:ext cx="118125" cy="135000"/>
            </a:xfrm>
            <a:custGeom>
              <a:avLst/>
              <a:gdLst>
                <a:gd name="connsiteX0" fmla="*/ 0 w 118125"/>
                <a:gd name="connsiteY0" fmla="*/ 0 h 135000"/>
                <a:gd name="connsiteX1" fmla="*/ 928 w 118125"/>
                <a:gd name="connsiteY1" fmla="*/ 5079 h 135000"/>
                <a:gd name="connsiteX2" fmla="*/ 22191 w 118125"/>
                <a:gd name="connsiteY2" fmla="*/ 121331 h 135000"/>
                <a:gd name="connsiteX3" fmla="*/ 37581 w 118125"/>
                <a:gd name="connsiteY3" fmla="*/ 140704 h 135000"/>
                <a:gd name="connsiteX4" fmla="*/ 62235 w 118125"/>
                <a:gd name="connsiteY4" fmla="*/ 138696 h 135000"/>
                <a:gd name="connsiteX5" fmla="*/ 129482 w 118125"/>
                <a:gd name="connsiteY5" fmla="*/ 92762 h 135000"/>
                <a:gd name="connsiteX6" fmla="*/ 0 w 118125"/>
                <a:gd name="connsiteY6" fmla="*/ 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125" h="135000">
                  <a:moveTo>
                    <a:pt x="0" y="0"/>
                  </a:moveTo>
                  <a:lnTo>
                    <a:pt x="928" y="5079"/>
                  </a:lnTo>
                  <a:lnTo>
                    <a:pt x="22191" y="121331"/>
                  </a:lnTo>
                  <a:cubicBezTo>
                    <a:pt x="23777" y="129971"/>
                    <a:pt x="29548" y="137211"/>
                    <a:pt x="37581" y="140704"/>
                  </a:cubicBezTo>
                  <a:cubicBezTo>
                    <a:pt x="45613" y="144180"/>
                    <a:pt x="54877" y="143438"/>
                    <a:pt x="62235" y="138696"/>
                  </a:cubicBezTo>
                  <a:cubicBezTo>
                    <a:pt x="91851" y="119593"/>
                    <a:pt x="130528" y="94247"/>
                    <a:pt x="129482" y="927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28" name="组合 927"/>
          <p:cNvGrpSpPr/>
          <p:nvPr/>
        </p:nvGrpSpPr>
        <p:grpSpPr>
          <a:xfrm>
            <a:off x="7022675" y="4475903"/>
            <a:ext cx="421875" cy="533082"/>
            <a:chOff x="3650366" y="5690080"/>
            <a:chExt cx="421875" cy="533082"/>
          </a:xfrm>
          <a:solidFill>
            <a:schemeClr val="accent1"/>
          </a:solidFill>
        </p:grpSpPr>
        <p:sp>
          <p:nvSpPr>
            <p:cNvPr id="669" name="任意多边形: 形状 668"/>
            <p:cNvSpPr/>
            <p:nvPr/>
          </p:nvSpPr>
          <p:spPr>
            <a:xfrm>
              <a:off x="3805701" y="5893475"/>
              <a:ext cx="118125" cy="50625"/>
            </a:xfrm>
            <a:custGeom>
              <a:avLst/>
              <a:gdLst>
                <a:gd name="connsiteX0" fmla="*/ 63146 w 118125"/>
                <a:gd name="connsiteY0" fmla="*/ 0 h 50625"/>
                <a:gd name="connsiteX1" fmla="*/ 0 w 118125"/>
                <a:gd name="connsiteY1" fmla="*/ 57898 h 50625"/>
                <a:gd name="connsiteX2" fmla="*/ 126259 w 118125"/>
                <a:gd name="connsiteY2" fmla="*/ 57898 h 50625"/>
                <a:gd name="connsiteX3" fmla="*/ 63146 w 118125"/>
                <a:gd name="connsiteY3" fmla="*/ 0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125" h="50625">
                  <a:moveTo>
                    <a:pt x="63146" y="0"/>
                  </a:moveTo>
                  <a:cubicBezTo>
                    <a:pt x="30037" y="0"/>
                    <a:pt x="2801" y="26173"/>
                    <a:pt x="0" y="57898"/>
                  </a:cubicBezTo>
                  <a:lnTo>
                    <a:pt x="126259" y="57898"/>
                  </a:lnTo>
                  <a:cubicBezTo>
                    <a:pt x="123458" y="26173"/>
                    <a:pt x="96238" y="0"/>
                    <a:pt x="6314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70" name="任意多边形: 形状 669"/>
            <p:cNvSpPr/>
            <p:nvPr/>
          </p:nvSpPr>
          <p:spPr>
            <a:xfrm>
              <a:off x="3781030" y="5690080"/>
              <a:ext cx="168750" cy="16875"/>
            </a:xfrm>
            <a:custGeom>
              <a:avLst/>
              <a:gdLst>
                <a:gd name="connsiteX0" fmla="*/ 0 w 168750"/>
                <a:gd name="connsiteY0" fmla="*/ 0 h 16875"/>
                <a:gd name="connsiteX1" fmla="*/ 184748 w 168750"/>
                <a:gd name="connsiteY1" fmla="*/ 0 h 16875"/>
                <a:gd name="connsiteX2" fmla="*/ 184748 w 168750"/>
                <a:gd name="connsiteY2" fmla="*/ 33581 h 16875"/>
                <a:gd name="connsiteX3" fmla="*/ 0 w 168750"/>
                <a:gd name="connsiteY3" fmla="*/ 3358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750" h="16875">
                  <a:moveTo>
                    <a:pt x="0" y="0"/>
                  </a:moveTo>
                  <a:lnTo>
                    <a:pt x="184748" y="0"/>
                  </a:lnTo>
                  <a:lnTo>
                    <a:pt x="184748" y="33581"/>
                  </a:lnTo>
                  <a:lnTo>
                    <a:pt x="0" y="3358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71" name="任意多边形: 形状 670"/>
            <p:cNvSpPr/>
            <p:nvPr/>
          </p:nvSpPr>
          <p:spPr>
            <a:xfrm>
              <a:off x="3650366" y="5970037"/>
              <a:ext cx="421875" cy="253125"/>
            </a:xfrm>
            <a:custGeom>
              <a:avLst/>
              <a:gdLst>
                <a:gd name="connsiteX0" fmla="*/ 218481 w 421875"/>
                <a:gd name="connsiteY0" fmla="*/ 68884 h 253125"/>
                <a:gd name="connsiteX1" fmla="*/ 139033 w 421875"/>
                <a:gd name="connsiteY1" fmla="*/ 0 h 253125"/>
                <a:gd name="connsiteX2" fmla="*/ 0 w 421875"/>
                <a:gd name="connsiteY2" fmla="*/ 0 h 253125"/>
                <a:gd name="connsiteX3" fmla="*/ 0 w 421875"/>
                <a:gd name="connsiteY3" fmla="*/ 237431 h 253125"/>
                <a:gd name="connsiteX4" fmla="*/ 23861 w 421875"/>
                <a:gd name="connsiteY4" fmla="*/ 261292 h 253125"/>
                <a:gd name="connsiteX5" fmla="*/ 113856 w 421875"/>
                <a:gd name="connsiteY5" fmla="*/ 261292 h 253125"/>
                <a:gd name="connsiteX6" fmla="*/ 113856 w 421875"/>
                <a:gd name="connsiteY6" fmla="*/ 218767 h 253125"/>
                <a:gd name="connsiteX7" fmla="*/ 121719 w 421875"/>
                <a:gd name="connsiteY7" fmla="*/ 210887 h 253125"/>
                <a:gd name="connsiteX8" fmla="*/ 324489 w 421875"/>
                <a:gd name="connsiteY8" fmla="*/ 210887 h 253125"/>
                <a:gd name="connsiteX9" fmla="*/ 332235 w 421875"/>
                <a:gd name="connsiteY9" fmla="*/ 218767 h 253125"/>
                <a:gd name="connsiteX10" fmla="*/ 332235 w 421875"/>
                <a:gd name="connsiteY10" fmla="*/ 261292 h 253125"/>
                <a:gd name="connsiteX11" fmla="*/ 408696 w 421875"/>
                <a:gd name="connsiteY11" fmla="*/ 261292 h 253125"/>
                <a:gd name="connsiteX12" fmla="*/ 429300 w 421875"/>
                <a:gd name="connsiteY12" fmla="*/ 240654 h 253125"/>
                <a:gd name="connsiteX13" fmla="*/ 429300 w 421875"/>
                <a:gd name="connsiteY13" fmla="*/ 0 h 253125"/>
                <a:gd name="connsiteX14" fmla="*/ 297962 w 421875"/>
                <a:gd name="connsiteY14" fmla="*/ 0 h 253125"/>
                <a:gd name="connsiteX15" fmla="*/ 218481 w 421875"/>
                <a:gd name="connsiteY15" fmla="*/ 68884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1875" h="253125">
                  <a:moveTo>
                    <a:pt x="218481" y="68884"/>
                  </a:moveTo>
                  <a:cubicBezTo>
                    <a:pt x="178082" y="68884"/>
                    <a:pt x="144585" y="37344"/>
                    <a:pt x="139033" y="0"/>
                  </a:cubicBezTo>
                  <a:lnTo>
                    <a:pt x="0" y="0"/>
                  </a:lnTo>
                  <a:lnTo>
                    <a:pt x="0" y="237431"/>
                  </a:lnTo>
                  <a:cubicBezTo>
                    <a:pt x="0" y="250611"/>
                    <a:pt x="10682" y="261292"/>
                    <a:pt x="23861" y="261292"/>
                  </a:cubicBezTo>
                  <a:lnTo>
                    <a:pt x="113856" y="261292"/>
                  </a:lnTo>
                  <a:lnTo>
                    <a:pt x="113856" y="218767"/>
                  </a:lnTo>
                  <a:cubicBezTo>
                    <a:pt x="113856" y="214093"/>
                    <a:pt x="117045" y="210887"/>
                    <a:pt x="121719" y="210887"/>
                  </a:cubicBezTo>
                  <a:lnTo>
                    <a:pt x="324489" y="210887"/>
                  </a:lnTo>
                  <a:cubicBezTo>
                    <a:pt x="329130" y="210887"/>
                    <a:pt x="332235" y="214059"/>
                    <a:pt x="332235" y="218767"/>
                  </a:cubicBezTo>
                  <a:lnTo>
                    <a:pt x="332235" y="261292"/>
                  </a:lnTo>
                  <a:lnTo>
                    <a:pt x="408696" y="261292"/>
                  </a:lnTo>
                  <a:cubicBezTo>
                    <a:pt x="420069" y="261292"/>
                    <a:pt x="429300" y="252062"/>
                    <a:pt x="429300" y="240654"/>
                  </a:cubicBezTo>
                  <a:lnTo>
                    <a:pt x="429300" y="0"/>
                  </a:lnTo>
                  <a:lnTo>
                    <a:pt x="297962" y="0"/>
                  </a:lnTo>
                  <a:cubicBezTo>
                    <a:pt x="292359" y="37344"/>
                    <a:pt x="258862" y="68884"/>
                    <a:pt x="218481" y="6888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72" name="任意多边形: 形状 671"/>
            <p:cNvSpPr/>
            <p:nvPr/>
          </p:nvSpPr>
          <p:spPr>
            <a:xfrm>
              <a:off x="3650366" y="5690080"/>
              <a:ext cx="421875" cy="253125"/>
            </a:xfrm>
            <a:custGeom>
              <a:avLst/>
              <a:gdLst>
                <a:gd name="connsiteX0" fmla="*/ 332218 w 421875"/>
                <a:gd name="connsiteY0" fmla="*/ 0 h 253125"/>
                <a:gd name="connsiteX1" fmla="*/ 332218 w 421875"/>
                <a:gd name="connsiteY1" fmla="*/ 42525 h 253125"/>
                <a:gd name="connsiteX2" fmla="*/ 324439 w 421875"/>
                <a:gd name="connsiteY2" fmla="*/ 50389 h 253125"/>
                <a:gd name="connsiteX3" fmla="*/ 121719 w 421875"/>
                <a:gd name="connsiteY3" fmla="*/ 50389 h 253125"/>
                <a:gd name="connsiteX4" fmla="*/ 113856 w 421875"/>
                <a:gd name="connsiteY4" fmla="*/ 42525 h 253125"/>
                <a:gd name="connsiteX5" fmla="*/ 113856 w 421875"/>
                <a:gd name="connsiteY5" fmla="*/ 0 h 253125"/>
                <a:gd name="connsiteX6" fmla="*/ 24131 w 421875"/>
                <a:gd name="connsiteY6" fmla="*/ 0 h 253125"/>
                <a:gd name="connsiteX7" fmla="*/ 0 w 421875"/>
                <a:gd name="connsiteY7" fmla="*/ 24131 h 253125"/>
                <a:gd name="connsiteX8" fmla="*/ 0 w 421875"/>
                <a:gd name="connsiteY8" fmla="*/ 261293 h 253125"/>
                <a:gd name="connsiteX9" fmla="*/ 138392 w 421875"/>
                <a:gd name="connsiteY9" fmla="*/ 261293 h 253125"/>
                <a:gd name="connsiteX10" fmla="*/ 218481 w 421875"/>
                <a:gd name="connsiteY10" fmla="*/ 186503 h 253125"/>
                <a:gd name="connsiteX11" fmla="*/ 298536 w 421875"/>
                <a:gd name="connsiteY11" fmla="*/ 261293 h 253125"/>
                <a:gd name="connsiteX12" fmla="*/ 429283 w 421875"/>
                <a:gd name="connsiteY12" fmla="*/ 261293 h 253125"/>
                <a:gd name="connsiteX13" fmla="*/ 429283 w 421875"/>
                <a:gd name="connsiteY13" fmla="*/ 20621 h 253125"/>
                <a:gd name="connsiteX14" fmla="*/ 408645 w 421875"/>
                <a:gd name="connsiteY14" fmla="*/ 0 h 253125"/>
                <a:gd name="connsiteX15" fmla="*/ 332218 w 421875"/>
                <a:gd name="connsiteY15" fmla="*/ 0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1875" h="253125">
                  <a:moveTo>
                    <a:pt x="332218" y="0"/>
                  </a:moveTo>
                  <a:lnTo>
                    <a:pt x="332218" y="42525"/>
                  </a:lnTo>
                  <a:cubicBezTo>
                    <a:pt x="332218" y="47199"/>
                    <a:pt x="329079" y="50389"/>
                    <a:pt x="324439" y="50389"/>
                  </a:cubicBezTo>
                  <a:lnTo>
                    <a:pt x="121719" y="50389"/>
                  </a:lnTo>
                  <a:cubicBezTo>
                    <a:pt x="117045" y="50389"/>
                    <a:pt x="113856" y="47199"/>
                    <a:pt x="113856" y="42525"/>
                  </a:cubicBezTo>
                  <a:lnTo>
                    <a:pt x="113856" y="0"/>
                  </a:lnTo>
                  <a:lnTo>
                    <a:pt x="24131" y="0"/>
                  </a:lnTo>
                  <a:cubicBezTo>
                    <a:pt x="10800" y="0"/>
                    <a:pt x="0" y="10800"/>
                    <a:pt x="0" y="24131"/>
                  </a:cubicBezTo>
                  <a:lnTo>
                    <a:pt x="0" y="261293"/>
                  </a:lnTo>
                  <a:lnTo>
                    <a:pt x="138392" y="261293"/>
                  </a:lnTo>
                  <a:cubicBezTo>
                    <a:pt x="141227" y="220236"/>
                    <a:pt x="176040" y="186503"/>
                    <a:pt x="218481" y="186503"/>
                  </a:cubicBezTo>
                  <a:cubicBezTo>
                    <a:pt x="260904" y="186503"/>
                    <a:pt x="295701" y="220236"/>
                    <a:pt x="298536" y="261293"/>
                  </a:cubicBezTo>
                  <a:lnTo>
                    <a:pt x="429283" y="261293"/>
                  </a:lnTo>
                  <a:lnTo>
                    <a:pt x="429283" y="20621"/>
                  </a:lnTo>
                  <a:cubicBezTo>
                    <a:pt x="429283" y="9231"/>
                    <a:pt x="420053" y="0"/>
                    <a:pt x="408645" y="0"/>
                  </a:cubicBezTo>
                  <a:lnTo>
                    <a:pt x="332218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73" name="任意多边形: 形状 672"/>
            <p:cNvSpPr/>
            <p:nvPr/>
          </p:nvSpPr>
          <p:spPr>
            <a:xfrm>
              <a:off x="3806460" y="5970037"/>
              <a:ext cx="118125" cy="50625"/>
            </a:xfrm>
            <a:custGeom>
              <a:avLst/>
              <a:gdLst>
                <a:gd name="connsiteX0" fmla="*/ 62387 w 118125"/>
                <a:gd name="connsiteY0" fmla="*/ 51975 h 50625"/>
                <a:gd name="connsiteX1" fmla="*/ 124706 w 118125"/>
                <a:gd name="connsiteY1" fmla="*/ 0 h 50625"/>
                <a:gd name="connsiteX2" fmla="*/ 0 w 118125"/>
                <a:gd name="connsiteY2" fmla="*/ 0 h 50625"/>
                <a:gd name="connsiteX3" fmla="*/ 62387 w 118125"/>
                <a:gd name="connsiteY3" fmla="*/ 51975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125" h="50625">
                  <a:moveTo>
                    <a:pt x="62387" y="51975"/>
                  </a:moveTo>
                  <a:cubicBezTo>
                    <a:pt x="93437" y="51975"/>
                    <a:pt x="119306" y="27996"/>
                    <a:pt x="124706" y="0"/>
                  </a:cubicBezTo>
                  <a:lnTo>
                    <a:pt x="0" y="0"/>
                  </a:lnTo>
                  <a:cubicBezTo>
                    <a:pt x="5434" y="27996"/>
                    <a:pt x="31337" y="51975"/>
                    <a:pt x="62387" y="5197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74" name="任意多边形: 形状 673"/>
            <p:cNvSpPr/>
            <p:nvPr/>
          </p:nvSpPr>
          <p:spPr>
            <a:xfrm>
              <a:off x="3781030" y="6197748"/>
              <a:ext cx="168750" cy="16875"/>
            </a:xfrm>
            <a:custGeom>
              <a:avLst/>
              <a:gdLst>
                <a:gd name="connsiteX0" fmla="*/ 0 w 168750"/>
                <a:gd name="connsiteY0" fmla="*/ 0 h 16875"/>
                <a:gd name="connsiteX1" fmla="*/ 184748 w 168750"/>
                <a:gd name="connsiteY1" fmla="*/ 0 h 16875"/>
                <a:gd name="connsiteX2" fmla="*/ 184748 w 168750"/>
                <a:gd name="connsiteY2" fmla="*/ 33581 h 16875"/>
                <a:gd name="connsiteX3" fmla="*/ 0 w 168750"/>
                <a:gd name="connsiteY3" fmla="*/ 3358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750" h="16875">
                  <a:moveTo>
                    <a:pt x="0" y="0"/>
                  </a:moveTo>
                  <a:lnTo>
                    <a:pt x="184748" y="0"/>
                  </a:lnTo>
                  <a:lnTo>
                    <a:pt x="184748" y="33581"/>
                  </a:lnTo>
                  <a:lnTo>
                    <a:pt x="0" y="3358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675" name="图形 211"/>
          <p:cNvSpPr/>
          <p:nvPr/>
        </p:nvSpPr>
        <p:spPr>
          <a:xfrm>
            <a:off x="8241875" y="4480882"/>
            <a:ext cx="523125" cy="523125"/>
          </a:xfrm>
          <a:custGeom>
            <a:avLst/>
            <a:gdLst>
              <a:gd name="connsiteX0" fmla="*/ 267081 w 523125"/>
              <a:gd name="connsiteY0" fmla="*/ 0 h 523125"/>
              <a:gd name="connsiteX1" fmla="*/ 0 w 523125"/>
              <a:gd name="connsiteY1" fmla="*/ 267098 h 523125"/>
              <a:gd name="connsiteX2" fmla="*/ 267081 w 523125"/>
              <a:gd name="connsiteY2" fmla="*/ 534144 h 523125"/>
              <a:gd name="connsiteX3" fmla="*/ 534161 w 523125"/>
              <a:gd name="connsiteY3" fmla="*/ 267098 h 523125"/>
              <a:gd name="connsiteX4" fmla="*/ 267081 w 523125"/>
              <a:gd name="connsiteY4" fmla="*/ 0 h 523125"/>
              <a:gd name="connsiteX5" fmla="*/ 486203 w 523125"/>
              <a:gd name="connsiteY5" fmla="*/ 273780 h 523125"/>
              <a:gd name="connsiteX6" fmla="*/ 471859 w 523125"/>
              <a:gd name="connsiteY6" fmla="*/ 255369 h 523125"/>
              <a:gd name="connsiteX7" fmla="*/ 478541 w 523125"/>
              <a:gd name="connsiteY7" fmla="*/ 209250 h 523125"/>
              <a:gd name="connsiteX8" fmla="*/ 486287 w 523125"/>
              <a:gd name="connsiteY8" fmla="*/ 267098 h 523125"/>
              <a:gd name="connsiteX9" fmla="*/ 486203 w 523125"/>
              <a:gd name="connsiteY9" fmla="*/ 273780 h 523125"/>
              <a:gd name="connsiteX10" fmla="*/ 460839 w 523125"/>
              <a:gd name="connsiteY10" fmla="*/ 164599 h 523125"/>
              <a:gd name="connsiteX11" fmla="*/ 448268 w 523125"/>
              <a:gd name="connsiteY11" fmla="*/ 251319 h 523125"/>
              <a:gd name="connsiteX12" fmla="*/ 409489 w 523125"/>
              <a:gd name="connsiteY12" fmla="*/ 282521 h 523125"/>
              <a:gd name="connsiteX13" fmla="*/ 290689 w 523125"/>
              <a:gd name="connsiteY13" fmla="*/ 247877 h 523125"/>
              <a:gd name="connsiteX14" fmla="*/ 272953 w 523125"/>
              <a:gd name="connsiteY14" fmla="*/ 164751 h 523125"/>
              <a:gd name="connsiteX15" fmla="*/ 345009 w 523125"/>
              <a:gd name="connsiteY15" fmla="*/ 96593 h 523125"/>
              <a:gd name="connsiteX16" fmla="*/ 443256 w 523125"/>
              <a:gd name="connsiteY16" fmla="*/ 136806 h 523125"/>
              <a:gd name="connsiteX17" fmla="*/ 460839 w 523125"/>
              <a:gd name="connsiteY17" fmla="*/ 164599 h 523125"/>
              <a:gd name="connsiteX18" fmla="*/ 304661 w 523125"/>
              <a:gd name="connsiteY18" fmla="*/ 456384 h 523125"/>
              <a:gd name="connsiteX19" fmla="*/ 223543 w 523125"/>
              <a:gd name="connsiteY19" fmla="*/ 435983 h 523125"/>
              <a:gd name="connsiteX20" fmla="*/ 215342 w 523125"/>
              <a:gd name="connsiteY20" fmla="*/ 320034 h 523125"/>
              <a:gd name="connsiteX21" fmla="*/ 280041 w 523125"/>
              <a:gd name="connsiteY21" fmla="*/ 269764 h 523125"/>
              <a:gd name="connsiteX22" fmla="*/ 390977 w 523125"/>
              <a:gd name="connsiteY22" fmla="*/ 302113 h 523125"/>
              <a:gd name="connsiteX23" fmla="*/ 401001 w 523125"/>
              <a:gd name="connsiteY23" fmla="*/ 384092 h 523125"/>
              <a:gd name="connsiteX24" fmla="*/ 304661 w 523125"/>
              <a:gd name="connsiteY24" fmla="*/ 456384 h 523125"/>
              <a:gd name="connsiteX25" fmla="*/ 315596 w 523125"/>
              <a:gd name="connsiteY25" fmla="*/ 53291 h 523125"/>
              <a:gd name="connsiteX26" fmla="*/ 327206 w 523125"/>
              <a:gd name="connsiteY26" fmla="*/ 80426 h 523125"/>
              <a:gd name="connsiteX27" fmla="*/ 250864 w 523125"/>
              <a:gd name="connsiteY27" fmla="*/ 152634 h 523125"/>
              <a:gd name="connsiteX28" fmla="*/ 166050 w 523125"/>
              <a:gd name="connsiteY28" fmla="*/ 152634 h 523125"/>
              <a:gd name="connsiteX29" fmla="*/ 121568 w 523125"/>
              <a:gd name="connsiteY29" fmla="*/ 103258 h 523125"/>
              <a:gd name="connsiteX30" fmla="*/ 267081 w 523125"/>
              <a:gd name="connsiteY30" fmla="*/ 47858 h 523125"/>
              <a:gd name="connsiteX31" fmla="*/ 315596 w 523125"/>
              <a:gd name="connsiteY31" fmla="*/ 53291 h 523125"/>
              <a:gd name="connsiteX32" fmla="*/ 104524 w 523125"/>
              <a:gd name="connsiteY32" fmla="*/ 120150 h 523125"/>
              <a:gd name="connsiteX33" fmla="*/ 149648 w 523125"/>
              <a:gd name="connsiteY33" fmla="*/ 170235 h 523125"/>
              <a:gd name="connsiteX34" fmla="*/ 119273 w 523125"/>
              <a:gd name="connsiteY34" fmla="*/ 244485 h 523125"/>
              <a:gd name="connsiteX35" fmla="*/ 47942 w 523125"/>
              <a:gd name="connsiteY35" fmla="*/ 273189 h 523125"/>
              <a:gd name="connsiteX36" fmla="*/ 47858 w 523125"/>
              <a:gd name="connsiteY36" fmla="*/ 267098 h 523125"/>
              <a:gd name="connsiteX37" fmla="*/ 104524 w 523125"/>
              <a:gd name="connsiteY37" fmla="*/ 120150 h 523125"/>
              <a:gd name="connsiteX38" fmla="*/ 50068 w 523125"/>
              <a:gd name="connsiteY38" fmla="*/ 298148 h 523125"/>
              <a:gd name="connsiteX39" fmla="*/ 124200 w 523125"/>
              <a:gd name="connsiteY39" fmla="*/ 268313 h 523125"/>
              <a:gd name="connsiteX40" fmla="*/ 191464 w 523125"/>
              <a:gd name="connsiteY40" fmla="*/ 321621 h 523125"/>
              <a:gd name="connsiteX41" fmla="*/ 199226 w 523125"/>
              <a:gd name="connsiteY41" fmla="*/ 431595 h 523125"/>
              <a:gd name="connsiteX42" fmla="*/ 152078 w 523125"/>
              <a:gd name="connsiteY42" fmla="*/ 453634 h 523125"/>
              <a:gd name="connsiteX43" fmla="*/ 50068 w 523125"/>
              <a:gd name="connsiteY43" fmla="*/ 298148 h 523125"/>
              <a:gd name="connsiteX44" fmla="*/ 318144 w 523125"/>
              <a:gd name="connsiteY44" fmla="*/ 480279 h 523125"/>
              <a:gd name="connsiteX45" fmla="*/ 318144 w 523125"/>
              <a:gd name="connsiteY45" fmla="*/ 476196 h 523125"/>
              <a:gd name="connsiteX46" fmla="*/ 424136 w 523125"/>
              <a:gd name="connsiteY46" fmla="*/ 396698 h 523125"/>
              <a:gd name="connsiteX47" fmla="*/ 443762 w 523125"/>
              <a:gd name="connsiteY47" fmla="*/ 396698 h 523125"/>
              <a:gd name="connsiteX48" fmla="*/ 318144 w 523125"/>
              <a:gd name="connsiteY48" fmla="*/ 480279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523125" h="523125">
                <a:moveTo>
                  <a:pt x="267081" y="0"/>
                </a:moveTo>
                <a:cubicBezTo>
                  <a:pt x="119779" y="0"/>
                  <a:pt x="0" y="119796"/>
                  <a:pt x="0" y="267098"/>
                </a:cubicBezTo>
                <a:cubicBezTo>
                  <a:pt x="0" y="414366"/>
                  <a:pt x="119796" y="534144"/>
                  <a:pt x="267081" y="534144"/>
                </a:cubicBezTo>
                <a:cubicBezTo>
                  <a:pt x="414366" y="534144"/>
                  <a:pt x="534161" y="414349"/>
                  <a:pt x="534161" y="267098"/>
                </a:cubicBezTo>
                <a:cubicBezTo>
                  <a:pt x="534144" y="119779"/>
                  <a:pt x="414366" y="0"/>
                  <a:pt x="267081" y="0"/>
                </a:cubicBezTo>
                <a:close/>
                <a:moveTo>
                  <a:pt x="486203" y="273780"/>
                </a:moveTo>
                <a:lnTo>
                  <a:pt x="471859" y="255369"/>
                </a:lnTo>
                <a:lnTo>
                  <a:pt x="478541" y="209250"/>
                </a:lnTo>
                <a:cubicBezTo>
                  <a:pt x="483587" y="227711"/>
                  <a:pt x="486287" y="247033"/>
                  <a:pt x="486287" y="267098"/>
                </a:cubicBezTo>
                <a:cubicBezTo>
                  <a:pt x="486304" y="269342"/>
                  <a:pt x="486270" y="271553"/>
                  <a:pt x="486203" y="273780"/>
                </a:cubicBezTo>
                <a:close/>
                <a:moveTo>
                  <a:pt x="460839" y="164599"/>
                </a:moveTo>
                <a:lnTo>
                  <a:pt x="448268" y="251319"/>
                </a:lnTo>
                <a:lnTo>
                  <a:pt x="409489" y="282521"/>
                </a:lnTo>
                <a:lnTo>
                  <a:pt x="290689" y="247877"/>
                </a:lnTo>
                <a:lnTo>
                  <a:pt x="272953" y="164751"/>
                </a:lnTo>
                <a:lnTo>
                  <a:pt x="345009" y="96593"/>
                </a:lnTo>
                <a:lnTo>
                  <a:pt x="443256" y="136806"/>
                </a:lnTo>
                <a:cubicBezTo>
                  <a:pt x="449753" y="145598"/>
                  <a:pt x="455659" y="154862"/>
                  <a:pt x="460839" y="164599"/>
                </a:cubicBezTo>
                <a:close/>
                <a:moveTo>
                  <a:pt x="304661" y="456384"/>
                </a:moveTo>
                <a:lnTo>
                  <a:pt x="223543" y="435983"/>
                </a:lnTo>
                <a:lnTo>
                  <a:pt x="215342" y="320034"/>
                </a:lnTo>
                <a:lnTo>
                  <a:pt x="280041" y="269764"/>
                </a:lnTo>
                <a:lnTo>
                  <a:pt x="390977" y="302113"/>
                </a:lnTo>
                <a:lnTo>
                  <a:pt x="401001" y="384092"/>
                </a:lnTo>
                <a:lnTo>
                  <a:pt x="304661" y="456384"/>
                </a:lnTo>
                <a:close/>
                <a:moveTo>
                  <a:pt x="315596" y="53291"/>
                </a:moveTo>
                <a:lnTo>
                  <a:pt x="327206" y="80426"/>
                </a:lnTo>
                <a:lnTo>
                  <a:pt x="250864" y="152634"/>
                </a:lnTo>
                <a:lnTo>
                  <a:pt x="166050" y="152634"/>
                </a:lnTo>
                <a:lnTo>
                  <a:pt x="121568" y="103258"/>
                </a:lnTo>
                <a:cubicBezTo>
                  <a:pt x="160296" y="68799"/>
                  <a:pt x="211258" y="47858"/>
                  <a:pt x="267081" y="47858"/>
                </a:cubicBezTo>
                <a:cubicBezTo>
                  <a:pt x="283770" y="47858"/>
                  <a:pt x="299987" y="49748"/>
                  <a:pt x="315596" y="53291"/>
                </a:cubicBezTo>
                <a:close/>
                <a:moveTo>
                  <a:pt x="104524" y="120150"/>
                </a:moveTo>
                <a:lnTo>
                  <a:pt x="149648" y="170235"/>
                </a:lnTo>
                <a:lnTo>
                  <a:pt x="119273" y="244485"/>
                </a:lnTo>
                <a:lnTo>
                  <a:pt x="47942" y="273189"/>
                </a:lnTo>
                <a:cubicBezTo>
                  <a:pt x="47874" y="271148"/>
                  <a:pt x="47858" y="269106"/>
                  <a:pt x="47858" y="267098"/>
                </a:cubicBezTo>
                <a:cubicBezTo>
                  <a:pt x="47858" y="210617"/>
                  <a:pt x="69339" y="159030"/>
                  <a:pt x="104524" y="120150"/>
                </a:cubicBezTo>
                <a:close/>
                <a:moveTo>
                  <a:pt x="50068" y="298148"/>
                </a:moveTo>
                <a:lnTo>
                  <a:pt x="124200" y="268313"/>
                </a:lnTo>
                <a:lnTo>
                  <a:pt x="191464" y="321621"/>
                </a:lnTo>
                <a:lnTo>
                  <a:pt x="199226" y="431595"/>
                </a:lnTo>
                <a:lnTo>
                  <a:pt x="152078" y="453634"/>
                </a:lnTo>
                <a:cubicBezTo>
                  <a:pt x="97943" y="420137"/>
                  <a:pt x="59417" y="363758"/>
                  <a:pt x="50068" y="298148"/>
                </a:cubicBezTo>
                <a:close/>
                <a:moveTo>
                  <a:pt x="318144" y="480279"/>
                </a:moveTo>
                <a:lnTo>
                  <a:pt x="318144" y="476196"/>
                </a:lnTo>
                <a:lnTo>
                  <a:pt x="424136" y="396698"/>
                </a:lnTo>
                <a:lnTo>
                  <a:pt x="443762" y="396698"/>
                </a:lnTo>
                <a:cubicBezTo>
                  <a:pt x="413505" y="437805"/>
                  <a:pt x="369259" y="468028"/>
                  <a:pt x="318144" y="480279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8" name="组合 97"/>
          <p:cNvGrpSpPr/>
          <p:nvPr/>
        </p:nvGrpSpPr>
        <p:grpSpPr>
          <a:xfrm>
            <a:off x="9461075" y="4480882"/>
            <a:ext cx="523125" cy="523125"/>
            <a:chOff x="5768010" y="1370856"/>
            <a:chExt cx="523125" cy="523125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5768010" y="1370856"/>
              <a:ext cx="523125" cy="523125"/>
            </a:xfrm>
            <a:custGeom>
              <a:avLst/>
              <a:gdLst>
                <a:gd name="connsiteX0" fmla="*/ 267840 w 523125"/>
                <a:gd name="connsiteY0" fmla="*/ 0 h 523125"/>
                <a:gd name="connsiteX1" fmla="*/ 0 w 523125"/>
                <a:gd name="connsiteY1" fmla="*/ 267840 h 523125"/>
                <a:gd name="connsiteX2" fmla="*/ 267840 w 523125"/>
                <a:gd name="connsiteY2" fmla="*/ 535680 h 523125"/>
                <a:gd name="connsiteX3" fmla="*/ 535680 w 523125"/>
                <a:gd name="connsiteY3" fmla="*/ 267840 h 523125"/>
                <a:gd name="connsiteX4" fmla="*/ 267840 w 523125"/>
                <a:gd name="connsiteY4" fmla="*/ 0 h 523125"/>
                <a:gd name="connsiteX5" fmla="*/ 267840 w 523125"/>
                <a:gd name="connsiteY5" fmla="*/ 492294 h 523125"/>
                <a:gd name="connsiteX6" fmla="*/ 43403 w 523125"/>
                <a:gd name="connsiteY6" fmla="*/ 267840 h 523125"/>
                <a:gd name="connsiteX7" fmla="*/ 267840 w 523125"/>
                <a:gd name="connsiteY7" fmla="*/ 43403 h 523125"/>
                <a:gd name="connsiteX8" fmla="*/ 492278 w 523125"/>
                <a:gd name="connsiteY8" fmla="*/ 267840 h 523125"/>
                <a:gd name="connsiteX9" fmla="*/ 267840 w 523125"/>
                <a:gd name="connsiteY9" fmla="*/ 492294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3125" h="523125">
                  <a:moveTo>
                    <a:pt x="267840" y="0"/>
                  </a:moveTo>
                  <a:cubicBezTo>
                    <a:pt x="120150" y="0"/>
                    <a:pt x="0" y="120150"/>
                    <a:pt x="0" y="267840"/>
                  </a:cubicBezTo>
                  <a:cubicBezTo>
                    <a:pt x="0" y="415530"/>
                    <a:pt x="120150" y="535680"/>
                    <a:pt x="267840" y="535680"/>
                  </a:cubicBezTo>
                  <a:cubicBezTo>
                    <a:pt x="415530" y="535680"/>
                    <a:pt x="535680" y="415530"/>
                    <a:pt x="535680" y="267840"/>
                  </a:cubicBezTo>
                  <a:cubicBezTo>
                    <a:pt x="535680" y="120150"/>
                    <a:pt x="415530" y="0"/>
                    <a:pt x="267840" y="0"/>
                  </a:cubicBezTo>
                  <a:close/>
                  <a:moveTo>
                    <a:pt x="267840" y="492294"/>
                  </a:moveTo>
                  <a:cubicBezTo>
                    <a:pt x="144096" y="492294"/>
                    <a:pt x="43403" y="391601"/>
                    <a:pt x="43403" y="267840"/>
                  </a:cubicBezTo>
                  <a:cubicBezTo>
                    <a:pt x="43403" y="144096"/>
                    <a:pt x="144079" y="43403"/>
                    <a:pt x="267840" y="43403"/>
                  </a:cubicBezTo>
                  <a:cubicBezTo>
                    <a:pt x="391601" y="43403"/>
                    <a:pt x="492278" y="144079"/>
                    <a:pt x="492278" y="267840"/>
                  </a:cubicBezTo>
                  <a:cubicBezTo>
                    <a:pt x="492261" y="391584"/>
                    <a:pt x="391584" y="492294"/>
                    <a:pt x="267840" y="49229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5870931" y="1473777"/>
              <a:ext cx="320625" cy="320625"/>
            </a:xfrm>
            <a:custGeom>
              <a:avLst/>
              <a:gdLst>
                <a:gd name="connsiteX0" fmla="*/ 164919 w 320625"/>
                <a:gd name="connsiteY0" fmla="*/ 0 h 320625"/>
                <a:gd name="connsiteX1" fmla="*/ 0 w 320625"/>
                <a:gd name="connsiteY1" fmla="*/ 164919 h 320625"/>
                <a:gd name="connsiteX2" fmla="*/ 164919 w 320625"/>
                <a:gd name="connsiteY2" fmla="*/ 329839 h 320625"/>
                <a:gd name="connsiteX3" fmla="*/ 329822 w 320625"/>
                <a:gd name="connsiteY3" fmla="*/ 164919 h 320625"/>
                <a:gd name="connsiteX4" fmla="*/ 164919 w 320625"/>
                <a:gd name="connsiteY4" fmla="*/ 0 h 320625"/>
                <a:gd name="connsiteX5" fmla="*/ 164919 w 320625"/>
                <a:gd name="connsiteY5" fmla="*/ 286436 h 320625"/>
                <a:gd name="connsiteX6" fmla="*/ 43403 w 320625"/>
                <a:gd name="connsiteY6" fmla="*/ 164919 h 320625"/>
                <a:gd name="connsiteX7" fmla="*/ 164919 w 320625"/>
                <a:gd name="connsiteY7" fmla="*/ 43402 h 320625"/>
                <a:gd name="connsiteX8" fmla="*/ 286419 w 320625"/>
                <a:gd name="connsiteY8" fmla="*/ 164919 h 320625"/>
                <a:gd name="connsiteX9" fmla="*/ 164919 w 320625"/>
                <a:gd name="connsiteY9" fmla="*/ 286436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0625" h="320625">
                  <a:moveTo>
                    <a:pt x="164919" y="0"/>
                  </a:moveTo>
                  <a:cubicBezTo>
                    <a:pt x="73980" y="0"/>
                    <a:pt x="0" y="73980"/>
                    <a:pt x="0" y="164919"/>
                  </a:cubicBezTo>
                  <a:cubicBezTo>
                    <a:pt x="0" y="255859"/>
                    <a:pt x="73980" y="329839"/>
                    <a:pt x="164919" y="329839"/>
                  </a:cubicBezTo>
                  <a:cubicBezTo>
                    <a:pt x="255859" y="329839"/>
                    <a:pt x="329822" y="255842"/>
                    <a:pt x="329822" y="164919"/>
                  </a:cubicBezTo>
                  <a:cubicBezTo>
                    <a:pt x="329839" y="73997"/>
                    <a:pt x="255842" y="0"/>
                    <a:pt x="164919" y="0"/>
                  </a:cubicBezTo>
                  <a:close/>
                  <a:moveTo>
                    <a:pt x="164919" y="286436"/>
                  </a:moveTo>
                  <a:cubicBezTo>
                    <a:pt x="97909" y="286436"/>
                    <a:pt x="43403" y="231930"/>
                    <a:pt x="43403" y="164919"/>
                  </a:cubicBezTo>
                  <a:cubicBezTo>
                    <a:pt x="43403" y="97909"/>
                    <a:pt x="97926" y="43402"/>
                    <a:pt x="164919" y="43402"/>
                  </a:cubicBezTo>
                  <a:cubicBezTo>
                    <a:pt x="231913" y="43402"/>
                    <a:pt x="286419" y="97909"/>
                    <a:pt x="286419" y="164919"/>
                  </a:cubicBezTo>
                  <a:cubicBezTo>
                    <a:pt x="286419" y="231930"/>
                    <a:pt x="231913" y="286436"/>
                    <a:pt x="164919" y="28643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5972012" y="1574858"/>
              <a:ext cx="118125" cy="118125"/>
            </a:xfrm>
            <a:custGeom>
              <a:avLst/>
              <a:gdLst>
                <a:gd name="connsiteX0" fmla="*/ 127676 w 118125"/>
                <a:gd name="connsiteY0" fmla="*/ 63838 h 118125"/>
                <a:gd name="connsiteX1" fmla="*/ 63838 w 118125"/>
                <a:gd name="connsiteY1" fmla="*/ 127676 h 118125"/>
                <a:gd name="connsiteX2" fmla="*/ 0 w 118125"/>
                <a:gd name="connsiteY2" fmla="*/ 63838 h 118125"/>
                <a:gd name="connsiteX3" fmla="*/ 63838 w 118125"/>
                <a:gd name="connsiteY3" fmla="*/ 0 h 118125"/>
                <a:gd name="connsiteX4" fmla="*/ 127676 w 118125"/>
                <a:gd name="connsiteY4" fmla="*/ 63838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25" h="118125">
                  <a:moveTo>
                    <a:pt x="127676" y="63838"/>
                  </a:moveTo>
                  <a:cubicBezTo>
                    <a:pt x="127676" y="99095"/>
                    <a:pt x="99095" y="127676"/>
                    <a:pt x="63838" y="127676"/>
                  </a:cubicBezTo>
                  <a:cubicBezTo>
                    <a:pt x="28581" y="127676"/>
                    <a:pt x="0" y="99095"/>
                    <a:pt x="0" y="63838"/>
                  </a:cubicBezTo>
                  <a:cubicBezTo>
                    <a:pt x="0" y="28581"/>
                    <a:pt x="28581" y="0"/>
                    <a:pt x="63838" y="0"/>
                  </a:cubicBezTo>
                  <a:cubicBezTo>
                    <a:pt x="99095" y="0"/>
                    <a:pt x="127676" y="28581"/>
                    <a:pt x="127676" y="6383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02" name="图形 55"/>
          <p:cNvSpPr/>
          <p:nvPr/>
        </p:nvSpPr>
        <p:spPr>
          <a:xfrm>
            <a:off x="10680275" y="4480882"/>
            <a:ext cx="506250" cy="523125"/>
          </a:xfrm>
          <a:custGeom>
            <a:avLst/>
            <a:gdLst>
              <a:gd name="connsiteX0" fmla="*/ 259875 w 506250"/>
              <a:gd name="connsiteY0" fmla="*/ 0 h 523125"/>
              <a:gd name="connsiteX1" fmla="*/ 0 w 506250"/>
              <a:gd name="connsiteY1" fmla="*/ 232757 h 523125"/>
              <a:gd name="connsiteX2" fmla="*/ 77018 w 506250"/>
              <a:gd name="connsiteY2" fmla="*/ 398183 h 523125"/>
              <a:gd name="connsiteX3" fmla="*/ 107291 w 506250"/>
              <a:gd name="connsiteY3" fmla="*/ 341668 h 523125"/>
              <a:gd name="connsiteX4" fmla="*/ 107291 w 506250"/>
              <a:gd name="connsiteY4" fmla="*/ 472196 h 523125"/>
              <a:gd name="connsiteX5" fmla="*/ 130562 w 506250"/>
              <a:gd name="connsiteY5" fmla="*/ 509709 h 523125"/>
              <a:gd name="connsiteX6" fmla="*/ 263351 w 506250"/>
              <a:gd name="connsiteY6" fmla="*/ 538853 h 523125"/>
              <a:gd name="connsiteX7" fmla="*/ 385729 w 506250"/>
              <a:gd name="connsiteY7" fmla="*/ 513675 h 523125"/>
              <a:gd name="connsiteX8" fmla="*/ 415058 w 506250"/>
              <a:gd name="connsiteY8" fmla="*/ 467792 h 523125"/>
              <a:gd name="connsiteX9" fmla="*/ 415058 w 506250"/>
              <a:gd name="connsiteY9" fmla="*/ 341668 h 523125"/>
              <a:gd name="connsiteX10" fmla="*/ 416526 w 506250"/>
              <a:gd name="connsiteY10" fmla="*/ 344554 h 523125"/>
              <a:gd name="connsiteX11" fmla="*/ 444353 w 506250"/>
              <a:gd name="connsiteY11" fmla="*/ 396833 h 523125"/>
              <a:gd name="connsiteX12" fmla="*/ 519767 w 506250"/>
              <a:gd name="connsiteY12" fmla="*/ 232757 h 523125"/>
              <a:gd name="connsiteX13" fmla="*/ 259875 w 506250"/>
              <a:gd name="connsiteY13" fmla="*/ 0 h 523125"/>
              <a:gd name="connsiteX14" fmla="*/ 171906 w 506250"/>
              <a:gd name="connsiteY14" fmla="*/ 334058 h 523125"/>
              <a:gd name="connsiteX15" fmla="*/ 110987 w 506250"/>
              <a:gd name="connsiteY15" fmla="*/ 261039 h 523125"/>
              <a:gd name="connsiteX16" fmla="*/ 125415 w 506250"/>
              <a:gd name="connsiteY16" fmla="*/ 246628 h 523125"/>
              <a:gd name="connsiteX17" fmla="*/ 218363 w 506250"/>
              <a:gd name="connsiteY17" fmla="*/ 246628 h 523125"/>
              <a:gd name="connsiteX18" fmla="*/ 232824 w 506250"/>
              <a:gd name="connsiteY18" fmla="*/ 261107 h 523125"/>
              <a:gd name="connsiteX19" fmla="*/ 232824 w 506250"/>
              <a:gd name="connsiteY19" fmla="*/ 261107 h 523125"/>
              <a:gd name="connsiteX20" fmla="*/ 171906 w 506250"/>
              <a:gd name="connsiteY20" fmla="*/ 334058 h 523125"/>
              <a:gd name="connsiteX21" fmla="*/ 290469 w 506250"/>
              <a:gd name="connsiteY21" fmla="*/ 390437 h 523125"/>
              <a:gd name="connsiteX22" fmla="*/ 270203 w 506250"/>
              <a:gd name="connsiteY22" fmla="*/ 380126 h 523125"/>
              <a:gd name="connsiteX23" fmla="*/ 250172 w 506250"/>
              <a:gd name="connsiteY23" fmla="*/ 380244 h 523125"/>
              <a:gd name="connsiteX24" fmla="*/ 230901 w 506250"/>
              <a:gd name="connsiteY24" fmla="*/ 390353 h 523125"/>
              <a:gd name="connsiteX25" fmla="*/ 212996 w 506250"/>
              <a:gd name="connsiteY25" fmla="*/ 374912 h 523125"/>
              <a:gd name="connsiteX26" fmla="*/ 248316 w 506250"/>
              <a:gd name="connsiteY26" fmla="*/ 333906 h 523125"/>
              <a:gd name="connsiteX27" fmla="*/ 259959 w 506250"/>
              <a:gd name="connsiteY27" fmla="*/ 328523 h 523125"/>
              <a:gd name="connsiteX28" fmla="*/ 271671 w 506250"/>
              <a:gd name="connsiteY28" fmla="*/ 333771 h 523125"/>
              <a:gd name="connsiteX29" fmla="*/ 308154 w 506250"/>
              <a:gd name="connsiteY29" fmla="*/ 374844 h 523125"/>
              <a:gd name="connsiteX30" fmla="*/ 290469 w 506250"/>
              <a:gd name="connsiteY30" fmla="*/ 390437 h 523125"/>
              <a:gd name="connsiteX31" fmla="*/ 353751 w 506250"/>
              <a:gd name="connsiteY31" fmla="*/ 334058 h 523125"/>
              <a:gd name="connsiteX32" fmla="*/ 292899 w 506250"/>
              <a:gd name="connsiteY32" fmla="*/ 261039 h 523125"/>
              <a:gd name="connsiteX33" fmla="*/ 307311 w 506250"/>
              <a:gd name="connsiteY33" fmla="*/ 246628 h 523125"/>
              <a:gd name="connsiteX34" fmla="*/ 400258 w 506250"/>
              <a:gd name="connsiteY34" fmla="*/ 246628 h 523125"/>
              <a:gd name="connsiteX35" fmla="*/ 414669 w 506250"/>
              <a:gd name="connsiteY35" fmla="*/ 261039 h 523125"/>
              <a:gd name="connsiteX36" fmla="*/ 414669 w 506250"/>
              <a:gd name="connsiteY36" fmla="*/ 261073 h 523125"/>
              <a:gd name="connsiteX37" fmla="*/ 353751 w 506250"/>
              <a:gd name="connsiteY37" fmla="*/ 334058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06250" h="523125">
                <a:moveTo>
                  <a:pt x="259875" y="0"/>
                </a:moveTo>
                <a:cubicBezTo>
                  <a:pt x="116370" y="0"/>
                  <a:pt x="0" y="104254"/>
                  <a:pt x="0" y="232757"/>
                </a:cubicBezTo>
                <a:cubicBezTo>
                  <a:pt x="0" y="297473"/>
                  <a:pt x="29481" y="355995"/>
                  <a:pt x="77018" y="398183"/>
                </a:cubicBezTo>
                <a:lnTo>
                  <a:pt x="107291" y="341668"/>
                </a:lnTo>
                <a:lnTo>
                  <a:pt x="107291" y="472196"/>
                </a:lnTo>
                <a:cubicBezTo>
                  <a:pt x="107291" y="488059"/>
                  <a:pt x="116319" y="502656"/>
                  <a:pt x="130562" y="509709"/>
                </a:cubicBezTo>
                <a:cubicBezTo>
                  <a:pt x="155874" y="522197"/>
                  <a:pt x="201184" y="538853"/>
                  <a:pt x="263351" y="538853"/>
                </a:cubicBezTo>
                <a:cubicBezTo>
                  <a:pt x="319157" y="538853"/>
                  <a:pt x="360146" y="525437"/>
                  <a:pt x="385729" y="513675"/>
                </a:cubicBezTo>
                <a:cubicBezTo>
                  <a:pt x="403633" y="505440"/>
                  <a:pt x="415058" y="487502"/>
                  <a:pt x="415058" y="467792"/>
                </a:cubicBezTo>
                <a:lnTo>
                  <a:pt x="415058" y="341668"/>
                </a:lnTo>
                <a:lnTo>
                  <a:pt x="416526" y="344554"/>
                </a:lnTo>
                <a:lnTo>
                  <a:pt x="444353" y="396833"/>
                </a:lnTo>
                <a:cubicBezTo>
                  <a:pt x="491029" y="354746"/>
                  <a:pt x="519767" y="296764"/>
                  <a:pt x="519767" y="232757"/>
                </a:cubicBezTo>
                <a:cubicBezTo>
                  <a:pt x="519767" y="104254"/>
                  <a:pt x="403414" y="0"/>
                  <a:pt x="259875" y="0"/>
                </a:cubicBezTo>
                <a:close/>
                <a:moveTo>
                  <a:pt x="171906" y="334058"/>
                </a:moveTo>
                <a:cubicBezTo>
                  <a:pt x="138291" y="334058"/>
                  <a:pt x="110987" y="301253"/>
                  <a:pt x="110987" y="261039"/>
                </a:cubicBezTo>
                <a:cubicBezTo>
                  <a:pt x="110987" y="253058"/>
                  <a:pt x="117450" y="246628"/>
                  <a:pt x="125415" y="246628"/>
                </a:cubicBezTo>
                <a:lnTo>
                  <a:pt x="218363" y="246628"/>
                </a:lnTo>
                <a:cubicBezTo>
                  <a:pt x="226361" y="246628"/>
                  <a:pt x="232824" y="253108"/>
                  <a:pt x="232824" y="261107"/>
                </a:cubicBezTo>
                <a:cubicBezTo>
                  <a:pt x="232824" y="261090"/>
                  <a:pt x="232824" y="261107"/>
                  <a:pt x="232824" y="261107"/>
                </a:cubicBezTo>
                <a:cubicBezTo>
                  <a:pt x="232824" y="301286"/>
                  <a:pt x="205538" y="334058"/>
                  <a:pt x="171906" y="334058"/>
                </a:cubicBezTo>
                <a:close/>
                <a:moveTo>
                  <a:pt x="290469" y="390437"/>
                </a:moveTo>
                <a:lnTo>
                  <a:pt x="270203" y="380126"/>
                </a:lnTo>
                <a:cubicBezTo>
                  <a:pt x="263891" y="376937"/>
                  <a:pt x="256466" y="376954"/>
                  <a:pt x="250172" y="380244"/>
                </a:cubicBezTo>
                <a:lnTo>
                  <a:pt x="230901" y="390353"/>
                </a:lnTo>
                <a:lnTo>
                  <a:pt x="212996" y="374912"/>
                </a:lnTo>
                <a:lnTo>
                  <a:pt x="248316" y="333906"/>
                </a:lnTo>
                <a:cubicBezTo>
                  <a:pt x="251235" y="330514"/>
                  <a:pt x="255488" y="328556"/>
                  <a:pt x="259959" y="328523"/>
                </a:cubicBezTo>
                <a:cubicBezTo>
                  <a:pt x="264448" y="328489"/>
                  <a:pt x="268718" y="330379"/>
                  <a:pt x="271671" y="333771"/>
                </a:cubicBezTo>
                <a:lnTo>
                  <a:pt x="308154" y="374844"/>
                </a:lnTo>
                <a:lnTo>
                  <a:pt x="290469" y="390437"/>
                </a:lnTo>
                <a:close/>
                <a:moveTo>
                  <a:pt x="353751" y="334058"/>
                </a:moveTo>
                <a:cubicBezTo>
                  <a:pt x="320136" y="334058"/>
                  <a:pt x="292899" y="301253"/>
                  <a:pt x="292899" y="261039"/>
                </a:cubicBezTo>
                <a:cubicBezTo>
                  <a:pt x="292899" y="253058"/>
                  <a:pt x="299363" y="246628"/>
                  <a:pt x="307311" y="246628"/>
                </a:cubicBezTo>
                <a:lnTo>
                  <a:pt x="400258" y="246628"/>
                </a:lnTo>
                <a:cubicBezTo>
                  <a:pt x="408240" y="246628"/>
                  <a:pt x="414669" y="253091"/>
                  <a:pt x="414669" y="261039"/>
                </a:cubicBezTo>
                <a:cubicBezTo>
                  <a:pt x="414669" y="261039"/>
                  <a:pt x="414669" y="261056"/>
                  <a:pt x="414669" y="261073"/>
                </a:cubicBezTo>
                <a:cubicBezTo>
                  <a:pt x="414703" y="301286"/>
                  <a:pt x="387416" y="334058"/>
                  <a:pt x="353751" y="334058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03" name="组合 102"/>
          <p:cNvGrpSpPr/>
          <p:nvPr/>
        </p:nvGrpSpPr>
        <p:grpSpPr>
          <a:xfrm>
            <a:off x="918238" y="5664389"/>
            <a:ext cx="520509" cy="517527"/>
            <a:chOff x="7930711" y="1382948"/>
            <a:chExt cx="520509" cy="517527"/>
          </a:xfrm>
          <a:solidFill>
            <a:schemeClr val="accent1"/>
          </a:solidFill>
        </p:grpSpPr>
        <p:sp>
          <p:nvSpPr>
            <p:cNvPr id="104" name="任意多边形: 形状 103"/>
            <p:cNvSpPr/>
            <p:nvPr/>
          </p:nvSpPr>
          <p:spPr>
            <a:xfrm>
              <a:off x="7930711" y="1613600"/>
              <a:ext cx="286875" cy="286875"/>
            </a:xfrm>
            <a:custGeom>
              <a:avLst/>
              <a:gdLst>
                <a:gd name="connsiteX0" fmla="*/ 244890 w 286875"/>
                <a:gd name="connsiteY0" fmla="*/ 45785 h 286875"/>
                <a:gd name="connsiteX1" fmla="*/ 141463 w 286875"/>
                <a:gd name="connsiteY1" fmla="*/ 3311 h 286875"/>
                <a:gd name="connsiteX2" fmla="*/ 17618 w 286875"/>
                <a:gd name="connsiteY2" fmla="*/ 125452 h 286875"/>
                <a:gd name="connsiteX3" fmla="*/ 19541 w 286875"/>
                <a:gd name="connsiteY3" fmla="*/ 125182 h 286875"/>
                <a:gd name="connsiteX4" fmla="*/ 128537 w 286875"/>
                <a:gd name="connsiteY4" fmla="*/ 165918 h 286875"/>
                <a:gd name="connsiteX5" fmla="*/ 167096 w 286875"/>
                <a:gd name="connsiteY5" fmla="*/ 249534 h 286875"/>
                <a:gd name="connsiteX6" fmla="*/ 139624 w 286875"/>
                <a:gd name="connsiteY6" fmla="*/ 271792 h 286875"/>
                <a:gd name="connsiteX7" fmla="*/ 131895 w 286875"/>
                <a:gd name="connsiteY7" fmla="*/ 272366 h 286875"/>
                <a:gd name="connsiteX8" fmla="*/ 44550 w 286875"/>
                <a:gd name="connsiteY8" fmla="*/ 216712 h 286875"/>
                <a:gd name="connsiteX9" fmla="*/ 63585 w 286875"/>
                <a:gd name="connsiteY9" fmla="*/ 202554 h 286875"/>
                <a:gd name="connsiteX10" fmla="*/ 135810 w 286875"/>
                <a:gd name="connsiteY10" fmla="*/ 248370 h 286875"/>
                <a:gd name="connsiteX11" fmla="*/ 144551 w 286875"/>
                <a:gd name="connsiteY11" fmla="*/ 242126 h 286875"/>
                <a:gd name="connsiteX12" fmla="*/ 111611 w 286875"/>
                <a:gd name="connsiteY12" fmla="*/ 182625 h 286875"/>
                <a:gd name="connsiteX13" fmla="*/ 759 w 286875"/>
                <a:gd name="connsiteY13" fmla="*/ 153920 h 286875"/>
                <a:gd name="connsiteX14" fmla="*/ 42761 w 286875"/>
                <a:gd name="connsiteY14" fmla="*/ 250563 h 286875"/>
                <a:gd name="connsiteX15" fmla="*/ 159688 w 286875"/>
                <a:gd name="connsiteY15" fmla="*/ 284988 h 286875"/>
                <a:gd name="connsiteX16" fmla="*/ 159941 w 286875"/>
                <a:gd name="connsiteY16" fmla="*/ 284938 h 286875"/>
                <a:gd name="connsiteX17" fmla="*/ 297861 w 286875"/>
                <a:gd name="connsiteY17" fmla="*/ 148942 h 286875"/>
                <a:gd name="connsiteX18" fmla="*/ 291938 w 286875"/>
                <a:gd name="connsiteY18" fmla="*/ 110636 h 286875"/>
                <a:gd name="connsiteX19" fmla="*/ 244890 w 286875"/>
                <a:gd name="connsiteY19" fmla="*/ 45785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6875" h="286875">
                  <a:moveTo>
                    <a:pt x="244890" y="45785"/>
                  </a:moveTo>
                  <a:cubicBezTo>
                    <a:pt x="227273" y="27864"/>
                    <a:pt x="182199" y="-11640"/>
                    <a:pt x="141463" y="3311"/>
                  </a:cubicBezTo>
                  <a:lnTo>
                    <a:pt x="17618" y="125452"/>
                  </a:lnTo>
                  <a:cubicBezTo>
                    <a:pt x="18259" y="125351"/>
                    <a:pt x="18900" y="125250"/>
                    <a:pt x="19541" y="125182"/>
                  </a:cubicBezTo>
                  <a:cubicBezTo>
                    <a:pt x="47925" y="121453"/>
                    <a:pt x="89016" y="125874"/>
                    <a:pt x="128537" y="165918"/>
                  </a:cubicBezTo>
                  <a:cubicBezTo>
                    <a:pt x="160431" y="198285"/>
                    <a:pt x="174133" y="227985"/>
                    <a:pt x="167096" y="249534"/>
                  </a:cubicBezTo>
                  <a:cubicBezTo>
                    <a:pt x="163164" y="261465"/>
                    <a:pt x="153174" y="269581"/>
                    <a:pt x="139624" y="271792"/>
                  </a:cubicBezTo>
                  <a:cubicBezTo>
                    <a:pt x="137244" y="272146"/>
                    <a:pt x="134629" y="272366"/>
                    <a:pt x="131895" y="272366"/>
                  </a:cubicBezTo>
                  <a:cubicBezTo>
                    <a:pt x="109097" y="272366"/>
                    <a:pt x="75313" y="258191"/>
                    <a:pt x="44550" y="216712"/>
                  </a:cubicBezTo>
                  <a:lnTo>
                    <a:pt x="63585" y="202554"/>
                  </a:lnTo>
                  <a:cubicBezTo>
                    <a:pt x="88628" y="236270"/>
                    <a:pt x="118952" y="251272"/>
                    <a:pt x="135810" y="248370"/>
                  </a:cubicBezTo>
                  <a:cubicBezTo>
                    <a:pt x="142914" y="247188"/>
                    <a:pt x="144113" y="243391"/>
                    <a:pt x="144551" y="242126"/>
                  </a:cubicBezTo>
                  <a:cubicBezTo>
                    <a:pt x="147504" y="233081"/>
                    <a:pt x="140670" y="212004"/>
                    <a:pt x="111611" y="182625"/>
                  </a:cubicBezTo>
                  <a:cubicBezTo>
                    <a:pt x="64699" y="135037"/>
                    <a:pt x="17246" y="147373"/>
                    <a:pt x="759" y="153920"/>
                  </a:cubicBezTo>
                  <a:cubicBezTo>
                    <a:pt x="-3712" y="181106"/>
                    <a:pt x="11728" y="219075"/>
                    <a:pt x="42761" y="250563"/>
                  </a:cubicBezTo>
                  <a:cubicBezTo>
                    <a:pt x="82873" y="291266"/>
                    <a:pt x="134274" y="306065"/>
                    <a:pt x="159688" y="284988"/>
                  </a:cubicBezTo>
                  <a:cubicBezTo>
                    <a:pt x="159874" y="284955"/>
                    <a:pt x="159941" y="284938"/>
                    <a:pt x="159941" y="284938"/>
                  </a:cubicBezTo>
                  <a:lnTo>
                    <a:pt x="297861" y="148942"/>
                  </a:lnTo>
                  <a:cubicBezTo>
                    <a:pt x="299970" y="143407"/>
                    <a:pt x="302113" y="131021"/>
                    <a:pt x="291938" y="110636"/>
                  </a:cubicBezTo>
                  <a:cubicBezTo>
                    <a:pt x="280868" y="88479"/>
                    <a:pt x="263723" y="64854"/>
                    <a:pt x="244890" y="4578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8198095" y="1382948"/>
              <a:ext cx="253125" cy="253125"/>
            </a:xfrm>
            <a:custGeom>
              <a:avLst/>
              <a:gdLst>
                <a:gd name="connsiteX0" fmla="*/ 218801 w 253125"/>
                <a:gd name="connsiteY0" fmla="*/ 43950 h 253125"/>
                <a:gd name="connsiteX1" fmla="*/ 99495 w 253125"/>
                <a:gd name="connsiteY1" fmla="*/ 11685 h 253125"/>
                <a:gd name="connsiteX2" fmla="*/ 0 w 253125"/>
                <a:gd name="connsiteY2" fmla="*/ 109678 h 253125"/>
                <a:gd name="connsiteX3" fmla="*/ 88999 w 253125"/>
                <a:gd name="connsiteY3" fmla="*/ 170935 h 253125"/>
                <a:gd name="connsiteX4" fmla="*/ 145783 w 253125"/>
                <a:gd name="connsiteY4" fmla="*/ 265840 h 253125"/>
                <a:gd name="connsiteX5" fmla="*/ 249379 w 253125"/>
                <a:gd name="connsiteY5" fmla="*/ 163712 h 253125"/>
                <a:gd name="connsiteX6" fmla="*/ 218801 w 253125"/>
                <a:gd name="connsiteY6" fmla="*/ 43950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3125" h="253125">
                  <a:moveTo>
                    <a:pt x="218801" y="43950"/>
                  </a:moveTo>
                  <a:cubicBezTo>
                    <a:pt x="177407" y="1999"/>
                    <a:pt x="123981" y="-12446"/>
                    <a:pt x="99495" y="11685"/>
                  </a:cubicBezTo>
                  <a:cubicBezTo>
                    <a:pt x="98803" y="12360"/>
                    <a:pt x="0" y="109678"/>
                    <a:pt x="0" y="109678"/>
                  </a:cubicBezTo>
                  <a:cubicBezTo>
                    <a:pt x="30223" y="121845"/>
                    <a:pt x="62589" y="144154"/>
                    <a:pt x="88999" y="170935"/>
                  </a:cubicBezTo>
                  <a:cubicBezTo>
                    <a:pt x="119559" y="201900"/>
                    <a:pt x="138696" y="234418"/>
                    <a:pt x="145783" y="265840"/>
                  </a:cubicBezTo>
                  <a:cubicBezTo>
                    <a:pt x="145783" y="265840"/>
                    <a:pt x="248754" y="164336"/>
                    <a:pt x="249379" y="163712"/>
                  </a:cubicBezTo>
                  <a:cubicBezTo>
                    <a:pt x="273864" y="139547"/>
                    <a:pt x="260196" y="85935"/>
                    <a:pt x="218801" y="4395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8099275" y="1511695"/>
              <a:ext cx="320625" cy="354375"/>
            </a:xfrm>
            <a:custGeom>
              <a:avLst/>
              <a:gdLst>
                <a:gd name="connsiteX0" fmla="*/ 244013 w 320625"/>
                <a:gd name="connsiteY0" fmla="*/ 192324 h 354375"/>
                <a:gd name="connsiteX1" fmla="*/ 220489 w 320625"/>
                <a:gd name="connsiteY1" fmla="*/ 188207 h 354375"/>
                <a:gd name="connsiteX2" fmla="*/ 223611 w 320625"/>
                <a:gd name="connsiteY2" fmla="*/ 157832 h 354375"/>
                <a:gd name="connsiteX3" fmla="*/ 170944 w 320625"/>
                <a:gd name="connsiteY3" fmla="*/ 58944 h 354375"/>
                <a:gd name="connsiteX4" fmla="*/ 88678 w 320625"/>
                <a:gd name="connsiteY4" fmla="*/ 2548 h 354375"/>
                <a:gd name="connsiteX5" fmla="*/ 79633 w 320625"/>
                <a:gd name="connsiteY5" fmla="*/ 0 h 354375"/>
                <a:gd name="connsiteX6" fmla="*/ 0 w 320625"/>
                <a:gd name="connsiteY6" fmla="*/ 78519 h 354375"/>
                <a:gd name="connsiteX7" fmla="*/ 93251 w 320625"/>
                <a:gd name="connsiteY7" fmla="*/ 131034 h 354375"/>
                <a:gd name="connsiteX8" fmla="*/ 144602 w 320625"/>
                <a:gd name="connsiteY8" fmla="*/ 201926 h 354375"/>
                <a:gd name="connsiteX9" fmla="*/ 153444 w 320625"/>
                <a:gd name="connsiteY9" fmla="*/ 227019 h 354375"/>
                <a:gd name="connsiteX10" fmla="*/ 145665 w 320625"/>
                <a:gd name="connsiteY10" fmla="*/ 269561 h 354375"/>
                <a:gd name="connsiteX11" fmla="*/ 189827 w 320625"/>
                <a:gd name="connsiteY11" fmla="*/ 226024 h 354375"/>
                <a:gd name="connsiteX12" fmla="*/ 195564 w 320625"/>
                <a:gd name="connsiteY12" fmla="*/ 224438 h 354375"/>
                <a:gd name="connsiteX13" fmla="*/ 197252 w 320625"/>
                <a:gd name="connsiteY13" fmla="*/ 251994 h 354375"/>
                <a:gd name="connsiteX14" fmla="*/ 153293 w 320625"/>
                <a:gd name="connsiteY14" fmla="*/ 338091 h 354375"/>
                <a:gd name="connsiteX15" fmla="*/ 200239 w 320625"/>
                <a:gd name="connsiteY15" fmla="*/ 358358 h 354375"/>
                <a:gd name="connsiteX16" fmla="*/ 224657 w 320625"/>
                <a:gd name="connsiteY16" fmla="*/ 224978 h 354375"/>
                <a:gd name="connsiteX17" fmla="*/ 215376 w 320625"/>
                <a:gd name="connsiteY17" fmla="*/ 210009 h 354375"/>
                <a:gd name="connsiteX18" fmla="*/ 215038 w 320625"/>
                <a:gd name="connsiteY18" fmla="*/ 209419 h 354375"/>
                <a:gd name="connsiteX19" fmla="*/ 215376 w 320625"/>
                <a:gd name="connsiteY19" fmla="*/ 209824 h 354375"/>
                <a:gd name="connsiteX20" fmla="*/ 231019 w 320625"/>
                <a:gd name="connsiteY20" fmla="*/ 218616 h 354375"/>
                <a:gd name="connsiteX21" fmla="*/ 281239 w 320625"/>
                <a:gd name="connsiteY21" fmla="*/ 319562 h 354375"/>
                <a:gd name="connsiteX22" fmla="*/ 327206 w 320625"/>
                <a:gd name="connsiteY22" fmla="*/ 297186 h 354375"/>
                <a:gd name="connsiteX23" fmla="*/ 244013 w 320625"/>
                <a:gd name="connsiteY23" fmla="*/ 192324 h 35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0625" h="354375">
                  <a:moveTo>
                    <a:pt x="244013" y="192324"/>
                  </a:moveTo>
                  <a:cubicBezTo>
                    <a:pt x="231322" y="189354"/>
                    <a:pt x="221906" y="188308"/>
                    <a:pt x="220489" y="188207"/>
                  </a:cubicBezTo>
                  <a:cubicBezTo>
                    <a:pt x="223391" y="178251"/>
                    <a:pt x="224353" y="168075"/>
                    <a:pt x="223611" y="157832"/>
                  </a:cubicBezTo>
                  <a:cubicBezTo>
                    <a:pt x="221113" y="123069"/>
                    <a:pt x="199378" y="87784"/>
                    <a:pt x="170944" y="58944"/>
                  </a:cubicBezTo>
                  <a:cubicBezTo>
                    <a:pt x="145901" y="33531"/>
                    <a:pt x="115644" y="13112"/>
                    <a:pt x="88678" y="2548"/>
                  </a:cubicBezTo>
                  <a:cubicBezTo>
                    <a:pt x="85590" y="1333"/>
                    <a:pt x="82603" y="523"/>
                    <a:pt x="79633" y="0"/>
                  </a:cubicBezTo>
                  <a:lnTo>
                    <a:pt x="0" y="78519"/>
                  </a:lnTo>
                  <a:cubicBezTo>
                    <a:pt x="32957" y="81658"/>
                    <a:pt x="65948" y="103376"/>
                    <a:pt x="93251" y="131034"/>
                  </a:cubicBezTo>
                  <a:cubicBezTo>
                    <a:pt x="114902" y="153039"/>
                    <a:pt x="133009" y="178808"/>
                    <a:pt x="144602" y="201926"/>
                  </a:cubicBezTo>
                  <a:cubicBezTo>
                    <a:pt x="149276" y="211224"/>
                    <a:pt x="152027" y="219611"/>
                    <a:pt x="153444" y="227019"/>
                  </a:cubicBezTo>
                  <a:cubicBezTo>
                    <a:pt x="158979" y="255201"/>
                    <a:pt x="145665" y="269561"/>
                    <a:pt x="145665" y="269561"/>
                  </a:cubicBezTo>
                  <a:lnTo>
                    <a:pt x="189827" y="226024"/>
                  </a:lnTo>
                  <a:cubicBezTo>
                    <a:pt x="191717" y="225669"/>
                    <a:pt x="193691" y="225163"/>
                    <a:pt x="195564" y="224438"/>
                  </a:cubicBezTo>
                  <a:cubicBezTo>
                    <a:pt x="197606" y="233921"/>
                    <a:pt x="198028" y="243084"/>
                    <a:pt x="197252" y="251994"/>
                  </a:cubicBezTo>
                  <a:cubicBezTo>
                    <a:pt x="192966" y="300713"/>
                    <a:pt x="153293" y="338091"/>
                    <a:pt x="153293" y="338091"/>
                  </a:cubicBezTo>
                  <a:lnTo>
                    <a:pt x="200239" y="358358"/>
                  </a:lnTo>
                  <a:cubicBezTo>
                    <a:pt x="259149" y="311057"/>
                    <a:pt x="240199" y="253783"/>
                    <a:pt x="224657" y="224978"/>
                  </a:cubicBezTo>
                  <a:cubicBezTo>
                    <a:pt x="221029" y="218295"/>
                    <a:pt x="217603" y="213165"/>
                    <a:pt x="215376" y="210009"/>
                  </a:cubicBezTo>
                  <a:cubicBezTo>
                    <a:pt x="215274" y="209841"/>
                    <a:pt x="215139" y="209655"/>
                    <a:pt x="215038" y="209419"/>
                  </a:cubicBezTo>
                  <a:cubicBezTo>
                    <a:pt x="215173" y="209554"/>
                    <a:pt x="215241" y="209689"/>
                    <a:pt x="215376" y="209824"/>
                  </a:cubicBezTo>
                  <a:cubicBezTo>
                    <a:pt x="221046" y="212288"/>
                    <a:pt x="226243" y="215325"/>
                    <a:pt x="231019" y="218616"/>
                  </a:cubicBezTo>
                  <a:cubicBezTo>
                    <a:pt x="278117" y="251438"/>
                    <a:pt x="281239" y="319562"/>
                    <a:pt x="281239" y="319562"/>
                  </a:cubicBezTo>
                  <a:lnTo>
                    <a:pt x="327206" y="297186"/>
                  </a:lnTo>
                  <a:cubicBezTo>
                    <a:pt x="329653" y="223374"/>
                    <a:pt x="276294" y="199800"/>
                    <a:pt x="244013" y="19232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07" name="图形 59"/>
          <p:cNvSpPr/>
          <p:nvPr/>
        </p:nvSpPr>
        <p:spPr>
          <a:xfrm>
            <a:off x="2137438" y="5661590"/>
            <a:ext cx="523125" cy="523125"/>
          </a:xfrm>
          <a:custGeom>
            <a:avLst/>
            <a:gdLst>
              <a:gd name="connsiteX0" fmla="*/ 536989 w 523125"/>
              <a:gd name="connsiteY0" fmla="*/ 65736 h 523125"/>
              <a:gd name="connsiteX1" fmla="*/ 491662 w 523125"/>
              <a:gd name="connsiteY1" fmla="*/ 39310 h 523125"/>
              <a:gd name="connsiteX2" fmla="*/ 465202 w 523125"/>
              <a:gd name="connsiteY2" fmla="*/ 84636 h 523125"/>
              <a:gd name="connsiteX3" fmla="*/ 480930 w 523125"/>
              <a:gd name="connsiteY3" fmla="*/ 106304 h 523125"/>
              <a:gd name="connsiteX4" fmla="*/ 447045 w 523125"/>
              <a:gd name="connsiteY4" fmla="*/ 195724 h 523125"/>
              <a:gd name="connsiteX5" fmla="*/ 337712 w 523125"/>
              <a:gd name="connsiteY5" fmla="*/ 74410 h 523125"/>
              <a:gd name="connsiteX6" fmla="*/ 354654 w 523125"/>
              <a:gd name="connsiteY6" fmla="*/ 65584 h 523125"/>
              <a:gd name="connsiteX7" fmla="*/ 387898 w 523125"/>
              <a:gd name="connsiteY7" fmla="*/ 73009 h 523125"/>
              <a:gd name="connsiteX8" fmla="*/ 414307 w 523125"/>
              <a:gd name="connsiteY8" fmla="*/ 27700 h 523125"/>
              <a:gd name="connsiteX9" fmla="*/ 368981 w 523125"/>
              <a:gd name="connsiteY9" fmla="*/ 1223 h 523125"/>
              <a:gd name="connsiteX10" fmla="*/ 341677 w 523125"/>
              <a:gd name="connsiteY10" fmla="*/ 31817 h 523125"/>
              <a:gd name="connsiteX11" fmla="*/ 232547 w 523125"/>
              <a:gd name="connsiteY11" fmla="*/ 261014 h 523125"/>
              <a:gd name="connsiteX12" fmla="*/ 48137 w 523125"/>
              <a:gd name="connsiteY12" fmla="*/ 309766 h 523125"/>
              <a:gd name="connsiteX13" fmla="*/ 27667 w 523125"/>
              <a:gd name="connsiteY13" fmla="*/ 309259 h 523125"/>
              <a:gd name="connsiteX14" fmla="*/ 1224 w 523125"/>
              <a:gd name="connsiteY14" fmla="*/ 354619 h 523125"/>
              <a:gd name="connsiteX15" fmla="*/ 46550 w 523125"/>
              <a:gd name="connsiteY15" fmla="*/ 381045 h 523125"/>
              <a:gd name="connsiteX16" fmla="*/ 74175 w 523125"/>
              <a:gd name="connsiteY16" fmla="*/ 346114 h 523125"/>
              <a:gd name="connsiteX17" fmla="*/ 183390 w 523125"/>
              <a:gd name="connsiteY17" fmla="*/ 460763 h 523125"/>
              <a:gd name="connsiteX18" fmla="*/ 175864 w 523125"/>
              <a:gd name="connsiteY18" fmla="*/ 465100 h 523125"/>
              <a:gd name="connsiteX19" fmla="*/ 144544 w 523125"/>
              <a:gd name="connsiteY19" fmla="*/ 459160 h 523125"/>
              <a:gd name="connsiteX20" fmla="*/ 118100 w 523125"/>
              <a:gd name="connsiteY20" fmla="*/ 504503 h 523125"/>
              <a:gd name="connsiteX21" fmla="*/ 163444 w 523125"/>
              <a:gd name="connsiteY21" fmla="*/ 530946 h 523125"/>
              <a:gd name="connsiteX22" fmla="*/ 190899 w 523125"/>
              <a:gd name="connsiteY22" fmla="*/ 498580 h 523125"/>
              <a:gd name="connsiteX23" fmla="*/ 273266 w 523125"/>
              <a:gd name="connsiteY23" fmla="*/ 297177 h 523125"/>
              <a:gd name="connsiteX24" fmla="*/ 363446 w 523125"/>
              <a:gd name="connsiteY24" fmla="*/ 286191 h 523125"/>
              <a:gd name="connsiteX25" fmla="*/ 463346 w 523125"/>
              <a:gd name="connsiteY25" fmla="*/ 231702 h 523125"/>
              <a:gd name="connsiteX26" fmla="*/ 517144 w 523125"/>
              <a:gd name="connsiteY26" fmla="*/ 108666 h 523125"/>
              <a:gd name="connsiteX27" fmla="*/ 536989 w 523125"/>
              <a:gd name="connsiteY27" fmla="*/ 65736 h 523125"/>
              <a:gd name="connsiteX28" fmla="*/ 197936 w 523125"/>
              <a:gd name="connsiteY28" fmla="*/ 449609 h 523125"/>
              <a:gd name="connsiteX29" fmla="*/ 83979 w 523125"/>
              <a:gd name="connsiteY29" fmla="*/ 329999 h 523125"/>
              <a:gd name="connsiteX30" fmla="*/ 111519 w 523125"/>
              <a:gd name="connsiteY30" fmla="*/ 317714 h 523125"/>
              <a:gd name="connsiteX31" fmla="*/ 218270 w 523125"/>
              <a:gd name="connsiteY31" fmla="*/ 424077 h 523125"/>
              <a:gd name="connsiteX32" fmla="*/ 197936 w 523125"/>
              <a:gd name="connsiteY32" fmla="*/ 449609 h 523125"/>
              <a:gd name="connsiteX33" fmla="*/ 226640 w 523125"/>
              <a:gd name="connsiteY33" fmla="*/ 406763 h 523125"/>
              <a:gd name="connsiteX34" fmla="*/ 131010 w 523125"/>
              <a:gd name="connsiteY34" fmla="*/ 311470 h 523125"/>
              <a:gd name="connsiteX35" fmla="*/ 183491 w 523125"/>
              <a:gd name="connsiteY35" fmla="*/ 301125 h 523125"/>
              <a:gd name="connsiteX36" fmla="*/ 238200 w 523125"/>
              <a:gd name="connsiteY36" fmla="*/ 353337 h 523125"/>
              <a:gd name="connsiteX37" fmla="*/ 226640 w 523125"/>
              <a:gd name="connsiteY37" fmla="*/ 406763 h 523125"/>
              <a:gd name="connsiteX38" fmla="*/ 207268 w 523125"/>
              <a:gd name="connsiteY38" fmla="*/ 298679 h 523125"/>
              <a:gd name="connsiteX39" fmla="*/ 236816 w 523125"/>
              <a:gd name="connsiteY39" fmla="*/ 297227 h 523125"/>
              <a:gd name="connsiteX40" fmla="*/ 238858 w 523125"/>
              <a:gd name="connsiteY40" fmla="*/ 328817 h 523125"/>
              <a:gd name="connsiteX41" fmla="*/ 207268 w 523125"/>
              <a:gd name="connsiteY41" fmla="*/ 298679 h 523125"/>
              <a:gd name="connsiteX42" fmla="*/ 269030 w 523125"/>
              <a:gd name="connsiteY42" fmla="*/ 260895 h 523125"/>
              <a:gd name="connsiteX43" fmla="*/ 269351 w 523125"/>
              <a:gd name="connsiteY43" fmla="*/ 194745 h 523125"/>
              <a:gd name="connsiteX44" fmla="*/ 322760 w 523125"/>
              <a:gd name="connsiteY44" fmla="*/ 257385 h 523125"/>
              <a:gd name="connsiteX45" fmla="*/ 269030 w 523125"/>
              <a:gd name="connsiteY45" fmla="*/ 260895 h 523125"/>
              <a:gd name="connsiteX46" fmla="*/ 343466 w 523125"/>
              <a:gd name="connsiteY46" fmla="*/ 253690 h 523125"/>
              <a:gd name="connsiteX47" fmla="*/ 273367 w 523125"/>
              <a:gd name="connsiteY47" fmla="*/ 171509 h 523125"/>
              <a:gd name="connsiteX48" fmla="*/ 288420 w 523125"/>
              <a:gd name="connsiteY48" fmla="*/ 129473 h 523125"/>
              <a:gd name="connsiteX49" fmla="*/ 386936 w 523125"/>
              <a:gd name="connsiteY49" fmla="*/ 239835 h 523125"/>
              <a:gd name="connsiteX50" fmla="*/ 343466 w 523125"/>
              <a:gd name="connsiteY50" fmla="*/ 253690 h 523125"/>
              <a:gd name="connsiteX51" fmla="*/ 403744 w 523125"/>
              <a:gd name="connsiteY51" fmla="*/ 231466 h 523125"/>
              <a:gd name="connsiteX52" fmla="*/ 298005 w 523125"/>
              <a:gd name="connsiteY52" fmla="*/ 113222 h 523125"/>
              <a:gd name="connsiteX53" fmla="*/ 323165 w 523125"/>
              <a:gd name="connsiteY53" fmla="*/ 85092 h 523125"/>
              <a:gd name="connsiteX54" fmla="*/ 434557 w 523125"/>
              <a:gd name="connsiteY54" fmla="*/ 209039 h 523125"/>
              <a:gd name="connsiteX55" fmla="*/ 403744 w 523125"/>
              <a:gd name="connsiteY55" fmla="*/ 231466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23125" h="523125">
                <a:moveTo>
                  <a:pt x="536989" y="65736"/>
                </a:moveTo>
                <a:cubicBezTo>
                  <a:pt x="531740" y="45925"/>
                  <a:pt x="511474" y="34095"/>
                  <a:pt x="491662" y="39310"/>
                </a:cubicBezTo>
                <a:cubicBezTo>
                  <a:pt x="471817" y="44524"/>
                  <a:pt x="459988" y="64808"/>
                  <a:pt x="465202" y="84636"/>
                </a:cubicBezTo>
                <a:cubicBezTo>
                  <a:pt x="467649" y="93934"/>
                  <a:pt x="473437" y="101444"/>
                  <a:pt x="480930" y="106304"/>
                </a:cubicBezTo>
                <a:cubicBezTo>
                  <a:pt x="479124" y="133540"/>
                  <a:pt x="471024" y="166716"/>
                  <a:pt x="447045" y="195724"/>
                </a:cubicBezTo>
                <a:cubicBezTo>
                  <a:pt x="379460" y="118622"/>
                  <a:pt x="350908" y="87150"/>
                  <a:pt x="337712" y="74410"/>
                </a:cubicBezTo>
                <a:cubicBezTo>
                  <a:pt x="344765" y="69938"/>
                  <a:pt x="350722" y="67154"/>
                  <a:pt x="354654" y="65584"/>
                </a:cubicBezTo>
                <a:cubicBezTo>
                  <a:pt x="363581" y="73009"/>
                  <a:pt x="375815" y="76199"/>
                  <a:pt x="387898" y="73009"/>
                </a:cubicBezTo>
                <a:cubicBezTo>
                  <a:pt x="407692" y="67795"/>
                  <a:pt x="419539" y="47494"/>
                  <a:pt x="414307" y="27700"/>
                </a:cubicBezTo>
                <a:cubicBezTo>
                  <a:pt x="409076" y="7872"/>
                  <a:pt x="388775" y="-3975"/>
                  <a:pt x="368981" y="1223"/>
                </a:cubicBezTo>
                <a:cubicBezTo>
                  <a:pt x="354114" y="5138"/>
                  <a:pt x="343753" y="17524"/>
                  <a:pt x="341677" y="31817"/>
                </a:cubicBezTo>
                <a:cubicBezTo>
                  <a:pt x="313715" y="43680"/>
                  <a:pt x="218321" y="96482"/>
                  <a:pt x="232547" y="261014"/>
                </a:cubicBezTo>
                <a:cubicBezTo>
                  <a:pt x="128074" y="264051"/>
                  <a:pt x="73129" y="291709"/>
                  <a:pt x="48137" y="309766"/>
                </a:cubicBezTo>
                <a:cubicBezTo>
                  <a:pt x="41707" y="307740"/>
                  <a:pt x="34670" y="307420"/>
                  <a:pt x="27667" y="309259"/>
                </a:cubicBezTo>
                <a:cubicBezTo>
                  <a:pt x="7856" y="314507"/>
                  <a:pt x="-3973" y="334774"/>
                  <a:pt x="1224" y="354619"/>
                </a:cubicBezTo>
                <a:cubicBezTo>
                  <a:pt x="6455" y="374447"/>
                  <a:pt x="26739" y="386294"/>
                  <a:pt x="46550" y="381045"/>
                </a:cubicBezTo>
                <a:cubicBezTo>
                  <a:pt x="62885" y="376759"/>
                  <a:pt x="73787" y="362196"/>
                  <a:pt x="74175" y="346114"/>
                </a:cubicBezTo>
                <a:lnTo>
                  <a:pt x="183390" y="460763"/>
                </a:lnTo>
                <a:cubicBezTo>
                  <a:pt x="180825" y="462349"/>
                  <a:pt x="178310" y="463817"/>
                  <a:pt x="175864" y="465100"/>
                </a:cubicBezTo>
                <a:cubicBezTo>
                  <a:pt x="167156" y="458755"/>
                  <a:pt x="155782" y="456240"/>
                  <a:pt x="144544" y="459160"/>
                </a:cubicBezTo>
                <a:cubicBezTo>
                  <a:pt x="124732" y="464374"/>
                  <a:pt x="112886" y="484675"/>
                  <a:pt x="118100" y="504503"/>
                </a:cubicBezTo>
                <a:cubicBezTo>
                  <a:pt x="123332" y="524331"/>
                  <a:pt x="143615" y="536177"/>
                  <a:pt x="163444" y="530946"/>
                </a:cubicBezTo>
                <a:cubicBezTo>
                  <a:pt x="178901" y="526879"/>
                  <a:pt x="189448" y="513616"/>
                  <a:pt x="190899" y="498580"/>
                </a:cubicBezTo>
                <a:cubicBezTo>
                  <a:pt x="241997" y="473200"/>
                  <a:pt x="284302" y="410847"/>
                  <a:pt x="273266" y="297177"/>
                </a:cubicBezTo>
                <a:cubicBezTo>
                  <a:pt x="306054" y="297025"/>
                  <a:pt x="336277" y="293329"/>
                  <a:pt x="363446" y="286191"/>
                </a:cubicBezTo>
                <a:cubicBezTo>
                  <a:pt x="404047" y="275509"/>
                  <a:pt x="437797" y="257234"/>
                  <a:pt x="463346" y="231702"/>
                </a:cubicBezTo>
                <a:cubicBezTo>
                  <a:pt x="495611" y="199454"/>
                  <a:pt x="514005" y="157215"/>
                  <a:pt x="517144" y="108666"/>
                </a:cubicBezTo>
                <a:cubicBezTo>
                  <a:pt x="532888" y="101089"/>
                  <a:pt x="541595" y="83235"/>
                  <a:pt x="536989" y="65736"/>
                </a:cubicBezTo>
                <a:close/>
                <a:moveTo>
                  <a:pt x="197936" y="449609"/>
                </a:moveTo>
                <a:lnTo>
                  <a:pt x="83979" y="329999"/>
                </a:lnTo>
                <a:cubicBezTo>
                  <a:pt x="91286" y="326033"/>
                  <a:pt x="100348" y="321781"/>
                  <a:pt x="111519" y="317714"/>
                </a:cubicBezTo>
                <a:lnTo>
                  <a:pt x="218270" y="424077"/>
                </a:lnTo>
                <a:cubicBezTo>
                  <a:pt x="212162" y="434590"/>
                  <a:pt x="205159" y="442960"/>
                  <a:pt x="197936" y="449609"/>
                </a:cubicBezTo>
                <a:close/>
                <a:moveTo>
                  <a:pt x="226640" y="406763"/>
                </a:moveTo>
                <a:lnTo>
                  <a:pt x="131010" y="311470"/>
                </a:lnTo>
                <a:cubicBezTo>
                  <a:pt x="145708" y="307352"/>
                  <a:pt x="163106" y="303691"/>
                  <a:pt x="183491" y="301125"/>
                </a:cubicBezTo>
                <a:lnTo>
                  <a:pt x="238200" y="353337"/>
                </a:lnTo>
                <a:cubicBezTo>
                  <a:pt x="236597" y="374650"/>
                  <a:pt x="232429" y="392250"/>
                  <a:pt x="226640" y="406763"/>
                </a:cubicBezTo>
                <a:close/>
                <a:moveTo>
                  <a:pt x="207268" y="298679"/>
                </a:moveTo>
                <a:cubicBezTo>
                  <a:pt x="216583" y="297953"/>
                  <a:pt x="226421" y="297464"/>
                  <a:pt x="236816" y="297227"/>
                </a:cubicBezTo>
                <a:cubicBezTo>
                  <a:pt x="238048" y="308466"/>
                  <a:pt x="238689" y="318979"/>
                  <a:pt x="238858" y="328817"/>
                </a:cubicBezTo>
                <a:lnTo>
                  <a:pt x="207268" y="298679"/>
                </a:lnTo>
                <a:close/>
                <a:moveTo>
                  <a:pt x="269030" y="260895"/>
                </a:moveTo>
                <a:cubicBezTo>
                  <a:pt x="266651" y="235920"/>
                  <a:pt x="267022" y="213966"/>
                  <a:pt x="269351" y="194745"/>
                </a:cubicBezTo>
                <a:lnTo>
                  <a:pt x="322760" y="257385"/>
                </a:lnTo>
                <a:cubicBezTo>
                  <a:pt x="305953" y="259815"/>
                  <a:pt x="288015" y="260980"/>
                  <a:pt x="269030" y="260895"/>
                </a:cubicBezTo>
                <a:close/>
                <a:moveTo>
                  <a:pt x="343466" y="253690"/>
                </a:moveTo>
                <a:lnTo>
                  <a:pt x="273367" y="171509"/>
                </a:lnTo>
                <a:cubicBezTo>
                  <a:pt x="277114" y="155258"/>
                  <a:pt x="282328" y="141353"/>
                  <a:pt x="288420" y="129473"/>
                </a:cubicBezTo>
                <a:cubicBezTo>
                  <a:pt x="311184" y="154060"/>
                  <a:pt x="353490" y="201765"/>
                  <a:pt x="386936" y="239835"/>
                </a:cubicBezTo>
                <a:cubicBezTo>
                  <a:pt x="373639" y="245640"/>
                  <a:pt x="359126" y="250264"/>
                  <a:pt x="343466" y="253690"/>
                </a:cubicBezTo>
                <a:close/>
                <a:moveTo>
                  <a:pt x="403744" y="231466"/>
                </a:moveTo>
                <a:cubicBezTo>
                  <a:pt x="344428" y="163780"/>
                  <a:pt x="314154" y="130013"/>
                  <a:pt x="298005" y="113222"/>
                </a:cubicBezTo>
                <a:cubicBezTo>
                  <a:pt x="306088" y="101359"/>
                  <a:pt x="314829" y="92129"/>
                  <a:pt x="323165" y="85092"/>
                </a:cubicBezTo>
                <a:cubicBezTo>
                  <a:pt x="337459" y="99216"/>
                  <a:pt x="392927" y="161654"/>
                  <a:pt x="434557" y="209039"/>
                </a:cubicBezTo>
                <a:cubicBezTo>
                  <a:pt x="425529" y="217527"/>
                  <a:pt x="415202" y="225019"/>
                  <a:pt x="403744" y="231466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3356638" y="5661649"/>
            <a:ext cx="456638" cy="523007"/>
            <a:chOff x="10118519" y="1372122"/>
            <a:chExt cx="456638" cy="523007"/>
          </a:xfrm>
          <a:solidFill>
            <a:schemeClr val="accent1"/>
          </a:solidFill>
        </p:grpSpPr>
        <p:sp>
          <p:nvSpPr>
            <p:cNvPr id="109" name="任意多边形: 形状 108"/>
            <p:cNvSpPr/>
            <p:nvPr/>
          </p:nvSpPr>
          <p:spPr>
            <a:xfrm>
              <a:off x="10118519" y="1372122"/>
              <a:ext cx="388125" cy="438750"/>
            </a:xfrm>
            <a:custGeom>
              <a:avLst/>
              <a:gdLst>
                <a:gd name="connsiteX0" fmla="*/ 388901 w 388125"/>
                <a:gd name="connsiteY0" fmla="*/ 44027 h 438750"/>
                <a:gd name="connsiteX1" fmla="*/ 344908 w 388125"/>
                <a:gd name="connsiteY1" fmla="*/ 0 h 438750"/>
                <a:gd name="connsiteX2" fmla="*/ 42255 w 388125"/>
                <a:gd name="connsiteY2" fmla="*/ 0 h 438750"/>
                <a:gd name="connsiteX3" fmla="*/ 0 w 388125"/>
                <a:gd name="connsiteY3" fmla="*/ 42255 h 438750"/>
                <a:gd name="connsiteX4" fmla="*/ 0 w 388125"/>
                <a:gd name="connsiteY4" fmla="*/ 409489 h 438750"/>
                <a:gd name="connsiteX5" fmla="*/ 44027 w 388125"/>
                <a:gd name="connsiteY5" fmla="*/ 453516 h 438750"/>
                <a:gd name="connsiteX6" fmla="*/ 344858 w 388125"/>
                <a:gd name="connsiteY6" fmla="*/ 453516 h 438750"/>
                <a:gd name="connsiteX7" fmla="*/ 388884 w 388125"/>
                <a:gd name="connsiteY7" fmla="*/ 409489 h 438750"/>
                <a:gd name="connsiteX8" fmla="*/ 388884 w 388125"/>
                <a:gd name="connsiteY8" fmla="*/ 44027 h 438750"/>
                <a:gd name="connsiteX9" fmla="*/ 388901 w 388125"/>
                <a:gd name="connsiteY9" fmla="*/ 44027 h 438750"/>
                <a:gd name="connsiteX10" fmla="*/ 345043 w 388125"/>
                <a:gd name="connsiteY10" fmla="*/ 376211 h 438750"/>
                <a:gd name="connsiteX11" fmla="*/ 311580 w 388125"/>
                <a:gd name="connsiteY11" fmla="*/ 409674 h 438750"/>
                <a:gd name="connsiteX12" fmla="*/ 77304 w 388125"/>
                <a:gd name="connsiteY12" fmla="*/ 409674 h 438750"/>
                <a:gd name="connsiteX13" fmla="*/ 43841 w 388125"/>
                <a:gd name="connsiteY13" fmla="*/ 376211 h 438750"/>
                <a:gd name="connsiteX14" fmla="*/ 43841 w 388125"/>
                <a:gd name="connsiteY14" fmla="*/ 76174 h 438750"/>
                <a:gd name="connsiteX15" fmla="*/ 77304 w 388125"/>
                <a:gd name="connsiteY15" fmla="*/ 42711 h 438750"/>
                <a:gd name="connsiteX16" fmla="*/ 311580 w 388125"/>
                <a:gd name="connsiteY16" fmla="*/ 42711 h 438750"/>
                <a:gd name="connsiteX17" fmla="*/ 345026 w 388125"/>
                <a:gd name="connsiteY17" fmla="*/ 76174 h 438750"/>
                <a:gd name="connsiteX18" fmla="*/ 345043 w 388125"/>
                <a:gd name="connsiteY18" fmla="*/ 376211 h 438750"/>
                <a:gd name="connsiteX19" fmla="*/ 345043 w 388125"/>
                <a:gd name="connsiteY19" fmla="*/ 376211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8125" h="438750">
                  <a:moveTo>
                    <a:pt x="388901" y="44027"/>
                  </a:moveTo>
                  <a:cubicBezTo>
                    <a:pt x="388901" y="19710"/>
                    <a:pt x="369191" y="0"/>
                    <a:pt x="344908" y="0"/>
                  </a:cubicBezTo>
                  <a:lnTo>
                    <a:pt x="42255" y="0"/>
                  </a:lnTo>
                  <a:cubicBezTo>
                    <a:pt x="18917" y="0"/>
                    <a:pt x="0" y="18917"/>
                    <a:pt x="0" y="42255"/>
                  </a:cubicBezTo>
                  <a:lnTo>
                    <a:pt x="0" y="409489"/>
                  </a:lnTo>
                  <a:cubicBezTo>
                    <a:pt x="0" y="433806"/>
                    <a:pt x="19710" y="453516"/>
                    <a:pt x="44027" y="453516"/>
                  </a:cubicBezTo>
                  <a:lnTo>
                    <a:pt x="344858" y="453516"/>
                  </a:lnTo>
                  <a:cubicBezTo>
                    <a:pt x="369174" y="453516"/>
                    <a:pt x="388884" y="433806"/>
                    <a:pt x="388884" y="409489"/>
                  </a:cubicBezTo>
                  <a:lnTo>
                    <a:pt x="388884" y="44027"/>
                  </a:lnTo>
                  <a:lnTo>
                    <a:pt x="388901" y="44027"/>
                  </a:lnTo>
                  <a:close/>
                  <a:moveTo>
                    <a:pt x="345043" y="376211"/>
                  </a:moveTo>
                  <a:cubicBezTo>
                    <a:pt x="345043" y="394689"/>
                    <a:pt x="330058" y="409674"/>
                    <a:pt x="311580" y="409674"/>
                  </a:cubicBezTo>
                  <a:lnTo>
                    <a:pt x="77304" y="409674"/>
                  </a:lnTo>
                  <a:cubicBezTo>
                    <a:pt x="58826" y="409674"/>
                    <a:pt x="43841" y="394673"/>
                    <a:pt x="43841" y="376211"/>
                  </a:cubicBezTo>
                  <a:lnTo>
                    <a:pt x="43841" y="76174"/>
                  </a:lnTo>
                  <a:cubicBezTo>
                    <a:pt x="43841" y="57696"/>
                    <a:pt x="58826" y="42711"/>
                    <a:pt x="77304" y="42711"/>
                  </a:cubicBezTo>
                  <a:lnTo>
                    <a:pt x="311580" y="42711"/>
                  </a:lnTo>
                  <a:cubicBezTo>
                    <a:pt x="330041" y="42711"/>
                    <a:pt x="345026" y="57696"/>
                    <a:pt x="345026" y="76174"/>
                  </a:cubicBezTo>
                  <a:lnTo>
                    <a:pt x="345043" y="376211"/>
                  </a:lnTo>
                  <a:lnTo>
                    <a:pt x="345043" y="37621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10203907" y="1456379"/>
              <a:ext cx="371250" cy="438750"/>
            </a:xfrm>
            <a:custGeom>
              <a:avLst/>
              <a:gdLst>
                <a:gd name="connsiteX0" fmla="*/ 320828 w 371250"/>
                <a:gd name="connsiteY0" fmla="*/ 0 h 438750"/>
                <a:gd name="connsiteX1" fmla="*/ 320828 w 371250"/>
                <a:gd name="connsiteY1" fmla="*/ 43858 h 438750"/>
                <a:gd name="connsiteX2" fmla="*/ 345043 w 371250"/>
                <a:gd name="connsiteY2" fmla="*/ 68074 h 438750"/>
                <a:gd name="connsiteX3" fmla="*/ 345043 w 371250"/>
                <a:gd name="connsiteY3" fmla="*/ 386589 h 438750"/>
                <a:gd name="connsiteX4" fmla="*/ 320828 w 371250"/>
                <a:gd name="connsiteY4" fmla="*/ 410805 h 438750"/>
                <a:gd name="connsiteX5" fmla="*/ 65796 w 371250"/>
                <a:gd name="connsiteY5" fmla="*/ 410805 h 438750"/>
                <a:gd name="connsiteX6" fmla="*/ 42711 w 371250"/>
                <a:gd name="connsiteY6" fmla="*/ 387720 h 438750"/>
                <a:gd name="connsiteX7" fmla="*/ 0 w 371250"/>
                <a:gd name="connsiteY7" fmla="*/ 387720 h 438750"/>
                <a:gd name="connsiteX8" fmla="*/ 0 w 371250"/>
                <a:gd name="connsiteY8" fmla="*/ 409472 h 438750"/>
                <a:gd name="connsiteX9" fmla="*/ 44027 w 371250"/>
                <a:gd name="connsiteY9" fmla="*/ 453499 h 438750"/>
                <a:gd name="connsiteX10" fmla="*/ 343676 w 371250"/>
                <a:gd name="connsiteY10" fmla="*/ 453499 h 438750"/>
                <a:gd name="connsiteX11" fmla="*/ 387686 w 371250"/>
                <a:gd name="connsiteY11" fmla="*/ 409472 h 438750"/>
                <a:gd name="connsiteX12" fmla="*/ 387686 w 371250"/>
                <a:gd name="connsiteY12" fmla="*/ 44027 h 438750"/>
                <a:gd name="connsiteX13" fmla="*/ 343676 w 371250"/>
                <a:gd name="connsiteY13" fmla="*/ 0 h 438750"/>
                <a:gd name="connsiteX14" fmla="*/ 320828 w 371250"/>
                <a:gd name="connsiteY14" fmla="*/ 0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1250" h="438750">
                  <a:moveTo>
                    <a:pt x="320828" y="0"/>
                  </a:moveTo>
                  <a:lnTo>
                    <a:pt x="320828" y="43858"/>
                  </a:lnTo>
                  <a:cubicBezTo>
                    <a:pt x="334193" y="43858"/>
                    <a:pt x="345043" y="54709"/>
                    <a:pt x="345043" y="68074"/>
                  </a:cubicBezTo>
                  <a:lnTo>
                    <a:pt x="345043" y="386589"/>
                  </a:lnTo>
                  <a:cubicBezTo>
                    <a:pt x="345043" y="399954"/>
                    <a:pt x="334193" y="410805"/>
                    <a:pt x="320828" y="410805"/>
                  </a:cubicBezTo>
                  <a:lnTo>
                    <a:pt x="65796" y="410805"/>
                  </a:lnTo>
                  <a:cubicBezTo>
                    <a:pt x="53055" y="410805"/>
                    <a:pt x="42711" y="400478"/>
                    <a:pt x="42711" y="387720"/>
                  </a:cubicBezTo>
                  <a:lnTo>
                    <a:pt x="0" y="387720"/>
                  </a:lnTo>
                  <a:lnTo>
                    <a:pt x="0" y="409472"/>
                  </a:lnTo>
                  <a:cubicBezTo>
                    <a:pt x="0" y="433789"/>
                    <a:pt x="19710" y="453499"/>
                    <a:pt x="44027" y="453499"/>
                  </a:cubicBezTo>
                  <a:lnTo>
                    <a:pt x="343676" y="453499"/>
                  </a:lnTo>
                  <a:cubicBezTo>
                    <a:pt x="367976" y="453499"/>
                    <a:pt x="387686" y="433772"/>
                    <a:pt x="387686" y="409472"/>
                  </a:cubicBezTo>
                  <a:lnTo>
                    <a:pt x="387686" y="44027"/>
                  </a:lnTo>
                  <a:cubicBezTo>
                    <a:pt x="387686" y="19710"/>
                    <a:pt x="367976" y="0"/>
                    <a:pt x="343676" y="0"/>
                  </a:cubicBezTo>
                  <a:lnTo>
                    <a:pt x="320828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10196195" y="1471347"/>
              <a:ext cx="236250" cy="33750"/>
            </a:xfrm>
            <a:custGeom>
              <a:avLst/>
              <a:gdLst>
                <a:gd name="connsiteX0" fmla="*/ 21583 w 236250"/>
                <a:gd name="connsiteY0" fmla="*/ 42711 h 33750"/>
                <a:gd name="connsiteX1" fmla="*/ 215831 w 236250"/>
                <a:gd name="connsiteY1" fmla="*/ 42711 h 33750"/>
                <a:gd name="connsiteX2" fmla="*/ 237414 w 236250"/>
                <a:gd name="connsiteY2" fmla="*/ 21364 h 33750"/>
                <a:gd name="connsiteX3" fmla="*/ 215831 w 236250"/>
                <a:gd name="connsiteY3" fmla="*/ 0 h 33750"/>
                <a:gd name="connsiteX4" fmla="*/ 21583 w 236250"/>
                <a:gd name="connsiteY4" fmla="*/ 0 h 33750"/>
                <a:gd name="connsiteX5" fmla="*/ 0 w 236250"/>
                <a:gd name="connsiteY5" fmla="*/ 21364 h 33750"/>
                <a:gd name="connsiteX6" fmla="*/ 21583 w 236250"/>
                <a:gd name="connsiteY6" fmla="*/ 42711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83" y="42711"/>
                  </a:moveTo>
                  <a:lnTo>
                    <a:pt x="215831" y="42711"/>
                  </a:lnTo>
                  <a:cubicBezTo>
                    <a:pt x="227762" y="42711"/>
                    <a:pt x="237414" y="33294"/>
                    <a:pt x="237414" y="21364"/>
                  </a:cubicBezTo>
                  <a:cubicBezTo>
                    <a:pt x="237414" y="9433"/>
                    <a:pt x="227762" y="0"/>
                    <a:pt x="215831" y="0"/>
                  </a:cubicBezTo>
                  <a:lnTo>
                    <a:pt x="21583" y="0"/>
                  </a:lnTo>
                  <a:cubicBezTo>
                    <a:pt x="9653" y="0"/>
                    <a:pt x="0" y="9433"/>
                    <a:pt x="0" y="21364"/>
                  </a:cubicBezTo>
                  <a:cubicBezTo>
                    <a:pt x="17" y="33294"/>
                    <a:pt x="9653" y="42711"/>
                    <a:pt x="21583" y="4271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10196195" y="1542914"/>
              <a:ext cx="236250" cy="33750"/>
            </a:xfrm>
            <a:custGeom>
              <a:avLst/>
              <a:gdLst>
                <a:gd name="connsiteX0" fmla="*/ 21583 w 236250"/>
                <a:gd name="connsiteY0" fmla="*/ 42694 h 33750"/>
                <a:gd name="connsiteX1" fmla="*/ 215831 w 236250"/>
                <a:gd name="connsiteY1" fmla="*/ 42694 h 33750"/>
                <a:gd name="connsiteX2" fmla="*/ 237414 w 236250"/>
                <a:gd name="connsiteY2" fmla="*/ 21347 h 33750"/>
                <a:gd name="connsiteX3" fmla="*/ 215831 w 236250"/>
                <a:gd name="connsiteY3" fmla="*/ 0 h 33750"/>
                <a:gd name="connsiteX4" fmla="*/ 21583 w 236250"/>
                <a:gd name="connsiteY4" fmla="*/ 0 h 33750"/>
                <a:gd name="connsiteX5" fmla="*/ 0 w 236250"/>
                <a:gd name="connsiteY5" fmla="*/ 21347 h 33750"/>
                <a:gd name="connsiteX6" fmla="*/ 21583 w 236250"/>
                <a:gd name="connsiteY6" fmla="*/ 42694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83" y="42694"/>
                  </a:moveTo>
                  <a:lnTo>
                    <a:pt x="215831" y="42694"/>
                  </a:lnTo>
                  <a:cubicBezTo>
                    <a:pt x="227762" y="42694"/>
                    <a:pt x="237414" y="33227"/>
                    <a:pt x="237414" y="21347"/>
                  </a:cubicBezTo>
                  <a:cubicBezTo>
                    <a:pt x="237414" y="9416"/>
                    <a:pt x="227762" y="0"/>
                    <a:pt x="215831" y="0"/>
                  </a:cubicBezTo>
                  <a:lnTo>
                    <a:pt x="21583" y="0"/>
                  </a:lnTo>
                  <a:cubicBezTo>
                    <a:pt x="9653" y="0"/>
                    <a:pt x="0" y="9416"/>
                    <a:pt x="0" y="21347"/>
                  </a:cubicBezTo>
                  <a:cubicBezTo>
                    <a:pt x="17" y="33227"/>
                    <a:pt x="9653" y="42694"/>
                    <a:pt x="21583" y="4269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10196195" y="1614464"/>
              <a:ext cx="236250" cy="33750"/>
            </a:xfrm>
            <a:custGeom>
              <a:avLst/>
              <a:gdLst>
                <a:gd name="connsiteX0" fmla="*/ 21583 w 236250"/>
                <a:gd name="connsiteY0" fmla="*/ 42694 h 33750"/>
                <a:gd name="connsiteX1" fmla="*/ 215831 w 236250"/>
                <a:gd name="connsiteY1" fmla="*/ 42694 h 33750"/>
                <a:gd name="connsiteX2" fmla="*/ 237414 w 236250"/>
                <a:gd name="connsiteY2" fmla="*/ 21347 h 33750"/>
                <a:gd name="connsiteX3" fmla="*/ 215831 w 236250"/>
                <a:gd name="connsiteY3" fmla="*/ 0 h 33750"/>
                <a:gd name="connsiteX4" fmla="*/ 21583 w 236250"/>
                <a:gd name="connsiteY4" fmla="*/ 0 h 33750"/>
                <a:gd name="connsiteX5" fmla="*/ 0 w 236250"/>
                <a:gd name="connsiteY5" fmla="*/ 21347 h 33750"/>
                <a:gd name="connsiteX6" fmla="*/ 21583 w 236250"/>
                <a:gd name="connsiteY6" fmla="*/ 42694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83" y="42694"/>
                  </a:moveTo>
                  <a:lnTo>
                    <a:pt x="215831" y="42694"/>
                  </a:lnTo>
                  <a:cubicBezTo>
                    <a:pt x="227762" y="42694"/>
                    <a:pt x="237414" y="33244"/>
                    <a:pt x="237414" y="21347"/>
                  </a:cubicBezTo>
                  <a:cubicBezTo>
                    <a:pt x="237414" y="9433"/>
                    <a:pt x="227762" y="0"/>
                    <a:pt x="215831" y="0"/>
                  </a:cubicBezTo>
                  <a:lnTo>
                    <a:pt x="21583" y="0"/>
                  </a:lnTo>
                  <a:cubicBezTo>
                    <a:pt x="9653" y="0"/>
                    <a:pt x="0" y="9433"/>
                    <a:pt x="0" y="21347"/>
                  </a:cubicBezTo>
                  <a:cubicBezTo>
                    <a:pt x="17" y="33244"/>
                    <a:pt x="9653" y="42694"/>
                    <a:pt x="21583" y="4269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10196195" y="1683668"/>
              <a:ext cx="236250" cy="33750"/>
            </a:xfrm>
            <a:custGeom>
              <a:avLst/>
              <a:gdLst>
                <a:gd name="connsiteX0" fmla="*/ 21583 w 236250"/>
                <a:gd name="connsiteY0" fmla="*/ 42727 h 33750"/>
                <a:gd name="connsiteX1" fmla="*/ 215831 w 236250"/>
                <a:gd name="connsiteY1" fmla="*/ 42727 h 33750"/>
                <a:gd name="connsiteX2" fmla="*/ 237414 w 236250"/>
                <a:gd name="connsiteY2" fmla="*/ 21364 h 33750"/>
                <a:gd name="connsiteX3" fmla="*/ 215831 w 236250"/>
                <a:gd name="connsiteY3" fmla="*/ 0 h 33750"/>
                <a:gd name="connsiteX4" fmla="*/ 21583 w 236250"/>
                <a:gd name="connsiteY4" fmla="*/ 0 h 33750"/>
                <a:gd name="connsiteX5" fmla="*/ 0 w 236250"/>
                <a:gd name="connsiteY5" fmla="*/ 21364 h 33750"/>
                <a:gd name="connsiteX6" fmla="*/ 21583 w 236250"/>
                <a:gd name="connsiteY6" fmla="*/ 42727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83" y="42727"/>
                  </a:moveTo>
                  <a:lnTo>
                    <a:pt x="215831" y="42727"/>
                  </a:lnTo>
                  <a:cubicBezTo>
                    <a:pt x="227762" y="42727"/>
                    <a:pt x="237414" y="33294"/>
                    <a:pt x="237414" y="21364"/>
                  </a:cubicBezTo>
                  <a:cubicBezTo>
                    <a:pt x="237414" y="9467"/>
                    <a:pt x="227762" y="0"/>
                    <a:pt x="215831" y="0"/>
                  </a:cubicBezTo>
                  <a:lnTo>
                    <a:pt x="21583" y="0"/>
                  </a:lnTo>
                  <a:cubicBezTo>
                    <a:pt x="9653" y="0"/>
                    <a:pt x="0" y="9467"/>
                    <a:pt x="0" y="21364"/>
                  </a:cubicBezTo>
                  <a:cubicBezTo>
                    <a:pt x="17" y="33294"/>
                    <a:pt x="9653" y="42727"/>
                    <a:pt x="21583" y="4272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15" name="图形 93"/>
          <p:cNvSpPr/>
          <p:nvPr/>
        </p:nvSpPr>
        <p:spPr>
          <a:xfrm>
            <a:off x="4575838" y="5678465"/>
            <a:ext cx="523125" cy="489375"/>
          </a:xfrm>
          <a:custGeom>
            <a:avLst/>
            <a:gdLst>
              <a:gd name="connsiteX0" fmla="*/ 483168 w 523125"/>
              <a:gd name="connsiteY0" fmla="*/ 169678 h 489375"/>
              <a:gd name="connsiteX1" fmla="*/ 350125 w 523125"/>
              <a:gd name="connsiteY1" fmla="*/ 169678 h 489375"/>
              <a:gd name="connsiteX2" fmla="*/ 347628 w 523125"/>
              <a:gd name="connsiteY2" fmla="*/ 124740 h 489375"/>
              <a:gd name="connsiteX3" fmla="*/ 326770 w 523125"/>
              <a:gd name="connsiteY3" fmla="*/ 15879 h 489375"/>
              <a:gd name="connsiteX4" fmla="*/ 278221 w 523125"/>
              <a:gd name="connsiteY4" fmla="*/ 0 h 489375"/>
              <a:gd name="connsiteX5" fmla="*/ 211767 w 523125"/>
              <a:gd name="connsiteY5" fmla="*/ 33733 h 489375"/>
              <a:gd name="connsiteX6" fmla="*/ 180937 w 523125"/>
              <a:gd name="connsiteY6" fmla="*/ 143708 h 489375"/>
              <a:gd name="connsiteX7" fmla="*/ 176887 w 523125"/>
              <a:gd name="connsiteY7" fmla="*/ 169779 h 489375"/>
              <a:gd name="connsiteX8" fmla="*/ 102029 w 523125"/>
              <a:gd name="connsiteY8" fmla="*/ 169881 h 489375"/>
              <a:gd name="connsiteX9" fmla="*/ 1488 w 523125"/>
              <a:gd name="connsiteY9" fmla="*/ 251049 h 489375"/>
              <a:gd name="connsiteX10" fmla="*/ 3648 w 523125"/>
              <a:gd name="connsiteY10" fmla="*/ 333686 h 489375"/>
              <a:gd name="connsiteX11" fmla="*/ 20422 w 523125"/>
              <a:gd name="connsiteY11" fmla="*/ 421149 h 489375"/>
              <a:gd name="connsiteX12" fmla="*/ 116744 w 523125"/>
              <a:gd name="connsiteY12" fmla="*/ 499365 h 489375"/>
              <a:gd name="connsiteX13" fmla="*/ 483050 w 523125"/>
              <a:gd name="connsiteY13" fmla="*/ 498994 h 489375"/>
              <a:gd name="connsiteX14" fmla="*/ 519736 w 523125"/>
              <a:gd name="connsiteY14" fmla="*/ 483874 h 489375"/>
              <a:gd name="connsiteX15" fmla="*/ 534856 w 523125"/>
              <a:gd name="connsiteY15" fmla="*/ 447154 h 489375"/>
              <a:gd name="connsiteX16" fmla="*/ 534856 w 523125"/>
              <a:gd name="connsiteY16" fmla="*/ 219038 h 489375"/>
              <a:gd name="connsiteX17" fmla="*/ 483168 w 523125"/>
              <a:gd name="connsiteY17" fmla="*/ 169678 h 489375"/>
              <a:gd name="connsiteX18" fmla="*/ 328019 w 523125"/>
              <a:gd name="connsiteY18" fmla="*/ 422297 h 489375"/>
              <a:gd name="connsiteX19" fmla="*/ 291333 w 523125"/>
              <a:gd name="connsiteY19" fmla="*/ 457886 h 489375"/>
              <a:gd name="connsiteX20" fmla="*/ 116710 w 523125"/>
              <a:gd name="connsiteY20" fmla="*/ 457886 h 489375"/>
              <a:gd name="connsiteX21" fmla="*/ 82319 w 523125"/>
              <a:gd name="connsiteY21" fmla="*/ 443998 h 489375"/>
              <a:gd name="connsiteX22" fmla="*/ 82336 w 523125"/>
              <a:gd name="connsiteY22" fmla="*/ 443998 h 489375"/>
              <a:gd name="connsiteX23" fmla="*/ 96292 w 523125"/>
              <a:gd name="connsiteY23" fmla="*/ 411666 h 489375"/>
              <a:gd name="connsiteX24" fmla="*/ 102417 w 523125"/>
              <a:gd name="connsiteY24" fmla="*/ 404460 h 489375"/>
              <a:gd name="connsiteX25" fmla="*/ 102502 w 523125"/>
              <a:gd name="connsiteY25" fmla="*/ 402941 h 489375"/>
              <a:gd name="connsiteX26" fmla="*/ 100848 w 523125"/>
              <a:gd name="connsiteY26" fmla="*/ 398267 h 489375"/>
              <a:gd name="connsiteX27" fmla="*/ 96325 w 523125"/>
              <a:gd name="connsiteY27" fmla="*/ 396158 h 489375"/>
              <a:gd name="connsiteX28" fmla="*/ 51759 w 523125"/>
              <a:gd name="connsiteY28" fmla="*/ 371773 h 489375"/>
              <a:gd name="connsiteX29" fmla="*/ 81644 w 523125"/>
              <a:gd name="connsiteY29" fmla="*/ 353784 h 489375"/>
              <a:gd name="connsiteX30" fmla="*/ 89694 w 523125"/>
              <a:gd name="connsiteY30" fmla="*/ 343136 h 489375"/>
              <a:gd name="connsiteX31" fmla="*/ 89694 w 523125"/>
              <a:gd name="connsiteY31" fmla="*/ 340183 h 489375"/>
              <a:gd name="connsiteX32" fmla="*/ 80834 w 523125"/>
              <a:gd name="connsiteY32" fmla="*/ 331493 h 489375"/>
              <a:gd name="connsiteX33" fmla="*/ 79164 w 523125"/>
              <a:gd name="connsiteY33" fmla="*/ 331493 h 489375"/>
              <a:gd name="connsiteX34" fmla="*/ 43270 w 523125"/>
              <a:gd name="connsiteY34" fmla="*/ 318634 h 489375"/>
              <a:gd name="connsiteX35" fmla="*/ 41904 w 523125"/>
              <a:gd name="connsiteY35" fmla="*/ 305944 h 489375"/>
              <a:gd name="connsiteX36" fmla="*/ 80497 w 523125"/>
              <a:gd name="connsiteY36" fmla="*/ 282960 h 489375"/>
              <a:gd name="connsiteX37" fmla="*/ 89727 w 523125"/>
              <a:gd name="connsiteY37" fmla="*/ 273156 h 489375"/>
              <a:gd name="connsiteX38" fmla="*/ 89727 w 523125"/>
              <a:gd name="connsiteY38" fmla="*/ 271738 h 489375"/>
              <a:gd name="connsiteX39" fmla="*/ 80480 w 523125"/>
              <a:gd name="connsiteY39" fmla="*/ 261934 h 489375"/>
              <a:gd name="connsiteX40" fmla="*/ 48620 w 523125"/>
              <a:gd name="connsiteY40" fmla="*/ 234849 h 489375"/>
              <a:gd name="connsiteX41" fmla="*/ 48687 w 523125"/>
              <a:gd name="connsiteY41" fmla="*/ 234849 h 489375"/>
              <a:gd name="connsiteX42" fmla="*/ 48772 w 523125"/>
              <a:gd name="connsiteY42" fmla="*/ 234816 h 489375"/>
              <a:gd name="connsiteX43" fmla="*/ 48772 w 523125"/>
              <a:gd name="connsiteY43" fmla="*/ 234816 h 489375"/>
              <a:gd name="connsiteX44" fmla="*/ 48670 w 523125"/>
              <a:gd name="connsiteY44" fmla="*/ 234714 h 489375"/>
              <a:gd name="connsiteX45" fmla="*/ 101995 w 523125"/>
              <a:gd name="connsiteY45" fmla="*/ 210651 h 489375"/>
              <a:gd name="connsiteX46" fmla="*/ 172989 w 523125"/>
              <a:gd name="connsiteY46" fmla="*/ 210651 h 489375"/>
              <a:gd name="connsiteX47" fmla="*/ 175587 w 523125"/>
              <a:gd name="connsiteY47" fmla="*/ 210870 h 489375"/>
              <a:gd name="connsiteX48" fmla="*/ 206148 w 523125"/>
              <a:gd name="connsiteY48" fmla="*/ 198518 h 489375"/>
              <a:gd name="connsiteX49" fmla="*/ 222044 w 523125"/>
              <a:gd name="connsiteY49" fmla="*/ 142678 h 489375"/>
              <a:gd name="connsiteX50" fmla="*/ 244927 w 523125"/>
              <a:gd name="connsiteY50" fmla="*/ 57982 h 489375"/>
              <a:gd name="connsiteX51" fmla="*/ 302470 w 523125"/>
              <a:gd name="connsiteY51" fmla="*/ 49106 h 489375"/>
              <a:gd name="connsiteX52" fmla="*/ 308275 w 523125"/>
              <a:gd name="connsiteY52" fmla="*/ 112742 h 489375"/>
              <a:gd name="connsiteX53" fmla="*/ 346447 w 523125"/>
              <a:gd name="connsiteY53" fmla="*/ 319039 h 489375"/>
              <a:gd name="connsiteX54" fmla="*/ 328019 w 523125"/>
              <a:gd name="connsiteY54" fmla="*/ 422297 h 489375"/>
              <a:gd name="connsiteX55" fmla="*/ 490762 w 523125"/>
              <a:gd name="connsiteY55" fmla="*/ 246088 h 489375"/>
              <a:gd name="connsiteX56" fmla="*/ 402387 w 523125"/>
              <a:gd name="connsiteY56" fmla="*/ 246088 h 489375"/>
              <a:gd name="connsiteX57" fmla="*/ 380281 w 523125"/>
              <a:gd name="connsiteY57" fmla="*/ 223864 h 489375"/>
              <a:gd name="connsiteX58" fmla="*/ 402387 w 523125"/>
              <a:gd name="connsiteY58" fmla="*/ 201656 h 489375"/>
              <a:gd name="connsiteX59" fmla="*/ 490762 w 523125"/>
              <a:gd name="connsiteY59" fmla="*/ 201656 h 489375"/>
              <a:gd name="connsiteX60" fmla="*/ 512868 w 523125"/>
              <a:gd name="connsiteY60" fmla="*/ 223864 h 489375"/>
              <a:gd name="connsiteX61" fmla="*/ 490762 w 523125"/>
              <a:gd name="connsiteY61" fmla="*/ 246088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23125" h="489375">
                <a:moveTo>
                  <a:pt x="483168" y="169678"/>
                </a:moveTo>
                <a:lnTo>
                  <a:pt x="350125" y="169678"/>
                </a:lnTo>
                <a:cubicBezTo>
                  <a:pt x="343848" y="155115"/>
                  <a:pt x="343004" y="139809"/>
                  <a:pt x="347628" y="124740"/>
                </a:cubicBezTo>
                <a:cubicBezTo>
                  <a:pt x="355829" y="98044"/>
                  <a:pt x="371169" y="48398"/>
                  <a:pt x="326770" y="15879"/>
                </a:cubicBezTo>
                <a:cubicBezTo>
                  <a:pt x="312562" y="5468"/>
                  <a:pt x="295788" y="0"/>
                  <a:pt x="278221" y="0"/>
                </a:cubicBezTo>
                <a:cubicBezTo>
                  <a:pt x="252031" y="0"/>
                  <a:pt x="227225" y="12623"/>
                  <a:pt x="211767" y="33733"/>
                </a:cubicBezTo>
                <a:cubicBezTo>
                  <a:pt x="184700" y="70740"/>
                  <a:pt x="179975" y="102077"/>
                  <a:pt x="180937" y="143708"/>
                </a:cubicBezTo>
                <a:cubicBezTo>
                  <a:pt x="181359" y="161764"/>
                  <a:pt x="177950" y="168851"/>
                  <a:pt x="176887" y="169779"/>
                </a:cubicBezTo>
                <a:lnTo>
                  <a:pt x="102029" y="169881"/>
                </a:lnTo>
                <a:cubicBezTo>
                  <a:pt x="45599" y="169881"/>
                  <a:pt x="6129" y="201758"/>
                  <a:pt x="1488" y="251049"/>
                </a:cubicBezTo>
                <a:cubicBezTo>
                  <a:pt x="-1026" y="277611"/>
                  <a:pt x="-385" y="302366"/>
                  <a:pt x="3648" y="333686"/>
                </a:cubicBezTo>
                <a:cubicBezTo>
                  <a:pt x="8457" y="370744"/>
                  <a:pt x="14566" y="402688"/>
                  <a:pt x="20422" y="421149"/>
                </a:cubicBezTo>
                <a:cubicBezTo>
                  <a:pt x="32740" y="459945"/>
                  <a:pt x="69798" y="499365"/>
                  <a:pt x="116744" y="499365"/>
                </a:cubicBezTo>
                <a:lnTo>
                  <a:pt x="483050" y="498994"/>
                </a:lnTo>
                <a:cubicBezTo>
                  <a:pt x="496786" y="499044"/>
                  <a:pt x="509965" y="493644"/>
                  <a:pt x="519736" y="483874"/>
                </a:cubicBezTo>
                <a:cubicBezTo>
                  <a:pt x="529490" y="474120"/>
                  <a:pt x="534856" y="460941"/>
                  <a:pt x="534856" y="447154"/>
                </a:cubicBezTo>
                <a:lnTo>
                  <a:pt x="534856" y="219038"/>
                </a:lnTo>
                <a:cubicBezTo>
                  <a:pt x="534873" y="190384"/>
                  <a:pt x="511855" y="169678"/>
                  <a:pt x="483168" y="169678"/>
                </a:cubicBezTo>
                <a:close/>
                <a:moveTo>
                  <a:pt x="328019" y="422297"/>
                </a:moveTo>
                <a:cubicBezTo>
                  <a:pt x="321505" y="439476"/>
                  <a:pt x="305187" y="457886"/>
                  <a:pt x="291333" y="457886"/>
                </a:cubicBezTo>
                <a:lnTo>
                  <a:pt x="116710" y="457886"/>
                </a:lnTo>
                <a:cubicBezTo>
                  <a:pt x="104155" y="457886"/>
                  <a:pt x="92191" y="452334"/>
                  <a:pt x="82319" y="443998"/>
                </a:cubicBezTo>
                <a:cubicBezTo>
                  <a:pt x="82336" y="443998"/>
                  <a:pt x="82336" y="443998"/>
                  <a:pt x="82336" y="443998"/>
                </a:cubicBezTo>
                <a:cubicBezTo>
                  <a:pt x="60989" y="421757"/>
                  <a:pt x="84614" y="414180"/>
                  <a:pt x="96292" y="411666"/>
                </a:cubicBezTo>
                <a:cubicBezTo>
                  <a:pt x="99717" y="410923"/>
                  <a:pt x="102198" y="407919"/>
                  <a:pt x="102417" y="404460"/>
                </a:cubicBezTo>
                <a:lnTo>
                  <a:pt x="102502" y="402941"/>
                </a:lnTo>
                <a:cubicBezTo>
                  <a:pt x="102603" y="401186"/>
                  <a:pt x="102029" y="399516"/>
                  <a:pt x="100848" y="398267"/>
                </a:cubicBezTo>
                <a:cubicBezTo>
                  <a:pt x="99684" y="397001"/>
                  <a:pt x="98064" y="396208"/>
                  <a:pt x="96325" y="396158"/>
                </a:cubicBezTo>
                <a:cubicBezTo>
                  <a:pt x="65545" y="395111"/>
                  <a:pt x="49936" y="390741"/>
                  <a:pt x="51759" y="371773"/>
                </a:cubicBezTo>
                <a:cubicBezTo>
                  <a:pt x="56214" y="362543"/>
                  <a:pt x="71941" y="356619"/>
                  <a:pt x="81644" y="353784"/>
                </a:cubicBezTo>
                <a:cubicBezTo>
                  <a:pt x="86352" y="352367"/>
                  <a:pt x="89694" y="348047"/>
                  <a:pt x="89694" y="343136"/>
                </a:cubicBezTo>
                <a:lnTo>
                  <a:pt x="89694" y="340183"/>
                </a:lnTo>
                <a:cubicBezTo>
                  <a:pt x="89694" y="335391"/>
                  <a:pt x="85644" y="331493"/>
                  <a:pt x="80834" y="331493"/>
                </a:cubicBezTo>
                <a:lnTo>
                  <a:pt x="79164" y="331493"/>
                </a:lnTo>
                <a:cubicBezTo>
                  <a:pt x="55825" y="330801"/>
                  <a:pt x="46730" y="324304"/>
                  <a:pt x="43270" y="318634"/>
                </a:cubicBezTo>
                <a:cubicBezTo>
                  <a:pt x="41988" y="314381"/>
                  <a:pt x="39811" y="313268"/>
                  <a:pt x="41904" y="305944"/>
                </a:cubicBezTo>
                <a:cubicBezTo>
                  <a:pt x="45700" y="288023"/>
                  <a:pt x="67756" y="283804"/>
                  <a:pt x="80497" y="282960"/>
                </a:cubicBezTo>
                <a:cubicBezTo>
                  <a:pt x="85660" y="282606"/>
                  <a:pt x="89727" y="278336"/>
                  <a:pt x="89727" y="273156"/>
                </a:cubicBezTo>
                <a:lnTo>
                  <a:pt x="89727" y="271738"/>
                </a:lnTo>
                <a:cubicBezTo>
                  <a:pt x="89727" y="266574"/>
                  <a:pt x="85660" y="262288"/>
                  <a:pt x="80480" y="261934"/>
                </a:cubicBezTo>
                <a:cubicBezTo>
                  <a:pt x="40419" y="259183"/>
                  <a:pt x="48249" y="235913"/>
                  <a:pt x="48620" y="234849"/>
                </a:cubicBezTo>
                <a:lnTo>
                  <a:pt x="48687" y="234849"/>
                </a:lnTo>
                <a:cubicBezTo>
                  <a:pt x="48687" y="234849"/>
                  <a:pt x="48772" y="234849"/>
                  <a:pt x="48772" y="234816"/>
                </a:cubicBezTo>
                <a:lnTo>
                  <a:pt x="48772" y="234816"/>
                </a:lnTo>
                <a:lnTo>
                  <a:pt x="48670" y="234714"/>
                </a:lnTo>
                <a:cubicBezTo>
                  <a:pt x="61917" y="212844"/>
                  <a:pt x="91567" y="210651"/>
                  <a:pt x="101995" y="210651"/>
                </a:cubicBezTo>
                <a:lnTo>
                  <a:pt x="172989" y="210651"/>
                </a:lnTo>
                <a:cubicBezTo>
                  <a:pt x="173343" y="210651"/>
                  <a:pt x="175250" y="210870"/>
                  <a:pt x="175587" y="210870"/>
                </a:cubicBezTo>
                <a:cubicBezTo>
                  <a:pt x="187619" y="210870"/>
                  <a:pt x="198166" y="206685"/>
                  <a:pt x="206148" y="198518"/>
                </a:cubicBezTo>
                <a:cubicBezTo>
                  <a:pt x="217454" y="186941"/>
                  <a:pt x="222652" y="168683"/>
                  <a:pt x="222044" y="142678"/>
                </a:cubicBezTo>
                <a:cubicBezTo>
                  <a:pt x="221200" y="107629"/>
                  <a:pt x="224407" y="86029"/>
                  <a:pt x="244927" y="57982"/>
                </a:cubicBezTo>
                <a:cubicBezTo>
                  <a:pt x="257971" y="40213"/>
                  <a:pt x="284617" y="36045"/>
                  <a:pt x="302470" y="49106"/>
                </a:cubicBezTo>
                <a:cubicBezTo>
                  <a:pt x="316207" y="59181"/>
                  <a:pt x="313540" y="70200"/>
                  <a:pt x="308275" y="112742"/>
                </a:cubicBezTo>
                <a:cubicBezTo>
                  <a:pt x="297897" y="197134"/>
                  <a:pt x="338380" y="237482"/>
                  <a:pt x="346447" y="319039"/>
                </a:cubicBezTo>
                <a:cubicBezTo>
                  <a:pt x="350379" y="358779"/>
                  <a:pt x="336895" y="398554"/>
                  <a:pt x="328019" y="422297"/>
                </a:cubicBezTo>
                <a:close/>
                <a:moveTo>
                  <a:pt x="490762" y="246088"/>
                </a:moveTo>
                <a:lnTo>
                  <a:pt x="402387" y="246088"/>
                </a:lnTo>
                <a:cubicBezTo>
                  <a:pt x="390136" y="246088"/>
                  <a:pt x="380281" y="236081"/>
                  <a:pt x="380281" y="223864"/>
                </a:cubicBezTo>
                <a:cubicBezTo>
                  <a:pt x="380281" y="211629"/>
                  <a:pt x="390170" y="201656"/>
                  <a:pt x="402387" y="201656"/>
                </a:cubicBezTo>
                <a:lnTo>
                  <a:pt x="490762" y="201656"/>
                </a:lnTo>
                <a:cubicBezTo>
                  <a:pt x="502996" y="201656"/>
                  <a:pt x="512868" y="211646"/>
                  <a:pt x="512868" y="223864"/>
                </a:cubicBezTo>
                <a:cubicBezTo>
                  <a:pt x="512885" y="236081"/>
                  <a:pt x="502996" y="246088"/>
                  <a:pt x="490762" y="246088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16" name="图形 95"/>
          <p:cNvSpPr/>
          <p:nvPr/>
        </p:nvSpPr>
        <p:spPr>
          <a:xfrm>
            <a:off x="5795038" y="5703777"/>
            <a:ext cx="523125" cy="438750"/>
          </a:xfrm>
          <a:custGeom>
            <a:avLst/>
            <a:gdLst>
              <a:gd name="connsiteX0" fmla="*/ 530775 w 523125"/>
              <a:gd name="connsiteY0" fmla="*/ 111577 h 438750"/>
              <a:gd name="connsiteX1" fmla="*/ 539230 w 523125"/>
              <a:gd name="connsiteY1" fmla="*/ 84830 h 438750"/>
              <a:gd name="connsiteX2" fmla="*/ 525983 w 523125"/>
              <a:gd name="connsiteY2" fmla="*/ 60091 h 438750"/>
              <a:gd name="connsiteX3" fmla="*/ 461672 w 523125"/>
              <a:gd name="connsiteY3" fmla="*/ 8049 h 438750"/>
              <a:gd name="connsiteX4" fmla="*/ 410828 w 523125"/>
              <a:gd name="connsiteY4" fmla="*/ 13398 h 438750"/>
              <a:gd name="connsiteX5" fmla="*/ 213896 w 523125"/>
              <a:gd name="connsiteY5" fmla="*/ 256753 h 438750"/>
              <a:gd name="connsiteX6" fmla="*/ 120476 w 523125"/>
              <a:gd name="connsiteY6" fmla="*/ 177997 h 438750"/>
              <a:gd name="connsiteX7" fmla="*/ 59980 w 523125"/>
              <a:gd name="connsiteY7" fmla="*/ 180545 h 438750"/>
              <a:gd name="connsiteX8" fmla="*/ 10586 w 523125"/>
              <a:gd name="connsiteY8" fmla="*/ 229921 h 438750"/>
              <a:gd name="connsiteX9" fmla="*/ 23 w 523125"/>
              <a:gd name="connsiteY9" fmla="*/ 256820 h 438750"/>
              <a:gd name="connsiteX10" fmla="*/ 12544 w 523125"/>
              <a:gd name="connsiteY10" fmla="*/ 282841 h 438750"/>
              <a:gd name="connsiteX11" fmla="*/ 199991 w 523125"/>
              <a:gd name="connsiteY11" fmla="*/ 444251 h 438750"/>
              <a:gd name="connsiteX12" fmla="*/ 226350 w 523125"/>
              <a:gd name="connsiteY12" fmla="*/ 452908 h 438750"/>
              <a:gd name="connsiteX13" fmla="*/ 251072 w 523125"/>
              <a:gd name="connsiteY13" fmla="*/ 440302 h 438750"/>
              <a:gd name="connsiteX14" fmla="*/ 530775 w 523125"/>
              <a:gd name="connsiteY14" fmla="*/ 111577 h 4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3125" h="438750">
                <a:moveTo>
                  <a:pt x="530775" y="111577"/>
                </a:moveTo>
                <a:cubicBezTo>
                  <a:pt x="537053" y="104169"/>
                  <a:pt x="540124" y="94516"/>
                  <a:pt x="539230" y="84830"/>
                </a:cubicBezTo>
                <a:cubicBezTo>
                  <a:pt x="538301" y="75144"/>
                  <a:pt x="533526" y="66234"/>
                  <a:pt x="525983" y="60091"/>
                </a:cubicBezTo>
                <a:lnTo>
                  <a:pt x="461672" y="8049"/>
                </a:lnTo>
                <a:cubicBezTo>
                  <a:pt x="446147" y="-4506"/>
                  <a:pt x="423383" y="-2110"/>
                  <a:pt x="410828" y="13398"/>
                </a:cubicBezTo>
                <a:lnTo>
                  <a:pt x="213896" y="256753"/>
                </a:lnTo>
                <a:lnTo>
                  <a:pt x="120476" y="177997"/>
                </a:lnTo>
                <a:cubicBezTo>
                  <a:pt x="102690" y="162995"/>
                  <a:pt x="76433" y="164126"/>
                  <a:pt x="59980" y="180545"/>
                </a:cubicBezTo>
                <a:lnTo>
                  <a:pt x="10586" y="229921"/>
                </a:lnTo>
                <a:cubicBezTo>
                  <a:pt x="3482" y="237026"/>
                  <a:pt x="-332" y="246779"/>
                  <a:pt x="23" y="256820"/>
                </a:cubicBezTo>
                <a:cubicBezTo>
                  <a:pt x="394" y="266878"/>
                  <a:pt x="4933" y="276260"/>
                  <a:pt x="12544" y="282841"/>
                </a:cubicBezTo>
                <a:lnTo>
                  <a:pt x="199991" y="444251"/>
                </a:lnTo>
                <a:cubicBezTo>
                  <a:pt x="207281" y="450545"/>
                  <a:pt x="216765" y="453667"/>
                  <a:pt x="226350" y="452908"/>
                </a:cubicBezTo>
                <a:cubicBezTo>
                  <a:pt x="235935" y="452165"/>
                  <a:pt x="244845" y="447643"/>
                  <a:pt x="251072" y="440302"/>
                </a:cubicBezTo>
                <a:lnTo>
                  <a:pt x="530775" y="111577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17" name="组合 116"/>
          <p:cNvGrpSpPr/>
          <p:nvPr/>
        </p:nvGrpSpPr>
        <p:grpSpPr>
          <a:xfrm>
            <a:off x="7014238" y="5695340"/>
            <a:ext cx="523125" cy="455625"/>
            <a:chOff x="7923186" y="2489144"/>
            <a:chExt cx="523125" cy="455625"/>
          </a:xfrm>
          <a:solidFill>
            <a:schemeClr val="accent1"/>
          </a:solidFill>
        </p:grpSpPr>
        <p:sp>
          <p:nvSpPr>
            <p:cNvPr id="118" name="任意多边形: 形状 117"/>
            <p:cNvSpPr/>
            <p:nvPr/>
          </p:nvSpPr>
          <p:spPr>
            <a:xfrm>
              <a:off x="8045478" y="2739537"/>
              <a:ext cx="303750" cy="151875"/>
            </a:xfrm>
            <a:custGeom>
              <a:avLst/>
              <a:gdLst>
                <a:gd name="connsiteX0" fmla="*/ 0 w 303750"/>
                <a:gd name="connsiteY0" fmla="*/ 6446 h 151875"/>
                <a:gd name="connsiteX1" fmla="*/ 0 w 303750"/>
                <a:gd name="connsiteY1" fmla="*/ 82384 h 151875"/>
                <a:gd name="connsiteX2" fmla="*/ 154980 w 303750"/>
                <a:gd name="connsiteY2" fmla="*/ 153579 h 151875"/>
                <a:gd name="connsiteX3" fmla="*/ 309960 w 303750"/>
                <a:gd name="connsiteY3" fmla="*/ 82384 h 151875"/>
                <a:gd name="connsiteX4" fmla="*/ 309960 w 303750"/>
                <a:gd name="connsiteY4" fmla="*/ 0 h 151875"/>
                <a:gd name="connsiteX5" fmla="*/ 176158 w 303750"/>
                <a:gd name="connsiteY5" fmla="*/ 78199 h 151875"/>
                <a:gd name="connsiteX6" fmla="*/ 144923 w 303750"/>
                <a:gd name="connsiteY6" fmla="*/ 79194 h 151875"/>
                <a:gd name="connsiteX7" fmla="*/ 0 w 303750"/>
                <a:gd name="connsiteY7" fmla="*/ 6446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750" h="151875">
                  <a:moveTo>
                    <a:pt x="0" y="6446"/>
                  </a:moveTo>
                  <a:lnTo>
                    <a:pt x="0" y="82384"/>
                  </a:lnTo>
                  <a:cubicBezTo>
                    <a:pt x="0" y="82384"/>
                    <a:pt x="64395" y="153579"/>
                    <a:pt x="154980" y="153579"/>
                  </a:cubicBezTo>
                  <a:cubicBezTo>
                    <a:pt x="268937" y="153579"/>
                    <a:pt x="309960" y="82384"/>
                    <a:pt x="309960" y="82384"/>
                  </a:cubicBezTo>
                  <a:lnTo>
                    <a:pt x="309960" y="0"/>
                  </a:lnTo>
                  <a:lnTo>
                    <a:pt x="176158" y="78199"/>
                  </a:lnTo>
                  <a:cubicBezTo>
                    <a:pt x="166607" y="83784"/>
                    <a:pt x="154828" y="84172"/>
                    <a:pt x="144923" y="79194"/>
                  </a:cubicBezTo>
                  <a:lnTo>
                    <a:pt x="0" y="644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7923186" y="2489144"/>
              <a:ext cx="523125" cy="455625"/>
            </a:xfrm>
            <a:custGeom>
              <a:avLst/>
              <a:gdLst>
                <a:gd name="connsiteX0" fmla="*/ 280630 w 523125"/>
                <a:gd name="connsiteY0" fmla="*/ 166440 h 455625"/>
                <a:gd name="connsiteX1" fmla="*/ 238257 w 523125"/>
                <a:gd name="connsiteY1" fmla="*/ 155691 h 455625"/>
                <a:gd name="connsiteX2" fmla="*/ 77388 w 523125"/>
                <a:gd name="connsiteY2" fmla="*/ 211412 h 455625"/>
                <a:gd name="connsiteX3" fmla="*/ 268295 w 523125"/>
                <a:gd name="connsiteY3" fmla="*/ 306975 h 455625"/>
                <a:gd name="connsiteX4" fmla="*/ 299412 w 523125"/>
                <a:gd name="connsiteY4" fmla="*/ 305963 h 455625"/>
                <a:gd name="connsiteX5" fmla="*/ 521875 w 523125"/>
                <a:gd name="connsiteY5" fmla="*/ 176295 h 455625"/>
                <a:gd name="connsiteX6" fmla="*/ 538109 w 523125"/>
                <a:gd name="connsiteY6" fmla="*/ 146983 h 455625"/>
                <a:gd name="connsiteX7" fmla="*/ 520053 w 523125"/>
                <a:gd name="connsiteY7" fmla="*/ 118768 h 455625"/>
                <a:gd name="connsiteX8" fmla="*/ 289675 w 523125"/>
                <a:gd name="connsiteY8" fmla="*/ 3461 h 455625"/>
                <a:gd name="connsiteX9" fmla="*/ 258558 w 523125"/>
                <a:gd name="connsiteY9" fmla="*/ 4457 h 455625"/>
                <a:gd name="connsiteX10" fmla="*/ 36095 w 523125"/>
                <a:gd name="connsiteY10" fmla="*/ 134124 h 455625"/>
                <a:gd name="connsiteX11" fmla="*/ 19861 w 523125"/>
                <a:gd name="connsiteY11" fmla="*/ 163436 h 455625"/>
                <a:gd name="connsiteX12" fmla="*/ 37934 w 523125"/>
                <a:gd name="connsiteY12" fmla="*/ 191651 h 455625"/>
                <a:gd name="connsiteX13" fmla="*/ 37445 w 523125"/>
                <a:gd name="connsiteY13" fmla="*/ 309371 h 455625"/>
                <a:gd name="connsiteX14" fmla="*/ 17701 w 523125"/>
                <a:gd name="connsiteY14" fmla="*/ 337283 h 455625"/>
                <a:gd name="connsiteX15" fmla="*/ 29210 w 523125"/>
                <a:gd name="connsiteY15" fmla="*/ 360739 h 455625"/>
                <a:gd name="connsiteX16" fmla="*/ 10428 w 523125"/>
                <a:gd name="connsiteY16" fmla="*/ 397071 h 455625"/>
                <a:gd name="connsiteX17" fmla="*/ 66 w 523125"/>
                <a:gd name="connsiteY17" fmla="*/ 423143 h 455625"/>
                <a:gd name="connsiteX18" fmla="*/ 13685 w 523125"/>
                <a:gd name="connsiteY18" fmla="*/ 447662 h 455625"/>
                <a:gd name="connsiteX19" fmla="*/ 17768 w 523125"/>
                <a:gd name="connsiteY19" fmla="*/ 450598 h 455625"/>
                <a:gd name="connsiteX20" fmla="*/ 43958 w 523125"/>
                <a:gd name="connsiteY20" fmla="*/ 455863 h 455625"/>
                <a:gd name="connsiteX21" fmla="*/ 65373 w 523125"/>
                <a:gd name="connsiteY21" fmla="*/ 439916 h 455625"/>
                <a:gd name="connsiteX22" fmla="*/ 68258 w 523125"/>
                <a:gd name="connsiteY22" fmla="*/ 358174 h 455625"/>
                <a:gd name="connsiteX23" fmla="*/ 76932 w 523125"/>
                <a:gd name="connsiteY23" fmla="*/ 337283 h 455625"/>
                <a:gd name="connsiteX24" fmla="*/ 57408 w 523125"/>
                <a:gd name="connsiteY24" fmla="*/ 309439 h 455625"/>
                <a:gd name="connsiteX25" fmla="*/ 57880 w 523125"/>
                <a:gd name="connsiteY25" fmla="*/ 197034 h 455625"/>
                <a:gd name="connsiteX26" fmla="*/ 232520 w 523125"/>
                <a:gd name="connsiteY26" fmla="*/ 136554 h 455625"/>
                <a:gd name="connsiteX27" fmla="*/ 241514 w 523125"/>
                <a:gd name="connsiteY27" fmla="*/ 122329 h 455625"/>
                <a:gd name="connsiteX28" fmla="*/ 279010 w 523125"/>
                <a:gd name="connsiteY28" fmla="*/ 148721 h 455625"/>
                <a:gd name="connsiteX29" fmla="*/ 317401 w 523125"/>
                <a:gd name="connsiteY29" fmla="*/ 128117 h 455625"/>
                <a:gd name="connsiteX30" fmla="*/ 315730 w 523125"/>
                <a:gd name="connsiteY30" fmla="*/ 120000 h 455625"/>
                <a:gd name="connsiteX31" fmla="*/ 325265 w 523125"/>
                <a:gd name="connsiteY31" fmla="*/ 142461 h 455625"/>
                <a:gd name="connsiteX32" fmla="*/ 280630 w 523125"/>
                <a:gd name="connsiteY32" fmla="*/ 166440 h 45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23125" h="455625">
                  <a:moveTo>
                    <a:pt x="280630" y="166440"/>
                  </a:moveTo>
                  <a:cubicBezTo>
                    <a:pt x="263907" y="166440"/>
                    <a:pt x="247252" y="162947"/>
                    <a:pt x="238257" y="155691"/>
                  </a:cubicBezTo>
                  <a:lnTo>
                    <a:pt x="77388" y="211412"/>
                  </a:lnTo>
                  <a:lnTo>
                    <a:pt x="268295" y="306975"/>
                  </a:lnTo>
                  <a:cubicBezTo>
                    <a:pt x="278167" y="311919"/>
                    <a:pt x="289895" y="311548"/>
                    <a:pt x="299412" y="305963"/>
                  </a:cubicBezTo>
                  <a:lnTo>
                    <a:pt x="521875" y="176295"/>
                  </a:lnTo>
                  <a:cubicBezTo>
                    <a:pt x="532253" y="170254"/>
                    <a:pt x="538480" y="158998"/>
                    <a:pt x="538109" y="146983"/>
                  </a:cubicBezTo>
                  <a:cubicBezTo>
                    <a:pt x="537755" y="134968"/>
                    <a:pt x="530785" y="124134"/>
                    <a:pt x="520053" y="118768"/>
                  </a:cubicBezTo>
                  <a:lnTo>
                    <a:pt x="289675" y="3461"/>
                  </a:lnTo>
                  <a:cubicBezTo>
                    <a:pt x="279803" y="-1483"/>
                    <a:pt x="268092" y="-1112"/>
                    <a:pt x="258558" y="4457"/>
                  </a:cubicBezTo>
                  <a:lnTo>
                    <a:pt x="36095" y="134124"/>
                  </a:lnTo>
                  <a:cubicBezTo>
                    <a:pt x="25716" y="140166"/>
                    <a:pt x="19490" y="151421"/>
                    <a:pt x="19861" y="163436"/>
                  </a:cubicBezTo>
                  <a:cubicBezTo>
                    <a:pt x="20249" y="175434"/>
                    <a:pt x="27185" y="186268"/>
                    <a:pt x="37934" y="191651"/>
                  </a:cubicBezTo>
                  <a:lnTo>
                    <a:pt x="37445" y="309371"/>
                  </a:lnTo>
                  <a:cubicBezTo>
                    <a:pt x="25936" y="313421"/>
                    <a:pt x="17701" y="324424"/>
                    <a:pt x="17701" y="337283"/>
                  </a:cubicBezTo>
                  <a:cubicBezTo>
                    <a:pt x="17701" y="346817"/>
                    <a:pt x="22190" y="355288"/>
                    <a:pt x="29210" y="360739"/>
                  </a:cubicBezTo>
                  <a:cubicBezTo>
                    <a:pt x="26982" y="376989"/>
                    <a:pt x="19405" y="388701"/>
                    <a:pt x="10428" y="397071"/>
                  </a:cubicBezTo>
                  <a:cubicBezTo>
                    <a:pt x="3239" y="403753"/>
                    <a:pt x="-558" y="413321"/>
                    <a:pt x="66" y="423143"/>
                  </a:cubicBezTo>
                  <a:cubicBezTo>
                    <a:pt x="691" y="432930"/>
                    <a:pt x="5686" y="441958"/>
                    <a:pt x="13685" y="447662"/>
                  </a:cubicBezTo>
                  <a:lnTo>
                    <a:pt x="17768" y="450598"/>
                  </a:lnTo>
                  <a:cubicBezTo>
                    <a:pt x="25345" y="455998"/>
                    <a:pt x="34863" y="457939"/>
                    <a:pt x="43958" y="455863"/>
                  </a:cubicBezTo>
                  <a:cubicBezTo>
                    <a:pt x="53054" y="453788"/>
                    <a:pt x="60833" y="448016"/>
                    <a:pt x="65373" y="439916"/>
                  </a:cubicBezTo>
                  <a:cubicBezTo>
                    <a:pt x="81033" y="411938"/>
                    <a:pt x="73439" y="375606"/>
                    <a:pt x="68258" y="358174"/>
                  </a:cubicBezTo>
                  <a:cubicBezTo>
                    <a:pt x="73608" y="352841"/>
                    <a:pt x="76932" y="345433"/>
                    <a:pt x="76932" y="337283"/>
                  </a:cubicBezTo>
                  <a:cubicBezTo>
                    <a:pt x="76932" y="324491"/>
                    <a:pt x="68798" y="313556"/>
                    <a:pt x="57408" y="309439"/>
                  </a:cubicBezTo>
                  <a:lnTo>
                    <a:pt x="57880" y="197034"/>
                  </a:lnTo>
                  <a:lnTo>
                    <a:pt x="232520" y="136554"/>
                  </a:lnTo>
                  <a:cubicBezTo>
                    <a:pt x="234038" y="129146"/>
                    <a:pt x="241514" y="122329"/>
                    <a:pt x="241514" y="122329"/>
                  </a:cubicBezTo>
                  <a:cubicBezTo>
                    <a:pt x="240940" y="124337"/>
                    <a:pt x="242071" y="148721"/>
                    <a:pt x="279010" y="148721"/>
                  </a:cubicBezTo>
                  <a:cubicBezTo>
                    <a:pt x="300239" y="148721"/>
                    <a:pt x="317401" y="141954"/>
                    <a:pt x="317401" y="128117"/>
                  </a:cubicBezTo>
                  <a:cubicBezTo>
                    <a:pt x="317401" y="125586"/>
                    <a:pt x="316810" y="122835"/>
                    <a:pt x="315730" y="120000"/>
                  </a:cubicBezTo>
                  <a:cubicBezTo>
                    <a:pt x="321704" y="127358"/>
                    <a:pt x="325265" y="135660"/>
                    <a:pt x="325265" y="142461"/>
                  </a:cubicBezTo>
                  <a:cubicBezTo>
                    <a:pt x="325282" y="158559"/>
                    <a:pt x="305285" y="166440"/>
                    <a:pt x="280630" y="16644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8233438" y="5660434"/>
            <a:ext cx="473036" cy="525437"/>
            <a:chOff x="9038676" y="2453000"/>
            <a:chExt cx="473036" cy="525437"/>
          </a:xfrm>
          <a:solidFill>
            <a:schemeClr val="accent1"/>
          </a:solidFill>
        </p:grpSpPr>
        <p:sp>
          <p:nvSpPr>
            <p:cNvPr id="121" name="任意多边形: 形状 120"/>
            <p:cNvSpPr/>
            <p:nvPr/>
          </p:nvSpPr>
          <p:spPr>
            <a:xfrm>
              <a:off x="9122895" y="2539687"/>
              <a:ext cx="303750" cy="438750"/>
            </a:xfrm>
            <a:custGeom>
              <a:avLst/>
              <a:gdLst>
                <a:gd name="connsiteX0" fmla="*/ 166421 w 303750"/>
                <a:gd name="connsiteY0" fmla="*/ 0 h 438750"/>
                <a:gd name="connsiteX1" fmla="*/ 147167 w 303750"/>
                <a:gd name="connsiteY1" fmla="*/ 0 h 438750"/>
                <a:gd name="connsiteX2" fmla="*/ 0 w 303750"/>
                <a:gd name="connsiteY2" fmla="*/ 157309 h 438750"/>
                <a:gd name="connsiteX3" fmla="*/ 69221 w 303750"/>
                <a:gd name="connsiteY3" fmla="*/ 287938 h 438750"/>
                <a:gd name="connsiteX4" fmla="*/ 69221 w 303750"/>
                <a:gd name="connsiteY4" fmla="*/ 333197 h 438750"/>
                <a:gd name="connsiteX5" fmla="*/ 81793 w 303750"/>
                <a:gd name="connsiteY5" fmla="*/ 356619 h 438750"/>
                <a:gd name="connsiteX6" fmla="*/ 85050 w 303750"/>
                <a:gd name="connsiteY6" fmla="*/ 362273 h 438750"/>
                <a:gd name="connsiteX7" fmla="*/ 82502 w 303750"/>
                <a:gd name="connsiteY7" fmla="*/ 368246 h 438750"/>
                <a:gd name="connsiteX8" fmla="*/ 70673 w 303750"/>
                <a:gd name="connsiteY8" fmla="*/ 381257 h 438750"/>
                <a:gd name="connsiteX9" fmla="*/ 70673 w 303750"/>
                <a:gd name="connsiteY9" fmla="*/ 410434 h 438750"/>
                <a:gd name="connsiteX10" fmla="*/ 82502 w 303750"/>
                <a:gd name="connsiteY10" fmla="*/ 422246 h 438750"/>
                <a:gd name="connsiteX11" fmla="*/ 90416 w 303750"/>
                <a:gd name="connsiteY11" fmla="*/ 422246 h 438750"/>
                <a:gd name="connsiteX12" fmla="*/ 101351 w 303750"/>
                <a:gd name="connsiteY12" fmla="*/ 427478 h 438750"/>
                <a:gd name="connsiteX13" fmla="*/ 156802 w 303750"/>
                <a:gd name="connsiteY13" fmla="*/ 450225 h 438750"/>
                <a:gd name="connsiteX14" fmla="*/ 212237 w 303750"/>
                <a:gd name="connsiteY14" fmla="*/ 427478 h 438750"/>
                <a:gd name="connsiteX15" fmla="*/ 223172 w 303750"/>
                <a:gd name="connsiteY15" fmla="*/ 422246 h 438750"/>
                <a:gd name="connsiteX16" fmla="*/ 231086 w 303750"/>
                <a:gd name="connsiteY16" fmla="*/ 422246 h 438750"/>
                <a:gd name="connsiteX17" fmla="*/ 242916 w 303750"/>
                <a:gd name="connsiteY17" fmla="*/ 410434 h 438750"/>
                <a:gd name="connsiteX18" fmla="*/ 242916 w 303750"/>
                <a:gd name="connsiteY18" fmla="*/ 381257 h 438750"/>
                <a:gd name="connsiteX19" fmla="*/ 231086 w 303750"/>
                <a:gd name="connsiteY19" fmla="*/ 368246 h 438750"/>
                <a:gd name="connsiteX20" fmla="*/ 228555 w 303750"/>
                <a:gd name="connsiteY20" fmla="*/ 362273 h 438750"/>
                <a:gd name="connsiteX21" fmla="*/ 231812 w 303750"/>
                <a:gd name="connsiteY21" fmla="*/ 356619 h 438750"/>
                <a:gd name="connsiteX22" fmla="*/ 244367 w 303750"/>
                <a:gd name="connsiteY22" fmla="*/ 333197 h 438750"/>
                <a:gd name="connsiteX23" fmla="*/ 244367 w 303750"/>
                <a:gd name="connsiteY23" fmla="*/ 287938 h 438750"/>
                <a:gd name="connsiteX24" fmla="*/ 313588 w 303750"/>
                <a:gd name="connsiteY24" fmla="*/ 157309 h 438750"/>
                <a:gd name="connsiteX25" fmla="*/ 166421 w 303750"/>
                <a:gd name="connsiteY25" fmla="*/ 0 h 438750"/>
                <a:gd name="connsiteX26" fmla="*/ 211478 w 303750"/>
                <a:gd name="connsiteY26" fmla="*/ 253699 h 438750"/>
                <a:gd name="connsiteX27" fmla="*/ 202652 w 303750"/>
                <a:gd name="connsiteY27" fmla="*/ 258272 h 438750"/>
                <a:gd name="connsiteX28" fmla="*/ 202652 w 303750"/>
                <a:gd name="connsiteY28" fmla="*/ 300274 h 438750"/>
                <a:gd name="connsiteX29" fmla="*/ 190688 w 303750"/>
                <a:gd name="connsiteY29" fmla="*/ 315107 h 438750"/>
                <a:gd name="connsiteX30" fmla="*/ 172091 w 303750"/>
                <a:gd name="connsiteY30" fmla="*/ 319022 h 438750"/>
                <a:gd name="connsiteX31" fmla="*/ 141514 w 303750"/>
                <a:gd name="connsiteY31" fmla="*/ 319022 h 438750"/>
                <a:gd name="connsiteX32" fmla="*/ 122918 w 303750"/>
                <a:gd name="connsiteY32" fmla="*/ 315107 h 438750"/>
                <a:gd name="connsiteX33" fmla="*/ 110953 w 303750"/>
                <a:gd name="connsiteY33" fmla="*/ 300274 h 438750"/>
                <a:gd name="connsiteX34" fmla="*/ 110953 w 303750"/>
                <a:gd name="connsiteY34" fmla="*/ 258255 h 438750"/>
                <a:gd name="connsiteX35" fmla="*/ 102128 w 303750"/>
                <a:gd name="connsiteY35" fmla="*/ 253682 h 438750"/>
                <a:gd name="connsiteX36" fmla="*/ 48516 w 303750"/>
                <a:gd name="connsiteY36" fmla="*/ 160161 h 438750"/>
                <a:gd name="connsiteX37" fmla="*/ 156802 w 303750"/>
                <a:gd name="connsiteY37" fmla="*/ 50676 h 438750"/>
                <a:gd name="connsiteX38" fmla="*/ 265073 w 303750"/>
                <a:gd name="connsiteY38" fmla="*/ 160161 h 438750"/>
                <a:gd name="connsiteX39" fmla="*/ 211478 w 303750"/>
                <a:gd name="connsiteY39" fmla="*/ 253699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03750" h="438750">
                  <a:moveTo>
                    <a:pt x="166421" y="0"/>
                  </a:moveTo>
                  <a:lnTo>
                    <a:pt x="147167" y="0"/>
                  </a:lnTo>
                  <a:cubicBezTo>
                    <a:pt x="65289" y="5181"/>
                    <a:pt x="0" y="73643"/>
                    <a:pt x="0" y="157309"/>
                  </a:cubicBezTo>
                  <a:cubicBezTo>
                    <a:pt x="0" y="214819"/>
                    <a:pt x="25380" y="260769"/>
                    <a:pt x="69221" y="287938"/>
                  </a:cubicBezTo>
                  <a:lnTo>
                    <a:pt x="69221" y="333197"/>
                  </a:lnTo>
                  <a:cubicBezTo>
                    <a:pt x="69221" y="346410"/>
                    <a:pt x="74132" y="351523"/>
                    <a:pt x="81793" y="356619"/>
                  </a:cubicBezTo>
                  <a:cubicBezTo>
                    <a:pt x="83700" y="357851"/>
                    <a:pt x="84915" y="359961"/>
                    <a:pt x="85050" y="362273"/>
                  </a:cubicBezTo>
                  <a:cubicBezTo>
                    <a:pt x="85185" y="364568"/>
                    <a:pt x="85404" y="367538"/>
                    <a:pt x="82502" y="368246"/>
                  </a:cubicBezTo>
                  <a:cubicBezTo>
                    <a:pt x="70639" y="368246"/>
                    <a:pt x="70673" y="381257"/>
                    <a:pt x="70673" y="381257"/>
                  </a:cubicBezTo>
                  <a:cubicBezTo>
                    <a:pt x="70673" y="386522"/>
                    <a:pt x="70673" y="410434"/>
                    <a:pt x="70673" y="410434"/>
                  </a:cubicBezTo>
                  <a:cubicBezTo>
                    <a:pt x="70673" y="416964"/>
                    <a:pt x="75954" y="422246"/>
                    <a:pt x="82502" y="422246"/>
                  </a:cubicBezTo>
                  <a:lnTo>
                    <a:pt x="90416" y="422246"/>
                  </a:lnTo>
                  <a:cubicBezTo>
                    <a:pt x="96744" y="422246"/>
                    <a:pt x="101351" y="427478"/>
                    <a:pt x="101351" y="427478"/>
                  </a:cubicBezTo>
                  <a:cubicBezTo>
                    <a:pt x="101351" y="427478"/>
                    <a:pt x="129178" y="450225"/>
                    <a:pt x="156802" y="450225"/>
                  </a:cubicBezTo>
                  <a:cubicBezTo>
                    <a:pt x="184815" y="450225"/>
                    <a:pt x="212237" y="427478"/>
                    <a:pt x="212237" y="427478"/>
                  </a:cubicBezTo>
                  <a:cubicBezTo>
                    <a:pt x="212237" y="427478"/>
                    <a:pt x="216844" y="422246"/>
                    <a:pt x="223172" y="422246"/>
                  </a:cubicBezTo>
                  <a:lnTo>
                    <a:pt x="231086" y="422246"/>
                  </a:lnTo>
                  <a:cubicBezTo>
                    <a:pt x="237651" y="422246"/>
                    <a:pt x="242916" y="416964"/>
                    <a:pt x="242916" y="410434"/>
                  </a:cubicBezTo>
                  <a:cubicBezTo>
                    <a:pt x="242916" y="410434"/>
                    <a:pt x="242916" y="386539"/>
                    <a:pt x="242916" y="381257"/>
                  </a:cubicBezTo>
                  <a:cubicBezTo>
                    <a:pt x="242916" y="381257"/>
                    <a:pt x="242949" y="368246"/>
                    <a:pt x="231086" y="368246"/>
                  </a:cubicBezTo>
                  <a:cubicBezTo>
                    <a:pt x="228184" y="367554"/>
                    <a:pt x="228420" y="364534"/>
                    <a:pt x="228555" y="362273"/>
                  </a:cubicBezTo>
                  <a:cubicBezTo>
                    <a:pt x="228724" y="359961"/>
                    <a:pt x="229905" y="357851"/>
                    <a:pt x="231812" y="356619"/>
                  </a:cubicBezTo>
                  <a:cubicBezTo>
                    <a:pt x="239456" y="351523"/>
                    <a:pt x="244367" y="346427"/>
                    <a:pt x="244367" y="333197"/>
                  </a:cubicBezTo>
                  <a:lnTo>
                    <a:pt x="244367" y="287938"/>
                  </a:lnTo>
                  <a:cubicBezTo>
                    <a:pt x="288208" y="260786"/>
                    <a:pt x="313588" y="214819"/>
                    <a:pt x="313588" y="157309"/>
                  </a:cubicBezTo>
                  <a:cubicBezTo>
                    <a:pt x="313588" y="73643"/>
                    <a:pt x="248333" y="5164"/>
                    <a:pt x="166421" y="0"/>
                  </a:cubicBezTo>
                  <a:close/>
                  <a:moveTo>
                    <a:pt x="211478" y="253699"/>
                  </a:moveTo>
                  <a:lnTo>
                    <a:pt x="202652" y="258272"/>
                  </a:lnTo>
                  <a:lnTo>
                    <a:pt x="202652" y="300274"/>
                  </a:lnTo>
                  <a:cubicBezTo>
                    <a:pt x="202652" y="307463"/>
                    <a:pt x="197674" y="313588"/>
                    <a:pt x="190688" y="315107"/>
                  </a:cubicBezTo>
                  <a:lnTo>
                    <a:pt x="172091" y="319022"/>
                  </a:lnTo>
                  <a:cubicBezTo>
                    <a:pt x="168953" y="319714"/>
                    <a:pt x="153968" y="322194"/>
                    <a:pt x="141514" y="319022"/>
                  </a:cubicBezTo>
                  <a:lnTo>
                    <a:pt x="122918" y="315107"/>
                  </a:lnTo>
                  <a:cubicBezTo>
                    <a:pt x="115931" y="313588"/>
                    <a:pt x="110953" y="307463"/>
                    <a:pt x="110953" y="300274"/>
                  </a:cubicBezTo>
                  <a:lnTo>
                    <a:pt x="110953" y="258255"/>
                  </a:lnTo>
                  <a:lnTo>
                    <a:pt x="102128" y="253682"/>
                  </a:lnTo>
                  <a:cubicBezTo>
                    <a:pt x="57814" y="230901"/>
                    <a:pt x="48516" y="190215"/>
                    <a:pt x="48516" y="160161"/>
                  </a:cubicBezTo>
                  <a:cubicBezTo>
                    <a:pt x="48516" y="99900"/>
                    <a:pt x="97031" y="50878"/>
                    <a:pt x="156802" y="50676"/>
                  </a:cubicBezTo>
                  <a:cubicBezTo>
                    <a:pt x="216557" y="50878"/>
                    <a:pt x="265073" y="99900"/>
                    <a:pt x="265073" y="160161"/>
                  </a:cubicBezTo>
                  <a:cubicBezTo>
                    <a:pt x="265073" y="190232"/>
                    <a:pt x="255774" y="230918"/>
                    <a:pt x="211478" y="25369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9420525" y="2536256"/>
              <a:ext cx="50625" cy="50625"/>
            </a:xfrm>
            <a:custGeom>
              <a:avLst/>
              <a:gdLst>
                <a:gd name="connsiteX0" fmla="*/ 57809 w 50625"/>
                <a:gd name="connsiteY0" fmla="*/ 21352 h 50625"/>
                <a:gd name="connsiteX1" fmla="*/ 54839 w 50625"/>
                <a:gd name="connsiteY1" fmla="*/ 10468 h 50625"/>
                <a:gd name="connsiteX2" fmla="*/ 50417 w 50625"/>
                <a:gd name="connsiteY2" fmla="*/ 5051 h 50625"/>
                <a:gd name="connsiteX3" fmla="*/ 40309 w 50625"/>
                <a:gd name="connsiteY3" fmla="*/ 22 h 50625"/>
                <a:gd name="connsiteX4" fmla="*/ 29746 w 50625"/>
                <a:gd name="connsiteY4" fmla="*/ 3903 h 50625"/>
                <a:gd name="connsiteX5" fmla="*/ 4349 w 50625"/>
                <a:gd name="connsiteY5" fmla="*/ 28052 h 50625"/>
                <a:gd name="connsiteX6" fmla="*/ 3218 w 50625"/>
                <a:gd name="connsiteY6" fmla="*/ 47340 h 50625"/>
                <a:gd name="connsiteX7" fmla="*/ 4096 w 50625"/>
                <a:gd name="connsiteY7" fmla="*/ 48369 h 50625"/>
                <a:gd name="connsiteX8" fmla="*/ 23215 w 50625"/>
                <a:gd name="connsiteY8" fmla="*/ 51035 h 50625"/>
                <a:gd name="connsiteX9" fmla="*/ 51886 w 50625"/>
                <a:gd name="connsiteY9" fmla="*/ 30920 h 50625"/>
                <a:gd name="connsiteX10" fmla="*/ 57809 w 50625"/>
                <a:gd name="connsiteY10" fmla="*/ 21352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625" h="50625">
                  <a:moveTo>
                    <a:pt x="57809" y="21352"/>
                  </a:moveTo>
                  <a:cubicBezTo>
                    <a:pt x="58399" y="17488"/>
                    <a:pt x="57319" y="13556"/>
                    <a:pt x="54839" y="10468"/>
                  </a:cubicBezTo>
                  <a:cubicBezTo>
                    <a:pt x="53387" y="8645"/>
                    <a:pt x="51903" y="6857"/>
                    <a:pt x="50417" y="5051"/>
                  </a:cubicBezTo>
                  <a:cubicBezTo>
                    <a:pt x="47886" y="2064"/>
                    <a:pt x="44258" y="242"/>
                    <a:pt x="40309" y="22"/>
                  </a:cubicBezTo>
                  <a:cubicBezTo>
                    <a:pt x="36445" y="-197"/>
                    <a:pt x="32581" y="1220"/>
                    <a:pt x="29746" y="3903"/>
                  </a:cubicBezTo>
                  <a:lnTo>
                    <a:pt x="4349" y="28052"/>
                  </a:lnTo>
                  <a:cubicBezTo>
                    <a:pt x="-984" y="33198"/>
                    <a:pt x="-1473" y="41619"/>
                    <a:pt x="3218" y="47340"/>
                  </a:cubicBezTo>
                  <a:cubicBezTo>
                    <a:pt x="3539" y="47677"/>
                    <a:pt x="3775" y="48015"/>
                    <a:pt x="4096" y="48369"/>
                  </a:cubicBezTo>
                  <a:cubicBezTo>
                    <a:pt x="8753" y="54140"/>
                    <a:pt x="17106" y="55322"/>
                    <a:pt x="23215" y="51035"/>
                  </a:cubicBezTo>
                  <a:lnTo>
                    <a:pt x="51886" y="30920"/>
                  </a:lnTo>
                  <a:cubicBezTo>
                    <a:pt x="55075" y="28676"/>
                    <a:pt x="57218" y="25217"/>
                    <a:pt x="57809" y="2135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9260846" y="2453000"/>
              <a:ext cx="33750" cy="50625"/>
            </a:xfrm>
            <a:custGeom>
              <a:avLst/>
              <a:gdLst>
                <a:gd name="connsiteX0" fmla="*/ 17383 w 33750"/>
                <a:gd name="connsiteY0" fmla="*/ 63332 h 50625"/>
                <a:gd name="connsiteX1" fmla="*/ 18666 w 33750"/>
                <a:gd name="connsiteY1" fmla="*/ 63315 h 50625"/>
                <a:gd name="connsiteX2" fmla="*/ 32706 w 33750"/>
                <a:gd name="connsiteY2" fmla="*/ 50051 h 50625"/>
                <a:gd name="connsiteX3" fmla="*/ 34950 w 33750"/>
                <a:gd name="connsiteY3" fmla="*/ 15086 h 50625"/>
                <a:gd name="connsiteX4" fmla="*/ 31136 w 33750"/>
                <a:gd name="connsiteY4" fmla="*/ 4506 h 50625"/>
                <a:gd name="connsiteX5" fmla="*/ 20859 w 33750"/>
                <a:gd name="connsiteY5" fmla="*/ 0 h 50625"/>
                <a:gd name="connsiteX6" fmla="*/ 13823 w 33750"/>
                <a:gd name="connsiteY6" fmla="*/ 68 h 50625"/>
                <a:gd name="connsiteX7" fmla="*/ 3613 w 33750"/>
                <a:gd name="connsiteY7" fmla="*/ 4793 h 50625"/>
                <a:gd name="connsiteX8" fmla="*/ 53 w 33750"/>
                <a:gd name="connsiteY8" fmla="*/ 15474 h 50625"/>
                <a:gd name="connsiteX9" fmla="*/ 3073 w 33750"/>
                <a:gd name="connsiteY9" fmla="*/ 50389 h 50625"/>
                <a:gd name="connsiteX10" fmla="*/ 17383 w 33750"/>
                <a:gd name="connsiteY10" fmla="*/ 63332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750" h="50625">
                  <a:moveTo>
                    <a:pt x="17383" y="63332"/>
                  </a:moveTo>
                  <a:cubicBezTo>
                    <a:pt x="17805" y="63315"/>
                    <a:pt x="18244" y="63315"/>
                    <a:pt x="18666" y="63315"/>
                  </a:cubicBezTo>
                  <a:cubicBezTo>
                    <a:pt x="26091" y="63264"/>
                    <a:pt x="32233" y="57476"/>
                    <a:pt x="32706" y="50051"/>
                  </a:cubicBezTo>
                  <a:lnTo>
                    <a:pt x="34950" y="15086"/>
                  </a:lnTo>
                  <a:cubicBezTo>
                    <a:pt x="35203" y="11188"/>
                    <a:pt x="33853" y="7358"/>
                    <a:pt x="31136" y="4506"/>
                  </a:cubicBezTo>
                  <a:cubicBezTo>
                    <a:pt x="28504" y="1637"/>
                    <a:pt x="24741" y="17"/>
                    <a:pt x="20859" y="0"/>
                  </a:cubicBezTo>
                  <a:cubicBezTo>
                    <a:pt x="18497" y="0"/>
                    <a:pt x="16168" y="17"/>
                    <a:pt x="13823" y="68"/>
                  </a:cubicBezTo>
                  <a:cubicBezTo>
                    <a:pt x="9924" y="169"/>
                    <a:pt x="6212" y="1873"/>
                    <a:pt x="3613" y="4793"/>
                  </a:cubicBezTo>
                  <a:cubicBezTo>
                    <a:pt x="1014" y="7712"/>
                    <a:pt x="-285" y="11593"/>
                    <a:pt x="53" y="15474"/>
                  </a:cubicBezTo>
                  <a:lnTo>
                    <a:pt x="3073" y="50389"/>
                  </a:lnTo>
                  <a:cubicBezTo>
                    <a:pt x="3714" y="57780"/>
                    <a:pt x="9958" y="63433"/>
                    <a:pt x="17383" y="6333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9038676" y="2732680"/>
              <a:ext cx="50625" cy="33750"/>
            </a:xfrm>
            <a:custGeom>
              <a:avLst/>
              <a:gdLst>
                <a:gd name="connsiteX0" fmla="*/ 62585 w 50625"/>
                <a:gd name="connsiteY0" fmla="*/ 10890 h 33750"/>
                <a:gd name="connsiteX1" fmla="*/ 46537 w 50625"/>
                <a:gd name="connsiteY1" fmla="*/ 175 h 33750"/>
                <a:gd name="connsiteX2" fmla="*/ 11927 w 50625"/>
                <a:gd name="connsiteY2" fmla="*/ 5862 h 33750"/>
                <a:gd name="connsiteX3" fmla="*/ 2443 w 50625"/>
                <a:gd name="connsiteY3" fmla="*/ 11903 h 33750"/>
                <a:gd name="connsiteX4" fmla="*/ 334 w 50625"/>
                <a:gd name="connsiteY4" fmla="*/ 22939 h 33750"/>
                <a:gd name="connsiteX5" fmla="*/ 1987 w 50625"/>
                <a:gd name="connsiteY5" fmla="*/ 29740 h 33750"/>
                <a:gd name="connsiteX6" fmla="*/ 8855 w 50625"/>
                <a:gd name="connsiteY6" fmla="*/ 38599 h 33750"/>
                <a:gd name="connsiteX7" fmla="*/ 20060 w 50625"/>
                <a:gd name="connsiteY7" fmla="*/ 39645 h 33750"/>
                <a:gd name="connsiteX8" fmla="*/ 53439 w 50625"/>
                <a:gd name="connsiteY8" fmla="*/ 28930 h 33750"/>
                <a:gd name="connsiteX9" fmla="*/ 62889 w 50625"/>
                <a:gd name="connsiteY9" fmla="*/ 12089 h 33750"/>
                <a:gd name="connsiteX10" fmla="*/ 62585 w 50625"/>
                <a:gd name="connsiteY10" fmla="*/ 1089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625" h="33750">
                  <a:moveTo>
                    <a:pt x="62585" y="10890"/>
                  </a:moveTo>
                  <a:cubicBezTo>
                    <a:pt x="60881" y="3634"/>
                    <a:pt x="53878" y="-973"/>
                    <a:pt x="46537" y="175"/>
                  </a:cubicBezTo>
                  <a:lnTo>
                    <a:pt x="11927" y="5862"/>
                  </a:lnTo>
                  <a:cubicBezTo>
                    <a:pt x="8062" y="6486"/>
                    <a:pt x="4637" y="8663"/>
                    <a:pt x="2443" y="11903"/>
                  </a:cubicBezTo>
                  <a:cubicBezTo>
                    <a:pt x="266" y="15109"/>
                    <a:pt x="-510" y="19142"/>
                    <a:pt x="334" y="22939"/>
                  </a:cubicBezTo>
                  <a:cubicBezTo>
                    <a:pt x="840" y="25217"/>
                    <a:pt x="1397" y="27512"/>
                    <a:pt x="1987" y="29740"/>
                  </a:cubicBezTo>
                  <a:cubicBezTo>
                    <a:pt x="2949" y="33554"/>
                    <a:pt x="5430" y="36760"/>
                    <a:pt x="8855" y="38599"/>
                  </a:cubicBezTo>
                  <a:cubicBezTo>
                    <a:pt x="12281" y="40472"/>
                    <a:pt x="16331" y="40945"/>
                    <a:pt x="20060" y="39645"/>
                  </a:cubicBezTo>
                  <a:lnTo>
                    <a:pt x="53439" y="28930"/>
                  </a:lnTo>
                  <a:cubicBezTo>
                    <a:pt x="60493" y="26635"/>
                    <a:pt x="64644" y="19311"/>
                    <a:pt x="62889" y="12089"/>
                  </a:cubicBezTo>
                  <a:cubicBezTo>
                    <a:pt x="62788" y="11768"/>
                    <a:pt x="62687" y="11312"/>
                    <a:pt x="62585" y="1089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9080336" y="2540605"/>
              <a:ext cx="50625" cy="50625"/>
            </a:xfrm>
            <a:custGeom>
              <a:avLst/>
              <a:gdLst>
                <a:gd name="connsiteX0" fmla="*/ 54540 w 50625"/>
                <a:gd name="connsiteY0" fmla="*/ 47529 h 50625"/>
                <a:gd name="connsiteX1" fmla="*/ 55367 w 50625"/>
                <a:gd name="connsiteY1" fmla="*/ 46483 h 50625"/>
                <a:gd name="connsiteX2" fmla="*/ 53730 w 50625"/>
                <a:gd name="connsiteY2" fmla="*/ 27229 h 50625"/>
                <a:gd name="connsiteX3" fmla="*/ 27793 w 50625"/>
                <a:gd name="connsiteY3" fmla="*/ 3688 h 50625"/>
                <a:gd name="connsiteX4" fmla="*/ 17145 w 50625"/>
                <a:gd name="connsiteY4" fmla="*/ 43 h 50625"/>
                <a:gd name="connsiteX5" fmla="*/ 7206 w 50625"/>
                <a:gd name="connsiteY5" fmla="*/ 5291 h 50625"/>
                <a:gd name="connsiteX6" fmla="*/ 2869 w 50625"/>
                <a:gd name="connsiteY6" fmla="*/ 10843 h 50625"/>
                <a:gd name="connsiteX7" fmla="*/ 202 w 50625"/>
                <a:gd name="connsiteY7" fmla="*/ 21778 h 50625"/>
                <a:gd name="connsiteX8" fmla="*/ 6311 w 50625"/>
                <a:gd name="connsiteY8" fmla="*/ 31211 h 50625"/>
                <a:gd name="connsiteX9" fmla="*/ 35488 w 50625"/>
                <a:gd name="connsiteY9" fmla="*/ 50634 h 50625"/>
                <a:gd name="connsiteX10" fmla="*/ 54540 w 50625"/>
                <a:gd name="connsiteY10" fmla="*/ 4752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625" h="50625">
                  <a:moveTo>
                    <a:pt x="54540" y="47529"/>
                  </a:moveTo>
                  <a:cubicBezTo>
                    <a:pt x="54827" y="47175"/>
                    <a:pt x="55080" y="46820"/>
                    <a:pt x="55367" y="46483"/>
                  </a:cubicBezTo>
                  <a:cubicBezTo>
                    <a:pt x="59957" y="40610"/>
                    <a:pt x="59231" y="32224"/>
                    <a:pt x="53730" y="27229"/>
                  </a:cubicBezTo>
                  <a:lnTo>
                    <a:pt x="27793" y="3688"/>
                  </a:lnTo>
                  <a:cubicBezTo>
                    <a:pt x="24891" y="1055"/>
                    <a:pt x="21043" y="-261"/>
                    <a:pt x="17145" y="43"/>
                  </a:cubicBezTo>
                  <a:cubicBezTo>
                    <a:pt x="13264" y="364"/>
                    <a:pt x="9652" y="2254"/>
                    <a:pt x="7206" y="5291"/>
                  </a:cubicBezTo>
                  <a:cubicBezTo>
                    <a:pt x="5721" y="7130"/>
                    <a:pt x="4286" y="8970"/>
                    <a:pt x="2869" y="10843"/>
                  </a:cubicBezTo>
                  <a:cubicBezTo>
                    <a:pt x="506" y="13982"/>
                    <a:pt x="-456" y="17914"/>
                    <a:pt x="202" y="21778"/>
                  </a:cubicBezTo>
                  <a:cubicBezTo>
                    <a:pt x="861" y="25625"/>
                    <a:pt x="3071" y="29017"/>
                    <a:pt x="6311" y="31211"/>
                  </a:cubicBezTo>
                  <a:lnTo>
                    <a:pt x="35488" y="50634"/>
                  </a:lnTo>
                  <a:cubicBezTo>
                    <a:pt x="41664" y="54752"/>
                    <a:pt x="50001" y="53385"/>
                    <a:pt x="54540" y="4752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9461087" y="2728751"/>
              <a:ext cx="50625" cy="33750"/>
            </a:xfrm>
            <a:custGeom>
              <a:avLst/>
              <a:gdLst>
                <a:gd name="connsiteX0" fmla="*/ 60817 w 50625"/>
                <a:gd name="connsiteY0" fmla="*/ 10904 h 33750"/>
                <a:gd name="connsiteX1" fmla="*/ 51216 w 50625"/>
                <a:gd name="connsiteY1" fmla="*/ 5049 h 33750"/>
                <a:gd name="connsiteX2" fmla="*/ 16554 w 50625"/>
                <a:gd name="connsiteY2" fmla="*/ 138 h 33750"/>
                <a:gd name="connsiteX3" fmla="*/ 726 w 50625"/>
                <a:gd name="connsiteY3" fmla="*/ 11191 h 33750"/>
                <a:gd name="connsiteX4" fmla="*/ 371 w 50625"/>
                <a:gd name="connsiteY4" fmla="*/ 12508 h 33750"/>
                <a:gd name="connsiteX5" fmla="*/ 10142 w 50625"/>
                <a:gd name="connsiteY5" fmla="*/ 29079 h 33750"/>
                <a:gd name="connsiteX6" fmla="*/ 43689 w 50625"/>
                <a:gd name="connsiteY6" fmla="*/ 39052 h 33750"/>
                <a:gd name="connsiteX7" fmla="*/ 54861 w 50625"/>
                <a:gd name="connsiteY7" fmla="*/ 37786 h 33750"/>
                <a:gd name="connsiteX8" fmla="*/ 61543 w 50625"/>
                <a:gd name="connsiteY8" fmla="*/ 28724 h 33750"/>
                <a:gd name="connsiteX9" fmla="*/ 63028 w 50625"/>
                <a:gd name="connsiteY9" fmla="*/ 21907 h 33750"/>
                <a:gd name="connsiteX10" fmla="*/ 60817 w 50625"/>
                <a:gd name="connsiteY10" fmla="*/ 10904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625" h="33750">
                  <a:moveTo>
                    <a:pt x="60817" y="10904"/>
                  </a:moveTo>
                  <a:cubicBezTo>
                    <a:pt x="58539" y="7732"/>
                    <a:pt x="55080" y="5606"/>
                    <a:pt x="51216" y="5049"/>
                  </a:cubicBezTo>
                  <a:lnTo>
                    <a:pt x="16554" y="138"/>
                  </a:lnTo>
                  <a:cubicBezTo>
                    <a:pt x="9197" y="-891"/>
                    <a:pt x="2278" y="3935"/>
                    <a:pt x="726" y="11191"/>
                  </a:cubicBezTo>
                  <a:cubicBezTo>
                    <a:pt x="557" y="11563"/>
                    <a:pt x="472" y="12103"/>
                    <a:pt x="371" y="12508"/>
                  </a:cubicBezTo>
                  <a:cubicBezTo>
                    <a:pt x="-1333" y="19764"/>
                    <a:pt x="2987" y="26936"/>
                    <a:pt x="10142" y="29079"/>
                  </a:cubicBezTo>
                  <a:lnTo>
                    <a:pt x="43689" y="39052"/>
                  </a:lnTo>
                  <a:cubicBezTo>
                    <a:pt x="47503" y="40149"/>
                    <a:pt x="51502" y="39676"/>
                    <a:pt x="54861" y="37786"/>
                  </a:cubicBezTo>
                  <a:cubicBezTo>
                    <a:pt x="58219" y="35812"/>
                    <a:pt x="60666" y="32521"/>
                    <a:pt x="61543" y="28724"/>
                  </a:cubicBezTo>
                  <a:cubicBezTo>
                    <a:pt x="62066" y="26379"/>
                    <a:pt x="62572" y="24151"/>
                    <a:pt x="63028" y="21907"/>
                  </a:cubicBezTo>
                  <a:cubicBezTo>
                    <a:pt x="63906" y="18059"/>
                    <a:pt x="63062" y="14094"/>
                    <a:pt x="60817" y="1090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27" name="图形 101"/>
          <p:cNvSpPr/>
          <p:nvPr/>
        </p:nvSpPr>
        <p:spPr>
          <a:xfrm>
            <a:off x="9452638" y="5762840"/>
            <a:ext cx="506250" cy="320625"/>
          </a:xfrm>
          <a:custGeom>
            <a:avLst/>
            <a:gdLst>
              <a:gd name="connsiteX0" fmla="*/ 358898 w 506250"/>
              <a:gd name="connsiteY0" fmla="*/ 0 h 320625"/>
              <a:gd name="connsiteX1" fmla="*/ 257799 w 506250"/>
              <a:gd name="connsiteY1" fmla="*/ 35353 h 320625"/>
              <a:gd name="connsiteX2" fmla="*/ 251843 w 506250"/>
              <a:gd name="connsiteY2" fmla="*/ 46474 h 320625"/>
              <a:gd name="connsiteX3" fmla="*/ 255825 w 506250"/>
              <a:gd name="connsiteY3" fmla="*/ 58438 h 320625"/>
              <a:gd name="connsiteX4" fmla="*/ 276818 w 506250"/>
              <a:gd name="connsiteY4" fmla="*/ 86299 h 320625"/>
              <a:gd name="connsiteX5" fmla="*/ 286301 w 506250"/>
              <a:gd name="connsiteY5" fmla="*/ 92644 h 320625"/>
              <a:gd name="connsiteX6" fmla="*/ 297321 w 506250"/>
              <a:gd name="connsiteY6" fmla="*/ 89556 h 320625"/>
              <a:gd name="connsiteX7" fmla="*/ 358847 w 506250"/>
              <a:gd name="connsiteY7" fmla="*/ 67061 h 320625"/>
              <a:gd name="connsiteX8" fmla="*/ 454241 w 506250"/>
              <a:gd name="connsiteY8" fmla="*/ 162489 h 320625"/>
              <a:gd name="connsiteX9" fmla="*/ 358847 w 506250"/>
              <a:gd name="connsiteY9" fmla="*/ 257951 h 320625"/>
              <a:gd name="connsiteX10" fmla="*/ 263351 w 506250"/>
              <a:gd name="connsiteY10" fmla="*/ 162489 h 320625"/>
              <a:gd name="connsiteX11" fmla="*/ 263081 w 506250"/>
              <a:gd name="connsiteY11" fmla="*/ 149698 h 320625"/>
              <a:gd name="connsiteX12" fmla="*/ 223307 w 506250"/>
              <a:gd name="connsiteY12" fmla="*/ 72900 h 320625"/>
              <a:gd name="connsiteX13" fmla="*/ 211106 w 506250"/>
              <a:gd name="connsiteY13" fmla="*/ 61560 h 320625"/>
              <a:gd name="connsiteX14" fmla="*/ 129769 w 506250"/>
              <a:gd name="connsiteY14" fmla="*/ 32771 h 320625"/>
              <a:gd name="connsiteX15" fmla="*/ 0 w 506250"/>
              <a:gd name="connsiteY15" fmla="*/ 162506 h 320625"/>
              <a:gd name="connsiteX16" fmla="*/ 129769 w 506250"/>
              <a:gd name="connsiteY16" fmla="*/ 292258 h 320625"/>
              <a:gd name="connsiteX17" fmla="*/ 181457 w 506250"/>
              <a:gd name="connsiteY17" fmla="*/ 281458 h 320625"/>
              <a:gd name="connsiteX18" fmla="*/ 191160 w 506250"/>
              <a:gd name="connsiteY18" fmla="*/ 270675 h 320625"/>
              <a:gd name="connsiteX19" fmla="*/ 189439 w 506250"/>
              <a:gd name="connsiteY19" fmla="*/ 256264 h 320625"/>
              <a:gd name="connsiteX20" fmla="*/ 180394 w 506250"/>
              <a:gd name="connsiteY20" fmla="*/ 239962 h 320625"/>
              <a:gd name="connsiteX21" fmla="*/ 174150 w 506250"/>
              <a:gd name="connsiteY21" fmla="*/ 224437 h 320625"/>
              <a:gd name="connsiteX22" fmla="*/ 167822 w 506250"/>
              <a:gd name="connsiteY22" fmla="*/ 217688 h 320625"/>
              <a:gd name="connsiteX23" fmla="*/ 158558 w 506250"/>
              <a:gd name="connsiteY23" fmla="*/ 218109 h 320625"/>
              <a:gd name="connsiteX24" fmla="*/ 129735 w 506250"/>
              <a:gd name="connsiteY24" fmla="*/ 225163 h 320625"/>
              <a:gd name="connsiteX25" fmla="*/ 67011 w 506250"/>
              <a:gd name="connsiteY25" fmla="*/ 162473 h 320625"/>
              <a:gd name="connsiteX26" fmla="*/ 129735 w 506250"/>
              <a:gd name="connsiteY26" fmla="*/ 99782 h 320625"/>
              <a:gd name="connsiteX27" fmla="*/ 190856 w 506250"/>
              <a:gd name="connsiteY27" fmla="*/ 148601 h 320625"/>
              <a:gd name="connsiteX28" fmla="*/ 196425 w 506250"/>
              <a:gd name="connsiteY28" fmla="*/ 169408 h 320625"/>
              <a:gd name="connsiteX29" fmla="*/ 199007 w 506250"/>
              <a:gd name="connsiteY29" fmla="*/ 183127 h 320625"/>
              <a:gd name="connsiteX30" fmla="*/ 210533 w 506250"/>
              <a:gd name="connsiteY30" fmla="*/ 225281 h 320625"/>
              <a:gd name="connsiteX31" fmla="*/ 244654 w 506250"/>
              <a:gd name="connsiteY31" fmla="*/ 278049 h 320625"/>
              <a:gd name="connsiteX32" fmla="*/ 358813 w 506250"/>
              <a:gd name="connsiteY32" fmla="*/ 324928 h 320625"/>
              <a:gd name="connsiteX33" fmla="*/ 521303 w 506250"/>
              <a:gd name="connsiteY33" fmla="*/ 162473 h 320625"/>
              <a:gd name="connsiteX34" fmla="*/ 358898 w 506250"/>
              <a:gd name="connsiteY34" fmla="*/ 0 h 32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06250" h="320625">
                <a:moveTo>
                  <a:pt x="358898" y="0"/>
                </a:moveTo>
                <a:cubicBezTo>
                  <a:pt x="320709" y="0"/>
                  <a:pt x="285576" y="13230"/>
                  <a:pt x="257799" y="35353"/>
                </a:cubicBezTo>
                <a:cubicBezTo>
                  <a:pt x="254374" y="38070"/>
                  <a:pt x="252231" y="42103"/>
                  <a:pt x="251843" y="46474"/>
                </a:cubicBezTo>
                <a:cubicBezTo>
                  <a:pt x="251471" y="50844"/>
                  <a:pt x="252906" y="55181"/>
                  <a:pt x="255825" y="58438"/>
                </a:cubicBezTo>
                <a:cubicBezTo>
                  <a:pt x="263031" y="66521"/>
                  <a:pt x="270354" y="75904"/>
                  <a:pt x="276818" y="86299"/>
                </a:cubicBezTo>
                <a:cubicBezTo>
                  <a:pt x="278893" y="89691"/>
                  <a:pt x="282386" y="92019"/>
                  <a:pt x="286301" y="92644"/>
                </a:cubicBezTo>
                <a:cubicBezTo>
                  <a:pt x="290250" y="93268"/>
                  <a:pt x="294300" y="92138"/>
                  <a:pt x="297321" y="89556"/>
                </a:cubicBezTo>
                <a:cubicBezTo>
                  <a:pt x="313926" y="75516"/>
                  <a:pt x="335424" y="67061"/>
                  <a:pt x="358847" y="67061"/>
                </a:cubicBezTo>
                <a:cubicBezTo>
                  <a:pt x="411446" y="67061"/>
                  <a:pt x="454241" y="109873"/>
                  <a:pt x="454241" y="162489"/>
                </a:cubicBezTo>
                <a:cubicBezTo>
                  <a:pt x="454241" y="215156"/>
                  <a:pt x="411446" y="257951"/>
                  <a:pt x="358847" y="257951"/>
                </a:cubicBezTo>
                <a:cubicBezTo>
                  <a:pt x="306214" y="257951"/>
                  <a:pt x="263351" y="215122"/>
                  <a:pt x="263351" y="162489"/>
                </a:cubicBezTo>
                <a:cubicBezTo>
                  <a:pt x="263351" y="159722"/>
                  <a:pt x="263081" y="151268"/>
                  <a:pt x="263081" y="149698"/>
                </a:cubicBezTo>
                <a:cubicBezTo>
                  <a:pt x="263081" y="119053"/>
                  <a:pt x="241110" y="90788"/>
                  <a:pt x="223307" y="72900"/>
                </a:cubicBezTo>
                <a:cubicBezTo>
                  <a:pt x="218835" y="68428"/>
                  <a:pt x="214650" y="64581"/>
                  <a:pt x="211106" y="61560"/>
                </a:cubicBezTo>
                <a:cubicBezTo>
                  <a:pt x="188865" y="43571"/>
                  <a:pt x="160566" y="32771"/>
                  <a:pt x="129769" y="32771"/>
                </a:cubicBezTo>
                <a:cubicBezTo>
                  <a:pt x="58219" y="32771"/>
                  <a:pt x="0" y="90956"/>
                  <a:pt x="0" y="162506"/>
                </a:cubicBezTo>
                <a:cubicBezTo>
                  <a:pt x="0" y="234073"/>
                  <a:pt x="58219" y="292258"/>
                  <a:pt x="129769" y="292258"/>
                </a:cubicBezTo>
                <a:cubicBezTo>
                  <a:pt x="148129" y="292258"/>
                  <a:pt x="165611" y="288411"/>
                  <a:pt x="181457" y="281458"/>
                </a:cubicBezTo>
                <a:cubicBezTo>
                  <a:pt x="186098" y="279467"/>
                  <a:pt x="189641" y="275484"/>
                  <a:pt x="191160" y="270675"/>
                </a:cubicBezTo>
                <a:cubicBezTo>
                  <a:pt x="192679" y="265866"/>
                  <a:pt x="192088" y="260567"/>
                  <a:pt x="189439" y="256264"/>
                </a:cubicBezTo>
                <a:cubicBezTo>
                  <a:pt x="185979" y="250543"/>
                  <a:pt x="182824" y="244991"/>
                  <a:pt x="180394" y="239962"/>
                </a:cubicBezTo>
                <a:cubicBezTo>
                  <a:pt x="177896" y="234849"/>
                  <a:pt x="175854" y="229686"/>
                  <a:pt x="174150" y="224437"/>
                </a:cubicBezTo>
                <a:cubicBezTo>
                  <a:pt x="173138" y="221349"/>
                  <a:pt x="170826" y="218903"/>
                  <a:pt x="167822" y="217688"/>
                </a:cubicBezTo>
                <a:cubicBezTo>
                  <a:pt x="164818" y="216472"/>
                  <a:pt x="161426" y="216641"/>
                  <a:pt x="158558" y="218109"/>
                </a:cubicBezTo>
                <a:cubicBezTo>
                  <a:pt x="149918" y="222632"/>
                  <a:pt x="140130" y="225163"/>
                  <a:pt x="129735" y="225163"/>
                </a:cubicBezTo>
                <a:cubicBezTo>
                  <a:pt x="95141" y="225163"/>
                  <a:pt x="67011" y="197016"/>
                  <a:pt x="67011" y="162473"/>
                </a:cubicBezTo>
                <a:cubicBezTo>
                  <a:pt x="67011" y="127913"/>
                  <a:pt x="95141" y="99782"/>
                  <a:pt x="129735" y="99782"/>
                </a:cubicBezTo>
                <a:cubicBezTo>
                  <a:pt x="159536" y="99782"/>
                  <a:pt x="184511" y="120690"/>
                  <a:pt x="190856" y="148601"/>
                </a:cubicBezTo>
                <a:cubicBezTo>
                  <a:pt x="193269" y="155368"/>
                  <a:pt x="194974" y="162354"/>
                  <a:pt x="196425" y="169408"/>
                </a:cubicBezTo>
                <a:cubicBezTo>
                  <a:pt x="197370" y="173981"/>
                  <a:pt x="198180" y="178554"/>
                  <a:pt x="199007" y="183127"/>
                </a:cubicBezTo>
                <a:cubicBezTo>
                  <a:pt x="201572" y="197488"/>
                  <a:pt x="204221" y="212304"/>
                  <a:pt x="210533" y="225281"/>
                </a:cubicBezTo>
                <a:cubicBezTo>
                  <a:pt x="218801" y="242291"/>
                  <a:pt x="237870" y="268734"/>
                  <a:pt x="244654" y="278049"/>
                </a:cubicBezTo>
                <a:cubicBezTo>
                  <a:pt x="273966" y="307041"/>
                  <a:pt x="314348" y="324928"/>
                  <a:pt x="358813" y="324928"/>
                </a:cubicBezTo>
                <a:cubicBezTo>
                  <a:pt x="448403" y="324928"/>
                  <a:pt x="521303" y="252062"/>
                  <a:pt x="521303" y="162473"/>
                </a:cubicBezTo>
                <a:cubicBezTo>
                  <a:pt x="521387" y="72900"/>
                  <a:pt x="448470" y="0"/>
                  <a:pt x="358898" y="0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28" name="图形 133"/>
          <p:cNvSpPr/>
          <p:nvPr/>
        </p:nvSpPr>
        <p:spPr>
          <a:xfrm>
            <a:off x="10671838" y="5670027"/>
            <a:ext cx="523125" cy="506250"/>
          </a:xfrm>
          <a:custGeom>
            <a:avLst/>
            <a:gdLst>
              <a:gd name="connsiteX0" fmla="*/ 490473 w 523125"/>
              <a:gd name="connsiteY0" fmla="*/ 71878 h 506250"/>
              <a:gd name="connsiteX1" fmla="*/ 213605 w 523125"/>
              <a:gd name="connsiteY1" fmla="*/ 10790 h 506250"/>
              <a:gd name="connsiteX2" fmla="*/ 37868 w 523125"/>
              <a:gd name="connsiteY2" fmla="*/ 241877 h 506250"/>
              <a:gd name="connsiteX3" fmla="*/ 33599 w 523125"/>
              <a:gd name="connsiteY3" fmla="*/ 258566 h 506250"/>
              <a:gd name="connsiteX4" fmla="*/ 1553 w 523125"/>
              <a:gd name="connsiteY4" fmla="*/ 323991 h 506250"/>
              <a:gd name="connsiteX5" fmla="*/ 1182 w 523125"/>
              <a:gd name="connsiteY5" fmla="*/ 336562 h 506250"/>
              <a:gd name="connsiteX6" fmla="*/ 10413 w 523125"/>
              <a:gd name="connsiteY6" fmla="*/ 345101 h 506250"/>
              <a:gd name="connsiteX7" fmla="*/ 24199 w 523125"/>
              <a:gd name="connsiteY7" fmla="*/ 349674 h 506250"/>
              <a:gd name="connsiteX8" fmla="*/ 35523 w 523125"/>
              <a:gd name="connsiteY8" fmla="*/ 365756 h 506250"/>
              <a:gd name="connsiteX9" fmla="*/ 156095 w 523125"/>
              <a:gd name="connsiteY9" fmla="*/ 506949 h 506250"/>
              <a:gd name="connsiteX10" fmla="*/ 416307 w 523125"/>
              <a:gd name="connsiteY10" fmla="*/ 396992 h 506250"/>
              <a:gd name="connsiteX11" fmla="*/ 490473 w 523125"/>
              <a:gd name="connsiteY11" fmla="*/ 71878 h 506250"/>
              <a:gd name="connsiteX12" fmla="*/ 448015 w 523125"/>
              <a:gd name="connsiteY12" fmla="*/ 155696 h 506250"/>
              <a:gd name="connsiteX13" fmla="*/ 438228 w 523125"/>
              <a:gd name="connsiteY13" fmla="*/ 165484 h 506250"/>
              <a:gd name="connsiteX14" fmla="*/ 398403 w 523125"/>
              <a:gd name="connsiteY14" fmla="*/ 204313 h 506250"/>
              <a:gd name="connsiteX15" fmla="*/ 438228 w 523125"/>
              <a:gd name="connsiteY15" fmla="*/ 243159 h 506250"/>
              <a:gd name="connsiteX16" fmla="*/ 448015 w 523125"/>
              <a:gd name="connsiteY16" fmla="*/ 252947 h 506250"/>
              <a:gd name="connsiteX17" fmla="*/ 448015 w 523125"/>
              <a:gd name="connsiteY17" fmla="*/ 291725 h 506250"/>
              <a:gd name="connsiteX18" fmla="*/ 431157 w 523125"/>
              <a:gd name="connsiteY18" fmla="*/ 308584 h 506250"/>
              <a:gd name="connsiteX19" fmla="*/ 392513 w 523125"/>
              <a:gd name="connsiteY19" fmla="*/ 308584 h 506250"/>
              <a:gd name="connsiteX20" fmla="*/ 383434 w 523125"/>
              <a:gd name="connsiteY20" fmla="*/ 299539 h 506250"/>
              <a:gd name="connsiteX21" fmla="*/ 343626 w 523125"/>
              <a:gd name="connsiteY21" fmla="*/ 260675 h 506250"/>
              <a:gd name="connsiteX22" fmla="*/ 303852 w 523125"/>
              <a:gd name="connsiteY22" fmla="*/ 299539 h 506250"/>
              <a:gd name="connsiteX23" fmla="*/ 294790 w 523125"/>
              <a:gd name="connsiteY23" fmla="*/ 308584 h 506250"/>
              <a:gd name="connsiteX24" fmla="*/ 257277 w 523125"/>
              <a:gd name="connsiteY24" fmla="*/ 308584 h 506250"/>
              <a:gd name="connsiteX25" fmla="*/ 238191 w 523125"/>
              <a:gd name="connsiteY25" fmla="*/ 289515 h 506250"/>
              <a:gd name="connsiteX26" fmla="*/ 238191 w 523125"/>
              <a:gd name="connsiteY26" fmla="*/ 239683 h 506250"/>
              <a:gd name="connsiteX27" fmla="*/ 221991 w 523125"/>
              <a:gd name="connsiteY27" fmla="*/ 243159 h 506250"/>
              <a:gd name="connsiteX28" fmla="*/ 182301 w 523125"/>
              <a:gd name="connsiteY28" fmla="*/ 204313 h 506250"/>
              <a:gd name="connsiteX29" fmla="*/ 221890 w 523125"/>
              <a:gd name="connsiteY29" fmla="*/ 165484 h 506250"/>
              <a:gd name="connsiteX30" fmla="*/ 238191 w 523125"/>
              <a:gd name="connsiteY30" fmla="*/ 168960 h 506250"/>
              <a:gd name="connsiteX31" fmla="*/ 238191 w 523125"/>
              <a:gd name="connsiteY31" fmla="*/ 125507 h 506250"/>
              <a:gd name="connsiteX32" fmla="*/ 263622 w 523125"/>
              <a:gd name="connsiteY32" fmla="*/ 100093 h 506250"/>
              <a:gd name="connsiteX33" fmla="*/ 294824 w 523125"/>
              <a:gd name="connsiteY33" fmla="*/ 100093 h 506250"/>
              <a:gd name="connsiteX34" fmla="*/ 303869 w 523125"/>
              <a:gd name="connsiteY34" fmla="*/ 109121 h 506250"/>
              <a:gd name="connsiteX35" fmla="*/ 343660 w 523125"/>
              <a:gd name="connsiteY35" fmla="*/ 147967 h 506250"/>
              <a:gd name="connsiteX36" fmla="*/ 383451 w 523125"/>
              <a:gd name="connsiteY36" fmla="*/ 109121 h 506250"/>
              <a:gd name="connsiteX37" fmla="*/ 392496 w 523125"/>
              <a:gd name="connsiteY37" fmla="*/ 100093 h 506250"/>
              <a:gd name="connsiteX38" fmla="*/ 429115 w 523125"/>
              <a:gd name="connsiteY38" fmla="*/ 100093 h 506250"/>
              <a:gd name="connsiteX39" fmla="*/ 448032 w 523125"/>
              <a:gd name="connsiteY39" fmla="*/ 119010 h 506250"/>
              <a:gd name="connsiteX40" fmla="*/ 448015 w 523125"/>
              <a:gd name="connsiteY40" fmla="*/ 155696 h 506250"/>
              <a:gd name="connsiteX41" fmla="*/ 448015 w 523125"/>
              <a:gd name="connsiteY41" fmla="*/ 155696 h 50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523125" h="506250">
                <a:moveTo>
                  <a:pt x="490473" y="71878"/>
                </a:moveTo>
                <a:cubicBezTo>
                  <a:pt x="445838" y="18317"/>
                  <a:pt x="319917" y="-19551"/>
                  <a:pt x="213605" y="10790"/>
                </a:cubicBezTo>
                <a:cubicBezTo>
                  <a:pt x="100272" y="43106"/>
                  <a:pt x="43994" y="114707"/>
                  <a:pt x="37868" y="241877"/>
                </a:cubicBezTo>
                <a:cubicBezTo>
                  <a:pt x="37598" y="247648"/>
                  <a:pt x="36130" y="253369"/>
                  <a:pt x="33599" y="258566"/>
                </a:cubicBezTo>
                <a:lnTo>
                  <a:pt x="1553" y="323991"/>
                </a:lnTo>
                <a:cubicBezTo>
                  <a:pt x="-371" y="327922"/>
                  <a:pt x="-522" y="332529"/>
                  <a:pt x="1182" y="336562"/>
                </a:cubicBezTo>
                <a:cubicBezTo>
                  <a:pt x="2886" y="340612"/>
                  <a:pt x="6261" y="343717"/>
                  <a:pt x="10413" y="345101"/>
                </a:cubicBezTo>
                <a:lnTo>
                  <a:pt x="24199" y="349674"/>
                </a:lnTo>
                <a:cubicBezTo>
                  <a:pt x="31118" y="352003"/>
                  <a:pt x="35691" y="358483"/>
                  <a:pt x="35523" y="365756"/>
                </a:cubicBezTo>
                <a:cubicBezTo>
                  <a:pt x="32907" y="478346"/>
                  <a:pt x="38020" y="506949"/>
                  <a:pt x="156095" y="506949"/>
                </a:cubicBezTo>
                <a:cubicBezTo>
                  <a:pt x="281206" y="506949"/>
                  <a:pt x="265124" y="414964"/>
                  <a:pt x="416307" y="396992"/>
                </a:cubicBezTo>
                <a:cubicBezTo>
                  <a:pt x="528053" y="383728"/>
                  <a:pt x="567119" y="163813"/>
                  <a:pt x="490473" y="71878"/>
                </a:cubicBezTo>
                <a:close/>
                <a:moveTo>
                  <a:pt x="448015" y="155696"/>
                </a:moveTo>
                <a:cubicBezTo>
                  <a:pt x="448015" y="161096"/>
                  <a:pt x="443645" y="165484"/>
                  <a:pt x="438228" y="165484"/>
                </a:cubicBezTo>
                <a:cubicBezTo>
                  <a:pt x="416223" y="165484"/>
                  <a:pt x="398403" y="182865"/>
                  <a:pt x="398403" y="204313"/>
                </a:cubicBezTo>
                <a:cubicBezTo>
                  <a:pt x="398403" y="225778"/>
                  <a:pt x="416240" y="243159"/>
                  <a:pt x="438228" y="243159"/>
                </a:cubicBezTo>
                <a:cubicBezTo>
                  <a:pt x="443645" y="243159"/>
                  <a:pt x="448015" y="247547"/>
                  <a:pt x="448015" y="252947"/>
                </a:cubicBezTo>
                <a:lnTo>
                  <a:pt x="448015" y="291725"/>
                </a:lnTo>
                <a:cubicBezTo>
                  <a:pt x="448015" y="301057"/>
                  <a:pt x="440472" y="308584"/>
                  <a:pt x="431157" y="308584"/>
                </a:cubicBezTo>
                <a:lnTo>
                  <a:pt x="392513" y="308584"/>
                </a:lnTo>
                <a:cubicBezTo>
                  <a:pt x="387501" y="308584"/>
                  <a:pt x="383434" y="304551"/>
                  <a:pt x="383434" y="299539"/>
                </a:cubicBezTo>
                <a:cubicBezTo>
                  <a:pt x="383434" y="278091"/>
                  <a:pt x="365564" y="260675"/>
                  <a:pt x="343626" y="260675"/>
                </a:cubicBezTo>
                <a:cubicBezTo>
                  <a:pt x="321638" y="260675"/>
                  <a:pt x="303852" y="278040"/>
                  <a:pt x="303852" y="299539"/>
                </a:cubicBezTo>
                <a:cubicBezTo>
                  <a:pt x="303852" y="304551"/>
                  <a:pt x="299785" y="308584"/>
                  <a:pt x="294790" y="308584"/>
                </a:cubicBezTo>
                <a:lnTo>
                  <a:pt x="257277" y="308584"/>
                </a:lnTo>
                <a:cubicBezTo>
                  <a:pt x="246730" y="308584"/>
                  <a:pt x="238191" y="300045"/>
                  <a:pt x="238191" y="289515"/>
                </a:cubicBezTo>
                <a:lnTo>
                  <a:pt x="238191" y="239683"/>
                </a:lnTo>
                <a:cubicBezTo>
                  <a:pt x="233989" y="241910"/>
                  <a:pt x="227864" y="243159"/>
                  <a:pt x="221991" y="243159"/>
                </a:cubicBezTo>
                <a:cubicBezTo>
                  <a:pt x="199986" y="243159"/>
                  <a:pt x="182301" y="225778"/>
                  <a:pt x="182301" y="204313"/>
                </a:cubicBezTo>
                <a:cubicBezTo>
                  <a:pt x="182301" y="182865"/>
                  <a:pt x="199919" y="165484"/>
                  <a:pt x="221890" y="165484"/>
                </a:cubicBezTo>
                <a:cubicBezTo>
                  <a:pt x="227779" y="165484"/>
                  <a:pt x="233989" y="166732"/>
                  <a:pt x="238191" y="168960"/>
                </a:cubicBezTo>
                <a:lnTo>
                  <a:pt x="238191" y="125507"/>
                </a:lnTo>
                <a:cubicBezTo>
                  <a:pt x="238191" y="111467"/>
                  <a:pt x="249582" y="100093"/>
                  <a:pt x="263622" y="100093"/>
                </a:cubicBezTo>
                <a:lnTo>
                  <a:pt x="294824" y="100093"/>
                </a:lnTo>
                <a:cubicBezTo>
                  <a:pt x="299819" y="100093"/>
                  <a:pt x="303869" y="104143"/>
                  <a:pt x="303869" y="109121"/>
                </a:cubicBezTo>
                <a:cubicBezTo>
                  <a:pt x="303869" y="130586"/>
                  <a:pt x="321689" y="147967"/>
                  <a:pt x="343660" y="147967"/>
                </a:cubicBezTo>
                <a:cubicBezTo>
                  <a:pt x="365615" y="147967"/>
                  <a:pt x="383451" y="130586"/>
                  <a:pt x="383451" y="109121"/>
                </a:cubicBezTo>
                <a:cubicBezTo>
                  <a:pt x="383451" y="104126"/>
                  <a:pt x="387501" y="100093"/>
                  <a:pt x="392496" y="100093"/>
                </a:cubicBezTo>
                <a:lnTo>
                  <a:pt x="429115" y="100093"/>
                </a:lnTo>
                <a:cubicBezTo>
                  <a:pt x="439561" y="100093"/>
                  <a:pt x="448032" y="108564"/>
                  <a:pt x="448032" y="119010"/>
                </a:cubicBezTo>
                <a:lnTo>
                  <a:pt x="448015" y="155696"/>
                </a:lnTo>
                <a:lnTo>
                  <a:pt x="448015" y="155696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29" name="组合 128"/>
          <p:cNvGrpSpPr/>
          <p:nvPr/>
        </p:nvGrpSpPr>
        <p:grpSpPr>
          <a:xfrm>
            <a:off x="928257" y="3287444"/>
            <a:ext cx="270000" cy="537009"/>
            <a:chOff x="6977711" y="3532424"/>
            <a:chExt cx="270000" cy="537009"/>
          </a:xfrm>
          <a:solidFill>
            <a:schemeClr val="accent1"/>
          </a:solidFill>
        </p:grpSpPr>
        <p:sp>
          <p:nvSpPr>
            <p:cNvPr id="130" name="任意多边形: 形状 129"/>
            <p:cNvSpPr/>
            <p:nvPr/>
          </p:nvSpPr>
          <p:spPr>
            <a:xfrm>
              <a:off x="7092984" y="3532424"/>
              <a:ext cx="135000" cy="118125"/>
            </a:xfrm>
            <a:custGeom>
              <a:avLst/>
              <a:gdLst>
                <a:gd name="connsiteX0" fmla="*/ 47908 w 135000"/>
                <a:gd name="connsiteY0" fmla="*/ 122227 h 118125"/>
                <a:gd name="connsiteX1" fmla="*/ 59552 w 135000"/>
                <a:gd name="connsiteY1" fmla="*/ 93287 h 118125"/>
                <a:gd name="connsiteX2" fmla="*/ 78368 w 135000"/>
                <a:gd name="connsiteY2" fmla="*/ 83938 h 118125"/>
                <a:gd name="connsiteX3" fmla="*/ 135692 w 135000"/>
                <a:gd name="connsiteY3" fmla="*/ 28622 h 118125"/>
                <a:gd name="connsiteX4" fmla="*/ 132587 w 135000"/>
                <a:gd name="connsiteY4" fmla="*/ 9452 h 118125"/>
                <a:gd name="connsiteX5" fmla="*/ 115526 w 135000"/>
                <a:gd name="connsiteY5" fmla="*/ 154 h 118125"/>
                <a:gd name="connsiteX6" fmla="*/ 112523 w 135000"/>
                <a:gd name="connsiteY6" fmla="*/ 19 h 118125"/>
                <a:gd name="connsiteX7" fmla="*/ 90619 w 135000"/>
                <a:gd name="connsiteY7" fmla="*/ 15307 h 118125"/>
                <a:gd name="connsiteX8" fmla="*/ 58489 w 135000"/>
                <a:gd name="connsiteY8" fmla="*/ 41278 h 118125"/>
                <a:gd name="connsiteX9" fmla="*/ 36501 w 135000"/>
                <a:gd name="connsiteY9" fmla="*/ 52247 h 118125"/>
                <a:gd name="connsiteX10" fmla="*/ 0 w 135000"/>
                <a:gd name="connsiteY10" fmla="*/ 122531 h 118125"/>
                <a:gd name="connsiteX11" fmla="*/ 47908 w 135000"/>
                <a:gd name="connsiteY11" fmla="*/ 122227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000" h="118125">
                  <a:moveTo>
                    <a:pt x="47908" y="122227"/>
                  </a:moveTo>
                  <a:cubicBezTo>
                    <a:pt x="49883" y="107850"/>
                    <a:pt x="53814" y="96510"/>
                    <a:pt x="59552" y="93287"/>
                  </a:cubicBezTo>
                  <a:cubicBezTo>
                    <a:pt x="65964" y="89675"/>
                    <a:pt x="72326" y="86739"/>
                    <a:pt x="78368" y="83938"/>
                  </a:cubicBezTo>
                  <a:cubicBezTo>
                    <a:pt x="99816" y="73965"/>
                    <a:pt x="125449" y="62034"/>
                    <a:pt x="135692" y="28622"/>
                  </a:cubicBezTo>
                  <a:cubicBezTo>
                    <a:pt x="137683" y="22091"/>
                    <a:pt x="136586" y="15020"/>
                    <a:pt x="132587" y="9452"/>
                  </a:cubicBezTo>
                  <a:cubicBezTo>
                    <a:pt x="128689" y="3866"/>
                    <a:pt x="122394" y="424"/>
                    <a:pt x="115526" y="154"/>
                  </a:cubicBezTo>
                  <a:lnTo>
                    <a:pt x="112523" y="19"/>
                  </a:lnTo>
                  <a:cubicBezTo>
                    <a:pt x="102600" y="-386"/>
                    <a:pt x="93673" y="5857"/>
                    <a:pt x="90619" y="15307"/>
                  </a:cubicBezTo>
                  <a:cubicBezTo>
                    <a:pt x="86501" y="28267"/>
                    <a:pt x="76781" y="32773"/>
                    <a:pt x="58489" y="41278"/>
                  </a:cubicBezTo>
                  <a:cubicBezTo>
                    <a:pt x="51401" y="44569"/>
                    <a:pt x="44061" y="48028"/>
                    <a:pt x="36501" y="52247"/>
                  </a:cubicBezTo>
                  <a:cubicBezTo>
                    <a:pt x="11154" y="66455"/>
                    <a:pt x="2396" y="94704"/>
                    <a:pt x="0" y="122531"/>
                  </a:cubicBezTo>
                  <a:cubicBezTo>
                    <a:pt x="15356" y="117941"/>
                    <a:pt x="31759" y="120017"/>
                    <a:pt x="47908" y="12222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6977711" y="3833183"/>
              <a:ext cx="270000" cy="236250"/>
            </a:xfrm>
            <a:custGeom>
              <a:avLst/>
              <a:gdLst>
                <a:gd name="connsiteX0" fmla="*/ 0 w 270000"/>
                <a:gd name="connsiteY0" fmla="*/ 124 h 236250"/>
                <a:gd name="connsiteX1" fmla="*/ 0 w 270000"/>
                <a:gd name="connsiteY1" fmla="*/ 101712 h 236250"/>
                <a:gd name="connsiteX2" fmla="*/ 136839 w 270000"/>
                <a:gd name="connsiteY2" fmla="*/ 238298 h 236250"/>
                <a:gd name="connsiteX3" fmla="*/ 273713 w 270000"/>
                <a:gd name="connsiteY3" fmla="*/ 101712 h 236250"/>
                <a:gd name="connsiteX4" fmla="*/ 273713 w 270000"/>
                <a:gd name="connsiteY4" fmla="*/ 816 h 236250"/>
                <a:gd name="connsiteX5" fmla="*/ 0 w 270000"/>
                <a:gd name="connsiteY5" fmla="*/ 124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000" h="236250">
                  <a:moveTo>
                    <a:pt x="0" y="124"/>
                  </a:moveTo>
                  <a:lnTo>
                    <a:pt x="0" y="101712"/>
                  </a:lnTo>
                  <a:cubicBezTo>
                    <a:pt x="0" y="177143"/>
                    <a:pt x="61121" y="238298"/>
                    <a:pt x="136839" y="238298"/>
                  </a:cubicBezTo>
                  <a:cubicBezTo>
                    <a:pt x="212608" y="238298"/>
                    <a:pt x="273713" y="177126"/>
                    <a:pt x="273713" y="101712"/>
                  </a:cubicBezTo>
                  <a:lnTo>
                    <a:pt x="273713" y="816"/>
                  </a:lnTo>
                  <a:cubicBezTo>
                    <a:pt x="176597" y="175"/>
                    <a:pt x="55907" y="-213"/>
                    <a:pt x="0" y="12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7120440" y="3678867"/>
              <a:ext cx="118125" cy="101250"/>
            </a:xfrm>
            <a:custGeom>
              <a:avLst/>
              <a:gdLst>
                <a:gd name="connsiteX0" fmla="*/ 0 w 118125"/>
                <a:gd name="connsiteY0" fmla="*/ 0 h 101250"/>
                <a:gd name="connsiteX1" fmla="*/ 186 w 118125"/>
                <a:gd name="connsiteY1" fmla="*/ 116758 h 101250"/>
                <a:gd name="connsiteX2" fmla="*/ 128942 w 118125"/>
                <a:gd name="connsiteY2" fmla="*/ 117416 h 101250"/>
                <a:gd name="connsiteX3" fmla="*/ 0 w 118125"/>
                <a:gd name="connsiteY3" fmla="*/ 0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125" h="101250">
                  <a:moveTo>
                    <a:pt x="0" y="0"/>
                  </a:moveTo>
                  <a:lnTo>
                    <a:pt x="186" y="116758"/>
                  </a:lnTo>
                  <a:cubicBezTo>
                    <a:pt x="35792" y="116893"/>
                    <a:pt x="78249" y="117096"/>
                    <a:pt x="128942" y="117416"/>
                  </a:cubicBezTo>
                  <a:cubicBezTo>
                    <a:pt x="119948" y="53173"/>
                    <a:pt x="66167" y="3240"/>
                    <a:pt x="0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6977830" y="3679221"/>
              <a:ext cx="118125" cy="101250"/>
            </a:xfrm>
            <a:custGeom>
              <a:avLst/>
              <a:gdLst>
                <a:gd name="connsiteX0" fmla="*/ 123947 w 118125"/>
                <a:gd name="connsiteY0" fmla="*/ 116336 h 101250"/>
                <a:gd name="connsiteX1" fmla="*/ 124048 w 118125"/>
                <a:gd name="connsiteY1" fmla="*/ 0 h 101250"/>
                <a:gd name="connsiteX2" fmla="*/ 0 w 118125"/>
                <a:gd name="connsiteY2" fmla="*/ 116471 h 101250"/>
                <a:gd name="connsiteX3" fmla="*/ 123947 w 118125"/>
                <a:gd name="connsiteY3" fmla="*/ 11633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125" h="101250">
                  <a:moveTo>
                    <a:pt x="123947" y="116336"/>
                  </a:moveTo>
                  <a:lnTo>
                    <a:pt x="124048" y="0"/>
                  </a:lnTo>
                  <a:cubicBezTo>
                    <a:pt x="60328" y="5349"/>
                    <a:pt x="9028" y="54101"/>
                    <a:pt x="0" y="116471"/>
                  </a:cubicBezTo>
                  <a:cubicBezTo>
                    <a:pt x="24671" y="116201"/>
                    <a:pt x="63214" y="116134"/>
                    <a:pt x="123947" y="11633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34" name="图形 137"/>
          <p:cNvSpPr/>
          <p:nvPr/>
        </p:nvSpPr>
        <p:spPr>
          <a:xfrm>
            <a:off x="3061070" y="3294386"/>
            <a:ext cx="472500" cy="523125"/>
          </a:xfrm>
          <a:custGeom>
            <a:avLst/>
            <a:gdLst>
              <a:gd name="connsiteX0" fmla="*/ 473327 w 472500"/>
              <a:gd name="connsiteY0" fmla="*/ 195970 h 523125"/>
              <a:gd name="connsiteX1" fmla="*/ 361176 w 472500"/>
              <a:gd name="connsiteY1" fmla="*/ 107410 h 523125"/>
              <a:gd name="connsiteX2" fmla="*/ 292916 w 472500"/>
              <a:gd name="connsiteY2" fmla="*/ 20976 h 523125"/>
              <a:gd name="connsiteX3" fmla="*/ 267840 w 472500"/>
              <a:gd name="connsiteY3" fmla="*/ 118 h 523125"/>
              <a:gd name="connsiteX4" fmla="*/ 222564 w 472500"/>
              <a:gd name="connsiteY4" fmla="*/ 0 h 523125"/>
              <a:gd name="connsiteX5" fmla="*/ 198298 w 472500"/>
              <a:gd name="connsiteY5" fmla="*/ 9990 h 523125"/>
              <a:gd name="connsiteX6" fmla="*/ 188241 w 472500"/>
              <a:gd name="connsiteY6" fmla="*/ 34240 h 523125"/>
              <a:gd name="connsiteX7" fmla="*/ 188241 w 472500"/>
              <a:gd name="connsiteY7" fmla="*/ 342040 h 523125"/>
              <a:gd name="connsiteX8" fmla="*/ 187937 w 472500"/>
              <a:gd name="connsiteY8" fmla="*/ 341955 h 523125"/>
              <a:gd name="connsiteX9" fmla="*/ 140636 w 472500"/>
              <a:gd name="connsiteY9" fmla="*/ 336420 h 523125"/>
              <a:gd name="connsiteX10" fmla="*/ 0 w 472500"/>
              <a:gd name="connsiteY10" fmla="*/ 436354 h 523125"/>
              <a:gd name="connsiteX11" fmla="*/ 140636 w 472500"/>
              <a:gd name="connsiteY11" fmla="*/ 536220 h 523125"/>
              <a:gd name="connsiteX12" fmla="*/ 289845 w 472500"/>
              <a:gd name="connsiteY12" fmla="*/ 441838 h 523125"/>
              <a:gd name="connsiteX13" fmla="*/ 290351 w 472500"/>
              <a:gd name="connsiteY13" fmla="*/ 188781 h 523125"/>
              <a:gd name="connsiteX14" fmla="*/ 350528 w 472500"/>
              <a:gd name="connsiteY14" fmla="*/ 200796 h 523125"/>
              <a:gd name="connsiteX15" fmla="*/ 424997 w 472500"/>
              <a:gd name="connsiteY15" fmla="*/ 245666 h 523125"/>
              <a:gd name="connsiteX16" fmla="*/ 398621 w 472500"/>
              <a:gd name="connsiteY16" fmla="*/ 317166 h 523125"/>
              <a:gd name="connsiteX17" fmla="*/ 396411 w 472500"/>
              <a:gd name="connsiteY17" fmla="*/ 330868 h 523125"/>
              <a:gd name="connsiteX18" fmla="*/ 397373 w 472500"/>
              <a:gd name="connsiteY18" fmla="*/ 332640 h 523125"/>
              <a:gd name="connsiteX19" fmla="*/ 405540 w 472500"/>
              <a:gd name="connsiteY19" fmla="*/ 339188 h 523125"/>
              <a:gd name="connsiteX20" fmla="*/ 415918 w 472500"/>
              <a:gd name="connsiteY20" fmla="*/ 337568 h 523125"/>
              <a:gd name="connsiteX21" fmla="*/ 473327 w 472500"/>
              <a:gd name="connsiteY21" fmla="*/ 195970 h 523125"/>
              <a:gd name="connsiteX22" fmla="*/ 184950 w 472500"/>
              <a:gd name="connsiteY22" fmla="*/ 395398 h 523125"/>
              <a:gd name="connsiteX23" fmla="*/ 157343 w 472500"/>
              <a:gd name="connsiteY23" fmla="*/ 418669 h 523125"/>
              <a:gd name="connsiteX24" fmla="*/ 82536 w 472500"/>
              <a:gd name="connsiteY24" fmla="*/ 449263 h 523125"/>
              <a:gd name="connsiteX25" fmla="*/ 57561 w 472500"/>
              <a:gd name="connsiteY25" fmla="*/ 469564 h 523125"/>
              <a:gd name="connsiteX26" fmla="*/ 52296 w 472500"/>
              <a:gd name="connsiteY26" fmla="*/ 469007 h 523125"/>
              <a:gd name="connsiteX27" fmla="*/ 32535 w 472500"/>
              <a:gd name="connsiteY27" fmla="*/ 438784 h 523125"/>
              <a:gd name="connsiteX28" fmla="*/ 161646 w 472500"/>
              <a:gd name="connsiteY28" fmla="*/ 367791 h 523125"/>
              <a:gd name="connsiteX29" fmla="*/ 184950 w 472500"/>
              <a:gd name="connsiteY29" fmla="*/ 395398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2500" h="523125">
                <a:moveTo>
                  <a:pt x="473327" y="195970"/>
                </a:moveTo>
                <a:cubicBezTo>
                  <a:pt x="447339" y="127204"/>
                  <a:pt x="361176" y="107410"/>
                  <a:pt x="361176" y="107410"/>
                </a:cubicBezTo>
                <a:cubicBezTo>
                  <a:pt x="313841" y="95344"/>
                  <a:pt x="298131" y="48617"/>
                  <a:pt x="292916" y="20976"/>
                </a:cubicBezTo>
                <a:cubicBezTo>
                  <a:pt x="290604" y="8910"/>
                  <a:pt x="280091" y="152"/>
                  <a:pt x="267840" y="118"/>
                </a:cubicBezTo>
                <a:lnTo>
                  <a:pt x="222564" y="0"/>
                </a:lnTo>
                <a:cubicBezTo>
                  <a:pt x="213469" y="-34"/>
                  <a:pt x="204728" y="3561"/>
                  <a:pt x="198298" y="9990"/>
                </a:cubicBezTo>
                <a:cubicBezTo>
                  <a:pt x="191869" y="16420"/>
                  <a:pt x="188241" y="25127"/>
                  <a:pt x="188241" y="34240"/>
                </a:cubicBezTo>
                <a:lnTo>
                  <a:pt x="188241" y="342040"/>
                </a:lnTo>
                <a:cubicBezTo>
                  <a:pt x="188123" y="342006"/>
                  <a:pt x="188021" y="342006"/>
                  <a:pt x="187937" y="341955"/>
                </a:cubicBezTo>
                <a:cubicBezTo>
                  <a:pt x="172817" y="338378"/>
                  <a:pt x="156870" y="336420"/>
                  <a:pt x="140636" y="336420"/>
                </a:cubicBezTo>
                <a:cubicBezTo>
                  <a:pt x="62961" y="336420"/>
                  <a:pt x="0" y="381139"/>
                  <a:pt x="0" y="436354"/>
                </a:cubicBezTo>
                <a:cubicBezTo>
                  <a:pt x="0" y="491501"/>
                  <a:pt x="62961" y="536220"/>
                  <a:pt x="140636" y="536220"/>
                </a:cubicBezTo>
                <a:cubicBezTo>
                  <a:pt x="215713" y="536220"/>
                  <a:pt x="285272" y="494404"/>
                  <a:pt x="289845" y="441838"/>
                </a:cubicBezTo>
                <a:cubicBezTo>
                  <a:pt x="290031" y="440016"/>
                  <a:pt x="290351" y="188781"/>
                  <a:pt x="290351" y="188781"/>
                </a:cubicBezTo>
                <a:cubicBezTo>
                  <a:pt x="313554" y="196746"/>
                  <a:pt x="335610" y="199277"/>
                  <a:pt x="350528" y="200796"/>
                </a:cubicBezTo>
                <a:cubicBezTo>
                  <a:pt x="375789" y="203310"/>
                  <a:pt x="415496" y="200728"/>
                  <a:pt x="424997" y="245666"/>
                </a:cubicBezTo>
                <a:cubicBezTo>
                  <a:pt x="432169" y="279467"/>
                  <a:pt x="410012" y="306045"/>
                  <a:pt x="398621" y="317166"/>
                </a:cubicBezTo>
                <a:cubicBezTo>
                  <a:pt x="394926" y="320743"/>
                  <a:pt x="394048" y="326312"/>
                  <a:pt x="396411" y="330868"/>
                </a:cubicBezTo>
                <a:lnTo>
                  <a:pt x="397373" y="332640"/>
                </a:lnTo>
                <a:cubicBezTo>
                  <a:pt x="399060" y="335847"/>
                  <a:pt x="402013" y="338226"/>
                  <a:pt x="405540" y="339188"/>
                </a:cubicBezTo>
                <a:cubicBezTo>
                  <a:pt x="409067" y="340150"/>
                  <a:pt x="412864" y="339542"/>
                  <a:pt x="415918" y="337568"/>
                </a:cubicBezTo>
                <a:cubicBezTo>
                  <a:pt x="508275" y="278320"/>
                  <a:pt x="473327" y="195970"/>
                  <a:pt x="473327" y="195970"/>
                </a:cubicBezTo>
                <a:close/>
                <a:moveTo>
                  <a:pt x="184950" y="395398"/>
                </a:moveTo>
                <a:cubicBezTo>
                  <a:pt x="183769" y="409472"/>
                  <a:pt x="171602" y="420086"/>
                  <a:pt x="157343" y="418669"/>
                </a:cubicBezTo>
                <a:cubicBezTo>
                  <a:pt x="90939" y="413252"/>
                  <a:pt x="82603" y="448943"/>
                  <a:pt x="82536" y="449263"/>
                </a:cubicBezTo>
                <a:cubicBezTo>
                  <a:pt x="80004" y="461312"/>
                  <a:pt x="69373" y="469564"/>
                  <a:pt x="57561" y="469564"/>
                </a:cubicBezTo>
                <a:cubicBezTo>
                  <a:pt x="55806" y="469564"/>
                  <a:pt x="54068" y="469345"/>
                  <a:pt x="52296" y="469007"/>
                </a:cubicBezTo>
                <a:cubicBezTo>
                  <a:pt x="38475" y="466105"/>
                  <a:pt x="29649" y="452588"/>
                  <a:pt x="32535" y="438784"/>
                </a:cubicBezTo>
                <a:cubicBezTo>
                  <a:pt x="38374" y="410907"/>
                  <a:pt x="72951" y="360197"/>
                  <a:pt x="161646" y="367791"/>
                </a:cubicBezTo>
                <a:cubicBezTo>
                  <a:pt x="175736" y="368989"/>
                  <a:pt x="186148" y="381358"/>
                  <a:pt x="184950" y="395398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35" name="图形 139"/>
          <p:cNvSpPr/>
          <p:nvPr/>
        </p:nvSpPr>
        <p:spPr>
          <a:xfrm>
            <a:off x="4203414" y="3294386"/>
            <a:ext cx="270000" cy="523125"/>
          </a:xfrm>
          <a:custGeom>
            <a:avLst/>
            <a:gdLst>
              <a:gd name="connsiteX0" fmla="*/ 258711 w 270000"/>
              <a:gd name="connsiteY0" fmla="*/ 275169 h 523125"/>
              <a:gd name="connsiteX1" fmla="*/ 216253 w 270000"/>
              <a:gd name="connsiteY1" fmla="*/ 239630 h 523125"/>
              <a:gd name="connsiteX2" fmla="*/ 189675 w 270000"/>
              <a:gd name="connsiteY2" fmla="*/ 229910 h 523125"/>
              <a:gd name="connsiteX3" fmla="*/ 178757 w 270000"/>
              <a:gd name="connsiteY3" fmla="*/ 228392 h 523125"/>
              <a:gd name="connsiteX4" fmla="*/ 177728 w 270000"/>
              <a:gd name="connsiteY4" fmla="*/ 182272 h 523125"/>
              <a:gd name="connsiteX5" fmla="*/ 177728 w 270000"/>
              <a:gd name="connsiteY5" fmla="*/ 178678 h 523125"/>
              <a:gd name="connsiteX6" fmla="*/ 181930 w 270000"/>
              <a:gd name="connsiteY6" fmla="*/ 176045 h 523125"/>
              <a:gd name="connsiteX7" fmla="*/ 222362 w 270000"/>
              <a:gd name="connsiteY7" fmla="*/ 146750 h 523125"/>
              <a:gd name="connsiteX8" fmla="*/ 258120 w 270000"/>
              <a:gd name="connsiteY8" fmla="*/ 105170 h 523125"/>
              <a:gd name="connsiteX9" fmla="*/ 265613 w 270000"/>
              <a:gd name="connsiteY9" fmla="*/ 43256 h 523125"/>
              <a:gd name="connsiteX10" fmla="*/ 212271 w 270000"/>
              <a:gd name="connsiteY10" fmla="*/ 39 h 523125"/>
              <a:gd name="connsiteX11" fmla="*/ 177070 w 270000"/>
              <a:gd name="connsiteY11" fmla="*/ 11835 h 523125"/>
              <a:gd name="connsiteX12" fmla="*/ 165173 w 270000"/>
              <a:gd name="connsiteY12" fmla="*/ 24457 h 523125"/>
              <a:gd name="connsiteX13" fmla="*/ 158254 w 270000"/>
              <a:gd name="connsiteY13" fmla="*/ 34599 h 523125"/>
              <a:gd name="connsiteX14" fmla="*/ 140164 w 270000"/>
              <a:gd name="connsiteY14" fmla="*/ 86777 h 523125"/>
              <a:gd name="connsiteX15" fmla="*/ 138510 w 270000"/>
              <a:gd name="connsiteY15" fmla="*/ 136389 h 523125"/>
              <a:gd name="connsiteX16" fmla="*/ 138865 w 270000"/>
              <a:gd name="connsiteY16" fmla="*/ 145367 h 523125"/>
              <a:gd name="connsiteX17" fmla="*/ 75668 w 270000"/>
              <a:gd name="connsiteY17" fmla="*/ 183487 h 523125"/>
              <a:gd name="connsiteX18" fmla="*/ 36147 w 270000"/>
              <a:gd name="connsiteY18" fmla="*/ 216748 h 523125"/>
              <a:gd name="connsiteX19" fmla="*/ 6109 w 270000"/>
              <a:gd name="connsiteY19" fmla="*/ 264892 h 523125"/>
              <a:gd name="connsiteX20" fmla="*/ 2143 w 270000"/>
              <a:gd name="connsiteY20" fmla="*/ 323685 h 523125"/>
              <a:gd name="connsiteX21" fmla="*/ 22663 w 270000"/>
              <a:gd name="connsiteY21" fmla="*/ 375457 h 523125"/>
              <a:gd name="connsiteX22" fmla="*/ 112911 w 270000"/>
              <a:gd name="connsiteY22" fmla="*/ 436832 h 523125"/>
              <a:gd name="connsiteX23" fmla="*/ 148298 w 270000"/>
              <a:gd name="connsiteY23" fmla="*/ 441084 h 523125"/>
              <a:gd name="connsiteX24" fmla="*/ 148922 w 270000"/>
              <a:gd name="connsiteY24" fmla="*/ 461891 h 523125"/>
              <a:gd name="connsiteX25" fmla="*/ 149091 w 270000"/>
              <a:gd name="connsiteY25" fmla="*/ 464119 h 523125"/>
              <a:gd name="connsiteX26" fmla="*/ 149547 w 270000"/>
              <a:gd name="connsiteY26" fmla="*/ 471679 h 523125"/>
              <a:gd name="connsiteX27" fmla="*/ 149192 w 270000"/>
              <a:gd name="connsiteY27" fmla="*/ 479711 h 523125"/>
              <a:gd name="connsiteX28" fmla="*/ 145868 w 270000"/>
              <a:gd name="connsiteY28" fmla="*/ 493160 h 523125"/>
              <a:gd name="connsiteX29" fmla="*/ 140265 w 270000"/>
              <a:gd name="connsiteY29" fmla="*/ 499725 h 523125"/>
              <a:gd name="connsiteX30" fmla="*/ 136114 w 270000"/>
              <a:gd name="connsiteY30" fmla="*/ 501075 h 523125"/>
              <a:gd name="connsiteX31" fmla="*/ 133313 w 270000"/>
              <a:gd name="connsiteY31" fmla="*/ 501379 h 523125"/>
              <a:gd name="connsiteX32" fmla="*/ 132250 w 270000"/>
              <a:gd name="connsiteY32" fmla="*/ 501412 h 523125"/>
              <a:gd name="connsiteX33" fmla="*/ 130090 w 270000"/>
              <a:gd name="connsiteY33" fmla="*/ 501294 h 523125"/>
              <a:gd name="connsiteX34" fmla="*/ 127677 w 270000"/>
              <a:gd name="connsiteY34" fmla="*/ 501125 h 523125"/>
              <a:gd name="connsiteX35" fmla="*/ 126512 w 270000"/>
              <a:gd name="connsiteY35" fmla="*/ 500839 h 523125"/>
              <a:gd name="connsiteX36" fmla="*/ 123745 w 270000"/>
              <a:gd name="connsiteY36" fmla="*/ 500214 h 523125"/>
              <a:gd name="connsiteX37" fmla="*/ 117771 w 270000"/>
              <a:gd name="connsiteY37" fmla="*/ 497936 h 523125"/>
              <a:gd name="connsiteX38" fmla="*/ 109367 w 270000"/>
              <a:gd name="connsiteY38" fmla="*/ 491017 h 523125"/>
              <a:gd name="connsiteX39" fmla="*/ 107140 w 270000"/>
              <a:gd name="connsiteY39" fmla="*/ 483204 h 523125"/>
              <a:gd name="connsiteX40" fmla="*/ 108135 w 270000"/>
              <a:gd name="connsiteY40" fmla="*/ 478361 h 523125"/>
              <a:gd name="connsiteX41" fmla="*/ 110650 w 270000"/>
              <a:gd name="connsiteY41" fmla="*/ 472725 h 523125"/>
              <a:gd name="connsiteX42" fmla="*/ 111848 w 270000"/>
              <a:gd name="connsiteY42" fmla="*/ 470059 h 523125"/>
              <a:gd name="connsiteX43" fmla="*/ 103309 w 270000"/>
              <a:gd name="connsiteY43" fmla="*/ 446484 h 523125"/>
              <a:gd name="connsiteX44" fmla="*/ 79093 w 270000"/>
              <a:gd name="connsiteY44" fmla="*/ 454719 h 523125"/>
              <a:gd name="connsiteX45" fmla="*/ 73660 w 270000"/>
              <a:gd name="connsiteY45" fmla="*/ 467375 h 523125"/>
              <a:gd name="connsiteX46" fmla="*/ 71128 w 270000"/>
              <a:gd name="connsiteY46" fmla="*/ 482040 h 523125"/>
              <a:gd name="connsiteX47" fmla="*/ 80207 w 270000"/>
              <a:gd name="connsiteY47" fmla="*/ 511655 h 523125"/>
              <a:gd name="connsiteX48" fmla="*/ 102246 w 270000"/>
              <a:gd name="connsiteY48" fmla="*/ 529779 h 523125"/>
              <a:gd name="connsiteX49" fmla="*/ 114953 w 270000"/>
              <a:gd name="connsiteY49" fmla="*/ 534352 h 523125"/>
              <a:gd name="connsiteX50" fmla="*/ 128267 w 270000"/>
              <a:gd name="connsiteY50" fmla="*/ 536344 h 523125"/>
              <a:gd name="connsiteX51" fmla="*/ 130765 w 270000"/>
              <a:gd name="connsiteY51" fmla="*/ 536479 h 523125"/>
              <a:gd name="connsiteX52" fmla="*/ 135000 w 270000"/>
              <a:gd name="connsiteY52" fmla="*/ 536411 h 523125"/>
              <a:gd name="connsiteX53" fmla="*/ 142138 w 270000"/>
              <a:gd name="connsiteY53" fmla="*/ 535669 h 523125"/>
              <a:gd name="connsiteX54" fmla="*/ 156820 w 270000"/>
              <a:gd name="connsiteY54" fmla="*/ 530724 h 523125"/>
              <a:gd name="connsiteX55" fmla="*/ 177694 w 270000"/>
              <a:gd name="connsiteY55" fmla="*/ 508331 h 523125"/>
              <a:gd name="connsiteX56" fmla="*/ 184326 w 270000"/>
              <a:gd name="connsiteY56" fmla="*/ 483356 h 523125"/>
              <a:gd name="connsiteX57" fmla="*/ 184917 w 270000"/>
              <a:gd name="connsiteY57" fmla="*/ 471493 h 523125"/>
              <a:gd name="connsiteX58" fmla="*/ 184292 w 270000"/>
              <a:gd name="connsiteY58" fmla="*/ 460507 h 523125"/>
              <a:gd name="connsiteX59" fmla="*/ 183735 w 270000"/>
              <a:gd name="connsiteY59" fmla="*/ 438013 h 523125"/>
              <a:gd name="connsiteX60" fmla="*/ 219527 w 270000"/>
              <a:gd name="connsiteY60" fmla="*/ 426015 h 523125"/>
              <a:gd name="connsiteX61" fmla="*/ 243810 w 270000"/>
              <a:gd name="connsiteY61" fmla="*/ 409697 h 523125"/>
              <a:gd name="connsiteX62" fmla="*/ 262896 w 270000"/>
              <a:gd name="connsiteY62" fmla="*/ 385414 h 523125"/>
              <a:gd name="connsiteX63" fmla="*/ 277358 w 270000"/>
              <a:gd name="connsiteY63" fmla="*/ 330705 h 523125"/>
              <a:gd name="connsiteX64" fmla="*/ 258711 w 270000"/>
              <a:gd name="connsiteY64" fmla="*/ 275169 h 523125"/>
              <a:gd name="connsiteX65" fmla="*/ 179314 w 270000"/>
              <a:gd name="connsiteY65" fmla="*/ 92548 h 523125"/>
              <a:gd name="connsiteX66" fmla="*/ 191802 w 270000"/>
              <a:gd name="connsiteY66" fmla="*/ 57617 h 523125"/>
              <a:gd name="connsiteX67" fmla="*/ 198298 w 270000"/>
              <a:gd name="connsiteY67" fmla="*/ 48740 h 523125"/>
              <a:gd name="connsiteX68" fmla="*/ 202450 w 270000"/>
              <a:gd name="connsiteY68" fmla="*/ 44657 h 523125"/>
              <a:gd name="connsiteX69" fmla="*/ 210533 w 270000"/>
              <a:gd name="connsiteY69" fmla="*/ 42260 h 523125"/>
              <a:gd name="connsiteX70" fmla="*/ 223543 w 270000"/>
              <a:gd name="connsiteY70" fmla="*/ 55339 h 523125"/>
              <a:gd name="connsiteX71" fmla="*/ 218380 w 270000"/>
              <a:gd name="connsiteY71" fmla="*/ 83317 h 523125"/>
              <a:gd name="connsiteX72" fmla="*/ 176985 w 270000"/>
              <a:gd name="connsiteY72" fmla="*/ 122315 h 523125"/>
              <a:gd name="connsiteX73" fmla="*/ 179314 w 270000"/>
              <a:gd name="connsiteY73" fmla="*/ 92548 h 523125"/>
              <a:gd name="connsiteX74" fmla="*/ 124437 w 270000"/>
              <a:gd name="connsiteY74" fmla="*/ 389514 h 523125"/>
              <a:gd name="connsiteX75" fmla="*/ 64767 w 270000"/>
              <a:gd name="connsiteY75" fmla="*/ 348474 h 523125"/>
              <a:gd name="connsiteX76" fmla="*/ 51891 w 270000"/>
              <a:gd name="connsiteY76" fmla="*/ 314100 h 523125"/>
              <a:gd name="connsiteX77" fmla="*/ 53967 w 270000"/>
              <a:gd name="connsiteY77" fmla="*/ 281092 h 523125"/>
              <a:gd name="connsiteX78" fmla="*/ 104220 w 270000"/>
              <a:gd name="connsiteY78" fmla="*/ 224173 h 523125"/>
              <a:gd name="connsiteX79" fmla="*/ 140923 w 270000"/>
              <a:gd name="connsiteY79" fmla="*/ 200784 h 523125"/>
              <a:gd name="connsiteX80" fmla="*/ 141970 w 270000"/>
              <a:gd name="connsiteY80" fmla="*/ 232729 h 523125"/>
              <a:gd name="connsiteX81" fmla="*/ 108692 w 270000"/>
              <a:gd name="connsiteY81" fmla="*/ 248321 h 523125"/>
              <a:gd name="connsiteX82" fmla="*/ 87649 w 270000"/>
              <a:gd name="connsiteY82" fmla="*/ 269465 h 523125"/>
              <a:gd name="connsiteX83" fmla="*/ 80258 w 270000"/>
              <a:gd name="connsiteY83" fmla="*/ 284805 h 523125"/>
              <a:gd name="connsiteX84" fmla="*/ 78975 w 270000"/>
              <a:gd name="connsiteY84" fmla="*/ 289260 h 523125"/>
              <a:gd name="connsiteX85" fmla="*/ 78486 w 270000"/>
              <a:gd name="connsiteY85" fmla="*/ 292129 h 523125"/>
              <a:gd name="connsiteX86" fmla="*/ 77794 w 270000"/>
              <a:gd name="connsiteY86" fmla="*/ 296415 h 523125"/>
              <a:gd name="connsiteX87" fmla="*/ 77575 w 270000"/>
              <a:gd name="connsiteY87" fmla="*/ 300566 h 523125"/>
              <a:gd name="connsiteX88" fmla="*/ 87548 w 270000"/>
              <a:gd name="connsiteY88" fmla="*/ 333304 h 523125"/>
              <a:gd name="connsiteX89" fmla="*/ 113113 w 270000"/>
              <a:gd name="connsiteY89" fmla="*/ 353891 h 523125"/>
              <a:gd name="connsiteX90" fmla="*/ 115122 w 270000"/>
              <a:gd name="connsiteY90" fmla="*/ 354718 h 523125"/>
              <a:gd name="connsiteX91" fmla="*/ 138122 w 270000"/>
              <a:gd name="connsiteY91" fmla="*/ 343142 h 523125"/>
              <a:gd name="connsiteX92" fmla="*/ 126563 w 270000"/>
              <a:gd name="connsiteY92" fmla="*/ 320141 h 523125"/>
              <a:gd name="connsiteX93" fmla="*/ 126394 w 270000"/>
              <a:gd name="connsiteY93" fmla="*/ 320107 h 523125"/>
              <a:gd name="connsiteX94" fmla="*/ 129027 w 270000"/>
              <a:gd name="connsiteY94" fmla="*/ 278274 h 523125"/>
              <a:gd name="connsiteX95" fmla="*/ 143235 w 270000"/>
              <a:gd name="connsiteY95" fmla="*/ 271322 h 523125"/>
              <a:gd name="connsiteX96" fmla="*/ 143387 w 270000"/>
              <a:gd name="connsiteY96" fmla="*/ 275945 h 523125"/>
              <a:gd name="connsiteX97" fmla="*/ 146897 w 270000"/>
              <a:gd name="connsiteY97" fmla="*/ 393277 h 523125"/>
              <a:gd name="connsiteX98" fmla="*/ 124437 w 270000"/>
              <a:gd name="connsiteY98" fmla="*/ 389514 h 523125"/>
              <a:gd name="connsiteX99" fmla="*/ 235002 w 270000"/>
              <a:gd name="connsiteY99" fmla="*/ 330435 h 523125"/>
              <a:gd name="connsiteX100" fmla="*/ 224353 w 270000"/>
              <a:gd name="connsiteY100" fmla="*/ 364337 h 523125"/>
              <a:gd name="connsiteX101" fmla="*/ 214313 w 270000"/>
              <a:gd name="connsiteY101" fmla="*/ 375980 h 523125"/>
              <a:gd name="connsiteX102" fmla="*/ 199767 w 270000"/>
              <a:gd name="connsiteY102" fmla="*/ 384924 h 523125"/>
              <a:gd name="connsiteX103" fmla="*/ 182571 w 270000"/>
              <a:gd name="connsiteY103" fmla="*/ 390662 h 523125"/>
              <a:gd name="connsiteX104" fmla="*/ 179719 w 270000"/>
              <a:gd name="connsiteY104" fmla="*/ 275304 h 523125"/>
              <a:gd name="connsiteX105" fmla="*/ 179550 w 270000"/>
              <a:gd name="connsiteY105" fmla="*/ 267154 h 523125"/>
              <a:gd name="connsiteX106" fmla="*/ 181035 w 270000"/>
              <a:gd name="connsiteY106" fmla="*/ 267542 h 523125"/>
              <a:gd name="connsiteX107" fmla="*/ 197809 w 270000"/>
              <a:gd name="connsiteY107" fmla="*/ 274427 h 523125"/>
              <a:gd name="connsiteX108" fmla="*/ 235002 w 270000"/>
              <a:gd name="connsiteY108" fmla="*/ 330435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70000" h="523125">
                <a:moveTo>
                  <a:pt x="258711" y="275169"/>
                </a:moveTo>
                <a:cubicBezTo>
                  <a:pt x="247202" y="259695"/>
                  <a:pt x="232538" y="248000"/>
                  <a:pt x="216253" y="239630"/>
                </a:cubicBezTo>
                <a:cubicBezTo>
                  <a:pt x="208052" y="235479"/>
                  <a:pt x="199446" y="232054"/>
                  <a:pt x="189675" y="229910"/>
                </a:cubicBezTo>
                <a:cubicBezTo>
                  <a:pt x="185862" y="229084"/>
                  <a:pt x="182250" y="228628"/>
                  <a:pt x="178757" y="228392"/>
                </a:cubicBezTo>
                <a:lnTo>
                  <a:pt x="177728" y="182272"/>
                </a:lnTo>
                <a:cubicBezTo>
                  <a:pt x="177728" y="181074"/>
                  <a:pt x="177728" y="179859"/>
                  <a:pt x="177728" y="178678"/>
                </a:cubicBezTo>
                <a:cubicBezTo>
                  <a:pt x="179128" y="177800"/>
                  <a:pt x="180546" y="176923"/>
                  <a:pt x="181930" y="176045"/>
                </a:cubicBezTo>
                <a:cubicBezTo>
                  <a:pt x="195936" y="167119"/>
                  <a:pt x="209250" y="157854"/>
                  <a:pt x="222362" y="146750"/>
                </a:cubicBezTo>
                <a:cubicBezTo>
                  <a:pt x="235322" y="135630"/>
                  <a:pt x="248333" y="123024"/>
                  <a:pt x="258120" y="105170"/>
                </a:cubicBezTo>
                <a:cubicBezTo>
                  <a:pt x="267739" y="87064"/>
                  <a:pt x="271823" y="65615"/>
                  <a:pt x="265613" y="43256"/>
                </a:cubicBezTo>
                <a:cubicBezTo>
                  <a:pt x="259740" y="21217"/>
                  <a:pt x="238562" y="680"/>
                  <a:pt x="212271" y="39"/>
                </a:cubicBezTo>
                <a:cubicBezTo>
                  <a:pt x="199378" y="-484"/>
                  <a:pt x="186435" y="4275"/>
                  <a:pt x="177070" y="11835"/>
                </a:cubicBezTo>
                <a:cubicBezTo>
                  <a:pt x="172294" y="15598"/>
                  <a:pt x="168379" y="19850"/>
                  <a:pt x="165173" y="24457"/>
                </a:cubicBezTo>
                <a:cubicBezTo>
                  <a:pt x="162844" y="27917"/>
                  <a:pt x="160836" y="30161"/>
                  <a:pt x="158254" y="34599"/>
                </a:cubicBezTo>
                <a:cubicBezTo>
                  <a:pt x="147538" y="51829"/>
                  <a:pt x="142577" y="69260"/>
                  <a:pt x="140164" y="86777"/>
                </a:cubicBezTo>
                <a:cubicBezTo>
                  <a:pt x="137852" y="104057"/>
                  <a:pt x="137802" y="120560"/>
                  <a:pt x="138510" y="136389"/>
                </a:cubicBezTo>
                <a:lnTo>
                  <a:pt x="138865" y="145367"/>
                </a:lnTo>
                <a:cubicBezTo>
                  <a:pt x="118277" y="156943"/>
                  <a:pt x="96475" y="168907"/>
                  <a:pt x="75668" y="183487"/>
                </a:cubicBezTo>
                <a:cubicBezTo>
                  <a:pt x="62050" y="192971"/>
                  <a:pt x="48533" y="203569"/>
                  <a:pt x="36147" y="216748"/>
                </a:cubicBezTo>
                <a:cubicBezTo>
                  <a:pt x="23828" y="229775"/>
                  <a:pt x="12555" y="245891"/>
                  <a:pt x="6109" y="264892"/>
                </a:cubicBezTo>
                <a:cubicBezTo>
                  <a:pt x="-337" y="283944"/>
                  <a:pt x="-1721" y="304262"/>
                  <a:pt x="2143" y="323685"/>
                </a:cubicBezTo>
                <a:cubicBezTo>
                  <a:pt x="5282" y="341319"/>
                  <a:pt x="12353" y="359612"/>
                  <a:pt x="22663" y="375457"/>
                </a:cubicBezTo>
                <a:cubicBezTo>
                  <a:pt x="43386" y="407959"/>
                  <a:pt x="77912" y="428799"/>
                  <a:pt x="112911" y="436832"/>
                </a:cubicBezTo>
                <a:cubicBezTo>
                  <a:pt x="124572" y="439329"/>
                  <a:pt x="136401" y="440814"/>
                  <a:pt x="148298" y="441084"/>
                </a:cubicBezTo>
                <a:lnTo>
                  <a:pt x="148922" y="461891"/>
                </a:lnTo>
                <a:cubicBezTo>
                  <a:pt x="148956" y="462600"/>
                  <a:pt x="148990" y="463393"/>
                  <a:pt x="149091" y="464119"/>
                </a:cubicBezTo>
                <a:cubicBezTo>
                  <a:pt x="149327" y="465874"/>
                  <a:pt x="149547" y="469164"/>
                  <a:pt x="149547" y="471679"/>
                </a:cubicBezTo>
                <a:cubicBezTo>
                  <a:pt x="149563" y="474395"/>
                  <a:pt x="149462" y="477095"/>
                  <a:pt x="149192" y="479711"/>
                </a:cubicBezTo>
                <a:cubicBezTo>
                  <a:pt x="148686" y="484909"/>
                  <a:pt x="147505" y="489667"/>
                  <a:pt x="145868" y="493160"/>
                </a:cubicBezTo>
                <a:cubicBezTo>
                  <a:pt x="144163" y="496687"/>
                  <a:pt x="142358" y="498459"/>
                  <a:pt x="140265" y="499725"/>
                </a:cubicBezTo>
                <a:cubicBezTo>
                  <a:pt x="139152" y="500282"/>
                  <a:pt x="137768" y="500754"/>
                  <a:pt x="136114" y="501075"/>
                </a:cubicBezTo>
                <a:cubicBezTo>
                  <a:pt x="135220" y="501159"/>
                  <a:pt x="134376" y="501379"/>
                  <a:pt x="133313" y="501379"/>
                </a:cubicBezTo>
                <a:cubicBezTo>
                  <a:pt x="133195" y="501379"/>
                  <a:pt x="132283" y="501412"/>
                  <a:pt x="132250" y="501412"/>
                </a:cubicBezTo>
                <a:lnTo>
                  <a:pt x="130090" y="501294"/>
                </a:lnTo>
                <a:lnTo>
                  <a:pt x="127677" y="501125"/>
                </a:lnTo>
                <a:lnTo>
                  <a:pt x="126512" y="500839"/>
                </a:lnTo>
                <a:cubicBezTo>
                  <a:pt x="125803" y="500737"/>
                  <a:pt x="124892" y="500535"/>
                  <a:pt x="123745" y="500214"/>
                </a:cubicBezTo>
                <a:cubicBezTo>
                  <a:pt x="121652" y="499708"/>
                  <a:pt x="119593" y="498898"/>
                  <a:pt x="117771" y="497936"/>
                </a:cubicBezTo>
                <a:cubicBezTo>
                  <a:pt x="114058" y="496097"/>
                  <a:pt x="111072" y="493515"/>
                  <a:pt x="109367" y="491017"/>
                </a:cubicBezTo>
                <a:cubicBezTo>
                  <a:pt x="107646" y="488452"/>
                  <a:pt x="107005" y="486107"/>
                  <a:pt x="107140" y="483204"/>
                </a:cubicBezTo>
                <a:cubicBezTo>
                  <a:pt x="107224" y="481753"/>
                  <a:pt x="107393" y="480133"/>
                  <a:pt x="108135" y="478361"/>
                </a:cubicBezTo>
                <a:cubicBezTo>
                  <a:pt x="108557" y="476606"/>
                  <a:pt x="109789" y="474665"/>
                  <a:pt x="110650" y="472725"/>
                </a:cubicBezTo>
                <a:lnTo>
                  <a:pt x="111848" y="470059"/>
                </a:lnTo>
                <a:cubicBezTo>
                  <a:pt x="115780" y="461233"/>
                  <a:pt x="112067" y="450770"/>
                  <a:pt x="103309" y="446484"/>
                </a:cubicBezTo>
                <a:cubicBezTo>
                  <a:pt x="94332" y="442063"/>
                  <a:pt x="83515" y="445759"/>
                  <a:pt x="79093" y="454719"/>
                </a:cubicBezTo>
                <a:cubicBezTo>
                  <a:pt x="77085" y="458786"/>
                  <a:pt x="74976" y="462650"/>
                  <a:pt x="73660" y="467375"/>
                </a:cubicBezTo>
                <a:cubicBezTo>
                  <a:pt x="72124" y="471780"/>
                  <a:pt x="71247" y="476910"/>
                  <a:pt x="71128" y="482040"/>
                </a:cubicBezTo>
                <a:cubicBezTo>
                  <a:pt x="70707" y="492401"/>
                  <a:pt x="74183" y="503454"/>
                  <a:pt x="80207" y="511655"/>
                </a:cubicBezTo>
                <a:cubicBezTo>
                  <a:pt x="86181" y="519975"/>
                  <a:pt x="94045" y="525830"/>
                  <a:pt x="102246" y="529779"/>
                </a:cubicBezTo>
                <a:cubicBezTo>
                  <a:pt x="106363" y="531787"/>
                  <a:pt x="110616" y="533306"/>
                  <a:pt x="114953" y="534352"/>
                </a:cubicBezTo>
                <a:cubicBezTo>
                  <a:pt x="118463" y="535449"/>
                  <a:pt x="125837" y="536344"/>
                  <a:pt x="128267" y="536344"/>
                </a:cubicBezTo>
                <a:lnTo>
                  <a:pt x="130765" y="536479"/>
                </a:lnTo>
                <a:cubicBezTo>
                  <a:pt x="133431" y="536546"/>
                  <a:pt x="133498" y="536428"/>
                  <a:pt x="135000" y="536411"/>
                </a:cubicBezTo>
                <a:cubicBezTo>
                  <a:pt x="137278" y="536377"/>
                  <a:pt x="139742" y="536023"/>
                  <a:pt x="142138" y="535669"/>
                </a:cubicBezTo>
                <a:cubicBezTo>
                  <a:pt x="146998" y="534774"/>
                  <a:pt x="152044" y="533239"/>
                  <a:pt x="156820" y="530724"/>
                </a:cubicBezTo>
                <a:cubicBezTo>
                  <a:pt x="166506" y="525611"/>
                  <a:pt x="173728" y="516819"/>
                  <a:pt x="177694" y="508331"/>
                </a:cubicBezTo>
                <a:cubicBezTo>
                  <a:pt x="181727" y="499759"/>
                  <a:pt x="183465" y="491372"/>
                  <a:pt x="184326" y="483356"/>
                </a:cubicBezTo>
                <a:cubicBezTo>
                  <a:pt x="184748" y="479357"/>
                  <a:pt x="184917" y="475374"/>
                  <a:pt x="184917" y="471493"/>
                </a:cubicBezTo>
                <a:cubicBezTo>
                  <a:pt x="184849" y="467764"/>
                  <a:pt x="184748" y="464642"/>
                  <a:pt x="184292" y="460507"/>
                </a:cubicBezTo>
                <a:lnTo>
                  <a:pt x="183735" y="438013"/>
                </a:lnTo>
                <a:cubicBezTo>
                  <a:pt x="195902" y="435549"/>
                  <a:pt x="207900" y="431634"/>
                  <a:pt x="219527" y="426015"/>
                </a:cubicBezTo>
                <a:cubicBezTo>
                  <a:pt x="228032" y="421779"/>
                  <a:pt x="236335" y="416531"/>
                  <a:pt x="243810" y="409697"/>
                </a:cubicBezTo>
                <a:cubicBezTo>
                  <a:pt x="251100" y="403369"/>
                  <a:pt x="258981" y="393176"/>
                  <a:pt x="262896" y="385414"/>
                </a:cubicBezTo>
                <a:cubicBezTo>
                  <a:pt x="271198" y="369433"/>
                  <a:pt x="277577" y="350820"/>
                  <a:pt x="277358" y="330705"/>
                </a:cubicBezTo>
                <a:cubicBezTo>
                  <a:pt x="277442" y="310640"/>
                  <a:pt x="270237" y="290509"/>
                  <a:pt x="258711" y="275169"/>
                </a:cubicBezTo>
                <a:close/>
                <a:moveTo>
                  <a:pt x="179314" y="92548"/>
                </a:moveTo>
                <a:cubicBezTo>
                  <a:pt x="181255" y="79385"/>
                  <a:pt x="185895" y="66611"/>
                  <a:pt x="191802" y="57617"/>
                </a:cubicBezTo>
                <a:cubicBezTo>
                  <a:pt x="193050" y="55288"/>
                  <a:pt x="196223" y="51660"/>
                  <a:pt x="198298" y="48740"/>
                </a:cubicBezTo>
                <a:cubicBezTo>
                  <a:pt x="199547" y="47019"/>
                  <a:pt x="201066" y="45602"/>
                  <a:pt x="202450" y="44657"/>
                </a:cubicBezTo>
                <a:cubicBezTo>
                  <a:pt x="205285" y="42665"/>
                  <a:pt x="207867" y="42041"/>
                  <a:pt x="210533" y="42260"/>
                </a:cubicBezTo>
                <a:cubicBezTo>
                  <a:pt x="215815" y="42682"/>
                  <a:pt x="221738" y="47424"/>
                  <a:pt x="223543" y="55339"/>
                </a:cubicBezTo>
                <a:cubicBezTo>
                  <a:pt x="225535" y="63034"/>
                  <a:pt x="223780" y="74458"/>
                  <a:pt x="218380" y="83317"/>
                </a:cubicBezTo>
                <a:cubicBezTo>
                  <a:pt x="210195" y="97172"/>
                  <a:pt x="194434" y="110435"/>
                  <a:pt x="176985" y="122315"/>
                </a:cubicBezTo>
                <a:cubicBezTo>
                  <a:pt x="177171" y="111904"/>
                  <a:pt x="177795" y="101880"/>
                  <a:pt x="179314" y="92548"/>
                </a:cubicBezTo>
                <a:close/>
                <a:moveTo>
                  <a:pt x="124437" y="389514"/>
                </a:moveTo>
                <a:cubicBezTo>
                  <a:pt x="99360" y="383152"/>
                  <a:pt x="77322" y="368910"/>
                  <a:pt x="64767" y="348474"/>
                </a:cubicBezTo>
                <a:cubicBezTo>
                  <a:pt x="58438" y="338214"/>
                  <a:pt x="53983" y="327026"/>
                  <a:pt x="51891" y="314100"/>
                </a:cubicBezTo>
                <a:cubicBezTo>
                  <a:pt x="50001" y="303064"/>
                  <a:pt x="50440" y="291386"/>
                  <a:pt x="53967" y="281092"/>
                </a:cubicBezTo>
                <a:cubicBezTo>
                  <a:pt x="60666" y="260015"/>
                  <a:pt x="80730" y="240677"/>
                  <a:pt x="104220" y="224173"/>
                </a:cubicBezTo>
                <a:cubicBezTo>
                  <a:pt x="115847" y="215938"/>
                  <a:pt x="128166" y="208378"/>
                  <a:pt x="140923" y="200784"/>
                </a:cubicBezTo>
                <a:lnTo>
                  <a:pt x="141970" y="232729"/>
                </a:lnTo>
                <a:cubicBezTo>
                  <a:pt x="130275" y="236087"/>
                  <a:pt x="119138" y="241267"/>
                  <a:pt x="108692" y="248321"/>
                </a:cubicBezTo>
                <a:cubicBezTo>
                  <a:pt x="100913" y="253805"/>
                  <a:pt x="93522" y="260657"/>
                  <a:pt x="87649" y="269465"/>
                </a:cubicBezTo>
                <a:cubicBezTo>
                  <a:pt x="84696" y="274022"/>
                  <a:pt x="82317" y="278207"/>
                  <a:pt x="80258" y="284805"/>
                </a:cubicBezTo>
                <a:cubicBezTo>
                  <a:pt x="79802" y="286290"/>
                  <a:pt x="79228" y="288095"/>
                  <a:pt x="78975" y="289260"/>
                </a:cubicBezTo>
                <a:lnTo>
                  <a:pt x="78486" y="292129"/>
                </a:lnTo>
                <a:lnTo>
                  <a:pt x="77794" y="296415"/>
                </a:lnTo>
                <a:lnTo>
                  <a:pt x="77575" y="300566"/>
                </a:lnTo>
                <a:cubicBezTo>
                  <a:pt x="76883" y="311737"/>
                  <a:pt x="80815" y="324056"/>
                  <a:pt x="87548" y="333304"/>
                </a:cubicBezTo>
                <a:cubicBezTo>
                  <a:pt x="94686" y="342551"/>
                  <a:pt x="102313" y="348845"/>
                  <a:pt x="113113" y="353891"/>
                </a:cubicBezTo>
                <a:cubicBezTo>
                  <a:pt x="113721" y="354212"/>
                  <a:pt x="114463" y="354482"/>
                  <a:pt x="115122" y="354718"/>
                </a:cubicBezTo>
                <a:cubicBezTo>
                  <a:pt x="124656" y="357890"/>
                  <a:pt x="134967" y="352710"/>
                  <a:pt x="138122" y="343142"/>
                </a:cubicBezTo>
                <a:cubicBezTo>
                  <a:pt x="141295" y="333590"/>
                  <a:pt x="136114" y="323297"/>
                  <a:pt x="126563" y="320141"/>
                </a:cubicBezTo>
                <a:lnTo>
                  <a:pt x="126394" y="320107"/>
                </a:lnTo>
                <a:cubicBezTo>
                  <a:pt x="106617" y="313526"/>
                  <a:pt x="107815" y="291437"/>
                  <a:pt x="129027" y="278274"/>
                </a:cubicBezTo>
                <a:cubicBezTo>
                  <a:pt x="133363" y="275557"/>
                  <a:pt x="138173" y="273195"/>
                  <a:pt x="143235" y="271322"/>
                </a:cubicBezTo>
                <a:lnTo>
                  <a:pt x="143387" y="275945"/>
                </a:lnTo>
                <a:lnTo>
                  <a:pt x="146897" y="393277"/>
                </a:lnTo>
                <a:cubicBezTo>
                  <a:pt x="139253" y="392670"/>
                  <a:pt x="131693" y="391438"/>
                  <a:pt x="124437" y="389514"/>
                </a:cubicBezTo>
                <a:close/>
                <a:moveTo>
                  <a:pt x="235002" y="330435"/>
                </a:moveTo>
                <a:cubicBezTo>
                  <a:pt x="234799" y="341488"/>
                  <a:pt x="230682" y="353132"/>
                  <a:pt x="224353" y="364337"/>
                </a:cubicBezTo>
                <a:cubicBezTo>
                  <a:pt x="220827" y="370142"/>
                  <a:pt x="218717" y="372082"/>
                  <a:pt x="214313" y="375980"/>
                </a:cubicBezTo>
                <a:cubicBezTo>
                  <a:pt x="210280" y="379490"/>
                  <a:pt x="205200" y="382477"/>
                  <a:pt x="199767" y="384924"/>
                </a:cubicBezTo>
                <a:cubicBezTo>
                  <a:pt x="194367" y="387354"/>
                  <a:pt x="188595" y="389261"/>
                  <a:pt x="182571" y="390662"/>
                </a:cubicBezTo>
                <a:lnTo>
                  <a:pt x="179719" y="275304"/>
                </a:lnTo>
                <a:lnTo>
                  <a:pt x="179550" y="267154"/>
                </a:lnTo>
                <a:cubicBezTo>
                  <a:pt x="180040" y="267272"/>
                  <a:pt x="180597" y="267390"/>
                  <a:pt x="181035" y="267542"/>
                </a:cubicBezTo>
                <a:cubicBezTo>
                  <a:pt x="186402" y="268892"/>
                  <a:pt x="192291" y="271372"/>
                  <a:pt x="197809" y="274427"/>
                </a:cubicBezTo>
                <a:cubicBezTo>
                  <a:pt x="220405" y="286864"/>
                  <a:pt x="236301" y="308615"/>
                  <a:pt x="235002" y="330435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36" name="组合 135"/>
          <p:cNvGrpSpPr/>
          <p:nvPr/>
        </p:nvGrpSpPr>
        <p:grpSpPr>
          <a:xfrm>
            <a:off x="6099977" y="3375721"/>
            <a:ext cx="526686" cy="360454"/>
            <a:chOff x="10083166" y="3632579"/>
            <a:chExt cx="526686" cy="360454"/>
          </a:xfrm>
          <a:solidFill>
            <a:schemeClr val="accent1"/>
          </a:solidFill>
        </p:grpSpPr>
        <p:sp>
          <p:nvSpPr>
            <p:cNvPr id="137" name="任意多边形: 形状 136"/>
            <p:cNvSpPr/>
            <p:nvPr/>
          </p:nvSpPr>
          <p:spPr>
            <a:xfrm>
              <a:off x="10083166" y="3659447"/>
              <a:ext cx="219375" cy="303750"/>
            </a:xfrm>
            <a:custGeom>
              <a:avLst/>
              <a:gdLst>
                <a:gd name="connsiteX0" fmla="*/ 16386 w 219375"/>
                <a:gd name="connsiteY0" fmla="*/ 1820 h 303750"/>
                <a:gd name="connsiteX1" fmla="*/ 5586 w 219375"/>
                <a:gd name="connsiteY1" fmla="*/ 1212 h 303750"/>
                <a:gd name="connsiteX2" fmla="*/ 0 w 219375"/>
                <a:gd name="connsiteY2" fmla="*/ 10476 h 303750"/>
                <a:gd name="connsiteX3" fmla="*/ 0 w 219375"/>
                <a:gd name="connsiteY3" fmla="*/ 304962 h 303750"/>
                <a:gd name="connsiteX4" fmla="*/ 5586 w 219375"/>
                <a:gd name="connsiteY4" fmla="*/ 314226 h 303750"/>
                <a:gd name="connsiteX5" fmla="*/ 16386 w 219375"/>
                <a:gd name="connsiteY5" fmla="*/ 313619 h 303750"/>
                <a:gd name="connsiteX6" fmla="*/ 227289 w 219375"/>
                <a:gd name="connsiteY6" fmla="*/ 170198 h 303750"/>
                <a:gd name="connsiteX7" fmla="*/ 233904 w 219375"/>
                <a:gd name="connsiteY7" fmla="*/ 157711 h 303750"/>
                <a:gd name="connsiteX8" fmla="*/ 227289 w 219375"/>
                <a:gd name="connsiteY8" fmla="*/ 145257 h 303750"/>
                <a:gd name="connsiteX9" fmla="*/ 16386 w 219375"/>
                <a:gd name="connsiteY9" fmla="*/ 1820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9375" h="303750">
                  <a:moveTo>
                    <a:pt x="16386" y="1820"/>
                  </a:moveTo>
                  <a:cubicBezTo>
                    <a:pt x="13163" y="-374"/>
                    <a:pt x="9011" y="-594"/>
                    <a:pt x="5586" y="1212"/>
                  </a:cubicBezTo>
                  <a:cubicBezTo>
                    <a:pt x="2143" y="3035"/>
                    <a:pt x="0" y="6595"/>
                    <a:pt x="0" y="10476"/>
                  </a:cubicBezTo>
                  <a:lnTo>
                    <a:pt x="0" y="304962"/>
                  </a:lnTo>
                  <a:cubicBezTo>
                    <a:pt x="0" y="308843"/>
                    <a:pt x="2143" y="312404"/>
                    <a:pt x="5586" y="314226"/>
                  </a:cubicBezTo>
                  <a:cubicBezTo>
                    <a:pt x="9028" y="316049"/>
                    <a:pt x="13179" y="315813"/>
                    <a:pt x="16386" y="313619"/>
                  </a:cubicBezTo>
                  <a:lnTo>
                    <a:pt x="227289" y="170198"/>
                  </a:lnTo>
                  <a:cubicBezTo>
                    <a:pt x="231424" y="167380"/>
                    <a:pt x="233904" y="162723"/>
                    <a:pt x="233904" y="157711"/>
                  </a:cubicBezTo>
                  <a:cubicBezTo>
                    <a:pt x="233904" y="152733"/>
                    <a:pt x="231424" y="148058"/>
                    <a:pt x="227289" y="145257"/>
                  </a:cubicBezTo>
                  <a:lnTo>
                    <a:pt x="16386" y="182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10130079" y="3841158"/>
              <a:ext cx="438750" cy="151875"/>
            </a:xfrm>
            <a:custGeom>
              <a:avLst/>
              <a:gdLst>
                <a:gd name="connsiteX0" fmla="*/ 4590 w 438750"/>
                <a:gd name="connsiteY0" fmla="*/ 143518 h 151875"/>
                <a:gd name="connsiteX1" fmla="*/ 472 w 438750"/>
                <a:gd name="connsiteY1" fmla="*/ 155246 h 151875"/>
                <a:gd name="connsiteX2" fmla="*/ 10479 w 438750"/>
                <a:gd name="connsiteY2" fmla="*/ 162671 h 151875"/>
                <a:gd name="connsiteX3" fmla="*/ 433704 w 438750"/>
                <a:gd name="connsiteY3" fmla="*/ 162671 h 151875"/>
                <a:gd name="connsiteX4" fmla="*/ 443728 w 438750"/>
                <a:gd name="connsiteY4" fmla="*/ 155280 h 151875"/>
                <a:gd name="connsiteX5" fmla="*/ 439610 w 438750"/>
                <a:gd name="connsiteY5" fmla="*/ 143535 h 151875"/>
                <a:gd name="connsiteX6" fmla="*/ 233820 w 438750"/>
                <a:gd name="connsiteY6" fmla="*/ 3607 h 151875"/>
                <a:gd name="connsiteX7" fmla="*/ 210414 w 438750"/>
                <a:gd name="connsiteY7" fmla="*/ 3607 h 151875"/>
                <a:gd name="connsiteX8" fmla="*/ 4590 w 438750"/>
                <a:gd name="connsiteY8" fmla="*/ 143518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750" h="151875">
                  <a:moveTo>
                    <a:pt x="4590" y="143518"/>
                  </a:moveTo>
                  <a:cubicBezTo>
                    <a:pt x="776" y="146083"/>
                    <a:pt x="-895" y="150875"/>
                    <a:pt x="472" y="155246"/>
                  </a:cubicBezTo>
                  <a:cubicBezTo>
                    <a:pt x="1822" y="159667"/>
                    <a:pt x="5889" y="162671"/>
                    <a:pt x="10479" y="162671"/>
                  </a:cubicBezTo>
                  <a:lnTo>
                    <a:pt x="433704" y="162671"/>
                  </a:lnTo>
                  <a:cubicBezTo>
                    <a:pt x="438277" y="162671"/>
                    <a:pt x="442378" y="159667"/>
                    <a:pt x="443728" y="155280"/>
                  </a:cubicBezTo>
                  <a:cubicBezTo>
                    <a:pt x="445078" y="150841"/>
                    <a:pt x="443390" y="146116"/>
                    <a:pt x="439610" y="143535"/>
                  </a:cubicBezTo>
                  <a:lnTo>
                    <a:pt x="233820" y="3607"/>
                  </a:lnTo>
                  <a:cubicBezTo>
                    <a:pt x="226766" y="-1202"/>
                    <a:pt x="217485" y="-1202"/>
                    <a:pt x="210414" y="3607"/>
                  </a:cubicBezTo>
                  <a:lnTo>
                    <a:pt x="4590" y="14351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10129542" y="3632579"/>
              <a:ext cx="438750" cy="151875"/>
            </a:xfrm>
            <a:custGeom>
              <a:avLst/>
              <a:gdLst>
                <a:gd name="connsiteX0" fmla="*/ 440772 w 438750"/>
                <a:gd name="connsiteY0" fmla="*/ 18714 h 151875"/>
                <a:gd name="connsiteX1" fmla="*/ 444805 w 438750"/>
                <a:gd name="connsiteY1" fmla="*/ 7222 h 151875"/>
                <a:gd name="connsiteX2" fmla="*/ 435017 w 438750"/>
                <a:gd name="connsiteY2" fmla="*/ 0 h 151875"/>
                <a:gd name="connsiteX3" fmla="*/ 10240 w 438750"/>
                <a:gd name="connsiteY3" fmla="*/ 0 h 151875"/>
                <a:gd name="connsiteX4" fmla="*/ 452 w 438750"/>
                <a:gd name="connsiteY4" fmla="*/ 7222 h 151875"/>
                <a:gd name="connsiteX5" fmla="*/ 4485 w 438750"/>
                <a:gd name="connsiteY5" fmla="*/ 18714 h 151875"/>
                <a:gd name="connsiteX6" fmla="*/ 210884 w 438750"/>
                <a:gd name="connsiteY6" fmla="*/ 159064 h 151875"/>
                <a:gd name="connsiteX7" fmla="*/ 234374 w 438750"/>
                <a:gd name="connsiteY7" fmla="*/ 159064 h 151875"/>
                <a:gd name="connsiteX8" fmla="*/ 440772 w 438750"/>
                <a:gd name="connsiteY8" fmla="*/ 18714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750" h="151875">
                  <a:moveTo>
                    <a:pt x="440772" y="18714"/>
                  </a:moveTo>
                  <a:cubicBezTo>
                    <a:pt x="444501" y="16183"/>
                    <a:pt x="446121" y="11526"/>
                    <a:pt x="444805" y="7222"/>
                  </a:cubicBezTo>
                  <a:cubicBezTo>
                    <a:pt x="443455" y="2936"/>
                    <a:pt x="439506" y="0"/>
                    <a:pt x="435017" y="0"/>
                  </a:cubicBezTo>
                  <a:lnTo>
                    <a:pt x="10240" y="0"/>
                  </a:lnTo>
                  <a:cubicBezTo>
                    <a:pt x="5751" y="0"/>
                    <a:pt x="1769" y="2936"/>
                    <a:pt x="452" y="7222"/>
                  </a:cubicBezTo>
                  <a:cubicBezTo>
                    <a:pt x="-864" y="11526"/>
                    <a:pt x="756" y="16183"/>
                    <a:pt x="4485" y="18714"/>
                  </a:cubicBezTo>
                  <a:lnTo>
                    <a:pt x="210884" y="159064"/>
                  </a:lnTo>
                  <a:cubicBezTo>
                    <a:pt x="217954" y="163873"/>
                    <a:pt x="227269" y="163873"/>
                    <a:pt x="234374" y="159064"/>
                  </a:cubicBezTo>
                  <a:lnTo>
                    <a:pt x="440772" y="1871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10390477" y="3659447"/>
              <a:ext cx="219375" cy="303750"/>
            </a:xfrm>
            <a:custGeom>
              <a:avLst/>
              <a:gdLst>
                <a:gd name="connsiteX0" fmla="*/ 7324 w 219375"/>
                <a:gd name="connsiteY0" fmla="*/ 143924 h 303750"/>
                <a:gd name="connsiteX1" fmla="*/ 0 w 219375"/>
                <a:gd name="connsiteY1" fmla="*/ 157694 h 303750"/>
                <a:gd name="connsiteX2" fmla="*/ 7324 w 219375"/>
                <a:gd name="connsiteY2" fmla="*/ 171464 h 303750"/>
                <a:gd name="connsiteX3" fmla="*/ 216321 w 219375"/>
                <a:gd name="connsiteY3" fmla="*/ 313585 h 303750"/>
                <a:gd name="connsiteX4" fmla="*/ 227137 w 219375"/>
                <a:gd name="connsiteY4" fmla="*/ 314193 h 303750"/>
                <a:gd name="connsiteX5" fmla="*/ 232689 w 219375"/>
                <a:gd name="connsiteY5" fmla="*/ 304962 h 303750"/>
                <a:gd name="connsiteX6" fmla="*/ 232689 w 219375"/>
                <a:gd name="connsiteY6" fmla="*/ 10476 h 303750"/>
                <a:gd name="connsiteX7" fmla="*/ 227104 w 219375"/>
                <a:gd name="connsiteY7" fmla="*/ 1212 h 303750"/>
                <a:gd name="connsiteX8" fmla="*/ 216304 w 219375"/>
                <a:gd name="connsiteY8" fmla="*/ 1820 h 303750"/>
                <a:gd name="connsiteX9" fmla="*/ 7324 w 219375"/>
                <a:gd name="connsiteY9" fmla="*/ 143924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9375" h="303750">
                  <a:moveTo>
                    <a:pt x="7324" y="143924"/>
                  </a:moveTo>
                  <a:cubicBezTo>
                    <a:pt x="2751" y="147029"/>
                    <a:pt x="0" y="152193"/>
                    <a:pt x="0" y="157694"/>
                  </a:cubicBezTo>
                  <a:cubicBezTo>
                    <a:pt x="0" y="163229"/>
                    <a:pt x="2734" y="168376"/>
                    <a:pt x="7324" y="171464"/>
                  </a:cubicBezTo>
                  <a:lnTo>
                    <a:pt x="216321" y="313585"/>
                  </a:lnTo>
                  <a:cubicBezTo>
                    <a:pt x="219510" y="315796"/>
                    <a:pt x="223695" y="316032"/>
                    <a:pt x="227137" y="314193"/>
                  </a:cubicBezTo>
                  <a:cubicBezTo>
                    <a:pt x="230580" y="312353"/>
                    <a:pt x="232689" y="308860"/>
                    <a:pt x="232689" y="304962"/>
                  </a:cubicBezTo>
                  <a:lnTo>
                    <a:pt x="232689" y="10476"/>
                  </a:lnTo>
                  <a:cubicBezTo>
                    <a:pt x="232689" y="6595"/>
                    <a:pt x="230546" y="3035"/>
                    <a:pt x="227104" y="1212"/>
                  </a:cubicBezTo>
                  <a:cubicBezTo>
                    <a:pt x="223661" y="-594"/>
                    <a:pt x="219510" y="-374"/>
                    <a:pt x="216304" y="1820"/>
                  </a:cubicBezTo>
                  <a:lnTo>
                    <a:pt x="7324" y="14392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48" name="图形 173"/>
          <p:cNvSpPr/>
          <p:nvPr/>
        </p:nvSpPr>
        <p:spPr>
          <a:xfrm>
            <a:off x="1868101" y="3370323"/>
            <a:ext cx="523125" cy="371250"/>
          </a:xfrm>
          <a:custGeom>
            <a:avLst/>
            <a:gdLst>
              <a:gd name="connsiteX0" fmla="*/ 520442 w 523125"/>
              <a:gd name="connsiteY0" fmla="*/ 0 h 371250"/>
              <a:gd name="connsiteX1" fmla="*/ 18259 w 523125"/>
              <a:gd name="connsiteY1" fmla="*/ 0 h 371250"/>
              <a:gd name="connsiteX2" fmla="*/ 0 w 523125"/>
              <a:gd name="connsiteY2" fmla="*/ 17854 h 371250"/>
              <a:gd name="connsiteX3" fmla="*/ 0 w 523125"/>
              <a:gd name="connsiteY3" fmla="*/ 352637 h 371250"/>
              <a:gd name="connsiteX4" fmla="*/ 18259 w 523125"/>
              <a:gd name="connsiteY4" fmla="*/ 372009 h 371250"/>
              <a:gd name="connsiteX5" fmla="*/ 520459 w 523125"/>
              <a:gd name="connsiteY5" fmla="*/ 372009 h 371250"/>
              <a:gd name="connsiteX6" fmla="*/ 538701 w 523125"/>
              <a:gd name="connsiteY6" fmla="*/ 352637 h 371250"/>
              <a:gd name="connsiteX7" fmla="*/ 538701 w 523125"/>
              <a:gd name="connsiteY7" fmla="*/ 17854 h 371250"/>
              <a:gd name="connsiteX8" fmla="*/ 520442 w 523125"/>
              <a:gd name="connsiteY8" fmla="*/ 0 h 371250"/>
              <a:gd name="connsiteX9" fmla="*/ 108793 w 523125"/>
              <a:gd name="connsiteY9" fmla="*/ 222294 h 371250"/>
              <a:gd name="connsiteX10" fmla="*/ 129634 w 523125"/>
              <a:gd name="connsiteY10" fmla="*/ 201437 h 371250"/>
              <a:gd name="connsiteX11" fmla="*/ 129634 w 523125"/>
              <a:gd name="connsiteY11" fmla="*/ 37058 h 371250"/>
              <a:gd name="connsiteX12" fmla="*/ 148163 w 523125"/>
              <a:gd name="connsiteY12" fmla="*/ 37058 h 371250"/>
              <a:gd name="connsiteX13" fmla="*/ 148163 w 523125"/>
              <a:gd name="connsiteY13" fmla="*/ 201437 h 371250"/>
              <a:gd name="connsiteX14" fmla="*/ 169003 w 523125"/>
              <a:gd name="connsiteY14" fmla="*/ 222294 h 371250"/>
              <a:gd name="connsiteX15" fmla="*/ 175956 w 523125"/>
              <a:gd name="connsiteY15" fmla="*/ 222294 h 371250"/>
              <a:gd name="connsiteX16" fmla="*/ 175956 w 523125"/>
              <a:gd name="connsiteY16" fmla="*/ 333416 h 371250"/>
              <a:gd name="connsiteX17" fmla="*/ 101874 w 523125"/>
              <a:gd name="connsiteY17" fmla="*/ 333416 h 371250"/>
              <a:gd name="connsiteX18" fmla="*/ 101874 w 523125"/>
              <a:gd name="connsiteY18" fmla="*/ 222294 h 371250"/>
              <a:gd name="connsiteX19" fmla="*/ 108793 w 523125"/>
              <a:gd name="connsiteY19" fmla="*/ 222294 h 371250"/>
              <a:gd name="connsiteX20" fmla="*/ 194484 w 523125"/>
              <a:gd name="connsiteY20" fmla="*/ 222294 h 371250"/>
              <a:gd name="connsiteX21" fmla="*/ 201420 w 523125"/>
              <a:gd name="connsiteY21" fmla="*/ 222294 h 371250"/>
              <a:gd name="connsiteX22" fmla="*/ 222278 w 523125"/>
              <a:gd name="connsiteY22" fmla="*/ 201437 h 371250"/>
              <a:gd name="connsiteX23" fmla="*/ 222278 w 523125"/>
              <a:gd name="connsiteY23" fmla="*/ 36990 h 371250"/>
              <a:gd name="connsiteX24" fmla="*/ 259318 w 523125"/>
              <a:gd name="connsiteY24" fmla="*/ 36990 h 371250"/>
              <a:gd name="connsiteX25" fmla="*/ 259318 w 523125"/>
              <a:gd name="connsiteY25" fmla="*/ 333433 h 371250"/>
              <a:gd name="connsiteX26" fmla="*/ 194484 w 523125"/>
              <a:gd name="connsiteY26" fmla="*/ 333433 h 371250"/>
              <a:gd name="connsiteX27" fmla="*/ 194484 w 523125"/>
              <a:gd name="connsiteY27" fmla="*/ 222294 h 371250"/>
              <a:gd name="connsiteX28" fmla="*/ 279399 w 523125"/>
              <a:gd name="connsiteY28" fmla="*/ 37058 h 371250"/>
              <a:gd name="connsiteX29" fmla="*/ 316457 w 523125"/>
              <a:gd name="connsiteY29" fmla="*/ 37058 h 371250"/>
              <a:gd name="connsiteX30" fmla="*/ 316457 w 523125"/>
              <a:gd name="connsiteY30" fmla="*/ 201437 h 371250"/>
              <a:gd name="connsiteX31" fmla="*/ 337298 w 523125"/>
              <a:gd name="connsiteY31" fmla="*/ 222294 h 371250"/>
              <a:gd name="connsiteX32" fmla="*/ 344216 w 523125"/>
              <a:gd name="connsiteY32" fmla="*/ 222294 h 371250"/>
              <a:gd name="connsiteX33" fmla="*/ 344216 w 523125"/>
              <a:gd name="connsiteY33" fmla="*/ 333416 h 371250"/>
              <a:gd name="connsiteX34" fmla="*/ 279383 w 523125"/>
              <a:gd name="connsiteY34" fmla="*/ 333416 h 371250"/>
              <a:gd name="connsiteX35" fmla="*/ 279383 w 523125"/>
              <a:gd name="connsiteY35" fmla="*/ 37058 h 371250"/>
              <a:gd name="connsiteX36" fmla="*/ 279399 w 523125"/>
              <a:gd name="connsiteY36" fmla="*/ 37058 h 371250"/>
              <a:gd name="connsiteX37" fmla="*/ 362728 w 523125"/>
              <a:gd name="connsiteY37" fmla="*/ 222294 h 371250"/>
              <a:gd name="connsiteX38" fmla="*/ 369630 w 523125"/>
              <a:gd name="connsiteY38" fmla="*/ 222294 h 371250"/>
              <a:gd name="connsiteX39" fmla="*/ 390488 w 523125"/>
              <a:gd name="connsiteY39" fmla="*/ 201437 h 371250"/>
              <a:gd name="connsiteX40" fmla="*/ 390488 w 523125"/>
              <a:gd name="connsiteY40" fmla="*/ 37058 h 371250"/>
              <a:gd name="connsiteX41" fmla="*/ 409016 w 523125"/>
              <a:gd name="connsiteY41" fmla="*/ 37058 h 371250"/>
              <a:gd name="connsiteX42" fmla="*/ 409016 w 523125"/>
              <a:gd name="connsiteY42" fmla="*/ 201437 h 371250"/>
              <a:gd name="connsiteX43" fmla="*/ 429874 w 523125"/>
              <a:gd name="connsiteY43" fmla="*/ 222294 h 371250"/>
              <a:gd name="connsiteX44" fmla="*/ 436759 w 523125"/>
              <a:gd name="connsiteY44" fmla="*/ 222294 h 371250"/>
              <a:gd name="connsiteX45" fmla="*/ 436759 w 523125"/>
              <a:gd name="connsiteY45" fmla="*/ 333416 h 371250"/>
              <a:gd name="connsiteX46" fmla="*/ 362678 w 523125"/>
              <a:gd name="connsiteY46" fmla="*/ 333416 h 371250"/>
              <a:gd name="connsiteX47" fmla="*/ 362728 w 523125"/>
              <a:gd name="connsiteY47" fmla="*/ 222294 h 371250"/>
              <a:gd name="connsiteX48" fmla="*/ 362728 w 523125"/>
              <a:gd name="connsiteY48" fmla="*/ 222294 h 371250"/>
              <a:gd name="connsiteX49" fmla="*/ 37041 w 523125"/>
              <a:gd name="connsiteY49" fmla="*/ 52026 h 371250"/>
              <a:gd name="connsiteX50" fmla="*/ 52009 w 523125"/>
              <a:gd name="connsiteY50" fmla="*/ 37058 h 371250"/>
              <a:gd name="connsiteX51" fmla="*/ 55553 w 523125"/>
              <a:gd name="connsiteY51" fmla="*/ 37058 h 371250"/>
              <a:gd name="connsiteX52" fmla="*/ 55553 w 523125"/>
              <a:gd name="connsiteY52" fmla="*/ 201437 h 371250"/>
              <a:gd name="connsiteX53" fmla="*/ 76393 w 523125"/>
              <a:gd name="connsiteY53" fmla="*/ 222294 h 371250"/>
              <a:gd name="connsiteX54" fmla="*/ 83329 w 523125"/>
              <a:gd name="connsiteY54" fmla="*/ 222294 h 371250"/>
              <a:gd name="connsiteX55" fmla="*/ 83329 w 523125"/>
              <a:gd name="connsiteY55" fmla="*/ 333399 h 371250"/>
              <a:gd name="connsiteX56" fmla="*/ 52026 w 523125"/>
              <a:gd name="connsiteY56" fmla="*/ 333399 h 371250"/>
              <a:gd name="connsiteX57" fmla="*/ 37058 w 523125"/>
              <a:gd name="connsiteY57" fmla="*/ 318431 h 371250"/>
              <a:gd name="connsiteX58" fmla="*/ 37041 w 523125"/>
              <a:gd name="connsiteY58" fmla="*/ 52026 h 371250"/>
              <a:gd name="connsiteX59" fmla="*/ 37041 w 523125"/>
              <a:gd name="connsiteY59" fmla="*/ 52026 h 371250"/>
              <a:gd name="connsiteX60" fmla="*/ 501643 w 523125"/>
              <a:gd name="connsiteY60" fmla="*/ 318431 h 371250"/>
              <a:gd name="connsiteX61" fmla="*/ 486675 w 523125"/>
              <a:gd name="connsiteY61" fmla="*/ 333416 h 371250"/>
              <a:gd name="connsiteX62" fmla="*/ 455338 w 523125"/>
              <a:gd name="connsiteY62" fmla="*/ 333416 h 371250"/>
              <a:gd name="connsiteX63" fmla="*/ 455338 w 523125"/>
              <a:gd name="connsiteY63" fmla="*/ 222294 h 371250"/>
              <a:gd name="connsiteX64" fmla="*/ 462291 w 523125"/>
              <a:gd name="connsiteY64" fmla="*/ 222294 h 371250"/>
              <a:gd name="connsiteX65" fmla="*/ 483131 w 523125"/>
              <a:gd name="connsiteY65" fmla="*/ 201437 h 371250"/>
              <a:gd name="connsiteX66" fmla="*/ 483131 w 523125"/>
              <a:gd name="connsiteY66" fmla="*/ 37058 h 371250"/>
              <a:gd name="connsiteX67" fmla="*/ 486675 w 523125"/>
              <a:gd name="connsiteY67" fmla="*/ 37058 h 371250"/>
              <a:gd name="connsiteX68" fmla="*/ 501643 w 523125"/>
              <a:gd name="connsiteY68" fmla="*/ 52026 h 371250"/>
              <a:gd name="connsiteX69" fmla="*/ 501643 w 523125"/>
              <a:gd name="connsiteY69" fmla="*/ 318431 h 371250"/>
              <a:gd name="connsiteX70" fmla="*/ 501643 w 523125"/>
              <a:gd name="connsiteY70" fmla="*/ 318431 h 37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23125" h="371250">
                <a:moveTo>
                  <a:pt x="520442" y="0"/>
                </a:moveTo>
                <a:lnTo>
                  <a:pt x="18259" y="0"/>
                </a:lnTo>
                <a:cubicBezTo>
                  <a:pt x="7965" y="0"/>
                  <a:pt x="0" y="7560"/>
                  <a:pt x="0" y="17854"/>
                </a:cubicBezTo>
                <a:lnTo>
                  <a:pt x="0" y="352637"/>
                </a:lnTo>
                <a:cubicBezTo>
                  <a:pt x="0" y="362914"/>
                  <a:pt x="7965" y="372009"/>
                  <a:pt x="18259" y="372009"/>
                </a:cubicBezTo>
                <a:lnTo>
                  <a:pt x="520459" y="372009"/>
                </a:lnTo>
                <a:cubicBezTo>
                  <a:pt x="530719" y="372009"/>
                  <a:pt x="538701" y="362931"/>
                  <a:pt x="538701" y="352637"/>
                </a:cubicBezTo>
                <a:lnTo>
                  <a:pt x="538701" y="17854"/>
                </a:lnTo>
                <a:cubicBezTo>
                  <a:pt x="538684" y="7560"/>
                  <a:pt x="530719" y="0"/>
                  <a:pt x="520442" y="0"/>
                </a:cubicBezTo>
                <a:close/>
                <a:moveTo>
                  <a:pt x="108793" y="222294"/>
                </a:moveTo>
                <a:cubicBezTo>
                  <a:pt x="120302" y="222294"/>
                  <a:pt x="129634" y="212963"/>
                  <a:pt x="129634" y="201437"/>
                </a:cubicBezTo>
                <a:lnTo>
                  <a:pt x="129634" y="37058"/>
                </a:lnTo>
                <a:lnTo>
                  <a:pt x="148163" y="37058"/>
                </a:lnTo>
                <a:lnTo>
                  <a:pt x="148163" y="201437"/>
                </a:lnTo>
                <a:cubicBezTo>
                  <a:pt x="148163" y="212946"/>
                  <a:pt x="157494" y="222294"/>
                  <a:pt x="169003" y="222294"/>
                </a:cubicBezTo>
                <a:lnTo>
                  <a:pt x="175956" y="222294"/>
                </a:lnTo>
                <a:lnTo>
                  <a:pt x="175956" y="333416"/>
                </a:lnTo>
                <a:lnTo>
                  <a:pt x="101874" y="333416"/>
                </a:lnTo>
                <a:lnTo>
                  <a:pt x="101874" y="222294"/>
                </a:lnTo>
                <a:lnTo>
                  <a:pt x="108793" y="222294"/>
                </a:lnTo>
                <a:close/>
                <a:moveTo>
                  <a:pt x="194484" y="222294"/>
                </a:moveTo>
                <a:lnTo>
                  <a:pt x="201420" y="222294"/>
                </a:lnTo>
                <a:cubicBezTo>
                  <a:pt x="212946" y="222294"/>
                  <a:pt x="222278" y="212963"/>
                  <a:pt x="222278" y="201437"/>
                </a:cubicBezTo>
                <a:lnTo>
                  <a:pt x="222278" y="36990"/>
                </a:lnTo>
                <a:lnTo>
                  <a:pt x="259318" y="36990"/>
                </a:lnTo>
                <a:lnTo>
                  <a:pt x="259318" y="333433"/>
                </a:lnTo>
                <a:lnTo>
                  <a:pt x="194484" y="333433"/>
                </a:lnTo>
                <a:lnTo>
                  <a:pt x="194484" y="222294"/>
                </a:lnTo>
                <a:close/>
                <a:moveTo>
                  <a:pt x="279399" y="37058"/>
                </a:moveTo>
                <a:lnTo>
                  <a:pt x="316457" y="37058"/>
                </a:lnTo>
                <a:lnTo>
                  <a:pt x="316457" y="201437"/>
                </a:lnTo>
                <a:cubicBezTo>
                  <a:pt x="316457" y="212946"/>
                  <a:pt x="325806" y="222294"/>
                  <a:pt x="337298" y="222294"/>
                </a:cubicBezTo>
                <a:lnTo>
                  <a:pt x="344216" y="222294"/>
                </a:lnTo>
                <a:lnTo>
                  <a:pt x="344216" y="333416"/>
                </a:lnTo>
                <a:lnTo>
                  <a:pt x="279383" y="333416"/>
                </a:lnTo>
                <a:lnTo>
                  <a:pt x="279383" y="37058"/>
                </a:lnTo>
                <a:lnTo>
                  <a:pt x="279399" y="37058"/>
                </a:lnTo>
                <a:close/>
                <a:moveTo>
                  <a:pt x="362728" y="222294"/>
                </a:moveTo>
                <a:lnTo>
                  <a:pt x="369630" y="222294"/>
                </a:lnTo>
                <a:cubicBezTo>
                  <a:pt x="381156" y="222294"/>
                  <a:pt x="390488" y="212963"/>
                  <a:pt x="390488" y="201437"/>
                </a:cubicBezTo>
                <a:lnTo>
                  <a:pt x="390488" y="37058"/>
                </a:lnTo>
                <a:lnTo>
                  <a:pt x="409016" y="37058"/>
                </a:lnTo>
                <a:lnTo>
                  <a:pt x="409016" y="201437"/>
                </a:lnTo>
                <a:cubicBezTo>
                  <a:pt x="409016" y="212946"/>
                  <a:pt x="418365" y="222294"/>
                  <a:pt x="429874" y="222294"/>
                </a:cubicBezTo>
                <a:lnTo>
                  <a:pt x="436759" y="222294"/>
                </a:lnTo>
                <a:lnTo>
                  <a:pt x="436759" y="333416"/>
                </a:lnTo>
                <a:lnTo>
                  <a:pt x="362678" y="333416"/>
                </a:lnTo>
                <a:lnTo>
                  <a:pt x="362728" y="222294"/>
                </a:lnTo>
                <a:lnTo>
                  <a:pt x="362728" y="222294"/>
                </a:lnTo>
                <a:close/>
                <a:moveTo>
                  <a:pt x="37041" y="52026"/>
                </a:moveTo>
                <a:cubicBezTo>
                  <a:pt x="37041" y="43757"/>
                  <a:pt x="43740" y="37058"/>
                  <a:pt x="52009" y="37058"/>
                </a:cubicBezTo>
                <a:lnTo>
                  <a:pt x="55553" y="37058"/>
                </a:lnTo>
                <a:lnTo>
                  <a:pt x="55553" y="201437"/>
                </a:lnTo>
                <a:cubicBezTo>
                  <a:pt x="55553" y="212979"/>
                  <a:pt x="64884" y="222294"/>
                  <a:pt x="76393" y="222294"/>
                </a:cubicBezTo>
                <a:lnTo>
                  <a:pt x="83329" y="222294"/>
                </a:lnTo>
                <a:lnTo>
                  <a:pt x="83329" y="333399"/>
                </a:lnTo>
                <a:lnTo>
                  <a:pt x="52026" y="333399"/>
                </a:lnTo>
                <a:cubicBezTo>
                  <a:pt x="43757" y="333399"/>
                  <a:pt x="37058" y="326717"/>
                  <a:pt x="37058" y="318431"/>
                </a:cubicBezTo>
                <a:lnTo>
                  <a:pt x="37041" y="52026"/>
                </a:lnTo>
                <a:lnTo>
                  <a:pt x="37041" y="52026"/>
                </a:lnTo>
                <a:close/>
                <a:moveTo>
                  <a:pt x="501643" y="318431"/>
                </a:moveTo>
                <a:cubicBezTo>
                  <a:pt x="501643" y="326700"/>
                  <a:pt x="494961" y="333416"/>
                  <a:pt x="486675" y="333416"/>
                </a:cubicBezTo>
                <a:lnTo>
                  <a:pt x="455338" y="333416"/>
                </a:lnTo>
                <a:lnTo>
                  <a:pt x="455338" y="222294"/>
                </a:lnTo>
                <a:lnTo>
                  <a:pt x="462291" y="222294"/>
                </a:lnTo>
                <a:cubicBezTo>
                  <a:pt x="473833" y="222294"/>
                  <a:pt x="483131" y="212963"/>
                  <a:pt x="483131" y="201437"/>
                </a:cubicBezTo>
                <a:lnTo>
                  <a:pt x="483131" y="37058"/>
                </a:lnTo>
                <a:lnTo>
                  <a:pt x="486675" y="37058"/>
                </a:lnTo>
                <a:cubicBezTo>
                  <a:pt x="494944" y="37058"/>
                  <a:pt x="501643" y="43757"/>
                  <a:pt x="501643" y="52026"/>
                </a:cubicBezTo>
                <a:lnTo>
                  <a:pt x="501643" y="318431"/>
                </a:lnTo>
                <a:lnTo>
                  <a:pt x="501643" y="318431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49" name="图形 175"/>
          <p:cNvSpPr/>
          <p:nvPr/>
        </p:nvSpPr>
        <p:spPr>
          <a:xfrm>
            <a:off x="5143258" y="3294386"/>
            <a:ext cx="286875" cy="523125"/>
          </a:xfrm>
          <a:custGeom>
            <a:avLst/>
            <a:gdLst>
              <a:gd name="connsiteX0" fmla="*/ 201859 w 286875"/>
              <a:gd name="connsiteY0" fmla="*/ 326784 h 523125"/>
              <a:gd name="connsiteX1" fmla="*/ 302417 w 286875"/>
              <a:gd name="connsiteY1" fmla="*/ 326784 h 523125"/>
              <a:gd name="connsiteX2" fmla="*/ 247725 w 286875"/>
              <a:gd name="connsiteY2" fmla="*/ 213638 h 523125"/>
              <a:gd name="connsiteX3" fmla="*/ 247725 w 286875"/>
              <a:gd name="connsiteY3" fmla="*/ 69947 h 523125"/>
              <a:gd name="connsiteX4" fmla="*/ 248029 w 286875"/>
              <a:gd name="connsiteY4" fmla="*/ 69947 h 523125"/>
              <a:gd name="connsiteX5" fmla="*/ 262659 w 286875"/>
              <a:gd name="connsiteY5" fmla="*/ 69947 h 523125"/>
              <a:gd name="connsiteX6" fmla="*/ 283298 w 286875"/>
              <a:gd name="connsiteY6" fmla="*/ 49326 h 523125"/>
              <a:gd name="connsiteX7" fmla="*/ 283298 w 286875"/>
              <a:gd name="connsiteY7" fmla="*/ 20621 h 523125"/>
              <a:gd name="connsiteX8" fmla="*/ 262659 w 286875"/>
              <a:gd name="connsiteY8" fmla="*/ 0 h 523125"/>
              <a:gd name="connsiteX9" fmla="*/ 47284 w 286875"/>
              <a:gd name="connsiteY9" fmla="*/ 0 h 523125"/>
              <a:gd name="connsiteX10" fmla="*/ 19558 w 286875"/>
              <a:gd name="connsiteY10" fmla="*/ 27726 h 523125"/>
              <a:gd name="connsiteX11" fmla="*/ 19558 w 286875"/>
              <a:gd name="connsiteY11" fmla="*/ 49326 h 523125"/>
              <a:gd name="connsiteX12" fmla="*/ 40179 w 286875"/>
              <a:gd name="connsiteY12" fmla="*/ 69947 h 523125"/>
              <a:gd name="connsiteX13" fmla="*/ 53949 w 286875"/>
              <a:gd name="connsiteY13" fmla="*/ 69947 h 523125"/>
              <a:gd name="connsiteX14" fmla="*/ 53949 w 286875"/>
              <a:gd name="connsiteY14" fmla="*/ 213536 h 523125"/>
              <a:gd name="connsiteX15" fmla="*/ 0 w 286875"/>
              <a:gd name="connsiteY15" fmla="*/ 326784 h 523125"/>
              <a:gd name="connsiteX16" fmla="*/ 99816 w 286875"/>
              <a:gd name="connsiteY16" fmla="*/ 326784 h 523125"/>
              <a:gd name="connsiteX17" fmla="*/ 99816 w 286875"/>
              <a:gd name="connsiteY17" fmla="*/ 326514 h 523125"/>
              <a:gd name="connsiteX18" fmla="*/ 117855 w 286875"/>
              <a:gd name="connsiteY18" fmla="*/ 506419 h 523125"/>
              <a:gd name="connsiteX19" fmla="*/ 147791 w 286875"/>
              <a:gd name="connsiteY19" fmla="*/ 536271 h 523125"/>
              <a:gd name="connsiteX20" fmla="*/ 184106 w 286875"/>
              <a:gd name="connsiteY20" fmla="*/ 506419 h 523125"/>
              <a:gd name="connsiteX21" fmla="*/ 201842 w 286875"/>
              <a:gd name="connsiteY21" fmla="*/ 326514 h 523125"/>
              <a:gd name="connsiteX22" fmla="*/ 201859 w 286875"/>
              <a:gd name="connsiteY22" fmla="*/ 326784 h 523125"/>
              <a:gd name="connsiteX23" fmla="*/ 201859 w 286875"/>
              <a:gd name="connsiteY23" fmla="*/ 326784 h 523125"/>
              <a:gd name="connsiteX24" fmla="*/ 93369 w 286875"/>
              <a:gd name="connsiteY24" fmla="*/ 271721 h 523125"/>
              <a:gd name="connsiteX25" fmla="*/ 70369 w 286875"/>
              <a:gd name="connsiteY25" fmla="*/ 294604 h 523125"/>
              <a:gd name="connsiteX26" fmla="*/ 47081 w 286875"/>
              <a:gd name="connsiteY26" fmla="*/ 271586 h 523125"/>
              <a:gd name="connsiteX27" fmla="*/ 53949 w 286875"/>
              <a:gd name="connsiteY27" fmla="*/ 254897 h 523125"/>
              <a:gd name="connsiteX28" fmla="*/ 70082 w 286875"/>
              <a:gd name="connsiteY28" fmla="*/ 248721 h 523125"/>
              <a:gd name="connsiteX29" fmla="*/ 91834 w 286875"/>
              <a:gd name="connsiteY29" fmla="*/ 263706 h 523125"/>
              <a:gd name="connsiteX30" fmla="*/ 93369 w 286875"/>
              <a:gd name="connsiteY30" fmla="*/ 271721 h 523125"/>
              <a:gd name="connsiteX31" fmla="*/ 109468 w 286875"/>
              <a:gd name="connsiteY31" fmla="*/ 223830 h 523125"/>
              <a:gd name="connsiteX32" fmla="*/ 109316 w 286875"/>
              <a:gd name="connsiteY32" fmla="*/ 224016 h 523125"/>
              <a:gd name="connsiteX33" fmla="*/ 107055 w 286875"/>
              <a:gd name="connsiteY33" fmla="*/ 224033 h 523125"/>
              <a:gd name="connsiteX34" fmla="*/ 84915 w 286875"/>
              <a:gd name="connsiteY34" fmla="*/ 201893 h 523125"/>
              <a:gd name="connsiteX35" fmla="*/ 84915 w 286875"/>
              <a:gd name="connsiteY35" fmla="*/ 98499 h 523125"/>
              <a:gd name="connsiteX36" fmla="*/ 107258 w 286875"/>
              <a:gd name="connsiteY36" fmla="*/ 76427 h 523125"/>
              <a:gd name="connsiteX37" fmla="*/ 129600 w 286875"/>
              <a:gd name="connsiteY37" fmla="*/ 98499 h 523125"/>
              <a:gd name="connsiteX38" fmla="*/ 129600 w 286875"/>
              <a:gd name="connsiteY38" fmla="*/ 201876 h 523125"/>
              <a:gd name="connsiteX39" fmla="*/ 127541 w 286875"/>
              <a:gd name="connsiteY39" fmla="*/ 210735 h 523125"/>
              <a:gd name="connsiteX40" fmla="*/ 127271 w 286875"/>
              <a:gd name="connsiteY40" fmla="*/ 210836 h 523125"/>
              <a:gd name="connsiteX41" fmla="*/ 109468 w 286875"/>
              <a:gd name="connsiteY41" fmla="*/ 223830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6875" h="523125">
                <a:moveTo>
                  <a:pt x="201859" y="326784"/>
                </a:moveTo>
                <a:lnTo>
                  <a:pt x="302417" y="326784"/>
                </a:lnTo>
                <a:cubicBezTo>
                  <a:pt x="301404" y="280901"/>
                  <a:pt x="280969" y="240705"/>
                  <a:pt x="247725" y="213638"/>
                </a:cubicBezTo>
                <a:lnTo>
                  <a:pt x="247725" y="69947"/>
                </a:lnTo>
                <a:lnTo>
                  <a:pt x="248029" y="69947"/>
                </a:lnTo>
                <a:lnTo>
                  <a:pt x="262659" y="69947"/>
                </a:lnTo>
                <a:cubicBezTo>
                  <a:pt x="274067" y="69947"/>
                  <a:pt x="283298" y="60716"/>
                  <a:pt x="283298" y="49326"/>
                </a:cubicBezTo>
                <a:lnTo>
                  <a:pt x="283298" y="20621"/>
                </a:lnTo>
                <a:cubicBezTo>
                  <a:pt x="283298" y="9231"/>
                  <a:pt x="274067" y="0"/>
                  <a:pt x="262659" y="0"/>
                </a:cubicBezTo>
                <a:lnTo>
                  <a:pt x="47284" y="0"/>
                </a:lnTo>
                <a:cubicBezTo>
                  <a:pt x="31978" y="0"/>
                  <a:pt x="19558" y="12403"/>
                  <a:pt x="19558" y="27726"/>
                </a:cubicBezTo>
                <a:lnTo>
                  <a:pt x="19558" y="49326"/>
                </a:lnTo>
                <a:cubicBezTo>
                  <a:pt x="19558" y="60716"/>
                  <a:pt x="28789" y="69947"/>
                  <a:pt x="40179" y="69947"/>
                </a:cubicBezTo>
                <a:lnTo>
                  <a:pt x="53949" y="69947"/>
                </a:lnTo>
                <a:lnTo>
                  <a:pt x="53949" y="213536"/>
                </a:lnTo>
                <a:cubicBezTo>
                  <a:pt x="21853" y="240621"/>
                  <a:pt x="996" y="280901"/>
                  <a:pt x="0" y="326784"/>
                </a:cubicBezTo>
                <a:lnTo>
                  <a:pt x="99816" y="326784"/>
                </a:lnTo>
                <a:lnTo>
                  <a:pt x="99816" y="326514"/>
                </a:lnTo>
                <a:lnTo>
                  <a:pt x="117855" y="506419"/>
                </a:lnTo>
                <a:cubicBezTo>
                  <a:pt x="119357" y="521910"/>
                  <a:pt x="131743" y="534701"/>
                  <a:pt x="147791" y="536271"/>
                </a:cubicBezTo>
                <a:cubicBezTo>
                  <a:pt x="166118" y="538076"/>
                  <a:pt x="182334" y="524694"/>
                  <a:pt x="184106" y="506419"/>
                </a:cubicBezTo>
                <a:lnTo>
                  <a:pt x="201842" y="326514"/>
                </a:lnTo>
                <a:lnTo>
                  <a:pt x="201859" y="326784"/>
                </a:lnTo>
                <a:lnTo>
                  <a:pt x="201859" y="326784"/>
                </a:lnTo>
                <a:close/>
                <a:moveTo>
                  <a:pt x="93369" y="271721"/>
                </a:moveTo>
                <a:cubicBezTo>
                  <a:pt x="93369" y="284411"/>
                  <a:pt x="83059" y="294604"/>
                  <a:pt x="70369" y="294604"/>
                </a:cubicBezTo>
                <a:cubicBezTo>
                  <a:pt x="57662" y="294604"/>
                  <a:pt x="47081" y="284276"/>
                  <a:pt x="47081" y="271586"/>
                </a:cubicBezTo>
                <a:cubicBezTo>
                  <a:pt x="47081" y="265022"/>
                  <a:pt x="50507" y="259082"/>
                  <a:pt x="53949" y="254897"/>
                </a:cubicBezTo>
                <a:cubicBezTo>
                  <a:pt x="58556" y="250965"/>
                  <a:pt x="63939" y="248721"/>
                  <a:pt x="70082" y="248721"/>
                </a:cubicBezTo>
                <a:cubicBezTo>
                  <a:pt x="79903" y="248721"/>
                  <a:pt x="88560" y="254543"/>
                  <a:pt x="91834" y="263706"/>
                </a:cubicBezTo>
                <a:cubicBezTo>
                  <a:pt x="92829" y="265984"/>
                  <a:pt x="93369" y="268819"/>
                  <a:pt x="93369" y="271721"/>
                </a:cubicBezTo>
                <a:close/>
                <a:moveTo>
                  <a:pt x="109468" y="223830"/>
                </a:moveTo>
                <a:cubicBezTo>
                  <a:pt x="109418" y="223898"/>
                  <a:pt x="109367" y="223948"/>
                  <a:pt x="109316" y="224016"/>
                </a:cubicBezTo>
                <a:cubicBezTo>
                  <a:pt x="108608" y="224083"/>
                  <a:pt x="107797" y="224033"/>
                  <a:pt x="107055" y="224033"/>
                </a:cubicBezTo>
                <a:cubicBezTo>
                  <a:pt x="94871" y="224033"/>
                  <a:pt x="84915" y="214076"/>
                  <a:pt x="84915" y="201893"/>
                </a:cubicBezTo>
                <a:lnTo>
                  <a:pt x="84915" y="98499"/>
                </a:lnTo>
                <a:cubicBezTo>
                  <a:pt x="84915" y="86299"/>
                  <a:pt x="95074" y="76427"/>
                  <a:pt x="107258" y="76427"/>
                </a:cubicBezTo>
                <a:cubicBezTo>
                  <a:pt x="119458" y="76427"/>
                  <a:pt x="129600" y="86316"/>
                  <a:pt x="129600" y="98499"/>
                </a:cubicBezTo>
                <a:lnTo>
                  <a:pt x="129600" y="201876"/>
                </a:lnTo>
                <a:cubicBezTo>
                  <a:pt x="129600" y="205014"/>
                  <a:pt x="128723" y="208001"/>
                  <a:pt x="127541" y="210735"/>
                </a:cubicBezTo>
                <a:cubicBezTo>
                  <a:pt x="127440" y="210752"/>
                  <a:pt x="127356" y="210803"/>
                  <a:pt x="127271" y="210836"/>
                </a:cubicBezTo>
                <a:cubicBezTo>
                  <a:pt x="124149" y="217890"/>
                  <a:pt x="117467" y="223003"/>
                  <a:pt x="109468" y="223830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50" name="图形 177"/>
          <p:cNvSpPr/>
          <p:nvPr/>
        </p:nvSpPr>
        <p:spPr>
          <a:xfrm>
            <a:off x="8488244" y="3294386"/>
            <a:ext cx="303750" cy="523125"/>
          </a:xfrm>
          <a:custGeom>
            <a:avLst/>
            <a:gdLst>
              <a:gd name="connsiteX0" fmla="*/ 319663 w 303750"/>
              <a:gd name="connsiteY0" fmla="*/ 9031 h 523125"/>
              <a:gd name="connsiteX1" fmla="*/ 315073 w 303750"/>
              <a:gd name="connsiteY1" fmla="*/ 1083 h 523125"/>
              <a:gd name="connsiteX2" fmla="*/ 305893 w 303750"/>
              <a:gd name="connsiteY2" fmla="*/ 1505 h 523125"/>
              <a:gd name="connsiteX3" fmla="*/ 222733 w 303750"/>
              <a:gd name="connsiteY3" fmla="*/ 66052 h 523125"/>
              <a:gd name="connsiteX4" fmla="*/ 228403 w 303750"/>
              <a:gd name="connsiteY4" fmla="*/ 137433 h 523125"/>
              <a:gd name="connsiteX5" fmla="*/ 194974 w 303750"/>
              <a:gd name="connsiteY5" fmla="*/ 92056 h 523125"/>
              <a:gd name="connsiteX6" fmla="*/ 110953 w 303750"/>
              <a:gd name="connsiteY6" fmla="*/ 201811 h 523125"/>
              <a:gd name="connsiteX7" fmla="*/ 115003 w 303750"/>
              <a:gd name="connsiteY7" fmla="*/ 252706 h 523125"/>
              <a:gd name="connsiteX8" fmla="*/ 98348 w 303750"/>
              <a:gd name="connsiteY8" fmla="*/ 230128 h 523125"/>
              <a:gd name="connsiteX9" fmla="*/ 101520 w 303750"/>
              <a:gd name="connsiteY9" fmla="*/ 369667 h 523125"/>
              <a:gd name="connsiteX10" fmla="*/ 85134 w 303750"/>
              <a:gd name="connsiteY10" fmla="*/ 399569 h 523125"/>
              <a:gd name="connsiteX11" fmla="*/ 84848 w 303750"/>
              <a:gd name="connsiteY11" fmla="*/ 399873 h 523125"/>
              <a:gd name="connsiteX12" fmla="*/ 58860 w 303750"/>
              <a:gd name="connsiteY12" fmla="*/ 399873 h 523125"/>
              <a:gd name="connsiteX13" fmla="*/ 42457 w 303750"/>
              <a:gd name="connsiteY13" fmla="*/ 416866 h 523125"/>
              <a:gd name="connsiteX14" fmla="*/ 42457 w 303750"/>
              <a:gd name="connsiteY14" fmla="*/ 441133 h 523125"/>
              <a:gd name="connsiteX15" fmla="*/ 46676 w 303750"/>
              <a:gd name="connsiteY15" fmla="*/ 441133 h 523125"/>
              <a:gd name="connsiteX16" fmla="*/ 7695 w 303750"/>
              <a:gd name="connsiteY16" fmla="*/ 509038 h 523125"/>
              <a:gd name="connsiteX17" fmla="*/ 0 w 303750"/>
              <a:gd name="connsiteY17" fmla="*/ 516969 h 523125"/>
              <a:gd name="connsiteX18" fmla="*/ 0 w 303750"/>
              <a:gd name="connsiteY18" fmla="*/ 530553 h 523125"/>
              <a:gd name="connsiteX19" fmla="*/ 7104 w 303750"/>
              <a:gd name="connsiteY19" fmla="*/ 537809 h 523125"/>
              <a:gd name="connsiteX20" fmla="*/ 162810 w 303750"/>
              <a:gd name="connsiteY20" fmla="*/ 537809 h 523125"/>
              <a:gd name="connsiteX21" fmla="*/ 170944 w 303750"/>
              <a:gd name="connsiteY21" fmla="*/ 530553 h 523125"/>
              <a:gd name="connsiteX22" fmla="*/ 170944 w 303750"/>
              <a:gd name="connsiteY22" fmla="*/ 516665 h 523125"/>
              <a:gd name="connsiteX23" fmla="*/ 163063 w 303750"/>
              <a:gd name="connsiteY23" fmla="*/ 509071 h 523125"/>
              <a:gd name="connsiteX24" fmla="*/ 121618 w 303750"/>
              <a:gd name="connsiteY24" fmla="*/ 441149 h 523125"/>
              <a:gd name="connsiteX25" fmla="*/ 127305 w 303750"/>
              <a:gd name="connsiteY25" fmla="*/ 441149 h 523125"/>
              <a:gd name="connsiteX26" fmla="*/ 127305 w 303750"/>
              <a:gd name="connsiteY26" fmla="*/ 416883 h 523125"/>
              <a:gd name="connsiteX27" fmla="*/ 111071 w 303750"/>
              <a:gd name="connsiteY27" fmla="*/ 399890 h 523125"/>
              <a:gd name="connsiteX28" fmla="*/ 110801 w 303750"/>
              <a:gd name="connsiteY28" fmla="*/ 399890 h 523125"/>
              <a:gd name="connsiteX29" fmla="*/ 110801 w 303750"/>
              <a:gd name="connsiteY29" fmla="*/ 399772 h 523125"/>
              <a:gd name="connsiteX30" fmla="*/ 121196 w 303750"/>
              <a:gd name="connsiteY30" fmla="*/ 380315 h 523125"/>
              <a:gd name="connsiteX31" fmla="*/ 190451 w 303750"/>
              <a:gd name="connsiteY31" fmla="*/ 354952 h 523125"/>
              <a:gd name="connsiteX32" fmla="*/ 157714 w 303750"/>
              <a:gd name="connsiteY32" fmla="*/ 344456 h 523125"/>
              <a:gd name="connsiteX33" fmla="*/ 222345 w 303750"/>
              <a:gd name="connsiteY33" fmla="*/ 328323 h 523125"/>
              <a:gd name="connsiteX34" fmla="*/ 275198 w 303750"/>
              <a:gd name="connsiteY34" fmla="*/ 244606 h 523125"/>
              <a:gd name="connsiteX35" fmla="*/ 234664 w 303750"/>
              <a:gd name="connsiteY35" fmla="*/ 242075 h 523125"/>
              <a:gd name="connsiteX36" fmla="*/ 286774 w 303750"/>
              <a:gd name="connsiteY36" fmla="*/ 214063 h 523125"/>
              <a:gd name="connsiteX37" fmla="*/ 319663 w 303750"/>
              <a:gd name="connsiteY37" fmla="*/ 9031 h 523125"/>
              <a:gd name="connsiteX38" fmla="*/ 71601 w 303750"/>
              <a:gd name="connsiteY38" fmla="*/ 454987 h 523125"/>
              <a:gd name="connsiteX39" fmla="*/ 45444 w 303750"/>
              <a:gd name="connsiteY39" fmla="*/ 504144 h 523125"/>
              <a:gd name="connsiteX40" fmla="*/ 37074 w 303750"/>
              <a:gd name="connsiteY40" fmla="*/ 509173 h 523125"/>
              <a:gd name="connsiteX41" fmla="*/ 32619 w 303750"/>
              <a:gd name="connsiteY41" fmla="*/ 508093 h 523125"/>
              <a:gd name="connsiteX42" fmla="*/ 28704 w 303750"/>
              <a:gd name="connsiteY42" fmla="*/ 495234 h 523125"/>
              <a:gd name="connsiteX43" fmla="*/ 54861 w 303750"/>
              <a:gd name="connsiteY43" fmla="*/ 446060 h 523125"/>
              <a:gd name="connsiteX44" fmla="*/ 67686 w 303750"/>
              <a:gd name="connsiteY44" fmla="*/ 442179 h 523125"/>
              <a:gd name="connsiteX45" fmla="*/ 71601 w 303750"/>
              <a:gd name="connsiteY45" fmla="*/ 454987 h 523125"/>
              <a:gd name="connsiteX46" fmla="*/ 66471 w 303750"/>
              <a:gd name="connsiteY46" fmla="*/ 431699 h 523125"/>
              <a:gd name="connsiteX47" fmla="*/ 56717 w 303750"/>
              <a:gd name="connsiteY47" fmla="*/ 421963 h 523125"/>
              <a:gd name="connsiteX48" fmla="*/ 66471 w 303750"/>
              <a:gd name="connsiteY48" fmla="*/ 412209 h 523125"/>
              <a:gd name="connsiteX49" fmla="*/ 76241 w 303750"/>
              <a:gd name="connsiteY49" fmla="*/ 421963 h 523125"/>
              <a:gd name="connsiteX50" fmla="*/ 66471 w 303750"/>
              <a:gd name="connsiteY50" fmla="*/ 431699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03750" h="523125">
                <a:moveTo>
                  <a:pt x="319663" y="9031"/>
                </a:moveTo>
                <a:cubicBezTo>
                  <a:pt x="319731" y="5724"/>
                  <a:pt x="317942" y="2669"/>
                  <a:pt x="315073" y="1083"/>
                </a:cubicBezTo>
                <a:cubicBezTo>
                  <a:pt x="312171" y="-503"/>
                  <a:pt x="308627" y="-334"/>
                  <a:pt x="305893" y="1505"/>
                </a:cubicBezTo>
                <a:cubicBezTo>
                  <a:pt x="288495" y="13233"/>
                  <a:pt x="256804" y="35829"/>
                  <a:pt x="222733" y="66052"/>
                </a:cubicBezTo>
                <a:lnTo>
                  <a:pt x="228403" y="137433"/>
                </a:lnTo>
                <a:lnTo>
                  <a:pt x="194974" y="92056"/>
                </a:lnTo>
                <a:cubicBezTo>
                  <a:pt x="163046" y="123663"/>
                  <a:pt x="131861" y="161126"/>
                  <a:pt x="110953" y="201811"/>
                </a:cubicBezTo>
                <a:lnTo>
                  <a:pt x="115003" y="252706"/>
                </a:lnTo>
                <a:lnTo>
                  <a:pt x="98348" y="230128"/>
                </a:lnTo>
                <a:cubicBezTo>
                  <a:pt x="81675" y="274661"/>
                  <a:pt x="78975" y="322198"/>
                  <a:pt x="101520" y="369667"/>
                </a:cubicBezTo>
                <a:lnTo>
                  <a:pt x="85134" y="399569"/>
                </a:lnTo>
                <a:lnTo>
                  <a:pt x="84848" y="399873"/>
                </a:lnTo>
                <a:lnTo>
                  <a:pt x="58860" y="399873"/>
                </a:lnTo>
                <a:cubicBezTo>
                  <a:pt x="49680" y="399873"/>
                  <a:pt x="42457" y="407686"/>
                  <a:pt x="42457" y="416866"/>
                </a:cubicBezTo>
                <a:lnTo>
                  <a:pt x="42457" y="441133"/>
                </a:lnTo>
                <a:lnTo>
                  <a:pt x="46676" y="441133"/>
                </a:lnTo>
                <a:lnTo>
                  <a:pt x="7695" y="509038"/>
                </a:lnTo>
                <a:cubicBezTo>
                  <a:pt x="3291" y="509038"/>
                  <a:pt x="0" y="512564"/>
                  <a:pt x="0" y="516969"/>
                </a:cubicBezTo>
                <a:lnTo>
                  <a:pt x="0" y="530553"/>
                </a:lnTo>
                <a:cubicBezTo>
                  <a:pt x="0" y="534772"/>
                  <a:pt x="2886" y="537809"/>
                  <a:pt x="7104" y="537809"/>
                </a:cubicBezTo>
                <a:lnTo>
                  <a:pt x="162810" y="537809"/>
                </a:lnTo>
                <a:cubicBezTo>
                  <a:pt x="167029" y="537809"/>
                  <a:pt x="170944" y="534772"/>
                  <a:pt x="170944" y="530553"/>
                </a:cubicBezTo>
                <a:lnTo>
                  <a:pt x="170944" y="516665"/>
                </a:lnTo>
                <a:cubicBezTo>
                  <a:pt x="170944" y="512446"/>
                  <a:pt x="167265" y="509071"/>
                  <a:pt x="163063" y="509071"/>
                </a:cubicBezTo>
                <a:lnTo>
                  <a:pt x="121618" y="441149"/>
                </a:lnTo>
                <a:lnTo>
                  <a:pt x="127305" y="441149"/>
                </a:lnTo>
                <a:lnTo>
                  <a:pt x="127305" y="416883"/>
                </a:lnTo>
                <a:cubicBezTo>
                  <a:pt x="127305" y="407703"/>
                  <a:pt x="120251" y="399890"/>
                  <a:pt x="111071" y="399890"/>
                </a:cubicBezTo>
                <a:lnTo>
                  <a:pt x="110801" y="399890"/>
                </a:lnTo>
                <a:lnTo>
                  <a:pt x="110801" y="399772"/>
                </a:lnTo>
                <a:lnTo>
                  <a:pt x="121196" y="380315"/>
                </a:lnTo>
                <a:cubicBezTo>
                  <a:pt x="147690" y="376873"/>
                  <a:pt x="170556" y="367946"/>
                  <a:pt x="190451" y="354952"/>
                </a:cubicBezTo>
                <a:lnTo>
                  <a:pt x="157714" y="344456"/>
                </a:lnTo>
                <a:lnTo>
                  <a:pt x="222345" y="328323"/>
                </a:lnTo>
                <a:cubicBezTo>
                  <a:pt x="244688" y="305019"/>
                  <a:pt x="261900" y="275893"/>
                  <a:pt x="275198" y="244606"/>
                </a:cubicBezTo>
                <a:lnTo>
                  <a:pt x="234664" y="242075"/>
                </a:lnTo>
                <a:lnTo>
                  <a:pt x="286774" y="214063"/>
                </a:lnTo>
                <a:cubicBezTo>
                  <a:pt x="314179" y="132607"/>
                  <a:pt x="318938" y="44773"/>
                  <a:pt x="319663" y="9031"/>
                </a:cubicBezTo>
                <a:close/>
                <a:moveTo>
                  <a:pt x="71601" y="454987"/>
                </a:moveTo>
                <a:lnTo>
                  <a:pt x="45444" y="504144"/>
                </a:lnTo>
                <a:cubicBezTo>
                  <a:pt x="43740" y="507350"/>
                  <a:pt x="40466" y="509173"/>
                  <a:pt x="37074" y="509173"/>
                </a:cubicBezTo>
                <a:cubicBezTo>
                  <a:pt x="35572" y="509173"/>
                  <a:pt x="34037" y="508818"/>
                  <a:pt x="32619" y="508093"/>
                </a:cubicBezTo>
                <a:cubicBezTo>
                  <a:pt x="28013" y="505629"/>
                  <a:pt x="26258" y="499891"/>
                  <a:pt x="28704" y="495234"/>
                </a:cubicBezTo>
                <a:lnTo>
                  <a:pt x="54861" y="446060"/>
                </a:lnTo>
                <a:cubicBezTo>
                  <a:pt x="57324" y="441470"/>
                  <a:pt x="63062" y="439698"/>
                  <a:pt x="67686" y="442179"/>
                </a:cubicBezTo>
                <a:cubicBezTo>
                  <a:pt x="72309" y="444659"/>
                  <a:pt x="74064" y="450363"/>
                  <a:pt x="71601" y="454987"/>
                </a:cubicBezTo>
                <a:close/>
                <a:moveTo>
                  <a:pt x="66471" y="431699"/>
                </a:moveTo>
                <a:cubicBezTo>
                  <a:pt x="61088" y="431699"/>
                  <a:pt x="56717" y="427346"/>
                  <a:pt x="56717" y="421963"/>
                </a:cubicBezTo>
                <a:cubicBezTo>
                  <a:pt x="56717" y="416563"/>
                  <a:pt x="61088" y="412209"/>
                  <a:pt x="66471" y="412209"/>
                </a:cubicBezTo>
                <a:cubicBezTo>
                  <a:pt x="71871" y="412209"/>
                  <a:pt x="76241" y="416563"/>
                  <a:pt x="76241" y="421963"/>
                </a:cubicBezTo>
                <a:cubicBezTo>
                  <a:pt x="76241" y="427346"/>
                  <a:pt x="71871" y="431699"/>
                  <a:pt x="66471" y="431699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51" name="图形 179"/>
          <p:cNvSpPr/>
          <p:nvPr/>
        </p:nvSpPr>
        <p:spPr>
          <a:xfrm>
            <a:off x="9461838" y="3345011"/>
            <a:ext cx="523125" cy="421875"/>
          </a:xfrm>
          <a:custGeom>
            <a:avLst/>
            <a:gdLst>
              <a:gd name="connsiteX0" fmla="*/ 513624 w 523125"/>
              <a:gd name="connsiteY0" fmla="*/ 133363 h 421875"/>
              <a:gd name="connsiteX1" fmla="*/ 534414 w 523125"/>
              <a:gd name="connsiteY1" fmla="*/ 135996 h 421875"/>
              <a:gd name="connsiteX2" fmla="*/ 534414 w 523125"/>
              <a:gd name="connsiteY2" fmla="*/ 41158 h 421875"/>
              <a:gd name="connsiteX3" fmla="*/ 493256 w 523125"/>
              <a:gd name="connsiteY3" fmla="*/ 0 h 421875"/>
              <a:gd name="connsiteX4" fmla="*/ 401001 w 523125"/>
              <a:gd name="connsiteY4" fmla="*/ 0 h 421875"/>
              <a:gd name="connsiteX5" fmla="*/ 403532 w 523125"/>
              <a:gd name="connsiteY5" fmla="*/ 19879 h 421875"/>
              <a:gd name="connsiteX6" fmla="*/ 323595 w 523125"/>
              <a:gd name="connsiteY6" fmla="*/ 98061 h 421875"/>
              <a:gd name="connsiteX7" fmla="*/ 243675 w 523125"/>
              <a:gd name="connsiteY7" fmla="*/ 19811 h 421875"/>
              <a:gd name="connsiteX8" fmla="*/ 246189 w 523125"/>
              <a:gd name="connsiteY8" fmla="*/ 0 h 421875"/>
              <a:gd name="connsiteX9" fmla="*/ 154913 w 523125"/>
              <a:gd name="connsiteY9" fmla="*/ 0 h 421875"/>
              <a:gd name="connsiteX10" fmla="*/ 126039 w 523125"/>
              <a:gd name="connsiteY10" fmla="*/ 11981 h 421875"/>
              <a:gd name="connsiteX11" fmla="*/ 114159 w 523125"/>
              <a:gd name="connsiteY11" fmla="*/ 40888 h 421875"/>
              <a:gd name="connsiteX12" fmla="*/ 113029 w 523125"/>
              <a:gd name="connsiteY12" fmla="*/ 140383 h 421875"/>
              <a:gd name="connsiteX13" fmla="*/ 79920 w 523125"/>
              <a:gd name="connsiteY13" fmla="*/ 133363 h 421875"/>
              <a:gd name="connsiteX14" fmla="*/ 0 w 523125"/>
              <a:gd name="connsiteY14" fmla="*/ 211326 h 421875"/>
              <a:gd name="connsiteX15" fmla="*/ 79920 w 523125"/>
              <a:gd name="connsiteY15" fmla="*/ 289322 h 421875"/>
              <a:gd name="connsiteX16" fmla="*/ 113029 w 523125"/>
              <a:gd name="connsiteY16" fmla="*/ 282302 h 421875"/>
              <a:gd name="connsiteX17" fmla="*/ 114109 w 523125"/>
              <a:gd name="connsiteY17" fmla="*/ 381611 h 421875"/>
              <a:gd name="connsiteX18" fmla="*/ 126124 w 523125"/>
              <a:gd name="connsiteY18" fmla="*/ 410788 h 421875"/>
              <a:gd name="connsiteX19" fmla="*/ 155267 w 523125"/>
              <a:gd name="connsiteY19" fmla="*/ 422871 h 421875"/>
              <a:gd name="connsiteX20" fmla="*/ 246173 w 523125"/>
              <a:gd name="connsiteY20" fmla="*/ 422871 h 421875"/>
              <a:gd name="connsiteX21" fmla="*/ 243658 w 523125"/>
              <a:gd name="connsiteY21" fmla="*/ 402874 h 421875"/>
              <a:gd name="connsiteX22" fmla="*/ 323578 w 523125"/>
              <a:gd name="connsiteY22" fmla="*/ 324641 h 421875"/>
              <a:gd name="connsiteX23" fmla="*/ 403515 w 523125"/>
              <a:gd name="connsiteY23" fmla="*/ 403009 h 421875"/>
              <a:gd name="connsiteX24" fmla="*/ 400984 w 523125"/>
              <a:gd name="connsiteY24" fmla="*/ 422871 h 421875"/>
              <a:gd name="connsiteX25" fmla="*/ 493256 w 523125"/>
              <a:gd name="connsiteY25" fmla="*/ 422871 h 421875"/>
              <a:gd name="connsiteX26" fmla="*/ 534398 w 523125"/>
              <a:gd name="connsiteY26" fmla="*/ 381729 h 421875"/>
              <a:gd name="connsiteX27" fmla="*/ 534398 w 523125"/>
              <a:gd name="connsiteY27" fmla="*/ 286656 h 421875"/>
              <a:gd name="connsiteX28" fmla="*/ 513591 w 523125"/>
              <a:gd name="connsiteY28" fmla="*/ 289288 h 421875"/>
              <a:gd name="connsiteX29" fmla="*/ 433536 w 523125"/>
              <a:gd name="connsiteY29" fmla="*/ 211309 h 421875"/>
              <a:gd name="connsiteX30" fmla="*/ 513624 w 523125"/>
              <a:gd name="connsiteY30" fmla="*/ 133363 h 42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3125" h="421875">
                <a:moveTo>
                  <a:pt x="513624" y="133363"/>
                </a:moveTo>
                <a:cubicBezTo>
                  <a:pt x="520746" y="133363"/>
                  <a:pt x="527209" y="134274"/>
                  <a:pt x="534414" y="135996"/>
                </a:cubicBezTo>
                <a:lnTo>
                  <a:pt x="534414" y="41158"/>
                </a:lnTo>
                <a:cubicBezTo>
                  <a:pt x="534414" y="18428"/>
                  <a:pt x="515987" y="0"/>
                  <a:pt x="493256" y="0"/>
                </a:cubicBezTo>
                <a:lnTo>
                  <a:pt x="401001" y="0"/>
                </a:lnTo>
                <a:cubicBezTo>
                  <a:pt x="402654" y="7239"/>
                  <a:pt x="403532" y="13162"/>
                  <a:pt x="403532" y="19879"/>
                </a:cubicBezTo>
                <a:cubicBezTo>
                  <a:pt x="403532" y="62944"/>
                  <a:pt x="367740" y="98061"/>
                  <a:pt x="323595" y="98061"/>
                </a:cubicBezTo>
                <a:cubicBezTo>
                  <a:pt x="279450" y="98061"/>
                  <a:pt x="243675" y="62843"/>
                  <a:pt x="243675" y="19811"/>
                </a:cubicBezTo>
                <a:cubicBezTo>
                  <a:pt x="243675" y="13061"/>
                  <a:pt x="244553" y="7239"/>
                  <a:pt x="246189" y="0"/>
                </a:cubicBezTo>
                <a:lnTo>
                  <a:pt x="154913" y="0"/>
                </a:lnTo>
                <a:cubicBezTo>
                  <a:pt x="144079" y="0"/>
                  <a:pt x="133684" y="4320"/>
                  <a:pt x="126039" y="11981"/>
                </a:cubicBezTo>
                <a:cubicBezTo>
                  <a:pt x="118395" y="19659"/>
                  <a:pt x="114109" y="30071"/>
                  <a:pt x="114159" y="40888"/>
                </a:cubicBezTo>
                <a:cubicBezTo>
                  <a:pt x="114294" y="82536"/>
                  <a:pt x="114261" y="140923"/>
                  <a:pt x="113029" y="140383"/>
                </a:cubicBezTo>
                <a:cubicBezTo>
                  <a:pt x="102938" y="135878"/>
                  <a:pt x="91733" y="133363"/>
                  <a:pt x="79920" y="133363"/>
                </a:cubicBezTo>
                <a:cubicBezTo>
                  <a:pt x="35775" y="133363"/>
                  <a:pt x="0" y="168261"/>
                  <a:pt x="0" y="211326"/>
                </a:cubicBezTo>
                <a:cubicBezTo>
                  <a:pt x="0" y="254391"/>
                  <a:pt x="35792" y="289322"/>
                  <a:pt x="79920" y="289322"/>
                </a:cubicBezTo>
                <a:cubicBezTo>
                  <a:pt x="91733" y="289322"/>
                  <a:pt x="102938" y="286808"/>
                  <a:pt x="113029" y="282302"/>
                </a:cubicBezTo>
                <a:cubicBezTo>
                  <a:pt x="114159" y="281779"/>
                  <a:pt x="114210" y="339981"/>
                  <a:pt x="114109" y="381611"/>
                </a:cubicBezTo>
                <a:cubicBezTo>
                  <a:pt x="114092" y="392546"/>
                  <a:pt x="118412" y="403059"/>
                  <a:pt x="126124" y="410788"/>
                </a:cubicBezTo>
                <a:cubicBezTo>
                  <a:pt x="133836" y="418517"/>
                  <a:pt x="144332" y="422871"/>
                  <a:pt x="155267" y="422871"/>
                </a:cubicBezTo>
                <a:lnTo>
                  <a:pt x="246173" y="422871"/>
                </a:lnTo>
                <a:cubicBezTo>
                  <a:pt x="244536" y="415631"/>
                  <a:pt x="243658" y="409590"/>
                  <a:pt x="243658" y="402874"/>
                </a:cubicBezTo>
                <a:cubicBezTo>
                  <a:pt x="243658" y="359809"/>
                  <a:pt x="279450" y="324641"/>
                  <a:pt x="323578" y="324641"/>
                </a:cubicBezTo>
                <a:cubicBezTo>
                  <a:pt x="367740" y="324641"/>
                  <a:pt x="403515" y="359927"/>
                  <a:pt x="403515" y="403009"/>
                </a:cubicBezTo>
                <a:cubicBezTo>
                  <a:pt x="403515" y="409742"/>
                  <a:pt x="402638" y="415631"/>
                  <a:pt x="400984" y="422871"/>
                </a:cubicBezTo>
                <a:lnTo>
                  <a:pt x="493256" y="422871"/>
                </a:lnTo>
                <a:cubicBezTo>
                  <a:pt x="516004" y="422871"/>
                  <a:pt x="534398" y="404426"/>
                  <a:pt x="534398" y="381729"/>
                </a:cubicBezTo>
                <a:lnTo>
                  <a:pt x="534398" y="286656"/>
                </a:lnTo>
                <a:cubicBezTo>
                  <a:pt x="527192" y="288377"/>
                  <a:pt x="520729" y="289288"/>
                  <a:pt x="513591" y="289288"/>
                </a:cubicBezTo>
                <a:cubicBezTo>
                  <a:pt x="469463" y="289288"/>
                  <a:pt x="433536" y="254408"/>
                  <a:pt x="433536" y="211309"/>
                </a:cubicBezTo>
                <a:cubicBezTo>
                  <a:pt x="433519" y="168278"/>
                  <a:pt x="469479" y="133363"/>
                  <a:pt x="513624" y="13336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52" name="图形 181"/>
          <p:cNvSpPr/>
          <p:nvPr/>
        </p:nvSpPr>
        <p:spPr>
          <a:xfrm>
            <a:off x="10654811" y="3336573"/>
            <a:ext cx="523125" cy="438750"/>
          </a:xfrm>
          <a:custGeom>
            <a:avLst/>
            <a:gdLst>
              <a:gd name="connsiteX0" fmla="*/ 440934 w 523125"/>
              <a:gd name="connsiteY0" fmla="*/ 6 h 438750"/>
              <a:gd name="connsiteX1" fmla="*/ 95772 w 523125"/>
              <a:gd name="connsiteY1" fmla="*/ 6 h 438750"/>
              <a:gd name="connsiteX2" fmla="*/ 7 w 523125"/>
              <a:gd name="connsiteY2" fmla="*/ 90726 h 438750"/>
              <a:gd name="connsiteX3" fmla="*/ 7 w 523125"/>
              <a:gd name="connsiteY3" fmla="*/ 277262 h 438750"/>
              <a:gd name="connsiteX4" fmla="*/ 91469 w 523125"/>
              <a:gd name="connsiteY4" fmla="*/ 370834 h 438750"/>
              <a:gd name="connsiteX5" fmla="*/ 322049 w 523125"/>
              <a:gd name="connsiteY5" fmla="*/ 373534 h 438750"/>
              <a:gd name="connsiteX6" fmla="*/ 447009 w 523125"/>
              <a:gd name="connsiteY6" fmla="*/ 437440 h 438750"/>
              <a:gd name="connsiteX7" fmla="*/ 471663 w 523125"/>
              <a:gd name="connsiteY7" fmla="*/ 435398 h 438750"/>
              <a:gd name="connsiteX8" fmla="*/ 480725 w 523125"/>
              <a:gd name="connsiteY8" fmla="*/ 412667 h 438750"/>
              <a:gd name="connsiteX9" fmla="*/ 474025 w 523125"/>
              <a:gd name="connsiteY9" fmla="*/ 375795 h 438750"/>
              <a:gd name="connsiteX10" fmla="*/ 474059 w 523125"/>
              <a:gd name="connsiteY10" fmla="*/ 375795 h 438750"/>
              <a:gd name="connsiteX11" fmla="*/ 531974 w 523125"/>
              <a:gd name="connsiteY11" fmla="*/ 303182 h 438750"/>
              <a:gd name="connsiteX12" fmla="*/ 531974 w 523125"/>
              <a:gd name="connsiteY12" fmla="*/ 97763 h 438750"/>
              <a:gd name="connsiteX13" fmla="*/ 440934 w 523125"/>
              <a:gd name="connsiteY13" fmla="*/ 6 h 438750"/>
              <a:gd name="connsiteX14" fmla="*/ 259105 w 523125"/>
              <a:gd name="connsiteY14" fmla="*/ 296753 h 438750"/>
              <a:gd name="connsiteX15" fmla="*/ 230823 w 523125"/>
              <a:gd name="connsiteY15" fmla="*/ 267880 h 438750"/>
              <a:gd name="connsiteX16" fmla="*/ 259105 w 523125"/>
              <a:gd name="connsiteY16" fmla="*/ 238939 h 438750"/>
              <a:gd name="connsiteX17" fmla="*/ 287709 w 523125"/>
              <a:gd name="connsiteY17" fmla="*/ 267880 h 438750"/>
              <a:gd name="connsiteX18" fmla="*/ 259105 w 523125"/>
              <a:gd name="connsiteY18" fmla="*/ 296753 h 438750"/>
              <a:gd name="connsiteX19" fmla="*/ 297310 w 523125"/>
              <a:gd name="connsiteY19" fmla="*/ 178577 h 438750"/>
              <a:gd name="connsiteX20" fmla="*/ 280874 w 523125"/>
              <a:gd name="connsiteY20" fmla="*/ 218335 h 438750"/>
              <a:gd name="connsiteX21" fmla="*/ 280874 w 523125"/>
              <a:gd name="connsiteY21" fmla="*/ 224292 h 438750"/>
              <a:gd name="connsiteX22" fmla="*/ 239041 w 523125"/>
              <a:gd name="connsiteY22" fmla="*/ 224292 h 438750"/>
              <a:gd name="connsiteX23" fmla="*/ 238737 w 523125"/>
              <a:gd name="connsiteY23" fmla="*/ 215888 h 438750"/>
              <a:gd name="connsiteX24" fmla="*/ 257452 w 523125"/>
              <a:gd name="connsiteY24" fmla="*/ 165972 h 438750"/>
              <a:gd name="connsiteX25" fmla="*/ 275845 w 523125"/>
              <a:gd name="connsiteY25" fmla="*/ 132846 h 438750"/>
              <a:gd name="connsiteX26" fmla="*/ 252659 w 523125"/>
              <a:gd name="connsiteY26" fmla="*/ 113811 h 438750"/>
              <a:gd name="connsiteX27" fmla="*/ 221221 w 523125"/>
              <a:gd name="connsiteY27" fmla="*/ 123312 h 438750"/>
              <a:gd name="connsiteX28" fmla="*/ 210404 w 523125"/>
              <a:gd name="connsiteY28" fmla="*/ 88667 h 438750"/>
              <a:gd name="connsiteX29" fmla="*/ 263476 w 523125"/>
              <a:gd name="connsiteY29" fmla="*/ 75640 h 438750"/>
              <a:gd name="connsiteX30" fmla="*/ 324344 w 523125"/>
              <a:gd name="connsiteY30" fmla="*/ 125185 h 438750"/>
              <a:gd name="connsiteX31" fmla="*/ 297310 w 523125"/>
              <a:gd name="connsiteY31" fmla="*/ 178577 h 4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23125" h="438750">
                <a:moveTo>
                  <a:pt x="440934" y="6"/>
                </a:moveTo>
                <a:lnTo>
                  <a:pt x="95772" y="6"/>
                </a:lnTo>
                <a:cubicBezTo>
                  <a:pt x="44675" y="-568"/>
                  <a:pt x="580" y="39645"/>
                  <a:pt x="7" y="90726"/>
                </a:cubicBezTo>
                <a:lnTo>
                  <a:pt x="7" y="277262"/>
                </a:lnTo>
                <a:cubicBezTo>
                  <a:pt x="-601" y="328343"/>
                  <a:pt x="40355" y="370277"/>
                  <a:pt x="91469" y="370834"/>
                </a:cubicBezTo>
                <a:lnTo>
                  <a:pt x="322049" y="373534"/>
                </a:lnTo>
                <a:lnTo>
                  <a:pt x="447009" y="437440"/>
                </a:lnTo>
                <a:cubicBezTo>
                  <a:pt x="454940" y="441490"/>
                  <a:pt x="464508" y="440680"/>
                  <a:pt x="471663" y="435398"/>
                </a:cubicBezTo>
                <a:cubicBezTo>
                  <a:pt x="478801" y="430133"/>
                  <a:pt x="482328" y="421425"/>
                  <a:pt x="480725" y="412667"/>
                </a:cubicBezTo>
                <a:lnTo>
                  <a:pt x="474025" y="375795"/>
                </a:lnTo>
                <a:lnTo>
                  <a:pt x="474059" y="375795"/>
                </a:lnTo>
                <a:cubicBezTo>
                  <a:pt x="504249" y="375795"/>
                  <a:pt x="531569" y="333321"/>
                  <a:pt x="531974" y="303182"/>
                </a:cubicBezTo>
                <a:lnTo>
                  <a:pt x="531974" y="97763"/>
                </a:lnTo>
                <a:cubicBezTo>
                  <a:pt x="532514" y="46649"/>
                  <a:pt x="492014" y="597"/>
                  <a:pt x="440934" y="6"/>
                </a:cubicBezTo>
                <a:close/>
                <a:moveTo>
                  <a:pt x="259105" y="296753"/>
                </a:moveTo>
                <a:cubicBezTo>
                  <a:pt x="242247" y="296753"/>
                  <a:pt x="230823" y="284417"/>
                  <a:pt x="230823" y="267880"/>
                </a:cubicBezTo>
                <a:cubicBezTo>
                  <a:pt x="230823" y="251039"/>
                  <a:pt x="242602" y="238939"/>
                  <a:pt x="259105" y="238939"/>
                </a:cubicBezTo>
                <a:cubicBezTo>
                  <a:pt x="276217" y="238939"/>
                  <a:pt x="287354" y="251039"/>
                  <a:pt x="287709" y="267880"/>
                </a:cubicBezTo>
                <a:cubicBezTo>
                  <a:pt x="287742" y="284367"/>
                  <a:pt x="276217" y="296753"/>
                  <a:pt x="259105" y="296753"/>
                </a:cubicBezTo>
                <a:close/>
                <a:moveTo>
                  <a:pt x="297310" y="178577"/>
                </a:moveTo>
                <a:cubicBezTo>
                  <a:pt x="285565" y="191605"/>
                  <a:pt x="280874" y="204008"/>
                  <a:pt x="280874" y="218335"/>
                </a:cubicBezTo>
                <a:lnTo>
                  <a:pt x="280874" y="224292"/>
                </a:lnTo>
                <a:lnTo>
                  <a:pt x="239041" y="224292"/>
                </a:lnTo>
                <a:lnTo>
                  <a:pt x="238737" y="215888"/>
                </a:lnTo>
                <a:cubicBezTo>
                  <a:pt x="237759" y="199654"/>
                  <a:pt x="243175" y="183117"/>
                  <a:pt x="257452" y="165972"/>
                </a:cubicBezTo>
                <a:cubicBezTo>
                  <a:pt x="267627" y="153889"/>
                  <a:pt x="275845" y="143697"/>
                  <a:pt x="275845" y="132846"/>
                </a:cubicBezTo>
                <a:cubicBezTo>
                  <a:pt x="275845" y="121742"/>
                  <a:pt x="268539" y="114452"/>
                  <a:pt x="252659" y="113811"/>
                </a:cubicBezTo>
                <a:cubicBezTo>
                  <a:pt x="242180" y="113811"/>
                  <a:pt x="229490" y="117591"/>
                  <a:pt x="221221" y="123312"/>
                </a:cubicBezTo>
                <a:lnTo>
                  <a:pt x="210404" y="88667"/>
                </a:lnTo>
                <a:cubicBezTo>
                  <a:pt x="221845" y="82035"/>
                  <a:pt x="240914" y="75640"/>
                  <a:pt x="263476" y="75640"/>
                </a:cubicBezTo>
                <a:cubicBezTo>
                  <a:pt x="305394" y="75640"/>
                  <a:pt x="324344" y="98843"/>
                  <a:pt x="324344" y="125185"/>
                </a:cubicBezTo>
                <a:cubicBezTo>
                  <a:pt x="324412" y="149367"/>
                  <a:pt x="309393" y="165263"/>
                  <a:pt x="297310" y="178577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53" name="组合 152"/>
          <p:cNvGrpSpPr/>
          <p:nvPr/>
        </p:nvGrpSpPr>
        <p:grpSpPr>
          <a:xfrm>
            <a:off x="7296507" y="3292437"/>
            <a:ext cx="521893" cy="527023"/>
            <a:chOff x="5763167" y="5695615"/>
            <a:chExt cx="521893" cy="527023"/>
          </a:xfrm>
          <a:solidFill>
            <a:schemeClr val="accent1"/>
          </a:solidFill>
        </p:grpSpPr>
        <p:sp>
          <p:nvSpPr>
            <p:cNvPr id="154" name="任意多边形: 形状 153"/>
            <p:cNvSpPr/>
            <p:nvPr/>
          </p:nvSpPr>
          <p:spPr>
            <a:xfrm>
              <a:off x="5763167" y="5994117"/>
              <a:ext cx="118125" cy="219375"/>
            </a:xfrm>
            <a:custGeom>
              <a:avLst/>
              <a:gdLst>
                <a:gd name="connsiteX0" fmla="*/ 0 w 118125"/>
                <a:gd name="connsiteY0" fmla="*/ 234984 h 219375"/>
                <a:gd name="connsiteX1" fmla="*/ 134021 w 118125"/>
                <a:gd name="connsiteY1" fmla="*/ 234984 h 219375"/>
                <a:gd name="connsiteX2" fmla="*/ 134021 w 118125"/>
                <a:gd name="connsiteY2" fmla="*/ 46035 h 219375"/>
                <a:gd name="connsiteX3" fmla="*/ 87986 w 118125"/>
                <a:gd name="connsiteY3" fmla="*/ 0 h 219375"/>
                <a:gd name="connsiteX4" fmla="*/ 46018 w 118125"/>
                <a:gd name="connsiteY4" fmla="*/ 0 h 219375"/>
                <a:gd name="connsiteX5" fmla="*/ 0 w 118125"/>
                <a:gd name="connsiteY5" fmla="*/ 46035 h 219375"/>
                <a:gd name="connsiteX6" fmla="*/ 0 w 118125"/>
                <a:gd name="connsiteY6" fmla="*/ 234984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125" h="219375">
                  <a:moveTo>
                    <a:pt x="0" y="234984"/>
                  </a:moveTo>
                  <a:lnTo>
                    <a:pt x="134021" y="234984"/>
                  </a:lnTo>
                  <a:lnTo>
                    <a:pt x="134021" y="46035"/>
                  </a:lnTo>
                  <a:cubicBezTo>
                    <a:pt x="134021" y="20621"/>
                    <a:pt x="113417" y="0"/>
                    <a:pt x="87986" y="0"/>
                  </a:cubicBezTo>
                  <a:lnTo>
                    <a:pt x="46018" y="0"/>
                  </a:lnTo>
                  <a:cubicBezTo>
                    <a:pt x="20604" y="0"/>
                    <a:pt x="0" y="20621"/>
                    <a:pt x="0" y="46035"/>
                  </a:cubicBezTo>
                  <a:lnTo>
                    <a:pt x="0" y="23498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5965059" y="5851388"/>
              <a:ext cx="118125" cy="371250"/>
            </a:xfrm>
            <a:custGeom>
              <a:avLst/>
              <a:gdLst>
                <a:gd name="connsiteX0" fmla="*/ 34 w 118125"/>
                <a:gd name="connsiteY0" fmla="*/ 377713 h 371250"/>
                <a:gd name="connsiteX1" fmla="*/ 134055 w 118125"/>
                <a:gd name="connsiteY1" fmla="*/ 377713 h 371250"/>
                <a:gd name="connsiteX2" fmla="*/ 134055 w 118125"/>
                <a:gd name="connsiteY2" fmla="*/ 46035 h 371250"/>
                <a:gd name="connsiteX3" fmla="*/ 88037 w 118125"/>
                <a:gd name="connsiteY3" fmla="*/ 0 h 371250"/>
                <a:gd name="connsiteX4" fmla="*/ 46035 w 118125"/>
                <a:gd name="connsiteY4" fmla="*/ 0 h 371250"/>
                <a:gd name="connsiteX5" fmla="*/ 0 w 118125"/>
                <a:gd name="connsiteY5" fmla="*/ 46035 h 371250"/>
                <a:gd name="connsiteX6" fmla="*/ 34 w 118125"/>
                <a:gd name="connsiteY6" fmla="*/ 377713 h 371250"/>
                <a:gd name="connsiteX7" fmla="*/ 34 w 118125"/>
                <a:gd name="connsiteY7" fmla="*/ 377713 h 37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25" h="371250">
                  <a:moveTo>
                    <a:pt x="34" y="377713"/>
                  </a:moveTo>
                  <a:lnTo>
                    <a:pt x="134055" y="377713"/>
                  </a:lnTo>
                  <a:lnTo>
                    <a:pt x="134055" y="46035"/>
                  </a:lnTo>
                  <a:cubicBezTo>
                    <a:pt x="134055" y="20621"/>
                    <a:pt x="113451" y="0"/>
                    <a:pt x="88037" y="0"/>
                  </a:cubicBezTo>
                  <a:lnTo>
                    <a:pt x="46035" y="0"/>
                  </a:lnTo>
                  <a:cubicBezTo>
                    <a:pt x="20604" y="0"/>
                    <a:pt x="0" y="20604"/>
                    <a:pt x="0" y="46035"/>
                  </a:cubicBezTo>
                  <a:lnTo>
                    <a:pt x="34" y="377713"/>
                  </a:lnTo>
                  <a:lnTo>
                    <a:pt x="34" y="37771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6166935" y="5695615"/>
              <a:ext cx="118125" cy="523125"/>
            </a:xfrm>
            <a:custGeom>
              <a:avLst/>
              <a:gdLst>
                <a:gd name="connsiteX0" fmla="*/ 46052 w 118125"/>
                <a:gd name="connsiteY0" fmla="*/ 17 h 523125"/>
                <a:gd name="connsiteX1" fmla="*/ 0 w 118125"/>
                <a:gd name="connsiteY1" fmla="*/ 46052 h 523125"/>
                <a:gd name="connsiteX2" fmla="*/ 0 w 118125"/>
                <a:gd name="connsiteY2" fmla="*/ 533520 h 523125"/>
                <a:gd name="connsiteX3" fmla="*/ 134021 w 118125"/>
                <a:gd name="connsiteY3" fmla="*/ 533520 h 523125"/>
                <a:gd name="connsiteX4" fmla="*/ 134021 w 118125"/>
                <a:gd name="connsiteY4" fmla="*/ 46035 h 523125"/>
                <a:gd name="connsiteX5" fmla="*/ 87969 w 118125"/>
                <a:gd name="connsiteY5" fmla="*/ 0 h 523125"/>
                <a:gd name="connsiteX6" fmla="*/ 46052 w 118125"/>
                <a:gd name="connsiteY6" fmla="*/ 17 h 523125"/>
                <a:gd name="connsiteX7" fmla="*/ 46052 w 118125"/>
                <a:gd name="connsiteY7" fmla="*/ 17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25" h="523125">
                  <a:moveTo>
                    <a:pt x="46052" y="17"/>
                  </a:moveTo>
                  <a:cubicBezTo>
                    <a:pt x="20638" y="17"/>
                    <a:pt x="0" y="20621"/>
                    <a:pt x="0" y="46052"/>
                  </a:cubicBezTo>
                  <a:lnTo>
                    <a:pt x="0" y="533520"/>
                  </a:lnTo>
                  <a:lnTo>
                    <a:pt x="134021" y="533520"/>
                  </a:lnTo>
                  <a:lnTo>
                    <a:pt x="134021" y="46035"/>
                  </a:lnTo>
                  <a:cubicBezTo>
                    <a:pt x="134021" y="20621"/>
                    <a:pt x="113383" y="0"/>
                    <a:pt x="87969" y="0"/>
                  </a:cubicBezTo>
                  <a:lnTo>
                    <a:pt x="46052" y="17"/>
                  </a:lnTo>
                  <a:lnTo>
                    <a:pt x="46052" y="1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组合 929"/>
          <p:cNvGrpSpPr/>
          <p:nvPr/>
        </p:nvGrpSpPr>
        <p:grpSpPr>
          <a:xfrm>
            <a:off x="953389" y="840552"/>
            <a:ext cx="472500" cy="525184"/>
            <a:chOff x="6873610" y="5696948"/>
            <a:chExt cx="472500" cy="525184"/>
          </a:xfrm>
          <a:solidFill>
            <a:schemeClr val="accent1"/>
          </a:solidFill>
        </p:grpSpPr>
        <p:sp>
          <p:nvSpPr>
            <p:cNvPr id="681" name="任意多边形: 形状 680"/>
            <p:cNvSpPr/>
            <p:nvPr/>
          </p:nvSpPr>
          <p:spPr>
            <a:xfrm>
              <a:off x="6873610" y="5969007"/>
              <a:ext cx="472500" cy="253125"/>
            </a:xfrm>
            <a:custGeom>
              <a:avLst/>
              <a:gdLst>
                <a:gd name="connsiteX0" fmla="*/ 480617 w 472500"/>
                <a:gd name="connsiteY0" fmla="*/ 26916 h 253125"/>
                <a:gd name="connsiteX1" fmla="*/ 453684 w 472500"/>
                <a:gd name="connsiteY1" fmla="*/ 0 h 253125"/>
                <a:gd name="connsiteX2" fmla="*/ 26916 w 472500"/>
                <a:gd name="connsiteY2" fmla="*/ 0 h 253125"/>
                <a:gd name="connsiteX3" fmla="*/ 0 w 472500"/>
                <a:gd name="connsiteY3" fmla="*/ 26916 h 253125"/>
                <a:gd name="connsiteX4" fmla="*/ 0 w 472500"/>
                <a:gd name="connsiteY4" fmla="*/ 44010 h 253125"/>
                <a:gd name="connsiteX5" fmla="*/ 33210 w 472500"/>
                <a:gd name="connsiteY5" fmla="*/ 44010 h 253125"/>
                <a:gd name="connsiteX6" fmla="*/ 33210 w 472500"/>
                <a:gd name="connsiteY6" fmla="*/ 222379 h 253125"/>
                <a:gd name="connsiteX7" fmla="*/ 73119 w 472500"/>
                <a:gd name="connsiteY7" fmla="*/ 262305 h 253125"/>
                <a:gd name="connsiteX8" fmla="*/ 408308 w 472500"/>
                <a:gd name="connsiteY8" fmla="*/ 262305 h 253125"/>
                <a:gd name="connsiteX9" fmla="*/ 448217 w 472500"/>
                <a:gd name="connsiteY9" fmla="*/ 222379 h 253125"/>
                <a:gd name="connsiteX10" fmla="*/ 448217 w 472500"/>
                <a:gd name="connsiteY10" fmla="*/ 44010 h 253125"/>
                <a:gd name="connsiteX11" fmla="*/ 480600 w 472500"/>
                <a:gd name="connsiteY11" fmla="*/ 44010 h 253125"/>
                <a:gd name="connsiteX12" fmla="*/ 480617 w 472500"/>
                <a:gd name="connsiteY12" fmla="*/ 26916 h 253125"/>
                <a:gd name="connsiteX13" fmla="*/ 480617 w 472500"/>
                <a:gd name="connsiteY13" fmla="*/ 26916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2500" h="253125">
                  <a:moveTo>
                    <a:pt x="480617" y="26916"/>
                  </a:moveTo>
                  <a:cubicBezTo>
                    <a:pt x="480617" y="12049"/>
                    <a:pt x="468551" y="0"/>
                    <a:pt x="453684" y="0"/>
                  </a:cubicBezTo>
                  <a:lnTo>
                    <a:pt x="26916" y="0"/>
                  </a:lnTo>
                  <a:cubicBezTo>
                    <a:pt x="12049" y="0"/>
                    <a:pt x="0" y="12049"/>
                    <a:pt x="0" y="26916"/>
                  </a:cubicBezTo>
                  <a:lnTo>
                    <a:pt x="0" y="44010"/>
                  </a:lnTo>
                  <a:lnTo>
                    <a:pt x="33210" y="44010"/>
                  </a:lnTo>
                  <a:lnTo>
                    <a:pt x="33210" y="222379"/>
                  </a:lnTo>
                  <a:cubicBezTo>
                    <a:pt x="33210" y="244434"/>
                    <a:pt x="51097" y="262305"/>
                    <a:pt x="73119" y="262305"/>
                  </a:cubicBezTo>
                  <a:lnTo>
                    <a:pt x="408308" y="262305"/>
                  </a:lnTo>
                  <a:cubicBezTo>
                    <a:pt x="430363" y="262305"/>
                    <a:pt x="448217" y="244417"/>
                    <a:pt x="448217" y="222379"/>
                  </a:cubicBezTo>
                  <a:lnTo>
                    <a:pt x="448217" y="44010"/>
                  </a:lnTo>
                  <a:lnTo>
                    <a:pt x="480600" y="44010"/>
                  </a:lnTo>
                  <a:lnTo>
                    <a:pt x="480617" y="26916"/>
                  </a:lnTo>
                  <a:lnTo>
                    <a:pt x="480617" y="2691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2" name="任意多边形: 形状 681"/>
            <p:cNvSpPr/>
            <p:nvPr/>
          </p:nvSpPr>
          <p:spPr>
            <a:xfrm>
              <a:off x="7012221" y="5696948"/>
              <a:ext cx="253125" cy="236250"/>
            </a:xfrm>
            <a:custGeom>
              <a:avLst/>
              <a:gdLst>
                <a:gd name="connsiteX0" fmla="*/ 203378 w 253125"/>
                <a:gd name="connsiteY0" fmla="*/ 199007 h 236250"/>
                <a:gd name="connsiteX1" fmla="*/ 227610 w 253125"/>
                <a:gd name="connsiteY1" fmla="*/ 199007 h 236250"/>
                <a:gd name="connsiteX2" fmla="*/ 259841 w 253125"/>
                <a:gd name="connsiteY2" fmla="*/ 166624 h 236250"/>
                <a:gd name="connsiteX3" fmla="*/ 259841 w 253125"/>
                <a:gd name="connsiteY3" fmla="*/ 25988 h 236250"/>
                <a:gd name="connsiteX4" fmla="*/ 233685 w 253125"/>
                <a:gd name="connsiteY4" fmla="*/ 0 h 236250"/>
                <a:gd name="connsiteX5" fmla="*/ 207529 w 253125"/>
                <a:gd name="connsiteY5" fmla="*/ 25988 h 236250"/>
                <a:gd name="connsiteX6" fmla="*/ 207529 w 253125"/>
                <a:gd name="connsiteY6" fmla="*/ 146711 h 236250"/>
                <a:gd name="connsiteX7" fmla="*/ 184629 w 253125"/>
                <a:gd name="connsiteY7" fmla="*/ 146711 h 236250"/>
                <a:gd name="connsiteX8" fmla="*/ 162743 w 253125"/>
                <a:gd name="connsiteY8" fmla="*/ 140079 h 236250"/>
                <a:gd name="connsiteX9" fmla="*/ 40973 w 253125"/>
                <a:gd name="connsiteY9" fmla="*/ 140079 h 236250"/>
                <a:gd name="connsiteX10" fmla="*/ 0 w 253125"/>
                <a:gd name="connsiteY10" fmla="*/ 181204 h 236250"/>
                <a:gd name="connsiteX11" fmla="*/ 0 w 253125"/>
                <a:gd name="connsiteY11" fmla="*/ 245498 h 236250"/>
                <a:gd name="connsiteX12" fmla="*/ 203378 w 253125"/>
                <a:gd name="connsiteY12" fmla="*/ 245498 h 236250"/>
                <a:gd name="connsiteX13" fmla="*/ 203378 w 253125"/>
                <a:gd name="connsiteY13" fmla="*/ 199007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125" h="236250">
                  <a:moveTo>
                    <a:pt x="203378" y="199007"/>
                  </a:moveTo>
                  <a:lnTo>
                    <a:pt x="227610" y="199007"/>
                  </a:lnTo>
                  <a:cubicBezTo>
                    <a:pt x="245379" y="199007"/>
                    <a:pt x="259841" y="184393"/>
                    <a:pt x="259841" y="166624"/>
                  </a:cubicBezTo>
                  <a:lnTo>
                    <a:pt x="259841" y="25988"/>
                  </a:lnTo>
                  <a:cubicBezTo>
                    <a:pt x="259841" y="11644"/>
                    <a:pt x="248063" y="0"/>
                    <a:pt x="233685" y="0"/>
                  </a:cubicBezTo>
                  <a:cubicBezTo>
                    <a:pt x="219324" y="0"/>
                    <a:pt x="207529" y="11644"/>
                    <a:pt x="207529" y="25988"/>
                  </a:cubicBezTo>
                  <a:lnTo>
                    <a:pt x="207529" y="146711"/>
                  </a:lnTo>
                  <a:lnTo>
                    <a:pt x="184629" y="146711"/>
                  </a:lnTo>
                  <a:cubicBezTo>
                    <a:pt x="178335" y="142560"/>
                    <a:pt x="170826" y="140079"/>
                    <a:pt x="162743" y="140079"/>
                  </a:cubicBezTo>
                  <a:lnTo>
                    <a:pt x="40973" y="140079"/>
                  </a:lnTo>
                  <a:cubicBezTo>
                    <a:pt x="18444" y="140079"/>
                    <a:pt x="0" y="158676"/>
                    <a:pt x="0" y="181204"/>
                  </a:cubicBezTo>
                  <a:lnTo>
                    <a:pt x="0" y="245498"/>
                  </a:lnTo>
                  <a:lnTo>
                    <a:pt x="203378" y="245498"/>
                  </a:lnTo>
                  <a:lnTo>
                    <a:pt x="203378" y="19900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3" name="任意多边形: 形状 682"/>
            <p:cNvSpPr/>
            <p:nvPr/>
          </p:nvSpPr>
          <p:spPr>
            <a:xfrm>
              <a:off x="7055674" y="5696965"/>
              <a:ext cx="101250" cy="101250"/>
            </a:xfrm>
            <a:custGeom>
              <a:avLst/>
              <a:gdLst>
                <a:gd name="connsiteX0" fmla="*/ 116843 w 101250"/>
                <a:gd name="connsiteY0" fmla="*/ 58421 h 101250"/>
                <a:gd name="connsiteX1" fmla="*/ 58421 w 101250"/>
                <a:gd name="connsiteY1" fmla="*/ 116843 h 101250"/>
                <a:gd name="connsiteX2" fmla="*/ 0 w 101250"/>
                <a:gd name="connsiteY2" fmla="*/ 58421 h 101250"/>
                <a:gd name="connsiteX3" fmla="*/ 58421 w 101250"/>
                <a:gd name="connsiteY3" fmla="*/ 0 h 101250"/>
                <a:gd name="connsiteX4" fmla="*/ 116843 w 101250"/>
                <a:gd name="connsiteY4" fmla="*/ 58421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16843" y="58421"/>
                  </a:moveTo>
                  <a:cubicBezTo>
                    <a:pt x="116843" y="90686"/>
                    <a:pt x="90686" y="116843"/>
                    <a:pt x="58421" y="116843"/>
                  </a:cubicBezTo>
                  <a:cubicBezTo>
                    <a:pt x="26156" y="116843"/>
                    <a:pt x="0" y="90686"/>
                    <a:pt x="0" y="58421"/>
                  </a:cubicBezTo>
                  <a:cubicBezTo>
                    <a:pt x="0" y="26156"/>
                    <a:pt x="26156" y="0"/>
                    <a:pt x="58421" y="0"/>
                  </a:cubicBezTo>
                  <a:cubicBezTo>
                    <a:pt x="90686" y="0"/>
                    <a:pt x="116843" y="26156"/>
                    <a:pt x="116843" y="5842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31" name="组合 930"/>
          <p:cNvGrpSpPr/>
          <p:nvPr/>
        </p:nvGrpSpPr>
        <p:grpSpPr>
          <a:xfrm>
            <a:off x="2172589" y="835718"/>
            <a:ext cx="483165" cy="534853"/>
            <a:chOff x="7947468" y="5691312"/>
            <a:chExt cx="483165" cy="534853"/>
          </a:xfrm>
          <a:solidFill>
            <a:schemeClr val="accent1"/>
          </a:solidFill>
        </p:grpSpPr>
        <p:sp>
          <p:nvSpPr>
            <p:cNvPr id="685" name="任意多边形: 形状 684"/>
            <p:cNvSpPr/>
            <p:nvPr/>
          </p:nvSpPr>
          <p:spPr>
            <a:xfrm>
              <a:off x="8211258" y="5919378"/>
              <a:ext cx="219375" cy="303750"/>
            </a:xfrm>
            <a:custGeom>
              <a:avLst/>
              <a:gdLst>
                <a:gd name="connsiteX0" fmla="*/ 235913 w 219375"/>
                <a:gd name="connsiteY0" fmla="*/ 16318 h 303750"/>
                <a:gd name="connsiteX1" fmla="*/ 219594 w 219375"/>
                <a:gd name="connsiteY1" fmla="*/ 0 h 303750"/>
                <a:gd name="connsiteX2" fmla="*/ 0 w 219375"/>
                <a:gd name="connsiteY2" fmla="*/ 0 h 303750"/>
                <a:gd name="connsiteX3" fmla="*/ 0 w 219375"/>
                <a:gd name="connsiteY3" fmla="*/ 292444 h 303750"/>
                <a:gd name="connsiteX4" fmla="*/ 17466 w 219375"/>
                <a:gd name="connsiteY4" fmla="*/ 309926 h 303750"/>
                <a:gd name="connsiteX5" fmla="*/ 195767 w 219375"/>
                <a:gd name="connsiteY5" fmla="*/ 309926 h 303750"/>
                <a:gd name="connsiteX6" fmla="*/ 213249 w 219375"/>
                <a:gd name="connsiteY6" fmla="*/ 292444 h 303750"/>
                <a:gd name="connsiteX7" fmla="*/ 213249 w 219375"/>
                <a:gd name="connsiteY7" fmla="*/ 38323 h 303750"/>
                <a:gd name="connsiteX8" fmla="*/ 235879 w 219375"/>
                <a:gd name="connsiteY8" fmla="*/ 38323 h 303750"/>
                <a:gd name="connsiteX9" fmla="*/ 235913 w 219375"/>
                <a:gd name="connsiteY9" fmla="*/ 16318 h 303750"/>
                <a:gd name="connsiteX10" fmla="*/ 235913 w 219375"/>
                <a:gd name="connsiteY10" fmla="*/ 16318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9375" h="303750">
                  <a:moveTo>
                    <a:pt x="235913" y="16318"/>
                  </a:moveTo>
                  <a:cubicBezTo>
                    <a:pt x="235913" y="7307"/>
                    <a:pt x="228606" y="0"/>
                    <a:pt x="219594" y="0"/>
                  </a:cubicBezTo>
                  <a:lnTo>
                    <a:pt x="0" y="0"/>
                  </a:lnTo>
                  <a:lnTo>
                    <a:pt x="0" y="292444"/>
                  </a:lnTo>
                  <a:cubicBezTo>
                    <a:pt x="0" y="302096"/>
                    <a:pt x="7830" y="309926"/>
                    <a:pt x="17466" y="309926"/>
                  </a:cubicBezTo>
                  <a:lnTo>
                    <a:pt x="195767" y="309926"/>
                  </a:lnTo>
                  <a:cubicBezTo>
                    <a:pt x="205419" y="309926"/>
                    <a:pt x="213249" y="302096"/>
                    <a:pt x="213249" y="292444"/>
                  </a:cubicBezTo>
                  <a:lnTo>
                    <a:pt x="213249" y="38323"/>
                  </a:lnTo>
                  <a:lnTo>
                    <a:pt x="235879" y="38323"/>
                  </a:lnTo>
                  <a:lnTo>
                    <a:pt x="235913" y="16318"/>
                  </a:lnTo>
                  <a:lnTo>
                    <a:pt x="235913" y="1631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6" name="任意多边形: 形状 685"/>
            <p:cNvSpPr/>
            <p:nvPr/>
          </p:nvSpPr>
          <p:spPr>
            <a:xfrm>
              <a:off x="8025836" y="5819275"/>
              <a:ext cx="151875" cy="202500"/>
            </a:xfrm>
            <a:custGeom>
              <a:avLst/>
              <a:gdLst>
                <a:gd name="connsiteX0" fmla="*/ 137531 w 151875"/>
                <a:gd name="connsiteY0" fmla="*/ 36669 h 202500"/>
                <a:gd name="connsiteX1" fmla="*/ 107257 w 151875"/>
                <a:gd name="connsiteY1" fmla="*/ 0 h 202500"/>
                <a:gd name="connsiteX2" fmla="*/ 31826 w 151875"/>
                <a:gd name="connsiteY2" fmla="*/ 0 h 202500"/>
                <a:gd name="connsiteX3" fmla="*/ 0 w 151875"/>
                <a:gd name="connsiteY3" fmla="*/ 36669 h 202500"/>
                <a:gd name="connsiteX4" fmla="*/ 0 w 151875"/>
                <a:gd name="connsiteY4" fmla="*/ 216759 h 202500"/>
                <a:gd name="connsiteX5" fmla="*/ 157562 w 151875"/>
                <a:gd name="connsiteY5" fmla="*/ 216759 h 202500"/>
                <a:gd name="connsiteX6" fmla="*/ 157562 w 151875"/>
                <a:gd name="connsiteY6" fmla="*/ 138426 h 202500"/>
                <a:gd name="connsiteX7" fmla="*/ 137531 w 151875"/>
                <a:gd name="connsiteY7" fmla="*/ 138426 h 202500"/>
                <a:gd name="connsiteX8" fmla="*/ 137531 w 151875"/>
                <a:gd name="connsiteY8" fmla="*/ 36669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875" h="202500">
                  <a:moveTo>
                    <a:pt x="137531" y="36669"/>
                  </a:moveTo>
                  <a:cubicBezTo>
                    <a:pt x="137531" y="10631"/>
                    <a:pt x="121196" y="0"/>
                    <a:pt x="107257" y="0"/>
                  </a:cubicBezTo>
                  <a:lnTo>
                    <a:pt x="31826" y="0"/>
                  </a:lnTo>
                  <a:cubicBezTo>
                    <a:pt x="17871" y="0"/>
                    <a:pt x="0" y="10631"/>
                    <a:pt x="0" y="36669"/>
                  </a:cubicBezTo>
                  <a:lnTo>
                    <a:pt x="0" y="216759"/>
                  </a:lnTo>
                  <a:lnTo>
                    <a:pt x="157562" y="216759"/>
                  </a:lnTo>
                  <a:lnTo>
                    <a:pt x="157562" y="138426"/>
                  </a:lnTo>
                  <a:lnTo>
                    <a:pt x="137531" y="138426"/>
                  </a:lnTo>
                  <a:lnTo>
                    <a:pt x="137531" y="3666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7" name="任意多边形: 形状 686"/>
            <p:cNvSpPr/>
            <p:nvPr/>
          </p:nvSpPr>
          <p:spPr>
            <a:xfrm>
              <a:off x="8069694" y="5691312"/>
              <a:ext cx="101250" cy="101250"/>
            </a:xfrm>
            <a:custGeom>
              <a:avLst/>
              <a:gdLst>
                <a:gd name="connsiteX0" fmla="*/ 110565 w 101250"/>
                <a:gd name="connsiteY0" fmla="*/ 54641 h 101250"/>
                <a:gd name="connsiteX1" fmla="*/ 55282 w 101250"/>
                <a:gd name="connsiteY1" fmla="*/ 109283 h 101250"/>
                <a:gd name="connsiteX2" fmla="*/ 0 w 101250"/>
                <a:gd name="connsiteY2" fmla="*/ 54641 h 101250"/>
                <a:gd name="connsiteX3" fmla="*/ 55282 w 101250"/>
                <a:gd name="connsiteY3" fmla="*/ 0 h 101250"/>
                <a:gd name="connsiteX4" fmla="*/ 110565 w 101250"/>
                <a:gd name="connsiteY4" fmla="*/ 54641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10565" y="54641"/>
                  </a:moveTo>
                  <a:cubicBezTo>
                    <a:pt x="110565" y="84819"/>
                    <a:pt x="85814" y="109283"/>
                    <a:pt x="55282" y="109283"/>
                  </a:cubicBezTo>
                  <a:cubicBezTo>
                    <a:pt x="24751" y="109283"/>
                    <a:pt x="0" y="84819"/>
                    <a:pt x="0" y="54641"/>
                  </a:cubicBezTo>
                  <a:cubicBezTo>
                    <a:pt x="0" y="24464"/>
                    <a:pt x="24751" y="0"/>
                    <a:pt x="55282" y="0"/>
                  </a:cubicBezTo>
                  <a:cubicBezTo>
                    <a:pt x="85814" y="0"/>
                    <a:pt x="110565" y="24464"/>
                    <a:pt x="110565" y="5464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8" name="任意多边形: 形状 687"/>
            <p:cNvSpPr/>
            <p:nvPr/>
          </p:nvSpPr>
          <p:spPr>
            <a:xfrm>
              <a:off x="7947468" y="5821671"/>
              <a:ext cx="219375" cy="270000"/>
            </a:xfrm>
            <a:custGeom>
              <a:avLst/>
              <a:gdLst>
                <a:gd name="connsiteX0" fmla="*/ 58337 w 219375"/>
                <a:gd name="connsiteY0" fmla="*/ 19626 h 270000"/>
                <a:gd name="connsiteX1" fmla="*/ 28131 w 219375"/>
                <a:gd name="connsiteY1" fmla="*/ 0 h 270000"/>
                <a:gd name="connsiteX2" fmla="*/ 0 w 219375"/>
                <a:gd name="connsiteY2" fmla="*/ 19626 h 270000"/>
                <a:gd name="connsiteX3" fmla="*/ 0 w 219375"/>
                <a:gd name="connsiteY3" fmla="*/ 272700 h 270000"/>
                <a:gd name="connsiteX4" fmla="*/ 235929 w 219375"/>
                <a:gd name="connsiteY4" fmla="*/ 272700 h 270000"/>
                <a:gd name="connsiteX5" fmla="*/ 235929 w 219375"/>
                <a:gd name="connsiteY5" fmla="*/ 233567 h 270000"/>
                <a:gd name="connsiteX6" fmla="*/ 58337 w 219375"/>
                <a:gd name="connsiteY6" fmla="*/ 233567 h 270000"/>
                <a:gd name="connsiteX7" fmla="*/ 58337 w 219375"/>
                <a:gd name="connsiteY7" fmla="*/ 19626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375" h="270000">
                  <a:moveTo>
                    <a:pt x="58337" y="19626"/>
                  </a:moveTo>
                  <a:cubicBezTo>
                    <a:pt x="58337" y="8775"/>
                    <a:pt x="38998" y="0"/>
                    <a:pt x="28131" y="0"/>
                  </a:cubicBezTo>
                  <a:cubicBezTo>
                    <a:pt x="17297" y="0"/>
                    <a:pt x="0" y="8775"/>
                    <a:pt x="0" y="19626"/>
                  </a:cubicBezTo>
                  <a:lnTo>
                    <a:pt x="0" y="272700"/>
                  </a:lnTo>
                  <a:lnTo>
                    <a:pt x="235929" y="272700"/>
                  </a:lnTo>
                  <a:lnTo>
                    <a:pt x="235929" y="233567"/>
                  </a:lnTo>
                  <a:lnTo>
                    <a:pt x="58337" y="233567"/>
                  </a:lnTo>
                  <a:lnTo>
                    <a:pt x="58337" y="1962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9" name="任意多边形: 形状 688"/>
            <p:cNvSpPr/>
            <p:nvPr/>
          </p:nvSpPr>
          <p:spPr>
            <a:xfrm>
              <a:off x="7982163" y="6108040"/>
              <a:ext cx="185625" cy="118125"/>
            </a:xfrm>
            <a:custGeom>
              <a:avLst/>
              <a:gdLst>
                <a:gd name="connsiteX0" fmla="*/ 184224 w 185625"/>
                <a:gd name="connsiteY0" fmla="*/ 71617 h 118125"/>
                <a:gd name="connsiteX1" fmla="*/ 96643 w 185625"/>
                <a:gd name="connsiteY1" fmla="*/ 0 h 118125"/>
                <a:gd name="connsiteX2" fmla="*/ 29346 w 185625"/>
                <a:gd name="connsiteY2" fmla="*/ 23439 h 118125"/>
                <a:gd name="connsiteX3" fmla="*/ 9079 w 185625"/>
                <a:gd name="connsiteY3" fmla="*/ 71651 h 118125"/>
                <a:gd name="connsiteX4" fmla="*/ 0 w 185625"/>
                <a:gd name="connsiteY4" fmla="*/ 92576 h 118125"/>
                <a:gd name="connsiteX5" fmla="*/ 28704 w 185625"/>
                <a:gd name="connsiteY5" fmla="*/ 121264 h 118125"/>
                <a:gd name="connsiteX6" fmla="*/ 57392 w 185625"/>
                <a:gd name="connsiteY6" fmla="*/ 92576 h 118125"/>
                <a:gd name="connsiteX7" fmla="*/ 48330 w 185625"/>
                <a:gd name="connsiteY7" fmla="*/ 71651 h 118125"/>
                <a:gd name="connsiteX8" fmla="*/ 48330 w 185625"/>
                <a:gd name="connsiteY8" fmla="*/ 70605 h 118125"/>
                <a:gd name="connsiteX9" fmla="*/ 57493 w 185625"/>
                <a:gd name="connsiteY9" fmla="*/ 52498 h 118125"/>
                <a:gd name="connsiteX10" fmla="*/ 96643 w 185625"/>
                <a:gd name="connsiteY10" fmla="*/ 40078 h 118125"/>
                <a:gd name="connsiteX11" fmla="*/ 144906 w 185625"/>
                <a:gd name="connsiteY11" fmla="*/ 71820 h 118125"/>
                <a:gd name="connsiteX12" fmla="*/ 135945 w 185625"/>
                <a:gd name="connsiteY12" fmla="*/ 92576 h 118125"/>
                <a:gd name="connsiteX13" fmla="*/ 164649 w 185625"/>
                <a:gd name="connsiteY13" fmla="*/ 121281 h 118125"/>
                <a:gd name="connsiteX14" fmla="*/ 193320 w 185625"/>
                <a:gd name="connsiteY14" fmla="*/ 92576 h 118125"/>
                <a:gd name="connsiteX15" fmla="*/ 184224 w 185625"/>
                <a:gd name="connsiteY15" fmla="*/ 71617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5625" h="118125">
                  <a:moveTo>
                    <a:pt x="184224" y="71617"/>
                  </a:moveTo>
                  <a:cubicBezTo>
                    <a:pt x="182588" y="15390"/>
                    <a:pt x="126495" y="0"/>
                    <a:pt x="96643" y="0"/>
                  </a:cubicBezTo>
                  <a:cubicBezTo>
                    <a:pt x="67669" y="0"/>
                    <a:pt x="45006" y="7341"/>
                    <a:pt x="29346" y="23439"/>
                  </a:cubicBezTo>
                  <a:cubicBezTo>
                    <a:pt x="8944" y="44415"/>
                    <a:pt x="8994" y="68732"/>
                    <a:pt x="9079" y="71651"/>
                  </a:cubicBezTo>
                  <a:cubicBezTo>
                    <a:pt x="3493" y="76916"/>
                    <a:pt x="0" y="84308"/>
                    <a:pt x="0" y="92576"/>
                  </a:cubicBezTo>
                  <a:cubicBezTo>
                    <a:pt x="0" y="108405"/>
                    <a:pt x="12842" y="121264"/>
                    <a:pt x="28704" y="121264"/>
                  </a:cubicBezTo>
                  <a:cubicBezTo>
                    <a:pt x="44550" y="121264"/>
                    <a:pt x="57392" y="108405"/>
                    <a:pt x="57392" y="92576"/>
                  </a:cubicBezTo>
                  <a:cubicBezTo>
                    <a:pt x="57392" y="84308"/>
                    <a:pt x="53899" y="76882"/>
                    <a:pt x="48330" y="71651"/>
                  </a:cubicBezTo>
                  <a:cubicBezTo>
                    <a:pt x="48347" y="71314"/>
                    <a:pt x="48347" y="70959"/>
                    <a:pt x="48330" y="70605"/>
                  </a:cubicBezTo>
                  <a:cubicBezTo>
                    <a:pt x="48330" y="70453"/>
                    <a:pt x="48566" y="61695"/>
                    <a:pt x="57493" y="52498"/>
                  </a:cubicBezTo>
                  <a:cubicBezTo>
                    <a:pt x="65492" y="44263"/>
                    <a:pt x="78654" y="40078"/>
                    <a:pt x="96643" y="40078"/>
                  </a:cubicBezTo>
                  <a:cubicBezTo>
                    <a:pt x="98567" y="40078"/>
                    <a:pt x="142476" y="40433"/>
                    <a:pt x="144906" y="71820"/>
                  </a:cubicBezTo>
                  <a:cubicBezTo>
                    <a:pt x="139387" y="77034"/>
                    <a:pt x="135945" y="84409"/>
                    <a:pt x="135945" y="92576"/>
                  </a:cubicBezTo>
                  <a:cubicBezTo>
                    <a:pt x="135945" y="108422"/>
                    <a:pt x="148787" y="121281"/>
                    <a:pt x="164649" y="121281"/>
                  </a:cubicBezTo>
                  <a:cubicBezTo>
                    <a:pt x="180495" y="121281"/>
                    <a:pt x="193320" y="108422"/>
                    <a:pt x="193320" y="92576"/>
                  </a:cubicBezTo>
                  <a:cubicBezTo>
                    <a:pt x="193320" y="84291"/>
                    <a:pt x="189827" y="76866"/>
                    <a:pt x="184224" y="7161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32" name="组合 931"/>
          <p:cNvGrpSpPr/>
          <p:nvPr/>
        </p:nvGrpSpPr>
        <p:grpSpPr>
          <a:xfrm>
            <a:off x="3391789" y="838359"/>
            <a:ext cx="438750" cy="529571"/>
            <a:chOff x="9049067" y="5690755"/>
            <a:chExt cx="438750" cy="529571"/>
          </a:xfrm>
          <a:solidFill>
            <a:schemeClr val="accent1"/>
          </a:solidFill>
        </p:grpSpPr>
        <p:sp>
          <p:nvSpPr>
            <p:cNvPr id="691" name="任意多边形: 形状 690"/>
            <p:cNvSpPr/>
            <p:nvPr/>
          </p:nvSpPr>
          <p:spPr>
            <a:xfrm>
              <a:off x="9049067" y="6000951"/>
              <a:ext cx="438750" cy="219375"/>
            </a:xfrm>
            <a:custGeom>
              <a:avLst/>
              <a:gdLst>
                <a:gd name="connsiteX0" fmla="*/ 358712 w 438750"/>
                <a:gd name="connsiteY0" fmla="*/ 0 h 219375"/>
                <a:gd name="connsiteX1" fmla="*/ 90214 w 438750"/>
                <a:gd name="connsiteY1" fmla="*/ 0 h 219375"/>
                <a:gd name="connsiteX2" fmla="*/ 0 w 438750"/>
                <a:gd name="connsiteY2" fmla="*/ 89387 h 219375"/>
                <a:gd name="connsiteX3" fmla="*/ 0 w 438750"/>
                <a:gd name="connsiteY3" fmla="*/ 230023 h 219375"/>
                <a:gd name="connsiteX4" fmla="*/ 176918 w 438750"/>
                <a:gd name="connsiteY4" fmla="*/ 230023 h 219375"/>
                <a:gd name="connsiteX5" fmla="*/ 203496 w 438750"/>
                <a:gd name="connsiteY5" fmla="*/ 85269 h 219375"/>
                <a:gd name="connsiteX6" fmla="*/ 214768 w 438750"/>
                <a:gd name="connsiteY6" fmla="*/ 75870 h 219375"/>
                <a:gd name="connsiteX7" fmla="*/ 190131 w 438750"/>
                <a:gd name="connsiteY7" fmla="*/ 33919 h 219375"/>
                <a:gd name="connsiteX8" fmla="*/ 190097 w 438750"/>
                <a:gd name="connsiteY8" fmla="*/ 27928 h 219375"/>
                <a:gd name="connsiteX9" fmla="*/ 195294 w 438750"/>
                <a:gd name="connsiteY9" fmla="*/ 24924 h 219375"/>
                <a:gd name="connsiteX10" fmla="*/ 262997 w 438750"/>
                <a:gd name="connsiteY10" fmla="*/ 24924 h 219375"/>
                <a:gd name="connsiteX11" fmla="*/ 268262 w 438750"/>
                <a:gd name="connsiteY11" fmla="*/ 27979 h 219375"/>
                <a:gd name="connsiteX12" fmla="*/ 268144 w 438750"/>
                <a:gd name="connsiteY12" fmla="*/ 33986 h 219375"/>
                <a:gd name="connsiteX13" fmla="*/ 242629 w 438750"/>
                <a:gd name="connsiteY13" fmla="*/ 75904 h 219375"/>
                <a:gd name="connsiteX14" fmla="*/ 242730 w 438750"/>
                <a:gd name="connsiteY14" fmla="*/ 75904 h 219375"/>
                <a:gd name="connsiteX15" fmla="*/ 253969 w 438750"/>
                <a:gd name="connsiteY15" fmla="*/ 85134 h 219375"/>
                <a:gd name="connsiteX16" fmla="*/ 282876 w 438750"/>
                <a:gd name="connsiteY16" fmla="*/ 230023 h 219375"/>
                <a:gd name="connsiteX17" fmla="*/ 448268 w 438750"/>
                <a:gd name="connsiteY17" fmla="*/ 230023 h 219375"/>
                <a:gd name="connsiteX18" fmla="*/ 448268 w 438750"/>
                <a:gd name="connsiteY18" fmla="*/ 89421 h 219375"/>
                <a:gd name="connsiteX19" fmla="*/ 358712 w 438750"/>
                <a:gd name="connsiteY19" fmla="*/ 0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8750" h="219375">
                  <a:moveTo>
                    <a:pt x="358712" y="0"/>
                  </a:moveTo>
                  <a:lnTo>
                    <a:pt x="90214" y="0"/>
                  </a:lnTo>
                  <a:cubicBezTo>
                    <a:pt x="40551" y="0"/>
                    <a:pt x="0" y="39724"/>
                    <a:pt x="0" y="89387"/>
                  </a:cubicBezTo>
                  <a:lnTo>
                    <a:pt x="0" y="230023"/>
                  </a:lnTo>
                  <a:lnTo>
                    <a:pt x="176918" y="230023"/>
                  </a:lnTo>
                  <a:lnTo>
                    <a:pt x="203496" y="85269"/>
                  </a:lnTo>
                  <a:cubicBezTo>
                    <a:pt x="204491" y="79853"/>
                    <a:pt x="209233" y="75870"/>
                    <a:pt x="214768" y="75870"/>
                  </a:cubicBezTo>
                  <a:lnTo>
                    <a:pt x="190131" y="33919"/>
                  </a:lnTo>
                  <a:cubicBezTo>
                    <a:pt x="189051" y="32079"/>
                    <a:pt x="189034" y="29767"/>
                    <a:pt x="190097" y="27928"/>
                  </a:cubicBezTo>
                  <a:cubicBezTo>
                    <a:pt x="191177" y="26089"/>
                    <a:pt x="193151" y="24924"/>
                    <a:pt x="195294" y="24924"/>
                  </a:cubicBezTo>
                  <a:lnTo>
                    <a:pt x="262997" y="24924"/>
                  </a:lnTo>
                  <a:cubicBezTo>
                    <a:pt x="265174" y="24924"/>
                    <a:pt x="267165" y="26072"/>
                    <a:pt x="268262" y="27979"/>
                  </a:cubicBezTo>
                  <a:cubicBezTo>
                    <a:pt x="269308" y="29869"/>
                    <a:pt x="269274" y="32181"/>
                    <a:pt x="268144" y="33986"/>
                  </a:cubicBezTo>
                  <a:lnTo>
                    <a:pt x="242629" y="75904"/>
                  </a:lnTo>
                  <a:lnTo>
                    <a:pt x="242730" y="75904"/>
                  </a:lnTo>
                  <a:cubicBezTo>
                    <a:pt x="248181" y="75904"/>
                    <a:pt x="252923" y="79768"/>
                    <a:pt x="253969" y="85134"/>
                  </a:cubicBezTo>
                  <a:lnTo>
                    <a:pt x="282876" y="230023"/>
                  </a:lnTo>
                  <a:lnTo>
                    <a:pt x="448268" y="230023"/>
                  </a:lnTo>
                  <a:lnTo>
                    <a:pt x="448268" y="89421"/>
                  </a:lnTo>
                  <a:cubicBezTo>
                    <a:pt x="448183" y="39690"/>
                    <a:pt x="408375" y="0"/>
                    <a:pt x="358712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92" name="任意多边形: 形状 691"/>
            <p:cNvSpPr/>
            <p:nvPr/>
          </p:nvSpPr>
          <p:spPr>
            <a:xfrm>
              <a:off x="9144681" y="5690755"/>
              <a:ext cx="253125" cy="253125"/>
            </a:xfrm>
            <a:custGeom>
              <a:avLst/>
              <a:gdLst>
                <a:gd name="connsiteX0" fmla="*/ 257681 w 253125"/>
                <a:gd name="connsiteY0" fmla="*/ 128841 h 253125"/>
                <a:gd name="connsiteX1" fmla="*/ 128841 w 253125"/>
                <a:gd name="connsiteY1" fmla="*/ 257681 h 253125"/>
                <a:gd name="connsiteX2" fmla="*/ 0 w 253125"/>
                <a:gd name="connsiteY2" fmla="*/ 128841 h 253125"/>
                <a:gd name="connsiteX3" fmla="*/ 128841 w 253125"/>
                <a:gd name="connsiteY3" fmla="*/ 0 h 253125"/>
                <a:gd name="connsiteX4" fmla="*/ 257681 w 253125"/>
                <a:gd name="connsiteY4" fmla="*/ 128841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125" h="253125">
                  <a:moveTo>
                    <a:pt x="257681" y="128841"/>
                  </a:moveTo>
                  <a:cubicBezTo>
                    <a:pt x="257681" y="199997"/>
                    <a:pt x="199997" y="257681"/>
                    <a:pt x="128841" y="257681"/>
                  </a:cubicBezTo>
                  <a:cubicBezTo>
                    <a:pt x="57684" y="257681"/>
                    <a:pt x="0" y="199997"/>
                    <a:pt x="0" y="128841"/>
                  </a:cubicBezTo>
                  <a:cubicBezTo>
                    <a:pt x="0" y="57684"/>
                    <a:pt x="57684" y="0"/>
                    <a:pt x="128841" y="0"/>
                  </a:cubicBezTo>
                  <a:cubicBezTo>
                    <a:pt x="199997" y="0"/>
                    <a:pt x="257681" y="57684"/>
                    <a:pt x="257681" y="12884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33" name="组合 932"/>
          <p:cNvGrpSpPr/>
          <p:nvPr/>
        </p:nvGrpSpPr>
        <p:grpSpPr>
          <a:xfrm>
            <a:off x="4610989" y="867864"/>
            <a:ext cx="525689" cy="470560"/>
            <a:chOff x="10086069" y="5735592"/>
            <a:chExt cx="525689" cy="470560"/>
          </a:xfrm>
          <a:solidFill>
            <a:schemeClr val="accent1"/>
          </a:solidFill>
        </p:grpSpPr>
        <p:sp>
          <p:nvSpPr>
            <p:cNvPr id="694" name="任意多边形: 形状 693"/>
            <p:cNvSpPr/>
            <p:nvPr/>
          </p:nvSpPr>
          <p:spPr>
            <a:xfrm>
              <a:off x="10225608" y="5735592"/>
              <a:ext cx="185625" cy="168750"/>
            </a:xfrm>
            <a:custGeom>
              <a:avLst/>
              <a:gdLst>
                <a:gd name="connsiteX0" fmla="*/ 187616 w 185625"/>
                <a:gd name="connsiteY0" fmla="*/ 91918 h 168750"/>
                <a:gd name="connsiteX1" fmla="*/ 93808 w 185625"/>
                <a:gd name="connsiteY1" fmla="*/ 183836 h 168750"/>
                <a:gd name="connsiteX2" fmla="*/ 0 w 185625"/>
                <a:gd name="connsiteY2" fmla="*/ 91918 h 168750"/>
                <a:gd name="connsiteX3" fmla="*/ 93808 w 185625"/>
                <a:gd name="connsiteY3" fmla="*/ 0 h 168750"/>
                <a:gd name="connsiteX4" fmla="*/ 187616 w 185625"/>
                <a:gd name="connsiteY4" fmla="*/ 91918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625" h="168750">
                  <a:moveTo>
                    <a:pt x="187616" y="91918"/>
                  </a:moveTo>
                  <a:cubicBezTo>
                    <a:pt x="187616" y="142683"/>
                    <a:pt x="145617" y="183836"/>
                    <a:pt x="93808" y="183836"/>
                  </a:cubicBezTo>
                  <a:cubicBezTo>
                    <a:pt x="41999" y="183836"/>
                    <a:pt x="0" y="142683"/>
                    <a:pt x="0" y="91918"/>
                  </a:cubicBezTo>
                  <a:cubicBezTo>
                    <a:pt x="0" y="41153"/>
                    <a:pt x="41999" y="0"/>
                    <a:pt x="93808" y="0"/>
                  </a:cubicBezTo>
                  <a:cubicBezTo>
                    <a:pt x="145617" y="0"/>
                    <a:pt x="187616" y="41153"/>
                    <a:pt x="187616" y="9191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95" name="任意多边形: 形状 694"/>
            <p:cNvSpPr/>
            <p:nvPr/>
          </p:nvSpPr>
          <p:spPr>
            <a:xfrm>
              <a:off x="10156133" y="5766785"/>
              <a:ext cx="455625" cy="337500"/>
            </a:xfrm>
            <a:custGeom>
              <a:avLst/>
              <a:gdLst>
                <a:gd name="connsiteX0" fmla="*/ 420458 w 455625"/>
                <a:gd name="connsiteY0" fmla="*/ 43 h 337500"/>
                <a:gd name="connsiteX1" fmla="*/ 373629 w 455625"/>
                <a:gd name="connsiteY1" fmla="*/ 43462 h 337500"/>
                <a:gd name="connsiteX2" fmla="*/ 332724 w 455625"/>
                <a:gd name="connsiteY2" fmla="*/ 164253 h 337500"/>
                <a:gd name="connsiteX3" fmla="*/ 313588 w 455625"/>
                <a:gd name="connsiteY3" fmla="*/ 173619 h 337500"/>
                <a:gd name="connsiteX4" fmla="*/ 261073 w 455625"/>
                <a:gd name="connsiteY4" fmla="*/ 152356 h 337500"/>
                <a:gd name="connsiteX5" fmla="*/ 163299 w 455625"/>
                <a:gd name="connsiteY5" fmla="*/ 152356 h 337500"/>
                <a:gd name="connsiteX6" fmla="*/ 65526 w 455625"/>
                <a:gd name="connsiteY6" fmla="*/ 152356 h 337500"/>
                <a:gd name="connsiteX7" fmla="*/ 0 w 455625"/>
                <a:gd name="connsiteY7" fmla="*/ 230336 h 337500"/>
                <a:gd name="connsiteX8" fmla="*/ 0 w 455625"/>
                <a:gd name="connsiteY8" fmla="*/ 351903 h 337500"/>
                <a:gd name="connsiteX9" fmla="*/ 323089 w 455625"/>
                <a:gd name="connsiteY9" fmla="*/ 351903 h 337500"/>
                <a:gd name="connsiteX10" fmla="*/ 323089 w 455625"/>
                <a:gd name="connsiteY10" fmla="*/ 273705 h 337500"/>
                <a:gd name="connsiteX11" fmla="*/ 329417 w 455625"/>
                <a:gd name="connsiteY11" fmla="*/ 262837 h 337500"/>
                <a:gd name="connsiteX12" fmla="*/ 385459 w 455625"/>
                <a:gd name="connsiteY12" fmla="*/ 237491 h 337500"/>
                <a:gd name="connsiteX13" fmla="*/ 463826 w 455625"/>
                <a:gd name="connsiteY13" fmla="*/ 46820 h 337500"/>
                <a:gd name="connsiteX14" fmla="*/ 420458 w 455625"/>
                <a:gd name="connsiteY14" fmla="*/ 43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5625" h="337500">
                  <a:moveTo>
                    <a:pt x="420458" y="43"/>
                  </a:moveTo>
                  <a:cubicBezTo>
                    <a:pt x="395651" y="-1037"/>
                    <a:pt x="374558" y="18538"/>
                    <a:pt x="373629" y="43462"/>
                  </a:cubicBezTo>
                  <a:cubicBezTo>
                    <a:pt x="371351" y="103807"/>
                    <a:pt x="357210" y="145573"/>
                    <a:pt x="332724" y="164253"/>
                  </a:cubicBezTo>
                  <a:cubicBezTo>
                    <a:pt x="326481" y="169029"/>
                    <a:pt x="319866" y="171847"/>
                    <a:pt x="313588" y="173619"/>
                  </a:cubicBezTo>
                  <a:cubicBezTo>
                    <a:pt x="296966" y="159765"/>
                    <a:pt x="275788" y="152356"/>
                    <a:pt x="261073" y="152356"/>
                  </a:cubicBezTo>
                  <a:lnTo>
                    <a:pt x="163299" y="152356"/>
                  </a:lnTo>
                  <a:lnTo>
                    <a:pt x="65526" y="152356"/>
                  </a:lnTo>
                  <a:cubicBezTo>
                    <a:pt x="29346" y="152356"/>
                    <a:pt x="0" y="190393"/>
                    <a:pt x="0" y="230336"/>
                  </a:cubicBezTo>
                  <a:lnTo>
                    <a:pt x="0" y="351903"/>
                  </a:lnTo>
                  <a:lnTo>
                    <a:pt x="323089" y="351903"/>
                  </a:lnTo>
                  <a:lnTo>
                    <a:pt x="323089" y="273705"/>
                  </a:lnTo>
                  <a:cubicBezTo>
                    <a:pt x="325468" y="270009"/>
                    <a:pt x="327645" y="266364"/>
                    <a:pt x="329417" y="262837"/>
                  </a:cubicBezTo>
                  <a:cubicBezTo>
                    <a:pt x="347186" y="258973"/>
                    <a:pt x="366694" y="251362"/>
                    <a:pt x="385459" y="237491"/>
                  </a:cubicBezTo>
                  <a:cubicBezTo>
                    <a:pt x="433991" y="201699"/>
                    <a:pt x="460350" y="137540"/>
                    <a:pt x="463826" y="46820"/>
                  </a:cubicBezTo>
                  <a:cubicBezTo>
                    <a:pt x="464788" y="21946"/>
                    <a:pt x="445365" y="988"/>
                    <a:pt x="420458" y="4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96" name="任意多边形: 形状 695"/>
            <p:cNvSpPr/>
            <p:nvPr/>
          </p:nvSpPr>
          <p:spPr>
            <a:xfrm>
              <a:off x="10086069" y="6155527"/>
              <a:ext cx="523125" cy="50625"/>
            </a:xfrm>
            <a:custGeom>
              <a:avLst/>
              <a:gdLst>
                <a:gd name="connsiteX0" fmla="*/ 0 w 523125"/>
                <a:gd name="connsiteY0" fmla="*/ 0 h 50625"/>
                <a:gd name="connsiteX1" fmla="*/ 523800 w 523125"/>
                <a:gd name="connsiteY1" fmla="*/ 0 h 50625"/>
                <a:gd name="connsiteX2" fmla="*/ 523800 w 523125"/>
                <a:gd name="connsiteY2" fmla="*/ 53443 h 50625"/>
                <a:gd name="connsiteX3" fmla="*/ 0 w 523125"/>
                <a:gd name="connsiteY3" fmla="*/ 53443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3125" h="50625">
                  <a:moveTo>
                    <a:pt x="0" y="0"/>
                  </a:moveTo>
                  <a:lnTo>
                    <a:pt x="523800" y="0"/>
                  </a:lnTo>
                  <a:lnTo>
                    <a:pt x="523800" y="53443"/>
                  </a:lnTo>
                  <a:lnTo>
                    <a:pt x="0" y="5344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830189" y="841582"/>
            <a:ext cx="472500" cy="523125"/>
            <a:chOff x="5986800" y="9757714"/>
            <a:chExt cx="472500" cy="523125"/>
          </a:xfrm>
          <a:solidFill>
            <a:schemeClr val="accent1"/>
          </a:solidFill>
        </p:grpSpPr>
        <p:sp>
          <p:nvSpPr>
            <p:cNvPr id="72" name="任意多边形: 形状 71"/>
            <p:cNvSpPr/>
            <p:nvPr/>
          </p:nvSpPr>
          <p:spPr>
            <a:xfrm>
              <a:off x="5986800" y="9757714"/>
              <a:ext cx="472500" cy="523125"/>
            </a:xfrm>
            <a:custGeom>
              <a:avLst/>
              <a:gdLst>
                <a:gd name="connsiteX0" fmla="*/ 425773 w 472500"/>
                <a:gd name="connsiteY0" fmla="*/ 62505 h 523125"/>
                <a:gd name="connsiteX1" fmla="*/ 457245 w 472500"/>
                <a:gd name="connsiteY1" fmla="*/ 62505 h 523125"/>
                <a:gd name="connsiteX2" fmla="*/ 479790 w 472500"/>
                <a:gd name="connsiteY2" fmla="*/ 39960 h 523125"/>
                <a:gd name="connsiteX3" fmla="*/ 479790 w 472500"/>
                <a:gd name="connsiteY3" fmla="*/ 22545 h 523125"/>
                <a:gd name="connsiteX4" fmla="*/ 457245 w 472500"/>
                <a:gd name="connsiteY4" fmla="*/ 0 h 523125"/>
                <a:gd name="connsiteX5" fmla="*/ 22545 w 472500"/>
                <a:gd name="connsiteY5" fmla="*/ 0 h 523125"/>
                <a:gd name="connsiteX6" fmla="*/ 0 w 472500"/>
                <a:gd name="connsiteY6" fmla="*/ 22545 h 523125"/>
                <a:gd name="connsiteX7" fmla="*/ 0 w 472500"/>
                <a:gd name="connsiteY7" fmla="*/ 39960 h 523125"/>
                <a:gd name="connsiteX8" fmla="*/ 22545 w 472500"/>
                <a:gd name="connsiteY8" fmla="*/ 62505 h 523125"/>
                <a:gd name="connsiteX9" fmla="*/ 54000 w 472500"/>
                <a:gd name="connsiteY9" fmla="*/ 62505 h 523125"/>
                <a:gd name="connsiteX10" fmla="*/ 141345 w 472500"/>
                <a:gd name="connsiteY10" fmla="*/ 266254 h 523125"/>
                <a:gd name="connsiteX11" fmla="*/ 53983 w 472500"/>
                <a:gd name="connsiteY11" fmla="*/ 476145 h 523125"/>
                <a:gd name="connsiteX12" fmla="*/ 22545 w 472500"/>
                <a:gd name="connsiteY12" fmla="*/ 476145 h 523125"/>
                <a:gd name="connsiteX13" fmla="*/ 0 w 472500"/>
                <a:gd name="connsiteY13" fmla="*/ 498690 h 523125"/>
                <a:gd name="connsiteX14" fmla="*/ 0 w 472500"/>
                <a:gd name="connsiteY14" fmla="*/ 515194 h 523125"/>
                <a:gd name="connsiteX15" fmla="*/ 22545 w 472500"/>
                <a:gd name="connsiteY15" fmla="*/ 537739 h 523125"/>
                <a:gd name="connsiteX16" fmla="*/ 457245 w 472500"/>
                <a:gd name="connsiteY16" fmla="*/ 537739 h 523125"/>
                <a:gd name="connsiteX17" fmla="*/ 479790 w 472500"/>
                <a:gd name="connsiteY17" fmla="*/ 515194 h 523125"/>
                <a:gd name="connsiteX18" fmla="*/ 479790 w 472500"/>
                <a:gd name="connsiteY18" fmla="*/ 498690 h 523125"/>
                <a:gd name="connsiteX19" fmla="*/ 457245 w 472500"/>
                <a:gd name="connsiteY19" fmla="*/ 476145 h 523125"/>
                <a:gd name="connsiteX20" fmla="*/ 425824 w 472500"/>
                <a:gd name="connsiteY20" fmla="*/ 476145 h 523125"/>
                <a:gd name="connsiteX21" fmla="*/ 338462 w 472500"/>
                <a:gd name="connsiteY21" fmla="*/ 266254 h 523125"/>
                <a:gd name="connsiteX22" fmla="*/ 425773 w 472500"/>
                <a:gd name="connsiteY22" fmla="*/ 62505 h 523125"/>
                <a:gd name="connsiteX23" fmla="*/ 279231 w 472500"/>
                <a:gd name="connsiteY23" fmla="*/ 285086 h 523125"/>
                <a:gd name="connsiteX24" fmla="*/ 287668 w 472500"/>
                <a:gd name="connsiteY24" fmla="*/ 289406 h 523125"/>
                <a:gd name="connsiteX25" fmla="*/ 384429 w 472500"/>
                <a:gd name="connsiteY25" fmla="*/ 476145 h 523125"/>
                <a:gd name="connsiteX26" fmla="*/ 95327 w 472500"/>
                <a:gd name="connsiteY26" fmla="*/ 476145 h 523125"/>
                <a:gd name="connsiteX27" fmla="*/ 192139 w 472500"/>
                <a:gd name="connsiteY27" fmla="*/ 289406 h 523125"/>
                <a:gd name="connsiteX28" fmla="*/ 200543 w 472500"/>
                <a:gd name="connsiteY28" fmla="*/ 285171 h 523125"/>
                <a:gd name="connsiteX29" fmla="*/ 212490 w 472500"/>
                <a:gd name="connsiteY29" fmla="*/ 265984 h 523125"/>
                <a:gd name="connsiteX30" fmla="*/ 200543 w 472500"/>
                <a:gd name="connsiteY30" fmla="*/ 246780 h 523125"/>
                <a:gd name="connsiteX31" fmla="*/ 192139 w 472500"/>
                <a:gd name="connsiteY31" fmla="*/ 242781 h 523125"/>
                <a:gd name="connsiteX32" fmla="*/ 95378 w 472500"/>
                <a:gd name="connsiteY32" fmla="*/ 62505 h 523125"/>
                <a:gd name="connsiteX33" fmla="*/ 384429 w 472500"/>
                <a:gd name="connsiteY33" fmla="*/ 62505 h 523125"/>
                <a:gd name="connsiteX34" fmla="*/ 287685 w 472500"/>
                <a:gd name="connsiteY34" fmla="*/ 242764 h 523125"/>
                <a:gd name="connsiteX35" fmla="*/ 279248 w 472500"/>
                <a:gd name="connsiteY35" fmla="*/ 246831 h 523125"/>
                <a:gd name="connsiteX36" fmla="*/ 267351 w 472500"/>
                <a:gd name="connsiteY36" fmla="*/ 265950 h 523125"/>
                <a:gd name="connsiteX37" fmla="*/ 279231 w 472500"/>
                <a:gd name="connsiteY37" fmla="*/ 285086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2500" h="523125">
                  <a:moveTo>
                    <a:pt x="425773" y="62505"/>
                  </a:moveTo>
                  <a:lnTo>
                    <a:pt x="457245" y="62505"/>
                  </a:lnTo>
                  <a:cubicBezTo>
                    <a:pt x="469699" y="62505"/>
                    <a:pt x="479790" y="52414"/>
                    <a:pt x="479790" y="39960"/>
                  </a:cubicBezTo>
                  <a:lnTo>
                    <a:pt x="479790" y="22545"/>
                  </a:lnTo>
                  <a:cubicBezTo>
                    <a:pt x="479790" y="10091"/>
                    <a:pt x="469699" y="0"/>
                    <a:pt x="457245" y="0"/>
                  </a:cubicBezTo>
                  <a:lnTo>
                    <a:pt x="22545" y="0"/>
                  </a:lnTo>
                  <a:cubicBezTo>
                    <a:pt x="10091" y="0"/>
                    <a:pt x="0" y="10091"/>
                    <a:pt x="0" y="22545"/>
                  </a:cubicBezTo>
                  <a:lnTo>
                    <a:pt x="0" y="39960"/>
                  </a:lnTo>
                  <a:cubicBezTo>
                    <a:pt x="0" y="52414"/>
                    <a:pt x="10091" y="62505"/>
                    <a:pt x="22545" y="62505"/>
                  </a:cubicBezTo>
                  <a:lnTo>
                    <a:pt x="54000" y="62505"/>
                  </a:lnTo>
                  <a:cubicBezTo>
                    <a:pt x="56379" y="146154"/>
                    <a:pt x="89758" y="222564"/>
                    <a:pt x="141345" y="266254"/>
                  </a:cubicBezTo>
                  <a:cubicBezTo>
                    <a:pt x="88526" y="310956"/>
                    <a:pt x="54844" y="389711"/>
                    <a:pt x="53983" y="476145"/>
                  </a:cubicBezTo>
                  <a:lnTo>
                    <a:pt x="22545" y="476145"/>
                  </a:lnTo>
                  <a:cubicBezTo>
                    <a:pt x="10091" y="476145"/>
                    <a:pt x="0" y="486236"/>
                    <a:pt x="0" y="498690"/>
                  </a:cubicBezTo>
                  <a:lnTo>
                    <a:pt x="0" y="515194"/>
                  </a:lnTo>
                  <a:cubicBezTo>
                    <a:pt x="0" y="527631"/>
                    <a:pt x="10091" y="537739"/>
                    <a:pt x="22545" y="537739"/>
                  </a:cubicBezTo>
                  <a:lnTo>
                    <a:pt x="457245" y="537739"/>
                  </a:lnTo>
                  <a:cubicBezTo>
                    <a:pt x="469699" y="537739"/>
                    <a:pt x="479790" y="527631"/>
                    <a:pt x="479790" y="515194"/>
                  </a:cubicBezTo>
                  <a:lnTo>
                    <a:pt x="479790" y="498690"/>
                  </a:lnTo>
                  <a:cubicBezTo>
                    <a:pt x="479790" y="486236"/>
                    <a:pt x="469699" y="476145"/>
                    <a:pt x="457245" y="476145"/>
                  </a:cubicBezTo>
                  <a:lnTo>
                    <a:pt x="425824" y="476145"/>
                  </a:lnTo>
                  <a:cubicBezTo>
                    <a:pt x="424963" y="389745"/>
                    <a:pt x="391264" y="310989"/>
                    <a:pt x="338462" y="266254"/>
                  </a:cubicBezTo>
                  <a:cubicBezTo>
                    <a:pt x="390015" y="222581"/>
                    <a:pt x="423394" y="146154"/>
                    <a:pt x="425773" y="62505"/>
                  </a:cubicBezTo>
                  <a:close/>
                  <a:moveTo>
                    <a:pt x="279231" y="285086"/>
                  </a:moveTo>
                  <a:lnTo>
                    <a:pt x="287668" y="289406"/>
                  </a:lnTo>
                  <a:cubicBezTo>
                    <a:pt x="344874" y="317385"/>
                    <a:pt x="383434" y="391568"/>
                    <a:pt x="384429" y="476145"/>
                  </a:cubicBezTo>
                  <a:lnTo>
                    <a:pt x="95327" y="476145"/>
                  </a:lnTo>
                  <a:cubicBezTo>
                    <a:pt x="96339" y="391551"/>
                    <a:pt x="134949" y="317402"/>
                    <a:pt x="192139" y="289406"/>
                  </a:cubicBezTo>
                  <a:lnTo>
                    <a:pt x="200543" y="285171"/>
                  </a:lnTo>
                  <a:cubicBezTo>
                    <a:pt x="207866" y="281610"/>
                    <a:pt x="212490" y="274134"/>
                    <a:pt x="212490" y="265984"/>
                  </a:cubicBezTo>
                  <a:cubicBezTo>
                    <a:pt x="212490" y="257850"/>
                    <a:pt x="207866" y="250374"/>
                    <a:pt x="200543" y="246780"/>
                  </a:cubicBezTo>
                  <a:lnTo>
                    <a:pt x="192139" y="242781"/>
                  </a:lnTo>
                  <a:cubicBezTo>
                    <a:pt x="136316" y="215494"/>
                    <a:pt x="98162" y="143387"/>
                    <a:pt x="95378" y="62505"/>
                  </a:cubicBezTo>
                  <a:lnTo>
                    <a:pt x="384429" y="62505"/>
                  </a:lnTo>
                  <a:cubicBezTo>
                    <a:pt x="381645" y="143387"/>
                    <a:pt x="343457" y="215460"/>
                    <a:pt x="287685" y="242764"/>
                  </a:cubicBezTo>
                  <a:lnTo>
                    <a:pt x="279248" y="246831"/>
                  </a:lnTo>
                  <a:cubicBezTo>
                    <a:pt x="271941" y="250408"/>
                    <a:pt x="267351" y="257799"/>
                    <a:pt x="267351" y="265950"/>
                  </a:cubicBezTo>
                  <a:cubicBezTo>
                    <a:pt x="267334" y="274101"/>
                    <a:pt x="271941" y="281509"/>
                    <a:pt x="279231" y="28508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6134963" y="10127158"/>
              <a:ext cx="185625" cy="84375"/>
            </a:xfrm>
            <a:custGeom>
              <a:avLst/>
              <a:gdLst>
                <a:gd name="connsiteX0" fmla="*/ 0 w 185625"/>
                <a:gd name="connsiteY0" fmla="*/ 85523 h 84375"/>
                <a:gd name="connsiteX1" fmla="*/ 195615 w 185625"/>
                <a:gd name="connsiteY1" fmla="*/ 85523 h 84375"/>
                <a:gd name="connsiteX2" fmla="*/ 97824 w 185625"/>
                <a:gd name="connsiteY2" fmla="*/ 0 h 84375"/>
                <a:gd name="connsiteX3" fmla="*/ 0 w 185625"/>
                <a:gd name="connsiteY3" fmla="*/ 85523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625" h="84375">
                  <a:moveTo>
                    <a:pt x="0" y="85523"/>
                  </a:moveTo>
                  <a:lnTo>
                    <a:pt x="195615" y="85523"/>
                  </a:lnTo>
                  <a:cubicBezTo>
                    <a:pt x="188932" y="37733"/>
                    <a:pt x="147926" y="0"/>
                    <a:pt x="97824" y="0"/>
                  </a:cubicBezTo>
                  <a:cubicBezTo>
                    <a:pt x="47689" y="0"/>
                    <a:pt x="6716" y="37733"/>
                    <a:pt x="0" y="8552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6153204" y="9955354"/>
              <a:ext cx="135000" cy="16875"/>
            </a:xfrm>
            <a:custGeom>
              <a:avLst/>
              <a:gdLst>
                <a:gd name="connsiteX0" fmla="*/ 146644 w 135000"/>
                <a:gd name="connsiteY0" fmla="*/ 0 h 16875"/>
                <a:gd name="connsiteX1" fmla="*/ 0 w 135000"/>
                <a:gd name="connsiteY1" fmla="*/ 0 h 16875"/>
                <a:gd name="connsiteX2" fmla="*/ 73322 w 135000"/>
                <a:gd name="connsiteY2" fmla="*/ 33244 h 16875"/>
                <a:gd name="connsiteX3" fmla="*/ 146644 w 135000"/>
                <a:gd name="connsiteY3" fmla="*/ 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000" h="16875">
                  <a:moveTo>
                    <a:pt x="146644" y="0"/>
                  </a:moveTo>
                  <a:lnTo>
                    <a:pt x="0" y="0"/>
                  </a:lnTo>
                  <a:cubicBezTo>
                    <a:pt x="18023" y="20199"/>
                    <a:pt x="43976" y="33244"/>
                    <a:pt x="73322" y="33244"/>
                  </a:cubicBezTo>
                  <a:cubicBezTo>
                    <a:pt x="102667" y="33244"/>
                    <a:pt x="128588" y="20216"/>
                    <a:pt x="146644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7049389" y="842248"/>
            <a:ext cx="507229" cy="521792"/>
            <a:chOff x="17829017" y="9759317"/>
            <a:chExt cx="507229" cy="521792"/>
          </a:xfrm>
          <a:solidFill>
            <a:schemeClr val="accent1"/>
          </a:solidFill>
        </p:grpSpPr>
        <p:sp>
          <p:nvSpPr>
            <p:cNvPr id="76" name="任意多边形: 形状 75"/>
            <p:cNvSpPr/>
            <p:nvPr/>
          </p:nvSpPr>
          <p:spPr>
            <a:xfrm>
              <a:off x="18074481" y="9862744"/>
              <a:ext cx="16875" cy="16875"/>
            </a:xfrm>
            <a:custGeom>
              <a:avLst/>
              <a:gdLst>
                <a:gd name="connsiteX0" fmla="*/ 29092 w 16875"/>
                <a:gd name="connsiteY0" fmla="*/ 14546 h 16875"/>
                <a:gd name="connsiteX1" fmla="*/ 14546 w 16875"/>
                <a:gd name="connsiteY1" fmla="*/ 29092 h 16875"/>
                <a:gd name="connsiteX2" fmla="*/ 0 w 16875"/>
                <a:gd name="connsiteY2" fmla="*/ 14546 h 16875"/>
                <a:gd name="connsiteX3" fmla="*/ 14546 w 16875"/>
                <a:gd name="connsiteY3" fmla="*/ 0 h 16875"/>
                <a:gd name="connsiteX4" fmla="*/ 29092 w 16875"/>
                <a:gd name="connsiteY4" fmla="*/ 14546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92" y="14546"/>
                  </a:moveTo>
                  <a:cubicBezTo>
                    <a:pt x="29092" y="22580"/>
                    <a:pt x="22580" y="29092"/>
                    <a:pt x="14546" y="29092"/>
                  </a:cubicBezTo>
                  <a:cubicBezTo>
                    <a:pt x="6513" y="29092"/>
                    <a:pt x="0" y="22580"/>
                    <a:pt x="0" y="14546"/>
                  </a:cubicBezTo>
                  <a:cubicBezTo>
                    <a:pt x="0" y="6513"/>
                    <a:pt x="6513" y="0"/>
                    <a:pt x="14546" y="0"/>
                  </a:cubicBezTo>
                  <a:cubicBezTo>
                    <a:pt x="22580" y="0"/>
                    <a:pt x="29092" y="6513"/>
                    <a:pt x="29092" y="1454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8074481" y="10152639"/>
              <a:ext cx="16875" cy="16875"/>
            </a:xfrm>
            <a:custGeom>
              <a:avLst/>
              <a:gdLst>
                <a:gd name="connsiteX0" fmla="*/ 29092 w 16875"/>
                <a:gd name="connsiteY0" fmla="*/ 14546 h 16875"/>
                <a:gd name="connsiteX1" fmla="*/ 14546 w 16875"/>
                <a:gd name="connsiteY1" fmla="*/ 29092 h 16875"/>
                <a:gd name="connsiteX2" fmla="*/ 0 w 16875"/>
                <a:gd name="connsiteY2" fmla="*/ 14546 h 16875"/>
                <a:gd name="connsiteX3" fmla="*/ 14546 w 16875"/>
                <a:gd name="connsiteY3" fmla="*/ 0 h 16875"/>
                <a:gd name="connsiteX4" fmla="*/ 29092 w 16875"/>
                <a:gd name="connsiteY4" fmla="*/ 14546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92" y="14546"/>
                  </a:moveTo>
                  <a:cubicBezTo>
                    <a:pt x="29092" y="22580"/>
                    <a:pt x="22580" y="29092"/>
                    <a:pt x="14546" y="29092"/>
                  </a:cubicBezTo>
                  <a:cubicBezTo>
                    <a:pt x="6513" y="29092"/>
                    <a:pt x="0" y="22580"/>
                    <a:pt x="0" y="14546"/>
                  </a:cubicBezTo>
                  <a:cubicBezTo>
                    <a:pt x="0" y="6513"/>
                    <a:pt x="6513" y="0"/>
                    <a:pt x="14546" y="0"/>
                  </a:cubicBezTo>
                  <a:cubicBezTo>
                    <a:pt x="22580" y="0"/>
                    <a:pt x="29092" y="6513"/>
                    <a:pt x="29092" y="1454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18219420" y="10007683"/>
              <a:ext cx="16875" cy="16875"/>
            </a:xfrm>
            <a:custGeom>
              <a:avLst/>
              <a:gdLst>
                <a:gd name="connsiteX0" fmla="*/ 29093 w 16875"/>
                <a:gd name="connsiteY0" fmla="*/ 14546 h 16875"/>
                <a:gd name="connsiteX1" fmla="*/ 14546 w 16875"/>
                <a:gd name="connsiteY1" fmla="*/ 29093 h 16875"/>
                <a:gd name="connsiteX2" fmla="*/ 0 w 16875"/>
                <a:gd name="connsiteY2" fmla="*/ 14546 h 16875"/>
                <a:gd name="connsiteX3" fmla="*/ 14546 w 16875"/>
                <a:gd name="connsiteY3" fmla="*/ 0 h 16875"/>
                <a:gd name="connsiteX4" fmla="*/ 29093 w 16875"/>
                <a:gd name="connsiteY4" fmla="*/ 14546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93" y="14546"/>
                  </a:moveTo>
                  <a:cubicBezTo>
                    <a:pt x="29093" y="22580"/>
                    <a:pt x="22580" y="29093"/>
                    <a:pt x="14546" y="29093"/>
                  </a:cubicBezTo>
                  <a:cubicBezTo>
                    <a:pt x="6513" y="29093"/>
                    <a:pt x="0" y="22580"/>
                    <a:pt x="0" y="14546"/>
                  </a:cubicBezTo>
                  <a:cubicBezTo>
                    <a:pt x="0" y="6513"/>
                    <a:pt x="6513" y="0"/>
                    <a:pt x="14546" y="0"/>
                  </a:cubicBezTo>
                  <a:cubicBezTo>
                    <a:pt x="22580" y="0"/>
                    <a:pt x="29093" y="6513"/>
                    <a:pt x="29093" y="1454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7929508" y="10007683"/>
              <a:ext cx="16875" cy="16875"/>
            </a:xfrm>
            <a:custGeom>
              <a:avLst/>
              <a:gdLst>
                <a:gd name="connsiteX0" fmla="*/ 29093 w 16875"/>
                <a:gd name="connsiteY0" fmla="*/ 14546 h 16875"/>
                <a:gd name="connsiteX1" fmla="*/ 14546 w 16875"/>
                <a:gd name="connsiteY1" fmla="*/ 29093 h 16875"/>
                <a:gd name="connsiteX2" fmla="*/ 0 w 16875"/>
                <a:gd name="connsiteY2" fmla="*/ 14546 h 16875"/>
                <a:gd name="connsiteX3" fmla="*/ 14546 w 16875"/>
                <a:gd name="connsiteY3" fmla="*/ 0 h 16875"/>
                <a:gd name="connsiteX4" fmla="*/ 29093 w 16875"/>
                <a:gd name="connsiteY4" fmla="*/ 14546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93" y="14546"/>
                  </a:moveTo>
                  <a:cubicBezTo>
                    <a:pt x="29093" y="22580"/>
                    <a:pt x="22580" y="29093"/>
                    <a:pt x="14546" y="29093"/>
                  </a:cubicBezTo>
                  <a:cubicBezTo>
                    <a:pt x="6513" y="29093"/>
                    <a:pt x="0" y="22580"/>
                    <a:pt x="0" y="14546"/>
                  </a:cubicBezTo>
                  <a:cubicBezTo>
                    <a:pt x="0" y="6513"/>
                    <a:pt x="6513" y="0"/>
                    <a:pt x="14546" y="0"/>
                  </a:cubicBezTo>
                  <a:cubicBezTo>
                    <a:pt x="22580" y="0"/>
                    <a:pt x="29093" y="6513"/>
                    <a:pt x="29093" y="1454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18177013" y="9905218"/>
              <a:ext cx="16875" cy="16875"/>
            </a:xfrm>
            <a:custGeom>
              <a:avLst/>
              <a:gdLst>
                <a:gd name="connsiteX0" fmla="*/ 29025 w 16875"/>
                <a:gd name="connsiteY0" fmla="*/ 14512 h 16875"/>
                <a:gd name="connsiteX1" fmla="*/ 14512 w 16875"/>
                <a:gd name="connsiteY1" fmla="*/ 29025 h 16875"/>
                <a:gd name="connsiteX2" fmla="*/ 0 w 16875"/>
                <a:gd name="connsiteY2" fmla="*/ 14512 h 16875"/>
                <a:gd name="connsiteX3" fmla="*/ 14512 w 16875"/>
                <a:gd name="connsiteY3" fmla="*/ 0 h 16875"/>
                <a:gd name="connsiteX4" fmla="*/ 29025 w 16875"/>
                <a:gd name="connsiteY4" fmla="*/ 14512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25" y="14512"/>
                  </a:moveTo>
                  <a:cubicBezTo>
                    <a:pt x="29025" y="22528"/>
                    <a:pt x="22528" y="29025"/>
                    <a:pt x="14512" y="29025"/>
                  </a:cubicBezTo>
                  <a:cubicBezTo>
                    <a:pt x="6497" y="29025"/>
                    <a:pt x="0" y="22528"/>
                    <a:pt x="0" y="14512"/>
                  </a:cubicBezTo>
                  <a:cubicBezTo>
                    <a:pt x="0" y="6497"/>
                    <a:pt x="6497" y="0"/>
                    <a:pt x="14512" y="0"/>
                  </a:cubicBezTo>
                  <a:cubicBezTo>
                    <a:pt x="22528" y="0"/>
                    <a:pt x="29025" y="6497"/>
                    <a:pt x="29025" y="1451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17972016" y="10110216"/>
              <a:ext cx="16875" cy="16875"/>
            </a:xfrm>
            <a:custGeom>
              <a:avLst/>
              <a:gdLst>
                <a:gd name="connsiteX0" fmla="*/ 29025 w 16875"/>
                <a:gd name="connsiteY0" fmla="*/ 14513 h 16875"/>
                <a:gd name="connsiteX1" fmla="*/ 14513 w 16875"/>
                <a:gd name="connsiteY1" fmla="*/ 29025 h 16875"/>
                <a:gd name="connsiteX2" fmla="*/ 0 w 16875"/>
                <a:gd name="connsiteY2" fmla="*/ 14513 h 16875"/>
                <a:gd name="connsiteX3" fmla="*/ 14513 w 16875"/>
                <a:gd name="connsiteY3" fmla="*/ 0 h 16875"/>
                <a:gd name="connsiteX4" fmla="*/ 29025 w 16875"/>
                <a:gd name="connsiteY4" fmla="*/ 14513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25" y="14513"/>
                  </a:moveTo>
                  <a:cubicBezTo>
                    <a:pt x="29025" y="22528"/>
                    <a:pt x="22528" y="29025"/>
                    <a:pt x="14513" y="29025"/>
                  </a:cubicBezTo>
                  <a:cubicBezTo>
                    <a:pt x="6497" y="29025"/>
                    <a:pt x="0" y="22528"/>
                    <a:pt x="0" y="14513"/>
                  </a:cubicBezTo>
                  <a:cubicBezTo>
                    <a:pt x="0" y="6497"/>
                    <a:pt x="6497" y="0"/>
                    <a:pt x="14513" y="0"/>
                  </a:cubicBezTo>
                  <a:cubicBezTo>
                    <a:pt x="22528" y="0"/>
                    <a:pt x="29025" y="6497"/>
                    <a:pt x="29025" y="1451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18176979" y="10110216"/>
              <a:ext cx="16875" cy="16875"/>
            </a:xfrm>
            <a:custGeom>
              <a:avLst/>
              <a:gdLst>
                <a:gd name="connsiteX0" fmla="*/ 29059 w 16875"/>
                <a:gd name="connsiteY0" fmla="*/ 14529 h 16875"/>
                <a:gd name="connsiteX1" fmla="*/ 14529 w 16875"/>
                <a:gd name="connsiteY1" fmla="*/ 29059 h 16875"/>
                <a:gd name="connsiteX2" fmla="*/ 0 w 16875"/>
                <a:gd name="connsiteY2" fmla="*/ 14529 h 16875"/>
                <a:gd name="connsiteX3" fmla="*/ 14529 w 16875"/>
                <a:gd name="connsiteY3" fmla="*/ 0 h 16875"/>
                <a:gd name="connsiteX4" fmla="*/ 29059 w 16875"/>
                <a:gd name="connsiteY4" fmla="*/ 14529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9059" y="14529"/>
                  </a:moveTo>
                  <a:cubicBezTo>
                    <a:pt x="29059" y="22554"/>
                    <a:pt x="22554" y="29059"/>
                    <a:pt x="14529" y="29059"/>
                  </a:cubicBezTo>
                  <a:cubicBezTo>
                    <a:pt x="6505" y="29059"/>
                    <a:pt x="0" y="22554"/>
                    <a:pt x="0" y="14529"/>
                  </a:cubicBezTo>
                  <a:cubicBezTo>
                    <a:pt x="0" y="6505"/>
                    <a:pt x="6505" y="0"/>
                    <a:pt x="14529" y="0"/>
                  </a:cubicBezTo>
                  <a:cubicBezTo>
                    <a:pt x="22554" y="0"/>
                    <a:pt x="29059" y="6505"/>
                    <a:pt x="29059" y="1452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17971997" y="9905205"/>
              <a:ext cx="16875" cy="16875"/>
            </a:xfrm>
            <a:custGeom>
              <a:avLst/>
              <a:gdLst>
                <a:gd name="connsiteX0" fmla="*/ 24808 w 16875"/>
                <a:gd name="connsiteY0" fmla="*/ 24819 h 16875"/>
                <a:gd name="connsiteX1" fmla="*/ 24808 w 16875"/>
                <a:gd name="connsiteY1" fmla="*/ 4265 h 16875"/>
                <a:gd name="connsiteX2" fmla="*/ 4221 w 16875"/>
                <a:gd name="connsiteY2" fmla="*/ 4265 h 16875"/>
                <a:gd name="connsiteX3" fmla="*/ 4272 w 16875"/>
                <a:gd name="connsiteY3" fmla="*/ 24802 h 16875"/>
                <a:gd name="connsiteX4" fmla="*/ 24808 w 16875"/>
                <a:gd name="connsiteY4" fmla="*/ 24819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4808" y="24819"/>
                  </a:moveTo>
                  <a:cubicBezTo>
                    <a:pt x="30512" y="19132"/>
                    <a:pt x="30495" y="9918"/>
                    <a:pt x="24808" y="4265"/>
                  </a:cubicBezTo>
                  <a:cubicBezTo>
                    <a:pt x="19122" y="-1422"/>
                    <a:pt x="9942" y="-1422"/>
                    <a:pt x="4221" y="4265"/>
                  </a:cubicBezTo>
                  <a:cubicBezTo>
                    <a:pt x="-1415" y="9918"/>
                    <a:pt x="-1415" y="19132"/>
                    <a:pt x="4272" y="24802"/>
                  </a:cubicBezTo>
                  <a:cubicBezTo>
                    <a:pt x="9942" y="30489"/>
                    <a:pt x="19122" y="30506"/>
                    <a:pt x="24808" y="2481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17831504" y="10179690"/>
              <a:ext cx="84375" cy="101250"/>
            </a:xfrm>
            <a:custGeom>
              <a:avLst/>
              <a:gdLst>
                <a:gd name="connsiteX0" fmla="*/ 50669 w 84375"/>
                <a:gd name="connsiteY0" fmla="*/ 0 h 101250"/>
                <a:gd name="connsiteX1" fmla="*/ 5123 w 84375"/>
                <a:gd name="connsiteY1" fmla="*/ 68917 h 101250"/>
                <a:gd name="connsiteX2" fmla="*/ 13831 w 84375"/>
                <a:gd name="connsiteY2" fmla="*/ 111561 h 101250"/>
                <a:gd name="connsiteX3" fmla="*/ 30790 w 84375"/>
                <a:gd name="connsiteY3" fmla="*/ 116674 h 101250"/>
                <a:gd name="connsiteX4" fmla="*/ 56457 w 84375"/>
                <a:gd name="connsiteY4" fmla="*/ 102853 h 101250"/>
                <a:gd name="connsiteX5" fmla="*/ 94544 w 84375"/>
                <a:gd name="connsiteY5" fmla="*/ 45242 h 101250"/>
                <a:gd name="connsiteX6" fmla="*/ 50669 w 84375"/>
                <a:gd name="connsiteY6" fmla="*/ 0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375" h="101250">
                  <a:moveTo>
                    <a:pt x="50669" y="0"/>
                  </a:moveTo>
                  <a:lnTo>
                    <a:pt x="5123" y="68917"/>
                  </a:lnTo>
                  <a:cubicBezTo>
                    <a:pt x="-4276" y="83109"/>
                    <a:pt x="-378" y="102212"/>
                    <a:pt x="13831" y="111561"/>
                  </a:cubicBezTo>
                  <a:cubicBezTo>
                    <a:pt x="19045" y="115020"/>
                    <a:pt x="24935" y="116674"/>
                    <a:pt x="30790" y="116674"/>
                  </a:cubicBezTo>
                  <a:cubicBezTo>
                    <a:pt x="40747" y="116674"/>
                    <a:pt x="50551" y="111814"/>
                    <a:pt x="56457" y="102853"/>
                  </a:cubicBezTo>
                  <a:lnTo>
                    <a:pt x="94544" y="45242"/>
                  </a:lnTo>
                  <a:cubicBezTo>
                    <a:pt x="78158" y="32012"/>
                    <a:pt x="63410" y="16808"/>
                    <a:pt x="50669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18251871" y="10179859"/>
              <a:ext cx="84375" cy="101250"/>
            </a:xfrm>
            <a:custGeom>
              <a:avLst/>
              <a:gdLst>
                <a:gd name="connsiteX0" fmla="*/ 89353 w 84375"/>
                <a:gd name="connsiteY0" fmla="*/ 68766 h 101250"/>
                <a:gd name="connsiteX1" fmla="*/ 43909 w 84375"/>
                <a:gd name="connsiteY1" fmla="*/ 0 h 101250"/>
                <a:gd name="connsiteX2" fmla="*/ 0 w 84375"/>
                <a:gd name="connsiteY2" fmla="*/ 45225 h 101250"/>
                <a:gd name="connsiteX3" fmla="*/ 38003 w 84375"/>
                <a:gd name="connsiteY3" fmla="*/ 102718 h 101250"/>
                <a:gd name="connsiteX4" fmla="*/ 63669 w 84375"/>
                <a:gd name="connsiteY4" fmla="*/ 116539 h 101250"/>
                <a:gd name="connsiteX5" fmla="*/ 80646 w 84375"/>
                <a:gd name="connsiteY5" fmla="*/ 111426 h 101250"/>
                <a:gd name="connsiteX6" fmla="*/ 89353 w 84375"/>
                <a:gd name="connsiteY6" fmla="*/ 6876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375" h="101250">
                  <a:moveTo>
                    <a:pt x="89353" y="68766"/>
                  </a:moveTo>
                  <a:lnTo>
                    <a:pt x="43909" y="0"/>
                  </a:lnTo>
                  <a:cubicBezTo>
                    <a:pt x="31151" y="16791"/>
                    <a:pt x="16386" y="31995"/>
                    <a:pt x="0" y="45225"/>
                  </a:cubicBezTo>
                  <a:lnTo>
                    <a:pt x="38003" y="102718"/>
                  </a:lnTo>
                  <a:cubicBezTo>
                    <a:pt x="43909" y="111679"/>
                    <a:pt x="53730" y="116539"/>
                    <a:pt x="63669" y="116539"/>
                  </a:cubicBezTo>
                  <a:cubicBezTo>
                    <a:pt x="69525" y="116539"/>
                    <a:pt x="75398" y="114885"/>
                    <a:pt x="80646" y="111426"/>
                  </a:cubicBezTo>
                  <a:cubicBezTo>
                    <a:pt x="94838" y="102060"/>
                    <a:pt x="98719" y="82957"/>
                    <a:pt x="89353" y="6876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17829017" y="9759317"/>
              <a:ext cx="168750" cy="168750"/>
            </a:xfrm>
            <a:custGeom>
              <a:avLst/>
              <a:gdLst>
                <a:gd name="connsiteX0" fmla="*/ 14496 w 168750"/>
                <a:gd name="connsiteY0" fmla="*/ 179567 h 168750"/>
                <a:gd name="connsiteX1" fmla="*/ 182453 w 168750"/>
                <a:gd name="connsiteY1" fmla="*/ 16116 h 168750"/>
                <a:gd name="connsiteX2" fmla="*/ 122023 w 168750"/>
                <a:gd name="connsiteY2" fmla="*/ 0 h 168750"/>
                <a:gd name="connsiteX3" fmla="*/ 71061 w 168750"/>
                <a:gd name="connsiteY3" fmla="*/ 11171 h 168750"/>
                <a:gd name="connsiteX4" fmla="*/ 45613 w 168750"/>
                <a:gd name="connsiteY4" fmla="*/ 2295 h 168750"/>
                <a:gd name="connsiteX5" fmla="*/ 4556 w 168750"/>
                <a:gd name="connsiteY5" fmla="*/ 43335 h 168750"/>
                <a:gd name="connsiteX6" fmla="*/ 12690 w 168750"/>
                <a:gd name="connsiteY6" fmla="*/ 67804 h 168750"/>
                <a:gd name="connsiteX7" fmla="*/ 0 w 168750"/>
                <a:gd name="connsiteY7" fmla="*/ 122006 h 168750"/>
                <a:gd name="connsiteX8" fmla="*/ 14496 w 168750"/>
                <a:gd name="connsiteY8" fmla="*/ 179567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750" h="168750">
                  <a:moveTo>
                    <a:pt x="14496" y="179567"/>
                  </a:moveTo>
                  <a:cubicBezTo>
                    <a:pt x="41243" y="101891"/>
                    <a:pt x="103832" y="40770"/>
                    <a:pt x="182453" y="16116"/>
                  </a:cubicBezTo>
                  <a:cubicBezTo>
                    <a:pt x="164616" y="5889"/>
                    <a:pt x="144011" y="0"/>
                    <a:pt x="122023" y="0"/>
                  </a:cubicBezTo>
                  <a:cubicBezTo>
                    <a:pt x="103832" y="0"/>
                    <a:pt x="86552" y="4016"/>
                    <a:pt x="71061" y="11171"/>
                  </a:cubicBezTo>
                  <a:cubicBezTo>
                    <a:pt x="64058" y="5636"/>
                    <a:pt x="55249" y="2295"/>
                    <a:pt x="45613" y="2295"/>
                  </a:cubicBezTo>
                  <a:cubicBezTo>
                    <a:pt x="22916" y="2295"/>
                    <a:pt x="4556" y="20672"/>
                    <a:pt x="4556" y="43335"/>
                  </a:cubicBezTo>
                  <a:cubicBezTo>
                    <a:pt x="4556" y="52515"/>
                    <a:pt x="7611" y="60969"/>
                    <a:pt x="12690" y="67804"/>
                  </a:cubicBezTo>
                  <a:cubicBezTo>
                    <a:pt x="4590" y="84139"/>
                    <a:pt x="0" y="102533"/>
                    <a:pt x="0" y="122006"/>
                  </a:cubicBezTo>
                  <a:cubicBezTo>
                    <a:pt x="17" y="142847"/>
                    <a:pt x="5282" y="162422"/>
                    <a:pt x="14496" y="17956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18158434" y="9759334"/>
              <a:ext cx="168750" cy="151875"/>
            </a:xfrm>
            <a:custGeom>
              <a:avLst/>
              <a:gdLst>
                <a:gd name="connsiteX0" fmla="*/ 113147 w 168750"/>
                <a:gd name="connsiteY0" fmla="*/ 79481 h 151875"/>
                <a:gd name="connsiteX1" fmla="*/ 170454 w 168750"/>
                <a:gd name="connsiteY1" fmla="*/ 164666 h 151875"/>
                <a:gd name="connsiteX2" fmla="*/ 178200 w 168750"/>
                <a:gd name="connsiteY2" fmla="*/ 122006 h 151875"/>
                <a:gd name="connsiteX3" fmla="*/ 165510 w 168750"/>
                <a:gd name="connsiteY3" fmla="*/ 67804 h 151875"/>
                <a:gd name="connsiteX4" fmla="*/ 173593 w 168750"/>
                <a:gd name="connsiteY4" fmla="*/ 43335 h 151875"/>
                <a:gd name="connsiteX5" fmla="*/ 132553 w 168750"/>
                <a:gd name="connsiteY5" fmla="*/ 2295 h 151875"/>
                <a:gd name="connsiteX6" fmla="*/ 107089 w 168750"/>
                <a:gd name="connsiteY6" fmla="*/ 11154 h 151875"/>
                <a:gd name="connsiteX7" fmla="*/ 56109 w 168750"/>
                <a:gd name="connsiteY7" fmla="*/ 0 h 151875"/>
                <a:gd name="connsiteX8" fmla="*/ 0 w 168750"/>
                <a:gd name="connsiteY8" fmla="*/ 13719 h 151875"/>
                <a:gd name="connsiteX9" fmla="*/ 98213 w 168750"/>
                <a:gd name="connsiteY9" fmla="*/ 65897 h 151875"/>
                <a:gd name="connsiteX10" fmla="*/ 113147 w 168750"/>
                <a:gd name="connsiteY10" fmla="*/ 79481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750" h="151875">
                  <a:moveTo>
                    <a:pt x="113147" y="79481"/>
                  </a:moveTo>
                  <a:cubicBezTo>
                    <a:pt x="137498" y="103613"/>
                    <a:pt x="157106" y="132519"/>
                    <a:pt x="170454" y="164666"/>
                  </a:cubicBezTo>
                  <a:cubicBezTo>
                    <a:pt x="175433" y="151386"/>
                    <a:pt x="178200" y="137025"/>
                    <a:pt x="178200" y="122006"/>
                  </a:cubicBezTo>
                  <a:cubicBezTo>
                    <a:pt x="178200" y="102533"/>
                    <a:pt x="173627" y="84122"/>
                    <a:pt x="165510" y="67804"/>
                  </a:cubicBezTo>
                  <a:cubicBezTo>
                    <a:pt x="170589" y="60969"/>
                    <a:pt x="173593" y="52515"/>
                    <a:pt x="173593" y="43335"/>
                  </a:cubicBezTo>
                  <a:cubicBezTo>
                    <a:pt x="173593" y="20672"/>
                    <a:pt x="155216" y="2295"/>
                    <a:pt x="132553" y="2295"/>
                  </a:cubicBezTo>
                  <a:cubicBezTo>
                    <a:pt x="122934" y="2295"/>
                    <a:pt x="114075" y="5619"/>
                    <a:pt x="107089" y="11154"/>
                  </a:cubicBezTo>
                  <a:cubicBezTo>
                    <a:pt x="91564" y="4016"/>
                    <a:pt x="74351" y="0"/>
                    <a:pt x="56109" y="0"/>
                  </a:cubicBezTo>
                  <a:cubicBezTo>
                    <a:pt x="35859" y="0"/>
                    <a:pt x="16791" y="4978"/>
                    <a:pt x="0" y="13719"/>
                  </a:cubicBezTo>
                  <a:cubicBezTo>
                    <a:pt x="36619" y="23912"/>
                    <a:pt x="69998" y="41934"/>
                    <a:pt x="98213" y="65897"/>
                  </a:cubicBezTo>
                  <a:cubicBezTo>
                    <a:pt x="103427" y="70217"/>
                    <a:pt x="108371" y="74756"/>
                    <a:pt x="113147" y="7948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17852288" y="9786401"/>
              <a:ext cx="472500" cy="472500"/>
            </a:xfrm>
            <a:custGeom>
              <a:avLst/>
              <a:gdLst>
                <a:gd name="connsiteX0" fmla="*/ 473496 w 472500"/>
                <a:gd name="connsiteY0" fmla="*/ 236739 h 472500"/>
                <a:gd name="connsiteX1" fmla="*/ 236756 w 472500"/>
                <a:gd name="connsiteY1" fmla="*/ 0 h 472500"/>
                <a:gd name="connsiteX2" fmla="*/ 0 w 472500"/>
                <a:gd name="connsiteY2" fmla="*/ 236739 h 472500"/>
                <a:gd name="connsiteX3" fmla="*/ 236756 w 472500"/>
                <a:gd name="connsiteY3" fmla="*/ 473479 h 472500"/>
                <a:gd name="connsiteX4" fmla="*/ 473496 w 472500"/>
                <a:gd name="connsiteY4" fmla="*/ 236739 h 472500"/>
                <a:gd name="connsiteX5" fmla="*/ 236739 w 472500"/>
                <a:gd name="connsiteY5" fmla="*/ 411902 h 472500"/>
                <a:gd name="connsiteX6" fmla="*/ 61543 w 472500"/>
                <a:gd name="connsiteY6" fmla="*/ 236739 h 472500"/>
                <a:gd name="connsiteX7" fmla="*/ 236739 w 472500"/>
                <a:gd name="connsiteY7" fmla="*/ 61560 h 472500"/>
                <a:gd name="connsiteX8" fmla="*/ 411902 w 472500"/>
                <a:gd name="connsiteY8" fmla="*/ 236739 h 472500"/>
                <a:gd name="connsiteX9" fmla="*/ 236739 w 472500"/>
                <a:gd name="connsiteY9" fmla="*/ 411902 h 47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500" h="472500">
                  <a:moveTo>
                    <a:pt x="473496" y="236739"/>
                  </a:moveTo>
                  <a:cubicBezTo>
                    <a:pt x="473496" y="106194"/>
                    <a:pt x="367284" y="0"/>
                    <a:pt x="236756" y="0"/>
                  </a:cubicBezTo>
                  <a:cubicBezTo>
                    <a:pt x="106194" y="0"/>
                    <a:pt x="0" y="106194"/>
                    <a:pt x="0" y="236739"/>
                  </a:cubicBezTo>
                  <a:cubicBezTo>
                    <a:pt x="0" y="367284"/>
                    <a:pt x="106194" y="473479"/>
                    <a:pt x="236756" y="473479"/>
                  </a:cubicBezTo>
                  <a:cubicBezTo>
                    <a:pt x="367284" y="473479"/>
                    <a:pt x="473496" y="367284"/>
                    <a:pt x="473496" y="236739"/>
                  </a:cubicBezTo>
                  <a:close/>
                  <a:moveTo>
                    <a:pt x="236739" y="411902"/>
                  </a:moveTo>
                  <a:cubicBezTo>
                    <a:pt x="140130" y="411902"/>
                    <a:pt x="61543" y="333315"/>
                    <a:pt x="61543" y="236739"/>
                  </a:cubicBezTo>
                  <a:cubicBezTo>
                    <a:pt x="61543" y="140147"/>
                    <a:pt x="140130" y="61560"/>
                    <a:pt x="236739" y="61560"/>
                  </a:cubicBezTo>
                  <a:cubicBezTo>
                    <a:pt x="333332" y="61560"/>
                    <a:pt x="411902" y="140147"/>
                    <a:pt x="411902" y="236739"/>
                  </a:cubicBezTo>
                  <a:cubicBezTo>
                    <a:pt x="411902" y="333315"/>
                    <a:pt x="333332" y="411902"/>
                    <a:pt x="236739" y="41190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8048628" y="9913757"/>
              <a:ext cx="151875" cy="135000"/>
            </a:xfrm>
            <a:custGeom>
              <a:avLst/>
              <a:gdLst>
                <a:gd name="connsiteX0" fmla="*/ 139691 w 151875"/>
                <a:gd name="connsiteY0" fmla="*/ 92694 h 135000"/>
                <a:gd name="connsiteX1" fmla="*/ 76478 w 151875"/>
                <a:gd name="connsiteY1" fmla="*/ 92694 h 135000"/>
                <a:gd name="connsiteX2" fmla="*/ 61881 w 151875"/>
                <a:gd name="connsiteY2" fmla="*/ 75144 h 135000"/>
                <a:gd name="connsiteX3" fmla="*/ 61881 w 151875"/>
                <a:gd name="connsiteY3" fmla="*/ 20520 h 135000"/>
                <a:gd name="connsiteX4" fmla="*/ 40466 w 151875"/>
                <a:gd name="connsiteY4" fmla="*/ 0 h 135000"/>
                <a:gd name="connsiteX5" fmla="*/ 19052 w 151875"/>
                <a:gd name="connsiteY5" fmla="*/ 20520 h 135000"/>
                <a:gd name="connsiteX6" fmla="*/ 19052 w 151875"/>
                <a:gd name="connsiteY6" fmla="*/ 75144 h 135000"/>
                <a:gd name="connsiteX7" fmla="*/ 0 w 151875"/>
                <a:gd name="connsiteY7" fmla="*/ 109384 h 135000"/>
                <a:gd name="connsiteX8" fmla="*/ 40179 w 151875"/>
                <a:gd name="connsiteY8" fmla="*/ 149276 h 135000"/>
                <a:gd name="connsiteX9" fmla="*/ 72276 w 151875"/>
                <a:gd name="connsiteY9" fmla="*/ 133262 h 135000"/>
                <a:gd name="connsiteX10" fmla="*/ 139691 w 151875"/>
                <a:gd name="connsiteY10" fmla="*/ 133262 h 135000"/>
                <a:gd name="connsiteX11" fmla="*/ 160228 w 151875"/>
                <a:gd name="connsiteY11" fmla="*/ 112978 h 135000"/>
                <a:gd name="connsiteX12" fmla="*/ 139691 w 151875"/>
                <a:gd name="connsiteY12" fmla="*/ 92694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1875" h="135000">
                  <a:moveTo>
                    <a:pt x="139691" y="92694"/>
                  </a:moveTo>
                  <a:lnTo>
                    <a:pt x="76478" y="92694"/>
                  </a:lnTo>
                  <a:cubicBezTo>
                    <a:pt x="73119" y="85928"/>
                    <a:pt x="68631" y="79211"/>
                    <a:pt x="61881" y="75144"/>
                  </a:cubicBezTo>
                  <a:lnTo>
                    <a:pt x="61881" y="20520"/>
                  </a:lnTo>
                  <a:cubicBezTo>
                    <a:pt x="61881" y="9197"/>
                    <a:pt x="51806" y="0"/>
                    <a:pt x="40466" y="0"/>
                  </a:cubicBezTo>
                  <a:cubicBezTo>
                    <a:pt x="29126" y="0"/>
                    <a:pt x="19052" y="9180"/>
                    <a:pt x="19052" y="20520"/>
                  </a:cubicBezTo>
                  <a:lnTo>
                    <a:pt x="19052" y="75144"/>
                  </a:lnTo>
                  <a:cubicBezTo>
                    <a:pt x="7763" y="82131"/>
                    <a:pt x="0" y="94838"/>
                    <a:pt x="0" y="109384"/>
                  </a:cubicBezTo>
                  <a:cubicBezTo>
                    <a:pt x="0" y="131439"/>
                    <a:pt x="18124" y="149276"/>
                    <a:pt x="40179" y="149276"/>
                  </a:cubicBezTo>
                  <a:cubicBezTo>
                    <a:pt x="53207" y="149276"/>
                    <a:pt x="64986" y="142273"/>
                    <a:pt x="72276" y="133262"/>
                  </a:cubicBezTo>
                  <a:lnTo>
                    <a:pt x="139691" y="133262"/>
                  </a:lnTo>
                  <a:cubicBezTo>
                    <a:pt x="151048" y="133262"/>
                    <a:pt x="160228" y="124318"/>
                    <a:pt x="160228" y="112978"/>
                  </a:cubicBezTo>
                  <a:cubicBezTo>
                    <a:pt x="160245" y="101638"/>
                    <a:pt x="151065" y="92694"/>
                    <a:pt x="139691" y="9269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8268589" y="838845"/>
            <a:ext cx="528622" cy="528599"/>
            <a:chOff x="5946906" y="3275682"/>
            <a:chExt cx="528622" cy="528599"/>
          </a:xfrm>
          <a:solidFill>
            <a:schemeClr val="accent1"/>
          </a:solidFill>
        </p:grpSpPr>
        <p:sp>
          <p:nvSpPr>
            <p:cNvPr id="91" name="任意多边形: 形状 90"/>
            <p:cNvSpPr/>
            <p:nvPr/>
          </p:nvSpPr>
          <p:spPr>
            <a:xfrm>
              <a:off x="6157541" y="3310013"/>
              <a:ext cx="253125" cy="253125"/>
            </a:xfrm>
            <a:custGeom>
              <a:avLst/>
              <a:gdLst>
                <a:gd name="connsiteX0" fmla="*/ 262474 w 253125"/>
                <a:gd name="connsiteY0" fmla="*/ 98364 h 253125"/>
                <a:gd name="connsiteX1" fmla="*/ 150997 w 253125"/>
                <a:gd name="connsiteY1" fmla="*/ 0 h 253125"/>
                <a:gd name="connsiteX2" fmla="*/ 0 w 253125"/>
                <a:gd name="connsiteY2" fmla="*/ 171129 h 253125"/>
                <a:gd name="connsiteX3" fmla="*/ 111476 w 253125"/>
                <a:gd name="connsiteY3" fmla="*/ 269477 h 253125"/>
                <a:gd name="connsiteX4" fmla="*/ 262474 w 253125"/>
                <a:gd name="connsiteY4" fmla="*/ 98364 h 253125"/>
                <a:gd name="connsiteX5" fmla="*/ 58472 w 253125"/>
                <a:gd name="connsiteY5" fmla="*/ 155132 h 253125"/>
                <a:gd name="connsiteX6" fmla="*/ 57662 w 253125"/>
                <a:gd name="connsiteY6" fmla="*/ 142037 h 253125"/>
                <a:gd name="connsiteX7" fmla="*/ 137886 w 253125"/>
                <a:gd name="connsiteY7" fmla="*/ 51097 h 253125"/>
                <a:gd name="connsiteX8" fmla="*/ 144281 w 253125"/>
                <a:gd name="connsiteY8" fmla="*/ 47976 h 253125"/>
                <a:gd name="connsiteX9" fmla="*/ 150964 w 253125"/>
                <a:gd name="connsiteY9" fmla="*/ 50271 h 253125"/>
                <a:gd name="connsiteX10" fmla="*/ 156938 w 253125"/>
                <a:gd name="connsiteY10" fmla="*/ 55536 h 253125"/>
                <a:gd name="connsiteX11" fmla="*/ 157764 w 253125"/>
                <a:gd name="connsiteY11" fmla="*/ 68631 h 253125"/>
                <a:gd name="connsiteX12" fmla="*/ 77507 w 253125"/>
                <a:gd name="connsiteY12" fmla="*/ 159553 h 253125"/>
                <a:gd name="connsiteX13" fmla="*/ 71145 w 253125"/>
                <a:gd name="connsiteY13" fmla="*/ 162675 h 253125"/>
                <a:gd name="connsiteX14" fmla="*/ 64429 w 253125"/>
                <a:gd name="connsiteY14" fmla="*/ 160363 h 253125"/>
                <a:gd name="connsiteX15" fmla="*/ 58472 w 253125"/>
                <a:gd name="connsiteY15" fmla="*/ 155132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3125" h="253125">
                  <a:moveTo>
                    <a:pt x="262474" y="98364"/>
                  </a:moveTo>
                  <a:lnTo>
                    <a:pt x="150997" y="0"/>
                  </a:lnTo>
                  <a:lnTo>
                    <a:pt x="0" y="171129"/>
                  </a:lnTo>
                  <a:lnTo>
                    <a:pt x="111476" y="269477"/>
                  </a:lnTo>
                  <a:lnTo>
                    <a:pt x="262474" y="98364"/>
                  </a:lnTo>
                  <a:close/>
                  <a:moveTo>
                    <a:pt x="58472" y="155132"/>
                  </a:moveTo>
                  <a:cubicBezTo>
                    <a:pt x="54641" y="151740"/>
                    <a:pt x="54270" y="145884"/>
                    <a:pt x="57662" y="142037"/>
                  </a:cubicBezTo>
                  <a:lnTo>
                    <a:pt x="137886" y="51097"/>
                  </a:lnTo>
                  <a:cubicBezTo>
                    <a:pt x="139506" y="49258"/>
                    <a:pt x="141784" y="48127"/>
                    <a:pt x="144281" y="47976"/>
                  </a:cubicBezTo>
                  <a:cubicBezTo>
                    <a:pt x="146728" y="47824"/>
                    <a:pt x="149158" y="48651"/>
                    <a:pt x="150964" y="50271"/>
                  </a:cubicBezTo>
                  <a:lnTo>
                    <a:pt x="156938" y="55536"/>
                  </a:lnTo>
                  <a:cubicBezTo>
                    <a:pt x="160785" y="58928"/>
                    <a:pt x="161156" y="64783"/>
                    <a:pt x="157764" y="68631"/>
                  </a:cubicBezTo>
                  <a:lnTo>
                    <a:pt x="77507" y="159553"/>
                  </a:lnTo>
                  <a:cubicBezTo>
                    <a:pt x="75853" y="161393"/>
                    <a:pt x="73609" y="162523"/>
                    <a:pt x="71145" y="162675"/>
                  </a:cubicBezTo>
                  <a:cubicBezTo>
                    <a:pt x="68681" y="162827"/>
                    <a:pt x="66268" y="162000"/>
                    <a:pt x="64429" y="160363"/>
                  </a:cubicBezTo>
                  <a:lnTo>
                    <a:pt x="58472" y="15513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5946906" y="3686156"/>
              <a:ext cx="118125" cy="118125"/>
            </a:xfrm>
            <a:custGeom>
              <a:avLst/>
              <a:gdLst>
                <a:gd name="connsiteX0" fmla="*/ 508 w 118125"/>
                <a:gd name="connsiteY0" fmla="*/ 109502 h 118125"/>
                <a:gd name="connsiteX1" fmla="*/ 5081 w 118125"/>
                <a:gd name="connsiteY1" fmla="*/ 124689 h 118125"/>
                <a:gd name="connsiteX2" fmla="*/ 20724 w 118125"/>
                <a:gd name="connsiteY2" fmla="*/ 127339 h 118125"/>
                <a:gd name="connsiteX3" fmla="*/ 125754 w 118125"/>
                <a:gd name="connsiteY3" fmla="*/ 84679 h 118125"/>
                <a:gd name="connsiteX4" fmla="*/ 29769 w 118125"/>
                <a:gd name="connsiteY4" fmla="*/ 0 h 118125"/>
                <a:gd name="connsiteX5" fmla="*/ 508 w 118125"/>
                <a:gd name="connsiteY5" fmla="*/ 109502 h 118125"/>
                <a:gd name="connsiteX6" fmla="*/ 86925 w 118125"/>
                <a:gd name="connsiteY6" fmla="*/ 78064 h 118125"/>
                <a:gd name="connsiteX7" fmla="*/ 39050 w 118125"/>
                <a:gd name="connsiteY7" fmla="*/ 97521 h 118125"/>
                <a:gd name="connsiteX8" fmla="*/ 30377 w 118125"/>
                <a:gd name="connsiteY8" fmla="*/ 96052 h 118125"/>
                <a:gd name="connsiteX9" fmla="*/ 27845 w 118125"/>
                <a:gd name="connsiteY9" fmla="*/ 87632 h 118125"/>
                <a:gd name="connsiteX10" fmla="*/ 41177 w 118125"/>
                <a:gd name="connsiteY10" fmla="*/ 37716 h 118125"/>
                <a:gd name="connsiteX11" fmla="*/ 86925 w 118125"/>
                <a:gd name="connsiteY11" fmla="*/ 78064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8125" h="118125">
                  <a:moveTo>
                    <a:pt x="508" y="109502"/>
                  </a:moveTo>
                  <a:cubicBezTo>
                    <a:pt x="-960" y="115020"/>
                    <a:pt x="812" y="120926"/>
                    <a:pt x="5081" y="124689"/>
                  </a:cubicBezTo>
                  <a:cubicBezTo>
                    <a:pt x="9367" y="128469"/>
                    <a:pt x="15425" y="129482"/>
                    <a:pt x="20724" y="127339"/>
                  </a:cubicBezTo>
                  <a:lnTo>
                    <a:pt x="125754" y="84679"/>
                  </a:lnTo>
                  <a:lnTo>
                    <a:pt x="29769" y="0"/>
                  </a:lnTo>
                  <a:lnTo>
                    <a:pt x="508" y="109502"/>
                  </a:lnTo>
                  <a:close/>
                  <a:moveTo>
                    <a:pt x="86925" y="78064"/>
                  </a:moveTo>
                  <a:lnTo>
                    <a:pt x="39050" y="97521"/>
                  </a:lnTo>
                  <a:cubicBezTo>
                    <a:pt x="36114" y="98719"/>
                    <a:pt x="32773" y="98145"/>
                    <a:pt x="30377" y="96052"/>
                  </a:cubicBezTo>
                  <a:cubicBezTo>
                    <a:pt x="27997" y="93943"/>
                    <a:pt x="27019" y="90703"/>
                    <a:pt x="27845" y="87632"/>
                  </a:cubicBezTo>
                  <a:lnTo>
                    <a:pt x="41177" y="37716"/>
                  </a:lnTo>
                  <a:lnTo>
                    <a:pt x="86925" y="7806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5992858" y="3496717"/>
              <a:ext cx="236250" cy="236250"/>
            </a:xfrm>
            <a:custGeom>
              <a:avLst/>
              <a:gdLst>
                <a:gd name="connsiteX0" fmla="*/ 150981 w 236250"/>
                <a:gd name="connsiteY0" fmla="*/ 0 h 236250"/>
                <a:gd name="connsiteX1" fmla="*/ 0 w 236250"/>
                <a:gd name="connsiteY1" fmla="*/ 171113 h 236250"/>
                <a:gd name="connsiteX2" fmla="*/ 92880 w 236250"/>
                <a:gd name="connsiteY2" fmla="*/ 253074 h 236250"/>
                <a:gd name="connsiteX3" fmla="*/ 243861 w 236250"/>
                <a:gd name="connsiteY3" fmla="*/ 81945 h 236250"/>
                <a:gd name="connsiteX4" fmla="*/ 150981 w 236250"/>
                <a:gd name="connsiteY4" fmla="*/ 0 h 236250"/>
                <a:gd name="connsiteX5" fmla="*/ 68698 w 236250"/>
                <a:gd name="connsiteY5" fmla="*/ 173003 h 236250"/>
                <a:gd name="connsiteX6" fmla="*/ 55603 w 236250"/>
                <a:gd name="connsiteY6" fmla="*/ 173846 h 236250"/>
                <a:gd name="connsiteX7" fmla="*/ 49629 w 236250"/>
                <a:gd name="connsiteY7" fmla="*/ 168564 h 236250"/>
                <a:gd name="connsiteX8" fmla="*/ 46508 w 236250"/>
                <a:gd name="connsiteY8" fmla="*/ 162169 h 236250"/>
                <a:gd name="connsiteX9" fmla="*/ 48803 w 236250"/>
                <a:gd name="connsiteY9" fmla="*/ 155469 h 236250"/>
                <a:gd name="connsiteX10" fmla="*/ 142830 w 236250"/>
                <a:gd name="connsiteY10" fmla="*/ 48904 h 236250"/>
                <a:gd name="connsiteX11" fmla="*/ 155908 w 236250"/>
                <a:gd name="connsiteY11" fmla="*/ 48077 h 236250"/>
                <a:gd name="connsiteX12" fmla="*/ 161899 w 236250"/>
                <a:gd name="connsiteY12" fmla="*/ 53342 h 236250"/>
                <a:gd name="connsiteX13" fmla="*/ 165021 w 236250"/>
                <a:gd name="connsiteY13" fmla="*/ 59721 h 236250"/>
                <a:gd name="connsiteX14" fmla="*/ 162709 w 236250"/>
                <a:gd name="connsiteY14" fmla="*/ 66454 h 236250"/>
                <a:gd name="connsiteX15" fmla="*/ 68698 w 236250"/>
                <a:gd name="connsiteY15" fmla="*/ 173003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6250" h="236250">
                  <a:moveTo>
                    <a:pt x="150981" y="0"/>
                  </a:moveTo>
                  <a:lnTo>
                    <a:pt x="0" y="171113"/>
                  </a:lnTo>
                  <a:lnTo>
                    <a:pt x="92880" y="253074"/>
                  </a:lnTo>
                  <a:lnTo>
                    <a:pt x="243861" y="81945"/>
                  </a:lnTo>
                  <a:lnTo>
                    <a:pt x="150981" y="0"/>
                  </a:lnTo>
                  <a:close/>
                  <a:moveTo>
                    <a:pt x="68698" y="173003"/>
                  </a:moveTo>
                  <a:cubicBezTo>
                    <a:pt x="65306" y="176850"/>
                    <a:pt x="59451" y="177221"/>
                    <a:pt x="55603" y="173846"/>
                  </a:cubicBezTo>
                  <a:lnTo>
                    <a:pt x="49629" y="168564"/>
                  </a:lnTo>
                  <a:cubicBezTo>
                    <a:pt x="47790" y="166911"/>
                    <a:pt x="46659" y="164649"/>
                    <a:pt x="46508" y="162169"/>
                  </a:cubicBezTo>
                  <a:cubicBezTo>
                    <a:pt x="46356" y="159705"/>
                    <a:pt x="47183" y="157309"/>
                    <a:pt x="48803" y="155469"/>
                  </a:cubicBezTo>
                  <a:lnTo>
                    <a:pt x="142830" y="48904"/>
                  </a:lnTo>
                  <a:cubicBezTo>
                    <a:pt x="146222" y="45073"/>
                    <a:pt x="152078" y="44685"/>
                    <a:pt x="155908" y="48077"/>
                  </a:cubicBezTo>
                  <a:lnTo>
                    <a:pt x="161899" y="53342"/>
                  </a:lnTo>
                  <a:cubicBezTo>
                    <a:pt x="163738" y="54979"/>
                    <a:pt x="164869" y="57257"/>
                    <a:pt x="165021" y="59721"/>
                  </a:cubicBezTo>
                  <a:cubicBezTo>
                    <a:pt x="165173" y="62184"/>
                    <a:pt x="164346" y="64598"/>
                    <a:pt x="162709" y="66454"/>
                  </a:cubicBezTo>
                  <a:lnTo>
                    <a:pt x="68698" y="17300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6188653" y="3393544"/>
              <a:ext cx="286875" cy="320625"/>
            </a:xfrm>
            <a:custGeom>
              <a:avLst/>
              <a:gdLst>
                <a:gd name="connsiteX0" fmla="*/ 269398 w 286875"/>
                <a:gd name="connsiteY0" fmla="*/ 0 h 320625"/>
                <a:gd name="connsiteX1" fmla="*/ 66932 w 286875"/>
                <a:gd name="connsiteY1" fmla="*/ 229449 h 320625"/>
                <a:gd name="connsiteX2" fmla="*/ 64181 w 286875"/>
                <a:gd name="connsiteY2" fmla="*/ 226986 h 320625"/>
                <a:gd name="connsiteX3" fmla="*/ 43003 w 286875"/>
                <a:gd name="connsiteY3" fmla="*/ 228319 h 320625"/>
                <a:gd name="connsiteX4" fmla="*/ 9557 w 286875"/>
                <a:gd name="connsiteY4" fmla="*/ 266203 h 320625"/>
                <a:gd name="connsiteX5" fmla="*/ 73 w 286875"/>
                <a:gd name="connsiteY5" fmla="*/ 293878 h 320625"/>
                <a:gd name="connsiteX6" fmla="*/ 12932 w 286875"/>
                <a:gd name="connsiteY6" fmla="*/ 320119 h 320625"/>
                <a:gd name="connsiteX7" fmla="*/ 20930 w 286875"/>
                <a:gd name="connsiteY7" fmla="*/ 327173 h 320625"/>
                <a:gd name="connsiteX8" fmla="*/ 32085 w 286875"/>
                <a:gd name="connsiteY8" fmla="*/ 331020 h 320625"/>
                <a:gd name="connsiteX9" fmla="*/ 42682 w 286875"/>
                <a:gd name="connsiteY9" fmla="*/ 325839 h 320625"/>
                <a:gd name="connsiteX10" fmla="*/ 284417 w 286875"/>
                <a:gd name="connsiteY10" fmla="*/ 51874 h 320625"/>
                <a:gd name="connsiteX11" fmla="*/ 281868 w 286875"/>
                <a:gd name="connsiteY11" fmla="*/ 10986 h 320625"/>
                <a:gd name="connsiteX12" fmla="*/ 269398 w 286875"/>
                <a:gd name="connsiteY12" fmla="*/ 0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875" h="320625">
                  <a:moveTo>
                    <a:pt x="269398" y="0"/>
                  </a:moveTo>
                  <a:lnTo>
                    <a:pt x="66932" y="229449"/>
                  </a:lnTo>
                  <a:lnTo>
                    <a:pt x="64181" y="226986"/>
                  </a:lnTo>
                  <a:cubicBezTo>
                    <a:pt x="57954" y="221535"/>
                    <a:pt x="48470" y="222092"/>
                    <a:pt x="43003" y="228319"/>
                  </a:cubicBezTo>
                  <a:lnTo>
                    <a:pt x="9557" y="266203"/>
                  </a:lnTo>
                  <a:cubicBezTo>
                    <a:pt x="2857" y="273797"/>
                    <a:pt x="-552" y="283736"/>
                    <a:pt x="73" y="293878"/>
                  </a:cubicBezTo>
                  <a:cubicBezTo>
                    <a:pt x="714" y="303969"/>
                    <a:pt x="5338" y="313403"/>
                    <a:pt x="12932" y="320119"/>
                  </a:cubicBezTo>
                  <a:lnTo>
                    <a:pt x="20930" y="327173"/>
                  </a:lnTo>
                  <a:cubicBezTo>
                    <a:pt x="24002" y="329873"/>
                    <a:pt x="28001" y="331256"/>
                    <a:pt x="32085" y="331020"/>
                  </a:cubicBezTo>
                  <a:cubicBezTo>
                    <a:pt x="36168" y="330767"/>
                    <a:pt x="39982" y="328894"/>
                    <a:pt x="42682" y="325839"/>
                  </a:cubicBezTo>
                  <a:lnTo>
                    <a:pt x="284417" y="51874"/>
                  </a:lnTo>
                  <a:cubicBezTo>
                    <a:pt x="294997" y="39876"/>
                    <a:pt x="293867" y="21583"/>
                    <a:pt x="281868" y="10986"/>
                  </a:cubicBezTo>
                  <a:lnTo>
                    <a:pt x="269398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6324823" y="3275682"/>
              <a:ext cx="101250" cy="101250"/>
            </a:xfrm>
            <a:custGeom>
              <a:avLst/>
              <a:gdLst>
                <a:gd name="connsiteX0" fmla="*/ 87851 w 101250"/>
                <a:gd name="connsiteY0" fmla="*/ 15566 h 101250"/>
                <a:gd name="connsiteX1" fmla="*/ 0 w 101250"/>
                <a:gd name="connsiteY1" fmla="*/ 21067 h 101250"/>
                <a:gd name="connsiteX2" fmla="*/ 93336 w 101250"/>
                <a:gd name="connsiteY2" fmla="*/ 103434 h 101250"/>
                <a:gd name="connsiteX3" fmla="*/ 87851 w 101250"/>
                <a:gd name="connsiteY3" fmla="*/ 1556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0" h="101250">
                  <a:moveTo>
                    <a:pt x="87851" y="15566"/>
                  </a:moveTo>
                  <a:cubicBezTo>
                    <a:pt x="62083" y="-7182"/>
                    <a:pt x="22764" y="-4701"/>
                    <a:pt x="0" y="21067"/>
                  </a:cubicBezTo>
                  <a:lnTo>
                    <a:pt x="93336" y="103434"/>
                  </a:lnTo>
                  <a:cubicBezTo>
                    <a:pt x="116100" y="77649"/>
                    <a:pt x="113636" y="38330"/>
                    <a:pt x="87851" y="1556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9487789" y="896451"/>
            <a:ext cx="523125" cy="413387"/>
            <a:chOff x="16743600" y="5517583"/>
            <a:chExt cx="523125" cy="413387"/>
          </a:xfrm>
          <a:solidFill>
            <a:schemeClr val="accent1"/>
          </a:solidFill>
        </p:grpSpPr>
        <p:sp>
          <p:nvSpPr>
            <p:cNvPr id="97" name="任意多边形: 形状 96"/>
            <p:cNvSpPr/>
            <p:nvPr/>
          </p:nvSpPr>
          <p:spPr>
            <a:xfrm>
              <a:off x="16810037" y="5517583"/>
              <a:ext cx="118125" cy="303750"/>
            </a:xfrm>
            <a:custGeom>
              <a:avLst/>
              <a:gdLst>
                <a:gd name="connsiteX0" fmla="*/ 12454 w 118125"/>
                <a:gd name="connsiteY0" fmla="*/ 55401 h 303750"/>
                <a:gd name="connsiteX1" fmla="*/ 12454 w 118125"/>
                <a:gd name="connsiteY1" fmla="*/ 270506 h 303750"/>
                <a:gd name="connsiteX2" fmla="*/ 12471 w 118125"/>
                <a:gd name="connsiteY2" fmla="*/ 271553 h 303750"/>
                <a:gd name="connsiteX3" fmla="*/ 63214 w 118125"/>
                <a:gd name="connsiteY3" fmla="*/ 309977 h 303750"/>
                <a:gd name="connsiteX4" fmla="*/ 114227 w 118125"/>
                <a:gd name="connsiteY4" fmla="*/ 273240 h 303750"/>
                <a:gd name="connsiteX5" fmla="*/ 114868 w 118125"/>
                <a:gd name="connsiteY5" fmla="*/ 270489 h 303750"/>
                <a:gd name="connsiteX6" fmla="*/ 114868 w 118125"/>
                <a:gd name="connsiteY6" fmla="*/ 55401 h 303750"/>
                <a:gd name="connsiteX7" fmla="*/ 127322 w 118125"/>
                <a:gd name="connsiteY7" fmla="*/ 38003 h 303750"/>
                <a:gd name="connsiteX8" fmla="*/ 127322 w 118125"/>
                <a:gd name="connsiteY8" fmla="*/ 18411 h 303750"/>
                <a:gd name="connsiteX9" fmla="*/ 108945 w 118125"/>
                <a:gd name="connsiteY9" fmla="*/ 0 h 303750"/>
                <a:gd name="connsiteX10" fmla="*/ 17449 w 118125"/>
                <a:gd name="connsiteY10" fmla="*/ 0 h 303750"/>
                <a:gd name="connsiteX11" fmla="*/ 0 w 118125"/>
                <a:gd name="connsiteY11" fmla="*/ 18411 h 303750"/>
                <a:gd name="connsiteX12" fmla="*/ 0 w 118125"/>
                <a:gd name="connsiteY12" fmla="*/ 38003 h 303750"/>
                <a:gd name="connsiteX13" fmla="*/ 12454 w 118125"/>
                <a:gd name="connsiteY13" fmla="*/ 55401 h 303750"/>
                <a:gd name="connsiteX14" fmla="*/ 17989 w 118125"/>
                <a:gd name="connsiteY14" fmla="*/ 24823 h 303750"/>
                <a:gd name="connsiteX15" fmla="*/ 23827 w 118125"/>
                <a:gd name="connsiteY15" fmla="*/ 19373 h 303750"/>
                <a:gd name="connsiteX16" fmla="*/ 102583 w 118125"/>
                <a:gd name="connsiteY16" fmla="*/ 19373 h 303750"/>
                <a:gd name="connsiteX17" fmla="*/ 109333 w 118125"/>
                <a:gd name="connsiteY17" fmla="*/ 24823 h 303750"/>
                <a:gd name="connsiteX18" fmla="*/ 109333 w 118125"/>
                <a:gd name="connsiteY18" fmla="*/ 31725 h 303750"/>
                <a:gd name="connsiteX19" fmla="*/ 102583 w 118125"/>
                <a:gd name="connsiteY19" fmla="*/ 37361 h 303750"/>
                <a:gd name="connsiteX20" fmla="*/ 102296 w 118125"/>
                <a:gd name="connsiteY20" fmla="*/ 37361 h 303750"/>
                <a:gd name="connsiteX21" fmla="*/ 95496 w 118125"/>
                <a:gd name="connsiteY21" fmla="*/ 44061 h 303750"/>
                <a:gd name="connsiteX22" fmla="*/ 95496 w 118125"/>
                <a:gd name="connsiteY22" fmla="*/ 270523 h 303750"/>
                <a:gd name="connsiteX23" fmla="*/ 62961 w 118125"/>
                <a:gd name="connsiteY23" fmla="*/ 291921 h 303750"/>
                <a:gd name="connsiteX24" fmla="*/ 30443 w 118125"/>
                <a:gd name="connsiteY24" fmla="*/ 270523 h 303750"/>
                <a:gd name="connsiteX25" fmla="*/ 30443 w 118125"/>
                <a:gd name="connsiteY25" fmla="*/ 44044 h 303750"/>
                <a:gd name="connsiteX26" fmla="*/ 24114 w 118125"/>
                <a:gd name="connsiteY26" fmla="*/ 37344 h 303750"/>
                <a:gd name="connsiteX27" fmla="*/ 23827 w 118125"/>
                <a:gd name="connsiteY27" fmla="*/ 37344 h 303750"/>
                <a:gd name="connsiteX28" fmla="*/ 17989 w 118125"/>
                <a:gd name="connsiteY28" fmla="*/ 31708 h 303750"/>
                <a:gd name="connsiteX29" fmla="*/ 17989 w 118125"/>
                <a:gd name="connsiteY29" fmla="*/ 24823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8125" h="303750">
                  <a:moveTo>
                    <a:pt x="12454" y="55401"/>
                  </a:moveTo>
                  <a:lnTo>
                    <a:pt x="12454" y="270506"/>
                  </a:lnTo>
                  <a:cubicBezTo>
                    <a:pt x="12454" y="270861"/>
                    <a:pt x="12454" y="271215"/>
                    <a:pt x="12471" y="271553"/>
                  </a:cubicBezTo>
                  <a:cubicBezTo>
                    <a:pt x="13230" y="284867"/>
                    <a:pt x="24806" y="309977"/>
                    <a:pt x="63214" y="309977"/>
                  </a:cubicBezTo>
                  <a:cubicBezTo>
                    <a:pt x="98769" y="309977"/>
                    <a:pt x="112286" y="285964"/>
                    <a:pt x="114227" y="273240"/>
                  </a:cubicBezTo>
                  <a:cubicBezTo>
                    <a:pt x="114328" y="272329"/>
                    <a:pt x="114868" y="271418"/>
                    <a:pt x="114868" y="270489"/>
                  </a:cubicBezTo>
                  <a:lnTo>
                    <a:pt x="114868" y="55401"/>
                  </a:lnTo>
                  <a:cubicBezTo>
                    <a:pt x="121787" y="53241"/>
                    <a:pt x="127322" y="46271"/>
                    <a:pt x="127322" y="38003"/>
                  </a:cubicBezTo>
                  <a:lnTo>
                    <a:pt x="127322" y="18411"/>
                  </a:lnTo>
                  <a:cubicBezTo>
                    <a:pt x="127322" y="8404"/>
                    <a:pt x="118935" y="0"/>
                    <a:pt x="108945" y="0"/>
                  </a:cubicBezTo>
                  <a:lnTo>
                    <a:pt x="17449" y="0"/>
                  </a:lnTo>
                  <a:cubicBezTo>
                    <a:pt x="7476" y="0"/>
                    <a:pt x="0" y="8404"/>
                    <a:pt x="0" y="18411"/>
                  </a:cubicBezTo>
                  <a:lnTo>
                    <a:pt x="0" y="38003"/>
                  </a:lnTo>
                  <a:cubicBezTo>
                    <a:pt x="0" y="46271"/>
                    <a:pt x="5535" y="53241"/>
                    <a:pt x="12454" y="55401"/>
                  </a:cubicBezTo>
                  <a:close/>
                  <a:moveTo>
                    <a:pt x="17989" y="24823"/>
                  </a:moveTo>
                  <a:cubicBezTo>
                    <a:pt x="17989" y="21431"/>
                    <a:pt x="20419" y="19373"/>
                    <a:pt x="23827" y="19373"/>
                  </a:cubicBezTo>
                  <a:lnTo>
                    <a:pt x="102583" y="19373"/>
                  </a:lnTo>
                  <a:cubicBezTo>
                    <a:pt x="106009" y="19373"/>
                    <a:pt x="109333" y="21431"/>
                    <a:pt x="109333" y="24823"/>
                  </a:cubicBezTo>
                  <a:lnTo>
                    <a:pt x="109333" y="31725"/>
                  </a:lnTo>
                  <a:cubicBezTo>
                    <a:pt x="109333" y="35117"/>
                    <a:pt x="105992" y="37361"/>
                    <a:pt x="102583" y="37361"/>
                  </a:cubicBezTo>
                  <a:lnTo>
                    <a:pt x="102296" y="37361"/>
                  </a:lnTo>
                  <a:cubicBezTo>
                    <a:pt x="98888" y="37361"/>
                    <a:pt x="95496" y="40652"/>
                    <a:pt x="95496" y="44061"/>
                  </a:cubicBezTo>
                  <a:lnTo>
                    <a:pt x="95496" y="270523"/>
                  </a:lnTo>
                  <a:cubicBezTo>
                    <a:pt x="95496" y="270523"/>
                    <a:pt x="92374" y="291921"/>
                    <a:pt x="62961" y="291921"/>
                  </a:cubicBezTo>
                  <a:cubicBezTo>
                    <a:pt x="31539" y="291921"/>
                    <a:pt x="30443" y="270523"/>
                    <a:pt x="30443" y="270523"/>
                  </a:cubicBezTo>
                  <a:lnTo>
                    <a:pt x="30443" y="44044"/>
                  </a:lnTo>
                  <a:cubicBezTo>
                    <a:pt x="30443" y="40635"/>
                    <a:pt x="27506" y="37344"/>
                    <a:pt x="24114" y="37344"/>
                  </a:cubicBezTo>
                  <a:lnTo>
                    <a:pt x="23827" y="37344"/>
                  </a:lnTo>
                  <a:cubicBezTo>
                    <a:pt x="20419" y="37344"/>
                    <a:pt x="17989" y="35100"/>
                    <a:pt x="17989" y="31708"/>
                  </a:cubicBezTo>
                  <a:lnTo>
                    <a:pt x="17989" y="2482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6850166" y="5726546"/>
              <a:ext cx="33750" cy="67500"/>
            </a:xfrm>
            <a:custGeom>
              <a:avLst/>
              <a:gdLst>
                <a:gd name="connsiteX0" fmla="*/ 22815 w 33750"/>
                <a:gd name="connsiteY0" fmla="*/ 74081 h 67500"/>
                <a:gd name="connsiteX1" fmla="*/ 45664 w 33750"/>
                <a:gd name="connsiteY1" fmla="*/ 56801 h 67500"/>
                <a:gd name="connsiteX2" fmla="*/ 45664 w 33750"/>
                <a:gd name="connsiteY2" fmla="*/ 0 h 67500"/>
                <a:gd name="connsiteX3" fmla="*/ 0 w 33750"/>
                <a:gd name="connsiteY3" fmla="*/ 0 h 67500"/>
                <a:gd name="connsiteX4" fmla="*/ 0 w 33750"/>
                <a:gd name="connsiteY4" fmla="*/ 56801 h 67500"/>
                <a:gd name="connsiteX5" fmla="*/ 22815 w 33750"/>
                <a:gd name="connsiteY5" fmla="*/ 74081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50" h="67500">
                  <a:moveTo>
                    <a:pt x="22815" y="74081"/>
                  </a:moveTo>
                  <a:cubicBezTo>
                    <a:pt x="43453" y="74081"/>
                    <a:pt x="45664" y="56801"/>
                    <a:pt x="45664" y="56801"/>
                  </a:cubicBezTo>
                  <a:lnTo>
                    <a:pt x="45664" y="0"/>
                  </a:lnTo>
                  <a:lnTo>
                    <a:pt x="0" y="0"/>
                  </a:lnTo>
                  <a:lnTo>
                    <a:pt x="0" y="56801"/>
                  </a:lnTo>
                  <a:cubicBezTo>
                    <a:pt x="0" y="56801"/>
                    <a:pt x="793" y="74081"/>
                    <a:pt x="22815" y="7408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16951196" y="5517583"/>
              <a:ext cx="118125" cy="303750"/>
            </a:xfrm>
            <a:custGeom>
              <a:avLst/>
              <a:gdLst>
                <a:gd name="connsiteX0" fmla="*/ 12454 w 118125"/>
                <a:gd name="connsiteY0" fmla="*/ 55401 h 303750"/>
                <a:gd name="connsiteX1" fmla="*/ 12454 w 118125"/>
                <a:gd name="connsiteY1" fmla="*/ 270506 h 303750"/>
                <a:gd name="connsiteX2" fmla="*/ 12673 w 118125"/>
                <a:gd name="connsiteY2" fmla="*/ 271553 h 303750"/>
                <a:gd name="connsiteX3" fmla="*/ 63518 w 118125"/>
                <a:gd name="connsiteY3" fmla="*/ 309977 h 303750"/>
                <a:gd name="connsiteX4" fmla="*/ 114379 w 118125"/>
                <a:gd name="connsiteY4" fmla="*/ 273240 h 303750"/>
                <a:gd name="connsiteX5" fmla="*/ 114868 w 118125"/>
                <a:gd name="connsiteY5" fmla="*/ 270489 h 303750"/>
                <a:gd name="connsiteX6" fmla="*/ 114868 w 118125"/>
                <a:gd name="connsiteY6" fmla="*/ 55401 h 303750"/>
                <a:gd name="connsiteX7" fmla="*/ 127322 w 118125"/>
                <a:gd name="connsiteY7" fmla="*/ 38003 h 303750"/>
                <a:gd name="connsiteX8" fmla="*/ 127322 w 118125"/>
                <a:gd name="connsiteY8" fmla="*/ 18411 h 303750"/>
                <a:gd name="connsiteX9" fmla="*/ 109350 w 118125"/>
                <a:gd name="connsiteY9" fmla="*/ 0 h 303750"/>
                <a:gd name="connsiteX10" fmla="*/ 17854 w 118125"/>
                <a:gd name="connsiteY10" fmla="*/ 0 h 303750"/>
                <a:gd name="connsiteX11" fmla="*/ 0 w 118125"/>
                <a:gd name="connsiteY11" fmla="*/ 18411 h 303750"/>
                <a:gd name="connsiteX12" fmla="*/ 0 w 118125"/>
                <a:gd name="connsiteY12" fmla="*/ 38003 h 303750"/>
                <a:gd name="connsiteX13" fmla="*/ 12454 w 118125"/>
                <a:gd name="connsiteY13" fmla="*/ 55401 h 303750"/>
                <a:gd name="connsiteX14" fmla="*/ 18006 w 118125"/>
                <a:gd name="connsiteY14" fmla="*/ 24823 h 303750"/>
                <a:gd name="connsiteX15" fmla="*/ 24232 w 118125"/>
                <a:gd name="connsiteY15" fmla="*/ 19373 h 303750"/>
                <a:gd name="connsiteX16" fmla="*/ 103005 w 118125"/>
                <a:gd name="connsiteY16" fmla="*/ 19373 h 303750"/>
                <a:gd name="connsiteX17" fmla="*/ 109350 w 118125"/>
                <a:gd name="connsiteY17" fmla="*/ 24823 h 303750"/>
                <a:gd name="connsiteX18" fmla="*/ 109350 w 118125"/>
                <a:gd name="connsiteY18" fmla="*/ 31725 h 303750"/>
                <a:gd name="connsiteX19" fmla="*/ 103005 w 118125"/>
                <a:gd name="connsiteY19" fmla="*/ 37361 h 303750"/>
                <a:gd name="connsiteX20" fmla="*/ 102701 w 118125"/>
                <a:gd name="connsiteY20" fmla="*/ 37361 h 303750"/>
                <a:gd name="connsiteX21" fmla="*/ 96863 w 118125"/>
                <a:gd name="connsiteY21" fmla="*/ 44061 h 303750"/>
                <a:gd name="connsiteX22" fmla="*/ 96863 w 118125"/>
                <a:gd name="connsiteY22" fmla="*/ 270523 h 303750"/>
                <a:gd name="connsiteX23" fmla="*/ 63652 w 118125"/>
                <a:gd name="connsiteY23" fmla="*/ 291921 h 303750"/>
                <a:gd name="connsiteX24" fmla="*/ 30426 w 118125"/>
                <a:gd name="connsiteY24" fmla="*/ 270523 h 303750"/>
                <a:gd name="connsiteX25" fmla="*/ 30426 w 118125"/>
                <a:gd name="connsiteY25" fmla="*/ 44044 h 303750"/>
                <a:gd name="connsiteX26" fmla="*/ 24502 w 118125"/>
                <a:gd name="connsiteY26" fmla="*/ 37344 h 303750"/>
                <a:gd name="connsiteX27" fmla="*/ 24199 w 118125"/>
                <a:gd name="connsiteY27" fmla="*/ 37344 h 303750"/>
                <a:gd name="connsiteX28" fmla="*/ 17972 w 118125"/>
                <a:gd name="connsiteY28" fmla="*/ 31708 h 303750"/>
                <a:gd name="connsiteX29" fmla="*/ 18006 w 118125"/>
                <a:gd name="connsiteY29" fmla="*/ 24823 h 303750"/>
                <a:gd name="connsiteX30" fmla="*/ 18006 w 118125"/>
                <a:gd name="connsiteY30" fmla="*/ 24823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8125" h="303750">
                  <a:moveTo>
                    <a:pt x="12454" y="55401"/>
                  </a:moveTo>
                  <a:lnTo>
                    <a:pt x="12454" y="270506"/>
                  </a:lnTo>
                  <a:cubicBezTo>
                    <a:pt x="12454" y="270861"/>
                    <a:pt x="12656" y="271215"/>
                    <a:pt x="12673" y="271553"/>
                  </a:cubicBezTo>
                  <a:cubicBezTo>
                    <a:pt x="13432" y="284867"/>
                    <a:pt x="25127" y="309977"/>
                    <a:pt x="63518" y="309977"/>
                  </a:cubicBezTo>
                  <a:cubicBezTo>
                    <a:pt x="99073" y="309977"/>
                    <a:pt x="112438" y="285964"/>
                    <a:pt x="114379" y="273240"/>
                  </a:cubicBezTo>
                  <a:cubicBezTo>
                    <a:pt x="114514" y="272329"/>
                    <a:pt x="114868" y="271418"/>
                    <a:pt x="114868" y="270489"/>
                  </a:cubicBezTo>
                  <a:lnTo>
                    <a:pt x="114868" y="55401"/>
                  </a:lnTo>
                  <a:cubicBezTo>
                    <a:pt x="121787" y="53241"/>
                    <a:pt x="127322" y="46271"/>
                    <a:pt x="127322" y="38003"/>
                  </a:cubicBezTo>
                  <a:lnTo>
                    <a:pt x="127322" y="18411"/>
                  </a:lnTo>
                  <a:cubicBezTo>
                    <a:pt x="127322" y="8404"/>
                    <a:pt x="119323" y="0"/>
                    <a:pt x="109350" y="0"/>
                  </a:cubicBezTo>
                  <a:lnTo>
                    <a:pt x="17854" y="0"/>
                  </a:lnTo>
                  <a:cubicBezTo>
                    <a:pt x="7881" y="0"/>
                    <a:pt x="0" y="8404"/>
                    <a:pt x="0" y="18411"/>
                  </a:cubicBezTo>
                  <a:lnTo>
                    <a:pt x="0" y="38003"/>
                  </a:lnTo>
                  <a:cubicBezTo>
                    <a:pt x="0" y="46271"/>
                    <a:pt x="5535" y="53241"/>
                    <a:pt x="12454" y="55401"/>
                  </a:cubicBezTo>
                  <a:close/>
                  <a:moveTo>
                    <a:pt x="18006" y="24823"/>
                  </a:moveTo>
                  <a:cubicBezTo>
                    <a:pt x="18006" y="21431"/>
                    <a:pt x="20824" y="19373"/>
                    <a:pt x="24232" y="19373"/>
                  </a:cubicBezTo>
                  <a:lnTo>
                    <a:pt x="103005" y="19373"/>
                  </a:lnTo>
                  <a:cubicBezTo>
                    <a:pt x="106397" y="19373"/>
                    <a:pt x="109350" y="21431"/>
                    <a:pt x="109350" y="24823"/>
                  </a:cubicBezTo>
                  <a:lnTo>
                    <a:pt x="109350" y="31725"/>
                  </a:lnTo>
                  <a:cubicBezTo>
                    <a:pt x="109350" y="35117"/>
                    <a:pt x="106397" y="37361"/>
                    <a:pt x="103005" y="37361"/>
                  </a:cubicBezTo>
                  <a:lnTo>
                    <a:pt x="102701" y="37361"/>
                  </a:lnTo>
                  <a:cubicBezTo>
                    <a:pt x="99309" y="37361"/>
                    <a:pt x="96863" y="40652"/>
                    <a:pt x="96863" y="44061"/>
                  </a:cubicBezTo>
                  <a:lnTo>
                    <a:pt x="96863" y="270523"/>
                  </a:lnTo>
                  <a:cubicBezTo>
                    <a:pt x="96863" y="270523"/>
                    <a:pt x="93032" y="291921"/>
                    <a:pt x="63652" y="291921"/>
                  </a:cubicBezTo>
                  <a:cubicBezTo>
                    <a:pt x="32214" y="291921"/>
                    <a:pt x="30426" y="270523"/>
                    <a:pt x="30426" y="270523"/>
                  </a:cubicBezTo>
                  <a:lnTo>
                    <a:pt x="30426" y="44044"/>
                  </a:lnTo>
                  <a:cubicBezTo>
                    <a:pt x="30426" y="40635"/>
                    <a:pt x="27911" y="37344"/>
                    <a:pt x="24502" y="37344"/>
                  </a:cubicBezTo>
                  <a:lnTo>
                    <a:pt x="24199" y="37344"/>
                  </a:lnTo>
                  <a:cubicBezTo>
                    <a:pt x="20790" y="37344"/>
                    <a:pt x="17972" y="35100"/>
                    <a:pt x="17972" y="31708"/>
                  </a:cubicBezTo>
                  <a:lnTo>
                    <a:pt x="18006" y="24823"/>
                  </a:lnTo>
                  <a:lnTo>
                    <a:pt x="18006" y="2482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16991342" y="5726546"/>
              <a:ext cx="33750" cy="67500"/>
            </a:xfrm>
            <a:custGeom>
              <a:avLst/>
              <a:gdLst>
                <a:gd name="connsiteX0" fmla="*/ 23507 w 33750"/>
                <a:gd name="connsiteY0" fmla="*/ 74081 h 67500"/>
                <a:gd name="connsiteX1" fmla="*/ 47048 w 33750"/>
                <a:gd name="connsiteY1" fmla="*/ 56801 h 67500"/>
                <a:gd name="connsiteX2" fmla="*/ 47048 w 33750"/>
                <a:gd name="connsiteY2" fmla="*/ 0 h 67500"/>
                <a:gd name="connsiteX3" fmla="*/ 0 w 33750"/>
                <a:gd name="connsiteY3" fmla="*/ 0 h 67500"/>
                <a:gd name="connsiteX4" fmla="*/ 0 w 33750"/>
                <a:gd name="connsiteY4" fmla="*/ 56801 h 67500"/>
                <a:gd name="connsiteX5" fmla="*/ 23507 w 33750"/>
                <a:gd name="connsiteY5" fmla="*/ 74081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50" h="67500">
                  <a:moveTo>
                    <a:pt x="23507" y="74081"/>
                  </a:moveTo>
                  <a:cubicBezTo>
                    <a:pt x="44145" y="74081"/>
                    <a:pt x="47048" y="56801"/>
                    <a:pt x="47048" y="56801"/>
                  </a:cubicBezTo>
                  <a:lnTo>
                    <a:pt x="47048" y="0"/>
                  </a:lnTo>
                  <a:lnTo>
                    <a:pt x="0" y="0"/>
                  </a:lnTo>
                  <a:lnTo>
                    <a:pt x="0" y="56801"/>
                  </a:lnTo>
                  <a:cubicBezTo>
                    <a:pt x="0" y="56801"/>
                    <a:pt x="1485" y="74081"/>
                    <a:pt x="23507" y="7408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17093739" y="5517583"/>
              <a:ext cx="118125" cy="303750"/>
            </a:xfrm>
            <a:custGeom>
              <a:avLst/>
              <a:gdLst>
                <a:gd name="connsiteX0" fmla="*/ 12471 w 118125"/>
                <a:gd name="connsiteY0" fmla="*/ 55401 h 303750"/>
                <a:gd name="connsiteX1" fmla="*/ 12471 w 118125"/>
                <a:gd name="connsiteY1" fmla="*/ 270506 h 303750"/>
                <a:gd name="connsiteX2" fmla="*/ 12437 w 118125"/>
                <a:gd name="connsiteY2" fmla="*/ 271553 h 303750"/>
                <a:gd name="connsiteX3" fmla="*/ 63146 w 118125"/>
                <a:gd name="connsiteY3" fmla="*/ 309977 h 303750"/>
                <a:gd name="connsiteX4" fmla="*/ 113518 w 118125"/>
                <a:gd name="connsiteY4" fmla="*/ 273240 h 303750"/>
                <a:gd name="connsiteX5" fmla="*/ 113518 w 118125"/>
                <a:gd name="connsiteY5" fmla="*/ 270489 h 303750"/>
                <a:gd name="connsiteX6" fmla="*/ 113518 w 118125"/>
                <a:gd name="connsiteY6" fmla="*/ 55401 h 303750"/>
                <a:gd name="connsiteX7" fmla="*/ 127322 w 118125"/>
                <a:gd name="connsiteY7" fmla="*/ 38003 h 303750"/>
                <a:gd name="connsiteX8" fmla="*/ 127322 w 118125"/>
                <a:gd name="connsiteY8" fmla="*/ 18411 h 303750"/>
                <a:gd name="connsiteX9" fmla="*/ 108793 w 118125"/>
                <a:gd name="connsiteY9" fmla="*/ 0 h 303750"/>
                <a:gd name="connsiteX10" fmla="*/ 17297 w 118125"/>
                <a:gd name="connsiteY10" fmla="*/ 0 h 303750"/>
                <a:gd name="connsiteX11" fmla="*/ 0 w 118125"/>
                <a:gd name="connsiteY11" fmla="*/ 18411 h 303750"/>
                <a:gd name="connsiteX12" fmla="*/ 0 w 118125"/>
                <a:gd name="connsiteY12" fmla="*/ 38003 h 303750"/>
                <a:gd name="connsiteX13" fmla="*/ 12471 w 118125"/>
                <a:gd name="connsiteY13" fmla="*/ 55401 h 303750"/>
                <a:gd name="connsiteX14" fmla="*/ 18006 w 118125"/>
                <a:gd name="connsiteY14" fmla="*/ 24823 h 303750"/>
                <a:gd name="connsiteX15" fmla="*/ 23676 w 118125"/>
                <a:gd name="connsiteY15" fmla="*/ 19373 h 303750"/>
                <a:gd name="connsiteX16" fmla="*/ 102482 w 118125"/>
                <a:gd name="connsiteY16" fmla="*/ 19373 h 303750"/>
                <a:gd name="connsiteX17" fmla="*/ 107949 w 118125"/>
                <a:gd name="connsiteY17" fmla="*/ 24823 h 303750"/>
                <a:gd name="connsiteX18" fmla="*/ 107949 w 118125"/>
                <a:gd name="connsiteY18" fmla="*/ 31725 h 303750"/>
                <a:gd name="connsiteX19" fmla="*/ 102482 w 118125"/>
                <a:gd name="connsiteY19" fmla="*/ 37361 h 303750"/>
                <a:gd name="connsiteX20" fmla="*/ 102178 w 118125"/>
                <a:gd name="connsiteY20" fmla="*/ 37361 h 303750"/>
                <a:gd name="connsiteX21" fmla="*/ 95496 w 118125"/>
                <a:gd name="connsiteY21" fmla="*/ 44061 h 303750"/>
                <a:gd name="connsiteX22" fmla="*/ 95496 w 118125"/>
                <a:gd name="connsiteY22" fmla="*/ 270523 h 303750"/>
                <a:gd name="connsiteX23" fmla="*/ 62961 w 118125"/>
                <a:gd name="connsiteY23" fmla="*/ 291921 h 303750"/>
                <a:gd name="connsiteX24" fmla="*/ 30426 w 118125"/>
                <a:gd name="connsiteY24" fmla="*/ 270523 h 303750"/>
                <a:gd name="connsiteX25" fmla="*/ 30426 w 118125"/>
                <a:gd name="connsiteY25" fmla="*/ 44044 h 303750"/>
                <a:gd name="connsiteX26" fmla="*/ 23946 w 118125"/>
                <a:gd name="connsiteY26" fmla="*/ 37344 h 303750"/>
                <a:gd name="connsiteX27" fmla="*/ 23642 w 118125"/>
                <a:gd name="connsiteY27" fmla="*/ 37344 h 303750"/>
                <a:gd name="connsiteX28" fmla="*/ 17972 w 118125"/>
                <a:gd name="connsiteY28" fmla="*/ 31708 h 303750"/>
                <a:gd name="connsiteX29" fmla="*/ 17972 w 118125"/>
                <a:gd name="connsiteY29" fmla="*/ 24823 h 303750"/>
                <a:gd name="connsiteX30" fmla="*/ 18006 w 118125"/>
                <a:gd name="connsiteY30" fmla="*/ 24823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8125" h="303750">
                  <a:moveTo>
                    <a:pt x="12471" y="55401"/>
                  </a:moveTo>
                  <a:lnTo>
                    <a:pt x="12471" y="270506"/>
                  </a:lnTo>
                  <a:cubicBezTo>
                    <a:pt x="12471" y="270861"/>
                    <a:pt x="12403" y="271215"/>
                    <a:pt x="12437" y="271553"/>
                  </a:cubicBezTo>
                  <a:cubicBezTo>
                    <a:pt x="13196" y="284867"/>
                    <a:pt x="24739" y="309977"/>
                    <a:pt x="63146" y="309977"/>
                  </a:cubicBezTo>
                  <a:cubicBezTo>
                    <a:pt x="98685" y="309977"/>
                    <a:pt x="111544" y="285964"/>
                    <a:pt x="113518" y="273240"/>
                  </a:cubicBezTo>
                  <a:cubicBezTo>
                    <a:pt x="113619" y="272329"/>
                    <a:pt x="113518" y="271418"/>
                    <a:pt x="113518" y="270489"/>
                  </a:cubicBezTo>
                  <a:lnTo>
                    <a:pt x="113518" y="55401"/>
                  </a:lnTo>
                  <a:cubicBezTo>
                    <a:pt x="121787" y="53241"/>
                    <a:pt x="127322" y="46271"/>
                    <a:pt x="127322" y="38003"/>
                  </a:cubicBezTo>
                  <a:lnTo>
                    <a:pt x="127322" y="18411"/>
                  </a:lnTo>
                  <a:cubicBezTo>
                    <a:pt x="127322" y="8404"/>
                    <a:pt x="118800" y="0"/>
                    <a:pt x="108793" y="0"/>
                  </a:cubicBezTo>
                  <a:lnTo>
                    <a:pt x="17297" y="0"/>
                  </a:lnTo>
                  <a:cubicBezTo>
                    <a:pt x="7307" y="0"/>
                    <a:pt x="0" y="8404"/>
                    <a:pt x="0" y="18411"/>
                  </a:cubicBezTo>
                  <a:lnTo>
                    <a:pt x="0" y="38003"/>
                  </a:lnTo>
                  <a:cubicBezTo>
                    <a:pt x="17" y="46271"/>
                    <a:pt x="5552" y="53241"/>
                    <a:pt x="12471" y="55401"/>
                  </a:cubicBezTo>
                  <a:close/>
                  <a:moveTo>
                    <a:pt x="18006" y="24823"/>
                  </a:moveTo>
                  <a:cubicBezTo>
                    <a:pt x="18006" y="21431"/>
                    <a:pt x="20301" y="19373"/>
                    <a:pt x="23676" y="19373"/>
                  </a:cubicBezTo>
                  <a:lnTo>
                    <a:pt x="102482" y="19373"/>
                  </a:lnTo>
                  <a:cubicBezTo>
                    <a:pt x="105874" y="19373"/>
                    <a:pt x="107949" y="21431"/>
                    <a:pt x="107949" y="24823"/>
                  </a:cubicBezTo>
                  <a:lnTo>
                    <a:pt x="107949" y="31725"/>
                  </a:lnTo>
                  <a:cubicBezTo>
                    <a:pt x="107949" y="35117"/>
                    <a:pt x="105874" y="37361"/>
                    <a:pt x="102482" y="37361"/>
                  </a:cubicBezTo>
                  <a:lnTo>
                    <a:pt x="102178" y="37361"/>
                  </a:lnTo>
                  <a:cubicBezTo>
                    <a:pt x="98752" y="37361"/>
                    <a:pt x="95496" y="40652"/>
                    <a:pt x="95496" y="44061"/>
                  </a:cubicBezTo>
                  <a:lnTo>
                    <a:pt x="95496" y="270523"/>
                  </a:lnTo>
                  <a:cubicBezTo>
                    <a:pt x="95496" y="270523"/>
                    <a:pt x="92357" y="291921"/>
                    <a:pt x="62961" y="291921"/>
                  </a:cubicBezTo>
                  <a:cubicBezTo>
                    <a:pt x="31539" y="291921"/>
                    <a:pt x="30426" y="270523"/>
                    <a:pt x="30426" y="270523"/>
                  </a:cubicBezTo>
                  <a:lnTo>
                    <a:pt x="30426" y="44044"/>
                  </a:lnTo>
                  <a:cubicBezTo>
                    <a:pt x="30426" y="40635"/>
                    <a:pt x="27354" y="37344"/>
                    <a:pt x="23946" y="37344"/>
                  </a:cubicBezTo>
                  <a:lnTo>
                    <a:pt x="23642" y="37344"/>
                  </a:lnTo>
                  <a:cubicBezTo>
                    <a:pt x="20250" y="37344"/>
                    <a:pt x="17972" y="35100"/>
                    <a:pt x="17972" y="31708"/>
                  </a:cubicBezTo>
                  <a:lnTo>
                    <a:pt x="17972" y="24823"/>
                  </a:lnTo>
                  <a:lnTo>
                    <a:pt x="18006" y="2482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17133868" y="5726546"/>
              <a:ext cx="33750" cy="67500"/>
            </a:xfrm>
            <a:custGeom>
              <a:avLst/>
              <a:gdLst>
                <a:gd name="connsiteX0" fmla="*/ 22832 w 33750"/>
                <a:gd name="connsiteY0" fmla="*/ 74081 h 67500"/>
                <a:gd name="connsiteX1" fmla="*/ 45681 w 33750"/>
                <a:gd name="connsiteY1" fmla="*/ 56801 h 67500"/>
                <a:gd name="connsiteX2" fmla="*/ 45681 w 33750"/>
                <a:gd name="connsiteY2" fmla="*/ 0 h 67500"/>
                <a:gd name="connsiteX3" fmla="*/ 0 w 33750"/>
                <a:gd name="connsiteY3" fmla="*/ 0 h 67500"/>
                <a:gd name="connsiteX4" fmla="*/ 0 w 33750"/>
                <a:gd name="connsiteY4" fmla="*/ 56801 h 67500"/>
                <a:gd name="connsiteX5" fmla="*/ 22832 w 33750"/>
                <a:gd name="connsiteY5" fmla="*/ 74081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50" h="67500">
                  <a:moveTo>
                    <a:pt x="22832" y="74081"/>
                  </a:moveTo>
                  <a:cubicBezTo>
                    <a:pt x="43470" y="74081"/>
                    <a:pt x="45681" y="56801"/>
                    <a:pt x="45681" y="56801"/>
                  </a:cubicBezTo>
                  <a:lnTo>
                    <a:pt x="45681" y="0"/>
                  </a:lnTo>
                  <a:lnTo>
                    <a:pt x="0" y="0"/>
                  </a:lnTo>
                  <a:lnTo>
                    <a:pt x="0" y="56801"/>
                  </a:lnTo>
                  <a:cubicBezTo>
                    <a:pt x="17" y="56801"/>
                    <a:pt x="810" y="74081"/>
                    <a:pt x="22832" y="7408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16743600" y="5694720"/>
              <a:ext cx="523125" cy="236250"/>
            </a:xfrm>
            <a:custGeom>
              <a:avLst/>
              <a:gdLst>
                <a:gd name="connsiteX0" fmla="*/ 471943 w 523125"/>
                <a:gd name="connsiteY0" fmla="*/ 0 h 236250"/>
                <a:gd name="connsiteX1" fmla="*/ 471943 w 523125"/>
                <a:gd name="connsiteY1" fmla="*/ 34628 h 236250"/>
                <a:gd name="connsiteX2" fmla="*/ 506554 w 523125"/>
                <a:gd name="connsiteY2" fmla="*/ 34628 h 236250"/>
                <a:gd name="connsiteX3" fmla="*/ 506554 w 523125"/>
                <a:gd name="connsiteY3" fmla="*/ 168851 h 236250"/>
                <a:gd name="connsiteX4" fmla="*/ 33210 w 523125"/>
                <a:gd name="connsiteY4" fmla="*/ 168851 h 236250"/>
                <a:gd name="connsiteX5" fmla="*/ 33210 w 523125"/>
                <a:gd name="connsiteY5" fmla="*/ 34628 h 236250"/>
                <a:gd name="connsiteX6" fmla="*/ 67821 w 523125"/>
                <a:gd name="connsiteY6" fmla="*/ 34628 h 236250"/>
                <a:gd name="connsiteX7" fmla="*/ 67821 w 523125"/>
                <a:gd name="connsiteY7" fmla="*/ 0 h 236250"/>
                <a:gd name="connsiteX8" fmla="*/ 0 w 523125"/>
                <a:gd name="connsiteY8" fmla="*/ 0 h 236250"/>
                <a:gd name="connsiteX9" fmla="*/ 0 w 523125"/>
                <a:gd name="connsiteY9" fmla="*/ 236655 h 236250"/>
                <a:gd name="connsiteX10" fmla="*/ 539291 w 523125"/>
                <a:gd name="connsiteY10" fmla="*/ 236655 h 236250"/>
                <a:gd name="connsiteX11" fmla="*/ 539764 w 523125"/>
                <a:gd name="connsiteY11" fmla="*/ 0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3125" h="236250">
                  <a:moveTo>
                    <a:pt x="471943" y="0"/>
                  </a:moveTo>
                  <a:lnTo>
                    <a:pt x="471943" y="34628"/>
                  </a:lnTo>
                  <a:lnTo>
                    <a:pt x="506554" y="34628"/>
                  </a:lnTo>
                  <a:lnTo>
                    <a:pt x="506554" y="168851"/>
                  </a:lnTo>
                  <a:lnTo>
                    <a:pt x="33210" y="168851"/>
                  </a:lnTo>
                  <a:lnTo>
                    <a:pt x="33210" y="34628"/>
                  </a:lnTo>
                  <a:lnTo>
                    <a:pt x="67821" y="34628"/>
                  </a:lnTo>
                  <a:lnTo>
                    <a:pt x="67821" y="0"/>
                  </a:lnTo>
                  <a:lnTo>
                    <a:pt x="0" y="0"/>
                  </a:lnTo>
                  <a:lnTo>
                    <a:pt x="0" y="236655"/>
                  </a:lnTo>
                  <a:lnTo>
                    <a:pt x="539291" y="236655"/>
                  </a:lnTo>
                  <a:lnTo>
                    <a:pt x="539764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10706989" y="850704"/>
            <a:ext cx="531622" cy="504881"/>
            <a:chOff x="11345321" y="9777846"/>
            <a:chExt cx="531622" cy="504881"/>
          </a:xfrm>
          <a:solidFill>
            <a:schemeClr val="accent1"/>
          </a:solidFill>
        </p:grpSpPr>
        <p:sp>
          <p:nvSpPr>
            <p:cNvPr id="105" name="任意多边形: 形状 104"/>
            <p:cNvSpPr/>
            <p:nvPr/>
          </p:nvSpPr>
          <p:spPr>
            <a:xfrm>
              <a:off x="11345321" y="9777846"/>
              <a:ext cx="388125" cy="455625"/>
            </a:xfrm>
            <a:custGeom>
              <a:avLst/>
              <a:gdLst>
                <a:gd name="connsiteX0" fmla="*/ 178791 w 388125"/>
                <a:gd name="connsiteY0" fmla="*/ 420863 h 455625"/>
                <a:gd name="connsiteX1" fmla="*/ 79245 w 388125"/>
                <a:gd name="connsiteY1" fmla="*/ 420863 h 455625"/>
                <a:gd name="connsiteX2" fmla="*/ 44483 w 388125"/>
                <a:gd name="connsiteY2" fmla="*/ 386910 h 455625"/>
                <a:gd name="connsiteX3" fmla="*/ 44483 w 388125"/>
                <a:gd name="connsiteY3" fmla="*/ 78334 h 455625"/>
                <a:gd name="connsiteX4" fmla="*/ 79245 w 388125"/>
                <a:gd name="connsiteY4" fmla="*/ 44483 h 455625"/>
                <a:gd name="connsiteX5" fmla="*/ 320169 w 388125"/>
                <a:gd name="connsiteY5" fmla="*/ 44483 h 455625"/>
                <a:gd name="connsiteX6" fmla="*/ 354696 w 388125"/>
                <a:gd name="connsiteY6" fmla="*/ 78334 h 455625"/>
                <a:gd name="connsiteX7" fmla="*/ 354696 w 388125"/>
                <a:gd name="connsiteY7" fmla="*/ 336893 h 455625"/>
                <a:gd name="connsiteX8" fmla="*/ 399195 w 388125"/>
                <a:gd name="connsiteY8" fmla="*/ 284006 h 455625"/>
                <a:gd name="connsiteX9" fmla="*/ 399195 w 388125"/>
                <a:gd name="connsiteY9" fmla="*/ 45293 h 455625"/>
                <a:gd name="connsiteX10" fmla="*/ 354443 w 388125"/>
                <a:gd name="connsiteY10" fmla="*/ 0 h 455625"/>
                <a:gd name="connsiteX11" fmla="*/ 43183 w 388125"/>
                <a:gd name="connsiteY11" fmla="*/ 0 h 455625"/>
                <a:gd name="connsiteX12" fmla="*/ 0 w 388125"/>
                <a:gd name="connsiteY12" fmla="*/ 43453 h 455625"/>
                <a:gd name="connsiteX13" fmla="*/ 0 w 388125"/>
                <a:gd name="connsiteY13" fmla="*/ 421149 h 455625"/>
                <a:gd name="connsiteX14" fmla="*/ 45039 w 388125"/>
                <a:gd name="connsiteY14" fmla="*/ 466493 h 455625"/>
                <a:gd name="connsiteX15" fmla="*/ 219831 w 388125"/>
                <a:gd name="connsiteY15" fmla="*/ 466493 h 455625"/>
                <a:gd name="connsiteX16" fmla="*/ 199176 w 388125"/>
                <a:gd name="connsiteY16" fmla="*/ 448554 h 455625"/>
                <a:gd name="connsiteX17" fmla="*/ 178791 w 388125"/>
                <a:gd name="connsiteY17" fmla="*/ 420863 h 45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8125" h="455625">
                  <a:moveTo>
                    <a:pt x="178791" y="420863"/>
                  </a:moveTo>
                  <a:lnTo>
                    <a:pt x="79245" y="420863"/>
                  </a:lnTo>
                  <a:cubicBezTo>
                    <a:pt x="60227" y="420863"/>
                    <a:pt x="44483" y="405928"/>
                    <a:pt x="44483" y="386910"/>
                  </a:cubicBezTo>
                  <a:lnTo>
                    <a:pt x="44483" y="78334"/>
                  </a:lnTo>
                  <a:cubicBezTo>
                    <a:pt x="44483" y="59316"/>
                    <a:pt x="60227" y="44483"/>
                    <a:pt x="79245" y="44483"/>
                  </a:cubicBezTo>
                  <a:lnTo>
                    <a:pt x="320169" y="44483"/>
                  </a:lnTo>
                  <a:cubicBezTo>
                    <a:pt x="339188" y="44483"/>
                    <a:pt x="354696" y="59316"/>
                    <a:pt x="354696" y="78334"/>
                  </a:cubicBezTo>
                  <a:lnTo>
                    <a:pt x="354696" y="336893"/>
                  </a:lnTo>
                  <a:lnTo>
                    <a:pt x="399195" y="284006"/>
                  </a:lnTo>
                  <a:lnTo>
                    <a:pt x="399195" y="45293"/>
                  </a:lnTo>
                  <a:cubicBezTo>
                    <a:pt x="399195" y="20284"/>
                    <a:pt x="379434" y="0"/>
                    <a:pt x="354443" y="0"/>
                  </a:cubicBezTo>
                  <a:lnTo>
                    <a:pt x="43183" y="0"/>
                  </a:lnTo>
                  <a:cubicBezTo>
                    <a:pt x="19170" y="0"/>
                    <a:pt x="0" y="19457"/>
                    <a:pt x="0" y="43453"/>
                  </a:cubicBezTo>
                  <a:lnTo>
                    <a:pt x="0" y="421149"/>
                  </a:lnTo>
                  <a:cubicBezTo>
                    <a:pt x="0" y="446158"/>
                    <a:pt x="19997" y="466493"/>
                    <a:pt x="45039" y="466493"/>
                  </a:cubicBezTo>
                  <a:lnTo>
                    <a:pt x="219831" y="466493"/>
                  </a:lnTo>
                  <a:lnTo>
                    <a:pt x="199176" y="448554"/>
                  </a:lnTo>
                  <a:cubicBezTo>
                    <a:pt x="190131" y="440741"/>
                    <a:pt x="183330" y="431123"/>
                    <a:pt x="178791" y="42086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11424971" y="9879366"/>
              <a:ext cx="236250" cy="33750"/>
            </a:xfrm>
            <a:custGeom>
              <a:avLst/>
              <a:gdLst>
                <a:gd name="connsiteX0" fmla="*/ 221991 w 236250"/>
                <a:gd name="connsiteY0" fmla="*/ 0 h 33750"/>
                <a:gd name="connsiteX1" fmla="*/ 22174 w 236250"/>
                <a:gd name="connsiteY1" fmla="*/ 0 h 33750"/>
                <a:gd name="connsiteX2" fmla="*/ 0 w 236250"/>
                <a:gd name="connsiteY2" fmla="*/ 22241 h 33750"/>
                <a:gd name="connsiteX3" fmla="*/ 22174 w 236250"/>
                <a:gd name="connsiteY3" fmla="*/ 44466 h 33750"/>
                <a:gd name="connsiteX4" fmla="*/ 221974 w 236250"/>
                <a:gd name="connsiteY4" fmla="*/ 44466 h 33750"/>
                <a:gd name="connsiteX5" fmla="*/ 244114 w 236250"/>
                <a:gd name="connsiteY5" fmla="*/ 22241 h 33750"/>
                <a:gd name="connsiteX6" fmla="*/ 221991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21991" y="0"/>
                  </a:moveTo>
                  <a:lnTo>
                    <a:pt x="22174" y="0"/>
                  </a:lnTo>
                  <a:cubicBezTo>
                    <a:pt x="9889" y="0"/>
                    <a:pt x="0" y="9973"/>
                    <a:pt x="0" y="22241"/>
                  </a:cubicBezTo>
                  <a:cubicBezTo>
                    <a:pt x="0" y="34493"/>
                    <a:pt x="9906" y="44466"/>
                    <a:pt x="22174" y="44466"/>
                  </a:cubicBezTo>
                  <a:lnTo>
                    <a:pt x="221974" y="44466"/>
                  </a:lnTo>
                  <a:cubicBezTo>
                    <a:pt x="234259" y="44466"/>
                    <a:pt x="244114" y="34493"/>
                    <a:pt x="244114" y="22241"/>
                  </a:cubicBezTo>
                  <a:cubicBezTo>
                    <a:pt x="244148" y="9973"/>
                    <a:pt x="234242" y="0"/>
                    <a:pt x="22199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11424971" y="9953481"/>
              <a:ext cx="236250" cy="33750"/>
            </a:xfrm>
            <a:custGeom>
              <a:avLst/>
              <a:gdLst>
                <a:gd name="connsiteX0" fmla="*/ 221991 w 236250"/>
                <a:gd name="connsiteY0" fmla="*/ 0 h 33750"/>
                <a:gd name="connsiteX1" fmla="*/ 22174 w 236250"/>
                <a:gd name="connsiteY1" fmla="*/ 0 h 33750"/>
                <a:gd name="connsiteX2" fmla="*/ 0 w 236250"/>
                <a:gd name="connsiteY2" fmla="*/ 22241 h 33750"/>
                <a:gd name="connsiteX3" fmla="*/ 22174 w 236250"/>
                <a:gd name="connsiteY3" fmla="*/ 44483 h 33750"/>
                <a:gd name="connsiteX4" fmla="*/ 221974 w 236250"/>
                <a:gd name="connsiteY4" fmla="*/ 44483 h 33750"/>
                <a:gd name="connsiteX5" fmla="*/ 244114 w 236250"/>
                <a:gd name="connsiteY5" fmla="*/ 22241 h 33750"/>
                <a:gd name="connsiteX6" fmla="*/ 221991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21991" y="0"/>
                  </a:moveTo>
                  <a:lnTo>
                    <a:pt x="22174" y="0"/>
                  </a:lnTo>
                  <a:cubicBezTo>
                    <a:pt x="9889" y="0"/>
                    <a:pt x="0" y="9956"/>
                    <a:pt x="0" y="22241"/>
                  </a:cubicBezTo>
                  <a:cubicBezTo>
                    <a:pt x="0" y="34459"/>
                    <a:pt x="9906" y="44483"/>
                    <a:pt x="22174" y="44483"/>
                  </a:cubicBezTo>
                  <a:lnTo>
                    <a:pt x="221974" y="44483"/>
                  </a:lnTo>
                  <a:cubicBezTo>
                    <a:pt x="234259" y="44483"/>
                    <a:pt x="244114" y="34459"/>
                    <a:pt x="244114" y="22241"/>
                  </a:cubicBezTo>
                  <a:cubicBezTo>
                    <a:pt x="244148" y="9973"/>
                    <a:pt x="234242" y="0"/>
                    <a:pt x="22199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11424971" y="10027629"/>
              <a:ext cx="236250" cy="33750"/>
            </a:xfrm>
            <a:custGeom>
              <a:avLst/>
              <a:gdLst>
                <a:gd name="connsiteX0" fmla="*/ 221991 w 236250"/>
                <a:gd name="connsiteY0" fmla="*/ 0 h 33750"/>
                <a:gd name="connsiteX1" fmla="*/ 22174 w 236250"/>
                <a:gd name="connsiteY1" fmla="*/ 0 h 33750"/>
                <a:gd name="connsiteX2" fmla="*/ 0 w 236250"/>
                <a:gd name="connsiteY2" fmla="*/ 21684 h 33750"/>
                <a:gd name="connsiteX3" fmla="*/ 22174 w 236250"/>
                <a:gd name="connsiteY3" fmla="*/ 43335 h 33750"/>
                <a:gd name="connsiteX4" fmla="*/ 221974 w 236250"/>
                <a:gd name="connsiteY4" fmla="*/ 43335 h 33750"/>
                <a:gd name="connsiteX5" fmla="*/ 244114 w 236250"/>
                <a:gd name="connsiteY5" fmla="*/ 21684 h 33750"/>
                <a:gd name="connsiteX6" fmla="*/ 221991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21991" y="0"/>
                  </a:moveTo>
                  <a:lnTo>
                    <a:pt x="22174" y="0"/>
                  </a:lnTo>
                  <a:cubicBezTo>
                    <a:pt x="9889" y="0"/>
                    <a:pt x="0" y="9416"/>
                    <a:pt x="0" y="21684"/>
                  </a:cubicBezTo>
                  <a:cubicBezTo>
                    <a:pt x="0" y="33919"/>
                    <a:pt x="9906" y="43335"/>
                    <a:pt x="22174" y="43335"/>
                  </a:cubicBezTo>
                  <a:lnTo>
                    <a:pt x="221974" y="43335"/>
                  </a:lnTo>
                  <a:cubicBezTo>
                    <a:pt x="234259" y="43335"/>
                    <a:pt x="244114" y="33902"/>
                    <a:pt x="244114" y="21684"/>
                  </a:cubicBezTo>
                  <a:cubicBezTo>
                    <a:pt x="244148" y="9416"/>
                    <a:pt x="234242" y="0"/>
                    <a:pt x="22199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11424954" y="10098302"/>
              <a:ext cx="135000" cy="33750"/>
            </a:xfrm>
            <a:custGeom>
              <a:avLst/>
              <a:gdLst>
                <a:gd name="connsiteX0" fmla="*/ 0 w 135000"/>
                <a:gd name="connsiteY0" fmla="*/ 21718 h 33750"/>
                <a:gd name="connsiteX1" fmla="*/ 22174 w 135000"/>
                <a:gd name="connsiteY1" fmla="*/ 43386 h 33750"/>
                <a:gd name="connsiteX2" fmla="*/ 96728 w 135000"/>
                <a:gd name="connsiteY2" fmla="*/ 43386 h 33750"/>
                <a:gd name="connsiteX3" fmla="*/ 111189 w 135000"/>
                <a:gd name="connsiteY3" fmla="*/ 18427 h 33750"/>
                <a:gd name="connsiteX4" fmla="*/ 135017 w 135000"/>
                <a:gd name="connsiteY4" fmla="*/ 0 h 33750"/>
                <a:gd name="connsiteX5" fmla="*/ 22191 w 135000"/>
                <a:gd name="connsiteY5" fmla="*/ 0 h 33750"/>
                <a:gd name="connsiteX6" fmla="*/ 0 w 135000"/>
                <a:gd name="connsiteY6" fmla="*/ 21718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000" h="33750">
                  <a:moveTo>
                    <a:pt x="0" y="21718"/>
                  </a:moveTo>
                  <a:cubicBezTo>
                    <a:pt x="0" y="33969"/>
                    <a:pt x="9906" y="43386"/>
                    <a:pt x="22174" y="43386"/>
                  </a:cubicBezTo>
                  <a:lnTo>
                    <a:pt x="96728" y="43386"/>
                  </a:lnTo>
                  <a:cubicBezTo>
                    <a:pt x="99849" y="35404"/>
                    <a:pt x="104642" y="26123"/>
                    <a:pt x="111189" y="18427"/>
                  </a:cubicBezTo>
                  <a:cubicBezTo>
                    <a:pt x="118074" y="10446"/>
                    <a:pt x="126191" y="4590"/>
                    <a:pt x="135017" y="0"/>
                  </a:cubicBezTo>
                  <a:lnTo>
                    <a:pt x="22191" y="0"/>
                  </a:lnTo>
                  <a:cubicBezTo>
                    <a:pt x="9906" y="34"/>
                    <a:pt x="0" y="9484"/>
                    <a:pt x="0" y="2171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11630289" y="10098336"/>
              <a:ext cx="33750" cy="16875"/>
            </a:xfrm>
            <a:custGeom>
              <a:avLst/>
              <a:gdLst>
                <a:gd name="connsiteX0" fmla="*/ 16672 w 33750"/>
                <a:gd name="connsiteY0" fmla="*/ 0 h 16875"/>
                <a:gd name="connsiteX1" fmla="*/ 0 w 33750"/>
                <a:gd name="connsiteY1" fmla="*/ 0 h 16875"/>
                <a:gd name="connsiteX2" fmla="*/ 15458 w 33750"/>
                <a:gd name="connsiteY2" fmla="*/ 10328 h 16875"/>
                <a:gd name="connsiteX3" fmla="*/ 37597 w 33750"/>
                <a:gd name="connsiteY3" fmla="*/ 29278 h 16875"/>
                <a:gd name="connsiteX4" fmla="*/ 38880 w 33750"/>
                <a:gd name="connsiteY4" fmla="*/ 21904 h 16875"/>
                <a:gd name="connsiteX5" fmla="*/ 16672 w 33750"/>
                <a:gd name="connsiteY5" fmla="*/ 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50" h="16875">
                  <a:moveTo>
                    <a:pt x="16672" y="0"/>
                  </a:moveTo>
                  <a:lnTo>
                    <a:pt x="0" y="0"/>
                  </a:lnTo>
                  <a:cubicBezTo>
                    <a:pt x="5467" y="2295"/>
                    <a:pt x="10682" y="6176"/>
                    <a:pt x="15458" y="10328"/>
                  </a:cubicBezTo>
                  <a:lnTo>
                    <a:pt x="37597" y="29278"/>
                  </a:lnTo>
                  <a:cubicBezTo>
                    <a:pt x="38441" y="27000"/>
                    <a:pt x="38880" y="24536"/>
                    <a:pt x="38880" y="21904"/>
                  </a:cubicBezTo>
                  <a:cubicBezTo>
                    <a:pt x="38829" y="9703"/>
                    <a:pt x="28924" y="0"/>
                    <a:pt x="16672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11556318" y="10029602"/>
              <a:ext cx="320625" cy="253125"/>
            </a:xfrm>
            <a:custGeom>
              <a:avLst/>
              <a:gdLst>
                <a:gd name="connsiteX0" fmla="*/ 310424 w 320625"/>
                <a:gd name="connsiteY0" fmla="*/ 9317 h 253125"/>
                <a:gd name="connsiteX1" fmla="*/ 255648 w 320625"/>
                <a:gd name="connsiteY1" fmla="*/ 13687 h 253125"/>
                <a:gd name="connsiteX2" fmla="*/ 127989 w 320625"/>
                <a:gd name="connsiteY2" fmla="*/ 163335 h 253125"/>
                <a:gd name="connsiteX3" fmla="*/ 64167 w 320625"/>
                <a:gd name="connsiteY3" fmla="*/ 108525 h 253125"/>
                <a:gd name="connsiteX4" fmla="*/ 9374 w 320625"/>
                <a:gd name="connsiteY4" fmla="*/ 112710 h 253125"/>
                <a:gd name="connsiteX5" fmla="*/ 13559 w 320625"/>
                <a:gd name="connsiteY5" fmla="*/ 167486 h 253125"/>
                <a:gd name="connsiteX6" fmla="*/ 106929 w 320625"/>
                <a:gd name="connsiteY6" fmla="*/ 247676 h 253125"/>
                <a:gd name="connsiteX7" fmla="*/ 132241 w 320625"/>
                <a:gd name="connsiteY7" fmla="*/ 257059 h 253125"/>
                <a:gd name="connsiteX8" fmla="*/ 135312 w 320625"/>
                <a:gd name="connsiteY8" fmla="*/ 256941 h 253125"/>
                <a:gd name="connsiteX9" fmla="*/ 161840 w 320625"/>
                <a:gd name="connsiteY9" fmla="*/ 243424 h 253125"/>
                <a:gd name="connsiteX10" fmla="*/ 314829 w 320625"/>
                <a:gd name="connsiteY10" fmla="*/ 64093 h 253125"/>
                <a:gd name="connsiteX11" fmla="*/ 310424 w 320625"/>
                <a:gd name="connsiteY11" fmla="*/ 9317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0625" h="253125">
                  <a:moveTo>
                    <a:pt x="310424" y="9317"/>
                  </a:moveTo>
                  <a:cubicBezTo>
                    <a:pt x="294123" y="-4656"/>
                    <a:pt x="269570" y="-2681"/>
                    <a:pt x="255648" y="13687"/>
                  </a:cubicBezTo>
                  <a:lnTo>
                    <a:pt x="127989" y="163335"/>
                  </a:lnTo>
                  <a:lnTo>
                    <a:pt x="64167" y="108525"/>
                  </a:lnTo>
                  <a:cubicBezTo>
                    <a:pt x="47849" y="94569"/>
                    <a:pt x="23330" y="96426"/>
                    <a:pt x="9374" y="112710"/>
                  </a:cubicBezTo>
                  <a:cubicBezTo>
                    <a:pt x="-4615" y="129011"/>
                    <a:pt x="-2725" y="153514"/>
                    <a:pt x="13559" y="167486"/>
                  </a:cubicBezTo>
                  <a:lnTo>
                    <a:pt x="106929" y="247676"/>
                  </a:lnTo>
                  <a:cubicBezTo>
                    <a:pt x="114050" y="253717"/>
                    <a:pt x="122977" y="257059"/>
                    <a:pt x="132241" y="257059"/>
                  </a:cubicBezTo>
                  <a:cubicBezTo>
                    <a:pt x="133287" y="257059"/>
                    <a:pt x="134249" y="257025"/>
                    <a:pt x="135312" y="256941"/>
                  </a:cubicBezTo>
                  <a:cubicBezTo>
                    <a:pt x="145556" y="256147"/>
                    <a:pt x="155157" y="251271"/>
                    <a:pt x="161840" y="243424"/>
                  </a:cubicBezTo>
                  <a:lnTo>
                    <a:pt x="314829" y="64093"/>
                  </a:lnTo>
                  <a:cubicBezTo>
                    <a:pt x="328700" y="47775"/>
                    <a:pt x="326793" y="23272"/>
                    <a:pt x="310424" y="931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953389" y="2006572"/>
            <a:ext cx="523125" cy="523125"/>
            <a:chOff x="12426756" y="9762996"/>
            <a:chExt cx="523125" cy="523125"/>
          </a:xfrm>
          <a:solidFill>
            <a:schemeClr val="accent1"/>
          </a:solidFill>
        </p:grpSpPr>
        <p:sp>
          <p:nvSpPr>
            <p:cNvPr id="113" name="任意多边形: 形状 112"/>
            <p:cNvSpPr/>
            <p:nvPr/>
          </p:nvSpPr>
          <p:spPr>
            <a:xfrm>
              <a:off x="12426756" y="9762996"/>
              <a:ext cx="523125" cy="523125"/>
            </a:xfrm>
            <a:custGeom>
              <a:avLst/>
              <a:gdLst>
                <a:gd name="connsiteX0" fmla="*/ 0 w 523125"/>
                <a:gd name="connsiteY0" fmla="*/ 0 h 523125"/>
                <a:gd name="connsiteX1" fmla="*/ 0 w 523125"/>
                <a:gd name="connsiteY1" fmla="*/ 527192 h 523125"/>
                <a:gd name="connsiteX2" fmla="*/ 536844 w 523125"/>
                <a:gd name="connsiteY2" fmla="*/ 527192 h 523125"/>
                <a:gd name="connsiteX3" fmla="*/ 536844 w 523125"/>
                <a:gd name="connsiteY3" fmla="*/ 0 h 523125"/>
                <a:gd name="connsiteX4" fmla="*/ 0 w 523125"/>
                <a:gd name="connsiteY4" fmla="*/ 0 h 523125"/>
                <a:gd name="connsiteX5" fmla="*/ 496648 w 523125"/>
                <a:gd name="connsiteY5" fmla="*/ 487013 h 523125"/>
                <a:gd name="connsiteX6" fmla="*/ 40196 w 523125"/>
                <a:gd name="connsiteY6" fmla="*/ 487013 h 523125"/>
                <a:gd name="connsiteX7" fmla="*/ 40196 w 523125"/>
                <a:gd name="connsiteY7" fmla="*/ 368078 h 523125"/>
                <a:gd name="connsiteX8" fmla="*/ 496648 w 523125"/>
                <a:gd name="connsiteY8" fmla="*/ 368078 h 523125"/>
                <a:gd name="connsiteX9" fmla="*/ 496648 w 523125"/>
                <a:gd name="connsiteY9" fmla="*/ 487013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3125" h="523125">
                  <a:moveTo>
                    <a:pt x="0" y="0"/>
                  </a:moveTo>
                  <a:lnTo>
                    <a:pt x="0" y="527192"/>
                  </a:lnTo>
                  <a:lnTo>
                    <a:pt x="536844" y="527192"/>
                  </a:lnTo>
                  <a:lnTo>
                    <a:pt x="536844" y="0"/>
                  </a:lnTo>
                  <a:lnTo>
                    <a:pt x="0" y="0"/>
                  </a:lnTo>
                  <a:close/>
                  <a:moveTo>
                    <a:pt x="496648" y="487013"/>
                  </a:moveTo>
                  <a:lnTo>
                    <a:pt x="40196" y="487013"/>
                  </a:lnTo>
                  <a:lnTo>
                    <a:pt x="40196" y="368078"/>
                  </a:lnTo>
                  <a:lnTo>
                    <a:pt x="496648" y="368078"/>
                  </a:lnTo>
                  <a:lnTo>
                    <a:pt x="496648" y="48701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12505528" y="10155981"/>
              <a:ext cx="50625" cy="67500"/>
            </a:xfrm>
            <a:custGeom>
              <a:avLst/>
              <a:gdLst>
                <a:gd name="connsiteX0" fmla="*/ 0 w 50625"/>
                <a:gd name="connsiteY0" fmla="*/ 0 h 67500"/>
                <a:gd name="connsiteX1" fmla="*/ 0 w 50625"/>
                <a:gd name="connsiteY1" fmla="*/ 70976 h 67500"/>
                <a:gd name="connsiteX2" fmla="*/ 54692 w 50625"/>
                <a:gd name="connsiteY2" fmla="*/ 35488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625" h="67500">
                  <a:moveTo>
                    <a:pt x="0" y="0"/>
                  </a:moveTo>
                  <a:lnTo>
                    <a:pt x="0" y="70976"/>
                  </a:lnTo>
                  <a:lnTo>
                    <a:pt x="54692" y="3548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12594476" y="10171303"/>
              <a:ext cx="303750" cy="33750"/>
            </a:xfrm>
            <a:custGeom>
              <a:avLst/>
              <a:gdLst>
                <a:gd name="connsiteX0" fmla="*/ 20267 w 303750"/>
                <a:gd name="connsiteY0" fmla="*/ 40129 h 33750"/>
                <a:gd name="connsiteX1" fmla="*/ 283854 w 303750"/>
                <a:gd name="connsiteY1" fmla="*/ 40129 h 33750"/>
                <a:gd name="connsiteX2" fmla="*/ 304121 w 303750"/>
                <a:gd name="connsiteY2" fmla="*/ 20064 h 33750"/>
                <a:gd name="connsiteX3" fmla="*/ 283854 w 303750"/>
                <a:gd name="connsiteY3" fmla="*/ 0 h 33750"/>
                <a:gd name="connsiteX4" fmla="*/ 20267 w 303750"/>
                <a:gd name="connsiteY4" fmla="*/ 0 h 33750"/>
                <a:gd name="connsiteX5" fmla="*/ 0 w 303750"/>
                <a:gd name="connsiteY5" fmla="*/ 20064 h 33750"/>
                <a:gd name="connsiteX6" fmla="*/ 20267 w 303750"/>
                <a:gd name="connsiteY6" fmla="*/ 40129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750" h="33750">
                  <a:moveTo>
                    <a:pt x="20267" y="40129"/>
                  </a:moveTo>
                  <a:lnTo>
                    <a:pt x="283854" y="40129"/>
                  </a:lnTo>
                  <a:cubicBezTo>
                    <a:pt x="295059" y="40129"/>
                    <a:pt x="304121" y="31252"/>
                    <a:pt x="304121" y="20064"/>
                  </a:cubicBezTo>
                  <a:cubicBezTo>
                    <a:pt x="304121" y="8859"/>
                    <a:pt x="295059" y="0"/>
                    <a:pt x="283854" y="0"/>
                  </a:cubicBezTo>
                  <a:lnTo>
                    <a:pt x="20267" y="0"/>
                  </a:lnTo>
                  <a:cubicBezTo>
                    <a:pt x="9062" y="0"/>
                    <a:pt x="0" y="8859"/>
                    <a:pt x="0" y="20064"/>
                  </a:cubicBezTo>
                  <a:cubicBezTo>
                    <a:pt x="0" y="31252"/>
                    <a:pt x="9062" y="40129"/>
                    <a:pt x="20267" y="4012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2172589" y="2017761"/>
            <a:ext cx="532677" cy="500746"/>
            <a:chOff x="13507043" y="9777443"/>
            <a:chExt cx="532677" cy="500746"/>
          </a:xfrm>
          <a:solidFill>
            <a:schemeClr val="accent1"/>
          </a:solidFill>
        </p:grpSpPr>
        <p:sp>
          <p:nvSpPr>
            <p:cNvPr id="117" name="任意多边形: 形状 116"/>
            <p:cNvSpPr/>
            <p:nvPr/>
          </p:nvSpPr>
          <p:spPr>
            <a:xfrm>
              <a:off x="13507043" y="9856314"/>
              <a:ext cx="371250" cy="421875"/>
            </a:xfrm>
            <a:custGeom>
              <a:avLst/>
              <a:gdLst>
                <a:gd name="connsiteX0" fmla="*/ 334328 w 371250"/>
                <a:gd name="connsiteY0" fmla="*/ 250712 h 421875"/>
                <a:gd name="connsiteX1" fmla="*/ 332454 w 371250"/>
                <a:gd name="connsiteY1" fmla="*/ 254104 h 421875"/>
                <a:gd name="connsiteX2" fmla="*/ 332454 w 371250"/>
                <a:gd name="connsiteY2" fmla="*/ 361952 h 421875"/>
                <a:gd name="connsiteX3" fmla="*/ 299717 w 371250"/>
                <a:gd name="connsiteY3" fmla="*/ 393593 h 421875"/>
                <a:gd name="connsiteX4" fmla="*/ 74149 w 371250"/>
                <a:gd name="connsiteY4" fmla="*/ 393593 h 421875"/>
                <a:gd name="connsiteX5" fmla="*/ 41563 w 371250"/>
                <a:gd name="connsiteY5" fmla="*/ 361952 h 421875"/>
                <a:gd name="connsiteX6" fmla="*/ 41563 w 371250"/>
                <a:gd name="connsiteY6" fmla="*/ 73103 h 421875"/>
                <a:gd name="connsiteX7" fmla="*/ 74149 w 371250"/>
                <a:gd name="connsiteY7" fmla="*/ 40399 h 421875"/>
                <a:gd name="connsiteX8" fmla="*/ 299666 w 371250"/>
                <a:gd name="connsiteY8" fmla="*/ 40399 h 421875"/>
                <a:gd name="connsiteX9" fmla="*/ 317216 w 371250"/>
                <a:gd name="connsiteY9" fmla="*/ 45849 h 421875"/>
                <a:gd name="connsiteX10" fmla="*/ 353413 w 371250"/>
                <a:gd name="connsiteY10" fmla="*/ 5738 h 421875"/>
                <a:gd name="connsiteX11" fmla="*/ 331695 w 371250"/>
                <a:gd name="connsiteY11" fmla="*/ 0 h 421875"/>
                <a:gd name="connsiteX12" fmla="*/ 40382 w 371250"/>
                <a:gd name="connsiteY12" fmla="*/ 0 h 421875"/>
                <a:gd name="connsiteX13" fmla="*/ 0 w 371250"/>
                <a:gd name="connsiteY13" fmla="*/ 40466 h 421875"/>
                <a:gd name="connsiteX14" fmla="*/ 0 w 371250"/>
                <a:gd name="connsiteY14" fmla="*/ 393998 h 421875"/>
                <a:gd name="connsiteX15" fmla="*/ 42103 w 371250"/>
                <a:gd name="connsiteY15" fmla="*/ 436337 h 421875"/>
                <a:gd name="connsiteX16" fmla="*/ 331678 w 371250"/>
                <a:gd name="connsiteY16" fmla="*/ 436337 h 421875"/>
                <a:gd name="connsiteX17" fmla="*/ 373984 w 371250"/>
                <a:gd name="connsiteY17" fmla="*/ 393998 h 421875"/>
                <a:gd name="connsiteX18" fmla="*/ 373984 w 371250"/>
                <a:gd name="connsiteY18" fmla="*/ 207225 h 421875"/>
                <a:gd name="connsiteX19" fmla="*/ 339053 w 371250"/>
                <a:gd name="connsiteY19" fmla="*/ 246375 h 421875"/>
                <a:gd name="connsiteX20" fmla="*/ 334328 w 371250"/>
                <a:gd name="connsiteY20" fmla="*/ 250712 h 42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1250" h="421875">
                  <a:moveTo>
                    <a:pt x="334328" y="250712"/>
                  </a:moveTo>
                  <a:cubicBezTo>
                    <a:pt x="333703" y="251893"/>
                    <a:pt x="332454" y="253024"/>
                    <a:pt x="332454" y="254104"/>
                  </a:cubicBezTo>
                  <a:lnTo>
                    <a:pt x="332454" y="361952"/>
                  </a:lnTo>
                  <a:cubicBezTo>
                    <a:pt x="332454" y="379772"/>
                    <a:pt x="317453" y="393593"/>
                    <a:pt x="299717" y="393593"/>
                  </a:cubicBezTo>
                  <a:lnTo>
                    <a:pt x="74149" y="393593"/>
                  </a:lnTo>
                  <a:cubicBezTo>
                    <a:pt x="56346" y="393593"/>
                    <a:pt x="41563" y="379755"/>
                    <a:pt x="41563" y="361952"/>
                  </a:cubicBezTo>
                  <a:lnTo>
                    <a:pt x="41563" y="73103"/>
                  </a:lnTo>
                  <a:cubicBezTo>
                    <a:pt x="41563" y="55316"/>
                    <a:pt x="56346" y="40399"/>
                    <a:pt x="74149" y="40399"/>
                  </a:cubicBezTo>
                  <a:lnTo>
                    <a:pt x="299666" y="40399"/>
                  </a:lnTo>
                  <a:cubicBezTo>
                    <a:pt x="306146" y="40399"/>
                    <a:pt x="312171" y="42559"/>
                    <a:pt x="317216" y="45849"/>
                  </a:cubicBezTo>
                  <a:lnTo>
                    <a:pt x="353413" y="5738"/>
                  </a:lnTo>
                  <a:cubicBezTo>
                    <a:pt x="347051" y="1958"/>
                    <a:pt x="339677" y="0"/>
                    <a:pt x="331695" y="0"/>
                  </a:cubicBezTo>
                  <a:lnTo>
                    <a:pt x="40382" y="0"/>
                  </a:lnTo>
                  <a:cubicBezTo>
                    <a:pt x="17938" y="0"/>
                    <a:pt x="0" y="18006"/>
                    <a:pt x="0" y="40466"/>
                  </a:cubicBezTo>
                  <a:lnTo>
                    <a:pt x="0" y="393998"/>
                  </a:lnTo>
                  <a:cubicBezTo>
                    <a:pt x="0" y="417420"/>
                    <a:pt x="18681" y="436337"/>
                    <a:pt x="42103" y="436337"/>
                  </a:cubicBezTo>
                  <a:lnTo>
                    <a:pt x="331678" y="436337"/>
                  </a:lnTo>
                  <a:cubicBezTo>
                    <a:pt x="355118" y="436337"/>
                    <a:pt x="373984" y="417420"/>
                    <a:pt x="373984" y="393998"/>
                  </a:cubicBezTo>
                  <a:lnTo>
                    <a:pt x="373984" y="207225"/>
                  </a:lnTo>
                  <a:lnTo>
                    <a:pt x="339053" y="246375"/>
                  </a:lnTo>
                  <a:cubicBezTo>
                    <a:pt x="337551" y="248062"/>
                    <a:pt x="336083" y="249514"/>
                    <a:pt x="334328" y="25071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13581530" y="9952114"/>
              <a:ext cx="185625" cy="33750"/>
            </a:xfrm>
            <a:custGeom>
              <a:avLst/>
              <a:gdLst>
                <a:gd name="connsiteX0" fmla="*/ 20790 w 185625"/>
                <a:gd name="connsiteY0" fmla="*/ 0 h 33750"/>
                <a:gd name="connsiteX1" fmla="*/ 0 w 185625"/>
                <a:gd name="connsiteY1" fmla="*/ 20216 h 33750"/>
                <a:gd name="connsiteX2" fmla="*/ 20790 w 185625"/>
                <a:gd name="connsiteY2" fmla="*/ 40399 h 33750"/>
                <a:gd name="connsiteX3" fmla="*/ 161696 w 185625"/>
                <a:gd name="connsiteY3" fmla="*/ 40399 h 33750"/>
                <a:gd name="connsiteX4" fmla="*/ 198585 w 185625"/>
                <a:gd name="connsiteY4" fmla="*/ 0 h 33750"/>
                <a:gd name="connsiteX5" fmla="*/ 20790 w 185625"/>
                <a:gd name="connsiteY5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625" h="33750">
                  <a:moveTo>
                    <a:pt x="20790" y="0"/>
                  </a:moveTo>
                  <a:cubicBezTo>
                    <a:pt x="9298" y="0"/>
                    <a:pt x="0" y="8707"/>
                    <a:pt x="0" y="20216"/>
                  </a:cubicBezTo>
                  <a:cubicBezTo>
                    <a:pt x="0" y="31674"/>
                    <a:pt x="9315" y="40399"/>
                    <a:pt x="20790" y="40399"/>
                  </a:cubicBezTo>
                  <a:lnTo>
                    <a:pt x="161696" y="40399"/>
                  </a:lnTo>
                  <a:lnTo>
                    <a:pt x="198585" y="0"/>
                  </a:lnTo>
                  <a:lnTo>
                    <a:pt x="20790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13581530" y="10020221"/>
              <a:ext cx="135000" cy="33750"/>
            </a:xfrm>
            <a:custGeom>
              <a:avLst/>
              <a:gdLst>
                <a:gd name="connsiteX0" fmla="*/ 138459 w 135000"/>
                <a:gd name="connsiteY0" fmla="*/ 2329 h 33750"/>
                <a:gd name="connsiteX1" fmla="*/ 139168 w 135000"/>
                <a:gd name="connsiteY1" fmla="*/ 0 h 33750"/>
                <a:gd name="connsiteX2" fmla="*/ 20790 w 135000"/>
                <a:gd name="connsiteY2" fmla="*/ 0 h 33750"/>
                <a:gd name="connsiteX3" fmla="*/ 0 w 135000"/>
                <a:gd name="connsiteY3" fmla="*/ 20773 h 33750"/>
                <a:gd name="connsiteX4" fmla="*/ 20790 w 135000"/>
                <a:gd name="connsiteY4" fmla="*/ 41513 h 33750"/>
                <a:gd name="connsiteX5" fmla="*/ 127238 w 135000"/>
                <a:gd name="connsiteY5" fmla="*/ 41513 h 33750"/>
                <a:gd name="connsiteX6" fmla="*/ 138459 w 135000"/>
                <a:gd name="connsiteY6" fmla="*/ 2329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000" h="33750">
                  <a:moveTo>
                    <a:pt x="138459" y="2329"/>
                  </a:moveTo>
                  <a:cubicBezTo>
                    <a:pt x="138662" y="1620"/>
                    <a:pt x="138898" y="1164"/>
                    <a:pt x="139168" y="0"/>
                  </a:cubicBezTo>
                  <a:lnTo>
                    <a:pt x="20790" y="0"/>
                  </a:lnTo>
                  <a:cubicBezTo>
                    <a:pt x="9298" y="0"/>
                    <a:pt x="0" y="9281"/>
                    <a:pt x="0" y="20773"/>
                  </a:cubicBezTo>
                  <a:cubicBezTo>
                    <a:pt x="0" y="32181"/>
                    <a:pt x="9315" y="41513"/>
                    <a:pt x="20790" y="41513"/>
                  </a:cubicBezTo>
                  <a:lnTo>
                    <a:pt x="127238" y="41513"/>
                  </a:lnTo>
                  <a:lnTo>
                    <a:pt x="138459" y="232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13581563" y="10089493"/>
              <a:ext cx="101250" cy="33750"/>
            </a:xfrm>
            <a:custGeom>
              <a:avLst/>
              <a:gdLst>
                <a:gd name="connsiteX0" fmla="*/ 92559 w 101250"/>
                <a:gd name="connsiteY0" fmla="*/ 0 h 33750"/>
                <a:gd name="connsiteX1" fmla="*/ 30324 w 101250"/>
                <a:gd name="connsiteY1" fmla="*/ 0 h 33750"/>
                <a:gd name="connsiteX2" fmla="*/ 20756 w 101250"/>
                <a:gd name="connsiteY2" fmla="*/ 0 h 33750"/>
                <a:gd name="connsiteX3" fmla="*/ 0 w 101250"/>
                <a:gd name="connsiteY3" fmla="*/ 20756 h 33750"/>
                <a:gd name="connsiteX4" fmla="*/ 20756 w 101250"/>
                <a:gd name="connsiteY4" fmla="*/ 41513 h 33750"/>
                <a:gd name="connsiteX5" fmla="*/ 57443 w 101250"/>
                <a:gd name="connsiteY5" fmla="*/ 41513 h 33750"/>
                <a:gd name="connsiteX6" fmla="*/ 68934 w 101250"/>
                <a:gd name="connsiteY6" fmla="*/ 41513 h 33750"/>
                <a:gd name="connsiteX7" fmla="*/ 92576 w 101250"/>
                <a:gd name="connsiteY7" fmla="*/ 41513 h 33750"/>
                <a:gd name="connsiteX8" fmla="*/ 112286 w 101250"/>
                <a:gd name="connsiteY8" fmla="*/ 27219 h 33750"/>
                <a:gd name="connsiteX9" fmla="*/ 113366 w 101250"/>
                <a:gd name="connsiteY9" fmla="*/ 20520 h 33750"/>
                <a:gd name="connsiteX10" fmla="*/ 95597 w 101250"/>
                <a:gd name="connsiteY10" fmla="*/ 186 h 33750"/>
                <a:gd name="connsiteX11" fmla="*/ 92559 w 101250"/>
                <a:gd name="connsiteY11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250" h="33750">
                  <a:moveTo>
                    <a:pt x="92559" y="0"/>
                  </a:moveTo>
                  <a:lnTo>
                    <a:pt x="30324" y="0"/>
                  </a:lnTo>
                  <a:lnTo>
                    <a:pt x="20756" y="0"/>
                  </a:lnTo>
                  <a:cubicBezTo>
                    <a:pt x="9264" y="0"/>
                    <a:pt x="0" y="9298"/>
                    <a:pt x="0" y="20756"/>
                  </a:cubicBezTo>
                  <a:cubicBezTo>
                    <a:pt x="0" y="32198"/>
                    <a:pt x="9281" y="41513"/>
                    <a:pt x="20756" y="41513"/>
                  </a:cubicBezTo>
                  <a:lnTo>
                    <a:pt x="57443" y="41513"/>
                  </a:lnTo>
                  <a:lnTo>
                    <a:pt x="68934" y="41513"/>
                  </a:lnTo>
                  <a:lnTo>
                    <a:pt x="92576" y="41513"/>
                  </a:lnTo>
                  <a:cubicBezTo>
                    <a:pt x="101773" y="41513"/>
                    <a:pt x="109536" y="35438"/>
                    <a:pt x="112286" y="27219"/>
                  </a:cubicBezTo>
                  <a:cubicBezTo>
                    <a:pt x="112438" y="25009"/>
                    <a:pt x="112793" y="22646"/>
                    <a:pt x="113366" y="20520"/>
                  </a:cubicBezTo>
                  <a:cubicBezTo>
                    <a:pt x="113316" y="10108"/>
                    <a:pt x="105638" y="1603"/>
                    <a:pt x="95597" y="186"/>
                  </a:cubicBezTo>
                  <a:cubicBezTo>
                    <a:pt x="94601" y="51"/>
                    <a:pt x="93589" y="0"/>
                    <a:pt x="92559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13754093" y="9846122"/>
              <a:ext cx="219375" cy="219375"/>
            </a:xfrm>
            <a:custGeom>
              <a:avLst/>
              <a:gdLst>
                <a:gd name="connsiteX0" fmla="*/ 142425 w 219375"/>
                <a:gd name="connsiteY0" fmla="*/ 11948 h 219375"/>
                <a:gd name="connsiteX1" fmla="*/ 9028 w 219375"/>
                <a:gd name="connsiteY1" fmla="*/ 160633 h 219375"/>
                <a:gd name="connsiteX2" fmla="*/ 0 w 219375"/>
                <a:gd name="connsiteY2" fmla="*/ 170708 h 219375"/>
                <a:gd name="connsiteX3" fmla="*/ 72191 w 219375"/>
                <a:gd name="connsiteY3" fmla="*/ 235457 h 219375"/>
                <a:gd name="connsiteX4" fmla="*/ 81219 w 219375"/>
                <a:gd name="connsiteY4" fmla="*/ 225399 h 219375"/>
                <a:gd name="connsiteX5" fmla="*/ 214583 w 219375"/>
                <a:gd name="connsiteY5" fmla="*/ 76731 h 219375"/>
                <a:gd name="connsiteX6" fmla="*/ 225349 w 219375"/>
                <a:gd name="connsiteY6" fmla="*/ 64766 h 219375"/>
                <a:gd name="connsiteX7" fmla="*/ 153141 w 219375"/>
                <a:gd name="connsiteY7" fmla="*/ 0 h 219375"/>
                <a:gd name="connsiteX8" fmla="*/ 142425 w 219375"/>
                <a:gd name="connsiteY8" fmla="*/ 11948 h 219375"/>
                <a:gd name="connsiteX9" fmla="*/ 135068 w 219375"/>
                <a:gd name="connsiteY9" fmla="*/ 79211 h 219375"/>
                <a:gd name="connsiteX10" fmla="*/ 49056 w 219375"/>
                <a:gd name="connsiteY10" fmla="*/ 175078 h 219375"/>
                <a:gd name="connsiteX11" fmla="*/ 44854 w 219375"/>
                <a:gd name="connsiteY11" fmla="*/ 177103 h 219375"/>
                <a:gd name="connsiteX12" fmla="*/ 40449 w 219375"/>
                <a:gd name="connsiteY12" fmla="*/ 175551 h 219375"/>
                <a:gd name="connsiteX13" fmla="*/ 36180 w 219375"/>
                <a:gd name="connsiteY13" fmla="*/ 171720 h 219375"/>
                <a:gd name="connsiteX14" fmla="*/ 35741 w 219375"/>
                <a:gd name="connsiteY14" fmla="*/ 163131 h 219375"/>
                <a:gd name="connsiteX15" fmla="*/ 121753 w 219375"/>
                <a:gd name="connsiteY15" fmla="*/ 67247 h 219375"/>
                <a:gd name="connsiteX16" fmla="*/ 125972 w 219375"/>
                <a:gd name="connsiteY16" fmla="*/ 65239 h 219375"/>
                <a:gd name="connsiteX17" fmla="*/ 130359 w 219375"/>
                <a:gd name="connsiteY17" fmla="*/ 66774 h 219375"/>
                <a:gd name="connsiteX18" fmla="*/ 134595 w 219375"/>
                <a:gd name="connsiteY18" fmla="*/ 70622 h 219375"/>
                <a:gd name="connsiteX19" fmla="*/ 135068 w 219375"/>
                <a:gd name="connsiteY19" fmla="*/ 79211 h 219375"/>
                <a:gd name="connsiteX20" fmla="*/ 160042 w 219375"/>
                <a:gd name="connsiteY20" fmla="*/ 33666 h 219375"/>
                <a:gd name="connsiteX21" fmla="*/ 164295 w 219375"/>
                <a:gd name="connsiteY21" fmla="*/ 37479 h 219375"/>
                <a:gd name="connsiteX22" fmla="*/ 164784 w 219375"/>
                <a:gd name="connsiteY22" fmla="*/ 46018 h 219375"/>
                <a:gd name="connsiteX23" fmla="*/ 164751 w 219375"/>
                <a:gd name="connsiteY23" fmla="*/ 46052 h 219375"/>
                <a:gd name="connsiteX24" fmla="*/ 157309 w 219375"/>
                <a:gd name="connsiteY24" fmla="*/ 54388 h 219375"/>
                <a:gd name="connsiteX25" fmla="*/ 156313 w 219375"/>
                <a:gd name="connsiteY25" fmla="*/ 55266 h 219375"/>
                <a:gd name="connsiteX26" fmla="*/ 153107 w 219375"/>
                <a:gd name="connsiteY26" fmla="*/ 56413 h 219375"/>
                <a:gd name="connsiteX27" fmla="*/ 148719 w 219375"/>
                <a:gd name="connsiteY27" fmla="*/ 54861 h 219375"/>
                <a:gd name="connsiteX28" fmla="*/ 144450 w 219375"/>
                <a:gd name="connsiteY28" fmla="*/ 51047 h 219375"/>
                <a:gd name="connsiteX29" fmla="*/ 142442 w 219375"/>
                <a:gd name="connsiteY29" fmla="*/ 46845 h 219375"/>
                <a:gd name="connsiteX30" fmla="*/ 143994 w 219375"/>
                <a:gd name="connsiteY30" fmla="*/ 42458 h 219375"/>
                <a:gd name="connsiteX31" fmla="*/ 151470 w 219375"/>
                <a:gd name="connsiteY31" fmla="*/ 34121 h 219375"/>
                <a:gd name="connsiteX32" fmla="*/ 160042 w 219375"/>
                <a:gd name="connsiteY32" fmla="*/ 33666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9375" h="219375">
                  <a:moveTo>
                    <a:pt x="142425" y="11948"/>
                  </a:moveTo>
                  <a:lnTo>
                    <a:pt x="9028" y="160633"/>
                  </a:lnTo>
                  <a:lnTo>
                    <a:pt x="0" y="170708"/>
                  </a:lnTo>
                  <a:lnTo>
                    <a:pt x="72191" y="235457"/>
                  </a:lnTo>
                  <a:lnTo>
                    <a:pt x="81219" y="225399"/>
                  </a:lnTo>
                  <a:lnTo>
                    <a:pt x="214583" y="76731"/>
                  </a:lnTo>
                  <a:lnTo>
                    <a:pt x="225349" y="64766"/>
                  </a:lnTo>
                  <a:lnTo>
                    <a:pt x="153141" y="0"/>
                  </a:lnTo>
                  <a:lnTo>
                    <a:pt x="142425" y="11948"/>
                  </a:lnTo>
                  <a:close/>
                  <a:moveTo>
                    <a:pt x="135068" y="79211"/>
                  </a:moveTo>
                  <a:lnTo>
                    <a:pt x="49056" y="175078"/>
                  </a:lnTo>
                  <a:cubicBezTo>
                    <a:pt x="47959" y="176276"/>
                    <a:pt x="46474" y="177002"/>
                    <a:pt x="44854" y="177103"/>
                  </a:cubicBezTo>
                  <a:cubicBezTo>
                    <a:pt x="43234" y="177188"/>
                    <a:pt x="41664" y="176631"/>
                    <a:pt x="40449" y="175551"/>
                  </a:cubicBezTo>
                  <a:lnTo>
                    <a:pt x="36180" y="171720"/>
                  </a:lnTo>
                  <a:cubicBezTo>
                    <a:pt x="33716" y="169476"/>
                    <a:pt x="33497" y="165645"/>
                    <a:pt x="35741" y="163131"/>
                  </a:cubicBezTo>
                  <a:lnTo>
                    <a:pt x="121753" y="67247"/>
                  </a:lnTo>
                  <a:cubicBezTo>
                    <a:pt x="122816" y="66049"/>
                    <a:pt x="124335" y="65323"/>
                    <a:pt x="125972" y="65239"/>
                  </a:cubicBezTo>
                  <a:cubicBezTo>
                    <a:pt x="127558" y="65154"/>
                    <a:pt x="129144" y="65711"/>
                    <a:pt x="130359" y="66774"/>
                  </a:cubicBezTo>
                  <a:lnTo>
                    <a:pt x="134595" y="70622"/>
                  </a:lnTo>
                  <a:cubicBezTo>
                    <a:pt x="137109" y="72866"/>
                    <a:pt x="137295" y="76714"/>
                    <a:pt x="135068" y="79211"/>
                  </a:cubicBezTo>
                  <a:close/>
                  <a:moveTo>
                    <a:pt x="160042" y="33666"/>
                  </a:moveTo>
                  <a:lnTo>
                    <a:pt x="164295" y="37479"/>
                  </a:lnTo>
                  <a:cubicBezTo>
                    <a:pt x="166759" y="39707"/>
                    <a:pt x="166995" y="43521"/>
                    <a:pt x="164784" y="46018"/>
                  </a:cubicBezTo>
                  <a:cubicBezTo>
                    <a:pt x="164784" y="46018"/>
                    <a:pt x="164751" y="46035"/>
                    <a:pt x="164751" y="46052"/>
                  </a:cubicBezTo>
                  <a:lnTo>
                    <a:pt x="157309" y="54388"/>
                  </a:lnTo>
                  <a:cubicBezTo>
                    <a:pt x="157005" y="54726"/>
                    <a:pt x="156668" y="55012"/>
                    <a:pt x="156313" y="55266"/>
                  </a:cubicBezTo>
                  <a:cubicBezTo>
                    <a:pt x="155351" y="55941"/>
                    <a:pt x="154271" y="56346"/>
                    <a:pt x="153107" y="56413"/>
                  </a:cubicBezTo>
                  <a:cubicBezTo>
                    <a:pt x="151504" y="56498"/>
                    <a:pt x="149934" y="55941"/>
                    <a:pt x="148719" y="54861"/>
                  </a:cubicBezTo>
                  <a:lnTo>
                    <a:pt x="144450" y="51047"/>
                  </a:lnTo>
                  <a:cubicBezTo>
                    <a:pt x="143252" y="49984"/>
                    <a:pt x="142526" y="48465"/>
                    <a:pt x="142442" y="46845"/>
                  </a:cubicBezTo>
                  <a:cubicBezTo>
                    <a:pt x="142341" y="45242"/>
                    <a:pt x="142898" y="43656"/>
                    <a:pt x="143994" y="42458"/>
                  </a:cubicBezTo>
                  <a:lnTo>
                    <a:pt x="151470" y="34121"/>
                  </a:lnTo>
                  <a:cubicBezTo>
                    <a:pt x="153698" y="31641"/>
                    <a:pt x="157579" y="31421"/>
                    <a:pt x="160042" y="3366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13914204" y="9818565"/>
              <a:ext cx="84375" cy="84375"/>
            </a:xfrm>
            <a:custGeom>
              <a:avLst/>
              <a:gdLst>
                <a:gd name="connsiteX0" fmla="*/ 6564 w 84375"/>
                <a:gd name="connsiteY0" fmla="*/ 12471 h 84375"/>
                <a:gd name="connsiteX1" fmla="*/ 0 w 84375"/>
                <a:gd name="connsiteY1" fmla="*/ 19777 h 84375"/>
                <a:gd name="connsiteX2" fmla="*/ 72174 w 84375"/>
                <a:gd name="connsiteY2" fmla="*/ 84544 h 84375"/>
                <a:gd name="connsiteX3" fmla="*/ 78756 w 84375"/>
                <a:gd name="connsiteY3" fmla="*/ 77220 h 84375"/>
                <a:gd name="connsiteX4" fmla="*/ 89944 w 84375"/>
                <a:gd name="connsiteY4" fmla="*/ 64766 h 84375"/>
                <a:gd name="connsiteX5" fmla="*/ 17753 w 84375"/>
                <a:gd name="connsiteY5" fmla="*/ 0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75" h="84375">
                  <a:moveTo>
                    <a:pt x="6564" y="12471"/>
                  </a:moveTo>
                  <a:lnTo>
                    <a:pt x="0" y="19777"/>
                  </a:lnTo>
                  <a:lnTo>
                    <a:pt x="72174" y="84544"/>
                  </a:lnTo>
                  <a:lnTo>
                    <a:pt x="78756" y="77220"/>
                  </a:lnTo>
                  <a:lnTo>
                    <a:pt x="89944" y="64766"/>
                  </a:lnTo>
                  <a:lnTo>
                    <a:pt x="17753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13938470" y="9777443"/>
              <a:ext cx="101250" cy="84375"/>
            </a:xfrm>
            <a:custGeom>
              <a:avLst/>
              <a:gdLst>
                <a:gd name="connsiteX0" fmla="*/ 94702 w 101250"/>
                <a:gd name="connsiteY0" fmla="*/ 42067 h 84375"/>
                <a:gd name="connsiteX1" fmla="*/ 53764 w 101250"/>
                <a:gd name="connsiteY1" fmla="*/ 5364 h 84375"/>
                <a:gd name="connsiteX2" fmla="*/ 38627 w 101250"/>
                <a:gd name="connsiteY2" fmla="*/ 31 h 84375"/>
                <a:gd name="connsiteX3" fmla="*/ 24148 w 101250"/>
                <a:gd name="connsiteY3" fmla="*/ 6967 h 84375"/>
                <a:gd name="connsiteX4" fmla="*/ 0 w 101250"/>
                <a:gd name="connsiteY4" fmla="*/ 33866 h 84375"/>
                <a:gd name="connsiteX5" fmla="*/ 72174 w 101250"/>
                <a:gd name="connsiteY5" fmla="*/ 98615 h 84375"/>
                <a:gd name="connsiteX6" fmla="*/ 96306 w 101250"/>
                <a:gd name="connsiteY6" fmla="*/ 71716 h 84375"/>
                <a:gd name="connsiteX7" fmla="*/ 94702 w 101250"/>
                <a:gd name="connsiteY7" fmla="*/ 42067 h 84375"/>
                <a:gd name="connsiteX8" fmla="*/ 70723 w 101250"/>
                <a:gd name="connsiteY8" fmla="*/ 71632 h 84375"/>
                <a:gd name="connsiteX9" fmla="*/ 26983 w 101250"/>
                <a:gd name="connsiteY9" fmla="*/ 32397 h 84375"/>
                <a:gd name="connsiteX10" fmla="*/ 39622 w 101250"/>
                <a:gd name="connsiteY10" fmla="*/ 18324 h 84375"/>
                <a:gd name="connsiteX11" fmla="*/ 83346 w 101250"/>
                <a:gd name="connsiteY11" fmla="*/ 57558 h 84375"/>
                <a:gd name="connsiteX12" fmla="*/ 70723 w 101250"/>
                <a:gd name="connsiteY12" fmla="*/ 71632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50" h="84375">
                  <a:moveTo>
                    <a:pt x="94702" y="42067"/>
                  </a:moveTo>
                  <a:lnTo>
                    <a:pt x="53764" y="5364"/>
                  </a:lnTo>
                  <a:cubicBezTo>
                    <a:pt x="49629" y="1651"/>
                    <a:pt x="44196" y="-273"/>
                    <a:pt x="38627" y="31"/>
                  </a:cubicBezTo>
                  <a:cubicBezTo>
                    <a:pt x="33058" y="335"/>
                    <a:pt x="27827" y="2832"/>
                    <a:pt x="24148" y="6967"/>
                  </a:cubicBezTo>
                  <a:lnTo>
                    <a:pt x="0" y="33866"/>
                  </a:lnTo>
                  <a:lnTo>
                    <a:pt x="72174" y="98615"/>
                  </a:lnTo>
                  <a:lnTo>
                    <a:pt x="96306" y="71716"/>
                  </a:lnTo>
                  <a:cubicBezTo>
                    <a:pt x="104051" y="63093"/>
                    <a:pt x="103359" y="49812"/>
                    <a:pt x="94702" y="42067"/>
                  </a:cubicBezTo>
                  <a:close/>
                  <a:moveTo>
                    <a:pt x="70723" y="71632"/>
                  </a:moveTo>
                  <a:lnTo>
                    <a:pt x="26983" y="32397"/>
                  </a:lnTo>
                  <a:lnTo>
                    <a:pt x="39622" y="18324"/>
                  </a:lnTo>
                  <a:lnTo>
                    <a:pt x="83346" y="57558"/>
                  </a:lnTo>
                  <a:lnTo>
                    <a:pt x="70723" y="7163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13720227" y="10026482"/>
              <a:ext cx="84375" cy="84375"/>
            </a:xfrm>
            <a:custGeom>
              <a:avLst/>
              <a:gdLst>
                <a:gd name="connsiteX0" fmla="*/ 14409 w 84375"/>
                <a:gd name="connsiteY0" fmla="*/ 98736 h 84375"/>
                <a:gd name="connsiteX1" fmla="*/ 97384 w 84375"/>
                <a:gd name="connsiteY1" fmla="*/ 64733 h 84375"/>
                <a:gd name="connsiteX2" fmla="*/ 25260 w 84375"/>
                <a:gd name="connsiteY2" fmla="*/ 0 h 84375"/>
                <a:gd name="connsiteX3" fmla="*/ 403 w 84375"/>
                <a:gd name="connsiteY3" fmla="*/ 86181 h 84375"/>
                <a:gd name="connsiteX4" fmla="*/ 3474 w 84375"/>
                <a:gd name="connsiteY4" fmla="*/ 96863 h 84375"/>
                <a:gd name="connsiteX5" fmla="*/ 14409 w 84375"/>
                <a:gd name="connsiteY5" fmla="*/ 98736 h 84375"/>
                <a:gd name="connsiteX6" fmla="*/ 31824 w 84375"/>
                <a:gd name="connsiteY6" fmla="*/ 23018 h 84375"/>
                <a:gd name="connsiteX7" fmla="*/ 73759 w 84375"/>
                <a:gd name="connsiteY7" fmla="*/ 60632 h 84375"/>
                <a:gd name="connsiteX8" fmla="*/ 41156 w 84375"/>
                <a:gd name="connsiteY8" fmla="*/ 73997 h 84375"/>
                <a:gd name="connsiteX9" fmla="*/ 22070 w 84375"/>
                <a:gd name="connsiteY9" fmla="*/ 56886 h 84375"/>
                <a:gd name="connsiteX10" fmla="*/ 31824 w 84375"/>
                <a:gd name="connsiteY10" fmla="*/ 23018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375" h="84375">
                  <a:moveTo>
                    <a:pt x="14409" y="98736"/>
                  </a:moveTo>
                  <a:lnTo>
                    <a:pt x="97384" y="64733"/>
                  </a:lnTo>
                  <a:lnTo>
                    <a:pt x="25260" y="0"/>
                  </a:lnTo>
                  <a:lnTo>
                    <a:pt x="403" y="86181"/>
                  </a:lnTo>
                  <a:cubicBezTo>
                    <a:pt x="-694" y="90045"/>
                    <a:pt x="487" y="94213"/>
                    <a:pt x="3474" y="96863"/>
                  </a:cubicBezTo>
                  <a:cubicBezTo>
                    <a:pt x="6461" y="99529"/>
                    <a:pt x="10697" y="100288"/>
                    <a:pt x="14409" y="98736"/>
                  </a:cubicBezTo>
                  <a:close/>
                  <a:moveTo>
                    <a:pt x="31824" y="23018"/>
                  </a:moveTo>
                  <a:lnTo>
                    <a:pt x="73759" y="60632"/>
                  </a:lnTo>
                  <a:lnTo>
                    <a:pt x="41156" y="73997"/>
                  </a:lnTo>
                  <a:lnTo>
                    <a:pt x="22070" y="56886"/>
                  </a:lnTo>
                  <a:lnTo>
                    <a:pt x="31824" y="2301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25" name="图形 259"/>
          <p:cNvSpPr/>
          <p:nvPr/>
        </p:nvSpPr>
        <p:spPr>
          <a:xfrm>
            <a:off x="3391789" y="2006572"/>
            <a:ext cx="438750" cy="523125"/>
          </a:xfrm>
          <a:custGeom>
            <a:avLst/>
            <a:gdLst>
              <a:gd name="connsiteX0" fmla="*/ 328067 w 438750"/>
              <a:gd name="connsiteY0" fmla="*/ 226502 h 523125"/>
              <a:gd name="connsiteX1" fmla="*/ 405456 w 438750"/>
              <a:gd name="connsiteY1" fmla="*/ 89072 h 523125"/>
              <a:gd name="connsiteX2" fmla="*/ 309673 w 438750"/>
              <a:gd name="connsiteY2" fmla="*/ 35410 h 523125"/>
              <a:gd name="connsiteX3" fmla="*/ 227087 w 438750"/>
              <a:gd name="connsiteY3" fmla="*/ 182172 h 523125"/>
              <a:gd name="connsiteX4" fmla="*/ 306349 w 438750"/>
              <a:gd name="connsiteY4" fmla="*/ 226502 h 523125"/>
              <a:gd name="connsiteX5" fmla="*/ 328067 w 438750"/>
              <a:gd name="connsiteY5" fmla="*/ 226502 h 523125"/>
              <a:gd name="connsiteX6" fmla="*/ 277155 w 438750"/>
              <a:gd name="connsiteY6" fmla="*/ 165482 h 523125"/>
              <a:gd name="connsiteX7" fmla="*/ 271907 w 438750"/>
              <a:gd name="connsiteY7" fmla="*/ 164858 h 523125"/>
              <a:gd name="connsiteX8" fmla="*/ 266828 w 438750"/>
              <a:gd name="connsiteY8" fmla="*/ 161989 h 523125"/>
              <a:gd name="connsiteX9" fmla="*/ 264246 w 438750"/>
              <a:gd name="connsiteY9" fmla="*/ 152657 h 523125"/>
              <a:gd name="connsiteX10" fmla="*/ 308154 w 438750"/>
              <a:gd name="connsiteY10" fmla="*/ 74526 h 523125"/>
              <a:gd name="connsiteX11" fmla="*/ 312272 w 438750"/>
              <a:gd name="connsiteY11" fmla="*/ 71286 h 523125"/>
              <a:gd name="connsiteX12" fmla="*/ 317486 w 438750"/>
              <a:gd name="connsiteY12" fmla="*/ 71910 h 523125"/>
              <a:gd name="connsiteX13" fmla="*/ 322667 w 438750"/>
              <a:gd name="connsiteY13" fmla="*/ 74779 h 523125"/>
              <a:gd name="connsiteX14" fmla="*/ 325249 w 438750"/>
              <a:gd name="connsiteY14" fmla="*/ 84111 h 523125"/>
              <a:gd name="connsiteX15" fmla="*/ 281323 w 438750"/>
              <a:gd name="connsiteY15" fmla="*/ 162242 h 523125"/>
              <a:gd name="connsiteX16" fmla="*/ 277155 w 438750"/>
              <a:gd name="connsiteY16" fmla="*/ 165482 h 523125"/>
              <a:gd name="connsiteX17" fmla="*/ 275079 w 438750"/>
              <a:gd name="connsiteY17" fmla="*/ 226502 h 523125"/>
              <a:gd name="connsiteX18" fmla="*/ 202061 w 438750"/>
              <a:gd name="connsiteY18" fmla="*/ 226502 h 523125"/>
              <a:gd name="connsiteX19" fmla="*/ 219594 w 438750"/>
              <a:gd name="connsiteY19" fmla="*/ 195317 h 523125"/>
              <a:gd name="connsiteX20" fmla="*/ 275079 w 438750"/>
              <a:gd name="connsiteY20" fmla="*/ 226502 h 523125"/>
              <a:gd name="connsiteX21" fmla="*/ 449516 w 438750"/>
              <a:gd name="connsiteY21" fmla="*/ 107601 h 523125"/>
              <a:gd name="connsiteX22" fmla="*/ 382523 w 438750"/>
              <a:gd name="connsiteY22" fmla="*/ 226502 h 523125"/>
              <a:gd name="connsiteX23" fmla="*/ 343929 w 438750"/>
              <a:gd name="connsiteY23" fmla="*/ 226502 h 523125"/>
              <a:gd name="connsiteX24" fmla="*/ 430650 w 438750"/>
              <a:gd name="connsiteY24" fmla="*/ 72450 h 523125"/>
              <a:gd name="connsiteX25" fmla="*/ 441332 w 438750"/>
              <a:gd name="connsiteY25" fmla="*/ 78778 h 523125"/>
              <a:gd name="connsiteX26" fmla="*/ 449516 w 438750"/>
              <a:gd name="connsiteY26" fmla="*/ 107601 h 523125"/>
              <a:gd name="connsiteX27" fmla="*/ 399583 w 438750"/>
              <a:gd name="connsiteY27" fmla="*/ 68518 h 523125"/>
              <a:gd name="connsiteX28" fmla="*/ 319376 w 438750"/>
              <a:gd name="connsiteY28" fmla="*/ 23462 h 523125"/>
              <a:gd name="connsiteX29" fmla="*/ 382016 w 438750"/>
              <a:gd name="connsiteY29" fmla="*/ 5912 h 523125"/>
              <a:gd name="connsiteX30" fmla="*/ 399583 w 438750"/>
              <a:gd name="connsiteY30" fmla="*/ 68518 h 523125"/>
              <a:gd name="connsiteX31" fmla="*/ 50254 w 438750"/>
              <a:gd name="connsiteY31" fmla="*/ 226502 h 523125"/>
              <a:gd name="connsiteX32" fmla="*/ 72428 w 438750"/>
              <a:gd name="connsiteY32" fmla="*/ 226502 h 523125"/>
              <a:gd name="connsiteX33" fmla="*/ 65526 w 438750"/>
              <a:gd name="connsiteY33" fmla="*/ 200532 h 523125"/>
              <a:gd name="connsiteX34" fmla="*/ 66167 w 438750"/>
              <a:gd name="connsiteY34" fmla="*/ 196093 h 523125"/>
              <a:gd name="connsiteX35" fmla="*/ 69863 w 438750"/>
              <a:gd name="connsiteY35" fmla="*/ 193377 h 523125"/>
              <a:gd name="connsiteX36" fmla="*/ 75381 w 438750"/>
              <a:gd name="connsiteY36" fmla="*/ 191976 h 523125"/>
              <a:gd name="connsiteX37" fmla="*/ 82772 w 438750"/>
              <a:gd name="connsiteY37" fmla="*/ 195992 h 523125"/>
              <a:gd name="connsiteX38" fmla="*/ 90855 w 438750"/>
              <a:gd name="connsiteY38" fmla="*/ 226519 h 523125"/>
              <a:gd name="connsiteX39" fmla="*/ 150120 w 438750"/>
              <a:gd name="connsiteY39" fmla="*/ 226519 h 523125"/>
              <a:gd name="connsiteX40" fmla="*/ 120218 w 438750"/>
              <a:gd name="connsiteY40" fmla="*/ 113035 h 523125"/>
              <a:gd name="connsiteX41" fmla="*/ 26781 w 438750"/>
              <a:gd name="connsiteY41" fmla="*/ 137402 h 523125"/>
              <a:gd name="connsiteX42" fmla="*/ 50254 w 438750"/>
              <a:gd name="connsiteY42" fmla="*/ 226502 h 523125"/>
              <a:gd name="connsiteX43" fmla="*/ 58590 w 438750"/>
              <a:gd name="connsiteY43" fmla="*/ 150565 h 523125"/>
              <a:gd name="connsiteX44" fmla="*/ 64108 w 438750"/>
              <a:gd name="connsiteY44" fmla="*/ 149130 h 523125"/>
              <a:gd name="connsiteX45" fmla="*/ 71516 w 438750"/>
              <a:gd name="connsiteY45" fmla="*/ 153450 h 523125"/>
              <a:gd name="connsiteX46" fmla="*/ 74334 w 438750"/>
              <a:gd name="connsiteY46" fmla="*/ 164233 h 523125"/>
              <a:gd name="connsiteX47" fmla="*/ 73727 w 438750"/>
              <a:gd name="connsiteY47" fmla="*/ 168823 h 523125"/>
              <a:gd name="connsiteX48" fmla="*/ 70014 w 438750"/>
              <a:gd name="connsiteY48" fmla="*/ 171625 h 523125"/>
              <a:gd name="connsiteX49" fmla="*/ 64513 w 438750"/>
              <a:gd name="connsiteY49" fmla="*/ 173076 h 523125"/>
              <a:gd name="connsiteX50" fmla="*/ 59923 w 438750"/>
              <a:gd name="connsiteY50" fmla="*/ 172435 h 523125"/>
              <a:gd name="connsiteX51" fmla="*/ 57122 w 438750"/>
              <a:gd name="connsiteY51" fmla="*/ 168756 h 523125"/>
              <a:gd name="connsiteX52" fmla="*/ 54287 w 438750"/>
              <a:gd name="connsiteY52" fmla="*/ 157956 h 523125"/>
              <a:gd name="connsiteX53" fmla="*/ 58590 w 438750"/>
              <a:gd name="connsiteY53" fmla="*/ 150565 h 523125"/>
              <a:gd name="connsiteX54" fmla="*/ 17466 w 438750"/>
              <a:gd name="connsiteY54" fmla="*/ 102218 h 523125"/>
              <a:gd name="connsiteX55" fmla="*/ 110869 w 438750"/>
              <a:gd name="connsiteY55" fmla="*/ 77698 h 523125"/>
              <a:gd name="connsiteX56" fmla="*/ 117585 w 438750"/>
              <a:gd name="connsiteY56" fmla="*/ 103281 h 523125"/>
              <a:gd name="connsiteX57" fmla="*/ 24182 w 438750"/>
              <a:gd name="connsiteY57" fmla="*/ 127800 h 523125"/>
              <a:gd name="connsiteX58" fmla="*/ 17466 w 438750"/>
              <a:gd name="connsiteY58" fmla="*/ 102218 h 523125"/>
              <a:gd name="connsiteX59" fmla="*/ 14985 w 438750"/>
              <a:gd name="connsiteY59" fmla="*/ 92852 h 523125"/>
              <a:gd name="connsiteX60" fmla="*/ 108388 w 438750"/>
              <a:gd name="connsiteY60" fmla="*/ 68282 h 523125"/>
              <a:gd name="connsiteX61" fmla="*/ 99242 w 438750"/>
              <a:gd name="connsiteY61" fmla="*/ 33503 h 523125"/>
              <a:gd name="connsiteX62" fmla="*/ 73710 w 438750"/>
              <a:gd name="connsiteY62" fmla="*/ 18585 h 523125"/>
              <a:gd name="connsiteX63" fmla="*/ 20756 w 438750"/>
              <a:gd name="connsiteY63" fmla="*/ 32490 h 523125"/>
              <a:gd name="connsiteX64" fmla="*/ 8016 w 438750"/>
              <a:gd name="connsiteY64" fmla="*/ 42177 h 523125"/>
              <a:gd name="connsiteX65" fmla="*/ 5839 w 438750"/>
              <a:gd name="connsiteY65" fmla="*/ 58022 h 523125"/>
              <a:gd name="connsiteX66" fmla="*/ 14985 w 438750"/>
              <a:gd name="connsiteY66" fmla="*/ 92852 h 523125"/>
              <a:gd name="connsiteX67" fmla="*/ 80342 w 438750"/>
              <a:gd name="connsiteY67" fmla="*/ 36523 h 523125"/>
              <a:gd name="connsiteX68" fmla="*/ 85134 w 438750"/>
              <a:gd name="connsiteY68" fmla="*/ 54732 h 523125"/>
              <a:gd name="connsiteX69" fmla="*/ 28569 w 438750"/>
              <a:gd name="connsiteY69" fmla="*/ 69598 h 523125"/>
              <a:gd name="connsiteX70" fmla="*/ 23777 w 438750"/>
              <a:gd name="connsiteY70" fmla="*/ 51373 h 523125"/>
              <a:gd name="connsiteX71" fmla="*/ 80342 w 438750"/>
              <a:gd name="connsiteY71" fmla="*/ 36523 h 523125"/>
              <a:gd name="connsiteX72" fmla="*/ 10614 w 438750"/>
              <a:gd name="connsiteY72" fmla="*/ 252068 h 523125"/>
              <a:gd name="connsiteX73" fmla="*/ 0 w 438750"/>
              <a:gd name="connsiteY73" fmla="*/ 252068 h 523125"/>
              <a:gd name="connsiteX74" fmla="*/ 62269 w 438750"/>
              <a:gd name="connsiteY74" fmla="*/ 514710 h 523125"/>
              <a:gd name="connsiteX75" fmla="*/ 62252 w 438750"/>
              <a:gd name="connsiteY75" fmla="*/ 515065 h 523125"/>
              <a:gd name="connsiteX76" fmla="*/ 197168 w 438750"/>
              <a:gd name="connsiteY76" fmla="*/ 535619 h 523125"/>
              <a:gd name="connsiteX77" fmla="*/ 331526 w 438750"/>
              <a:gd name="connsiteY77" fmla="*/ 516988 h 523125"/>
              <a:gd name="connsiteX78" fmla="*/ 331712 w 438750"/>
              <a:gd name="connsiteY78" fmla="*/ 516988 h 523125"/>
              <a:gd name="connsiteX79" fmla="*/ 332252 w 438750"/>
              <a:gd name="connsiteY79" fmla="*/ 516988 h 523125"/>
              <a:gd name="connsiteX80" fmla="*/ 393981 w 438750"/>
              <a:gd name="connsiteY80" fmla="*/ 252085 h 523125"/>
              <a:gd name="connsiteX81" fmla="*/ 392934 w 438750"/>
              <a:gd name="connsiteY81" fmla="*/ 252085 h 523125"/>
              <a:gd name="connsiteX82" fmla="*/ 10614 w 438750"/>
              <a:gd name="connsiteY82" fmla="*/ 252085 h 523125"/>
              <a:gd name="connsiteX83" fmla="*/ 103258 w 438750"/>
              <a:gd name="connsiteY83" fmla="*/ 493178 h 523125"/>
              <a:gd name="connsiteX84" fmla="*/ 98584 w 438750"/>
              <a:gd name="connsiteY84" fmla="*/ 493768 h 523125"/>
              <a:gd name="connsiteX85" fmla="*/ 80241 w 438750"/>
              <a:gd name="connsiteY85" fmla="*/ 479475 h 523125"/>
              <a:gd name="connsiteX86" fmla="*/ 38846 w 438750"/>
              <a:gd name="connsiteY86" fmla="*/ 316193 h 523125"/>
              <a:gd name="connsiteX87" fmla="*/ 52532 w 438750"/>
              <a:gd name="connsiteY87" fmla="*/ 293192 h 523125"/>
              <a:gd name="connsiteX88" fmla="*/ 75566 w 438750"/>
              <a:gd name="connsiteY88" fmla="*/ 306895 h 523125"/>
              <a:gd name="connsiteX89" fmla="*/ 116961 w 438750"/>
              <a:gd name="connsiteY89" fmla="*/ 470211 h 523125"/>
              <a:gd name="connsiteX90" fmla="*/ 103258 w 438750"/>
              <a:gd name="connsiteY90" fmla="*/ 493178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438750" h="523125">
                <a:moveTo>
                  <a:pt x="328067" y="226502"/>
                </a:moveTo>
                <a:lnTo>
                  <a:pt x="405456" y="89072"/>
                </a:lnTo>
                <a:lnTo>
                  <a:pt x="309673" y="35410"/>
                </a:lnTo>
                <a:lnTo>
                  <a:pt x="227087" y="182172"/>
                </a:lnTo>
                <a:lnTo>
                  <a:pt x="306349" y="226502"/>
                </a:lnTo>
                <a:lnTo>
                  <a:pt x="328067" y="226502"/>
                </a:lnTo>
                <a:close/>
                <a:moveTo>
                  <a:pt x="277155" y="165482"/>
                </a:moveTo>
                <a:cubicBezTo>
                  <a:pt x="275400" y="165972"/>
                  <a:pt x="273527" y="165735"/>
                  <a:pt x="271907" y="164858"/>
                </a:cubicBezTo>
                <a:lnTo>
                  <a:pt x="266828" y="161989"/>
                </a:lnTo>
                <a:cubicBezTo>
                  <a:pt x="263503" y="160133"/>
                  <a:pt x="262322" y="155948"/>
                  <a:pt x="264246" y="152657"/>
                </a:cubicBezTo>
                <a:lnTo>
                  <a:pt x="308154" y="74526"/>
                </a:lnTo>
                <a:cubicBezTo>
                  <a:pt x="309049" y="72940"/>
                  <a:pt x="310534" y="71775"/>
                  <a:pt x="312272" y="71286"/>
                </a:cubicBezTo>
                <a:cubicBezTo>
                  <a:pt x="314027" y="70797"/>
                  <a:pt x="315917" y="71016"/>
                  <a:pt x="317486" y="71910"/>
                </a:cubicBezTo>
                <a:lnTo>
                  <a:pt x="322667" y="74779"/>
                </a:lnTo>
                <a:cubicBezTo>
                  <a:pt x="325907" y="76635"/>
                  <a:pt x="327122" y="80820"/>
                  <a:pt x="325249" y="84111"/>
                </a:cubicBezTo>
                <a:lnTo>
                  <a:pt x="281323" y="162242"/>
                </a:lnTo>
                <a:cubicBezTo>
                  <a:pt x="280429" y="163812"/>
                  <a:pt x="278910" y="164993"/>
                  <a:pt x="277155" y="165482"/>
                </a:cubicBezTo>
                <a:close/>
                <a:moveTo>
                  <a:pt x="275079" y="226502"/>
                </a:moveTo>
                <a:lnTo>
                  <a:pt x="202061" y="226502"/>
                </a:lnTo>
                <a:lnTo>
                  <a:pt x="219594" y="195317"/>
                </a:lnTo>
                <a:lnTo>
                  <a:pt x="275079" y="226502"/>
                </a:lnTo>
                <a:close/>
                <a:moveTo>
                  <a:pt x="449516" y="107601"/>
                </a:moveTo>
                <a:lnTo>
                  <a:pt x="382523" y="226502"/>
                </a:lnTo>
                <a:lnTo>
                  <a:pt x="343929" y="226502"/>
                </a:lnTo>
                <a:lnTo>
                  <a:pt x="430650" y="72450"/>
                </a:lnTo>
                <a:lnTo>
                  <a:pt x="441332" y="78778"/>
                </a:lnTo>
                <a:cubicBezTo>
                  <a:pt x="451643" y="84567"/>
                  <a:pt x="455321" y="97307"/>
                  <a:pt x="449516" y="107601"/>
                </a:cubicBezTo>
                <a:close/>
                <a:moveTo>
                  <a:pt x="399583" y="68518"/>
                </a:moveTo>
                <a:lnTo>
                  <a:pt x="319376" y="23462"/>
                </a:lnTo>
                <a:cubicBezTo>
                  <a:pt x="331830" y="1322"/>
                  <a:pt x="359876" y="-6542"/>
                  <a:pt x="382016" y="5912"/>
                </a:cubicBezTo>
                <a:cubicBezTo>
                  <a:pt x="404190" y="18349"/>
                  <a:pt x="412037" y="46362"/>
                  <a:pt x="399583" y="68518"/>
                </a:cubicBezTo>
                <a:close/>
                <a:moveTo>
                  <a:pt x="50254" y="226502"/>
                </a:moveTo>
                <a:lnTo>
                  <a:pt x="72428" y="226502"/>
                </a:lnTo>
                <a:lnTo>
                  <a:pt x="65526" y="200532"/>
                </a:lnTo>
                <a:cubicBezTo>
                  <a:pt x="65121" y="198979"/>
                  <a:pt x="65323" y="197477"/>
                  <a:pt x="66167" y="196093"/>
                </a:cubicBezTo>
                <a:cubicBezTo>
                  <a:pt x="66960" y="194693"/>
                  <a:pt x="68310" y="193782"/>
                  <a:pt x="69863" y="193377"/>
                </a:cubicBezTo>
                <a:lnTo>
                  <a:pt x="75381" y="191976"/>
                </a:lnTo>
                <a:cubicBezTo>
                  <a:pt x="78587" y="191132"/>
                  <a:pt x="81894" y="192769"/>
                  <a:pt x="82772" y="195992"/>
                </a:cubicBezTo>
                <a:lnTo>
                  <a:pt x="90855" y="226519"/>
                </a:lnTo>
                <a:lnTo>
                  <a:pt x="150120" y="226519"/>
                </a:lnTo>
                <a:lnTo>
                  <a:pt x="120218" y="113035"/>
                </a:lnTo>
                <a:lnTo>
                  <a:pt x="26781" y="137402"/>
                </a:lnTo>
                <a:lnTo>
                  <a:pt x="50254" y="226502"/>
                </a:lnTo>
                <a:close/>
                <a:moveTo>
                  <a:pt x="58590" y="150565"/>
                </a:moveTo>
                <a:lnTo>
                  <a:pt x="64108" y="149130"/>
                </a:lnTo>
                <a:cubicBezTo>
                  <a:pt x="67348" y="148287"/>
                  <a:pt x="70656" y="150210"/>
                  <a:pt x="71516" y="153450"/>
                </a:cubicBezTo>
                <a:lnTo>
                  <a:pt x="74334" y="164233"/>
                </a:lnTo>
                <a:cubicBezTo>
                  <a:pt x="74739" y="165786"/>
                  <a:pt x="74537" y="167440"/>
                  <a:pt x="73727" y="168823"/>
                </a:cubicBezTo>
                <a:cubicBezTo>
                  <a:pt x="72900" y="170207"/>
                  <a:pt x="71584" y="171220"/>
                  <a:pt x="70014" y="171625"/>
                </a:cubicBezTo>
                <a:lnTo>
                  <a:pt x="64513" y="173076"/>
                </a:lnTo>
                <a:cubicBezTo>
                  <a:pt x="62961" y="173481"/>
                  <a:pt x="61324" y="173245"/>
                  <a:pt x="59923" y="172435"/>
                </a:cubicBezTo>
                <a:cubicBezTo>
                  <a:pt x="58506" y="171625"/>
                  <a:pt x="57493" y="170292"/>
                  <a:pt x="57122" y="168756"/>
                </a:cubicBezTo>
                <a:lnTo>
                  <a:pt x="54287" y="157956"/>
                </a:lnTo>
                <a:cubicBezTo>
                  <a:pt x="53426" y="154716"/>
                  <a:pt x="55367" y="151425"/>
                  <a:pt x="58590" y="150565"/>
                </a:cubicBezTo>
                <a:close/>
                <a:moveTo>
                  <a:pt x="17466" y="102218"/>
                </a:moveTo>
                <a:lnTo>
                  <a:pt x="110869" y="77698"/>
                </a:lnTo>
                <a:lnTo>
                  <a:pt x="117585" y="103281"/>
                </a:lnTo>
                <a:lnTo>
                  <a:pt x="24182" y="127800"/>
                </a:lnTo>
                <a:lnTo>
                  <a:pt x="17466" y="102218"/>
                </a:lnTo>
                <a:close/>
                <a:moveTo>
                  <a:pt x="14985" y="92852"/>
                </a:moveTo>
                <a:lnTo>
                  <a:pt x="108388" y="68282"/>
                </a:lnTo>
                <a:lnTo>
                  <a:pt x="99242" y="33503"/>
                </a:lnTo>
                <a:cubicBezTo>
                  <a:pt x="96306" y="22332"/>
                  <a:pt x="84864" y="15666"/>
                  <a:pt x="73710" y="18585"/>
                </a:cubicBezTo>
                <a:lnTo>
                  <a:pt x="20756" y="32490"/>
                </a:lnTo>
                <a:cubicBezTo>
                  <a:pt x="15390" y="33908"/>
                  <a:pt x="10800" y="37384"/>
                  <a:pt x="8016" y="42177"/>
                </a:cubicBezTo>
                <a:cubicBezTo>
                  <a:pt x="5214" y="46969"/>
                  <a:pt x="4455" y="52673"/>
                  <a:pt x="5839" y="58022"/>
                </a:cubicBezTo>
                <a:lnTo>
                  <a:pt x="14985" y="92852"/>
                </a:lnTo>
                <a:close/>
                <a:moveTo>
                  <a:pt x="80342" y="36523"/>
                </a:moveTo>
                <a:lnTo>
                  <a:pt x="85134" y="54732"/>
                </a:lnTo>
                <a:lnTo>
                  <a:pt x="28569" y="69598"/>
                </a:lnTo>
                <a:lnTo>
                  <a:pt x="23777" y="51373"/>
                </a:lnTo>
                <a:lnTo>
                  <a:pt x="80342" y="36523"/>
                </a:lnTo>
                <a:close/>
                <a:moveTo>
                  <a:pt x="10614" y="252068"/>
                </a:moveTo>
                <a:lnTo>
                  <a:pt x="0" y="252068"/>
                </a:lnTo>
                <a:lnTo>
                  <a:pt x="62269" y="514710"/>
                </a:lnTo>
                <a:cubicBezTo>
                  <a:pt x="62269" y="514828"/>
                  <a:pt x="62252" y="514963"/>
                  <a:pt x="62252" y="515065"/>
                </a:cubicBezTo>
                <a:cubicBezTo>
                  <a:pt x="62252" y="526405"/>
                  <a:pt x="122681" y="535619"/>
                  <a:pt x="197168" y="535619"/>
                </a:cubicBezTo>
                <a:cubicBezTo>
                  <a:pt x="267452" y="535619"/>
                  <a:pt x="325198" y="527451"/>
                  <a:pt x="331526" y="516988"/>
                </a:cubicBezTo>
                <a:lnTo>
                  <a:pt x="331712" y="516988"/>
                </a:lnTo>
                <a:lnTo>
                  <a:pt x="332252" y="516988"/>
                </a:lnTo>
                <a:lnTo>
                  <a:pt x="393981" y="252085"/>
                </a:lnTo>
                <a:lnTo>
                  <a:pt x="392934" y="252085"/>
                </a:lnTo>
                <a:lnTo>
                  <a:pt x="10614" y="252085"/>
                </a:lnTo>
                <a:close/>
                <a:moveTo>
                  <a:pt x="103258" y="493178"/>
                </a:moveTo>
                <a:cubicBezTo>
                  <a:pt x="101689" y="493549"/>
                  <a:pt x="100153" y="493768"/>
                  <a:pt x="98584" y="493768"/>
                </a:cubicBezTo>
                <a:cubicBezTo>
                  <a:pt x="90129" y="493768"/>
                  <a:pt x="82418" y="488048"/>
                  <a:pt x="80241" y="479475"/>
                </a:cubicBezTo>
                <a:lnTo>
                  <a:pt x="38846" y="316193"/>
                </a:lnTo>
                <a:cubicBezTo>
                  <a:pt x="36264" y="306051"/>
                  <a:pt x="42390" y="295774"/>
                  <a:pt x="52532" y="293192"/>
                </a:cubicBezTo>
                <a:cubicBezTo>
                  <a:pt x="62657" y="290644"/>
                  <a:pt x="72968" y="296719"/>
                  <a:pt x="75566" y="306895"/>
                </a:cubicBezTo>
                <a:lnTo>
                  <a:pt x="116961" y="470211"/>
                </a:lnTo>
                <a:cubicBezTo>
                  <a:pt x="119509" y="480285"/>
                  <a:pt x="113383" y="490596"/>
                  <a:pt x="103258" y="493178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26" name="图形 263"/>
          <p:cNvSpPr/>
          <p:nvPr/>
        </p:nvSpPr>
        <p:spPr>
          <a:xfrm>
            <a:off x="4610989" y="2006572"/>
            <a:ext cx="489375" cy="523125"/>
          </a:xfrm>
          <a:custGeom>
            <a:avLst/>
            <a:gdLst>
              <a:gd name="connsiteX0" fmla="*/ 447728 w 489375"/>
              <a:gd name="connsiteY0" fmla="*/ 0 h 523125"/>
              <a:gd name="connsiteX1" fmla="*/ 412695 w 489375"/>
              <a:gd name="connsiteY1" fmla="*/ 35033 h 523125"/>
              <a:gd name="connsiteX2" fmla="*/ 412695 w 489375"/>
              <a:gd name="connsiteY2" fmla="*/ 85843 h 523125"/>
              <a:gd name="connsiteX3" fmla="*/ 267519 w 489375"/>
              <a:gd name="connsiteY3" fmla="*/ 85843 h 523125"/>
              <a:gd name="connsiteX4" fmla="*/ 267519 w 489375"/>
              <a:gd name="connsiteY4" fmla="*/ 61206 h 523125"/>
              <a:gd name="connsiteX5" fmla="*/ 252872 w 489375"/>
              <a:gd name="connsiteY5" fmla="*/ 46558 h 523125"/>
              <a:gd name="connsiteX6" fmla="*/ 218261 w 489375"/>
              <a:gd name="connsiteY6" fmla="*/ 46558 h 523125"/>
              <a:gd name="connsiteX7" fmla="*/ 203614 w 489375"/>
              <a:gd name="connsiteY7" fmla="*/ 61206 h 523125"/>
              <a:gd name="connsiteX8" fmla="*/ 203614 w 489375"/>
              <a:gd name="connsiteY8" fmla="*/ 85843 h 523125"/>
              <a:gd name="connsiteX9" fmla="*/ 181710 w 489375"/>
              <a:gd name="connsiteY9" fmla="*/ 85843 h 523125"/>
              <a:gd name="connsiteX10" fmla="*/ 181710 w 489375"/>
              <a:gd name="connsiteY10" fmla="*/ 61206 h 523125"/>
              <a:gd name="connsiteX11" fmla="*/ 167063 w 489375"/>
              <a:gd name="connsiteY11" fmla="*/ 46558 h 523125"/>
              <a:gd name="connsiteX12" fmla="*/ 132435 w 489375"/>
              <a:gd name="connsiteY12" fmla="*/ 46558 h 523125"/>
              <a:gd name="connsiteX13" fmla="*/ 117788 w 489375"/>
              <a:gd name="connsiteY13" fmla="*/ 61206 h 523125"/>
              <a:gd name="connsiteX14" fmla="*/ 117788 w 489375"/>
              <a:gd name="connsiteY14" fmla="*/ 85843 h 523125"/>
              <a:gd name="connsiteX15" fmla="*/ 85809 w 489375"/>
              <a:gd name="connsiteY15" fmla="*/ 85843 h 523125"/>
              <a:gd name="connsiteX16" fmla="*/ 85809 w 489375"/>
              <a:gd name="connsiteY16" fmla="*/ 35033 h 523125"/>
              <a:gd name="connsiteX17" fmla="*/ 50777 w 489375"/>
              <a:gd name="connsiteY17" fmla="*/ 0 h 523125"/>
              <a:gd name="connsiteX18" fmla="*/ 42390 w 489375"/>
              <a:gd name="connsiteY18" fmla="*/ 0 h 523125"/>
              <a:gd name="connsiteX19" fmla="*/ 0 w 489375"/>
              <a:gd name="connsiteY19" fmla="*/ 42390 h 523125"/>
              <a:gd name="connsiteX20" fmla="*/ 0 w 489375"/>
              <a:gd name="connsiteY20" fmla="*/ 499112 h 523125"/>
              <a:gd name="connsiteX21" fmla="*/ 35033 w 489375"/>
              <a:gd name="connsiteY21" fmla="*/ 534144 h 523125"/>
              <a:gd name="connsiteX22" fmla="*/ 50794 w 489375"/>
              <a:gd name="connsiteY22" fmla="*/ 534144 h 523125"/>
              <a:gd name="connsiteX23" fmla="*/ 85826 w 489375"/>
              <a:gd name="connsiteY23" fmla="*/ 499112 h 523125"/>
              <a:gd name="connsiteX24" fmla="*/ 85826 w 489375"/>
              <a:gd name="connsiteY24" fmla="*/ 456536 h 523125"/>
              <a:gd name="connsiteX25" fmla="*/ 324152 w 489375"/>
              <a:gd name="connsiteY25" fmla="*/ 456536 h 523125"/>
              <a:gd name="connsiteX26" fmla="*/ 324152 w 489375"/>
              <a:gd name="connsiteY26" fmla="*/ 480246 h 523125"/>
              <a:gd name="connsiteX27" fmla="*/ 338799 w 489375"/>
              <a:gd name="connsiteY27" fmla="*/ 494893 h 523125"/>
              <a:gd name="connsiteX28" fmla="*/ 373410 w 489375"/>
              <a:gd name="connsiteY28" fmla="*/ 494893 h 523125"/>
              <a:gd name="connsiteX29" fmla="*/ 388058 w 489375"/>
              <a:gd name="connsiteY29" fmla="*/ 480246 h 523125"/>
              <a:gd name="connsiteX30" fmla="*/ 388058 w 489375"/>
              <a:gd name="connsiteY30" fmla="*/ 456536 h 523125"/>
              <a:gd name="connsiteX31" fmla="*/ 412695 w 489375"/>
              <a:gd name="connsiteY31" fmla="*/ 456536 h 523125"/>
              <a:gd name="connsiteX32" fmla="*/ 412695 w 489375"/>
              <a:gd name="connsiteY32" fmla="*/ 499112 h 523125"/>
              <a:gd name="connsiteX33" fmla="*/ 447728 w 489375"/>
              <a:gd name="connsiteY33" fmla="*/ 534144 h 523125"/>
              <a:gd name="connsiteX34" fmla="*/ 462594 w 489375"/>
              <a:gd name="connsiteY34" fmla="*/ 534144 h 523125"/>
              <a:gd name="connsiteX35" fmla="*/ 497627 w 489375"/>
              <a:gd name="connsiteY35" fmla="*/ 499112 h 523125"/>
              <a:gd name="connsiteX36" fmla="*/ 497627 w 489375"/>
              <a:gd name="connsiteY36" fmla="*/ 35033 h 523125"/>
              <a:gd name="connsiteX37" fmla="*/ 462594 w 489375"/>
              <a:gd name="connsiteY37" fmla="*/ 0 h 523125"/>
              <a:gd name="connsiteX38" fmla="*/ 447728 w 489375"/>
              <a:gd name="connsiteY38" fmla="*/ 0 h 523125"/>
              <a:gd name="connsiteX39" fmla="*/ 117771 w 489375"/>
              <a:gd name="connsiteY39" fmla="*/ 127811 h 523125"/>
              <a:gd name="connsiteX40" fmla="*/ 117771 w 489375"/>
              <a:gd name="connsiteY40" fmla="*/ 152449 h 523125"/>
              <a:gd name="connsiteX41" fmla="*/ 132418 w 489375"/>
              <a:gd name="connsiteY41" fmla="*/ 167096 h 523125"/>
              <a:gd name="connsiteX42" fmla="*/ 167046 w 489375"/>
              <a:gd name="connsiteY42" fmla="*/ 167096 h 523125"/>
              <a:gd name="connsiteX43" fmla="*/ 181693 w 489375"/>
              <a:gd name="connsiteY43" fmla="*/ 152449 h 523125"/>
              <a:gd name="connsiteX44" fmla="*/ 181693 w 489375"/>
              <a:gd name="connsiteY44" fmla="*/ 127811 h 523125"/>
              <a:gd name="connsiteX45" fmla="*/ 203614 w 489375"/>
              <a:gd name="connsiteY45" fmla="*/ 127811 h 523125"/>
              <a:gd name="connsiteX46" fmla="*/ 203614 w 489375"/>
              <a:gd name="connsiteY46" fmla="*/ 152449 h 523125"/>
              <a:gd name="connsiteX47" fmla="*/ 218261 w 489375"/>
              <a:gd name="connsiteY47" fmla="*/ 167096 h 523125"/>
              <a:gd name="connsiteX48" fmla="*/ 252872 w 489375"/>
              <a:gd name="connsiteY48" fmla="*/ 167096 h 523125"/>
              <a:gd name="connsiteX49" fmla="*/ 267519 w 489375"/>
              <a:gd name="connsiteY49" fmla="*/ 152449 h 523125"/>
              <a:gd name="connsiteX50" fmla="*/ 267519 w 489375"/>
              <a:gd name="connsiteY50" fmla="*/ 127811 h 523125"/>
              <a:gd name="connsiteX51" fmla="*/ 412712 w 489375"/>
              <a:gd name="connsiteY51" fmla="*/ 127811 h 523125"/>
              <a:gd name="connsiteX52" fmla="*/ 412712 w 489375"/>
              <a:gd name="connsiteY52" fmla="*/ 250172 h 523125"/>
              <a:gd name="connsiteX53" fmla="*/ 388058 w 489375"/>
              <a:gd name="connsiteY53" fmla="*/ 250172 h 523125"/>
              <a:gd name="connsiteX54" fmla="*/ 388058 w 489375"/>
              <a:gd name="connsiteY54" fmla="*/ 221923 h 523125"/>
              <a:gd name="connsiteX55" fmla="*/ 373410 w 489375"/>
              <a:gd name="connsiteY55" fmla="*/ 207276 h 523125"/>
              <a:gd name="connsiteX56" fmla="*/ 338783 w 489375"/>
              <a:gd name="connsiteY56" fmla="*/ 207276 h 523125"/>
              <a:gd name="connsiteX57" fmla="*/ 324135 w 489375"/>
              <a:gd name="connsiteY57" fmla="*/ 221923 h 523125"/>
              <a:gd name="connsiteX58" fmla="*/ 324135 w 489375"/>
              <a:gd name="connsiteY58" fmla="*/ 250172 h 523125"/>
              <a:gd name="connsiteX59" fmla="*/ 302231 w 489375"/>
              <a:gd name="connsiteY59" fmla="*/ 250172 h 523125"/>
              <a:gd name="connsiteX60" fmla="*/ 302231 w 489375"/>
              <a:gd name="connsiteY60" fmla="*/ 221923 h 523125"/>
              <a:gd name="connsiteX61" fmla="*/ 287584 w 489375"/>
              <a:gd name="connsiteY61" fmla="*/ 207276 h 523125"/>
              <a:gd name="connsiteX62" fmla="*/ 252973 w 489375"/>
              <a:gd name="connsiteY62" fmla="*/ 207276 h 523125"/>
              <a:gd name="connsiteX63" fmla="*/ 238326 w 489375"/>
              <a:gd name="connsiteY63" fmla="*/ 221923 h 523125"/>
              <a:gd name="connsiteX64" fmla="*/ 238326 w 489375"/>
              <a:gd name="connsiteY64" fmla="*/ 250172 h 523125"/>
              <a:gd name="connsiteX65" fmla="*/ 207276 w 489375"/>
              <a:gd name="connsiteY65" fmla="*/ 250172 h 523125"/>
              <a:gd name="connsiteX66" fmla="*/ 207276 w 489375"/>
              <a:gd name="connsiteY66" fmla="*/ 221923 h 523125"/>
              <a:gd name="connsiteX67" fmla="*/ 192628 w 489375"/>
              <a:gd name="connsiteY67" fmla="*/ 207276 h 523125"/>
              <a:gd name="connsiteX68" fmla="*/ 158018 w 489375"/>
              <a:gd name="connsiteY68" fmla="*/ 207276 h 523125"/>
              <a:gd name="connsiteX69" fmla="*/ 143370 w 489375"/>
              <a:gd name="connsiteY69" fmla="*/ 221923 h 523125"/>
              <a:gd name="connsiteX70" fmla="*/ 143370 w 489375"/>
              <a:gd name="connsiteY70" fmla="*/ 250172 h 523125"/>
              <a:gd name="connsiteX71" fmla="*/ 85809 w 489375"/>
              <a:gd name="connsiteY71" fmla="*/ 250172 h 523125"/>
              <a:gd name="connsiteX72" fmla="*/ 85809 w 489375"/>
              <a:gd name="connsiteY72" fmla="*/ 127811 h 523125"/>
              <a:gd name="connsiteX73" fmla="*/ 117771 w 489375"/>
              <a:gd name="connsiteY73" fmla="*/ 127811 h 523125"/>
              <a:gd name="connsiteX74" fmla="*/ 388041 w 489375"/>
              <a:gd name="connsiteY74" fmla="*/ 413623 h 523125"/>
              <a:gd name="connsiteX75" fmla="*/ 388041 w 489375"/>
              <a:gd name="connsiteY75" fmla="*/ 389964 h 523125"/>
              <a:gd name="connsiteX76" fmla="*/ 373393 w 489375"/>
              <a:gd name="connsiteY76" fmla="*/ 375317 h 523125"/>
              <a:gd name="connsiteX77" fmla="*/ 338766 w 489375"/>
              <a:gd name="connsiteY77" fmla="*/ 375317 h 523125"/>
              <a:gd name="connsiteX78" fmla="*/ 324118 w 489375"/>
              <a:gd name="connsiteY78" fmla="*/ 389964 h 523125"/>
              <a:gd name="connsiteX79" fmla="*/ 324118 w 489375"/>
              <a:gd name="connsiteY79" fmla="*/ 413623 h 523125"/>
              <a:gd name="connsiteX80" fmla="*/ 85793 w 489375"/>
              <a:gd name="connsiteY80" fmla="*/ 413623 h 523125"/>
              <a:gd name="connsiteX81" fmla="*/ 85793 w 489375"/>
              <a:gd name="connsiteY81" fmla="*/ 292174 h 523125"/>
              <a:gd name="connsiteX82" fmla="*/ 143336 w 489375"/>
              <a:gd name="connsiteY82" fmla="*/ 292174 h 523125"/>
              <a:gd name="connsiteX83" fmla="*/ 143336 w 489375"/>
              <a:gd name="connsiteY83" fmla="*/ 312221 h 523125"/>
              <a:gd name="connsiteX84" fmla="*/ 157984 w 489375"/>
              <a:gd name="connsiteY84" fmla="*/ 326869 h 523125"/>
              <a:gd name="connsiteX85" fmla="*/ 192594 w 489375"/>
              <a:gd name="connsiteY85" fmla="*/ 326869 h 523125"/>
              <a:gd name="connsiteX86" fmla="*/ 207242 w 489375"/>
              <a:gd name="connsiteY86" fmla="*/ 312221 h 523125"/>
              <a:gd name="connsiteX87" fmla="*/ 207242 w 489375"/>
              <a:gd name="connsiteY87" fmla="*/ 292174 h 523125"/>
              <a:gd name="connsiteX88" fmla="*/ 238292 w 489375"/>
              <a:gd name="connsiteY88" fmla="*/ 292174 h 523125"/>
              <a:gd name="connsiteX89" fmla="*/ 238292 w 489375"/>
              <a:gd name="connsiteY89" fmla="*/ 312221 h 523125"/>
              <a:gd name="connsiteX90" fmla="*/ 252939 w 489375"/>
              <a:gd name="connsiteY90" fmla="*/ 326869 h 523125"/>
              <a:gd name="connsiteX91" fmla="*/ 287550 w 489375"/>
              <a:gd name="connsiteY91" fmla="*/ 326869 h 523125"/>
              <a:gd name="connsiteX92" fmla="*/ 302198 w 489375"/>
              <a:gd name="connsiteY92" fmla="*/ 312221 h 523125"/>
              <a:gd name="connsiteX93" fmla="*/ 302198 w 489375"/>
              <a:gd name="connsiteY93" fmla="*/ 292174 h 523125"/>
              <a:gd name="connsiteX94" fmla="*/ 324101 w 489375"/>
              <a:gd name="connsiteY94" fmla="*/ 292174 h 523125"/>
              <a:gd name="connsiteX95" fmla="*/ 324101 w 489375"/>
              <a:gd name="connsiteY95" fmla="*/ 312221 h 523125"/>
              <a:gd name="connsiteX96" fmla="*/ 338749 w 489375"/>
              <a:gd name="connsiteY96" fmla="*/ 326869 h 523125"/>
              <a:gd name="connsiteX97" fmla="*/ 373376 w 489375"/>
              <a:gd name="connsiteY97" fmla="*/ 326869 h 523125"/>
              <a:gd name="connsiteX98" fmla="*/ 388024 w 489375"/>
              <a:gd name="connsiteY98" fmla="*/ 312221 h 523125"/>
              <a:gd name="connsiteX99" fmla="*/ 388024 w 489375"/>
              <a:gd name="connsiteY99" fmla="*/ 292174 h 523125"/>
              <a:gd name="connsiteX100" fmla="*/ 412678 w 489375"/>
              <a:gd name="connsiteY100" fmla="*/ 292174 h 523125"/>
              <a:gd name="connsiteX101" fmla="*/ 412678 w 489375"/>
              <a:gd name="connsiteY101" fmla="*/ 413623 h 523125"/>
              <a:gd name="connsiteX102" fmla="*/ 388041 w 489375"/>
              <a:gd name="connsiteY102" fmla="*/ 413623 h 523125"/>
              <a:gd name="connsiteX103" fmla="*/ 388041 w 489375"/>
              <a:gd name="connsiteY103" fmla="*/ 413623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89375" h="523125">
                <a:moveTo>
                  <a:pt x="447728" y="0"/>
                </a:moveTo>
                <a:cubicBezTo>
                  <a:pt x="428389" y="0"/>
                  <a:pt x="412695" y="15694"/>
                  <a:pt x="412695" y="35033"/>
                </a:cubicBezTo>
                <a:lnTo>
                  <a:pt x="412695" y="85843"/>
                </a:lnTo>
                <a:lnTo>
                  <a:pt x="267519" y="85843"/>
                </a:lnTo>
                <a:lnTo>
                  <a:pt x="267519" y="61206"/>
                </a:lnTo>
                <a:cubicBezTo>
                  <a:pt x="267519" y="53123"/>
                  <a:pt x="260955" y="46558"/>
                  <a:pt x="252872" y="46558"/>
                </a:cubicBezTo>
                <a:lnTo>
                  <a:pt x="218261" y="46558"/>
                </a:lnTo>
                <a:cubicBezTo>
                  <a:pt x="210178" y="46558"/>
                  <a:pt x="203614" y="53123"/>
                  <a:pt x="203614" y="61206"/>
                </a:cubicBezTo>
                <a:lnTo>
                  <a:pt x="203614" y="85843"/>
                </a:lnTo>
                <a:lnTo>
                  <a:pt x="181710" y="85843"/>
                </a:lnTo>
                <a:lnTo>
                  <a:pt x="181710" y="61206"/>
                </a:lnTo>
                <a:cubicBezTo>
                  <a:pt x="181710" y="53123"/>
                  <a:pt x="175146" y="46558"/>
                  <a:pt x="167063" y="46558"/>
                </a:cubicBezTo>
                <a:lnTo>
                  <a:pt x="132435" y="46558"/>
                </a:lnTo>
                <a:cubicBezTo>
                  <a:pt x="124335" y="46558"/>
                  <a:pt x="117788" y="53123"/>
                  <a:pt x="117788" y="61206"/>
                </a:cubicBezTo>
                <a:lnTo>
                  <a:pt x="117788" y="85843"/>
                </a:lnTo>
                <a:lnTo>
                  <a:pt x="85809" y="85843"/>
                </a:lnTo>
                <a:lnTo>
                  <a:pt x="85809" y="35033"/>
                </a:lnTo>
                <a:cubicBezTo>
                  <a:pt x="85809" y="15677"/>
                  <a:pt x="70133" y="0"/>
                  <a:pt x="50777" y="0"/>
                </a:cubicBezTo>
                <a:lnTo>
                  <a:pt x="42390" y="0"/>
                </a:lnTo>
                <a:cubicBezTo>
                  <a:pt x="18968" y="0"/>
                  <a:pt x="0" y="18984"/>
                  <a:pt x="0" y="42390"/>
                </a:cubicBezTo>
                <a:lnTo>
                  <a:pt x="0" y="499112"/>
                </a:lnTo>
                <a:cubicBezTo>
                  <a:pt x="0" y="518451"/>
                  <a:pt x="15677" y="534144"/>
                  <a:pt x="35033" y="534144"/>
                </a:cubicBezTo>
                <a:lnTo>
                  <a:pt x="50794" y="534144"/>
                </a:lnTo>
                <a:cubicBezTo>
                  <a:pt x="70133" y="534144"/>
                  <a:pt x="85826" y="518451"/>
                  <a:pt x="85826" y="499112"/>
                </a:cubicBezTo>
                <a:lnTo>
                  <a:pt x="85826" y="456536"/>
                </a:lnTo>
                <a:lnTo>
                  <a:pt x="324152" y="456536"/>
                </a:lnTo>
                <a:lnTo>
                  <a:pt x="324152" y="480246"/>
                </a:lnTo>
                <a:cubicBezTo>
                  <a:pt x="324152" y="488329"/>
                  <a:pt x="330716" y="494893"/>
                  <a:pt x="338799" y="494893"/>
                </a:cubicBezTo>
                <a:lnTo>
                  <a:pt x="373410" y="494893"/>
                </a:lnTo>
                <a:cubicBezTo>
                  <a:pt x="381493" y="494893"/>
                  <a:pt x="388058" y="488329"/>
                  <a:pt x="388058" y="480246"/>
                </a:cubicBezTo>
                <a:lnTo>
                  <a:pt x="388058" y="456536"/>
                </a:lnTo>
                <a:lnTo>
                  <a:pt x="412695" y="456536"/>
                </a:lnTo>
                <a:lnTo>
                  <a:pt x="412695" y="499112"/>
                </a:lnTo>
                <a:cubicBezTo>
                  <a:pt x="412695" y="518451"/>
                  <a:pt x="428372" y="534144"/>
                  <a:pt x="447728" y="534144"/>
                </a:cubicBezTo>
                <a:lnTo>
                  <a:pt x="462594" y="534144"/>
                </a:lnTo>
                <a:cubicBezTo>
                  <a:pt x="481933" y="534144"/>
                  <a:pt x="497627" y="518451"/>
                  <a:pt x="497627" y="499112"/>
                </a:cubicBezTo>
                <a:lnTo>
                  <a:pt x="497627" y="35033"/>
                </a:lnTo>
                <a:cubicBezTo>
                  <a:pt x="497627" y="15677"/>
                  <a:pt x="481950" y="0"/>
                  <a:pt x="462594" y="0"/>
                </a:cubicBezTo>
                <a:lnTo>
                  <a:pt x="447728" y="0"/>
                </a:lnTo>
                <a:close/>
                <a:moveTo>
                  <a:pt x="117771" y="127811"/>
                </a:moveTo>
                <a:lnTo>
                  <a:pt x="117771" y="152449"/>
                </a:lnTo>
                <a:cubicBezTo>
                  <a:pt x="117771" y="160532"/>
                  <a:pt x="124335" y="167096"/>
                  <a:pt x="132418" y="167096"/>
                </a:cubicBezTo>
                <a:lnTo>
                  <a:pt x="167046" y="167096"/>
                </a:lnTo>
                <a:cubicBezTo>
                  <a:pt x="175129" y="167096"/>
                  <a:pt x="181693" y="160532"/>
                  <a:pt x="181693" y="152449"/>
                </a:cubicBezTo>
                <a:lnTo>
                  <a:pt x="181693" y="127811"/>
                </a:lnTo>
                <a:lnTo>
                  <a:pt x="203614" y="127811"/>
                </a:lnTo>
                <a:lnTo>
                  <a:pt x="203614" y="152449"/>
                </a:lnTo>
                <a:cubicBezTo>
                  <a:pt x="203614" y="160532"/>
                  <a:pt x="210178" y="167096"/>
                  <a:pt x="218261" y="167096"/>
                </a:cubicBezTo>
                <a:lnTo>
                  <a:pt x="252872" y="167096"/>
                </a:lnTo>
                <a:cubicBezTo>
                  <a:pt x="260955" y="167096"/>
                  <a:pt x="267519" y="160532"/>
                  <a:pt x="267519" y="152449"/>
                </a:cubicBezTo>
                <a:lnTo>
                  <a:pt x="267519" y="127811"/>
                </a:lnTo>
                <a:lnTo>
                  <a:pt x="412712" y="127811"/>
                </a:lnTo>
                <a:lnTo>
                  <a:pt x="412712" y="250172"/>
                </a:lnTo>
                <a:lnTo>
                  <a:pt x="388058" y="250172"/>
                </a:lnTo>
                <a:lnTo>
                  <a:pt x="388058" y="221923"/>
                </a:lnTo>
                <a:cubicBezTo>
                  <a:pt x="388058" y="213840"/>
                  <a:pt x="381493" y="207276"/>
                  <a:pt x="373410" y="207276"/>
                </a:cubicBezTo>
                <a:lnTo>
                  <a:pt x="338783" y="207276"/>
                </a:lnTo>
                <a:cubicBezTo>
                  <a:pt x="330699" y="207276"/>
                  <a:pt x="324135" y="213840"/>
                  <a:pt x="324135" y="221923"/>
                </a:cubicBezTo>
                <a:lnTo>
                  <a:pt x="324135" y="250172"/>
                </a:lnTo>
                <a:lnTo>
                  <a:pt x="302231" y="250172"/>
                </a:lnTo>
                <a:lnTo>
                  <a:pt x="302231" y="221923"/>
                </a:lnTo>
                <a:cubicBezTo>
                  <a:pt x="302231" y="213840"/>
                  <a:pt x="295667" y="207276"/>
                  <a:pt x="287584" y="207276"/>
                </a:cubicBezTo>
                <a:lnTo>
                  <a:pt x="252973" y="207276"/>
                </a:lnTo>
                <a:cubicBezTo>
                  <a:pt x="244890" y="207276"/>
                  <a:pt x="238326" y="213840"/>
                  <a:pt x="238326" y="221923"/>
                </a:cubicBezTo>
                <a:lnTo>
                  <a:pt x="238326" y="250172"/>
                </a:lnTo>
                <a:lnTo>
                  <a:pt x="207276" y="250172"/>
                </a:lnTo>
                <a:lnTo>
                  <a:pt x="207276" y="221923"/>
                </a:lnTo>
                <a:cubicBezTo>
                  <a:pt x="207276" y="213840"/>
                  <a:pt x="200711" y="207276"/>
                  <a:pt x="192628" y="207276"/>
                </a:cubicBezTo>
                <a:lnTo>
                  <a:pt x="158018" y="207276"/>
                </a:lnTo>
                <a:cubicBezTo>
                  <a:pt x="149934" y="207276"/>
                  <a:pt x="143370" y="213840"/>
                  <a:pt x="143370" y="221923"/>
                </a:cubicBezTo>
                <a:lnTo>
                  <a:pt x="143370" y="250172"/>
                </a:lnTo>
                <a:lnTo>
                  <a:pt x="85809" y="250172"/>
                </a:lnTo>
                <a:lnTo>
                  <a:pt x="85809" y="127811"/>
                </a:lnTo>
                <a:lnTo>
                  <a:pt x="117771" y="127811"/>
                </a:lnTo>
                <a:close/>
                <a:moveTo>
                  <a:pt x="388041" y="413623"/>
                </a:moveTo>
                <a:lnTo>
                  <a:pt x="388041" y="389964"/>
                </a:lnTo>
                <a:cubicBezTo>
                  <a:pt x="388041" y="381881"/>
                  <a:pt x="381459" y="375317"/>
                  <a:pt x="373393" y="375317"/>
                </a:cubicBezTo>
                <a:lnTo>
                  <a:pt x="338766" y="375317"/>
                </a:lnTo>
                <a:cubicBezTo>
                  <a:pt x="330683" y="375317"/>
                  <a:pt x="324118" y="381898"/>
                  <a:pt x="324118" y="389964"/>
                </a:cubicBezTo>
                <a:lnTo>
                  <a:pt x="324118" y="413623"/>
                </a:lnTo>
                <a:lnTo>
                  <a:pt x="85793" y="413623"/>
                </a:lnTo>
                <a:lnTo>
                  <a:pt x="85793" y="292174"/>
                </a:lnTo>
                <a:lnTo>
                  <a:pt x="143336" y="292174"/>
                </a:lnTo>
                <a:lnTo>
                  <a:pt x="143336" y="312221"/>
                </a:lnTo>
                <a:cubicBezTo>
                  <a:pt x="143336" y="320304"/>
                  <a:pt x="149901" y="326869"/>
                  <a:pt x="157984" y="326869"/>
                </a:cubicBezTo>
                <a:lnTo>
                  <a:pt x="192594" y="326869"/>
                </a:lnTo>
                <a:cubicBezTo>
                  <a:pt x="200694" y="326869"/>
                  <a:pt x="207242" y="320304"/>
                  <a:pt x="207242" y="312221"/>
                </a:cubicBezTo>
                <a:lnTo>
                  <a:pt x="207242" y="292174"/>
                </a:lnTo>
                <a:lnTo>
                  <a:pt x="238292" y="292174"/>
                </a:lnTo>
                <a:lnTo>
                  <a:pt x="238292" y="312221"/>
                </a:lnTo>
                <a:cubicBezTo>
                  <a:pt x="238292" y="320304"/>
                  <a:pt x="244856" y="326869"/>
                  <a:pt x="252939" y="326869"/>
                </a:cubicBezTo>
                <a:lnTo>
                  <a:pt x="287550" y="326869"/>
                </a:lnTo>
                <a:cubicBezTo>
                  <a:pt x="295633" y="326869"/>
                  <a:pt x="302198" y="320304"/>
                  <a:pt x="302198" y="312221"/>
                </a:cubicBezTo>
                <a:lnTo>
                  <a:pt x="302198" y="292174"/>
                </a:lnTo>
                <a:lnTo>
                  <a:pt x="324101" y="292174"/>
                </a:lnTo>
                <a:lnTo>
                  <a:pt x="324101" y="312221"/>
                </a:lnTo>
                <a:cubicBezTo>
                  <a:pt x="324101" y="320304"/>
                  <a:pt x="330683" y="326869"/>
                  <a:pt x="338749" y="326869"/>
                </a:cubicBezTo>
                <a:lnTo>
                  <a:pt x="373376" y="326869"/>
                </a:lnTo>
                <a:cubicBezTo>
                  <a:pt x="381459" y="326869"/>
                  <a:pt x="388024" y="320304"/>
                  <a:pt x="388024" y="312221"/>
                </a:cubicBezTo>
                <a:lnTo>
                  <a:pt x="388024" y="292174"/>
                </a:lnTo>
                <a:lnTo>
                  <a:pt x="412678" y="292174"/>
                </a:lnTo>
                <a:lnTo>
                  <a:pt x="412678" y="413623"/>
                </a:lnTo>
                <a:lnTo>
                  <a:pt x="388041" y="413623"/>
                </a:lnTo>
                <a:lnTo>
                  <a:pt x="388041" y="413623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27" name="图形 235"/>
          <p:cNvSpPr/>
          <p:nvPr/>
        </p:nvSpPr>
        <p:spPr>
          <a:xfrm>
            <a:off x="5830189" y="2015009"/>
            <a:ext cx="523125" cy="506250"/>
          </a:xfrm>
          <a:custGeom>
            <a:avLst/>
            <a:gdLst>
              <a:gd name="connsiteX0" fmla="*/ 496930 w 523125"/>
              <a:gd name="connsiteY0" fmla="*/ 72860 h 506250"/>
              <a:gd name="connsiteX1" fmla="*/ 216333 w 523125"/>
              <a:gd name="connsiteY1" fmla="*/ 10929 h 506250"/>
              <a:gd name="connsiteX2" fmla="*/ 37897 w 523125"/>
              <a:gd name="connsiteY2" fmla="*/ 253777 h 506250"/>
              <a:gd name="connsiteX3" fmla="*/ 1615 w 523125"/>
              <a:gd name="connsiteY3" fmla="*/ 327875 h 506250"/>
              <a:gd name="connsiteX4" fmla="*/ 1244 w 523125"/>
              <a:gd name="connsiteY4" fmla="*/ 341021 h 506250"/>
              <a:gd name="connsiteX5" fmla="*/ 10897 w 523125"/>
              <a:gd name="connsiteY5" fmla="*/ 349948 h 506250"/>
              <a:gd name="connsiteX6" fmla="*/ 36175 w 523125"/>
              <a:gd name="connsiteY6" fmla="*/ 358318 h 506250"/>
              <a:gd name="connsiteX7" fmla="*/ 158030 w 523125"/>
              <a:gd name="connsiteY7" fmla="*/ 513821 h 506250"/>
              <a:gd name="connsiteX8" fmla="*/ 421786 w 523125"/>
              <a:gd name="connsiteY8" fmla="*/ 402379 h 506250"/>
              <a:gd name="connsiteX9" fmla="*/ 496930 w 523125"/>
              <a:gd name="connsiteY9" fmla="*/ 72860 h 506250"/>
              <a:gd name="connsiteX10" fmla="*/ 432198 w 523125"/>
              <a:gd name="connsiteY10" fmla="*/ 299779 h 506250"/>
              <a:gd name="connsiteX11" fmla="*/ 370503 w 523125"/>
              <a:gd name="connsiteY11" fmla="*/ 319708 h 506250"/>
              <a:gd name="connsiteX12" fmla="*/ 317853 w 523125"/>
              <a:gd name="connsiteY12" fmla="*/ 344649 h 506250"/>
              <a:gd name="connsiteX13" fmla="*/ 309466 w 523125"/>
              <a:gd name="connsiteY13" fmla="*/ 348244 h 506250"/>
              <a:gd name="connsiteX14" fmla="*/ 301484 w 523125"/>
              <a:gd name="connsiteY14" fmla="*/ 345071 h 506250"/>
              <a:gd name="connsiteX15" fmla="*/ 301079 w 523125"/>
              <a:gd name="connsiteY15" fmla="*/ 328652 h 506250"/>
              <a:gd name="connsiteX16" fmla="*/ 369676 w 523125"/>
              <a:gd name="connsiteY16" fmla="*/ 296589 h 506250"/>
              <a:gd name="connsiteX17" fmla="*/ 417061 w 523125"/>
              <a:gd name="connsiteY17" fmla="*/ 282144 h 506250"/>
              <a:gd name="connsiteX18" fmla="*/ 365575 w 523125"/>
              <a:gd name="connsiteY18" fmla="*/ 267024 h 506250"/>
              <a:gd name="connsiteX19" fmla="*/ 230305 w 523125"/>
              <a:gd name="connsiteY19" fmla="*/ 196605 h 506250"/>
              <a:gd name="connsiteX20" fmla="*/ 354033 w 523125"/>
              <a:gd name="connsiteY20" fmla="*/ 72928 h 506250"/>
              <a:gd name="connsiteX21" fmla="*/ 477727 w 523125"/>
              <a:gd name="connsiteY21" fmla="*/ 196605 h 506250"/>
              <a:gd name="connsiteX22" fmla="*/ 477727 w 523125"/>
              <a:gd name="connsiteY22" fmla="*/ 196858 h 506250"/>
              <a:gd name="connsiteX23" fmla="*/ 432198 w 523125"/>
              <a:gd name="connsiteY23" fmla="*/ 299779 h 50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3125" h="506250">
                <a:moveTo>
                  <a:pt x="496930" y="72860"/>
                </a:moveTo>
                <a:cubicBezTo>
                  <a:pt x="451672" y="18540"/>
                  <a:pt x="324097" y="-19800"/>
                  <a:pt x="216333" y="10929"/>
                </a:cubicBezTo>
                <a:cubicBezTo>
                  <a:pt x="98900" y="44443"/>
                  <a:pt x="41963" y="119537"/>
                  <a:pt x="37897" y="253777"/>
                </a:cubicBezTo>
                <a:lnTo>
                  <a:pt x="1615" y="327875"/>
                </a:lnTo>
                <a:cubicBezTo>
                  <a:pt x="-410" y="331993"/>
                  <a:pt x="-528" y="336785"/>
                  <a:pt x="1244" y="341021"/>
                </a:cubicBezTo>
                <a:cubicBezTo>
                  <a:pt x="3016" y="345240"/>
                  <a:pt x="6543" y="348497"/>
                  <a:pt x="10897" y="349948"/>
                </a:cubicBezTo>
                <a:lnTo>
                  <a:pt x="36175" y="358318"/>
                </a:lnTo>
                <a:cubicBezTo>
                  <a:pt x="33003" y="482670"/>
                  <a:pt x="34184" y="513821"/>
                  <a:pt x="158030" y="513821"/>
                </a:cubicBezTo>
                <a:cubicBezTo>
                  <a:pt x="284879" y="513821"/>
                  <a:pt x="268595" y="420587"/>
                  <a:pt x="421786" y="402379"/>
                </a:cubicBezTo>
                <a:cubicBezTo>
                  <a:pt x="535017" y="388912"/>
                  <a:pt x="574606" y="166061"/>
                  <a:pt x="496930" y="72860"/>
                </a:cubicBezTo>
                <a:close/>
                <a:moveTo>
                  <a:pt x="432198" y="299779"/>
                </a:moveTo>
                <a:cubicBezTo>
                  <a:pt x="405502" y="318527"/>
                  <a:pt x="386129" y="319185"/>
                  <a:pt x="370503" y="319708"/>
                </a:cubicBezTo>
                <a:cubicBezTo>
                  <a:pt x="353780" y="320299"/>
                  <a:pt x="340584" y="320754"/>
                  <a:pt x="317853" y="344649"/>
                </a:cubicBezTo>
                <a:cubicBezTo>
                  <a:pt x="315592" y="347079"/>
                  <a:pt x="312537" y="348244"/>
                  <a:pt x="309466" y="348244"/>
                </a:cubicBezTo>
                <a:cubicBezTo>
                  <a:pt x="306597" y="348244"/>
                  <a:pt x="303729" y="347197"/>
                  <a:pt x="301484" y="345071"/>
                </a:cubicBezTo>
                <a:cubicBezTo>
                  <a:pt x="296844" y="340616"/>
                  <a:pt x="296658" y="333343"/>
                  <a:pt x="301079" y="328652"/>
                </a:cubicBezTo>
                <a:cubicBezTo>
                  <a:pt x="330290" y="297973"/>
                  <a:pt x="350337" y="297247"/>
                  <a:pt x="369676" y="296589"/>
                </a:cubicBezTo>
                <a:cubicBezTo>
                  <a:pt x="383750" y="296150"/>
                  <a:pt x="397030" y="295627"/>
                  <a:pt x="417061" y="282144"/>
                </a:cubicBezTo>
                <a:cubicBezTo>
                  <a:pt x="400945" y="284321"/>
                  <a:pt x="383142" y="279934"/>
                  <a:pt x="365575" y="267024"/>
                </a:cubicBezTo>
                <a:cubicBezTo>
                  <a:pt x="310478" y="226609"/>
                  <a:pt x="230305" y="264965"/>
                  <a:pt x="230305" y="196605"/>
                </a:cubicBezTo>
                <a:cubicBezTo>
                  <a:pt x="230305" y="128295"/>
                  <a:pt x="285672" y="72928"/>
                  <a:pt x="354033" y="72928"/>
                </a:cubicBezTo>
                <a:cubicBezTo>
                  <a:pt x="422360" y="72928"/>
                  <a:pt x="477727" y="128295"/>
                  <a:pt x="477727" y="196605"/>
                </a:cubicBezTo>
                <a:cubicBezTo>
                  <a:pt x="477727" y="196706"/>
                  <a:pt x="477727" y="196807"/>
                  <a:pt x="477727" y="196858"/>
                </a:cubicBezTo>
                <a:cubicBezTo>
                  <a:pt x="479448" y="207658"/>
                  <a:pt x="485101" y="262654"/>
                  <a:pt x="432198" y="299779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28" name="组合 127"/>
          <p:cNvGrpSpPr/>
          <p:nvPr/>
        </p:nvGrpSpPr>
        <p:grpSpPr>
          <a:xfrm>
            <a:off x="7049389" y="2048759"/>
            <a:ext cx="523125" cy="438750"/>
            <a:chOff x="24307227" y="8743104"/>
            <a:chExt cx="523125" cy="438750"/>
          </a:xfrm>
          <a:solidFill>
            <a:schemeClr val="accent1"/>
          </a:solidFill>
        </p:grpSpPr>
        <p:sp>
          <p:nvSpPr>
            <p:cNvPr id="129" name="任意多边形: 形状 128"/>
            <p:cNvSpPr/>
            <p:nvPr/>
          </p:nvSpPr>
          <p:spPr>
            <a:xfrm>
              <a:off x="24307227" y="8743104"/>
              <a:ext cx="523125" cy="438750"/>
            </a:xfrm>
            <a:custGeom>
              <a:avLst/>
              <a:gdLst>
                <a:gd name="connsiteX0" fmla="*/ 446850 w 523125"/>
                <a:gd name="connsiteY0" fmla="*/ 0 h 438750"/>
                <a:gd name="connsiteX1" fmla="*/ 87396 w 523125"/>
                <a:gd name="connsiteY1" fmla="*/ 0 h 438750"/>
                <a:gd name="connsiteX2" fmla="*/ 0 w 523125"/>
                <a:gd name="connsiteY2" fmla="*/ 87261 h 438750"/>
                <a:gd name="connsiteX3" fmla="*/ 0 w 523125"/>
                <a:gd name="connsiteY3" fmla="*/ 259200 h 438750"/>
                <a:gd name="connsiteX4" fmla="*/ 87396 w 523125"/>
                <a:gd name="connsiteY4" fmla="*/ 345887 h 438750"/>
                <a:gd name="connsiteX5" fmla="*/ 307496 w 523125"/>
                <a:gd name="connsiteY5" fmla="*/ 345887 h 438750"/>
                <a:gd name="connsiteX6" fmla="*/ 441079 w 523125"/>
                <a:gd name="connsiteY6" fmla="*/ 441129 h 438750"/>
                <a:gd name="connsiteX7" fmla="*/ 454663 w 523125"/>
                <a:gd name="connsiteY7" fmla="*/ 445703 h 438750"/>
                <a:gd name="connsiteX8" fmla="*/ 465666 w 523125"/>
                <a:gd name="connsiteY8" fmla="*/ 443188 h 438750"/>
                <a:gd name="connsiteX9" fmla="*/ 478659 w 523125"/>
                <a:gd name="connsiteY9" fmla="*/ 422466 h 438750"/>
                <a:gd name="connsiteX10" fmla="*/ 478659 w 523125"/>
                <a:gd name="connsiteY10" fmla="*/ 344014 h 438750"/>
                <a:gd name="connsiteX11" fmla="*/ 534246 w 523125"/>
                <a:gd name="connsiteY11" fmla="*/ 270034 h 438750"/>
                <a:gd name="connsiteX12" fmla="*/ 534246 w 523125"/>
                <a:gd name="connsiteY12" fmla="*/ 87261 h 438750"/>
                <a:gd name="connsiteX13" fmla="*/ 446850 w 523125"/>
                <a:gd name="connsiteY13" fmla="*/ 0 h 438750"/>
                <a:gd name="connsiteX14" fmla="*/ 487924 w 523125"/>
                <a:gd name="connsiteY14" fmla="*/ 269949 h 438750"/>
                <a:gd name="connsiteX15" fmla="*/ 457616 w 523125"/>
                <a:gd name="connsiteY15" fmla="*/ 299548 h 438750"/>
                <a:gd name="connsiteX16" fmla="*/ 454663 w 523125"/>
                <a:gd name="connsiteY16" fmla="*/ 299548 h 438750"/>
                <a:gd name="connsiteX17" fmla="*/ 432338 w 523125"/>
                <a:gd name="connsiteY17" fmla="*/ 323274 h 438750"/>
                <a:gd name="connsiteX18" fmla="*/ 432338 w 523125"/>
                <a:gd name="connsiteY18" fmla="*/ 377038 h 438750"/>
                <a:gd name="connsiteX19" fmla="*/ 329113 w 523125"/>
                <a:gd name="connsiteY19" fmla="*/ 304054 h 438750"/>
                <a:gd name="connsiteX20" fmla="*/ 314989 w 523125"/>
                <a:gd name="connsiteY20" fmla="*/ 299548 h 438750"/>
                <a:gd name="connsiteX21" fmla="*/ 87396 w 523125"/>
                <a:gd name="connsiteY21" fmla="*/ 299548 h 438750"/>
                <a:gd name="connsiteX22" fmla="*/ 46322 w 523125"/>
                <a:gd name="connsiteY22" fmla="*/ 259200 h 438750"/>
                <a:gd name="connsiteX23" fmla="*/ 46322 w 523125"/>
                <a:gd name="connsiteY23" fmla="*/ 87261 h 438750"/>
                <a:gd name="connsiteX24" fmla="*/ 87396 w 523125"/>
                <a:gd name="connsiteY24" fmla="*/ 46339 h 438750"/>
                <a:gd name="connsiteX25" fmla="*/ 446850 w 523125"/>
                <a:gd name="connsiteY25" fmla="*/ 46339 h 438750"/>
                <a:gd name="connsiteX26" fmla="*/ 487924 w 523125"/>
                <a:gd name="connsiteY26" fmla="*/ 87261 h 438750"/>
                <a:gd name="connsiteX27" fmla="*/ 487924 w 523125"/>
                <a:gd name="connsiteY27" fmla="*/ 269949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3125" h="438750">
                  <a:moveTo>
                    <a:pt x="446850" y="0"/>
                  </a:moveTo>
                  <a:lnTo>
                    <a:pt x="87396" y="0"/>
                  </a:lnTo>
                  <a:cubicBezTo>
                    <a:pt x="39133" y="0"/>
                    <a:pt x="0" y="38998"/>
                    <a:pt x="0" y="87261"/>
                  </a:cubicBezTo>
                  <a:lnTo>
                    <a:pt x="0" y="259200"/>
                  </a:lnTo>
                  <a:cubicBezTo>
                    <a:pt x="0" y="307463"/>
                    <a:pt x="39116" y="345887"/>
                    <a:pt x="87396" y="345887"/>
                  </a:cubicBezTo>
                  <a:lnTo>
                    <a:pt x="307496" y="345887"/>
                  </a:lnTo>
                  <a:lnTo>
                    <a:pt x="441079" y="441129"/>
                  </a:lnTo>
                  <a:cubicBezTo>
                    <a:pt x="445112" y="443964"/>
                    <a:pt x="449871" y="445703"/>
                    <a:pt x="454663" y="445703"/>
                  </a:cubicBezTo>
                  <a:cubicBezTo>
                    <a:pt x="458359" y="445703"/>
                    <a:pt x="462274" y="444943"/>
                    <a:pt x="465666" y="443188"/>
                  </a:cubicBezTo>
                  <a:cubicBezTo>
                    <a:pt x="473479" y="439155"/>
                    <a:pt x="478659" y="431241"/>
                    <a:pt x="478659" y="422466"/>
                  </a:cubicBezTo>
                  <a:lnTo>
                    <a:pt x="478659" y="344014"/>
                  </a:lnTo>
                  <a:cubicBezTo>
                    <a:pt x="509541" y="335036"/>
                    <a:pt x="534246" y="305269"/>
                    <a:pt x="534246" y="270034"/>
                  </a:cubicBezTo>
                  <a:lnTo>
                    <a:pt x="534246" y="87261"/>
                  </a:lnTo>
                  <a:cubicBezTo>
                    <a:pt x="534246" y="38998"/>
                    <a:pt x="495146" y="0"/>
                    <a:pt x="446850" y="0"/>
                  </a:cubicBezTo>
                  <a:close/>
                  <a:moveTo>
                    <a:pt x="487924" y="269949"/>
                  </a:moveTo>
                  <a:cubicBezTo>
                    <a:pt x="487924" y="286453"/>
                    <a:pt x="474120" y="299548"/>
                    <a:pt x="457616" y="299548"/>
                  </a:cubicBezTo>
                  <a:lnTo>
                    <a:pt x="454663" y="299548"/>
                  </a:lnTo>
                  <a:cubicBezTo>
                    <a:pt x="441703" y="299548"/>
                    <a:pt x="432338" y="310365"/>
                    <a:pt x="432338" y="323274"/>
                  </a:cubicBezTo>
                  <a:lnTo>
                    <a:pt x="432338" y="377038"/>
                  </a:lnTo>
                  <a:lnTo>
                    <a:pt x="329113" y="304054"/>
                  </a:lnTo>
                  <a:cubicBezTo>
                    <a:pt x="325148" y="301253"/>
                    <a:pt x="319832" y="299548"/>
                    <a:pt x="314989" y="299548"/>
                  </a:cubicBezTo>
                  <a:lnTo>
                    <a:pt x="87396" y="299548"/>
                  </a:lnTo>
                  <a:cubicBezTo>
                    <a:pt x="64986" y="299548"/>
                    <a:pt x="46322" y="281627"/>
                    <a:pt x="46322" y="259200"/>
                  </a:cubicBezTo>
                  <a:lnTo>
                    <a:pt x="46322" y="87261"/>
                  </a:lnTo>
                  <a:cubicBezTo>
                    <a:pt x="46322" y="64851"/>
                    <a:pt x="64969" y="46339"/>
                    <a:pt x="87396" y="46339"/>
                  </a:cubicBezTo>
                  <a:lnTo>
                    <a:pt x="446850" y="46339"/>
                  </a:lnTo>
                  <a:cubicBezTo>
                    <a:pt x="469260" y="46339"/>
                    <a:pt x="487924" y="64851"/>
                    <a:pt x="487924" y="87261"/>
                  </a:cubicBezTo>
                  <a:lnTo>
                    <a:pt x="487924" y="26994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24541874" y="8838870"/>
              <a:ext cx="185625" cy="185625"/>
            </a:xfrm>
            <a:custGeom>
              <a:avLst/>
              <a:gdLst>
                <a:gd name="connsiteX0" fmla="*/ 170640 w 185625"/>
                <a:gd name="connsiteY0" fmla="*/ 76410 h 185625"/>
                <a:gd name="connsiteX1" fmla="*/ 162034 w 185625"/>
                <a:gd name="connsiteY1" fmla="*/ 55299 h 185625"/>
                <a:gd name="connsiteX2" fmla="*/ 176175 w 185625"/>
                <a:gd name="connsiteY2" fmla="*/ 40956 h 185625"/>
                <a:gd name="connsiteX3" fmla="*/ 149091 w 185625"/>
                <a:gd name="connsiteY3" fmla="*/ 13787 h 185625"/>
                <a:gd name="connsiteX4" fmla="*/ 134949 w 185625"/>
                <a:gd name="connsiteY4" fmla="*/ 27911 h 185625"/>
                <a:gd name="connsiteX5" fmla="*/ 114379 w 185625"/>
                <a:gd name="connsiteY5" fmla="*/ 19761 h 185625"/>
                <a:gd name="connsiteX6" fmla="*/ 114176 w 185625"/>
                <a:gd name="connsiteY6" fmla="*/ 0 h 185625"/>
                <a:gd name="connsiteX7" fmla="*/ 75853 w 185625"/>
                <a:gd name="connsiteY7" fmla="*/ 0 h 185625"/>
                <a:gd name="connsiteX8" fmla="*/ 76005 w 185625"/>
                <a:gd name="connsiteY8" fmla="*/ 19508 h 185625"/>
                <a:gd name="connsiteX9" fmla="*/ 54776 w 185625"/>
                <a:gd name="connsiteY9" fmla="*/ 28063 h 185625"/>
                <a:gd name="connsiteX10" fmla="*/ 40601 w 185625"/>
                <a:gd name="connsiteY10" fmla="*/ 13821 h 185625"/>
                <a:gd name="connsiteX11" fmla="*/ 13517 w 185625"/>
                <a:gd name="connsiteY11" fmla="*/ 40854 h 185625"/>
                <a:gd name="connsiteX12" fmla="*/ 27658 w 185625"/>
                <a:gd name="connsiteY12" fmla="*/ 54979 h 185625"/>
                <a:gd name="connsiteX13" fmla="*/ 19052 w 185625"/>
                <a:gd name="connsiteY13" fmla="*/ 76444 h 185625"/>
                <a:gd name="connsiteX14" fmla="*/ 19001 w 185625"/>
                <a:gd name="connsiteY14" fmla="*/ 77203 h 185625"/>
                <a:gd name="connsiteX15" fmla="*/ 0 w 185625"/>
                <a:gd name="connsiteY15" fmla="*/ 77203 h 185625"/>
                <a:gd name="connsiteX16" fmla="*/ 0 w 185625"/>
                <a:gd name="connsiteY16" fmla="*/ 114278 h 185625"/>
                <a:gd name="connsiteX17" fmla="*/ 18984 w 185625"/>
                <a:gd name="connsiteY17" fmla="*/ 114278 h 185625"/>
                <a:gd name="connsiteX18" fmla="*/ 18748 w 185625"/>
                <a:gd name="connsiteY18" fmla="*/ 113063 h 185625"/>
                <a:gd name="connsiteX19" fmla="*/ 18984 w 185625"/>
                <a:gd name="connsiteY19" fmla="*/ 114109 h 185625"/>
                <a:gd name="connsiteX20" fmla="*/ 27709 w 185625"/>
                <a:gd name="connsiteY20" fmla="*/ 135118 h 185625"/>
                <a:gd name="connsiteX21" fmla="*/ 13534 w 185625"/>
                <a:gd name="connsiteY21" fmla="*/ 149259 h 185625"/>
                <a:gd name="connsiteX22" fmla="*/ 40618 w 185625"/>
                <a:gd name="connsiteY22" fmla="*/ 176327 h 185625"/>
                <a:gd name="connsiteX23" fmla="*/ 54793 w 185625"/>
                <a:gd name="connsiteY23" fmla="*/ 162186 h 185625"/>
                <a:gd name="connsiteX24" fmla="*/ 76022 w 185625"/>
                <a:gd name="connsiteY24" fmla="*/ 171315 h 185625"/>
                <a:gd name="connsiteX25" fmla="*/ 75870 w 185625"/>
                <a:gd name="connsiteY25" fmla="*/ 191481 h 185625"/>
                <a:gd name="connsiteX26" fmla="*/ 114193 w 185625"/>
                <a:gd name="connsiteY26" fmla="*/ 191481 h 185625"/>
                <a:gd name="connsiteX27" fmla="*/ 114396 w 185625"/>
                <a:gd name="connsiteY27" fmla="*/ 171113 h 185625"/>
                <a:gd name="connsiteX28" fmla="*/ 134932 w 185625"/>
                <a:gd name="connsiteY28" fmla="*/ 162338 h 185625"/>
                <a:gd name="connsiteX29" fmla="*/ 149107 w 185625"/>
                <a:gd name="connsiteY29" fmla="*/ 176411 h 185625"/>
                <a:gd name="connsiteX30" fmla="*/ 176175 w 185625"/>
                <a:gd name="connsiteY30" fmla="*/ 149276 h 185625"/>
                <a:gd name="connsiteX31" fmla="*/ 162034 w 185625"/>
                <a:gd name="connsiteY31" fmla="*/ 135101 h 185625"/>
                <a:gd name="connsiteX32" fmla="*/ 170775 w 185625"/>
                <a:gd name="connsiteY32" fmla="*/ 114159 h 185625"/>
                <a:gd name="connsiteX33" fmla="*/ 170775 w 185625"/>
                <a:gd name="connsiteY33" fmla="*/ 114278 h 185625"/>
                <a:gd name="connsiteX34" fmla="*/ 191531 w 185625"/>
                <a:gd name="connsiteY34" fmla="*/ 114278 h 185625"/>
                <a:gd name="connsiteX35" fmla="*/ 191531 w 185625"/>
                <a:gd name="connsiteY35" fmla="*/ 77203 h 185625"/>
                <a:gd name="connsiteX36" fmla="*/ 170708 w 185625"/>
                <a:gd name="connsiteY36" fmla="*/ 77203 h 185625"/>
                <a:gd name="connsiteX37" fmla="*/ 170640 w 185625"/>
                <a:gd name="connsiteY37" fmla="*/ 76410 h 185625"/>
                <a:gd name="connsiteX38" fmla="*/ 94888 w 185625"/>
                <a:gd name="connsiteY38" fmla="*/ 121669 h 185625"/>
                <a:gd name="connsiteX39" fmla="*/ 68209 w 185625"/>
                <a:gd name="connsiteY39" fmla="*/ 94939 h 185625"/>
                <a:gd name="connsiteX40" fmla="*/ 94888 w 185625"/>
                <a:gd name="connsiteY40" fmla="*/ 68276 h 185625"/>
                <a:gd name="connsiteX41" fmla="*/ 121567 w 185625"/>
                <a:gd name="connsiteY41" fmla="*/ 94939 h 185625"/>
                <a:gd name="connsiteX42" fmla="*/ 94888 w 185625"/>
                <a:gd name="connsiteY42" fmla="*/ 121669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85625" h="185625">
                  <a:moveTo>
                    <a:pt x="170640" y="76410"/>
                  </a:moveTo>
                  <a:cubicBezTo>
                    <a:pt x="168801" y="69002"/>
                    <a:pt x="165864" y="61661"/>
                    <a:pt x="162034" y="55299"/>
                  </a:cubicBezTo>
                  <a:lnTo>
                    <a:pt x="176175" y="40956"/>
                  </a:lnTo>
                  <a:lnTo>
                    <a:pt x="149091" y="13787"/>
                  </a:lnTo>
                  <a:lnTo>
                    <a:pt x="134949" y="27911"/>
                  </a:lnTo>
                  <a:cubicBezTo>
                    <a:pt x="128621" y="24097"/>
                    <a:pt x="121703" y="21617"/>
                    <a:pt x="114379" y="19761"/>
                  </a:cubicBezTo>
                  <a:cubicBezTo>
                    <a:pt x="114311" y="19727"/>
                    <a:pt x="114176" y="0"/>
                    <a:pt x="114176" y="0"/>
                  </a:cubicBezTo>
                  <a:lnTo>
                    <a:pt x="75853" y="0"/>
                  </a:lnTo>
                  <a:lnTo>
                    <a:pt x="76005" y="19508"/>
                  </a:lnTo>
                  <a:cubicBezTo>
                    <a:pt x="68496" y="21127"/>
                    <a:pt x="61273" y="24148"/>
                    <a:pt x="54776" y="28063"/>
                  </a:cubicBezTo>
                  <a:lnTo>
                    <a:pt x="40601" y="13821"/>
                  </a:lnTo>
                  <a:lnTo>
                    <a:pt x="13517" y="40854"/>
                  </a:lnTo>
                  <a:lnTo>
                    <a:pt x="27658" y="54979"/>
                  </a:lnTo>
                  <a:cubicBezTo>
                    <a:pt x="23861" y="61341"/>
                    <a:pt x="20925" y="69053"/>
                    <a:pt x="19052" y="76444"/>
                  </a:cubicBezTo>
                  <a:cubicBezTo>
                    <a:pt x="19001" y="76477"/>
                    <a:pt x="19001" y="77203"/>
                    <a:pt x="19001" y="77203"/>
                  </a:cubicBezTo>
                  <a:lnTo>
                    <a:pt x="0" y="77203"/>
                  </a:lnTo>
                  <a:lnTo>
                    <a:pt x="0" y="114278"/>
                  </a:lnTo>
                  <a:lnTo>
                    <a:pt x="18984" y="114278"/>
                  </a:lnTo>
                  <a:cubicBezTo>
                    <a:pt x="18917" y="114278"/>
                    <a:pt x="18849" y="113451"/>
                    <a:pt x="18748" y="113063"/>
                  </a:cubicBezTo>
                  <a:cubicBezTo>
                    <a:pt x="18849" y="113434"/>
                    <a:pt x="18917" y="113754"/>
                    <a:pt x="18984" y="114109"/>
                  </a:cubicBezTo>
                  <a:cubicBezTo>
                    <a:pt x="20841" y="121601"/>
                    <a:pt x="23827" y="128621"/>
                    <a:pt x="27709" y="135118"/>
                  </a:cubicBezTo>
                  <a:lnTo>
                    <a:pt x="13534" y="149259"/>
                  </a:lnTo>
                  <a:lnTo>
                    <a:pt x="40618" y="176327"/>
                  </a:lnTo>
                  <a:lnTo>
                    <a:pt x="54793" y="162186"/>
                  </a:lnTo>
                  <a:cubicBezTo>
                    <a:pt x="61290" y="166067"/>
                    <a:pt x="68496" y="169459"/>
                    <a:pt x="76022" y="171315"/>
                  </a:cubicBezTo>
                  <a:lnTo>
                    <a:pt x="75870" y="191481"/>
                  </a:lnTo>
                  <a:lnTo>
                    <a:pt x="114193" y="191481"/>
                  </a:lnTo>
                  <a:cubicBezTo>
                    <a:pt x="114193" y="191481"/>
                    <a:pt x="114328" y="171146"/>
                    <a:pt x="114396" y="171113"/>
                  </a:cubicBezTo>
                  <a:cubicBezTo>
                    <a:pt x="121719" y="169239"/>
                    <a:pt x="128638" y="166151"/>
                    <a:pt x="134932" y="162338"/>
                  </a:cubicBezTo>
                  <a:lnTo>
                    <a:pt x="149107" y="176411"/>
                  </a:lnTo>
                  <a:lnTo>
                    <a:pt x="176175" y="149276"/>
                  </a:lnTo>
                  <a:lnTo>
                    <a:pt x="162034" y="135101"/>
                  </a:lnTo>
                  <a:cubicBezTo>
                    <a:pt x="165898" y="128621"/>
                    <a:pt x="168885" y="121635"/>
                    <a:pt x="170775" y="114159"/>
                  </a:cubicBezTo>
                  <a:cubicBezTo>
                    <a:pt x="170859" y="113805"/>
                    <a:pt x="170859" y="114278"/>
                    <a:pt x="170775" y="114278"/>
                  </a:cubicBezTo>
                  <a:lnTo>
                    <a:pt x="191531" y="114278"/>
                  </a:lnTo>
                  <a:lnTo>
                    <a:pt x="191531" y="77203"/>
                  </a:lnTo>
                  <a:lnTo>
                    <a:pt x="170708" y="77203"/>
                  </a:lnTo>
                  <a:cubicBezTo>
                    <a:pt x="170674" y="77169"/>
                    <a:pt x="170674" y="76444"/>
                    <a:pt x="170640" y="76410"/>
                  </a:cubicBezTo>
                  <a:close/>
                  <a:moveTo>
                    <a:pt x="94888" y="121669"/>
                  </a:moveTo>
                  <a:cubicBezTo>
                    <a:pt x="80173" y="121669"/>
                    <a:pt x="68209" y="109704"/>
                    <a:pt x="68209" y="94939"/>
                  </a:cubicBezTo>
                  <a:cubicBezTo>
                    <a:pt x="68209" y="80224"/>
                    <a:pt x="80173" y="68276"/>
                    <a:pt x="94888" y="68276"/>
                  </a:cubicBezTo>
                  <a:cubicBezTo>
                    <a:pt x="109654" y="68276"/>
                    <a:pt x="121567" y="80224"/>
                    <a:pt x="121567" y="94939"/>
                  </a:cubicBezTo>
                  <a:cubicBezTo>
                    <a:pt x="121567" y="109704"/>
                    <a:pt x="109654" y="121669"/>
                    <a:pt x="94888" y="12166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24398858" y="8806639"/>
              <a:ext cx="135000" cy="135000"/>
            </a:xfrm>
            <a:custGeom>
              <a:avLst/>
              <a:gdLst>
                <a:gd name="connsiteX0" fmla="*/ 126900 w 135000"/>
                <a:gd name="connsiteY0" fmla="*/ 70639 h 135000"/>
                <a:gd name="connsiteX1" fmla="*/ 124656 w 135000"/>
                <a:gd name="connsiteY1" fmla="*/ 54574 h 135000"/>
                <a:gd name="connsiteX2" fmla="*/ 137093 w 135000"/>
                <a:gd name="connsiteY2" fmla="*/ 47301 h 135000"/>
                <a:gd name="connsiteX3" fmla="*/ 123120 w 135000"/>
                <a:gd name="connsiteY3" fmla="*/ 23490 h 135000"/>
                <a:gd name="connsiteX4" fmla="*/ 110700 w 135000"/>
                <a:gd name="connsiteY4" fmla="*/ 30780 h 135000"/>
                <a:gd name="connsiteX5" fmla="*/ 97926 w 135000"/>
                <a:gd name="connsiteY5" fmla="*/ 21043 h 135000"/>
                <a:gd name="connsiteX6" fmla="*/ 101469 w 135000"/>
                <a:gd name="connsiteY6" fmla="*/ 6953 h 135000"/>
                <a:gd name="connsiteX7" fmla="*/ 74739 w 135000"/>
                <a:gd name="connsiteY7" fmla="*/ 0 h 135000"/>
                <a:gd name="connsiteX8" fmla="*/ 71213 w 135000"/>
                <a:gd name="connsiteY8" fmla="*/ 13939 h 135000"/>
                <a:gd name="connsiteX9" fmla="*/ 54861 w 135000"/>
                <a:gd name="connsiteY9" fmla="*/ 16183 h 135000"/>
                <a:gd name="connsiteX10" fmla="*/ 47537 w 135000"/>
                <a:gd name="connsiteY10" fmla="*/ 3763 h 135000"/>
                <a:gd name="connsiteX11" fmla="*/ 23726 w 135000"/>
                <a:gd name="connsiteY11" fmla="*/ 17702 h 135000"/>
                <a:gd name="connsiteX12" fmla="*/ 31050 w 135000"/>
                <a:gd name="connsiteY12" fmla="*/ 30139 h 135000"/>
                <a:gd name="connsiteX13" fmla="*/ 21229 w 135000"/>
                <a:gd name="connsiteY13" fmla="*/ 43082 h 135000"/>
                <a:gd name="connsiteX14" fmla="*/ 21195 w 135000"/>
                <a:gd name="connsiteY14" fmla="*/ 43099 h 135000"/>
                <a:gd name="connsiteX15" fmla="*/ 7391 w 135000"/>
                <a:gd name="connsiteY15" fmla="*/ 39504 h 135000"/>
                <a:gd name="connsiteX16" fmla="*/ 0 w 135000"/>
                <a:gd name="connsiteY16" fmla="*/ 66201 h 135000"/>
                <a:gd name="connsiteX17" fmla="*/ 13399 w 135000"/>
                <a:gd name="connsiteY17" fmla="*/ 69812 h 135000"/>
                <a:gd name="connsiteX18" fmla="*/ 13399 w 135000"/>
                <a:gd name="connsiteY18" fmla="*/ 69778 h 135000"/>
                <a:gd name="connsiteX19" fmla="*/ 16031 w 135000"/>
                <a:gd name="connsiteY19" fmla="*/ 86029 h 135000"/>
                <a:gd name="connsiteX20" fmla="*/ 3763 w 135000"/>
                <a:gd name="connsiteY20" fmla="*/ 93319 h 135000"/>
                <a:gd name="connsiteX21" fmla="*/ 17837 w 135000"/>
                <a:gd name="connsiteY21" fmla="*/ 117129 h 135000"/>
                <a:gd name="connsiteX22" fmla="*/ 30324 w 135000"/>
                <a:gd name="connsiteY22" fmla="*/ 109856 h 135000"/>
                <a:gd name="connsiteX23" fmla="*/ 43571 w 135000"/>
                <a:gd name="connsiteY23" fmla="*/ 119796 h 135000"/>
                <a:gd name="connsiteX24" fmla="*/ 39876 w 135000"/>
                <a:gd name="connsiteY24" fmla="*/ 133599 h 135000"/>
                <a:gd name="connsiteX25" fmla="*/ 66572 w 135000"/>
                <a:gd name="connsiteY25" fmla="*/ 140569 h 135000"/>
                <a:gd name="connsiteX26" fmla="*/ 70352 w 135000"/>
                <a:gd name="connsiteY26" fmla="*/ 126664 h 135000"/>
                <a:gd name="connsiteX27" fmla="*/ 86214 w 135000"/>
                <a:gd name="connsiteY27" fmla="*/ 124436 h 135000"/>
                <a:gd name="connsiteX28" fmla="*/ 93504 w 135000"/>
                <a:gd name="connsiteY28" fmla="*/ 136873 h 135000"/>
                <a:gd name="connsiteX29" fmla="*/ 117349 w 135000"/>
                <a:gd name="connsiteY29" fmla="*/ 122901 h 135000"/>
                <a:gd name="connsiteX30" fmla="*/ 110059 w 135000"/>
                <a:gd name="connsiteY30" fmla="*/ 110464 h 135000"/>
                <a:gd name="connsiteX31" fmla="*/ 119948 w 135000"/>
                <a:gd name="connsiteY31" fmla="*/ 97419 h 135000"/>
                <a:gd name="connsiteX32" fmla="*/ 119948 w 135000"/>
                <a:gd name="connsiteY32" fmla="*/ 97436 h 135000"/>
                <a:gd name="connsiteX33" fmla="*/ 133971 w 135000"/>
                <a:gd name="connsiteY33" fmla="*/ 101064 h 135000"/>
                <a:gd name="connsiteX34" fmla="*/ 140923 w 135000"/>
                <a:gd name="connsiteY34" fmla="*/ 74368 h 135000"/>
                <a:gd name="connsiteX35" fmla="*/ 126900 w 135000"/>
                <a:gd name="connsiteY35" fmla="*/ 70723 h 135000"/>
                <a:gd name="connsiteX36" fmla="*/ 126900 w 135000"/>
                <a:gd name="connsiteY36" fmla="*/ 70639 h 135000"/>
                <a:gd name="connsiteX37" fmla="*/ 89151 w 135000"/>
                <a:gd name="connsiteY37" fmla="*/ 75144 h 135000"/>
                <a:gd name="connsiteX38" fmla="*/ 65677 w 135000"/>
                <a:gd name="connsiteY38" fmla="*/ 88914 h 135000"/>
                <a:gd name="connsiteX39" fmla="*/ 51958 w 135000"/>
                <a:gd name="connsiteY39" fmla="*/ 65458 h 135000"/>
                <a:gd name="connsiteX40" fmla="*/ 75431 w 135000"/>
                <a:gd name="connsiteY40" fmla="*/ 51671 h 135000"/>
                <a:gd name="connsiteX41" fmla="*/ 89151 w 135000"/>
                <a:gd name="connsiteY41" fmla="*/ 75144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5000" h="135000">
                  <a:moveTo>
                    <a:pt x="126900" y="70639"/>
                  </a:moveTo>
                  <a:cubicBezTo>
                    <a:pt x="126934" y="65154"/>
                    <a:pt x="126141" y="59771"/>
                    <a:pt x="124656" y="54574"/>
                  </a:cubicBezTo>
                  <a:lnTo>
                    <a:pt x="137093" y="47301"/>
                  </a:lnTo>
                  <a:lnTo>
                    <a:pt x="123120" y="23490"/>
                  </a:lnTo>
                  <a:lnTo>
                    <a:pt x="110700" y="30780"/>
                  </a:lnTo>
                  <a:cubicBezTo>
                    <a:pt x="106971" y="26983"/>
                    <a:pt x="102668" y="23692"/>
                    <a:pt x="97926" y="21043"/>
                  </a:cubicBezTo>
                  <a:cubicBezTo>
                    <a:pt x="97875" y="21026"/>
                    <a:pt x="101469" y="6953"/>
                    <a:pt x="101469" y="6953"/>
                  </a:cubicBezTo>
                  <a:lnTo>
                    <a:pt x="74739" y="0"/>
                  </a:lnTo>
                  <a:lnTo>
                    <a:pt x="71213" y="13939"/>
                  </a:lnTo>
                  <a:cubicBezTo>
                    <a:pt x="65677" y="13669"/>
                    <a:pt x="60075" y="14631"/>
                    <a:pt x="54861" y="16183"/>
                  </a:cubicBezTo>
                  <a:lnTo>
                    <a:pt x="47537" y="3763"/>
                  </a:lnTo>
                  <a:lnTo>
                    <a:pt x="23726" y="17702"/>
                  </a:lnTo>
                  <a:lnTo>
                    <a:pt x="31050" y="30139"/>
                  </a:lnTo>
                  <a:cubicBezTo>
                    <a:pt x="27203" y="33902"/>
                    <a:pt x="23878" y="38239"/>
                    <a:pt x="21229" y="43082"/>
                  </a:cubicBezTo>
                  <a:cubicBezTo>
                    <a:pt x="21195" y="43082"/>
                    <a:pt x="21195" y="43082"/>
                    <a:pt x="21195" y="43099"/>
                  </a:cubicBezTo>
                  <a:lnTo>
                    <a:pt x="7391" y="39504"/>
                  </a:lnTo>
                  <a:lnTo>
                    <a:pt x="0" y="66201"/>
                  </a:lnTo>
                  <a:lnTo>
                    <a:pt x="13399" y="69812"/>
                  </a:lnTo>
                  <a:lnTo>
                    <a:pt x="13399" y="69778"/>
                  </a:lnTo>
                  <a:cubicBezTo>
                    <a:pt x="13399" y="75330"/>
                    <a:pt x="14479" y="80781"/>
                    <a:pt x="16031" y="86029"/>
                  </a:cubicBezTo>
                  <a:lnTo>
                    <a:pt x="3763" y="93319"/>
                  </a:lnTo>
                  <a:lnTo>
                    <a:pt x="17837" y="117129"/>
                  </a:lnTo>
                  <a:lnTo>
                    <a:pt x="30324" y="109856"/>
                  </a:lnTo>
                  <a:cubicBezTo>
                    <a:pt x="34172" y="113687"/>
                    <a:pt x="38644" y="117129"/>
                    <a:pt x="43571" y="119796"/>
                  </a:cubicBezTo>
                  <a:lnTo>
                    <a:pt x="39876" y="133599"/>
                  </a:lnTo>
                  <a:lnTo>
                    <a:pt x="66572" y="140569"/>
                  </a:lnTo>
                  <a:cubicBezTo>
                    <a:pt x="66572" y="140569"/>
                    <a:pt x="70335" y="126681"/>
                    <a:pt x="70352" y="126664"/>
                  </a:cubicBezTo>
                  <a:cubicBezTo>
                    <a:pt x="75803" y="126698"/>
                    <a:pt x="81152" y="125921"/>
                    <a:pt x="86214" y="124436"/>
                  </a:cubicBezTo>
                  <a:lnTo>
                    <a:pt x="93504" y="136873"/>
                  </a:lnTo>
                  <a:lnTo>
                    <a:pt x="117349" y="122901"/>
                  </a:lnTo>
                  <a:lnTo>
                    <a:pt x="110059" y="110464"/>
                  </a:lnTo>
                  <a:cubicBezTo>
                    <a:pt x="113906" y="106667"/>
                    <a:pt x="117298" y="102279"/>
                    <a:pt x="119948" y="97419"/>
                  </a:cubicBezTo>
                  <a:cubicBezTo>
                    <a:pt x="120066" y="97166"/>
                    <a:pt x="120066" y="97183"/>
                    <a:pt x="119948" y="97436"/>
                  </a:cubicBezTo>
                  <a:lnTo>
                    <a:pt x="133971" y="101064"/>
                  </a:lnTo>
                  <a:lnTo>
                    <a:pt x="140923" y="74368"/>
                  </a:lnTo>
                  <a:lnTo>
                    <a:pt x="126900" y="70723"/>
                  </a:lnTo>
                  <a:cubicBezTo>
                    <a:pt x="126917" y="70656"/>
                    <a:pt x="126917" y="70656"/>
                    <a:pt x="126900" y="70639"/>
                  </a:cubicBezTo>
                  <a:close/>
                  <a:moveTo>
                    <a:pt x="89151" y="75144"/>
                  </a:moveTo>
                  <a:cubicBezTo>
                    <a:pt x="86468" y="85438"/>
                    <a:pt x="75971" y="91598"/>
                    <a:pt x="65677" y="88914"/>
                  </a:cubicBezTo>
                  <a:cubicBezTo>
                    <a:pt x="55451" y="86248"/>
                    <a:pt x="49275" y="75701"/>
                    <a:pt x="51958" y="65458"/>
                  </a:cubicBezTo>
                  <a:cubicBezTo>
                    <a:pt x="54607" y="55181"/>
                    <a:pt x="65138" y="49005"/>
                    <a:pt x="75431" y="51671"/>
                  </a:cubicBezTo>
                  <a:cubicBezTo>
                    <a:pt x="85691" y="54371"/>
                    <a:pt x="91851" y="64884"/>
                    <a:pt x="89151" y="7514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8268589" y="2097003"/>
            <a:ext cx="532550" cy="342262"/>
            <a:chOff x="25383599" y="8767337"/>
            <a:chExt cx="532550" cy="342262"/>
          </a:xfrm>
          <a:solidFill>
            <a:schemeClr val="accent1"/>
          </a:solidFill>
        </p:grpSpPr>
        <p:sp>
          <p:nvSpPr>
            <p:cNvPr id="133" name="任意多边形: 形状 132"/>
            <p:cNvSpPr/>
            <p:nvPr/>
          </p:nvSpPr>
          <p:spPr>
            <a:xfrm>
              <a:off x="25383599" y="8767337"/>
              <a:ext cx="101250" cy="337500"/>
            </a:xfrm>
            <a:custGeom>
              <a:avLst/>
              <a:gdLst>
                <a:gd name="connsiteX0" fmla="*/ 0 w 101250"/>
                <a:gd name="connsiteY0" fmla="*/ 353565 h 337500"/>
                <a:gd name="connsiteX1" fmla="*/ 112421 w 101250"/>
                <a:gd name="connsiteY1" fmla="*/ 353565 h 337500"/>
                <a:gd name="connsiteX2" fmla="*/ 112421 w 101250"/>
                <a:gd name="connsiteY2" fmla="*/ 20048 h 337500"/>
                <a:gd name="connsiteX3" fmla="*/ 92357 w 101250"/>
                <a:gd name="connsiteY3" fmla="*/ 0 h 337500"/>
                <a:gd name="connsiteX4" fmla="*/ 20064 w 101250"/>
                <a:gd name="connsiteY4" fmla="*/ 0 h 337500"/>
                <a:gd name="connsiteX5" fmla="*/ 0 w 101250"/>
                <a:gd name="connsiteY5" fmla="*/ 20048 h 337500"/>
                <a:gd name="connsiteX6" fmla="*/ 0 w 101250"/>
                <a:gd name="connsiteY6" fmla="*/ 353565 h 337500"/>
                <a:gd name="connsiteX7" fmla="*/ 63534 w 101250"/>
                <a:gd name="connsiteY7" fmla="*/ 320946 h 337500"/>
                <a:gd name="connsiteX8" fmla="*/ 48870 w 101250"/>
                <a:gd name="connsiteY8" fmla="*/ 320946 h 337500"/>
                <a:gd name="connsiteX9" fmla="*/ 48870 w 101250"/>
                <a:gd name="connsiteY9" fmla="*/ 273713 h 337500"/>
                <a:gd name="connsiteX10" fmla="*/ 63534 w 101250"/>
                <a:gd name="connsiteY10" fmla="*/ 273713 h 337500"/>
                <a:gd name="connsiteX11" fmla="*/ 63534 w 101250"/>
                <a:gd name="connsiteY11" fmla="*/ 320946 h 337500"/>
                <a:gd name="connsiteX12" fmla="*/ 17938 w 101250"/>
                <a:gd name="connsiteY12" fmla="*/ 70993 h 337500"/>
                <a:gd name="connsiteX13" fmla="*/ 33531 w 101250"/>
                <a:gd name="connsiteY13" fmla="*/ 55401 h 337500"/>
                <a:gd name="connsiteX14" fmla="*/ 77271 w 101250"/>
                <a:gd name="connsiteY14" fmla="*/ 55401 h 337500"/>
                <a:gd name="connsiteX15" fmla="*/ 92863 w 101250"/>
                <a:gd name="connsiteY15" fmla="*/ 70993 h 337500"/>
                <a:gd name="connsiteX16" fmla="*/ 92863 w 101250"/>
                <a:gd name="connsiteY16" fmla="*/ 96812 h 337500"/>
                <a:gd name="connsiteX17" fmla="*/ 77271 w 101250"/>
                <a:gd name="connsiteY17" fmla="*/ 112404 h 337500"/>
                <a:gd name="connsiteX18" fmla="*/ 33531 w 101250"/>
                <a:gd name="connsiteY18" fmla="*/ 112404 h 337500"/>
                <a:gd name="connsiteX19" fmla="*/ 17938 w 101250"/>
                <a:gd name="connsiteY19" fmla="*/ 96812 h 337500"/>
                <a:gd name="connsiteX20" fmla="*/ 17938 w 101250"/>
                <a:gd name="connsiteY20" fmla="*/ 70993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1250" h="337500">
                  <a:moveTo>
                    <a:pt x="0" y="353565"/>
                  </a:moveTo>
                  <a:lnTo>
                    <a:pt x="112421" y="353565"/>
                  </a:lnTo>
                  <a:lnTo>
                    <a:pt x="112421" y="20048"/>
                  </a:lnTo>
                  <a:cubicBezTo>
                    <a:pt x="112421" y="8978"/>
                    <a:pt x="103444" y="0"/>
                    <a:pt x="92357" y="0"/>
                  </a:cubicBezTo>
                  <a:lnTo>
                    <a:pt x="20064" y="0"/>
                  </a:lnTo>
                  <a:cubicBezTo>
                    <a:pt x="8978" y="0"/>
                    <a:pt x="0" y="8978"/>
                    <a:pt x="0" y="20048"/>
                  </a:cubicBezTo>
                  <a:lnTo>
                    <a:pt x="0" y="353565"/>
                  </a:lnTo>
                  <a:close/>
                  <a:moveTo>
                    <a:pt x="63534" y="320946"/>
                  </a:moveTo>
                  <a:lnTo>
                    <a:pt x="48870" y="320946"/>
                  </a:lnTo>
                  <a:lnTo>
                    <a:pt x="48870" y="273713"/>
                  </a:lnTo>
                  <a:lnTo>
                    <a:pt x="63534" y="273713"/>
                  </a:lnTo>
                  <a:lnTo>
                    <a:pt x="63534" y="320946"/>
                  </a:lnTo>
                  <a:close/>
                  <a:moveTo>
                    <a:pt x="17938" y="70993"/>
                  </a:moveTo>
                  <a:cubicBezTo>
                    <a:pt x="17938" y="62387"/>
                    <a:pt x="24924" y="55401"/>
                    <a:pt x="33531" y="55401"/>
                  </a:cubicBezTo>
                  <a:lnTo>
                    <a:pt x="77271" y="55401"/>
                  </a:lnTo>
                  <a:cubicBezTo>
                    <a:pt x="85877" y="55401"/>
                    <a:pt x="92863" y="62387"/>
                    <a:pt x="92863" y="70993"/>
                  </a:cubicBezTo>
                  <a:lnTo>
                    <a:pt x="92863" y="96812"/>
                  </a:lnTo>
                  <a:cubicBezTo>
                    <a:pt x="92863" y="105418"/>
                    <a:pt x="85877" y="112404"/>
                    <a:pt x="77271" y="112404"/>
                  </a:cubicBezTo>
                  <a:lnTo>
                    <a:pt x="33531" y="112404"/>
                  </a:lnTo>
                  <a:cubicBezTo>
                    <a:pt x="24924" y="112404"/>
                    <a:pt x="17938" y="105418"/>
                    <a:pt x="17938" y="96812"/>
                  </a:cubicBezTo>
                  <a:lnTo>
                    <a:pt x="17938" y="7099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25535103" y="8767337"/>
              <a:ext cx="101250" cy="337500"/>
            </a:xfrm>
            <a:custGeom>
              <a:avLst/>
              <a:gdLst>
                <a:gd name="connsiteX0" fmla="*/ 17 w 101250"/>
                <a:gd name="connsiteY0" fmla="*/ 353565 h 337500"/>
                <a:gd name="connsiteX1" fmla="*/ 112438 w 101250"/>
                <a:gd name="connsiteY1" fmla="*/ 353565 h 337500"/>
                <a:gd name="connsiteX2" fmla="*/ 112438 w 101250"/>
                <a:gd name="connsiteY2" fmla="*/ 20048 h 337500"/>
                <a:gd name="connsiteX3" fmla="*/ 92374 w 101250"/>
                <a:gd name="connsiteY3" fmla="*/ 0 h 337500"/>
                <a:gd name="connsiteX4" fmla="*/ 20064 w 101250"/>
                <a:gd name="connsiteY4" fmla="*/ 0 h 337500"/>
                <a:gd name="connsiteX5" fmla="*/ 0 w 101250"/>
                <a:gd name="connsiteY5" fmla="*/ 20048 h 337500"/>
                <a:gd name="connsiteX6" fmla="*/ 17 w 101250"/>
                <a:gd name="connsiteY6" fmla="*/ 353565 h 337500"/>
                <a:gd name="connsiteX7" fmla="*/ 17 w 101250"/>
                <a:gd name="connsiteY7" fmla="*/ 353565 h 337500"/>
                <a:gd name="connsiteX8" fmla="*/ 43993 w 101250"/>
                <a:gd name="connsiteY8" fmla="*/ 320946 h 337500"/>
                <a:gd name="connsiteX9" fmla="*/ 30966 w 101250"/>
                <a:gd name="connsiteY9" fmla="*/ 320946 h 337500"/>
                <a:gd name="connsiteX10" fmla="*/ 30966 w 101250"/>
                <a:gd name="connsiteY10" fmla="*/ 273713 h 337500"/>
                <a:gd name="connsiteX11" fmla="*/ 43993 w 101250"/>
                <a:gd name="connsiteY11" fmla="*/ 273713 h 337500"/>
                <a:gd name="connsiteX12" fmla="*/ 43993 w 101250"/>
                <a:gd name="connsiteY12" fmla="*/ 320946 h 337500"/>
                <a:gd name="connsiteX13" fmla="*/ 83109 w 101250"/>
                <a:gd name="connsiteY13" fmla="*/ 320946 h 337500"/>
                <a:gd name="connsiteX14" fmla="*/ 68428 w 101250"/>
                <a:gd name="connsiteY14" fmla="*/ 320946 h 337500"/>
                <a:gd name="connsiteX15" fmla="*/ 68428 w 101250"/>
                <a:gd name="connsiteY15" fmla="*/ 273713 h 337500"/>
                <a:gd name="connsiteX16" fmla="*/ 83109 w 101250"/>
                <a:gd name="connsiteY16" fmla="*/ 273713 h 337500"/>
                <a:gd name="connsiteX17" fmla="*/ 83109 w 101250"/>
                <a:gd name="connsiteY17" fmla="*/ 320946 h 337500"/>
                <a:gd name="connsiteX18" fmla="*/ 19558 w 101250"/>
                <a:gd name="connsiteY18" fmla="*/ 70993 h 337500"/>
                <a:gd name="connsiteX19" fmla="*/ 35168 w 101250"/>
                <a:gd name="connsiteY19" fmla="*/ 55401 h 337500"/>
                <a:gd name="connsiteX20" fmla="*/ 78908 w 101250"/>
                <a:gd name="connsiteY20" fmla="*/ 55401 h 337500"/>
                <a:gd name="connsiteX21" fmla="*/ 94517 w 101250"/>
                <a:gd name="connsiteY21" fmla="*/ 70993 h 337500"/>
                <a:gd name="connsiteX22" fmla="*/ 94517 w 101250"/>
                <a:gd name="connsiteY22" fmla="*/ 96812 h 337500"/>
                <a:gd name="connsiteX23" fmla="*/ 78908 w 101250"/>
                <a:gd name="connsiteY23" fmla="*/ 112404 h 337500"/>
                <a:gd name="connsiteX24" fmla="*/ 35168 w 101250"/>
                <a:gd name="connsiteY24" fmla="*/ 112404 h 337500"/>
                <a:gd name="connsiteX25" fmla="*/ 19558 w 101250"/>
                <a:gd name="connsiteY25" fmla="*/ 96812 h 337500"/>
                <a:gd name="connsiteX26" fmla="*/ 19558 w 101250"/>
                <a:gd name="connsiteY26" fmla="*/ 70993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250" h="337500">
                  <a:moveTo>
                    <a:pt x="17" y="353565"/>
                  </a:moveTo>
                  <a:lnTo>
                    <a:pt x="112438" y="353565"/>
                  </a:lnTo>
                  <a:lnTo>
                    <a:pt x="112438" y="20048"/>
                  </a:lnTo>
                  <a:cubicBezTo>
                    <a:pt x="112438" y="8978"/>
                    <a:pt x="103461" y="0"/>
                    <a:pt x="92374" y="0"/>
                  </a:cubicBezTo>
                  <a:lnTo>
                    <a:pt x="20064" y="0"/>
                  </a:lnTo>
                  <a:cubicBezTo>
                    <a:pt x="8978" y="0"/>
                    <a:pt x="0" y="8978"/>
                    <a:pt x="0" y="20048"/>
                  </a:cubicBezTo>
                  <a:lnTo>
                    <a:pt x="17" y="353565"/>
                  </a:lnTo>
                  <a:lnTo>
                    <a:pt x="17" y="353565"/>
                  </a:lnTo>
                  <a:close/>
                  <a:moveTo>
                    <a:pt x="43993" y="320946"/>
                  </a:moveTo>
                  <a:lnTo>
                    <a:pt x="30966" y="320946"/>
                  </a:lnTo>
                  <a:lnTo>
                    <a:pt x="30966" y="273713"/>
                  </a:lnTo>
                  <a:lnTo>
                    <a:pt x="43993" y="273713"/>
                  </a:lnTo>
                  <a:lnTo>
                    <a:pt x="43993" y="320946"/>
                  </a:lnTo>
                  <a:close/>
                  <a:moveTo>
                    <a:pt x="83109" y="320946"/>
                  </a:moveTo>
                  <a:lnTo>
                    <a:pt x="68428" y="320946"/>
                  </a:lnTo>
                  <a:lnTo>
                    <a:pt x="68428" y="273713"/>
                  </a:lnTo>
                  <a:lnTo>
                    <a:pt x="83109" y="273713"/>
                  </a:lnTo>
                  <a:lnTo>
                    <a:pt x="83109" y="320946"/>
                  </a:lnTo>
                  <a:close/>
                  <a:moveTo>
                    <a:pt x="19558" y="70993"/>
                  </a:moveTo>
                  <a:cubicBezTo>
                    <a:pt x="19558" y="62387"/>
                    <a:pt x="26544" y="55401"/>
                    <a:pt x="35168" y="55401"/>
                  </a:cubicBezTo>
                  <a:lnTo>
                    <a:pt x="78908" y="55401"/>
                  </a:lnTo>
                  <a:cubicBezTo>
                    <a:pt x="87531" y="55401"/>
                    <a:pt x="94517" y="62387"/>
                    <a:pt x="94517" y="70993"/>
                  </a:cubicBezTo>
                  <a:lnTo>
                    <a:pt x="94517" y="96812"/>
                  </a:lnTo>
                  <a:cubicBezTo>
                    <a:pt x="94517" y="105418"/>
                    <a:pt x="87531" y="112404"/>
                    <a:pt x="78908" y="112404"/>
                  </a:cubicBezTo>
                  <a:lnTo>
                    <a:pt x="35168" y="112404"/>
                  </a:lnTo>
                  <a:cubicBezTo>
                    <a:pt x="26544" y="112404"/>
                    <a:pt x="19558" y="105418"/>
                    <a:pt x="19558" y="96812"/>
                  </a:cubicBezTo>
                  <a:lnTo>
                    <a:pt x="19558" y="7099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25679899" y="8772099"/>
              <a:ext cx="236250" cy="337500"/>
            </a:xfrm>
            <a:custGeom>
              <a:avLst/>
              <a:gdLst>
                <a:gd name="connsiteX0" fmla="*/ 110152 w 236250"/>
                <a:gd name="connsiteY0" fmla="*/ 11826 h 337500"/>
                <a:gd name="connsiteX1" fmla="*/ 83759 w 236250"/>
                <a:gd name="connsiteY1" fmla="*/ 1718 h 337500"/>
                <a:gd name="connsiteX2" fmla="*/ 11939 w 236250"/>
                <a:gd name="connsiteY2" fmla="*/ 33460 h 337500"/>
                <a:gd name="connsiteX3" fmla="*/ 1325 w 236250"/>
                <a:gd name="connsiteY3" fmla="*/ 44631 h 337500"/>
                <a:gd name="connsiteX4" fmla="*/ 1780 w 236250"/>
                <a:gd name="connsiteY4" fmla="*/ 60038 h 337500"/>
                <a:gd name="connsiteX5" fmla="*/ 132680 w 236250"/>
                <a:gd name="connsiteY5" fmla="*/ 350355 h 337500"/>
                <a:gd name="connsiteX6" fmla="*/ 241203 w 236250"/>
                <a:gd name="connsiteY6" fmla="*/ 302430 h 337500"/>
                <a:gd name="connsiteX7" fmla="*/ 110152 w 236250"/>
                <a:gd name="connsiteY7" fmla="*/ 11826 h 337500"/>
                <a:gd name="connsiteX8" fmla="*/ 40492 w 236250"/>
                <a:gd name="connsiteY8" fmla="*/ 94277 h 337500"/>
                <a:gd name="connsiteX9" fmla="*/ 48389 w 236250"/>
                <a:gd name="connsiteY9" fmla="*/ 73673 h 337500"/>
                <a:gd name="connsiteX10" fmla="*/ 88400 w 236250"/>
                <a:gd name="connsiteY10" fmla="*/ 55853 h 337500"/>
                <a:gd name="connsiteX11" fmla="*/ 109004 w 236250"/>
                <a:gd name="connsiteY11" fmla="*/ 63750 h 337500"/>
                <a:gd name="connsiteX12" fmla="*/ 118960 w 236250"/>
                <a:gd name="connsiteY12" fmla="*/ 86093 h 337500"/>
                <a:gd name="connsiteX13" fmla="*/ 119315 w 236250"/>
                <a:gd name="connsiteY13" fmla="*/ 98023 h 337500"/>
                <a:gd name="connsiteX14" fmla="*/ 111130 w 236250"/>
                <a:gd name="connsiteY14" fmla="*/ 106697 h 337500"/>
                <a:gd name="connsiteX15" fmla="*/ 71120 w 236250"/>
                <a:gd name="connsiteY15" fmla="*/ 124500 h 337500"/>
                <a:gd name="connsiteX16" fmla="*/ 50482 w 236250"/>
                <a:gd name="connsiteY16" fmla="*/ 116620 h 337500"/>
                <a:gd name="connsiteX17" fmla="*/ 40492 w 236250"/>
                <a:gd name="connsiteY17" fmla="*/ 94277 h 337500"/>
                <a:gd name="connsiteX18" fmla="*/ 139885 w 236250"/>
                <a:gd name="connsiteY18" fmla="*/ 321195 h 337500"/>
                <a:gd name="connsiteX19" fmla="*/ 115400 w 236250"/>
                <a:gd name="connsiteY19" fmla="*/ 269558 h 337500"/>
                <a:gd name="connsiteX20" fmla="*/ 127988 w 236250"/>
                <a:gd name="connsiteY20" fmla="*/ 263584 h 337500"/>
                <a:gd name="connsiteX21" fmla="*/ 152474 w 236250"/>
                <a:gd name="connsiteY21" fmla="*/ 315205 h 337500"/>
                <a:gd name="connsiteX22" fmla="*/ 139885 w 236250"/>
                <a:gd name="connsiteY22" fmla="*/ 321195 h 337500"/>
                <a:gd name="connsiteX23" fmla="*/ 167965 w 236250"/>
                <a:gd name="connsiteY23" fmla="*/ 308320 h 337500"/>
                <a:gd name="connsiteX24" fmla="*/ 143480 w 236250"/>
                <a:gd name="connsiteY24" fmla="*/ 256665 h 337500"/>
                <a:gd name="connsiteX25" fmla="*/ 156068 w 236250"/>
                <a:gd name="connsiteY25" fmla="*/ 250691 h 337500"/>
                <a:gd name="connsiteX26" fmla="*/ 180537 w 236250"/>
                <a:gd name="connsiteY26" fmla="*/ 302329 h 337500"/>
                <a:gd name="connsiteX27" fmla="*/ 167965 w 236250"/>
                <a:gd name="connsiteY27" fmla="*/ 308320 h 337500"/>
                <a:gd name="connsiteX28" fmla="*/ 173028 w 236250"/>
                <a:gd name="connsiteY28" fmla="*/ 242237 h 337500"/>
                <a:gd name="connsiteX29" fmla="*/ 185617 w 236250"/>
                <a:gd name="connsiteY29" fmla="*/ 236263 h 337500"/>
                <a:gd name="connsiteX30" fmla="*/ 210052 w 236250"/>
                <a:gd name="connsiteY30" fmla="*/ 287918 h 337500"/>
                <a:gd name="connsiteX31" fmla="*/ 197513 w 236250"/>
                <a:gd name="connsiteY31" fmla="*/ 293891 h 337500"/>
                <a:gd name="connsiteX32" fmla="*/ 173028 w 236250"/>
                <a:gd name="connsiteY32" fmla="*/ 242237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36250" h="337500">
                  <a:moveTo>
                    <a:pt x="110152" y="11826"/>
                  </a:moveTo>
                  <a:cubicBezTo>
                    <a:pt x="105595" y="1768"/>
                    <a:pt x="93833" y="-2737"/>
                    <a:pt x="83759" y="1718"/>
                  </a:cubicBezTo>
                  <a:lnTo>
                    <a:pt x="11939" y="33460"/>
                  </a:lnTo>
                  <a:cubicBezTo>
                    <a:pt x="7062" y="35620"/>
                    <a:pt x="3232" y="39653"/>
                    <a:pt x="1325" y="44631"/>
                  </a:cubicBezTo>
                  <a:cubicBezTo>
                    <a:pt x="-582" y="49626"/>
                    <a:pt x="-430" y="55178"/>
                    <a:pt x="1780" y="60038"/>
                  </a:cubicBezTo>
                  <a:lnTo>
                    <a:pt x="132680" y="350355"/>
                  </a:lnTo>
                  <a:lnTo>
                    <a:pt x="241203" y="302430"/>
                  </a:lnTo>
                  <a:lnTo>
                    <a:pt x="110152" y="11826"/>
                  </a:lnTo>
                  <a:close/>
                  <a:moveTo>
                    <a:pt x="40492" y="94277"/>
                  </a:moveTo>
                  <a:cubicBezTo>
                    <a:pt x="36982" y="86413"/>
                    <a:pt x="40525" y="77166"/>
                    <a:pt x="48389" y="73673"/>
                  </a:cubicBezTo>
                  <a:lnTo>
                    <a:pt x="88400" y="55853"/>
                  </a:lnTo>
                  <a:cubicBezTo>
                    <a:pt x="96280" y="52343"/>
                    <a:pt x="105511" y="55886"/>
                    <a:pt x="109004" y="63750"/>
                  </a:cubicBezTo>
                  <a:lnTo>
                    <a:pt x="118960" y="86093"/>
                  </a:lnTo>
                  <a:cubicBezTo>
                    <a:pt x="120682" y="89873"/>
                    <a:pt x="120766" y="94176"/>
                    <a:pt x="119315" y="98023"/>
                  </a:cubicBezTo>
                  <a:cubicBezTo>
                    <a:pt x="117830" y="101905"/>
                    <a:pt x="114843" y="105010"/>
                    <a:pt x="111130" y="106697"/>
                  </a:cubicBezTo>
                  <a:lnTo>
                    <a:pt x="71120" y="124500"/>
                  </a:lnTo>
                  <a:cubicBezTo>
                    <a:pt x="63239" y="128010"/>
                    <a:pt x="53992" y="124466"/>
                    <a:pt x="50482" y="116620"/>
                  </a:cubicBezTo>
                  <a:lnTo>
                    <a:pt x="40492" y="94277"/>
                  </a:lnTo>
                  <a:close/>
                  <a:moveTo>
                    <a:pt x="139885" y="321195"/>
                  </a:moveTo>
                  <a:lnTo>
                    <a:pt x="115400" y="269558"/>
                  </a:lnTo>
                  <a:lnTo>
                    <a:pt x="127988" y="263584"/>
                  </a:lnTo>
                  <a:lnTo>
                    <a:pt x="152474" y="315205"/>
                  </a:lnTo>
                  <a:lnTo>
                    <a:pt x="139885" y="321195"/>
                  </a:lnTo>
                  <a:close/>
                  <a:moveTo>
                    <a:pt x="167965" y="308320"/>
                  </a:moveTo>
                  <a:lnTo>
                    <a:pt x="143480" y="256665"/>
                  </a:lnTo>
                  <a:lnTo>
                    <a:pt x="156068" y="250691"/>
                  </a:lnTo>
                  <a:lnTo>
                    <a:pt x="180537" y="302329"/>
                  </a:lnTo>
                  <a:lnTo>
                    <a:pt x="167965" y="308320"/>
                  </a:lnTo>
                  <a:close/>
                  <a:moveTo>
                    <a:pt x="173028" y="242237"/>
                  </a:moveTo>
                  <a:lnTo>
                    <a:pt x="185617" y="236263"/>
                  </a:lnTo>
                  <a:lnTo>
                    <a:pt x="210052" y="287918"/>
                  </a:lnTo>
                  <a:lnTo>
                    <a:pt x="197513" y="293891"/>
                  </a:lnTo>
                  <a:lnTo>
                    <a:pt x="173028" y="24223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36" name="图形 241"/>
          <p:cNvSpPr/>
          <p:nvPr/>
        </p:nvSpPr>
        <p:spPr>
          <a:xfrm>
            <a:off x="9487789" y="2023447"/>
            <a:ext cx="523125" cy="489375"/>
          </a:xfrm>
          <a:custGeom>
            <a:avLst/>
            <a:gdLst>
              <a:gd name="connsiteX0" fmla="*/ 532561 w 523125"/>
              <a:gd name="connsiteY0" fmla="*/ 279079 h 489375"/>
              <a:gd name="connsiteX1" fmla="*/ 532561 w 523125"/>
              <a:gd name="connsiteY1" fmla="*/ 52059 h 489375"/>
              <a:gd name="connsiteX2" fmla="*/ 517475 w 523125"/>
              <a:gd name="connsiteY2" fmla="*/ 15491 h 489375"/>
              <a:gd name="connsiteX3" fmla="*/ 480941 w 523125"/>
              <a:gd name="connsiteY3" fmla="*/ 405 h 489375"/>
              <a:gd name="connsiteX4" fmla="*/ 116238 w 523125"/>
              <a:gd name="connsiteY4" fmla="*/ 0 h 489375"/>
              <a:gd name="connsiteX5" fmla="*/ 20337 w 523125"/>
              <a:gd name="connsiteY5" fmla="*/ 77895 h 489375"/>
              <a:gd name="connsiteX6" fmla="*/ 3631 w 523125"/>
              <a:gd name="connsiteY6" fmla="*/ 164936 h 489375"/>
              <a:gd name="connsiteX7" fmla="*/ 1471 w 523125"/>
              <a:gd name="connsiteY7" fmla="*/ 247236 h 489375"/>
              <a:gd name="connsiteX8" fmla="*/ 101591 w 523125"/>
              <a:gd name="connsiteY8" fmla="*/ 328033 h 489375"/>
              <a:gd name="connsiteX9" fmla="*/ 176094 w 523125"/>
              <a:gd name="connsiteY9" fmla="*/ 328168 h 489375"/>
              <a:gd name="connsiteX10" fmla="*/ 180127 w 523125"/>
              <a:gd name="connsiteY10" fmla="*/ 354105 h 489375"/>
              <a:gd name="connsiteX11" fmla="*/ 210806 w 523125"/>
              <a:gd name="connsiteY11" fmla="*/ 463590 h 489375"/>
              <a:gd name="connsiteX12" fmla="*/ 277023 w 523125"/>
              <a:gd name="connsiteY12" fmla="*/ 497171 h 489375"/>
              <a:gd name="connsiteX13" fmla="*/ 325336 w 523125"/>
              <a:gd name="connsiteY13" fmla="*/ 481343 h 489375"/>
              <a:gd name="connsiteX14" fmla="*/ 346109 w 523125"/>
              <a:gd name="connsiteY14" fmla="*/ 372921 h 489375"/>
              <a:gd name="connsiteX15" fmla="*/ 348573 w 523125"/>
              <a:gd name="connsiteY15" fmla="*/ 328219 h 489375"/>
              <a:gd name="connsiteX16" fmla="*/ 481076 w 523125"/>
              <a:gd name="connsiteY16" fmla="*/ 328219 h 489375"/>
              <a:gd name="connsiteX17" fmla="*/ 532561 w 523125"/>
              <a:gd name="connsiteY17" fmla="*/ 279079 h 489375"/>
              <a:gd name="connsiteX18" fmla="*/ 344962 w 523125"/>
              <a:gd name="connsiteY18" fmla="*/ 179516 h 489375"/>
              <a:gd name="connsiteX19" fmla="*/ 306959 w 523125"/>
              <a:gd name="connsiteY19" fmla="*/ 384919 h 489375"/>
              <a:gd name="connsiteX20" fmla="*/ 301154 w 523125"/>
              <a:gd name="connsiteY20" fmla="*/ 448268 h 489375"/>
              <a:gd name="connsiteX21" fmla="*/ 243864 w 523125"/>
              <a:gd name="connsiteY21" fmla="*/ 439442 h 489375"/>
              <a:gd name="connsiteX22" fmla="*/ 221082 w 523125"/>
              <a:gd name="connsiteY22" fmla="*/ 355134 h 489375"/>
              <a:gd name="connsiteX23" fmla="*/ 205254 w 523125"/>
              <a:gd name="connsiteY23" fmla="*/ 299548 h 489375"/>
              <a:gd name="connsiteX24" fmla="*/ 174845 w 523125"/>
              <a:gd name="connsiteY24" fmla="*/ 287246 h 489375"/>
              <a:gd name="connsiteX25" fmla="*/ 172246 w 523125"/>
              <a:gd name="connsiteY25" fmla="*/ 287483 h 489375"/>
              <a:gd name="connsiteX26" fmla="*/ 101591 w 523125"/>
              <a:gd name="connsiteY26" fmla="*/ 287483 h 489375"/>
              <a:gd name="connsiteX27" fmla="*/ 48502 w 523125"/>
              <a:gd name="connsiteY27" fmla="*/ 263520 h 489375"/>
              <a:gd name="connsiteX28" fmla="*/ 48603 w 523125"/>
              <a:gd name="connsiteY28" fmla="*/ 263419 h 489375"/>
              <a:gd name="connsiteX29" fmla="*/ 48603 w 523125"/>
              <a:gd name="connsiteY29" fmla="*/ 263419 h 489375"/>
              <a:gd name="connsiteX30" fmla="*/ 48519 w 523125"/>
              <a:gd name="connsiteY30" fmla="*/ 263385 h 489375"/>
              <a:gd name="connsiteX31" fmla="*/ 48434 w 523125"/>
              <a:gd name="connsiteY31" fmla="*/ 263385 h 489375"/>
              <a:gd name="connsiteX32" fmla="*/ 80142 w 523125"/>
              <a:gd name="connsiteY32" fmla="*/ 236402 h 489375"/>
              <a:gd name="connsiteX33" fmla="*/ 89356 w 523125"/>
              <a:gd name="connsiteY33" fmla="*/ 226631 h 489375"/>
              <a:gd name="connsiteX34" fmla="*/ 89356 w 523125"/>
              <a:gd name="connsiteY34" fmla="*/ 225231 h 489375"/>
              <a:gd name="connsiteX35" fmla="*/ 80176 w 523125"/>
              <a:gd name="connsiteY35" fmla="*/ 215460 h 489375"/>
              <a:gd name="connsiteX36" fmla="*/ 41752 w 523125"/>
              <a:gd name="connsiteY36" fmla="*/ 192578 h 489375"/>
              <a:gd name="connsiteX37" fmla="*/ 43119 w 523125"/>
              <a:gd name="connsiteY37" fmla="*/ 179938 h 489375"/>
              <a:gd name="connsiteX38" fmla="*/ 78843 w 523125"/>
              <a:gd name="connsiteY38" fmla="*/ 167147 h 489375"/>
              <a:gd name="connsiteX39" fmla="*/ 80547 w 523125"/>
              <a:gd name="connsiteY39" fmla="*/ 167147 h 489375"/>
              <a:gd name="connsiteX40" fmla="*/ 89373 w 523125"/>
              <a:gd name="connsiteY40" fmla="*/ 158490 h 489375"/>
              <a:gd name="connsiteX41" fmla="*/ 89373 w 523125"/>
              <a:gd name="connsiteY41" fmla="*/ 155571 h 489375"/>
              <a:gd name="connsiteX42" fmla="*/ 81341 w 523125"/>
              <a:gd name="connsiteY42" fmla="*/ 144973 h 489375"/>
              <a:gd name="connsiteX43" fmla="*/ 51590 w 523125"/>
              <a:gd name="connsiteY43" fmla="*/ 127018 h 489375"/>
              <a:gd name="connsiteX44" fmla="*/ 95971 w 523125"/>
              <a:gd name="connsiteY44" fmla="*/ 102752 h 489375"/>
              <a:gd name="connsiteX45" fmla="*/ 100460 w 523125"/>
              <a:gd name="connsiteY45" fmla="*/ 100643 h 489375"/>
              <a:gd name="connsiteX46" fmla="*/ 102097 w 523125"/>
              <a:gd name="connsiteY46" fmla="*/ 95968 h 489375"/>
              <a:gd name="connsiteX47" fmla="*/ 102012 w 523125"/>
              <a:gd name="connsiteY47" fmla="*/ 94466 h 489375"/>
              <a:gd name="connsiteX48" fmla="*/ 95904 w 523125"/>
              <a:gd name="connsiteY48" fmla="*/ 87294 h 489375"/>
              <a:gd name="connsiteX49" fmla="*/ 81999 w 523125"/>
              <a:gd name="connsiteY49" fmla="*/ 55097 h 489375"/>
              <a:gd name="connsiteX50" fmla="*/ 81982 w 523125"/>
              <a:gd name="connsiteY50" fmla="*/ 55097 h 489375"/>
              <a:gd name="connsiteX51" fmla="*/ 116238 w 523125"/>
              <a:gd name="connsiteY51" fmla="*/ 41259 h 489375"/>
              <a:gd name="connsiteX52" fmla="*/ 290084 w 523125"/>
              <a:gd name="connsiteY52" fmla="*/ 41259 h 489375"/>
              <a:gd name="connsiteX53" fmla="*/ 326602 w 523125"/>
              <a:gd name="connsiteY53" fmla="*/ 76714 h 489375"/>
              <a:gd name="connsiteX54" fmla="*/ 344962 w 523125"/>
              <a:gd name="connsiteY54" fmla="*/ 179516 h 489375"/>
              <a:gd name="connsiteX55" fmla="*/ 510674 w 523125"/>
              <a:gd name="connsiteY55" fmla="*/ 274286 h 489375"/>
              <a:gd name="connsiteX56" fmla="*/ 488652 w 523125"/>
              <a:gd name="connsiteY56" fmla="*/ 296426 h 489375"/>
              <a:gd name="connsiteX57" fmla="*/ 400649 w 523125"/>
              <a:gd name="connsiteY57" fmla="*/ 296426 h 489375"/>
              <a:gd name="connsiteX58" fmla="*/ 378661 w 523125"/>
              <a:gd name="connsiteY58" fmla="*/ 274286 h 489375"/>
              <a:gd name="connsiteX59" fmla="*/ 400649 w 523125"/>
              <a:gd name="connsiteY59" fmla="*/ 252146 h 489375"/>
              <a:gd name="connsiteX60" fmla="*/ 488652 w 523125"/>
              <a:gd name="connsiteY60" fmla="*/ 252146 h 489375"/>
              <a:gd name="connsiteX61" fmla="*/ 510674 w 523125"/>
              <a:gd name="connsiteY61" fmla="*/ 274286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23125" h="489375">
                <a:moveTo>
                  <a:pt x="532561" y="279079"/>
                </a:moveTo>
                <a:lnTo>
                  <a:pt x="532561" y="52059"/>
                </a:lnTo>
                <a:cubicBezTo>
                  <a:pt x="532561" y="38340"/>
                  <a:pt x="527195" y="25194"/>
                  <a:pt x="517475" y="15491"/>
                </a:cubicBezTo>
                <a:cubicBezTo>
                  <a:pt x="507755" y="5788"/>
                  <a:pt x="494643" y="371"/>
                  <a:pt x="480941" y="405"/>
                </a:cubicBezTo>
                <a:lnTo>
                  <a:pt x="116238" y="0"/>
                </a:lnTo>
                <a:cubicBezTo>
                  <a:pt x="69477" y="0"/>
                  <a:pt x="32622" y="39234"/>
                  <a:pt x="20337" y="77895"/>
                </a:cubicBezTo>
                <a:cubicBezTo>
                  <a:pt x="14499" y="96238"/>
                  <a:pt x="8424" y="128031"/>
                  <a:pt x="3631" y="164936"/>
                </a:cubicBezTo>
                <a:cubicBezTo>
                  <a:pt x="-368" y="196155"/>
                  <a:pt x="-1026" y="220776"/>
                  <a:pt x="1471" y="247236"/>
                </a:cubicBezTo>
                <a:cubicBezTo>
                  <a:pt x="6112" y="296325"/>
                  <a:pt x="45414" y="328033"/>
                  <a:pt x="101591" y="328033"/>
                </a:cubicBezTo>
                <a:lnTo>
                  <a:pt x="176094" y="328168"/>
                </a:lnTo>
                <a:cubicBezTo>
                  <a:pt x="177140" y="329096"/>
                  <a:pt x="180566" y="336150"/>
                  <a:pt x="180127" y="354105"/>
                </a:cubicBezTo>
                <a:cubicBezTo>
                  <a:pt x="179165" y="395533"/>
                  <a:pt x="183873" y="426769"/>
                  <a:pt x="210806" y="463590"/>
                </a:cubicBezTo>
                <a:cubicBezTo>
                  <a:pt x="226212" y="484599"/>
                  <a:pt x="250951" y="497171"/>
                  <a:pt x="277023" y="497171"/>
                </a:cubicBezTo>
                <a:cubicBezTo>
                  <a:pt x="294489" y="497171"/>
                  <a:pt x="311195" y="491721"/>
                  <a:pt x="325336" y="481343"/>
                </a:cubicBezTo>
                <a:cubicBezTo>
                  <a:pt x="369566" y="448943"/>
                  <a:pt x="354311" y="399482"/>
                  <a:pt x="346109" y="372921"/>
                </a:cubicBezTo>
                <a:cubicBezTo>
                  <a:pt x="341519" y="357919"/>
                  <a:pt x="342346" y="342714"/>
                  <a:pt x="348573" y="328219"/>
                </a:cubicBezTo>
                <a:lnTo>
                  <a:pt x="481076" y="328219"/>
                </a:lnTo>
                <a:cubicBezTo>
                  <a:pt x="509645" y="328219"/>
                  <a:pt x="532561" y="307631"/>
                  <a:pt x="532561" y="279079"/>
                </a:cubicBezTo>
                <a:close/>
                <a:moveTo>
                  <a:pt x="344962" y="179516"/>
                </a:moveTo>
                <a:cubicBezTo>
                  <a:pt x="336929" y="260719"/>
                  <a:pt x="296615" y="300881"/>
                  <a:pt x="306959" y="384919"/>
                </a:cubicBezTo>
                <a:cubicBezTo>
                  <a:pt x="312224" y="427241"/>
                  <a:pt x="314874" y="438210"/>
                  <a:pt x="301154" y="448268"/>
                </a:cubicBezTo>
                <a:cubicBezTo>
                  <a:pt x="283368" y="461278"/>
                  <a:pt x="256857" y="457093"/>
                  <a:pt x="243864" y="439442"/>
                </a:cubicBezTo>
                <a:cubicBezTo>
                  <a:pt x="223445" y="411548"/>
                  <a:pt x="220256" y="389998"/>
                  <a:pt x="221082" y="355134"/>
                </a:cubicBezTo>
                <a:cubicBezTo>
                  <a:pt x="221673" y="329248"/>
                  <a:pt x="216509" y="311074"/>
                  <a:pt x="205254" y="299548"/>
                </a:cubicBezTo>
                <a:cubicBezTo>
                  <a:pt x="197306" y="291431"/>
                  <a:pt x="186809" y="287246"/>
                  <a:pt x="174845" y="287246"/>
                </a:cubicBezTo>
                <a:cubicBezTo>
                  <a:pt x="174491" y="287246"/>
                  <a:pt x="172584" y="287483"/>
                  <a:pt x="172246" y="287483"/>
                </a:cubicBezTo>
                <a:lnTo>
                  <a:pt x="101591" y="287483"/>
                </a:lnTo>
                <a:cubicBezTo>
                  <a:pt x="91212" y="287483"/>
                  <a:pt x="61698" y="285272"/>
                  <a:pt x="48502" y="263520"/>
                </a:cubicBezTo>
                <a:lnTo>
                  <a:pt x="48603" y="263419"/>
                </a:lnTo>
                <a:lnTo>
                  <a:pt x="48603" y="263419"/>
                </a:lnTo>
                <a:cubicBezTo>
                  <a:pt x="48603" y="263385"/>
                  <a:pt x="48519" y="263385"/>
                  <a:pt x="48519" y="263385"/>
                </a:cubicBezTo>
                <a:lnTo>
                  <a:pt x="48434" y="263385"/>
                </a:lnTo>
                <a:cubicBezTo>
                  <a:pt x="48063" y="262339"/>
                  <a:pt x="40284" y="239136"/>
                  <a:pt x="80142" y="236402"/>
                </a:cubicBezTo>
                <a:cubicBezTo>
                  <a:pt x="85306" y="236048"/>
                  <a:pt x="89356" y="231778"/>
                  <a:pt x="89356" y="226631"/>
                </a:cubicBezTo>
                <a:lnTo>
                  <a:pt x="89356" y="225231"/>
                </a:lnTo>
                <a:cubicBezTo>
                  <a:pt x="89356" y="220084"/>
                  <a:pt x="85306" y="215831"/>
                  <a:pt x="80176" y="215460"/>
                </a:cubicBezTo>
                <a:cubicBezTo>
                  <a:pt x="67486" y="214583"/>
                  <a:pt x="45515" y="210431"/>
                  <a:pt x="41752" y="192578"/>
                </a:cubicBezTo>
                <a:cubicBezTo>
                  <a:pt x="39659" y="185271"/>
                  <a:pt x="41836" y="184174"/>
                  <a:pt x="43119" y="179938"/>
                </a:cubicBezTo>
                <a:cubicBezTo>
                  <a:pt x="46544" y="174285"/>
                  <a:pt x="55623" y="167839"/>
                  <a:pt x="78843" y="167147"/>
                </a:cubicBezTo>
                <a:lnTo>
                  <a:pt x="80547" y="167147"/>
                </a:lnTo>
                <a:cubicBezTo>
                  <a:pt x="85323" y="167147"/>
                  <a:pt x="89373" y="163283"/>
                  <a:pt x="89373" y="158490"/>
                </a:cubicBezTo>
                <a:lnTo>
                  <a:pt x="89373" y="155571"/>
                </a:lnTo>
                <a:cubicBezTo>
                  <a:pt x="89373" y="150660"/>
                  <a:pt x="86049" y="146357"/>
                  <a:pt x="81341" y="144973"/>
                </a:cubicBezTo>
                <a:cubicBezTo>
                  <a:pt x="71705" y="142121"/>
                  <a:pt x="56028" y="136215"/>
                  <a:pt x="51590" y="127018"/>
                </a:cubicBezTo>
                <a:cubicBezTo>
                  <a:pt x="49784" y="108152"/>
                  <a:pt x="65292" y="103798"/>
                  <a:pt x="95971" y="102752"/>
                </a:cubicBezTo>
                <a:cubicBezTo>
                  <a:pt x="97676" y="102684"/>
                  <a:pt x="99296" y="101908"/>
                  <a:pt x="100460" y="100643"/>
                </a:cubicBezTo>
                <a:cubicBezTo>
                  <a:pt x="101624" y="99377"/>
                  <a:pt x="102198" y="97673"/>
                  <a:pt x="102097" y="95968"/>
                </a:cubicBezTo>
                <a:lnTo>
                  <a:pt x="102012" y="94466"/>
                </a:lnTo>
                <a:cubicBezTo>
                  <a:pt x="101776" y="91024"/>
                  <a:pt x="99312" y="88037"/>
                  <a:pt x="95904" y="87294"/>
                </a:cubicBezTo>
                <a:cubicBezTo>
                  <a:pt x="84277" y="84763"/>
                  <a:pt x="60770" y="77237"/>
                  <a:pt x="81999" y="55097"/>
                </a:cubicBezTo>
                <a:cubicBezTo>
                  <a:pt x="81999" y="55097"/>
                  <a:pt x="81999" y="55097"/>
                  <a:pt x="81982" y="55097"/>
                </a:cubicBezTo>
                <a:cubicBezTo>
                  <a:pt x="91820" y="46811"/>
                  <a:pt x="103734" y="41259"/>
                  <a:pt x="116238" y="41259"/>
                </a:cubicBezTo>
                <a:lnTo>
                  <a:pt x="290084" y="41259"/>
                </a:lnTo>
                <a:cubicBezTo>
                  <a:pt x="303888" y="41259"/>
                  <a:pt x="320139" y="59602"/>
                  <a:pt x="326602" y="76714"/>
                </a:cubicBezTo>
                <a:cubicBezTo>
                  <a:pt x="335461" y="100339"/>
                  <a:pt x="348877" y="139928"/>
                  <a:pt x="344962" y="179516"/>
                </a:cubicBezTo>
                <a:close/>
                <a:moveTo>
                  <a:pt x="510674" y="274286"/>
                </a:moveTo>
                <a:cubicBezTo>
                  <a:pt x="510674" y="286470"/>
                  <a:pt x="500836" y="296426"/>
                  <a:pt x="488652" y="296426"/>
                </a:cubicBezTo>
                <a:lnTo>
                  <a:pt x="400649" y="296426"/>
                </a:lnTo>
                <a:cubicBezTo>
                  <a:pt x="388482" y="296426"/>
                  <a:pt x="378661" y="286470"/>
                  <a:pt x="378661" y="274286"/>
                </a:cubicBezTo>
                <a:cubicBezTo>
                  <a:pt x="378661" y="262103"/>
                  <a:pt x="388482" y="252146"/>
                  <a:pt x="400649" y="252146"/>
                </a:cubicBezTo>
                <a:lnTo>
                  <a:pt x="488652" y="252146"/>
                </a:lnTo>
                <a:cubicBezTo>
                  <a:pt x="500836" y="252163"/>
                  <a:pt x="510674" y="262103"/>
                  <a:pt x="510674" y="274286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37" name="组合 136"/>
          <p:cNvGrpSpPr/>
          <p:nvPr/>
        </p:nvGrpSpPr>
        <p:grpSpPr>
          <a:xfrm>
            <a:off x="10706989" y="2015009"/>
            <a:ext cx="523125" cy="506250"/>
            <a:chOff x="23224798" y="9762000"/>
            <a:chExt cx="523125" cy="506250"/>
          </a:xfrm>
          <a:solidFill>
            <a:schemeClr val="accent1"/>
          </a:solidFill>
        </p:grpSpPr>
        <p:sp>
          <p:nvSpPr>
            <p:cNvPr id="138" name="任意多边形: 形状 137"/>
            <p:cNvSpPr/>
            <p:nvPr/>
          </p:nvSpPr>
          <p:spPr>
            <a:xfrm>
              <a:off x="23224798" y="9762000"/>
              <a:ext cx="523125" cy="506250"/>
            </a:xfrm>
            <a:custGeom>
              <a:avLst/>
              <a:gdLst>
                <a:gd name="connsiteX0" fmla="*/ 518096 w 523125"/>
                <a:gd name="connsiteY0" fmla="*/ 116573 h 506250"/>
                <a:gd name="connsiteX1" fmla="*/ 392057 w 523125"/>
                <a:gd name="connsiteY1" fmla="*/ 116573 h 506250"/>
                <a:gd name="connsiteX2" fmla="*/ 316980 w 523125"/>
                <a:gd name="connsiteY2" fmla="*/ 42373 h 506250"/>
                <a:gd name="connsiteX3" fmla="*/ 316980 w 523125"/>
                <a:gd name="connsiteY3" fmla="*/ 41732 h 506250"/>
                <a:gd name="connsiteX4" fmla="*/ 275181 w 523125"/>
                <a:gd name="connsiteY4" fmla="*/ 0 h 506250"/>
                <a:gd name="connsiteX5" fmla="*/ 233415 w 523125"/>
                <a:gd name="connsiteY5" fmla="*/ 41783 h 506250"/>
                <a:gd name="connsiteX6" fmla="*/ 233550 w 523125"/>
                <a:gd name="connsiteY6" fmla="*/ 44685 h 506250"/>
                <a:gd name="connsiteX7" fmla="*/ 156803 w 523125"/>
                <a:gd name="connsiteY7" fmla="*/ 116573 h 506250"/>
                <a:gd name="connsiteX8" fmla="*/ 19440 w 523125"/>
                <a:gd name="connsiteY8" fmla="*/ 116573 h 506250"/>
                <a:gd name="connsiteX9" fmla="*/ 0 w 523125"/>
                <a:gd name="connsiteY9" fmla="*/ 136890 h 506250"/>
                <a:gd name="connsiteX10" fmla="*/ 0 w 523125"/>
                <a:gd name="connsiteY10" fmla="*/ 491113 h 506250"/>
                <a:gd name="connsiteX11" fmla="*/ 19440 w 523125"/>
                <a:gd name="connsiteY11" fmla="*/ 511144 h 506250"/>
                <a:gd name="connsiteX12" fmla="*/ 518079 w 523125"/>
                <a:gd name="connsiteY12" fmla="*/ 511144 h 506250"/>
                <a:gd name="connsiteX13" fmla="*/ 537503 w 523125"/>
                <a:gd name="connsiteY13" fmla="*/ 491113 h 506250"/>
                <a:gd name="connsiteX14" fmla="*/ 537503 w 523125"/>
                <a:gd name="connsiteY14" fmla="*/ 136907 h 506250"/>
                <a:gd name="connsiteX15" fmla="*/ 518096 w 523125"/>
                <a:gd name="connsiteY15" fmla="*/ 116573 h 506250"/>
                <a:gd name="connsiteX16" fmla="*/ 255876 w 523125"/>
                <a:gd name="connsiteY16" fmla="*/ 78654 h 506250"/>
                <a:gd name="connsiteX17" fmla="*/ 275231 w 523125"/>
                <a:gd name="connsiteY17" fmla="*/ 83481 h 506250"/>
                <a:gd name="connsiteX18" fmla="*/ 295988 w 523125"/>
                <a:gd name="connsiteY18" fmla="*/ 77844 h 506250"/>
                <a:gd name="connsiteX19" fmla="*/ 335205 w 523125"/>
                <a:gd name="connsiteY19" fmla="*/ 116573 h 506250"/>
                <a:gd name="connsiteX20" fmla="*/ 215325 w 523125"/>
                <a:gd name="connsiteY20" fmla="*/ 116573 h 506250"/>
                <a:gd name="connsiteX21" fmla="*/ 255876 w 523125"/>
                <a:gd name="connsiteY21" fmla="*/ 78654 h 506250"/>
                <a:gd name="connsiteX22" fmla="*/ 498099 w 523125"/>
                <a:gd name="connsiteY22" fmla="*/ 471673 h 506250"/>
                <a:gd name="connsiteX23" fmla="*/ 39454 w 523125"/>
                <a:gd name="connsiteY23" fmla="*/ 471673 h 506250"/>
                <a:gd name="connsiteX24" fmla="*/ 39454 w 523125"/>
                <a:gd name="connsiteY24" fmla="*/ 157275 h 506250"/>
                <a:gd name="connsiteX25" fmla="*/ 498099 w 523125"/>
                <a:gd name="connsiteY25" fmla="*/ 157275 h 506250"/>
                <a:gd name="connsiteX26" fmla="*/ 498099 w 523125"/>
                <a:gd name="connsiteY26" fmla="*/ 471673 h 50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23125" h="506250">
                  <a:moveTo>
                    <a:pt x="518096" y="116573"/>
                  </a:moveTo>
                  <a:lnTo>
                    <a:pt x="392057" y="116573"/>
                  </a:lnTo>
                  <a:lnTo>
                    <a:pt x="316980" y="42373"/>
                  </a:lnTo>
                  <a:cubicBezTo>
                    <a:pt x="316980" y="42120"/>
                    <a:pt x="316980" y="41985"/>
                    <a:pt x="316980" y="41732"/>
                  </a:cubicBezTo>
                  <a:cubicBezTo>
                    <a:pt x="316980" y="18664"/>
                    <a:pt x="298299" y="0"/>
                    <a:pt x="275181" y="0"/>
                  </a:cubicBezTo>
                  <a:cubicBezTo>
                    <a:pt x="252129" y="0"/>
                    <a:pt x="233415" y="18714"/>
                    <a:pt x="233415" y="41783"/>
                  </a:cubicBezTo>
                  <a:cubicBezTo>
                    <a:pt x="233415" y="42812"/>
                    <a:pt x="233466" y="43689"/>
                    <a:pt x="233550" y="44685"/>
                  </a:cubicBezTo>
                  <a:lnTo>
                    <a:pt x="156803" y="116573"/>
                  </a:lnTo>
                  <a:lnTo>
                    <a:pt x="19440" y="116573"/>
                  </a:lnTo>
                  <a:cubicBezTo>
                    <a:pt x="8387" y="116573"/>
                    <a:pt x="0" y="125837"/>
                    <a:pt x="0" y="136890"/>
                  </a:cubicBezTo>
                  <a:lnTo>
                    <a:pt x="0" y="491113"/>
                  </a:lnTo>
                  <a:cubicBezTo>
                    <a:pt x="0" y="502149"/>
                    <a:pt x="8387" y="511144"/>
                    <a:pt x="19440" y="511144"/>
                  </a:cubicBezTo>
                  <a:lnTo>
                    <a:pt x="518079" y="511144"/>
                  </a:lnTo>
                  <a:cubicBezTo>
                    <a:pt x="529149" y="511144"/>
                    <a:pt x="537503" y="502200"/>
                    <a:pt x="537503" y="491113"/>
                  </a:cubicBezTo>
                  <a:lnTo>
                    <a:pt x="537503" y="136907"/>
                  </a:lnTo>
                  <a:cubicBezTo>
                    <a:pt x="537553" y="125854"/>
                    <a:pt x="529183" y="116573"/>
                    <a:pt x="518096" y="116573"/>
                  </a:cubicBezTo>
                  <a:close/>
                  <a:moveTo>
                    <a:pt x="255876" y="78654"/>
                  </a:moveTo>
                  <a:cubicBezTo>
                    <a:pt x="261664" y="81675"/>
                    <a:pt x="268228" y="83481"/>
                    <a:pt x="275231" y="83481"/>
                  </a:cubicBezTo>
                  <a:cubicBezTo>
                    <a:pt x="282791" y="83481"/>
                    <a:pt x="289862" y="81338"/>
                    <a:pt x="295988" y="77844"/>
                  </a:cubicBezTo>
                  <a:lnTo>
                    <a:pt x="335205" y="116573"/>
                  </a:lnTo>
                  <a:lnTo>
                    <a:pt x="215325" y="116573"/>
                  </a:lnTo>
                  <a:lnTo>
                    <a:pt x="255876" y="78654"/>
                  </a:lnTo>
                  <a:close/>
                  <a:moveTo>
                    <a:pt x="498099" y="471673"/>
                  </a:moveTo>
                  <a:lnTo>
                    <a:pt x="39454" y="471673"/>
                  </a:lnTo>
                  <a:lnTo>
                    <a:pt x="39454" y="157275"/>
                  </a:lnTo>
                  <a:lnTo>
                    <a:pt x="498099" y="157275"/>
                  </a:lnTo>
                  <a:lnTo>
                    <a:pt x="498099" y="47167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23287607" y="9950106"/>
              <a:ext cx="405000" cy="33750"/>
            </a:xfrm>
            <a:custGeom>
              <a:avLst/>
              <a:gdLst>
                <a:gd name="connsiteX0" fmla="*/ 0 w 405000"/>
                <a:gd name="connsiteY0" fmla="*/ 19727 h 33750"/>
                <a:gd name="connsiteX1" fmla="*/ 19997 w 405000"/>
                <a:gd name="connsiteY1" fmla="*/ 39437 h 33750"/>
                <a:gd name="connsiteX2" fmla="*/ 391922 w 405000"/>
                <a:gd name="connsiteY2" fmla="*/ 39437 h 33750"/>
                <a:gd name="connsiteX3" fmla="*/ 411969 w 405000"/>
                <a:gd name="connsiteY3" fmla="*/ 19727 h 33750"/>
                <a:gd name="connsiteX4" fmla="*/ 391922 w 405000"/>
                <a:gd name="connsiteY4" fmla="*/ 0 h 33750"/>
                <a:gd name="connsiteX5" fmla="*/ 19997 w 405000"/>
                <a:gd name="connsiteY5" fmla="*/ 0 h 33750"/>
                <a:gd name="connsiteX6" fmla="*/ 0 w 405000"/>
                <a:gd name="connsiteY6" fmla="*/ 19727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000" h="33750">
                  <a:moveTo>
                    <a:pt x="0" y="19727"/>
                  </a:moveTo>
                  <a:cubicBezTo>
                    <a:pt x="0" y="30763"/>
                    <a:pt x="8927" y="39437"/>
                    <a:pt x="19997" y="39437"/>
                  </a:cubicBezTo>
                  <a:lnTo>
                    <a:pt x="391922" y="39437"/>
                  </a:lnTo>
                  <a:cubicBezTo>
                    <a:pt x="402992" y="39437"/>
                    <a:pt x="411969" y="30763"/>
                    <a:pt x="411969" y="19727"/>
                  </a:cubicBezTo>
                  <a:cubicBezTo>
                    <a:pt x="411969" y="8674"/>
                    <a:pt x="403026" y="0"/>
                    <a:pt x="391922" y="0"/>
                  </a:cubicBezTo>
                  <a:lnTo>
                    <a:pt x="19997" y="0"/>
                  </a:lnTo>
                  <a:cubicBezTo>
                    <a:pt x="8927" y="-17"/>
                    <a:pt x="0" y="8674"/>
                    <a:pt x="0" y="1972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23287607" y="10021605"/>
              <a:ext cx="405000" cy="33750"/>
            </a:xfrm>
            <a:custGeom>
              <a:avLst/>
              <a:gdLst>
                <a:gd name="connsiteX0" fmla="*/ 391956 w 405000"/>
                <a:gd name="connsiteY0" fmla="*/ 0 h 33750"/>
                <a:gd name="connsiteX1" fmla="*/ 19997 w 405000"/>
                <a:gd name="connsiteY1" fmla="*/ 0 h 33750"/>
                <a:gd name="connsiteX2" fmla="*/ 0 w 405000"/>
                <a:gd name="connsiteY2" fmla="*/ 19727 h 33750"/>
                <a:gd name="connsiteX3" fmla="*/ 19997 w 405000"/>
                <a:gd name="connsiteY3" fmla="*/ 39437 h 33750"/>
                <a:gd name="connsiteX4" fmla="*/ 391922 w 405000"/>
                <a:gd name="connsiteY4" fmla="*/ 39437 h 33750"/>
                <a:gd name="connsiteX5" fmla="*/ 411969 w 405000"/>
                <a:gd name="connsiteY5" fmla="*/ 19727 h 33750"/>
                <a:gd name="connsiteX6" fmla="*/ 391956 w 40500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000" h="33750">
                  <a:moveTo>
                    <a:pt x="391956" y="0"/>
                  </a:moveTo>
                  <a:lnTo>
                    <a:pt x="19997" y="0"/>
                  </a:lnTo>
                  <a:cubicBezTo>
                    <a:pt x="8927" y="0"/>
                    <a:pt x="0" y="8674"/>
                    <a:pt x="0" y="19727"/>
                  </a:cubicBezTo>
                  <a:cubicBezTo>
                    <a:pt x="0" y="30763"/>
                    <a:pt x="8927" y="39437"/>
                    <a:pt x="19997" y="39437"/>
                  </a:cubicBezTo>
                  <a:lnTo>
                    <a:pt x="391922" y="39437"/>
                  </a:lnTo>
                  <a:cubicBezTo>
                    <a:pt x="402992" y="39437"/>
                    <a:pt x="411969" y="30763"/>
                    <a:pt x="411969" y="19727"/>
                  </a:cubicBezTo>
                  <a:cubicBezTo>
                    <a:pt x="411953" y="8674"/>
                    <a:pt x="403009" y="0"/>
                    <a:pt x="39195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23482007" y="10098049"/>
              <a:ext cx="202500" cy="33750"/>
            </a:xfrm>
            <a:custGeom>
              <a:avLst/>
              <a:gdLst>
                <a:gd name="connsiteX0" fmla="*/ 184461 w 202500"/>
                <a:gd name="connsiteY0" fmla="*/ 0 h 33750"/>
                <a:gd name="connsiteX1" fmla="*/ 20014 w 202500"/>
                <a:gd name="connsiteY1" fmla="*/ 0 h 33750"/>
                <a:gd name="connsiteX2" fmla="*/ 0 w 202500"/>
                <a:gd name="connsiteY2" fmla="*/ 19710 h 33750"/>
                <a:gd name="connsiteX3" fmla="*/ 20014 w 202500"/>
                <a:gd name="connsiteY3" fmla="*/ 39454 h 33750"/>
                <a:gd name="connsiteX4" fmla="*/ 184461 w 202500"/>
                <a:gd name="connsiteY4" fmla="*/ 39454 h 33750"/>
                <a:gd name="connsiteX5" fmla="*/ 204508 w 202500"/>
                <a:gd name="connsiteY5" fmla="*/ 19710 h 33750"/>
                <a:gd name="connsiteX6" fmla="*/ 184461 w 20250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500" h="33750">
                  <a:moveTo>
                    <a:pt x="184461" y="0"/>
                  </a:moveTo>
                  <a:lnTo>
                    <a:pt x="20014" y="0"/>
                  </a:lnTo>
                  <a:cubicBezTo>
                    <a:pt x="8978" y="0"/>
                    <a:pt x="0" y="8691"/>
                    <a:pt x="0" y="19710"/>
                  </a:cubicBezTo>
                  <a:cubicBezTo>
                    <a:pt x="0" y="30746"/>
                    <a:pt x="8961" y="39454"/>
                    <a:pt x="20014" y="39454"/>
                  </a:cubicBezTo>
                  <a:lnTo>
                    <a:pt x="184461" y="39454"/>
                  </a:lnTo>
                  <a:cubicBezTo>
                    <a:pt x="195531" y="39454"/>
                    <a:pt x="204508" y="30780"/>
                    <a:pt x="204508" y="19710"/>
                  </a:cubicBezTo>
                  <a:cubicBezTo>
                    <a:pt x="204508" y="8691"/>
                    <a:pt x="195531" y="0"/>
                    <a:pt x="18446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23482007" y="10172029"/>
              <a:ext cx="202500" cy="33750"/>
            </a:xfrm>
            <a:custGeom>
              <a:avLst/>
              <a:gdLst>
                <a:gd name="connsiteX0" fmla="*/ 184461 w 202500"/>
                <a:gd name="connsiteY0" fmla="*/ 0 h 33750"/>
                <a:gd name="connsiteX1" fmla="*/ 20014 w 202500"/>
                <a:gd name="connsiteY1" fmla="*/ 0 h 33750"/>
                <a:gd name="connsiteX2" fmla="*/ 0 w 202500"/>
                <a:gd name="connsiteY2" fmla="*/ 19727 h 33750"/>
                <a:gd name="connsiteX3" fmla="*/ 20014 w 202500"/>
                <a:gd name="connsiteY3" fmla="*/ 39471 h 33750"/>
                <a:gd name="connsiteX4" fmla="*/ 184461 w 202500"/>
                <a:gd name="connsiteY4" fmla="*/ 39471 h 33750"/>
                <a:gd name="connsiteX5" fmla="*/ 204508 w 202500"/>
                <a:gd name="connsiteY5" fmla="*/ 19727 h 33750"/>
                <a:gd name="connsiteX6" fmla="*/ 184461 w 20250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500" h="33750">
                  <a:moveTo>
                    <a:pt x="184461" y="0"/>
                  </a:moveTo>
                  <a:lnTo>
                    <a:pt x="20014" y="0"/>
                  </a:lnTo>
                  <a:cubicBezTo>
                    <a:pt x="8978" y="0"/>
                    <a:pt x="0" y="8674"/>
                    <a:pt x="0" y="19727"/>
                  </a:cubicBezTo>
                  <a:cubicBezTo>
                    <a:pt x="0" y="30763"/>
                    <a:pt x="8961" y="39471"/>
                    <a:pt x="20014" y="39471"/>
                  </a:cubicBezTo>
                  <a:lnTo>
                    <a:pt x="184461" y="39471"/>
                  </a:lnTo>
                  <a:cubicBezTo>
                    <a:pt x="195531" y="39471"/>
                    <a:pt x="204508" y="30763"/>
                    <a:pt x="204508" y="19727"/>
                  </a:cubicBezTo>
                  <a:cubicBezTo>
                    <a:pt x="204508" y="8674"/>
                    <a:pt x="195531" y="0"/>
                    <a:pt x="18446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23307622" y="10088557"/>
              <a:ext cx="118125" cy="101250"/>
            </a:xfrm>
            <a:custGeom>
              <a:avLst/>
              <a:gdLst>
                <a:gd name="connsiteX0" fmla="*/ 115981 w 118125"/>
                <a:gd name="connsiteY0" fmla="*/ 40508 h 101250"/>
                <a:gd name="connsiteX1" fmla="*/ 90533 w 118125"/>
                <a:gd name="connsiteY1" fmla="*/ 35243 h 101250"/>
                <a:gd name="connsiteX2" fmla="*/ 77489 w 118125"/>
                <a:gd name="connsiteY2" fmla="*/ 25760 h 101250"/>
                <a:gd name="connsiteX3" fmla="*/ 64613 w 118125"/>
                <a:gd name="connsiteY3" fmla="*/ 3164 h 101250"/>
                <a:gd name="connsiteX4" fmla="*/ 55872 w 118125"/>
                <a:gd name="connsiteY4" fmla="*/ 3164 h 101250"/>
                <a:gd name="connsiteX5" fmla="*/ 43013 w 118125"/>
                <a:gd name="connsiteY5" fmla="*/ 25760 h 101250"/>
                <a:gd name="connsiteX6" fmla="*/ 29986 w 118125"/>
                <a:gd name="connsiteY6" fmla="*/ 35243 h 101250"/>
                <a:gd name="connsiteX7" fmla="*/ 4538 w 118125"/>
                <a:gd name="connsiteY7" fmla="*/ 40508 h 101250"/>
                <a:gd name="connsiteX8" fmla="*/ 1855 w 118125"/>
                <a:gd name="connsiteY8" fmla="*/ 48845 h 101250"/>
                <a:gd name="connsiteX9" fmla="*/ 19321 w 118125"/>
                <a:gd name="connsiteY9" fmla="*/ 68032 h 101250"/>
                <a:gd name="connsiteX10" fmla="*/ 24333 w 118125"/>
                <a:gd name="connsiteY10" fmla="*/ 83354 h 101250"/>
                <a:gd name="connsiteX11" fmla="*/ 21464 w 118125"/>
                <a:gd name="connsiteY11" fmla="*/ 109156 h 101250"/>
                <a:gd name="connsiteX12" fmla="*/ 28534 w 118125"/>
                <a:gd name="connsiteY12" fmla="*/ 114303 h 101250"/>
                <a:gd name="connsiteX13" fmla="*/ 52193 w 118125"/>
                <a:gd name="connsiteY13" fmla="*/ 103621 h 101250"/>
                <a:gd name="connsiteX14" fmla="*/ 68309 w 118125"/>
                <a:gd name="connsiteY14" fmla="*/ 103621 h 101250"/>
                <a:gd name="connsiteX15" fmla="*/ 91968 w 118125"/>
                <a:gd name="connsiteY15" fmla="*/ 114303 h 101250"/>
                <a:gd name="connsiteX16" fmla="*/ 99021 w 118125"/>
                <a:gd name="connsiteY16" fmla="*/ 109156 h 101250"/>
                <a:gd name="connsiteX17" fmla="*/ 96170 w 118125"/>
                <a:gd name="connsiteY17" fmla="*/ 83354 h 101250"/>
                <a:gd name="connsiteX18" fmla="*/ 101181 w 118125"/>
                <a:gd name="connsiteY18" fmla="*/ 68032 h 101250"/>
                <a:gd name="connsiteX19" fmla="*/ 118647 w 118125"/>
                <a:gd name="connsiteY19" fmla="*/ 48845 h 101250"/>
                <a:gd name="connsiteX20" fmla="*/ 115981 w 118125"/>
                <a:gd name="connsiteY20" fmla="*/ 40508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125" h="101250">
                  <a:moveTo>
                    <a:pt x="115981" y="40508"/>
                  </a:moveTo>
                  <a:lnTo>
                    <a:pt x="90533" y="35243"/>
                  </a:lnTo>
                  <a:cubicBezTo>
                    <a:pt x="85758" y="34265"/>
                    <a:pt x="79868" y="30012"/>
                    <a:pt x="77489" y="25760"/>
                  </a:cubicBezTo>
                  <a:lnTo>
                    <a:pt x="64613" y="3164"/>
                  </a:lnTo>
                  <a:cubicBezTo>
                    <a:pt x="62217" y="-1055"/>
                    <a:pt x="58285" y="-1055"/>
                    <a:pt x="55872" y="3164"/>
                  </a:cubicBezTo>
                  <a:lnTo>
                    <a:pt x="43013" y="25760"/>
                  </a:lnTo>
                  <a:cubicBezTo>
                    <a:pt x="40600" y="30012"/>
                    <a:pt x="34728" y="34265"/>
                    <a:pt x="29986" y="35243"/>
                  </a:cubicBezTo>
                  <a:lnTo>
                    <a:pt x="4538" y="40508"/>
                  </a:lnTo>
                  <a:cubicBezTo>
                    <a:pt x="-204" y="41487"/>
                    <a:pt x="-1452" y="45250"/>
                    <a:pt x="1855" y="48845"/>
                  </a:cubicBezTo>
                  <a:lnTo>
                    <a:pt x="19321" y="68032"/>
                  </a:lnTo>
                  <a:cubicBezTo>
                    <a:pt x="22594" y="71626"/>
                    <a:pt x="24856" y="78528"/>
                    <a:pt x="24333" y="83354"/>
                  </a:cubicBezTo>
                  <a:lnTo>
                    <a:pt x="21464" y="109156"/>
                  </a:lnTo>
                  <a:cubicBezTo>
                    <a:pt x="20907" y="113982"/>
                    <a:pt x="24096" y="116311"/>
                    <a:pt x="28534" y="114303"/>
                  </a:cubicBezTo>
                  <a:lnTo>
                    <a:pt x="52193" y="103621"/>
                  </a:lnTo>
                  <a:cubicBezTo>
                    <a:pt x="56614" y="101613"/>
                    <a:pt x="63854" y="101613"/>
                    <a:pt x="68309" y="103621"/>
                  </a:cubicBezTo>
                  <a:lnTo>
                    <a:pt x="91968" y="114303"/>
                  </a:lnTo>
                  <a:cubicBezTo>
                    <a:pt x="96389" y="116311"/>
                    <a:pt x="99578" y="113982"/>
                    <a:pt x="99021" y="109156"/>
                  </a:cubicBezTo>
                  <a:lnTo>
                    <a:pt x="96170" y="83354"/>
                  </a:lnTo>
                  <a:cubicBezTo>
                    <a:pt x="95629" y="78528"/>
                    <a:pt x="97874" y="71626"/>
                    <a:pt x="101181" y="68032"/>
                  </a:cubicBezTo>
                  <a:lnTo>
                    <a:pt x="118647" y="48845"/>
                  </a:lnTo>
                  <a:cubicBezTo>
                    <a:pt x="121938" y="45267"/>
                    <a:pt x="120723" y="41487"/>
                    <a:pt x="115981" y="4050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953389" y="4392941"/>
            <a:ext cx="520832" cy="415817"/>
            <a:chOff x="15666381" y="9822210"/>
            <a:chExt cx="520832" cy="415817"/>
          </a:xfrm>
          <a:solidFill>
            <a:schemeClr val="accent1"/>
          </a:solidFill>
        </p:grpSpPr>
        <p:sp>
          <p:nvSpPr>
            <p:cNvPr id="187" name="任意多边形: 形状 186"/>
            <p:cNvSpPr/>
            <p:nvPr/>
          </p:nvSpPr>
          <p:spPr>
            <a:xfrm>
              <a:off x="15666381" y="9833027"/>
              <a:ext cx="337500" cy="405000"/>
            </a:xfrm>
            <a:custGeom>
              <a:avLst/>
              <a:gdLst>
                <a:gd name="connsiteX0" fmla="*/ 134412 w 337500"/>
                <a:gd name="connsiteY0" fmla="*/ 0 h 405000"/>
                <a:gd name="connsiteX1" fmla="*/ 110078 w 337500"/>
                <a:gd name="connsiteY1" fmla="*/ 18006 h 405000"/>
                <a:gd name="connsiteX2" fmla="*/ 1116 w 337500"/>
                <a:gd name="connsiteY2" fmla="*/ 374490 h 405000"/>
                <a:gd name="connsiteX3" fmla="*/ 4980 w 337500"/>
                <a:gd name="connsiteY3" fmla="*/ 397035 h 405000"/>
                <a:gd name="connsiteX4" fmla="*/ 25433 w 337500"/>
                <a:gd name="connsiteY4" fmla="*/ 407346 h 405000"/>
                <a:gd name="connsiteX5" fmla="*/ 67199 w 337500"/>
                <a:gd name="connsiteY5" fmla="*/ 407346 h 405000"/>
                <a:gd name="connsiteX6" fmla="*/ 91718 w 337500"/>
                <a:gd name="connsiteY6" fmla="*/ 388699 h 405000"/>
                <a:gd name="connsiteX7" fmla="*/ 115579 w 337500"/>
                <a:gd name="connsiteY7" fmla="*/ 302569 h 405000"/>
                <a:gd name="connsiteX8" fmla="*/ 232236 w 337500"/>
                <a:gd name="connsiteY8" fmla="*/ 302569 h 405000"/>
                <a:gd name="connsiteX9" fmla="*/ 258240 w 337500"/>
                <a:gd name="connsiteY9" fmla="*/ 389273 h 405000"/>
                <a:gd name="connsiteX10" fmla="*/ 282608 w 337500"/>
                <a:gd name="connsiteY10" fmla="*/ 407396 h 405000"/>
                <a:gd name="connsiteX11" fmla="*/ 328289 w 337500"/>
                <a:gd name="connsiteY11" fmla="*/ 407396 h 405000"/>
                <a:gd name="connsiteX12" fmla="*/ 348775 w 337500"/>
                <a:gd name="connsiteY12" fmla="*/ 397086 h 405000"/>
                <a:gd name="connsiteX13" fmla="*/ 352589 w 337500"/>
                <a:gd name="connsiteY13" fmla="*/ 374423 h 405000"/>
                <a:gd name="connsiteX14" fmla="*/ 242024 w 337500"/>
                <a:gd name="connsiteY14" fmla="*/ 17904 h 405000"/>
                <a:gd name="connsiteX15" fmla="*/ 217724 w 337500"/>
                <a:gd name="connsiteY15" fmla="*/ 0 h 405000"/>
                <a:gd name="connsiteX16" fmla="*/ 134412 w 337500"/>
                <a:gd name="connsiteY16" fmla="*/ 0 h 405000"/>
                <a:gd name="connsiteX17" fmla="*/ 128860 w 337500"/>
                <a:gd name="connsiteY17" fmla="*/ 233381 h 405000"/>
                <a:gd name="connsiteX18" fmla="*/ 165090 w 337500"/>
                <a:gd name="connsiteY18" fmla="*/ 95006 h 405000"/>
                <a:gd name="connsiteX19" fmla="*/ 172060 w 337500"/>
                <a:gd name="connsiteY19" fmla="*/ 89556 h 405000"/>
                <a:gd name="connsiteX20" fmla="*/ 179147 w 337500"/>
                <a:gd name="connsiteY20" fmla="*/ 94838 h 405000"/>
                <a:gd name="connsiteX21" fmla="*/ 218939 w 337500"/>
                <a:gd name="connsiteY21" fmla="*/ 233381 h 405000"/>
                <a:gd name="connsiteX22" fmla="*/ 128860 w 337500"/>
                <a:gd name="connsiteY22" fmla="*/ 233381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7500" h="405000">
                  <a:moveTo>
                    <a:pt x="134412" y="0"/>
                  </a:moveTo>
                  <a:cubicBezTo>
                    <a:pt x="123224" y="0"/>
                    <a:pt x="113352" y="7307"/>
                    <a:pt x="110078" y="18006"/>
                  </a:cubicBezTo>
                  <a:lnTo>
                    <a:pt x="1116" y="374490"/>
                  </a:lnTo>
                  <a:cubicBezTo>
                    <a:pt x="-1246" y="382185"/>
                    <a:pt x="188" y="390555"/>
                    <a:pt x="4980" y="397035"/>
                  </a:cubicBezTo>
                  <a:cubicBezTo>
                    <a:pt x="9790" y="403532"/>
                    <a:pt x="17367" y="407346"/>
                    <a:pt x="25433" y="407346"/>
                  </a:cubicBezTo>
                  <a:lnTo>
                    <a:pt x="67199" y="407346"/>
                  </a:lnTo>
                  <a:cubicBezTo>
                    <a:pt x="78640" y="407346"/>
                    <a:pt x="88664" y="399718"/>
                    <a:pt x="91718" y="388699"/>
                  </a:cubicBezTo>
                  <a:lnTo>
                    <a:pt x="115579" y="302569"/>
                  </a:lnTo>
                  <a:lnTo>
                    <a:pt x="232236" y="302569"/>
                  </a:lnTo>
                  <a:lnTo>
                    <a:pt x="258240" y="389273"/>
                  </a:lnTo>
                  <a:cubicBezTo>
                    <a:pt x="261464" y="400056"/>
                    <a:pt x="271369" y="407396"/>
                    <a:pt x="282608" y="407396"/>
                  </a:cubicBezTo>
                  <a:lnTo>
                    <a:pt x="328289" y="407396"/>
                  </a:lnTo>
                  <a:cubicBezTo>
                    <a:pt x="336372" y="407396"/>
                    <a:pt x="343982" y="403532"/>
                    <a:pt x="348775" y="397086"/>
                  </a:cubicBezTo>
                  <a:cubicBezTo>
                    <a:pt x="353567" y="390538"/>
                    <a:pt x="354985" y="382151"/>
                    <a:pt x="352589" y="374423"/>
                  </a:cubicBezTo>
                  <a:lnTo>
                    <a:pt x="242024" y="17904"/>
                  </a:lnTo>
                  <a:cubicBezTo>
                    <a:pt x="238716" y="7256"/>
                    <a:pt x="228878" y="0"/>
                    <a:pt x="217724" y="0"/>
                  </a:cubicBezTo>
                  <a:lnTo>
                    <a:pt x="134412" y="0"/>
                  </a:lnTo>
                  <a:close/>
                  <a:moveTo>
                    <a:pt x="128860" y="233381"/>
                  </a:moveTo>
                  <a:cubicBezTo>
                    <a:pt x="128860" y="233381"/>
                    <a:pt x="152586" y="143033"/>
                    <a:pt x="165090" y="95006"/>
                  </a:cubicBezTo>
                  <a:cubicBezTo>
                    <a:pt x="165917" y="91817"/>
                    <a:pt x="168769" y="89589"/>
                    <a:pt x="172060" y="89556"/>
                  </a:cubicBezTo>
                  <a:cubicBezTo>
                    <a:pt x="175350" y="89522"/>
                    <a:pt x="178253" y="91682"/>
                    <a:pt x="179147" y="94838"/>
                  </a:cubicBezTo>
                  <a:lnTo>
                    <a:pt x="218939" y="233381"/>
                  </a:lnTo>
                  <a:lnTo>
                    <a:pt x="128860" y="23338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15984713" y="9822210"/>
              <a:ext cx="202500" cy="219375"/>
            </a:xfrm>
            <a:custGeom>
              <a:avLst/>
              <a:gdLst>
                <a:gd name="connsiteX0" fmla="*/ 137211 w 202500"/>
                <a:gd name="connsiteY0" fmla="*/ 83211 h 219375"/>
                <a:gd name="connsiteX1" fmla="*/ 137211 w 202500"/>
                <a:gd name="connsiteY1" fmla="*/ 15576 h 219375"/>
                <a:gd name="connsiteX2" fmla="*/ 121618 w 202500"/>
                <a:gd name="connsiteY2" fmla="*/ 0 h 219375"/>
                <a:gd name="connsiteX3" fmla="*/ 94449 w 202500"/>
                <a:gd name="connsiteY3" fmla="*/ 0 h 219375"/>
                <a:gd name="connsiteX4" fmla="*/ 78874 w 202500"/>
                <a:gd name="connsiteY4" fmla="*/ 15576 h 219375"/>
                <a:gd name="connsiteX5" fmla="*/ 78874 w 202500"/>
                <a:gd name="connsiteY5" fmla="*/ 83211 h 219375"/>
                <a:gd name="connsiteX6" fmla="*/ 15576 w 202500"/>
                <a:gd name="connsiteY6" fmla="*/ 83211 h 219375"/>
                <a:gd name="connsiteX7" fmla="*/ 0 w 202500"/>
                <a:gd name="connsiteY7" fmla="*/ 98786 h 219375"/>
                <a:gd name="connsiteX8" fmla="*/ 0 w 202500"/>
                <a:gd name="connsiteY8" fmla="*/ 123812 h 219375"/>
                <a:gd name="connsiteX9" fmla="*/ 15576 w 202500"/>
                <a:gd name="connsiteY9" fmla="*/ 139388 h 219375"/>
                <a:gd name="connsiteX10" fmla="*/ 78874 w 202500"/>
                <a:gd name="connsiteY10" fmla="*/ 139388 h 219375"/>
                <a:gd name="connsiteX11" fmla="*/ 78874 w 202500"/>
                <a:gd name="connsiteY11" fmla="*/ 207006 h 219375"/>
                <a:gd name="connsiteX12" fmla="*/ 94449 w 202500"/>
                <a:gd name="connsiteY12" fmla="*/ 222581 h 219375"/>
                <a:gd name="connsiteX13" fmla="*/ 121618 w 202500"/>
                <a:gd name="connsiteY13" fmla="*/ 222581 h 219375"/>
                <a:gd name="connsiteX14" fmla="*/ 137211 w 202500"/>
                <a:gd name="connsiteY14" fmla="*/ 207006 h 219375"/>
                <a:gd name="connsiteX15" fmla="*/ 137211 w 202500"/>
                <a:gd name="connsiteY15" fmla="*/ 139388 h 219375"/>
                <a:gd name="connsiteX16" fmla="*/ 200509 w 202500"/>
                <a:gd name="connsiteY16" fmla="*/ 139388 h 219375"/>
                <a:gd name="connsiteX17" fmla="*/ 216084 w 202500"/>
                <a:gd name="connsiteY17" fmla="*/ 123812 h 219375"/>
                <a:gd name="connsiteX18" fmla="*/ 216084 w 202500"/>
                <a:gd name="connsiteY18" fmla="*/ 98786 h 219375"/>
                <a:gd name="connsiteX19" fmla="*/ 200509 w 202500"/>
                <a:gd name="connsiteY19" fmla="*/ 83211 h 219375"/>
                <a:gd name="connsiteX20" fmla="*/ 137211 w 202500"/>
                <a:gd name="connsiteY20" fmla="*/ 83211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2500" h="219375">
                  <a:moveTo>
                    <a:pt x="137211" y="83211"/>
                  </a:moveTo>
                  <a:lnTo>
                    <a:pt x="137211" y="15576"/>
                  </a:lnTo>
                  <a:cubicBezTo>
                    <a:pt x="137211" y="6969"/>
                    <a:pt x="130241" y="0"/>
                    <a:pt x="121618" y="0"/>
                  </a:cubicBezTo>
                  <a:lnTo>
                    <a:pt x="94449" y="0"/>
                  </a:lnTo>
                  <a:cubicBezTo>
                    <a:pt x="85843" y="0"/>
                    <a:pt x="78874" y="6969"/>
                    <a:pt x="78874" y="15576"/>
                  </a:cubicBezTo>
                  <a:lnTo>
                    <a:pt x="78874" y="83211"/>
                  </a:lnTo>
                  <a:lnTo>
                    <a:pt x="15576" y="83211"/>
                  </a:lnTo>
                  <a:cubicBezTo>
                    <a:pt x="6953" y="83211"/>
                    <a:pt x="0" y="90180"/>
                    <a:pt x="0" y="98786"/>
                  </a:cubicBezTo>
                  <a:lnTo>
                    <a:pt x="0" y="123812"/>
                  </a:lnTo>
                  <a:cubicBezTo>
                    <a:pt x="0" y="132418"/>
                    <a:pt x="6953" y="139388"/>
                    <a:pt x="15576" y="139388"/>
                  </a:cubicBezTo>
                  <a:lnTo>
                    <a:pt x="78874" y="139388"/>
                  </a:lnTo>
                  <a:lnTo>
                    <a:pt x="78874" y="207006"/>
                  </a:lnTo>
                  <a:cubicBezTo>
                    <a:pt x="78874" y="215612"/>
                    <a:pt x="85843" y="222581"/>
                    <a:pt x="94449" y="222581"/>
                  </a:cubicBezTo>
                  <a:lnTo>
                    <a:pt x="121618" y="222581"/>
                  </a:lnTo>
                  <a:cubicBezTo>
                    <a:pt x="130241" y="222581"/>
                    <a:pt x="137211" y="215612"/>
                    <a:pt x="137211" y="207006"/>
                  </a:cubicBezTo>
                  <a:lnTo>
                    <a:pt x="137211" y="139388"/>
                  </a:lnTo>
                  <a:lnTo>
                    <a:pt x="200509" y="139388"/>
                  </a:lnTo>
                  <a:cubicBezTo>
                    <a:pt x="209115" y="139388"/>
                    <a:pt x="216084" y="132418"/>
                    <a:pt x="216084" y="123812"/>
                  </a:cubicBezTo>
                  <a:lnTo>
                    <a:pt x="216084" y="98786"/>
                  </a:lnTo>
                  <a:cubicBezTo>
                    <a:pt x="216084" y="90180"/>
                    <a:pt x="209115" y="83211"/>
                    <a:pt x="200509" y="83211"/>
                  </a:cubicBezTo>
                  <a:lnTo>
                    <a:pt x="137211" y="8321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89" name="图形 245"/>
          <p:cNvSpPr/>
          <p:nvPr/>
        </p:nvSpPr>
        <p:spPr>
          <a:xfrm>
            <a:off x="2172589" y="4339287"/>
            <a:ext cx="405000" cy="523125"/>
          </a:xfrm>
          <a:custGeom>
            <a:avLst/>
            <a:gdLst>
              <a:gd name="connsiteX0" fmla="*/ 363774 w 405000"/>
              <a:gd name="connsiteY0" fmla="*/ 182402 h 523125"/>
              <a:gd name="connsiteX1" fmla="*/ 368803 w 405000"/>
              <a:gd name="connsiteY1" fmla="*/ 145074 h 523125"/>
              <a:gd name="connsiteX2" fmla="*/ 223729 w 405000"/>
              <a:gd name="connsiteY2" fmla="*/ 0 h 523125"/>
              <a:gd name="connsiteX3" fmla="*/ 79532 w 405000"/>
              <a:gd name="connsiteY3" fmla="*/ 129465 h 523125"/>
              <a:gd name="connsiteX4" fmla="*/ 0 w 405000"/>
              <a:gd name="connsiteY4" fmla="*/ 224117 h 523125"/>
              <a:gd name="connsiteX5" fmla="*/ 68580 w 405000"/>
              <a:gd name="connsiteY5" fmla="*/ 316440 h 523125"/>
              <a:gd name="connsiteX6" fmla="*/ 139742 w 405000"/>
              <a:gd name="connsiteY6" fmla="*/ 443661 h 523125"/>
              <a:gd name="connsiteX7" fmla="*/ 126849 w 405000"/>
              <a:gd name="connsiteY7" fmla="*/ 517708 h 523125"/>
              <a:gd name="connsiteX8" fmla="*/ 206331 w 405000"/>
              <a:gd name="connsiteY8" fmla="*/ 536372 h 523125"/>
              <a:gd name="connsiteX9" fmla="*/ 285795 w 405000"/>
              <a:gd name="connsiteY9" fmla="*/ 517708 h 523125"/>
              <a:gd name="connsiteX10" fmla="*/ 251184 w 405000"/>
              <a:gd name="connsiteY10" fmla="*/ 350983 h 523125"/>
              <a:gd name="connsiteX11" fmla="*/ 311614 w 405000"/>
              <a:gd name="connsiteY11" fmla="*/ 359623 h 523125"/>
              <a:gd name="connsiteX12" fmla="*/ 407970 w 405000"/>
              <a:gd name="connsiteY12" fmla="*/ 263233 h 523125"/>
              <a:gd name="connsiteX13" fmla="*/ 363774 w 405000"/>
              <a:gd name="connsiteY13" fmla="*/ 182402 h 523125"/>
              <a:gd name="connsiteX14" fmla="*/ 122209 w 405000"/>
              <a:gd name="connsiteY14" fmla="*/ 116471 h 523125"/>
              <a:gd name="connsiteX15" fmla="*/ 216675 w 405000"/>
              <a:gd name="connsiteY15" fmla="*/ 36484 h 523125"/>
              <a:gd name="connsiteX16" fmla="*/ 237077 w 405000"/>
              <a:gd name="connsiteY16" fmla="*/ 55131 h 523125"/>
              <a:gd name="connsiteX17" fmla="*/ 218531 w 405000"/>
              <a:gd name="connsiteY17" fmla="*/ 75549 h 523125"/>
              <a:gd name="connsiteX18" fmla="*/ 159469 w 405000"/>
              <a:gd name="connsiteY18" fmla="*/ 128334 h 523125"/>
              <a:gd name="connsiteX19" fmla="*/ 140822 w 405000"/>
              <a:gd name="connsiteY19" fmla="*/ 141969 h 523125"/>
              <a:gd name="connsiteX20" fmla="*/ 134882 w 405000"/>
              <a:gd name="connsiteY20" fmla="*/ 141041 h 523125"/>
              <a:gd name="connsiteX21" fmla="*/ 122209 w 405000"/>
              <a:gd name="connsiteY21" fmla="*/ 116471 h 523125"/>
              <a:gd name="connsiteX22" fmla="*/ 93876 w 405000"/>
              <a:gd name="connsiteY22" fmla="*/ 192831 h 523125"/>
              <a:gd name="connsiteX23" fmla="*/ 74351 w 405000"/>
              <a:gd name="connsiteY23" fmla="*/ 210938 h 523125"/>
              <a:gd name="connsiteX24" fmla="*/ 76039 w 405000"/>
              <a:gd name="connsiteY24" fmla="*/ 238309 h 523125"/>
              <a:gd name="connsiteX25" fmla="*/ 65171 w 405000"/>
              <a:gd name="connsiteY25" fmla="*/ 263756 h 523125"/>
              <a:gd name="connsiteX26" fmla="*/ 57881 w 405000"/>
              <a:gd name="connsiteY26" fmla="*/ 265191 h 523125"/>
              <a:gd name="connsiteX27" fmla="*/ 39707 w 405000"/>
              <a:gd name="connsiteY27" fmla="*/ 252923 h 523125"/>
              <a:gd name="connsiteX28" fmla="*/ 38610 w 405000"/>
              <a:gd name="connsiteY28" fmla="*/ 194957 h 523125"/>
              <a:gd name="connsiteX29" fmla="*/ 79903 w 405000"/>
              <a:gd name="connsiteY29" fmla="*/ 156229 h 523125"/>
              <a:gd name="connsiteX30" fmla="*/ 105131 w 405000"/>
              <a:gd name="connsiteY30" fmla="*/ 167653 h 523125"/>
              <a:gd name="connsiteX31" fmla="*/ 93876 w 405000"/>
              <a:gd name="connsiteY31" fmla="*/ 192831 h 523125"/>
              <a:gd name="connsiteX32" fmla="*/ 101739 w 405000"/>
              <a:gd name="connsiteY32" fmla="*/ 320794 h 523125"/>
              <a:gd name="connsiteX33" fmla="*/ 159469 w 405000"/>
              <a:gd name="connsiteY33" fmla="*/ 331223 h 523125"/>
              <a:gd name="connsiteX34" fmla="*/ 150137 w 405000"/>
              <a:gd name="connsiteY34" fmla="*/ 383991 h 523125"/>
              <a:gd name="connsiteX35" fmla="*/ 150137 w 405000"/>
              <a:gd name="connsiteY35" fmla="*/ 384041 h 523125"/>
              <a:gd name="connsiteX36" fmla="*/ 101739 w 405000"/>
              <a:gd name="connsiteY36" fmla="*/ 320794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05000" h="523125">
                <a:moveTo>
                  <a:pt x="363774" y="182402"/>
                </a:moveTo>
                <a:cubicBezTo>
                  <a:pt x="366947" y="170488"/>
                  <a:pt x="368803" y="158018"/>
                  <a:pt x="368803" y="145074"/>
                </a:cubicBezTo>
                <a:cubicBezTo>
                  <a:pt x="368803" y="64952"/>
                  <a:pt x="303851" y="0"/>
                  <a:pt x="223729" y="0"/>
                </a:cubicBezTo>
                <a:cubicBezTo>
                  <a:pt x="148888" y="0"/>
                  <a:pt x="87311" y="56700"/>
                  <a:pt x="79532" y="129465"/>
                </a:cubicBezTo>
                <a:cubicBezTo>
                  <a:pt x="34358" y="137464"/>
                  <a:pt x="0" y="176698"/>
                  <a:pt x="0" y="224117"/>
                </a:cubicBezTo>
                <a:cubicBezTo>
                  <a:pt x="0" y="267671"/>
                  <a:pt x="28907" y="304509"/>
                  <a:pt x="68580" y="316440"/>
                </a:cubicBezTo>
                <a:lnTo>
                  <a:pt x="139742" y="443661"/>
                </a:lnTo>
                <a:cubicBezTo>
                  <a:pt x="139742" y="443661"/>
                  <a:pt x="126731" y="517911"/>
                  <a:pt x="126849" y="517708"/>
                </a:cubicBezTo>
                <a:cubicBezTo>
                  <a:pt x="131338" y="528221"/>
                  <a:pt x="165206" y="536372"/>
                  <a:pt x="206331" y="536372"/>
                </a:cubicBezTo>
                <a:cubicBezTo>
                  <a:pt x="247438" y="536372"/>
                  <a:pt x="281306" y="528221"/>
                  <a:pt x="285795" y="517708"/>
                </a:cubicBezTo>
                <a:cubicBezTo>
                  <a:pt x="285863" y="517860"/>
                  <a:pt x="251184" y="350983"/>
                  <a:pt x="251184" y="350983"/>
                </a:cubicBezTo>
                <a:cubicBezTo>
                  <a:pt x="276311" y="355995"/>
                  <a:pt x="298350" y="359623"/>
                  <a:pt x="311614" y="359623"/>
                </a:cubicBezTo>
                <a:cubicBezTo>
                  <a:pt x="364838" y="359623"/>
                  <a:pt x="407970" y="316474"/>
                  <a:pt x="407970" y="263233"/>
                </a:cubicBezTo>
                <a:cubicBezTo>
                  <a:pt x="408004" y="229264"/>
                  <a:pt x="390319" y="199564"/>
                  <a:pt x="363774" y="182402"/>
                </a:cubicBezTo>
                <a:close/>
                <a:moveTo>
                  <a:pt x="122209" y="116471"/>
                </a:moveTo>
                <a:cubicBezTo>
                  <a:pt x="146391" y="40433"/>
                  <a:pt x="213806" y="36602"/>
                  <a:pt x="216675" y="36484"/>
                </a:cubicBezTo>
                <a:cubicBezTo>
                  <a:pt x="226783" y="35640"/>
                  <a:pt x="236604" y="44348"/>
                  <a:pt x="237077" y="55131"/>
                </a:cubicBezTo>
                <a:cubicBezTo>
                  <a:pt x="237549" y="65880"/>
                  <a:pt x="229281" y="74976"/>
                  <a:pt x="218531" y="75549"/>
                </a:cubicBezTo>
                <a:cubicBezTo>
                  <a:pt x="216422" y="75701"/>
                  <a:pt x="175146" y="79110"/>
                  <a:pt x="159469" y="128334"/>
                </a:cubicBezTo>
                <a:cubicBezTo>
                  <a:pt x="156836" y="136654"/>
                  <a:pt x="149124" y="141969"/>
                  <a:pt x="140822" y="141969"/>
                </a:cubicBezTo>
                <a:cubicBezTo>
                  <a:pt x="138848" y="141969"/>
                  <a:pt x="136856" y="141683"/>
                  <a:pt x="134882" y="141041"/>
                </a:cubicBezTo>
                <a:cubicBezTo>
                  <a:pt x="124639" y="137784"/>
                  <a:pt x="118952" y="126765"/>
                  <a:pt x="122209" y="116471"/>
                </a:cubicBezTo>
                <a:close/>
                <a:moveTo>
                  <a:pt x="93876" y="192831"/>
                </a:moveTo>
                <a:cubicBezTo>
                  <a:pt x="93285" y="193033"/>
                  <a:pt x="79549" y="198804"/>
                  <a:pt x="74351" y="210938"/>
                </a:cubicBezTo>
                <a:cubicBezTo>
                  <a:pt x="71128" y="218481"/>
                  <a:pt x="71668" y="227458"/>
                  <a:pt x="76039" y="238309"/>
                </a:cubicBezTo>
                <a:cubicBezTo>
                  <a:pt x="80072" y="248349"/>
                  <a:pt x="75212" y="259723"/>
                  <a:pt x="65171" y="263756"/>
                </a:cubicBezTo>
                <a:cubicBezTo>
                  <a:pt x="62775" y="264718"/>
                  <a:pt x="60328" y="265191"/>
                  <a:pt x="57881" y="265191"/>
                </a:cubicBezTo>
                <a:cubicBezTo>
                  <a:pt x="50119" y="265191"/>
                  <a:pt x="42778" y="260550"/>
                  <a:pt x="39707" y="252923"/>
                </a:cubicBezTo>
                <a:cubicBezTo>
                  <a:pt x="31303" y="231964"/>
                  <a:pt x="30932" y="212473"/>
                  <a:pt x="38610" y="194957"/>
                </a:cubicBezTo>
                <a:cubicBezTo>
                  <a:pt x="50473" y="168008"/>
                  <a:pt x="76933" y="157359"/>
                  <a:pt x="79903" y="156229"/>
                </a:cubicBezTo>
                <a:cubicBezTo>
                  <a:pt x="90011" y="152415"/>
                  <a:pt x="101318" y="157528"/>
                  <a:pt x="105131" y="167653"/>
                </a:cubicBezTo>
                <a:cubicBezTo>
                  <a:pt x="108911" y="177728"/>
                  <a:pt x="103866" y="188933"/>
                  <a:pt x="93876" y="192831"/>
                </a:cubicBezTo>
                <a:close/>
                <a:moveTo>
                  <a:pt x="101739" y="320794"/>
                </a:moveTo>
                <a:cubicBezTo>
                  <a:pt x="114159" y="321840"/>
                  <a:pt x="135152" y="325974"/>
                  <a:pt x="159469" y="331223"/>
                </a:cubicBezTo>
                <a:lnTo>
                  <a:pt x="150137" y="383991"/>
                </a:lnTo>
                <a:lnTo>
                  <a:pt x="150137" y="384041"/>
                </a:lnTo>
                <a:lnTo>
                  <a:pt x="101739" y="320794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90" name="图形 247"/>
          <p:cNvSpPr/>
          <p:nvPr/>
        </p:nvSpPr>
        <p:spPr>
          <a:xfrm>
            <a:off x="3391789" y="4364599"/>
            <a:ext cx="523125" cy="472500"/>
          </a:xfrm>
          <a:custGeom>
            <a:avLst/>
            <a:gdLst>
              <a:gd name="connsiteX0" fmla="*/ 338108 w 523125"/>
              <a:gd name="connsiteY0" fmla="*/ 303019 h 472500"/>
              <a:gd name="connsiteX1" fmla="*/ 538651 w 523125"/>
              <a:gd name="connsiteY1" fmla="*/ 108180 h 472500"/>
              <a:gd name="connsiteX2" fmla="*/ 446294 w 523125"/>
              <a:gd name="connsiteY2" fmla="*/ 15857 h 472500"/>
              <a:gd name="connsiteX3" fmla="*/ 446817 w 523125"/>
              <a:gd name="connsiteY3" fmla="*/ 619 h 472500"/>
              <a:gd name="connsiteX4" fmla="*/ 91767 w 523125"/>
              <a:gd name="connsiteY4" fmla="*/ 1176 h 472500"/>
              <a:gd name="connsiteX5" fmla="*/ 92290 w 523125"/>
              <a:gd name="connsiteY5" fmla="*/ 16144 h 472500"/>
              <a:gd name="connsiteX6" fmla="*/ 423 w 523125"/>
              <a:gd name="connsiteY6" fmla="*/ 108214 h 472500"/>
              <a:gd name="connsiteX7" fmla="*/ 200138 w 523125"/>
              <a:gd name="connsiteY7" fmla="*/ 302631 h 472500"/>
              <a:gd name="connsiteX8" fmla="*/ 224337 w 523125"/>
              <a:gd name="connsiteY8" fmla="*/ 325294 h 472500"/>
              <a:gd name="connsiteX9" fmla="*/ 215376 w 523125"/>
              <a:gd name="connsiteY9" fmla="*/ 417330 h 472500"/>
              <a:gd name="connsiteX10" fmla="*/ 154154 w 523125"/>
              <a:gd name="connsiteY10" fmla="*/ 427303 h 472500"/>
              <a:gd name="connsiteX11" fmla="*/ 129938 w 523125"/>
              <a:gd name="connsiteY11" fmla="*/ 457392 h 472500"/>
              <a:gd name="connsiteX12" fmla="*/ 129938 w 523125"/>
              <a:gd name="connsiteY12" fmla="*/ 475785 h 472500"/>
              <a:gd name="connsiteX13" fmla="*/ 407937 w 523125"/>
              <a:gd name="connsiteY13" fmla="*/ 475785 h 472500"/>
              <a:gd name="connsiteX14" fmla="*/ 407937 w 523125"/>
              <a:gd name="connsiteY14" fmla="*/ 457155 h 472500"/>
              <a:gd name="connsiteX15" fmla="*/ 383890 w 523125"/>
              <a:gd name="connsiteY15" fmla="*/ 427033 h 472500"/>
              <a:gd name="connsiteX16" fmla="*/ 322820 w 523125"/>
              <a:gd name="connsiteY16" fmla="*/ 417077 h 472500"/>
              <a:gd name="connsiteX17" fmla="*/ 314315 w 523125"/>
              <a:gd name="connsiteY17" fmla="*/ 325243 h 472500"/>
              <a:gd name="connsiteX18" fmla="*/ 338108 w 523125"/>
              <a:gd name="connsiteY18" fmla="*/ 303019 h 472500"/>
              <a:gd name="connsiteX19" fmla="*/ 440624 w 523125"/>
              <a:gd name="connsiteY19" fmla="*/ 59850 h 472500"/>
              <a:gd name="connsiteX20" fmla="*/ 496413 w 523125"/>
              <a:gd name="connsiteY20" fmla="*/ 112703 h 472500"/>
              <a:gd name="connsiteX21" fmla="*/ 385460 w 523125"/>
              <a:gd name="connsiteY21" fmla="*/ 228921 h 472500"/>
              <a:gd name="connsiteX22" fmla="*/ 440624 w 523125"/>
              <a:gd name="connsiteY22" fmla="*/ 59850 h 472500"/>
              <a:gd name="connsiteX23" fmla="*/ 146256 w 523125"/>
              <a:gd name="connsiteY23" fmla="*/ 29593 h 472500"/>
              <a:gd name="connsiteX24" fmla="*/ 165730 w 523125"/>
              <a:gd name="connsiteY24" fmla="*/ 49033 h 472500"/>
              <a:gd name="connsiteX25" fmla="*/ 146256 w 523125"/>
              <a:gd name="connsiteY25" fmla="*/ 68507 h 472500"/>
              <a:gd name="connsiteX26" fmla="*/ 126783 w 523125"/>
              <a:gd name="connsiteY26" fmla="*/ 49033 h 472500"/>
              <a:gd name="connsiteX27" fmla="*/ 146256 w 523125"/>
              <a:gd name="connsiteY27" fmla="*/ 29593 h 472500"/>
              <a:gd name="connsiteX28" fmla="*/ 42661 w 523125"/>
              <a:gd name="connsiteY28" fmla="*/ 112686 h 472500"/>
              <a:gd name="connsiteX29" fmla="*/ 97994 w 523125"/>
              <a:gd name="connsiteY29" fmla="*/ 60036 h 472500"/>
              <a:gd name="connsiteX30" fmla="*/ 152905 w 523125"/>
              <a:gd name="connsiteY30" fmla="*/ 228448 h 472500"/>
              <a:gd name="connsiteX31" fmla="*/ 42661 w 523125"/>
              <a:gd name="connsiteY31" fmla="*/ 112686 h 472500"/>
              <a:gd name="connsiteX32" fmla="*/ 216946 w 523125"/>
              <a:gd name="connsiteY32" fmla="*/ 247483 h 472500"/>
              <a:gd name="connsiteX33" fmla="*/ 209437 w 523125"/>
              <a:gd name="connsiteY33" fmla="*/ 249002 h 472500"/>
              <a:gd name="connsiteX34" fmla="*/ 191380 w 523125"/>
              <a:gd name="connsiteY34" fmla="*/ 236937 h 472500"/>
              <a:gd name="connsiteX35" fmla="*/ 143540 w 523125"/>
              <a:gd name="connsiteY35" fmla="*/ 106493 h 472500"/>
              <a:gd name="connsiteX36" fmla="*/ 156128 w 523125"/>
              <a:gd name="connsiteY36" fmla="*/ 81855 h 472500"/>
              <a:gd name="connsiteX37" fmla="*/ 180732 w 523125"/>
              <a:gd name="connsiteY37" fmla="*/ 94410 h 472500"/>
              <a:gd name="connsiteX38" fmla="*/ 227459 w 523125"/>
              <a:gd name="connsiteY38" fmla="*/ 221901 h 472500"/>
              <a:gd name="connsiteX39" fmla="*/ 216946 w 523125"/>
              <a:gd name="connsiteY39" fmla="*/ 247483 h 47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23125" h="472500">
                <a:moveTo>
                  <a:pt x="338108" y="303019"/>
                </a:moveTo>
                <a:cubicBezTo>
                  <a:pt x="479369" y="232397"/>
                  <a:pt x="545030" y="168542"/>
                  <a:pt x="538651" y="108180"/>
                </a:cubicBezTo>
                <a:cubicBezTo>
                  <a:pt x="533437" y="58669"/>
                  <a:pt x="482035" y="29998"/>
                  <a:pt x="446294" y="15857"/>
                </a:cubicBezTo>
                <a:cubicBezTo>
                  <a:pt x="446648" y="10457"/>
                  <a:pt x="446817" y="5428"/>
                  <a:pt x="446817" y="619"/>
                </a:cubicBezTo>
                <a:cubicBezTo>
                  <a:pt x="446817" y="-512"/>
                  <a:pt x="91767" y="45"/>
                  <a:pt x="91767" y="1176"/>
                </a:cubicBezTo>
                <a:cubicBezTo>
                  <a:pt x="91767" y="5867"/>
                  <a:pt x="91953" y="10828"/>
                  <a:pt x="92290" y="16144"/>
                </a:cubicBezTo>
                <a:cubicBezTo>
                  <a:pt x="56667" y="30285"/>
                  <a:pt x="5620" y="58905"/>
                  <a:pt x="423" y="108214"/>
                </a:cubicBezTo>
                <a:cubicBezTo>
                  <a:pt x="-5939" y="168458"/>
                  <a:pt x="59451" y="232127"/>
                  <a:pt x="200138" y="302631"/>
                </a:cubicBezTo>
                <a:cubicBezTo>
                  <a:pt x="207935" y="311473"/>
                  <a:pt x="216018" y="319152"/>
                  <a:pt x="224337" y="325294"/>
                </a:cubicBezTo>
                <a:lnTo>
                  <a:pt x="215376" y="417330"/>
                </a:lnTo>
                <a:cubicBezTo>
                  <a:pt x="189372" y="419845"/>
                  <a:pt x="168430" y="423861"/>
                  <a:pt x="154154" y="427303"/>
                </a:cubicBezTo>
                <a:cubicBezTo>
                  <a:pt x="140232" y="430628"/>
                  <a:pt x="129938" y="443082"/>
                  <a:pt x="129938" y="457392"/>
                </a:cubicBezTo>
                <a:lnTo>
                  <a:pt x="129938" y="475785"/>
                </a:lnTo>
                <a:lnTo>
                  <a:pt x="407937" y="475785"/>
                </a:lnTo>
                <a:lnTo>
                  <a:pt x="407937" y="457155"/>
                </a:lnTo>
                <a:cubicBezTo>
                  <a:pt x="407937" y="442896"/>
                  <a:pt x="397745" y="430493"/>
                  <a:pt x="383890" y="427033"/>
                </a:cubicBezTo>
                <a:cubicBezTo>
                  <a:pt x="369732" y="423540"/>
                  <a:pt x="349094" y="419575"/>
                  <a:pt x="322820" y="417077"/>
                </a:cubicBezTo>
                <a:lnTo>
                  <a:pt x="314315" y="325243"/>
                </a:lnTo>
                <a:cubicBezTo>
                  <a:pt x="322465" y="319236"/>
                  <a:pt x="330430" y="311710"/>
                  <a:pt x="338108" y="303019"/>
                </a:cubicBezTo>
                <a:close/>
                <a:moveTo>
                  <a:pt x="440624" y="59850"/>
                </a:moveTo>
                <a:cubicBezTo>
                  <a:pt x="466392" y="71545"/>
                  <a:pt x="494017" y="89719"/>
                  <a:pt x="496413" y="112703"/>
                </a:cubicBezTo>
                <a:cubicBezTo>
                  <a:pt x="498050" y="128363"/>
                  <a:pt x="488330" y="167277"/>
                  <a:pt x="385460" y="228921"/>
                </a:cubicBezTo>
                <a:cubicBezTo>
                  <a:pt x="411683" y="175343"/>
                  <a:pt x="431242" y="111893"/>
                  <a:pt x="440624" y="59850"/>
                </a:cubicBezTo>
                <a:close/>
                <a:moveTo>
                  <a:pt x="146256" y="29593"/>
                </a:moveTo>
                <a:cubicBezTo>
                  <a:pt x="157023" y="29593"/>
                  <a:pt x="165730" y="38284"/>
                  <a:pt x="165730" y="49033"/>
                </a:cubicBezTo>
                <a:cubicBezTo>
                  <a:pt x="165730" y="59783"/>
                  <a:pt x="157023" y="68507"/>
                  <a:pt x="146256" y="68507"/>
                </a:cubicBezTo>
                <a:cubicBezTo>
                  <a:pt x="135490" y="68507"/>
                  <a:pt x="126783" y="59783"/>
                  <a:pt x="126783" y="49033"/>
                </a:cubicBezTo>
                <a:cubicBezTo>
                  <a:pt x="126783" y="38267"/>
                  <a:pt x="135490" y="29593"/>
                  <a:pt x="146256" y="29593"/>
                </a:cubicBezTo>
                <a:close/>
                <a:moveTo>
                  <a:pt x="42661" y="112686"/>
                </a:moveTo>
                <a:cubicBezTo>
                  <a:pt x="45057" y="89837"/>
                  <a:pt x="72361" y="71764"/>
                  <a:pt x="97994" y="60036"/>
                </a:cubicBezTo>
                <a:cubicBezTo>
                  <a:pt x="107343" y="111859"/>
                  <a:pt x="126766" y="175039"/>
                  <a:pt x="152905" y="228448"/>
                </a:cubicBezTo>
                <a:cubicBezTo>
                  <a:pt x="50710" y="167091"/>
                  <a:pt x="41058" y="128295"/>
                  <a:pt x="42661" y="112686"/>
                </a:cubicBezTo>
                <a:close/>
                <a:moveTo>
                  <a:pt x="216946" y="247483"/>
                </a:moveTo>
                <a:cubicBezTo>
                  <a:pt x="214482" y="248530"/>
                  <a:pt x="211934" y="249002"/>
                  <a:pt x="209437" y="249002"/>
                </a:cubicBezTo>
                <a:cubicBezTo>
                  <a:pt x="201775" y="249002"/>
                  <a:pt x="194502" y="244446"/>
                  <a:pt x="191380" y="236937"/>
                </a:cubicBezTo>
                <a:cubicBezTo>
                  <a:pt x="166321" y="176828"/>
                  <a:pt x="144451" y="109328"/>
                  <a:pt x="143540" y="106493"/>
                </a:cubicBezTo>
                <a:cubicBezTo>
                  <a:pt x="140215" y="96199"/>
                  <a:pt x="145835" y="85163"/>
                  <a:pt x="156128" y="81855"/>
                </a:cubicBezTo>
                <a:cubicBezTo>
                  <a:pt x="166439" y="78497"/>
                  <a:pt x="177425" y="84167"/>
                  <a:pt x="180732" y="94410"/>
                </a:cubicBezTo>
                <a:cubicBezTo>
                  <a:pt x="180968" y="95102"/>
                  <a:pt x="203058" y="163294"/>
                  <a:pt x="227459" y="221901"/>
                </a:cubicBezTo>
                <a:cubicBezTo>
                  <a:pt x="231627" y="231857"/>
                  <a:pt x="226919" y="243332"/>
                  <a:pt x="216946" y="24748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91" name="组合 190"/>
          <p:cNvGrpSpPr/>
          <p:nvPr/>
        </p:nvGrpSpPr>
        <p:grpSpPr>
          <a:xfrm>
            <a:off x="4610989" y="4440537"/>
            <a:ext cx="527751" cy="320625"/>
            <a:chOff x="9187255" y="9900263"/>
            <a:chExt cx="527751" cy="320625"/>
          </a:xfrm>
          <a:solidFill>
            <a:schemeClr val="accent1"/>
          </a:solidFill>
        </p:grpSpPr>
        <p:sp>
          <p:nvSpPr>
            <p:cNvPr id="192" name="任意多边形: 形状 191"/>
            <p:cNvSpPr/>
            <p:nvPr/>
          </p:nvSpPr>
          <p:spPr>
            <a:xfrm>
              <a:off x="9334597" y="9938884"/>
              <a:ext cx="50625" cy="33750"/>
            </a:xfrm>
            <a:custGeom>
              <a:avLst/>
              <a:gdLst>
                <a:gd name="connsiteX0" fmla="*/ 52583 w 50625"/>
                <a:gd name="connsiteY0" fmla="*/ 13703 h 33750"/>
                <a:gd name="connsiteX1" fmla="*/ 38880 w 50625"/>
                <a:gd name="connsiteY1" fmla="*/ 0 h 33750"/>
                <a:gd name="connsiteX2" fmla="*/ 13703 w 50625"/>
                <a:gd name="connsiteY2" fmla="*/ 0 h 33750"/>
                <a:gd name="connsiteX3" fmla="*/ 0 w 50625"/>
                <a:gd name="connsiteY3" fmla="*/ 13703 h 33750"/>
                <a:gd name="connsiteX4" fmla="*/ 0 w 50625"/>
                <a:gd name="connsiteY4" fmla="*/ 34712 h 33750"/>
                <a:gd name="connsiteX5" fmla="*/ 52583 w 50625"/>
                <a:gd name="connsiteY5" fmla="*/ 34712 h 33750"/>
                <a:gd name="connsiteX6" fmla="*/ 52583 w 50625"/>
                <a:gd name="connsiteY6" fmla="*/ 13703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25" h="33750">
                  <a:moveTo>
                    <a:pt x="52583" y="13703"/>
                  </a:moveTo>
                  <a:cubicBezTo>
                    <a:pt x="52583" y="6126"/>
                    <a:pt x="46440" y="0"/>
                    <a:pt x="38880" y="0"/>
                  </a:cubicBezTo>
                  <a:lnTo>
                    <a:pt x="13703" y="0"/>
                  </a:lnTo>
                  <a:cubicBezTo>
                    <a:pt x="6126" y="0"/>
                    <a:pt x="0" y="6143"/>
                    <a:pt x="0" y="13703"/>
                  </a:cubicBezTo>
                  <a:lnTo>
                    <a:pt x="0" y="34712"/>
                  </a:lnTo>
                  <a:lnTo>
                    <a:pt x="52583" y="34712"/>
                  </a:lnTo>
                  <a:lnTo>
                    <a:pt x="52583" y="1370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9406046" y="9938884"/>
              <a:ext cx="50625" cy="33750"/>
            </a:xfrm>
            <a:custGeom>
              <a:avLst/>
              <a:gdLst>
                <a:gd name="connsiteX0" fmla="*/ 52566 w 50625"/>
                <a:gd name="connsiteY0" fmla="*/ 13703 h 33750"/>
                <a:gd name="connsiteX1" fmla="*/ 38863 w 50625"/>
                <a:gd name="connsiteY1" fmla="*/ 0 h 33750"/>
                <a:gd name="connsiteX2" fmla="*/ 13703 w 50625"/>
                <a:gd name="connsiteY2" fmla="*/ 0 h 33750"/>
                <a:gd name="connsiteX3" fmla="*/ 0 w 50625"/>
                <a:gd name="connsiteY3" fmla="*/ 13703 h 33750"/>
                <a:gd name="connsiteX4" fmla="*/ 0 w 50625"/>
                <a:gd name="connsiteY4" fmla="*/ 34712 h 33750"/>
                <a:gd name="connsiteX5" fmla="*/ 52583 w 50625"/>
                <a:gd name="connsiteY5" fmla="*/ 34712 h 33750"/>
                <a:gd name="connsiteX6" fmla="*/ 52566 w 50625"/>
                <a:gd name="connsiteY6" fmla="*/ 13703 h 33750"/>
                <a:gd name="connsiteX7" fmla="*/ 52566 w 50625"/>
                <a:gd name="connsiteY7" fmla="*/ 13703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25" h="33750">
                  <a:moveTo>
                    <a:pt x="52566" y="13703"/>
                  </a:moveTo>
                  <a:cubicBezTo>
                    <a:pt x="52566" y="6126"/>
                    <a:pt x="46423" y="0"/>
                    <a:pt x="38863" y="0"/>
                  </a:cubicBezTo>
                  <a:lnTo>
                    <a:pt x="13703" y="0"/>
                  </a:lnTo>
                  <a:cubicBezTo>
                    <a:pt x="6126" y="0"/>
                    <a:pt x="0" y="6143"/>
                    <a:pt x="0" y="13703"/>
                  </a:cubicBezTo>
                  <a:lnTo>
                    <a:pt x="0" y="34712"/>
                  </a:lnTo>
                  <a:lnTo>
                    <a:pt x="52583" y="34712"/>
                  </a:lnTo>
                  <a:lnTo>
                    <a:pt x="52566" y="13703"/>
                  </a:lnTo>
                  <a:lnTo>
                    <a:pt x="52566" y="1370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9476483" y="9938884"/>
              <a:ext cx="50625" cy="33750"/>
            </a:xfrm>
            <a:custGeom>
              <a:avLst/>
              <a:gdLst>
                <a:gd name="connsiteX0" fmla="*/ 52566 w 50625"/>
                <a:gd name="connsiteY0" fmla="*/ 13703 h 33750"/>
                <a:gd name="connsiteX1" fmla="*/ 38863 w 50625"/>
                <a:gd name="connsiteY1" fmla="*/ 0 h 33750"/>
                <a:gd name="connsiteX2" fmla="*/ 13702 w 50625"/>
                <a:gd name="connsiteY2" fmla="*/ 0 h 33750"/>
                <a:gd name="connsiteX3" fmla="*/ 0 w 50625"/>
                <a:gd name="connsiteY3" fmla="*/ 13703 h 33750"/>
                <a:gd name="connsiteX4" fmla="*/ 0 w 50625"/>
                <a:gd name="connsiteY4" fmla="*/ 34712 h 33750"/>
                <a:gd name="connsiteX5" fmla="*/ 52599 w 50625"/>
                <a:gd name="connsiteY5" fmla="*/ 34712 h 33750"/>
                <a:gd name="connsiteX6" fmla="*/ 52599 w 50625"/>
                <a:gd name="connsiteY6" fmla="*/ 13703 h 33750"/>
                <a:gd name="connsiteX7" fmla="*/ 52566 w 50625"/>
                <a:gd name="connsiteY7" fmla="*/ 13703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25" h="33750">
                  <a:moveTo>
                    <a:pt x="52566" y="13703"/>
                  </a:moveTo>
                  <a:cubicBezTo>
                    <a:pt x="52566" y="6126"/>
                    <a:pt x="46440" y="0"/>
                    <a:pt x="38863" y="0"/>
                  </a:cubicBezTo>
                  <a:lnTo>
                    <a:pt x="13702" y="0"/>
                  </a:lnTo>
                  <a:cubicBezTo>
                    <a:pt x="6126" y="0"/>
                    <a:pt x="0" y="6143"/>
                    <a:pt x="0" y="13703"/>
                  </a:cubicBezTo>
                  <a:lnTo>
                    <a:pt x="0" y="34712"/>
                  </a:lnTo>
                  <a:lnTo>
                    <a:pt x="52599" y="34712"/>
                  </a:lnTo>
                  <a:lnTo>
                    <a:pt x="52599" y="13703"/>
                  </a:lnTo>
                  <a:lnTo>
                    <a:pt x="52566" y="1370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9259381" y="9900263"/>
              <a:ext cx="455625" cy="320625"/>
            </a:xfrm>
            <a:custGeom>
              <a:avLst/>
              <a:gdLst>
                <a:gd name="connsiteX0" fmla="*/ 460068 w 455625"/>
                <a:gd name="connsiteY0" fmla="*/ 119975 h 320625"/>
                <a:gd name="connsiteX1" fmla="*/ 443936 w 455625"/>
                <a:gd name="connsiteY1" fmla="*/ 10355 h 320625"/>
                <a:gd name="connsiteX2" fmla="*/ 419804 w 455625"/>
                <a:gd name="connsiteY2" fmla="*/ 2913 h 320625"/>
                <a:gd name="connsiteX3" fmla="*/ 301966 w 455625"/>
                <a:gd name="connsiteY3" fmla="*/ 77180 h 320625"/>
                <a:gd name="connsiteX4" fmla="*/ 255459 w 455625"/>
                <a:gd name="connsiteY4" fmla="*/ 85618 h 320625"/>
                <a:gd name="connsiteX5" fmla="*/ 105339 w 455625"/>
                <a:gd name="connsiteY5" fmla="*/ 90005 h 320625"/>
                <a:gd name="connsiteX6" fmla="*/ 45011 w 455625"/>
                <a:gd name="connsiteY6" fmla="*/ 110019 h 320625"/>
                <a:gd name="connsiteX7" fmla="*/ 427 w 455625"/>
                <a:gd name="connsiteY7" fmla="*/ 222491 h 320625"/>
                <a:gd name="connsiteX8" fmla="*/ 94657 w 455625"/>
                <a:gd name="connsiteY8" fmla="*/ 326913 h 320625"/>
                <a:gd name="connsiteX9" fmla="*/ 334485 w 455625"/>
                <a:gd name="connsiteY9" fmla="*/ 324331 h 320625"/>
                <a:gd name="connsiteX10" fmla="*/ 370411 w 455625"/>
                <a:gd name="connsiteY10" fmla="*/ 311473 h 320625"/>
                <a:gd name="connsiteX11" fmla="*/ 404313 w 455625"/>
                <a:gd name="connsiteY11" fmla="*/ 259531 h 320625"/>
                <a:gd name="connsiteX12" fmla="*/ 340610 w 455625"/>
                <a:gd name="connsiteY12" fmla="*/ 222913 h 320625"/>
                <a:gd name="connsiteX13" fmla="*/ 321575 w 455625"/>
                <a:gd name="connsiteY13" fmla="*/ 253895 h 320625"/>
                <a:gd name="connsiteX14" fmla="*/ 113574 w 455625"/>
                <a:gd name="connsiteY14" fmla="*/ 251583 h 320625"/>
                <a:gd name="connsiteX15" fmla="*/ 80178 w 455625"/>
                <a:gd name="connsiteY15" fmla="*/ 221495 h 320625"/>
                <a:gd name="connsiteX16" fmla="*/ 80178 w 455625"/>
                <a:gd name="connsiteY16" fmla="*/ 204654 h 320625"/>
                <a:gd name="connsiteX17" fmla="*/ 120206 w 455625"/>
                <a:gd name="connsiteY17" fmla="*/ 175528 h 320625"/>
                <a:gd name="connsiteX18" fmla="*/ 264065 w 455625"/>
                <a:gd name="connsiteY18" fmla="*/ 180556 h 320625"/>
                <a:gd name="connsiteX19" fmla="*/ 315483 w 455625"/>
                <a:gd name="connsiteY19" fmla="*/ 195389 h 320625"/>
                <a:gd name="connsiteX20" fmla="*/ 410760 w 455625"/>
                <a:gd name="connsiteY20" fmla="*/ 242623 h 320625"/>
                <a:gd name="connsiteX21" fmla="*/ 446805 w 455625"/>
                <a:gd name="connsiteY21" fmla="*/ 229561 h 320625"/>
                <a:gd name="connsiteX22" fmla="*/ 460068 w 455625"/>
                <a:gd name="connsiteY22" fmla="*/ 119975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5625" h="320625">
                  <a:moveTo>
                    <a:pt x="460068" y="119975"/>
                  </a:moveTo>
                  <a:cubicBezTo>
                    <a:pt x="460068" y="119975"/>
                    <a:pt x="459798" y="42941"/>
                    <a:pt x="443936" y="10355"/>
                  </a:cubicBezTo>
                  <a:cubicBezTo>
                    <a:pt x="443936" y="10355"/>
                    <a:pt x="434958" y="-6638"/>
                    <a:pt x="419804" y="2913"/>
                  </a:cubicBezTo>
                  <a:cubicBezTo>
                    <a:pt x="404651" y="12464"/>
                    <a:pt x="301966" y="77180"/>
                    <a:pt x="301966" y="77180"/>
                  </a:cubicBezTo>
                  <a:cubicBezTo>
                    <a:pt x="301966" y="77180"/>
                    <a:pt x="282931" y="85044"/>
                    <a:pt x="255459" y="85618"/>
                  </a:cubicBezTo>
                  <a:cubicBezTo>
                    <a:pt x="227969" y="86208"/>
                    <a:pt x="105339" y="90005"/>
                    <a:pt x="105339" y="90005"/>
                  </a:cubicBezTo>
                  <a:cubicBezTo>
                    <a:pt x="105339" y="90005"/>
                    <a:pt x="68366" y="89516"/>
                    <a:pt x="45011" y="110019"/>
                  </a:cubicBezTo>
                  <a:cubicBezTo>
                    <a:pt x="21673" y="130539"/>
                    <a:pt x="-3606" y="163631"/>
                    <a:pt x="427" y="222491"/>
                  </a:cubicBezTo>
                  <a:cubicBezTo>
                    <a:pt x="4460" y="281334"/>
                    <a:pt x="36067" y="320855"/>
                    <a:pt x="94657" y="326913"/>
                  </a:cubicBezTo>
                  <a:lnTo>
                    <a:pt x="334485" y="324331"/>
                  </a:lnTo>
                  <a:cubicBezTo>
                    <a:pt x="334485" y="324331"/>
                    <a:pt x="357030" y="323859"/>
                    <a:pt x="370411" y="311473"/>
                  </a:cubicBezTo>
                  <a:cubicBezTo>
                    <a:pt x="370411" y="311473"/>
                    <a:pt x="392484" y="298226"/>
                    <a:pt x="404313" y="259531"/>
                  </a:cubicBezTo>
                  <a:lnTo>
                    <a:pt x="340610" y="222913"/>
                  </a:lnTo>
                  <a:cubicBezTo>
                    <a:pt x="340610" y="222913"/>
                    <a:pt x="341741" y="253895"/>
                    <a:pt x="321575" y="253895"/>
                  </a:cubicBezTo>
                  <a:cubicBezTo>
                    <a:pt x="301409" y="253895"/>
                    <a:pt x="113574" y="251583"/>
                    <a:pt x="113574" y="251583"/>
                  </a:cubicBezTo>
                  <a:cubicBezTo>
                    <a:pt x="113574" y="251583"/>
                    <a:pt x="80178" y="253895"/>
                    <a:pt x="80178" y="221495"/>
                  </a:cubicBezTo>
                  <a:lnTo>
                    <a:pt x="80178" y="204654"/>
                  </a:lnTo>
                  <a:cubicBezTo>
                    <a:pt x="80178" y="204654"/>
                    <a:pt x="82490" y="175528"/>
                    <a:pt x="120206" y="175528"/>
                  </a:cubicBezTo>
                  <a:cubicBezTo>
                    <a:pt x="158563" y="175528"/>
                    <a:pt x="264065" y="180556"/>
                    <a:pt x="264065" y="180556"/>
                  </a:cubicBezTo>
                  <a:cubicBezTo>
                    <a:pt x="264065" y="180556"/>
                    <a:pt x="286711" y="181130"/>
                    <a:pt x="315483" y="195389"/>
                  </a:cubicBezTo>
                  <a:cubicBezTo>
                    <a:pt x="344221" y="209666"/>
                    <a:pt x="410760" y="242623"/>
                    <a:pt x="410760" y="242623"/>
                  </a:cubicBezTo>
                  <a:cubicBezTo>
                    <a:pt x="410760" y="242623"/>
                    <a:pt x="435431" y="255076"/>
                    <a:pt x="446805" y="229561"/>
                  </a:cubicBezTo>
                  <a:cubicBezTo>
                    <a:pt x="446771" y="229511"/>
                    <a:pt x="460996" y="186766"/>
                    <a:pt x="460068" y="11997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9187255" y="9994808"/>
              <a:ext cx="84375" cy="67500"/>
            </a:xfrm>
            <a:custGeom>
              <a:avLst/>
              <a:gdLst>
                <a:gd name="connsiteX0" fmla="*/ 99114 w 84375"/>
                <a:gd name="connsiteY0" fmla="*/ 8133 h 67500"/>
                <a:gd name="connsiteX1" fmla="*/ 53113 w 84375"/>
                <a:gd name="connsiteY1" fmla="*/ 9551 h 67500"/>
                <a:gd name="connsiteX2" fmla="*/ 24442 w 84375"/>
                <a:gd name="connsiteY2" fmla="*/ 1839 h 67500"/>
                <a:gd name="connsiteX3" fmla="*/ 2960 w 84375"/>
                <a:gd name="connsiteY3" fmla="*/ 12099 h 67500"/>
                <a:gd name="connsiteX4" fmla="*/ 4732 w 84375"/>
                <a:gd name="connsiteY4" fmla="*/ 59197 h 67500"/>
                <a:gd name="connsiteX5" fmla="*/ 29657 w 84375"/>
                <a:gd name="connsiteY5" fmla="*/ 63888 h 67500"/>
                <a:gd name="connsiteX6" fmla="*/ 51915 w 84375"/>
                <a:gd name="connsiteY6" fmla="*/ 57779 h 67500"/>
                <a:gd name="connsiteX7" fmla="*/ 69347 w 84375"/>
                <a:gd name="connsiteY7" fmla="*/ 57594 h 67500"/>
                <a:gd name="connsiteX8" fmla="*/ 99114 w 84375"/>
                <a:gd name="connsiteY8" fmla="*/ 8133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375" h="67500">
                  <a:moveTo>
                    <a:pt x="99114" y="8133"/>
                  </a:moveTo>
                  <a:lnTo>
                    <a:pt x="53113" y="9551"/>
                  </a:lnTo>
                  <a:cubicBezTo>
                    <a:pt x="41503" y="8825"/>
                    <a:pt x="24442" y="1839"/>
                    <a:pt x="24442" y="1839"/>
                  </a:cubicBezTo>
                  <a:cubicBezTo>
                    <a:pt x="7162" y="-5637"/>
                    <a:pt x="2960" y="12099"/>
                    <a:pt x="2960" y="12099"/>
                  </a:cubicBezTo>
                  <a:cubicBezTo>
                    <a:pt x="-1815" y="31792"/>
                    <a:pt x="-516" y="46068"/>
                    <a:pt x="4732" y="59197"/>
                  </a:cubicBezTo>
                  <a:cubicBezTo>
                    <a:pt x="9795" y="71870"/>
                    <a:pt x="16983" y="68039"/>
                    <a:pt x="29657" y="63888"/>
                  </a:cubicBezTo>
                  <a:cubicBezTo>
                    <a:pt x="42347" y="59703"/>
                    <a:pt x="51915" y="57779"/>
                    <a:pt x="51915" y="57779"/>
                  </a:cubicBezTo>
                  <a:lnTo>
                    <a:pt x="69347" y="57594"/>
                  </a:lnTo>
                  <a:cubicBezTo>
                    <a:pt x="76012" y="29007"/>
                    <a:pt x="99114" y="8133"/>
                    <a:pt x="99114" y="813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5830189" y="4349692"/>
            <a:ext cx="523125" cy="502314"/>
            <a:chOff x="10263600" y="9787536"/>
            <a:chExt cx="523125" cy="502314"/>
          </a:xfrm>
          <a:solidFill>
            <a:schemeClr val="accent1"/>
          </a:solidFill>
        </p:grpSpPr>
        <p:sp>
          <p:nvSpPr>
            <p:cNvPr id="198" name="任意多边形: 形状 197"/>
            <p:cNvSpPr/>
            <p:nvPr/>
          </p:nvSpPr>
          <p:spPr>
            <a:xfrm>
              <a:off x="10279496" y="10205475"/>
              <a:ext cx="506250" cy="84375"/>
            </a:xfrm>
            <a:custGeom>
              <a:avLst/>
              <a:gdLst>
                <a:gd name="connsiteX0" fmla="*/ 484802 w 506250"/>
                <a:gd name="connsiteY0" fmla="*/ 29497 h 84375"/>
                <a:gd name="connsiteX1" fmla="*/ 449584 w 506250"/>
                <a:gd name="connsiteY1" fmla="*/ 29497 h 84375"/>
                <a:gd name="connsiteX2" fmla="*/ 449584 w 506250"/>
                <a:gd name="connsiteY2" fmla="*/ 0 h 84375"/>
                <a:gd name="connsiteX3" fmla="*/ 60176 w 506250"/>
                <a:gd name="connsiteY3" fmla="*/ 0 h 84375"/>
                <a:gd name="connsiteX4" fmla="*/ 60176 w 506250"/>
                <a:gd name="connsiteY4" fmla="*/ 29497 h 84375"/>
                <a:gd name="connsiteX5" fmla="*/ 26089 w 506250"/>
                <a:gd name="connsiteY5" fmla="*/ 29497 h 84375"/>
                <a:gd name="connsiteX6" fmla="*/ 26089 w 506250"/>
                <a:gd name="connsiteY6" fmla="*/ 57864 h 84375"/>
                <a:gd name="connsiteX7" fmla="*/ 0 w 506250"/>
                <a:gd name="connsiteY7" fmla="*/ 57864 h 84375"/>
                <a:gd name="connsiteX8" fmla="*/ 0 w 506250"/>
                <a:gd name="connsiteY8" fmla="*/ 87396 h 84375"/>
                <a:gd name="connsiteX9" fmla="*/ 509794 w 506250"/>
                <a:gd name="connsiteY9" fmla="*/ 87396 h 84375"/>
                <a:gd name="connsiteX10" fmla="*/ 509794 w 506250"/>
                <a:gd name="connsiteY10" fmla="*/ 57864 h 84375"/>
                <a:gd name="connsiteX11" fmla="*/ 484802 w 506250"/>
                <a:gd name="connsiteY11" fmla="*/ 57864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6250" h="84375">
                  <a:moveTo>
                    <a:pt x="484802" y="29497"/>
                  </a:moveTo>
                  <a:lnTo>
                    <a:pt x="449584" y="29497"/>
                  </a:lnTo>
                  <a:lnTo>
                    <a:pt x="449584" y="0"/>
                  </a:lnTo>
                  <a:lnTo>
                    <a:pt x="60176" y="0"/>
                  </a:lnTo>
                  <a:lnTo>
                    <a:pt x="60176" y="29497"/>
                  </a:lnTo>
                  <a:lnTo>
                    <a:pt x="26089" y="29497"/>
                  </a:lnTo>
                  <a:lnTo>
                    <a:pt x="26089" y="57864"/>
                  </a:lnTo>
                  <a:lnTo>
                    <a:pt x="0" y="57864"/>
                  </a:lnTo>
                  <a:lnTo>
                    <a:pt x="0" y="87396"/>
                  </a:lnTo>
                  <a:lnTo>
                    <a:pt x="509794" y="87396"/>
                  </a:lnTo>
                  <a:lnTo>
                    <a:pt x="509794" y="57864"/>
                  </a:lnTo>
                  <a:lnTo>
                    <a:pt x="484802" y="5786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10322629" y="9993103"/>
              <a:ext cx="101250" cy="185625"/>
            </a:xfrm>
            <a:custGeom>
              <a:avLst/>
              <a:gdLst>
                <a:gd name="connsiteX0" fmla="*/ 101064 w 101250"/>
                <a:gd name="connsiteY0" fmla="*/ 188511 h 185625"/>
                <a:gd name="connsiteX1" fmla="*/ 101064 w 101250"/>
                <a:gd name="connsiteY1" fmla="*/ 40888 h 185625"/>
                <a:gd name="connsiteX2" fmla="*/ 118091 w 101250"/>
                <a:gd name="connsiteY2" fmla="*/ 40888 h 185625"/>
                <a:gd name="connsiteX3" fmla="*/ 118091 w 101250"/>
                <a:gd name="connsiteY3" fmla="*/ 21482 h 185625"/>
                <a:gd name="connsiteX4" fmla="*/ 96609 w 101250"/>
                <a:gd name="connsiteY4" fmla="*/ 0 h 185625"/>
                <a:gd name="connsiteX5" fmla="*/ 21465 w 101250"/>
                <a:gd name="connsiteY5" fmla="*/ 0 h 185625"/>
                <a:gd name="connsiteX6" fmla="*/ 0 w 101250"/>
                <a:gd name="connsiteY6" fmla="*/ 21482 h 185625"/>
                <a:gd name="connsiteX7" fmla="*/ 0 w 101250"/>
                <a:gd name="connsiteY7" fmla="*/ 40888 h 185625"/>
                <a:gd name="connsiteX8" fmla="*/ 18174 w 101250"/>
                <a:gd name="connsiteY8" fmla="*/ 40888 h 185625"/>
                <a:gd name="connsiteX9" fmla="*/ 18174 w 101250"/>
                <a:gd name="connsiteY9" fmla="*/ 188511 h 185625"/>
                <a:gd name="connsiteX10" fmla="*/ 101064 w 101250"/>
                <a:gd name="connsiteY10" fmla="*/ 188511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250" h="185625">
                  <a:moveTo>
                    <a:pt x="101064" y="188511"/>
                  </a:moveTo>
                  <a:lnTo>
                    <a:pt x="101064" y="40888"/>
                  </a:lnTo>
                  <a:lnTo>
                    <a:pt x="118091" y="40888"/>
                  </a:lnTo>
                  <a:lnTo>
                    <a:pt x="118091" y="21482"/>
                  </a:lnTo>
                  <a:cubicBezTo>
                    <a:pt x="118091" y="9619"/>
                    <a:pt x="108489" y="0"/>
                    <a:pt x="96609" y="0"/>
                  </a:cubicBezTo>
                  <a:lnTo>
                    <a:pt x="21465" y="0"/>
                  </a:lnTo>
                  <a:cubicBezTo>
                    <a:pt x="9602" y="0"/>
                    <a:pt x="0" y="9619"/>
                    <a:pt x="0" y="21482"/>
                  </a:cubicBezTo>
                  <a:lnTo>
                    <a:pt x="0" y="40888"/>
                  </a:lnTo>
                  <a:lnTo>
                    <a:pt x="18174" y="40888"/>
                  </a:lnTo>
                  <a:lnTo>
                    <a:pt x="18174" y="188511"/>
                  </a:lnTo>
                  <a:lnTo>
                    <a:pt x="101064" y="18851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10629231" y="9993137"/>
              <a:ext cx="101250" cy="185625"/>
            </a:xfrm>
            <a:custGeom>
              <a:avLst/>
              <a:gdLst>
                <a:gd name="connsiteX0" fmla="*/ 99849 w 101250"/>
                <a:gd name="connsiteY0" fmla="*/ 188477 h 185625"/>
                <a:gd name="connsiteX1" fmla="*/ 99849 w 101250"/>
                <a:gd name="connsiteY1" fmla="*/ 40854 h 185625"/>
                <a:gd name="connsiteX2" fmla="*/ 118007 w 101250"/>
                <a:gd name="connsiteY2" fmla="*/ 40854 h 185625"/>
                <a:gd name="connsiteX3" fmla="*/ 118007 w 101250"/>
                <a:gd name="connsiteY3" fmla="*/ 21482 h 185625"/>
                <a:gd name="connsiteX4" fmla="*/ 96559 w 101250"/>
                <a:gd name="connsiteY4" fmla="*/ 0 h 185625"/>
                <a:gd name="connsiteX5" fmla="*/ 21448 w 101250"/>
                <a:gd name="connsiteY5" fmla="*/ 0 h 185625"/>
                <a:gd name="connsiteX6" fmla="*/ 0 w 101250"/>
                <a:gd name="connsiteY6" fmla="*/ 21482 h 185625"/>
                <a:gd name="connsiteX7" fmla="*/ 0 w 101250"/>
                <a:gd name="connsiteY7" fmla="*/ 40871 h 185625"/>
                <a:gd name="connsiteX8" fmla="*/ 18158 w 101250"/>
                <a:gd name="connsiteY8" fmla="*/ 40871 h 185625"/>
                <a:gd name="connsiteX9" fmla="*/ 18158 w 101250"/>
                <a:gd name="connsiteY9" fmla="*/ 188477 h 185625"/>
                <a:gd name="connsiteX10" fmla="*/ 99849 w 101250"/>
                <a:gd name="connsiteY10" fmla="*/ 188477 h 185625"/>
                <a:gd name="connsiteX11" fmla="*/ 99849 w 101250"/>
                <a:gd name="connsiteY11" fmla="*/ 188477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250" h="185625">
                  <a:moveTo>
                    <a:pt x="99849" y="188477"/>
                  </a:moveTo>
                  <a:lnTo>
                    <a:pt x="99849" y="40854"/>
                  </a:lnTo>
                  <a:lnTo>
                    <a:pt x="118007" y="40854"/>
                  </a:lnTo>
                  <a:lnTo>
                    <a:pt x="118007" y="21482"/>
                  </a:lnTo>
                  <a:cubicBezTo>
                    <a:pt x="118007" y="9619"/>
                    <a:pt x="108405" y="0"/>
                    <a:pt x="96559" y="0"/>
                  </a:cubicBezTo>
                  <a:lnTo>
                    <a:pt x="21448" y="0"/>
                  </a:lnTo>
                  <a:cubicBezTo>
                    <a:pt x="9585" y="0"/>
                    <a:pt x="0" y="9619"/>
                    <a:pt x="0" y="21482"/>
                  </a:cubicBezTo>
                  <a:lnTo>
                    <a:pt x="0" y="40871"/>
                  </a:lnTo>
                  <a:lnTo>
                    <a:pt x="18158" y="40871"/>
                  </a:lnTo>
                  <a:lnTo>
                    <a:pt x="18158" y="188477"/>
                  </a:lnTo>
                  <a:lnTo>
                    <a:pt x="99849" y="188477"/>
                  </a:lnTo>
                  <a:lnTo>
                    <a:pt x="99849" y="18847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10475921" y="9993103"/>
              <a:ext cx="101250" cy="185625"/>
            </a:xfrm>
            <a:custGeom>
              <a:avLst/>
              <a:gdLst>
                <a:gd name="connsiteX0" fmla="*/ 99883 w 101250"/>
                <a:gd name="connsiteY0" fmla="*/ 188511 h 185625"/>
                <a:gd name="connsiteX1" fmla="*/ 99883 w 101250"/>
                <a:gd name="connsiteY1" fmla="*/ 40888 h 185625"/>
                <a:gd name="connsiteX2" fmla="*/ 118057 w 101250"/>
                <a:gd name="connsiteY2" fmla="*/ 40888 h 185625"/>
                <a:gd name="connsiteX3" fmla="*/ 118057 w 101250"/>
                <a:gd name="connsiteY3" fmla="*/ 21482 h 185625"/>
                <a:gd name="connsiteX4" fmla="*/ 96609 w 101250"/>
                <a:gd name="connsiteY4" fmla="*/ 0 h 185625"/>
                <a:gd name="connsiteX5" fmla="*/ 21465 w 101250"/>
                <a:gd name="connsiteY5" fmla="*/ 0 h 185625"/>
                <a:gd name="connsiteX6" fmla="*/ 0 w 101250"/>
                <a:gd name="connsiteY6" fmla="*/ 21482 h 185625"/>
                <a:gd name="connsiteX7" fmla="*/ 0 w 101250"/>
                <a:gd name="connsiteY7" fmla="*/ 40888 h 185625"/>
                <a:gd name="connsiteX8" fmla="*/ 17010 w 101250"/>
                <a:gd name="connsiteY8" fmla="*/ 40888 h 185625"/>
                <a:gd name="connsiteX9" fmla="*/ 17010 w 101250"/>
                <a:gd name="connsiteY9" fmla="*/ 188511 h 185625"/>
                <a:gd name="connsiteX10" fmla="*/ 99883 w 101250"/>
                <a:gd name="connsiteY10" fmla="*/ 188511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250" h="185625">
                  <a:moveTo>
                    <a:pt x="99883" y="188511"/>
                  </a:moveTo>
                  <a:lnTo>
                    <a:pt x="99883" y="40888"/>
                  </a:lnTo>
                  <a:lnTo>
                    <a:pt x="118057" y="40888"/>
                  </a:lnTo>
                  <a:lnTo>
                    <a:pt x="118057" y="21482"/>
                  </a:lnTo>
                  <a:cubicBezTo>
                    <a:pt x="118057" y="9619"/>
                    <a:pt x="108456" y="0"/>
                    <a:pt x="96609" y="0"/>
                  </a:cubicBezTo>
                  <a:lnTo>
                    <a:pt x="21465" y="0"/>
                  </a:lnTo>
                  <a:cubicBezTo>
                    <a:pt x="9602" y="0"/>
                    <a:pt x="0" y="9619"/>
                    <a:pt x="0" y="21482"/>
                  </a:cubicBezTo>
                  <a:lnTo>
                    <a:pt x="0" y="40888"/>
                  </a:lnTo>
                  <a:lnTo>
                    <a:pt x="17010" y="40888"/>
                  </a:lnTo>
                  <a:lnTo>
                    <a:pt x="17010" y="188511"/>
                  </a:lnTo>
                  <a:lnTo>
                    <a:pt x="99883" y="18851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10263600" y="9787536"/>
              <a:ext cx="523125" cy="168750"/>
            </a:xfrm>
            <a:custGeom>
              <a:avLst/>
              <a:gdLst>
                <a:gd name="connsiteX0" fmla="*/ 288714 w 523125"/>
                <a:gd name="connsiteY0" fmla="*/ 5075 h 168750"/>
                <a:gd name="connsiteX1" fmla="*/ 249429 w 523125"/>
                <a:gd name="connsiteY1" fmla="*/ 5075 h 168750"/>
                <a:gd name="connsiteX2" fmla="*/ 23591 w 523125"/>
                <a:gd name="connsiteY2" fmla="*/ 130018 h 168750"/>
                <a:gd name="connsiteX3" fmla="*/ 0 w 523125"/>
                <a:gd name="connsiteY3" fmla="*/ 170028 h 168750"/>
                <a:gd name="connsiteX4" fmla="*/ 0 w 523125"/>
                <a:gd name="connsiteY4" fmla="*/ 184035 h 168750"/>
                <a:gd name="connsiteX5" fmla="*/ 538161 w 523125"/>
                <a:gd name="connsiteY5" fmla="*/ 184035 h 168750"/>
                <a:gd name="connsiteX6" fmla="*/ 538161 w 523125"/>
                <a:gd name="connsiteY6" fmla="*/ 170028 h 168750"/>
                <a:gd name="connsiteX7" fmla="*/ 514586 w 523125"/>
                <a:gd name="connsiteY7" fmla="*/ 130001 h 168750"/>
                <a:gd name="connsiteX8" fmla="*/ 288714 w 523125"/>
                <a:gd name="connsiteY8" fmla="*/ 5075 h 168750"/>
                <a:gd name="connsiteX9" fmla="*/ 183431 w 523125"/>
                <a:gd name="connsiteY9" fmla="*/ 122728 h 168750"/>
                <a:gd name="connsiteX10" fmla="*/ 178689 w 523125"/>
                <a:gd name="connsiteY10" fmla="*/ 119049 h 168750"/>
                <a:gd name="connsiteX11" fmla="*/ 181069 w 523125"/>
                <a:gd name="connsiteY11" fmla="*/ 113531 h 168750"/>
                <a:gd name="connsiteX12" fmla="*/ 249311 w 523125"/>
                <a:gd name="connsiteY12" fmla="*/ 75714 h 168750"/>
                <a:gd name="connsiteX13" fmla="*/ 288664 w 523125"/>
                <a:gd name="connsiteY13" fmla="*/ 75714 h 168750"/>
                <a:gd name="connsiteX14" fmla="*/ 356889 w 523125"/>
                <a:gd name="connsiteY14" fmla="*/ 113531 h 168750"/>
                <a:gd name="connsiteX15" fmla="*/ 359303 w 523125"/>
                <a:gd name="connsiteY15" fmla="*/ 119049 h 168750"/>
                <a:gd name="connsiteX16" fmla="*/ 354561 w 523125"/>
                <a:gd name="connsiteY16" fmla="*/ 122728 h 168750"/>
                <a:gd name="connsiteX17" fmla="*/ 183431 w 523125"/>
                <a:gd name="connsiteY17" fmla="*/ 122728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3125" h="168750">
                  <a:moveTo>
                    <a:pt x="288714" y="5075"/>
                  </a:moveTo>
                  <a:cubicBezTo>
                    <a:pt x="276446" y="-1692"/>
                    <a:pt x="261647" y="-1692"/>
                    <a:pt x="249429" y="5075"/>
                  </a:cubicBezTo>
                  <a:lnTo>
                    <a:pt x="23591" y="130018"/>
                  </a:lnTo>
                  <a:cubicBezTo>
                    <a:pt x="9028" y="138067"/>
                    <a:pt x="0" y="153390"/>
                    <a:pt x="0" y="170028"/>
                  </a:cubicBezTo>
                  <a:lnTo>
                    <a:pt x="0" y="184035"/>
                  </a:lnTo>
                  <a:lnTo>
                    <a:pt x="538161" y="184035"/>
                  </a:lnTo>
                  <a:lnTo>
                    <a:pt x="538161" y="170028"/>
                  </a:lnTo>
                  <a:cubicBezTo>
                    <a:pt x="538161" y="153390"/>
                    <a:pt x="529133" y="138050"/>
                    <a:pt x="514586" y="130001"/>
                  </a:cubicBezTo>
                  <a:lnTo>
                    <a:pt x="288714" y="5075"/>
                  </a:lnTo>
                  <a:close/>
                  <a:moveTo>
                    <a:pt x="183431" y="122728"/>
                  </a:moveTo>
                  <a:cubicBezTo>
                    <a:pt x="181187" y="122728"/>
                    <a:pt x="179246" y="121226"/>
                    <a:pt x="178689" y="119049"/>
                  </a:cubicBezTo>
                  <a:cubicBezTo>
                    <a:pt x="178133" y="116889"/>
                    <a:pt x="179094" y="114611"/>
                    <a:pt x="181069" y="113531"/>
                  </a:cubicBezTo>
                  <a:lnTo>
                    <a:pt x="249311" y="75714"/>
                  </a:lnTo>
                  <a:cubicBezTo>
                    <a:pt x="261563" y="68947"/>
                    <a:pt x="276413" y="68947"/>
                    <a:pt x="288664" y="75714"/>
                  </a:cubicBezTo>
                  <a:lnTo>
                    <a:pt x="356889" y="113531"/>
                  </a:lnTo>
                  <a:cubicBezTo>
                    <a:pt x="358864" y="114611"/>
                    <a:pt x="359859" y="116872"/>
                    <a:pt x="359303" y="119049"/>
                  </a:cubicBezTo>
                  <a:cubicBezTo>
                    <a:pt x="358746" y="121226"/>
                    <a:pt x="356805" y="122728"/>
                    <a:pt x="354561" y="122728"/>
                  </a:cubicBezTo>
                  <a:lnTo>
                    <a:pt x="183431" y="12272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7049389" y="4365564"/>
            <a:ext cx="523434" cy="470571"/>
            <a:chOff x="18902734" y="8710063"/>
            <a:chExt cx="523434" cy="470571"/>
          </a:xfrm>
          <a:solidFill>
            <a:schemeClr val="accent1"/>
          </a:solidFill>
        </p:grpSpPr>
        <p:sp>
          <p:nvSpPr>
            <p:cNvPr id="204" name="任意多边形: 形状 203"/>
            <p:cNvSpPr/>
            <p:nvPr/>
          </p:nvSpPr>
          <p:spPr>
            <a:xfrm>
              <a:off x="19021168" y="8710063"/>
              <a:ext cx="405000" cy="303750"/>
            </a:xfrm>
            <a:custGeom>
              <a:avLst/>
              <a:gdLst>
                <a:gd name="connsiteX0" fmla="*/ 319191 w 405000"/>
                <a:gd name="connsiteY0" fmla="*/ 0 h 303750"/>
                <a:gd name="connsiteX1" fmla="*/ 100018 w 405000"/>
                <a:gd name="connsiteY1" fmla="*/ 0 h 303750"/>
                <a:gd name="connsiteX2" fmla="*/ 0 w 405000"/>
                <a:gd name="connsiteY2" fmla="*/ 100440 h 303750"/>
                <a:gd name="connsiteX3" fmla="*/ 0 w 405000"/>
                <a:gd name="connsiteY3" fmla="*/ 102887 h 303750"/>
                <a:gd name="connsiteX4" fmla="*/ 40449 w 405000"/>
                <a:gd name="connsiteY4" fmla="*/ 103359 h 303750"/>
                <a:gd name="connsiteX5" fmla="*/ 40449 w 405000"/>
                <a:gd name="connsiteY5" fmla="*/ 100440 h 303750"/>
                <a:gd name="connsiteX6" fmla="*/ 100018 w 405000"/>
                <a:gd name="connsiteY6" fmla="*/ 40449 h 303750"/>
                <a:gd name="connsiteX7" fmla="*/ 319191 w 405000"/>
                <a:gd name="connsiteY7" fmla="*/ 40449 h 303750"/>
                <a:gd name="connsiteX8" fmla="*/ 376785 w 405000"/>
                <a:gd name="connsiteY8" fmla="*/ 100440 h 303750"/>
                <a:gd name="connsiteX9" fmla="*/ 376785 w 405000"/>
                <a:gd name="connsiteY9" fmla="*/ 218565 h 303750"/>
                <a:gd name="connsiteX10" fmla="*/ 321891 w 405000"/>
                <a:gd name="connsiteY10" fmla="*/ 277290 h 303750"/>
                <a:gd name="connsiteX11" fmla="*/ 322144 w 405000"/>
                <a:gd name="connsiteY11" fmla="*/ 318263 h 303750"/>
                <a:gd name="connsiteX12" fmla="*/ 419783 w 405000"/>
                <a:gd name="connsiteY12" fmla="*/ 218548 h 303750"/>
                <a:gd name="connsiteX13" fmla="*/ 419783 w 405000"/>
                <a:gd name="connsiteY13" fmla="*/ 100423 h 303750"/>
                <a:gd name="connsiteX14" fmla="*/ 319191 w 405000"/>
                <a:gd name="connsiteY14" fmla="*/ 0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5000" h="303750">
                  <a:moveTo>
                    <a:pt x="319191" y="0"/>
                  </a:moveTo>
                  <a:lnTo>
                    <a:pt x="100018" y="0"/>
                  </a:lnTo>
                  <a:cubicBezTo>
                    <a:pt x="45006" y="0"/>
                    <a:pt x="0" y="45428"/>
                    <a:pt x="0" y="100440"/>
                  </a:cubicBezTo>
                  <a:lnTo>
                    <a:pt x="0" y="102887"/>
                  </a:lnTo>
                  <a:lnTo>
                    <a:pt x="40449" y="103359"/>
                  </a:lnTo>
                  <a:lnTo>
                    <a:pt x="40449" y="100440"/>
                  </a:lnTo>
                  <a:cubicBezTo>
                    <a:pt x="40449" y="67939"/>
                    <a:pt x="67517" y="40449"/>
                    <a:pt x="100018" y="40449"/>
                  </a:cubicBezTo>
                  <a:lnTo>
                    <a:pt x="319191" y="40449"/>
                  </a:lnTo>
                  <a:cubicBezTo>
                    <a:pt x="351709" y="40449"/>
                    <a:pt x="376785" y="67939"/>
                    <a:pt x="376785" y="100440"/>
                  </a:cubicBezTo>
                  <a:lnTo>
                    <a:pt x="376785" y="218565"/>
                  </a:lnTo>
                  <a:cubicBezTo>
                    <a:pt x="376785" y="249953"/>
                    <a:pt x="352839" y="275552"/>
                    <a:pt x="321891" y="277290"/>
                  </a:cubicBezTo>
                  <a:lnTo>
                    <a:pt x="322144" y="318263"/>
                  </a:lnTo>
                  <a:cubicBezTo>
                    <a:pt x="375840" y="316744"/>
                    <a:pt x="419783" y="272633"/>
                    <a:pt x="419783" y="218548"/>
                  </a:cubicBezTo>
                  <a:lnTo>
                    <a:pt x="419783" y="100423"/>
                  </a:lnTo>
                  <a:cubicBezTo>
                    <a:pt x="419783" y="45428"/>
                    <a:pt x="374220" y="0"/>
                    <a:pt x="31919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18902734" y="8843134"/>
              <a:ext cx="405000" cy="337500"/>
            </a:xfrm>
            <a:custGeom>
              <a:avLst/>
              <a:gdLst>
                <a:gd name="connsiteX0" fmla="*/ 340357 w 405000"/>
                <a:gd name="connsiteY0" fmla="*/ 3076 h 337500"/>
                <a:gd name="connsiteX1" fmla="*/ 73985 w 405000"/>
                <a:gd name="connsiteY1" fmla="*/ 5 h 337500"/>
                <a:gd name="connsiteX2" fmla="*/ 1659 w 405000"/>
                <a:gd name="connsiteY2" fmla="*/ 70661 h 337500"/>
                <a:gd name="connsiteX3" fmla="*/ 5 w 405000"/>
                <a:gd name="connsiteY3" fmla="*/ 214233 h 337500"/>
                <a:gd name="connsiteX4" fmla="*/ 70661 w 405000"/>
                <a:gd name="connsiteY4" fmla="*/ 286509 h 337500"/>
                <a:gd name="connsiteX5" fmla="*/ 248844 w 405000"/>
                <a:gd name="connsiteY5" fmla="*/ 288585 h 337500"/>
                <a:gd name="connsiteX6" fmla="*/ 345420 w 405000"/>
                <a:gd name="connsiteY6" fmla="*/ 337995 h 337500"/>
                <a:gd name="connsiteX7" fmla="*/ 364455 w 405000"/>
                <a:gd name="connsiteY7" fmla="*/ 336408 h 337500"/>
                <a:gd name="connsiteX8" fmla="*/ 371491 w 405000"/>
                <a:gd name="connsiteY8" fmla="*/ 318285 h 337500"/>
                <a:gd name="connsiteX9" fmla="*/ 366277 w 405000"/>
                <a:gd name="connsiteY9" fmla="*/ 289192 h 337500"/>
                <a:gd name="connsiteX10" fmla="*/ 366277 w 405000"/>
                <a:gd name="connsiteY10" fmla="*/ 289192 h 337500"/>
                <a:gd name="connsiteX11" fmla="*/ 408988 w 405000"/>
                <a:gd name="connsiteY11" fmla="*/ 247815 h 337500"/>
                <a:gd name="connsiteX12" fmla="*/ 410996 w 405000"/>
                <a:gd name="connsiteY12" fmla="*/ 75369 h 337500"/>
                <a:gd name="connsiteX13" fmla="*/ 340357 w 405000"/>
                <a:gd name="connsiteY13" fmla="*/ 3076 h 337500"/>
                <a:gd name="connsiteX14" fmla="*/ 307569 w 405000"/>
                <a:gd name="connsiteY14" fmla="*/ 205762 h 337500"/>
                <a:gd name="connsiteX15" fmla="*/ 102858 w 405000"/>
                <a:gd name="connsiteY15" fmla="*/ 205762 h 337500"/>
                <a:gd name="connsiteX16" fmla="*/ 82389 w 405000"/>
                <a:gd name="connsiteY16" fmla="*/ 185546 h 337500"/>
                <a:gd name="connsiteX17" fmla="*/ 102858 w 405000"/>
                <a:gd name="connsiteY17" fmla="*/ 165313 h 337500"/>
                <a:gd name="connsiteX18" fmla="*/ 307569 w 405000"/>
                <a:gd name="connsiteY18" fmla="*/ 165313 h 337500"/>
                <a:gd name="connsiteX19" fmla="*/ 328055 w 405000"/>
                <a:gd name="connsiteY19" fmla="*/ 185546 h 337500"/>
                <a:gd name="connsiteX20" fmla="*/ 307569 w 405000"/>
                <a:gd name="connsiteY20" fmla="*/ 205762 h 337500"/>
                <a:gd name="connsiteX21" fmla="*/ 307569 w 405000"/>
                <a:gd name="connsiteY21" fmla="*/ 124863 h 337500"/>
                <a:gd name="connsiteX22" fmla="*/ 102858 w 405000"/>
                <a:gd name="connsiteY22" fmla="*/ 124863 h 337500"/>
                <a:gd name="connsiteX23" fmla="*/ 82389 w 405000"/>
                <a:gd name="connsiteY23" fmla="*/ 104630 h 337500"/>
                <a:gd name="connsiteX24" fmla="*/ 102858 w 405000"/>
                <a:gd name="connsiteY24" fmla="*/ 84397 h 337500"/>
                <a:gd name="connsiteX25" fmla="*/ 307569 w 405000"/>
                <a:gd name="connsiteY25" fmla="*/ 84397 h 337500"/>
                <a:gd name="connsiteX26" fmla="*/ 328055 w 405000"/>
                <a:gd name="connsiteY26" fmla="*/ 104630 h 337500"/>
                <a:gd name="connsiteX27" fmla="*/ 307569 w 405000"/>
                <a:gd name="connsiteY27" fmla="*/ 124863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05000" h="337500">
                  <a:moveTo>
                    <a:pt x="340357" y="3076"/>
                  </a:moveTo>
                  <a:lnTo>
                    <a:pt x="73985" y="5"/>
                  </a:lnTo>
                  <a:cubicBezTo>
                    <a:pt x="34498" y="-467"/>
                    <a:pt x="2115" y="31173"/>
                    <a:pt x="1659" y="70661"/>
                  </a:cubicBezTo>
                  <a:lnTo>
                    <a:pt x="5" y="214233"/>
                  </a:lnTo>
                  <a:cubicBezTo>
                    <a:pt x="-467" y="253687"/>
                    <a:pt x="31190" y="286087"/>
                    <a:pt x="70661" y="286509"/>
                  </a:cubicBezTo>
                  <a:lnTo>
                    <a:pt x="248844" y="288585"/>
                  </a:lnTo>
                  <a:lnTo>
                    <a:pt x="345420" y="337995"/>
                  </a:lnTo>
                  <a:cubicBezTo>
                    <a:pt x="351545" y="341150"/>
                    <a:pt x="358920" y="340492"/>
                    <a:pt x="364455" y="336408"/>
                  </a:cubicBezTo>
                  <a:cubicBezTo>
                    <a:pt x="369990" y="332291"/>
                    <a:pt x="372706" y="325035"/>
                    <a:pt x="371491" y="318285"/>
                  </a:cubicBezTo>
                  <a:lnTo>
                    <a:pt x="366277" y="289192"/>
                  </a:lnTo>
                  <a:lnTo>
                    <a:pt x="366277" y="289192"/>
                  </a:lnTo>
                  <a:cubicBezTo>
                    <a:pt x="389615" y="289192"/>
                    <a:pt x="408735" y="271153"/>
                    <a:pt x="408988" y="247815"/>
                  </a:cubicBezTo>
                  <a:lnTo>
                    <a:pt x="410996" y="75369"/>
                  </a:lnTo>
                  <a:cubicBezTo>
                    <a:pt x="411485" y="35898"/>
                    <a:pt x="379845" y="3515"/>
                    <a:pt x="340357" y="3076"/>
                  </a:cubicBezTo>
                  <a:close/>
                  <a:moveTo>
                    <a:pt x="307569" y="205762"/>
                  </a:moveTo>
                  <a:lnTo>
                    <a:pt x="102858" y="205762"/>
                  </a:lnTo>
                  <a:cubicBezTo>
                    <a:pt x="91569" y="205762"/>
                    <a:pt x="82389" y="196852"/>
                    <a:pt x="82389" y="185546"/>
                  </a:cubicBezTo>
                  <a:cubicBezTo>
                    <a:pt x="82389" y="174223"/>
                    <a:pt x="91552" y="165313"/>
                    <a:pt x="102858" y="165313"/>
                  </a:cubicBezTo>
                  <a:lnTo>
                    <a:pt x="307569" y="165313"/>
                  </a:lnTo>
                  <a:cubicBezTo>
                    <a:pt x="318892" y="165313"/>
                    <a:pt x="328055" y="174223"/>
                    <a:pt x="328055" y="185546"/>
                  </a:cubicBezTo>
                  <a:cubicBezTo>
                    <a:pt x="328055" y="196852"/>
                    <a:pt x="318892" y="205762"/>
                    <a:pt x="307569" y="205762"/>
                  </a:cubicBezTo>
                  <a:close/>
                  <a:moveTo>
                    <a:pt x="307569" y="124863"/>
                  </a:moveTo>
                  <a:lnTo>
                    <a:pt x="102858" y="124863"/>
                  </a:lnTo>
                  <a:cubicBezTo>
                    <a:pt x="91569" y="124863"/>
                    <a:pt x="82389" y="115970"/>
                    <a:pt x="82389" y="104630"/>
                  </a:cubicBezTo>
                  <a:cubicBezTo>
                    <a:pt x="82389" y="93307"/>
                    <a:pt x="91552" y="84397"/>
                    <a:pt x="102858" y="84397"/>
                  </a:cubicBezTo>
                  <a:lnTo>
                    <a:pt x="307569" y="84397"/>
                  </a:lnTo>
                  <a:cubicBezTo>
                    <a:pt x="318892" y="84397"/>
                    <a:pt x="328055" y="93307"/>
                    <a:pt x="328055" y="104630"/>
                  </a:cubicBezTo>
                  <a:cubicBezTo>
                    <a:pt x="328055" y="115953"/>
                    <a:pt x="318892" y="124863"/>
                    <a:pt x="307569" y="12486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8268589" y="4358701"/>
            <a:ext cx="523159" cy="484296"/>
            <a:chOff x="19983599" y="8724913"/>
            <a:chExt cx="523159" cy="484296"/>
          </a:xfrm>
          <a:solidFill>
            <a:schemeClr val="accent1"/>
          </a:solidFill>
        </p:grpSpPr>
        <p:sp>
          <p:nvSpPr>
            <p:cNvPr id="207" name="任意多边形: 形状 206"/>
            <p:cNvSpPr/>
            <p:nvPr/>
          </p:nvSpPr>
          <p:spPr>
            <a:xfrm>
              <a:off x="20117367" y="9074209"/>
              <a:ext cx="270000" cy="135000"/>
            </a:xfrm>
            <a:custGeom>
              <a:avLst/>
              <a:gdLst>
                <a:gd name="connsiteX0" fmla="*/ 220759 w 270000"/>
                <a:gd name="connsiteY0" fmla="*/ 0 h 135000"/>
                <a:gd name="connsiteX1" fmla="*/ 55688 w 270000"/>
                <a:gd name="connsiteY1" fmla="*/ 0 h 135000"/>
                <a:gd name="connsiteX2" fmla="*/ 0 w 270000"/>
                <a:gd name="connsiteY2" fmla="*/ 55890 h 135000"/>
                <a:gd name="connsiteX3" fmla="*/ 0 w 270000"/>
                <a:gd name="connsiteY3" fmla="*/ 141953 h 135000"/>
                <a:gd name="connsiteX4" fmla="*/ 275721 w 270000"/>
                <a:gd name="connsiteY4" fmla="*/ 141953 h 135000"/>
                <a:gd name="connsiteX5" fmla="*/ 275721 w 270000"/>
                <a:gd name="connsiteY5" fmla="*/ 55890 h 135000"/>
                <a:gd name="connsiteX6" fmla="*/ 220759 w 270000"/>
                <a:gd name="connsiteY6" fmla="*/ 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000" h="135000">
                  <a:moveTo>
                    <a:pt x="220759" y="0"/>
                  </a:moveTo>
                  <a:lnTo>
                    <a:pt x="55688" y="0"/>
                  </a:lnTo>
                  <a:cubicBezTo>
                    <a:pt x="25161" y="0"/>
                    <a:pt x="0" y="25346"/>
                    <a:pt x="0" y="55890"/>
                  </a:cubicBezTo>
                  <a:lnTo>
                    <a:pt x="0" y="141953"/>
                  </a:lnTo>
                  <a:lnTo>
                    <a:pt x="275721" y="141953"/>
                  </a:lnTo>
                  <a:lnTo>
                    <a:pt x="275721" y="55890"/>
                  </a:lnTo>
                  <a:cubicBezTo>
                    <a:pt x="275754" y="25346"/>
                    <a:pt x="251252" y="0"/>
                    <a:pt x="220759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20176328" y="8884365"/>
              <a:ext cx="151875" cy="151875"/>
            </a:xfrm>
            <a:custGeom>
              <a:avLst/>
              <a:gdLst>
                <a:gd name="connsiteX0" fmla="*/ 158490 w 151875"/>
                <a:gd name="connsiteY0" fmla="*/ 79245 h 151875"/>
                <a:gd name="connsiteX1" fmla="*/ 79245 w 151875"/>
                <a:gd name="connsiteY1" fmla="*/ 158490 h 151875"/>
                <a:gd name="connsiteX2" fmla="*/ 0 w 151875"/>
                <a:gd name="connsiteY2" fmla="*/ 79245 h 151875"/>
                <a:gd name="connsiteX3" fmla="*/ 79245 w 151875"/>
                <a:gd name="connsiteY3" fmla="*/ 0 h 151875"/>
                <a:gd name="connsiteX4" fmla="*/ 158490 w 151875"/>
                <a:gd name="connsiteY4" fmla="*/ 79245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75" h="151875">
                  <a:moveTo>
                    <a:pt x="158490" y="79245"/>
                  </a:moveTo>
                  <a:cubicBezTo>
                    <a:pt x="158490" y="123011"/>
                    <a:pt x="123011" y="158490"/>
                    <a:pt x="79245" y="158490"/>
                  </a:cubicBezTo>
                  <a:cubicBezTo>
                    <a:pt x="35479" y="158490"/>
                    <a:pt x="0" y="123011"/>
                    <a:pt x="0" y="79245"/>
                  </a:cubicBezTo>
                  <a:cubicBezTo>
                    <a:pt x="0" y="35479"/>
                    <a:pt x="35479" y="0"/>
                    <a:pt x="79245" y="0"/>
                  </a:cubicBezTo>
                  <a:cubicBezTo>
                    <a:pt x="123011" y="0"/>
                    <a:pt x="158490" y="35479"/>
                    <a:pt x="158490" y="7924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19983599" y="8829656"/>
              <a:ext cx="135000" cy="67500"/>
            </a:xfrm>
            <a:custGeom>
              <a:avLst/>
              <a:gdLst>
                <a:gd name="connsiteX0" fmla="*/ 151824 w 135000"/>
                <a:gd name="connsiteY0" fmla="*/ 30426 h 67500"/>
                <a:gd name="connsiteX1" fmla="*/ 121483 w 135000"/>
                <a:gd name="connsiteY1" fmla="*/ 0 h 67500"/>
                <a:gd name="connsiteX2" fmla="*/ 30696 w 135000"/>
                <a:gd name="connsiteY2" fmla="*/ 0 h 67500"/>
                <a:gd name="connsiteX3" fmla="*/ 0 w 135000"/>
                <a:gd name="connsiteY3" fmla="*/ 30426 h 67500"/>
                <a:gd name="connsiteX4" fmla="*/ 0 w 135000"/>
                <a:gd name="connsiteY4" fmla="*/ 77963 h 67500"/>
                <a:gd name="connsiteX5" fmla="*/ 151824 w 135000"/>
                <a:gd name="connsiteY5" fmla="*/ 77963 h 67500"/>
                <a:gd name="connsiteX6" fmla="*/ 151824 w 135000"/>
                <a:gd name="connsiteY6" fmla="*/ 30426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000" h="67500">
                  <a:moveTo>
                    <a:pt x="151824" y="30426"/>
                  </a:moveTo>
                  <a:cubicBezTo>
                    <a:pt x="151824" y="13601"/>
                    <a:pt x="138274" y="0"/>
                    <a:pt x="121483" y="0"/>
                  </a:cubicBezTo>
                  <a:lnTo>
                    <a:pt x="30696" y="0"/>
                  </a:lnTo>
                  <a:cubicBezTo>
                    <a:pt x="13905" y="17"/>
                    <a:pt x="0" y="13618"/>
                    <a:pt x="0" y="30426"/>
                  </a:cubicBezTo>
                  <a:lnTo>
                    <a:pt x="0" y="77963"/>
                  </a:lnTo>
                  <a:lnTo>
                    <a:pt x="151824" y="77963"/>
                  </a:lnTo>
                  <a:lnTo>
                    <a:pt x="151824" y="3042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20016100" y="8724913"/>
              <a:ext cx="84375" cy="84375"/>
            </a:xfrm>
            <a:custGeom>
              <a:avLst/>
              <a:gdLst>
                <a:gd name="connsiteX0" fmla="*/ 87176 w 84375"/>
                <a:gd name="connsiteY0" fmla="*/ 43588 h 84375"/>
                <a:gd name="connsiteX1" fmla="*/ 43588 w 84375"/>
                <a:gd name="connsiteY1" fmla="*/ 87176 h 84375"/>
                <a:gd name="connsiteX2" fmla="*/ 0 w 84375"/>
                <a:gd name="connsiteY2" fmla="*/ 43588 h 84375"/>
                <a:gd name="connsiteX3" fmla="*/ 43588 w 84375"/>
                <a:gd name="connsiteY3" fmla="*/ 0 h 84375"/>
                <a:gd name="connsiteX4" fmla="*/ 87176 w 84375"/>
                <a:gd name="connsiteY4" fmla="*/ 43588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75" h="84375">
                  <a:moveTo>
                    <a:pt x="87176" y="43588"/>
                  </a:moveTo>
                  <a:cubicBezTo>
                    <a:pt x="87176" y="67661"/>
                    <a:pt x="67661" y="87176"/>
                    <a:pt x="43588" y="87176"/>
                  </a:cubicBezTo>
                  <a:cubicBezTo>
                    <a:pt x="19515" y="87176"/>
                    <a:pt x="0" y="67661"/>
                    <a:pt x="0" y="43588"/>
                  </a:cubicBezTo>
                  <a:cubicBezTo>
                    <a:pt x="0" y="19515"/>
                    <a:pt x="19515" y="0"/>
                    <a:pt x="43588" y="0"/>
                  </a:cubicBezTo>
                  <a:cubicBezTo>
                    <a:pt x="67661" y="0"/>
                    <a:pt x="87176" y="19515"/>
                    <a:pt x="87176" y="4358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20371758" y="8829673"/>
              <a:ext cx="135000" cy="67500"/>
            </a:xfrm>
            <a:custGeom>
              <a:avLst/>
              <a:gdLst>
                <a:gd name="connsiteX0" fmla="*/ 121078 w 135000"/>
                <a:gd name="connsiteY0" fmla="*/ 0 h 67500"/>
                <a:gd name="connsiteX1" fmla="*/ 30291 w 135000"/>
                <a:gd name="connsiteY1" fmla="*/ 0 h 67500"/>
                <a:gd name="connsiteX2" fmla="*/ 0 w 135000"/>
                <a:gd name="connsiteY2" fmla="*/ 30426 h 67500"/>
                <a:gd name="connsiteX3" fmla="*/ 0 w 135000"/>
                <a:gd name="connsiteY3" fmla="*/ 77963 h 67500"/>
                <a:gd name="connsiteX4" fmla="*/ 150998 w 135000"/>
                <a:gd name="connsiteY4" fmla="*/ 77963 h 67500"/>
                <a:gd name="connsiteX5" fmla="*/ 150998 w 135000"/>
                <a:gd name="connsiteY5" fmla="*/ 30426 h 67500"/>
                <a:gd name="connsiteX6" fmla="*/ 121078 w 135000"/>
                <a:gd name="connsiteY6" fmla="*/ 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000" h="67500">
                  <a:moveTo>
                    <a:pt x="121078" y="0"/>
                  </a:moveTo>
                  <a:lnTo>
                    <a:pt x="30291" y="0"/>
                  </a:lnTo>
                  <a:cubicBezTo>
                    <a:pt x="13500" y="0"/>
                    <a:pt x="0" y="13601"/>
                    <a:pt x="0" y="30426"/>
                  </a:cubicBezTo>
                  <a:lnTo>
                    <a:pt x="0" y="77963"/>
                  </a:lnTo>
                  <a:lnTo>
                    <a:pt x="150998" y="77963"/>
                  </a:lnTo>
                  <a:lnTo>
                    <a:pt x="150998" y="30426"/>
                  </a:lnTo>
                  <a:cubicBezTo>
                    <a:pt x="150998" y="13601"/>
                    <a:pt x="137869" y="0"/>
                    <a:pt x="121078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20403837" y="8724913"/>
              <a:ext cx="84375" cy="84375"/>
            </a:xfrm>
            <a:custGeom>
              <a:avLst/>
              <a:gdLst>
                <a:gd name="connsiteX0" fmla="*/ 87176 w 84375"/>
                <a:gd name="connsiteY0" fmla="*/ 43588 h 84375"/>
                <a:gd name="connsiteX1" fmla="*/ 43588 w 84375"/>
                <a:gd name="connsiteY1" fmla="*/ 87176 h 84375"/>
                <a:gd name="connsiteX2" fmla="*/ 0 w 84375"/>
                <a:gd name="connsiteY2" fmla="*/ 43588 h 84375"/>
                <a:gd name="connsiteX3" fmla="*/ 43588 w 84375"/>
                <a:gd name="connsiteY3" fmla="*/ 0 h 84375"/>
                <a:gd name="connsiteX4" fmla="*/ 87176 w 84375"/>
                <a:gd name="connsiteY4" fmla="*/ 43588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75" h="84375">
                  <a:moveTo>
                    <a:pt x="87176" y="43588"/>
                  </a:moveTo>
                  <a:cubicBezTo>
                    <a:pt x="87176" y="67661"/>
                    <a:pt x="67661" y="87176"/>
                    <a:pt x="43588" y="87176"/>
                  </a:cubicBezTo>
                  <a:cubicBezTo>
                    <a:pt x="19515" y="87176"/>
                    <a:pt x="0" y="67661"/>
                    <a:pt x="0" y="43588"/>
                  </a:cubicBezTo>
                  <a:cubicBezTo>
                    <a:pt x="0" y="19515"/>
                    <a:pt x="19515" y="0"/>
                    <a:pt x="43588" y="0"/>
                  </a:cubicBezTo>
                  <a:cubicBezTo>
                    <a:pt x="67661" y="0"/>
                    <a:pt x="87176" y="19515"/>
                    <a:pt x="87176" y="4358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20170996" y="8798471"/>
              <a:ext cx="168750" cy="33750"/>
            </a:xfrm>
            <a:custGeom>
              <a:avLst/>
              <a:gdLst>
                <a:gd name="connsiteX0" fmla="*/ 17432 w 168750"/>
                <a:gd name="connsiteY0" fmla="*/ 34476 h 33750"/>
                <a:gd name="connsiteX1" fmla="*/ 156921 w 168750"/>
                <a:gd name="connsiteY1" fmla="*/ 34476 h 33750"/>
                <a:gd name="connsiteX2" fmla="*/ 174353 w 168750"/>
                <a:gd name="connsiteY2" fmla="*/ 17246 h 33750"/>
                <a:gd name="connsiteX3" fmla="*/ 156921 w 168750"/>
                <a:gd name="connsiteY3" fmla="*/ 0 h 33750"/>
                <a:gd name="connsiteX4" fmla="*/ 17432 w 168750"/>
                <a:gd name="connsiteY4" fmla="*/ 0 h 33750"/>
                <a:gd name="connsiteX5" fmla="*/ 0 w 168750"/>
                <a:gd name="connsiteY5" fmla="*/ 17246 h 33750"/>
                <a:gd name="connsiteX6" fmla="*/ 17432 w 168750"/>
                <a:gd name="connsiteY6" fmla="*/ 34476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750" h="33750">
                  <a:moveTo>
                    <a:pt x="17432" y="34476"/>
                  </a:moveTo>
                  <a:lnTo>
                    <a:pt x="156921" y="34476"/>
                  </a:lnTo>
                  <a:cubicBezTo>
                    <a:pt x="166539" y="34476"/>
                    <a:pt x="174353" y="26882"/>
                    <a:pt x="174353" y="17246"/>
                  </a:cubicBezTo>
                  <a:cubicBezTo>
                    <a:pt x="174353" y="7611"/>
                    <a:pt x="166539" y="0"/>
                    <a:pt x="156921" y="0"/>
                  </a:cubicBezTo>
                  <a:lnTo>
                    <a:pt x="17432" y="0"/>
                  </a:lnTo>
                  <a:cubicBezTo>
                    <a:pt x="7796" y="0"/>
                    <a:pt x="0" y="7611"/>
                    <a:pt x="0" y="17246"/>
                  </a:cubicBezTo>
                  <a:cubicBezTo>
                    <a:pt x="0" y="26865"/>
                    <a:pt x="7796" y="34476"/>
                    <a:pt x="17432" y="3447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20051671" y="8931935"/>
              <a:ext cx="84375" cy="118125"/>
            </a:xfrm>
            <a:custGeom>
              <a:avLst/>
              <a:gdLst>
                <a:gd name="connsiteX0" fmla="*/ 81069 w 84375"/>
                <a:gd name="connsiteY0" fmla="*/ 122699 h 118125"/>
                <a:gd name="connsiteX1" fmla="*/ 91296 w 84375"/>
                <a:gd name="connsiteY1" fmla="*/ 119392 h 118125"/>
                <a:gd name="connsiteX2" fmla="*/ 95177 w 84375"/>
                <a:gd name="connsiteY2" fmla="*/ 95058 h 118125"/>
                <a:gd name="connsiteX3" fmla="*/ 31558 w 84375"/>
                <a:gd name="connsiteY3" fmla="*/ 7223 h 118125"/>
                <a:gd name="connsiteX4" fmla="*/ 7208 w 84375"/>
                <a:gd name="connsiteY4" fmla="*/ 3325 h 118125"/>
                <a:gd name="connsiteX5" fmla="*/ 3326 w 84375"/>
                <a:gd name="connsiteY5" fmla="*/ 27676 h 118125"/>
                <a:gd name="connsiteX6" fmla="*/ 66928 w 84375"/>
                <a:gd name="connsiteY6" fmla="*/ 115527 h 118125"/>
                <a:gd name="connsiteX7" fmla="*/ 81069 w 84375"/>
                <a:gd name="connsiteY7" fmla="*/ 122699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375" h="118125">
                  <a:moveTo>
                    <a:pt x="81069" y="122699"/>
                  </a:moveTo>
                  <a:cubicBezTo>
                    <a:pt x="84613" y="122699"/>
                    <a:pt x="88191" y="121636"/>
                    <a:pt x="91296" y="119392"/>
                  </a:cubicBezTo>
                  <a:cubicBezTo>
                    <a:pt x="99092" y="113738"/>
                    <a:pt x="100813" y="102837"/>
                    <a:pt x="95177" y="95058"/>
                  </a:cubicBezTo>
                  <a:lnTo>
                    <a:pt x="31558" y="7223"/>
                  </a:lnTo>
                  <a:cubicBezTo>
                    <a:pt x="25888" y="-607"/>
                    <a:pt x="15004" y="-2328"/>
                    <a:pt x="7208" y="3325"/>
                  </a:cubicBezTo>
                  <a:cubicBezTo>
                    <a:pt x="-606" y="8978"/>
                    <a:pt x="-2327" y="19880"/>
                    <a:pt x="3326" y="27676"/>
                  </a:cubicBezTo>
                  <a:lnTo>
                    <a:pt x="66928" y="115527"/>
                  </a:lnTo>
                  <a:cubicBezTo>
                    <a:pt x="70354" y="120218"/>
                    <a:pt x="75686" y="122699"/>
                    <a:pt x="81069" y="12269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20356588" y="8934140"/>
              <a:ext cx="84375" cy="118125"/>
            </a:xfrm>
            <a:custGeom>
              <a:avLst/>
              <a:gdLst>
                <a:gd name="connsiteX0" fmla="*/ 81708 w 84375"/>
                <a:gd name="connsiteY0" fmla="*/ 2774 h 118125"/>
                <a:gd name="connsiteX1" fmla="*/ 57644 w 84375"/>
                <a:gd name="connsiteY1" fmla="*/ 8039 h 118125"/>
                <a:gd name="connsiteX2" fmla="*/ 2766 w 84375"/>
                <a:gd name="connsiteY2" fmla="*/ 93680 h 118125"/>
                <a:gd name="connsiteX3" fmla="*/ 8031 w 84375"/>
                <a:gd name="connsiteY3" fmla="*/ 117794 h 118125"/>
                <a:gd name="connsiteX4" fmla="*/ 17448 w 84375"/>
                <a:gd name="connsiteY4" fmla="*/ 120511 h 118125"/>
                <a:gd name="connsiteX5" fmla="*/ 32129 w 84375"/>
                <a:gd name="connsiteY5" fmla="*/ 112478 h 118125"/>
                <a:gd name="connsiteX6" fmla="*/ 86990 w 84375"/>
                <a:gd name="connsiteY6" fmla="*/ 26871 h 118125"/>
                <a:gd name="connsiteX7" fmla="*/ 81708 w 84375"/>
                <a:gd name="connsiteY7" fmla="*/ 2774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375" h="118125">
                  <a:moveTo>
                    <a:pt x="81708" y="2774"/>
                  </a:moveTo>
                  <a:cubicBezTo>
                    <a:pt x="73608" y="-2457"/>
                    <a:pt x="62841" y="-61"/>
                    <a:pt x="57644" y="8039"/>
                  </a:cubicBezTo>
                  <a:lnTo>
                    <a:pt x="2766" y="93680"/>
                  </a:lnTo>
                  <a:cubicBezTo>
                    <a:pt x="-2448" y="101763"/>
                    <a:pt x="-69" y="112563"/>
                    <a:pt x="8031" y="117794"/>
                  </a:cubicBezTo>
                  <a:cubicBezTo>
                    <a:pt x="10934" y="119616"/>
                    <a:pt x="14174" y="120511"/>
                    <a:pt x="17448" y="120511"/>
                  </a:cubicBezTo>
                  <a:cubicBezTo>
                    <a:pt x="23185" y="120511"/>
                    <a:pt x="28821" y="117710"/>
                    <a:pt x="32129" y="112478"/>
                  </a:cubicBezTo>
                  <a:lnTo>
                    <a:pt x="86990" y="26871"/>
                  </a:lnTo>
                  <a:cubicBezTo>
                    <a:pt x="92187" y="18771"/>
                    <a:pt x="89825" y="7971"/>
                    <a:pt x="81708" y="277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16" name="图形 231"/>
          <p:cNvSpPr/>
          <p:nvPr/>
        </p:nvSpPr>
        <p:spPr>
          <a:xfrm>
            <a:off x="9487789" y="4339287"/>
            <a:ext cx="523125" cy="523125"/>
          </a:xfrm>
          <a:custGeom>
            <a:avLst/>
            <a:gdLst>
              <a:gd name="connsiteX0" fmla="*/ 517709 w 523125"/>
              <a:gd name="connsiteY0" fmla="*/ 223712 h 523125"/>
              <a:gd name="connsiteX1" fmla="*/ 470679 w 523125"/>
              <a:gd name="connsiteY1" fmla="*/ 206601 h 523125"/>
              <a:gd name="connsiteX2" fmla="*/ 447408 w 523125"/>
              <a:gd name="connsiteY2" fmla="*/ 157258 h 523125"/>
              <a:gd name="connsiteX3" fmla="*/ 141937 w 523125"/>
              <a:gd name="connsiteY3" fmla="*/ 44145 h 523125"/>
              <a:gd name="connsiteX4" fmla="*/ 106280 w 523125"/>
              <a:gd name="connsiteY4" fmla="*/ 3240 h 523125"/>
              <a:gd name="connsiteX5" fmla="*/ 88055 w 523125"/>
              <a:gd name="connsiteY5" fmla="*/ 0 h 523125"/>
              <a:gd name="connsiteX6" fmla="*/ 8287 w 523125"/>
              <a:gd name="connsiteY6" fmla="*/ 69677 h 523125"/>
              <a:gd name="connsiteX7" fmla="*/ 39725 w 523125"/>
              <a:gd name="connsiteY7" fmla="*/ 183853 h 523125"/>
              <a:gd name="connsiteX8" fmla="*/ 57984 w 523125"/>
              <a:gd name="connsiteY8" fmla="*/ 187076 h 523125"/>
              <a:gd name="connsiteX9" fmla="*/ 93472 w 523125"/>
              <a:gd name="connsiteY9" fmla="*/ 175922 h 523125"/>
              <a:gd name="connsiteX10" fmla="*/ 209504 w 523125"/>
              <a:gd name="connsiteY10" fmla="*/ 218717 h 523125"/>
              <a:gd name="connsiteX11" fmla="*/ 206922 w 523125"/>
              <a:gd name="connsiteY11" fmla="*/ 241802 h 523125"/>
              <a:gd name="connsiteX12" fmla="*/ 244165 w 523125"/>
              <a:gd name="connsiteY12" fmla="*/ 321435 h 523125"/>
              <a:gd name="connsiteX13" fmla="*/ 158221 w 523125"/>
              <a:gd name="connsiteY13" fmla="*/ 490523 h 523125"/>
              <a:gd name="connsiteX14" fmla="*/ 167013 w 523125"/>
              <a:gd name="connsiteY14" fmla="*/ 517489 h 523125"/>
              <a:gd name="connsiteX15" fmla="*/ 176075 w 523125"/>
              <a:gd name="connsiteY15" fmla="*/ 519683 h 523125"/>
              <a:gd name="connsiteX16" fmla="*/ 193979 w 523125"/>
              <a:gd name="connsiteY16" fmla="*/ 508714 h 523125"/>
              <a:gd name="connsiteX17" fmla="*/ 279384 w 523125"/>
              <a:gd name="connsiteY17" fmla="*/ 340757 h 523125"/>
              <a:gd name="connsiteX18" fmla="*/ 290555 w 523125"/>
              <a:gd name="connsiteY18" fmla="*/ 343592 h 523125"/>
              <a:gd name="connsiteX19" fmla="*/ 290589 w 523125"/>
              <a:gd name="connsiteY19" fmla="*/ 343609 h 523125"/>
              <a:gd name="connsiteX20" fmla="*/ 290589 w 523125"/>
              <a:gd name="connsiteY20" fmla="*/ 516054 h 523125"/>
              <a:gd name="connsiteX21" fmla="*/ 310687 w 523125"/>
              <a:gd name="connsiteY21" fmla="*/ 536102 h 523125"/>
              <a:gd name="connsiteX22" fmla="*/ 330785 w 523125"/>
              <a:gd name="connsiteY22" fmla="*/ 516054 h 523125"/>
              <a:gd name="connsiteX23" fmla="*/ 330785 w 523125"/>
              <a:gd name="connsiteY23" fmla="*/ 343592 h 523125"/>
              <a:gd name="connsiteX24" fmla="*/ 330650 w 523125"/>
              <a:gd name="connsiteY24" fmla="*/ 343592 h 523125"/>
              <a:gd name="connsiteX25" fmla="*/ 341686 w 523125"/>
              <a:gd name="connsiteY25" fmla="*/ 340791 h 523125"/>
              <a:gd name="connsiteX26" fmla="*/ 427091 w 523125"/>
              <a:gd name="connsiteY26" fmla="*/ 508714 h 523125"/>
              <a:gd name="connsiteX27" fmla="*/ 444995 w 523125"/>
              <a:gd name="connsiteY27" fmla="*/ 519683 h 523125"/>
              <a:gd name="connsiteX28" fmla="*/ 454057 w 523125"/>
              <a:gd name="connsiteY28" fmla="*/ 517489 h 523125"/>
              <a:gd name="connsiteX29" fmla="*/ 462882 w 523125"/>
              <a:gd name="connsiteY29" fmla="*/ 490523 h 523125"/>
              <a:gd name="connsiteX30" fmla="*/ 376938 w 523125"/>
              <a:gd name="connsiteY30" fmla="*/ 321418 h 523125"/>
              <a:gd name="connsiteX31" fmla="*/ 402875 w 523125"/>
              <a:gd name="connsiteY31" fmla="*/ 289052 h 523125"/>
              <a:gd name="connsiteX32" fmla="*/ 448876 w 523125"/>
              <a:gd name="connsiteY32" fmla="*/ 265663 h 523125"/>
              <a:gd name="connsiteX33" fmla="*/ 496565 w 523125"/>
              <a:gd name="connsiteY33" fmla="*/ 282589 h 523125"/>
              <a:gd name="connsiteX34" fmla="*/ 525708 w 523125"/>
              <a:gd name="connsiteY34" fmla="*/ 260027 h 523125"/>
              <a:gd name="connsiteX35" fmla="*/ 517709 w 523125"/>
              <a:gd name="connsiteY35" fmla="*/ 223712 h 523125"/>
              <a:gd name="connsiteX36" fmla="*/ 100070 w 523125"/>
              <a:gd name="connsiteY36" fmla="*/ 103528 h 523125"/>
              <a:gd name="connsiteX37" fmla="*/ 53613 w 523125"/>
              <a:gd name="connsiteY37" fmla="*/ 146222 h 523125"/>
              <a:gd name="connsiteX38" fmla="*/ 45935 w 523125"/>
              <a:gd name="connsiteY38" fmla="*/ 83548 h 523125"/>
              <a:gd name="connsiteX39" fmla="*/ 88038 w 523125"/>
              <a:gd name="connsiteY39" fmla="*/ 40112 h 523125"/>
              <a:gd name="connsiteX40" fmla="*/ 92409 w 523125"/>
              <a:gd name="connsiteY40" fmla="*/ 40888 h 523125"/>
              <a:gd name="connsiteX41" fmla="*/ 100070 w 523125"/>
              <a:gd name="connsiteY41" fmla="*/ 103528 h 523125"/>
              <a:gd name="connsiteX42" fmla="*/ 168886 w 523125"/>
              <a:gd name="connsiteY42" fmla="*/ 123525 h 523125"/>
              <a:gd name="connsiteX43" fmla="*/ 156905 w 523125"/>
              <a:gd name="connsiteY43" fmla="*/ 97808 h 523125"/>
              <a:gd name="connsiteX44" fmla="*/ 182639 w 523125"/>
              <a:gd name="connsiteY44" fmla="*/ 85843 h 523125"/>
              <a:gd name="connsiteX45" fmla="*/ 353229 w 523125"/>
              <a:gd name="connsiteY45" fmla="*/ 148163 h 523125"/>
              <a:gd name="connsiteX46" fmla="*/ 365227 w 523125"/>
              <a:gd name="connsiteY46" fmla="*/ 173863 h 523125"/>
              <a:gd name="connsiteX47" fmla="*/ 346344 w 523125"/>
              <a:gd name="connsiteY47" fmla="*/ 187059 h 523125"/>
              <a:gd name="connsiteX48" fmla="*/ 168886 w 523125"/>
              <a:gd name="connsiteY48" fmla="*/ 123525 h 523125"/>
              <a:gd name="connsiteX49" fmla="*/ 375200 w 523125"/>
              <a:gd name="connsiteY49" fmla="*/ 265815 h 523125"/>
              <a:gd name="connsiteX50" fmla="*/ 336624 w 523125"/>
              <a:gd name="connsiteY50" fmla="*/ 306433 h 523125"/>
              <a:gd name="connsiteX51" fmla="*/ 309877 w 523125"/>
              <a:gd name="connsiteY51" fmla="*/ 257192 h 523125"/>
              <a:gd name="connsiteX52" fmla="*/ 348453 w 523125"/>
              <a:gd name="connsiteY52" fmla="*/ 216608 h 523125"/>
              <a:gd name="connsiteX53" fmla="*/ 375200 w 523125"/>
              <a:gd name="connsiteY53" fmla="*/ 265815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23125" h="523125">
                <a:moveTo>
                  <a:pt x="517709" y="223712"/>
                </a:moveTo>
                <a:cubicBezTo>
                  <a:pt x="516984" y="223442"/>
                  <a:pt x="470679" y="206601"/>
                  <a:pt x="470679" y="206601"/>
                </a:cubicBezTo>
                <a:cubicBezTo>
                  <a:pt x="471624" y="183212"/>
                  <a:pt x="463186" y="163755"/>
                  <a:pt x="447408" y="157258"/>
                </a:cubicBezTo>
                <a:lnTo>
                  <a:pt x="141937" y="44145"/>
                </a:lnTo>
                <a:cubicBezTo>
                  <a:pt x="136014" y="24688"/>
                  <a:pt x="123762" y="9703"/>
                  <a:pt x="106280" y="3240"/>
                </a:cubicBezTo>
                <a:cubicBezTo>
                  <a:pt x="100492" y="1114"/>
                  <a:pt x="94332" y="0"/>
                  <a:pt x="88055" y="0"/>
                </a:cubicBezTo>
                <a:cubicBezTo>
                  <a:pt x="55722" y="0"/>
                  <a:pt x="23660" y="28013"/>
                  <a:pt x="8287" y="69677"/>
                </a:cubicBezTo>
                <a:cubicBezTo>
                  <a:pt x="-10360" y="120319"/>
                  <a:pt x="3460" y="170454"/>
                  <a:pt x="39725" y="183853"/>
                </a:cubicBezTo>
                <a:cubicBezTo>
                  <a:pt x="45547" y="185979"/>
                  <a:pt x="51672" y="187076"/>
                  <a:pt x="57984" y="187076"/>
                </a:cubicBezTo>
                <a:cubicBezTo>
                  <a:pt x="70134" y="187076"/>
                  <a:pt x="82267" y="183111"/>
                  <a:pt x="93472" y="175922"/>
                </a:cubicBezTo>
                <a:lnTo>
                  <a:pt x="209504" y="218717"/>
                </a:lnTo>
                <a:cubicBezTo>
                  <a:pt x="207783" y="226159"/>
                  <a:pt x="206922" y="233888"/>
                  <a:pt x="206922" y="241802"/>
                </a:cubicBezTo>
                <a:cubicBezTo>
                  <a:pt x="206922" y="273780"/>
                  <a:pt x="221401" y="302383"/>
                  <a:pt x="244165" y="321435"/>
                </a:cubicBezTo>
                <a:lnTo>
                  <a:pt x="158221" y="490523"/>
                </a:lnTo>
                <a:cubicBezTo>
                  <a:pt x="153192" y="500378"/>
                  <a:pt x="157124" y="512477"/>
                  <a:pt x="167013" y="517489"/>
                </a:cubicBezTo>
                <a:cubicBezTo>
                  <a:pt x="169949" y="518940"/>
                  <a:pt x="173020" y="519683"/>
                  <a:pt x="176075" y="519683"/>
                </a:cubicBezTo>
                <a:cubicBezTo>
                  <a:pt x="183399" y="519683"/>
                  <a:pt x="190435" y="515666"/>
                  <a:pt x="193979" y="508714"/>
                </a:cubicBezTo>
                <a:lnTo>
                  <a:pt x="279384" y="340757"/>
                </a:lnTo>
                <a:cubicBezTo>
                  <a:pt x="283012" y="341904"/>
                  <a:pt x="286775" y="342866"/>
                  <a:pt x="290555" y="343592"/>
                </a:cubicBezTo>
                <a:cubicBezTo>
                  <a:pt x="290555" y="343609"/>
                  <a:pt x="290555" y="343609"/>
                  <a:pt x="290589" y="343609"/>
                </a:cubicBezTo>
                <a:lnTo>
                  <a:pt x="290589" y="516054"/>
                </a:lnTo>
                <a:cubicBezTo>
                  <a:pt x="290589" y="527158"/>
                  <a:pt x="299600" y="536102"/>
                  <a:pt x="310687" y="536102"/>
                </a:cubicBezTo>
                <a:cubicBezTo>
                  <a:pt x="321774" y="536102"/>
                  <a:pt x="330785" y="527158"/>
                  <a:pt x="330785" y="516054"/>
                </a:cubicBezTo>
                <a:lnTo>
                  <a:pt x="330785" y="343592"/>
                </a:lnTo>
                <a:cubicBezTo>
                  <a:pt x="329992" y="343744"/>
                  <a:pt x="329924" y="343744"/>
                  <a:pt x="330650" y="343592"/>
                </a:cubicBezTo>
                <a:cubicBezTo>
                  <a:pt x="334447" y="342866"/>
                  <a:pt x="338092" y="341904"/>
                  <a:pt x="341686" y="340791"/>
                </a:cubicBezTo>
                <a:lnTo>
                  <a:pt x="427091" y="508714"/>
                </a:lnTo>
                <a:cubicBezTo>
                  <a:pt x="430617" y="515666"/>
                  <a:pt x="437671" y="519683"/>
                  <a:pt x="444995" y="519683"/>
                </a:cubicBezTo>
                <a:cubicBezTo>
                  <a:pt x="448066" y="519683"/>
                  <a:pt x="451154" y="518940"/>
                  <a:pt x="454057" y="517489"/>
                </a:cubicBezTo>
                <a:cubicBezTo>
                  <a:pt x="463946" y="512477"/>
                  <a:pt x="467860" y="500378"/>
                  <a:pt x="462882" y="490523"/>
                </a:cubicBezTo>
                <a:lnTo>
                  <a:pt x="376938" y="321418"/>
                </a:lnTo>
                <a:cubicBezTo>
                  <a:pt x="387637" y="312525"/>
                  <a:pt x="396462" y="301523"/>
                  <a:pt x="402875" y="289052"/>
                </a:cubicBezTo>
                <a:cubicBezTo>
                  <a:pt x="418181" y="291921"/>
                  <a:pt x="435494" y="282623"/>
                  <a:pt x="448876" y="265663"/>
                </a:cubicBezTo>
                <a:lnTo>
                  <a:pt x="496565" y="282589"/>
                </a:lnTo>
                <a:cubicBezTo>
                  <a:pt x="506859" y="285913"/>
                  <a:pt x="519869" y="275923"/>
                  <a:pt x="525708" y="260027"/>
                </a:cubicBezTo>
                <a:cubicBezTo>
                  <a:pt x="531715" y="243810"/>
                  <a:pt x="528087" y="227543"/>
                  <a:pt x="517709" y="223712"/>
                </a:cubicBezTo>
                <a:close/>
                <a:moveTo>
                  <a:pt x="100070" y="103528"/>
                </a:moveTo>
                <a:cubicBezTo>
                  <a:pt x="88848" y="134038"/>
                  <a:pt x="66235" y="150896"/>
                  <a:pt x="53613" y="146222"/>
                </a:cubicBezTo>
                <a:cubicBezTo>
                  <a:pt x="40822" y="141480"/>
                  <a:pt x="34848" y="113687"/>
                  <a:pt x="45935" y="83548"/>
                </a:cubicBezTo>
                <a:cubicBezTo>
                  <a:pt x="55942" y="56396"/>
                  <a:pt x="75196" y="40112"/>
                  <a:pt x="88038" y="40112"/>
                </a:cubicBezTo>
                <a:cubicBezTo>
                  <a:pt x="89607" y="40112"/>
                  <a:pt x="91025" y="40399"/>
                  <a:pt x="92409" y="40888"/>
                </a:cubicBezTo>
                <a:cubicBezTo>
                  <a:pt x="105200" y="45596"/>
                  <a:pt x="111157" y="73406"/>
                  <a:pt x="100070" y="103528"/>
                </a:cubicBezTo>
                <a:close/>
                <a:moveTo>
                  <a:pt x="168886" y="123525"/>
                </a:moveTo>
                <a:cubicBezTo>
                  <a:pt x="158474" y="119711"/>
                  <a:pt x="153108" y="108203"/>
                  <a:pt x="156905" y="97808"/>
                </a:cubicBezTo>
                <a:cubicBezTo>
                  <a:pt x="160719" y="87362"/>
                  <a:pt x="172227" y="82029"/>
                  <a:pt x="182639" y="85843"/>
                </a:cubicBezTo>
                <a:lnTo>
                  <a:pt x="353229" y="148163"/>
                </a:lnTo>
                <a:cubicBezTo>
                  <a:pt x="363674" y="151959"/>
                  <a:pt x="369040" y="163468"/>
                  <a:pt x="365227" y="173863"/>
                </a:cubicBezTo>
                <a:cubicBezTo>
                  <a:pt x="362257" y="182014"/>
                  <a:pt x="354545" y="187059"/>
                  <a:pt x="346344" y="187059"/>
                </a:cubicBezTo>
                <a:cubicBezTo>
                  <a:pt x="344082" y="187076"/>
                  <a:pt x="168886" y="123525"/>
                  <a:pt x="168886" y="123525"/>
                </a:cubicBezTo>
                <a:close/>
                <a:moveTo>
                  <a:pt x="375200" y="265815"/>
                </a:moveTo>
                <a:cubicBezTo>
                  <a:pt x="371943" y="290655"/>
                  <a:pt x="354646" y="308846"/>
                  <a:pt x="336624" y="306433"/>
                </a:cubicBezTo>
                <a:cubicBezTo>
                  <a:pt x="318584" y="304054"/>
                  <a:pt x="306637" y="282015"/>
                  <a:pt x="309877" y="257192"/>
                </a:cubicBezTo>
                <a:cubicBezTo>
                  <a:pt x="313117" y="232403"/>
                  <a:pt x="330397" y="214228"/>
                  <a:pt x="348453" y="216608"/>
                </a:cubicBezTo>
                <a:cubicBezTo>
                  <a:pt x="366526" y="218936"/>
                  <a:pt x="378490" y="241026"/>
                  <a:pt x="375200" y="265815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17" name="组合 216"/>
          <p:cNvGrpSpPr/>
          <p:nvPr/>
        </p:nvGrpSpPr>
        <p:grpSpPr>
          <a:xfrm>
            <a:off x="10706989" y="4338539"/>
            <a:ext cx="465946" cy="524620"/>
            <a:chOff x="22159462" y="8680009"/>
            <a:chExt cx="465946" cy="524620"/>
          </a:xfrm>
          <a:solidFill>
            <a:schemeClr val="accent1"/>
          </a:solidFill>
        </p:grpSpPr>
        <p:sp>
          <p:nvSpPr>
            <p:cNvPr id="218" name="任意多边形: 形状 217"/>
            <p:cNvSpPr/>
            <p:nvPr/>
          </p:nvSpPr>
          <p:spPr>
            <a:xfrm>
              <a:off x="22159462" y="8680009"/>
              <a:ext cx="371250" cy="438750"/>
            </a:xfrm>
            <a:custGeom>
              <a:avLst/>
              <a:gdLst>
                <a:gd name="connsiteX0" fmla="*/ 253952 w 371250"/>
                <a:gd name="connsiteY0" fmla="*/ 403110 h 438750"/>
                <a:gd name="connsiteX1" fmla="*/ 75684 w 371250"/>
                <a:gd name="connsiteY1" fmla="*/ 403110 h 438750"/>
                <a:gd name="connsiteX2" fmla="*/ 42474 w 371250"/>
                <a:gd name="connsiteY2" fmla="*/ 370659 h 438750"/>
                <a:gd name="connsiteX3" fmla="*/ 42474 w 371250"/>
                <a:gd name="connsiteY3" fmla="*/ 75026 h 438750"/>
                <a:gd name="connsiteX4" fmla="*/ 75684 w 371250"/>
                <a:gd name="connsiteY4" fmla="*/ 42491 h 438750"/>
                <a:gd name="connsiteX5" fmla="*/ 306484 w 371250"/>
                <a:gd name="connsiteY5" fmla="*/ 42491 h 438750"/>
                <a:gd name="connsiteX6" fmla="*/ 339981 w 371250"/>
                <a:gd name="connsiteY6" fmla="*/ 75026 h 438750"/>
                <a:gd name="connsiteX7" fmla="*/ 339981 w 371250"/>
                <a:gd name="connsiteY7" fmla="*/ 276143 h 438750"/>
                <a:gd name="connsiteX8" fmla="*/ 360754 w 371250"/>
                <a:gd name="connsiteY8" fmla="*/ 299464 h 438750"/>
                <a:gd name="connsiteX9" fmla="*/ 381949 w 371250"/>
                <a:gd name="connsiteY9" fmla="*/ 275721 h 438750"/>
                <a:gd name="connsiteX10" fmla="*/ 382472 w 371250"/>
                <a:gd name="connsiteY10" fmla="*/ 274911 h 438750"/>
                <a:gd name="connsiteX11" fmla="*/ 382472 w 371250"/>
                <a:gd name="connsiteY11" fmla="*/ 43369 h 438750"/>
                <a:gd name="connsiteX12" fmla="*/ 339289 w 371250"/>
                <a:gd name="connsiteY12" fmla="*/ 0 h 438750"/>
                <a:gd name="connsiteX13" fmla="*/ 41158 w 371250"/>
                <a:gd name="connsiteY13" fmla="*/ 0 h 438750"/>
                <a:gd name="connsiteX14" fmla="*/ 0 w 371250"/>
                <a:gd name="connsiteY14" fmla="*/ 41614 h 438750"/>
                <a:gd name="connsiteX15" fmla="*/ 0 w 371250"/>
                <a:gd name="connsiteY15" fmla="*/ 403431 h 438750"/>
                <a:gd name="connsiteX16" fmla="*/ 42913 w 371250"/>
                <a:gd name="connsiteY16" fmla="*/ 446867 h 438750"/>
                <a:gd name="connsiteX17" fmla="*/ 227627 w 371250"/>
                <a:gd name="connsiteY17" fmla="*/ 446867 h 438750"/>
                <a:gd name="connsiteX18" fmla="*/ 228555 w 371250"/>
                <a:gd name="connsiteY18" fmla="*/ 445618 h 438750"/>
                <a:gd name="connsiteX19" fmla="*/ 260263 w 371250"/>
                <a:gd name="connsiteY19" fmla="*/ 410316 h 438750"/>
                <a:gd name="connsiteX20" fmla="*/ 253952 w 371250"/>
                <a:gd name="connsiteY20" fmla="*/ 403110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1250" h="438750">
                  <a:moveTo>
                    <a:pt x="253952" y="403110"/>
                  </a:moveTo>
                  <a:lnTo>
                    <a:pt x="75684" y="403110"/>
                  </a:lnTo>
                  <a:cubicBezTo>
                    <a:pt x="57476" y="403110"/>
                    <a:pt x="42474" y="388868"/>
                    <a:pt x="42474" y="370659"/>
                  </a:cubicBezTo>
                  <a:lnTo>
                    <a:pt x="42474" y="75026"/>
                  </a:lnTo>
                  <a:cubicBezTo>
                    <a:pt x="42474" y="56818"/>
                    <a:pt x="57476" y="42491"/>
                    <a:pt x="75684" y="42491"/>
                  </a:cubicBezTo>
                  <a:lnTo>
                    <a:pt x="306484" y="42491"/>
                  </a:lnTo>
                  <a:cubicBezTo>
                    <a:pt x="324709" y="42491"/>
                    <a:pt x="339981" y="56818"/>
                    <a:pt x="339981" y="75026"/>
                  </a:cubicBezTo>
                  <a:lnTo>
                    <a:pt x="339981" y="276143"/>
                  </a:lnTo>
                  <a:lnTo>
                    <a:pt x="360754" y="299464"/>
                  </a:lnTo>
                  <a:lnTo>
                    <a:pt x="381949" y="275721"/>
                  </a:lnTo>
                  <a:cubicBezTo>
                    <a:pt x="382219" y="275451"/>
                    <a:pt x="382472" y="275198"/>
                    <a:pt x="382472" y="274911"/>
                  </a:cubicBezTo>
                  <a:lnTo>
                    <a:pt x="382472" y="43369"/>
                  </a:lnTo>
                  <a:cubicBezTo>
                    <a:pt x="382472" y="19423"/>
                    <a:pt x="363234" y="0"/>
                    <a:pt x="339289" y="0"/>
                  </a:cubicBezTo>
                  <a:lnTo>
                    <a:pt x="41158" y="0"/>
                  </a:lnTo>
                  <a:cubicBezTo>
                    <a:pt x="18158" y="0"/>
                    <a:pt x="0" y="18630"/>
                    <a:pt x="0" y="41614"/>
                  </a:cubicBezTo>
                  <a:lnTo>
                    <a:pt x="0" y="403431"/>
                  </a:lnTo>
                  <a:cubicBezTo>
                    <a:pt x="0" y="427393"/>
                    <a:pt x="18951" y="446867"/>
                    <a:pt x="42913" y="446867"/>
                  </a:cubicBezTo>
                  <a:lnTo>
                    <a:pt x="227627" y="446867"/>
                  </a:lnTo>
                  <a:cubicBezTo>
                    <a:pt x="227931" y="446867"/>
                    <a:pt x="228234" y="445956"/>
                    <a:pt x="228555" y="445618"/>
                  </a:cubicBezTo>
                  <a:lnTo>
                    <a:pt x="260263" y="410316"/>
                  </a:lnTo>
                  <a:lnTo>
                    <a:pt x="253952" y="4031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22235518" y="8777884"/>
              <a:ext cx="219375" cy="33750"/>
            </a:xfrm>
            <a:custGeom>
              <a:avLst/>
              <a:gdLst>
                <a:gd name="connsiteX0" fmla="*/ 212642 w 219375"/>
                <a:gd name="connsiteY0" fmla="*/ 0 h 33750"/>
                <a:gd name="connsiteX1" fmla="*/ 21262 w 219375"/>
                <a:gd name="connsiteY1" fmla="*/ 0 h 33750"/>
                <a:gd name="connsiteX2" fmla="*/ 0 w 219375"/>
                <a:gd name="connsiteY2" fmla="*/ 21263 h 33750"/>
                <a:gd name="connsiteX3" fmla="*/ 21262 w 219375"/>
                <a:gd name="connsiteY3" fmla="*/ 42491 h 33750"/>
                <a:gd name="connsiteX4" fmla="*/ 212642 w 219375"/>
                <a:gd name="connsiteY4" fmla="*/ 42491 h 33750"/>
                <a:gd name="connsiteX5" fmla="*/ 233955 w 219375"/>
                <a:gd name="connsiteY5" fmla="*/ 21263 h 33750"/>
                <a:gd name="connsiteX6" fmla="*/ 212642 w 2193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375" h="33750">
                  <a:moveTo>
                    <a:pt x="212642" y="0"/>
                  </a:moveTo>
                  <a:lnTo>
                    <a:pt x="21262" y="0"/>
                  </a:lnTo>
                  <a:cubicBezTo>
                    <a:pt x="9501" y="0"/>
                    <a:pt x="0" y="9501"/>
                    <a:pt x="0" y="21263"/>
                  </a:cubicBezTo>
                  <a:cubicBezTo>
                    <a:pt x="0" y="33008"/>
                    <a:pt x="9501" y="42491"/>
                    <a:pt x="21262" y="42491"/>
                  </a:cubicBezTo>
                  <a:lnTo>
                    <a:pt x="212642" y="42491"/>
                  </a:lnTo>
                  <a:cubicBezTo>
                    <a:pt x="224421" y="42491"/>
                    <a:pt x="233955" y="32991"/>
                    <a:pt x="233955" y="21263"/>
                  </a:cubicBezTo>
                  <a:cubicBezTo>
                    <a:pt x="233955" y="9484"/>
                    <a:pt x="224421" y="0"/>
                    <a:pt x="212642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22235518" y="8848708"/>
              <a:ext cx="219375" cy="33750"/>
            </a:xfrm>
            <a:custGeom>
              <a:avLst/>
              <a:gdLst>
                <a:gd name="connsiteX0" fmla="*/ 212642 w 219375"/>
                <a:gd name="connsiteY0" fmla="*/ 0 h 33750"/>
                <a:gd name="connsiteX1" fmla="*/ 21262 w 219375"/>
                <a:gd name="connsiteY1" fmla="*/ 0 h 33750"/>
                <a:gd name="connsiteX2" fmla="*/ 0 w 219375"/>
                <a:gd name="connsiteY2" fmla="*/ 20604 h 33750"/>
                <a:gd name="connsiteX3" fmla="*/ 21262 w 219375"/>
                <a:gd name="connsiteY3" fmla="*/ 41209 h 33750"/>
                <a:gd name="connsiteX4" fmla="*/ 212642 w 219375"/>
                <a:gd name="connsiteY4" fmla="*/ 41209 h 33750"/>
                <a:gd name="connsiteX5" fmla="*/ 233955 w 219375"/>
                <a:gd name="connsiteY5" fmla="*/ 20604 h 33750"/>
                <a:gd name="connsiteX6" fmla="*/ 212642 w 2193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375" h="33750">
                  <a:moveTo>
                    <a:pt x="212642" y="0"/>
                  </a:moveTo>
                  <a:lnTo>
                    <a:pt x="21262" y="0"/>
                  </a:lnTo>
                  <a:cubicBezTo>
                    <a:pt x="9501" y="0"/>
                    <a:pt x="0" y="8842"/>
                    <a:pt x="0" y="20604"/>
                  </a:cubicBezTo>
                  <a:cubicBezTo>
                    <a:pt x="0" y="32299"/>
                    <a:pt x="9501" y="41209"/>
                    <a:pt x="21262" y="41209"/>
                  </a:cubicBezTo>
                  <a:lnTo>
                    <a:pt x="212642" y="41209"/>
                  </a:lnTo>
                  <a:cubicBezTo>
                    <a:pt x="224421" y="41209"/>
                    <a:pt x="233955" y="32299"/>
                    <a:pt x="233955" y="20604"/>
                  </a:cubicBezTo>
                  <a:cubicBezTo>
                    <a:pt x="233955" y="8859"/>
                    <a:pt x="224421" y="0"/>
                    <a:pt x="212642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22235518" y="8918267"/>
              <a:ext cx="219375" cy="33750"/>
            </a:xfrm>
            <a:custGeom>
              <a:avLst/>
              <a:gdLst>
                <a:gd name="connsiteX0" fmla="*/ 157883 w 219375"/>
                <a:gd name="connsiteY0" fmla="*/ 32029 h 33750"/>
                <a:gd name="connsiteX1" fmla="*/ 233516 w 219375"/>
                <a:gd name="connsiteY1" fmla="*/ 17212 h 33750"/>
                <a:gd name="connsiteX2" fmla="*/ 212642 w 219375"/>
                <a:gd name="connsiteY2" fmla="*/ 0 h 33750"/>
                <a:gd name="connsiteX3" fmla="*/ 21262 w 219375"/>
                <a:gd name="connsiteY3" fmla="*/ 0 h 33750"/>
                <a:gd name="connsiteX4" fmla="*/ 0 w 219375"/>
                <a:gd name="connsiteY4" fmla="*/ 21246 h 33750"/>
                <a:gd name="connsiteX5" fmla="*/ 21262 w 219375"/>
                <a:gd name="connsiteY5" fmla="*/ 42491 h 33750"/>
                <a:gd name="connsiteX6" fmla="*/ 148281 w 219375"/>
                <a:gd name="connsiteY6" fmla="*/ 42491 h 33750"/>
                <a:gd name="connsiteX7" fmla="*/ 157883 w 219375"/>
                <a:gd name="connsiteY7" fmla="*/ 32029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375" h="33750">
                  <a:moveTo>
                    <a:pt x="157883" y="32029"/>
                  </a:moveTo>
                  <a:cubicBezTo>
                    <a:pt x="179128" y="12842"/>
                    <a:pt x="208389" y="7965"/>
                    <a:pt x="233516" y="17212"/>
                  </a:cubicBezTo>
                  <a:cubicBezTo>
                    <a:pt x="231626" y="7459"/>
                    <a:pt x="223020" y="0"/>
                    <a:pt x="212642" y="0"/>
                  </a:cubicBezTo>
                  <a:lnTo>
                    <a:pt x="21262" y="0"/>
                  </a:lnTo>
                  <a:cubicBezTo>
                    <a:pt x="9501" y="0"/>
                    <a:pt x="0" y="9518"/>
                    <a:pt x="0" y="21246"/>
                  </a:cubicBezTo>
                  <a:cubicBezTo>
                    <a:pt x="0" y="32974"/>
                    <a:pt x="9501" y="42491"/>
                    <a:pt x="21262" y="42491"/>
                  </a:cubicBezTo>
                  <a:lnTo>
                    <a:pt x="148281" y="42491"/>
                  </a:lnTo>
                  <a:cubicBezTo>
                    <a:pt x="151099" y="38610"/>
                    <a:pt x="154305" y="35269"/>
                    <a:pt x="157883" y="3202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22235518" y="8986509"/>
              <a:ext cx="135000" cy="33750"/>
            </a:xfrm>
            <a:custGeom>
              <a:avLst/>
              <a:gdLst>
                <a:gd name="connsiteX0" fmla="*/ 21262 w 135000"/>
                <a:gd name="connsiteY0" fmla="*/ 17 h 33750"/>
                <a:gd name="connsiteX1" fmla="*/ 0 w 135000"/>
                <a:gd name="connsiteY1" fmla="*/ 21263 h 33750"/>
                <a:gd name="connsiteX2" fmla="*/ 21262 w 135000"/>
                <a:gd name="connsiteY2" fmla="*/ 42508 h 33750"/>
                <a:gd name="connsiteX3" fmla="*/ 137093 w 135000"/>
                <a:gd name="connsiteY3" fmla="*/ 42508 h 33750"/>
                <a:gd name="connsiteX4" fmla="*/ 135692 w 135000"/>
                <a:gd name="connsiteY4" fmla="*/ 0 h 33750"/>
                <a:gd name="connsiteX5" fmla="*/ 21262 w 135000"/>
                <a:gd name="connsiteY5" fmla="*/ 17 h 33750"/>
                <a:gd name="connsiteX6" fmla="*/ 21262 w 135000"/>
                <a:gd name="connsiteY6" fmla="*/ 17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000" h="33750">
                  <a:moveTo>
                    <a:pt x="21262" y="17"/>
                  </a:moveTo>
                  <a:cubicBezTo>
                    <a:pt x="9501" y="17"/>
                    <a:pt x="0" y="9518"/>
                    <a:pt x="0" y="21263"/>
                  </a:cubicBezTo>
                  <a:cubicBezTo>
                    <a:pt x="0" y="33007"/>
                    <a:pt x="9501" y="42508"/>
                    <a:pt x="21262" y="42508"/>
                  </a:cubicBezTo>
                  <a:lnTo>
                    <a:pt x="137093" y="42508"/>
                  </a:lnTo>
                  <a:cubicBezTo>
                    <a:pt x="132570" y="28333"/>
                    <a:pt x="132131" y="14175"/>
                    <a:pt x="135692" y="0"/>
                  </a:cubicBezTo>
                  <a:lnTo>
                    <a:pt x="21262" y="17"/>
                  </a:lnTo>
                  <a:lnTo>
                    <a:pt x="21262" y="1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22406033" y="8968379"/>
              <a:ext cx="219375" cy="236250"/>
            </a:xfrm>
            <a:custGeom>
              <a:avLst/>
              <a:gdLst>
                <a:gd name="connsiteX0" fmla="*/ 164083 w 219375"/>
                <a:gd name="connsiteY0" fmla="*/ 122232 h 236250"/>
                <a:gd name="connsiteX1" fmla="*/ 189109 w 219375"/>
                <a:gd name="connsiteY1" fmla="*/ 94456 h 236250"/>
                <a:gd name="connsiteX2" fmla="*/ 218269 w 219375"/>
                <a:gd name="connsiteY2" fmla="*/ 62157 h 236250"/>
                <a:gd name="connsiteX3" fmla="*/ 215552 w 219375"/>
                <a:gd name="connsiteY3" fmla="*/ 9591 h 236250"/>
                <a:gd name="connsiteX4" fmla="*/ 162952 w 219375"/>
                <a:gd name="connsiteY4" fmla="*/ 12291 h 236250"/>
                <a:gd name="connsiteX5" fmla="*/ 138990 w 219375"/>
                <a:gd name="connsiteY5" fmla="*/ 38886 h 236250"/>
                <a:gd name="connsiteX6" fmla="*/ 113930 w 219375"/>
                <a:gd name="connsiteY6" fmla="*/ 66663 h 236250"/>
                <a:gd name="connsiteX7" fmla="*/ 64892 w 219375"/>
                <a:gd name="connsiteY7" fmla="*/ 12291 h 236250"/>
                <a:gd name="connsiteX8" fmla="*/ 12292 w 219375"/>
                <a:gd name="connsiteY8" fmla="*/ 9591 h 236250"/>
                <a:gd name="connsiteX9" fmla="*/ 9575 w 219375"/>
                <a:gd name="connsiteY9" fmla="*/ 62157 h 236250"/>
                <a:gd name="connsiteX10" fmla="*/ 63778 w 219375"/>
                <a:gd name="connsiteY10" fmla="*/ 122232 h 236250"/>
                <a:gd name="connsiteX11" fmla="*/ 38752 w 219375"/>
                <a:gd name="connsiteY11" fmla="*/ 150008 h 236250"/>
                <a:gd name="connsiteX12" fmla="*/ 9592 w 219375"/>
                <a:gd name="connsiteY12" fmla="*/ 182290 h 236250"/>
                <a:gd name="connsiteX13" fmla="*/ 12309 w 219375"/>
                <a:gd name="connsiteY13" fmla="*/ 234873 h 236250"/>
                <a:gd name="connsiteX14" fmla="*/ 37217 w 219375"/>
                <a:gd name="connsiteY14" fmla="*/ 244458 h 236250"/>
                <a:gd name="connsiteX15" fmla="*/ 64892 w 219375"/>
                <a:gd name="connsiteY15" fmla="*/ 232156 h 236250"/>
                <a:gd name="connsiteX16" fmla="*/ 88854 w 219375"/>
                <a:gd name="connsiteY16" fmla="*/ 205611 h 236250"/>
                <a:gd name="connsiteX17" fmla="*/ 113914 w 219375"/>
                <a:gd name="connsiteY17" fmla="*/ 177835 h 236250"/>
                <a:gd name="connsiteX18" fmla="*/ 162952 w 219375"/>
                <a:gd name="connsiteY18" fmla="*/ 232190 h 236250"/>
                <a:gd name="connsiteX19" fmla="*/ 190627 w 219375"/>
                <a:gd name="connsiteY19" fmla="*/ 244491 h 236250"/>
                <a:gd name="connsiteX20" fmla="*/ 215585 w 219375"/>
                <a:gd name="connsiteY20" fmla="*/ 234923 h 236250"/>
                <a:gd name="connsiteX21" fmla="*/ 218285 w 219375"/>
                <a:gd name="connsiteY21" fmla="*/ 182341 h 236250"/>
                <a:gd name="connsiteX22" fmla="*/ 164083 w 219375"/>
                <a:gd name="connsiteY22" fmla="*/ 122232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9375" h="236250">
                  <a:moveTo>
                    <a:pt x="164083" y="122232"/>
                  </a:moveTo>
                  <a:lnTo>
                    <a:pt x="189109" y="94456"/>
                  </a:lnTo>
                  <a:lnTo>
                    <a:pt x="218269" y="62157"/>
                  </a:lnTo>
                  <a:cubicBezTo>
                    <a:pt x="232005" y="46902"/>
                    <a:pt x="230824" y="23328"/>
                    <a:pt x="215552" y="9591"/>
                  </a:cubicBezTo>
                  <a:cubicBezTo>
                    <a:pt x="200229" y="-4195"/>
                    <a:pt x="176739" y="-2964"/>
                    <a:pt x="162952" y="12291"/>
                  </a:cubicBezTo>
                  <a:lnTo>
                    <a:pt x="138990" y="38886"/>
                  </a:lnTo>
                  <a:lnTo>
                    <a:pt x="113930" y="66663"/>
                  </a:lnTo>
                  <a:lnTo>
                    <a:pt x="64892" y="12291"/>
                  </a:lnTo>
                  <a:cubicBezTo>
                    <a:pt x="51139" y="-2947"/>
                    <a:pt x="27615" y="-4212"/>
                    <a:pt x="12292" y="9591"/>
                  </a:cubicBezTo>
                  <a:cubicBezTo>
                    <a:pt x="-2980" y="23345"/>
                    <a:pt x="-4178" y="46902"/>
                    <a:pt x="9575" y="62157"/>
                  </a:cubicBezTo>
                  <a:lnTo>
                    <a:pt x="63778" y="122232"/>
                  </a:lnTo>
                  <a:lnTo>
                    <a:pt x="38752" y="150008"/>
                  </a:lnTo>
                  <a:lnTo>
                    <a:pt x="9592" y="182290"/>
                  </a:lnTo>
                  <a:cubicBezTo>
                    <a:pt x="-4178" y="197562"/>
                    <a:pt x="-2963" y="221103"/>
                    <a:pt x="12309" y="234873"/>
                  </a:cubicBezTo>
                  <a:cubicBezTo>
                    <a:pt x="19430" y="241302"/>
                    <a:pt x="28340" y="244458"/>
                    <a:pt x="37217" y="244458"/>
                  </a:cubicBezTo>
                  <a:cubicBezTo>
                    <a:pt x="47392" y="244458"/>
                    <a:pt x="57517" y="240306"/>
                    <a:pt x="64892" y="232156"/>
                  </a:cubicBezTo>
                  <a:lnTo>
                    <a:pt x="88854" y="205611"/>
                  </a:lnTo>
                  <a:lnTo>
                    <a:pt x="113914" y="177835"/>
                  </a:lnTo>
                  <a:lnTo>
                    <a:pt x="162952" y="232190"/>
                  </a:lnTo>
                  <a:cubicBezTo>
                    <a:pt x="170327" y="240323"/>
                    <a:pt x="180452" y="244491"/>
                    <a:pt x="190627" y="244491"/>
                  </a:cubicBezTo>
                  <a:cubicBezTo>
                    <a:pt x="199504" y="244491"/>
                    <a:pt x="208430" y="241319"/>
                    <a:pt x="215585" y="234923"/>
                  </a:cubicBezTo>
                  <a:cubicBezTo>
                    <a:pt x="230840" y="221170"/>
                    <a:pt x="232055" y="197613"/>
                    <a:pt x="218285" y="182341"/>
                  </a:cubicBezTo>
                  <a:lnTo>
                    <a:pt x="164083" y="12223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24" name="图形 267"/>
          <p:cNvSpPr/>
          <p:nvPr/>
        </p:nvSpPr>
        <p:spPr>
          <a:xfrm>
            <a:off x="953389" y="5499158"/>
            <a:ext cx="472500" cy="523125"/>
          </a:xfrm>
          <a:custGeom>
            <a:avLst/>
            <a:gdLst>
              <a:gd name="connsiteX0" fmla="*/ 421271 w 472500"/>
              <a:gd name="connsiteY0" fmla="*/ 127275 h 523125"/>
              <a:gd name="connsiteX1" fmla="*/ 339022 w 472500"/>
              <a:gd name="connsiteY1" fmla="*/ 117251 h 523125"/>
              <a:gd name="connsiteX2" fmla="*/ 400245 w 472500"/>
              <a:gd name="connsiteY2" fmla="*/ 34783 h 523125"/>
              <a:gd name="connsiteX3" fmla="*/ 392668 w 472500"/>
              <a:gd name="connsiteY3" fmla="*/ 15444 h 523125"/>
              <a:gd name="connsiteX4" fmla="*/ 372806 w 472500"/>
              <a:gd name="connsiteY4" fmla="*/ 9369 h 523125"/>
              <a:gd name="connsiteX5" fmla="*/ 270898 w 472500"/>
              <a:gd name="connsiteY5" fmla="*/ 93998 h 523125"/>
              <a:gd name="connsiteX6" fmla="*/ 249197 w 472500"/>
              <a:gd name="connsiteY6" fmla="*/ 51101 h 523125"/>
              <a:gd name="connsiteX7" fmla="*/ 175925 w 472500"/>
              <a:gd name="connsiteY7" fmla="*/ 949 h 523125"/>
              <a:gd name="connsiteX8" fmla="*/ 156485 w 472500"/>
              <a:gd name="connsiteY8" fmla="*/ 3784 h 523125"/>
              <a:gd name="connsiteX9" fmla="*/ 145905 w 472500"/>
              <a:gd name="connsiteY9" fmla="*/ 20355 h 523125"/>
              <a:gd name="connsiteX10" fmla="*/ 145618 w 472500"/>
              <a:gd name="connsiteY10" fmla="*/ 22363 h 523125"/>
              <a:gd name="connsiteX11" fmla="*/ 162324 w 472500"/>
              <a:gd name="connsiteY11" fmla="*/ 48199 h 523125"/>
              <a:gd name="connsiteX12" fmla="*/ 209439 w 472500"/>
              <a:gd name="connsiteY12" fmla="*/ 80076 h 523125"/>
              <a:gd name="connsiteX13" fmla="*/ 228153 w 472500"/>
              <a:gd name="connsiteY13" fmla="*/ 124119 h 523125"/>
              <a:gd name="connsiteX14" fmla="*/ 89829 w 472500"/>
              <a:gd name="connsiteY14" fmla="*/ 118163 h 523125"/>
              <a:gd name="connsiteX15" fmla="*/ 12845 w 472500"/>
              <a:gd name="connsiteY15" fmla="*/ 349704 h 523125"/>
              <a:gd name="connsiteX16" fmla="*/ 152098 w 472500"/>
              <a:gd name="connsiteY16" fmla="*/ 536089 h 523125"/>
              <a:gd name="connsiteX17" fmla="*/ 347274 w 472500"/>
              <a:gd name="connsiteY17" fmla="*/ 536089 h 523125"/>
              <a:gd name="connsiteX18" fmla="*/ 480097 w 472500"/>
              <a:gd name="connsiteY18" fmla="*/ 343562 h 523125"/>
              <a:gd name="connsiteX19" fmla="*/ 421271 w 472500"/>
              <a:gd name="connsiteY19" fmla="*/ 127275 h 523125"/>
              <a:gd name="connsiteX20" fmla="*/ 137889 w 472500"/>
              <a:gd name="connsiteY20" fmla="*/ 199416 h 523125"/>
              <a:gd name="connsiteX21" fmla="*/ 100545 w 472500"/>
              <a:gd name="connsiteY21" fmla="*/ 296076 h 523125"/>
              <a:gd name="connsiteX22" fmla="*/ 83552 w 472500"/>
              <a:gd name="connsiteY22" fmla="*/ 326434 h 523125"/>
              <a:gd name="connsiteX23" fmla="*/ 76852 w 472500"/>
              <a:gd name="connsiteY23" fmla="*/ 327328 h 523125"/>
              <a:gd name="connsiteX24" fmla="*/ 53193 w 472500"/>
              <a:gd name="connsiteY24" fmla="*/ 309390 h 523125"/>
              <a:gd name="connsiteX25" fmla="*/ 114804 w 472500"/>
              <a:gd name="connsiteY25" fmla="*/ 156030 h 523125"/>
              <a:gd name="connsiteX26" fmla="*/ 148031 w 472500"/>
              <a:gd name="connsiteY26" fmla="*/ 166290 h 523125"/>
              <a:gd name="connsiteX27" fmla="*/ 137889 w 472500"/>
              <a:gd name="connsiteY27" fmla="*/ 199416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2500" h="523125">
                <a:moveTo>
                  <a:pt x="421271" y="127275"/>
                </a:moveTo>
                <a:cubicBezTo>
                  <a:pt x="397427" y="111902"/>
                  <a:pt x="369752" y="112982"/>
                  <a:pt x="339022" y="117251"/>
                </a:cubicBezTo>
                <a:cubicBezTo>
                  <a:pt x="386492" y="92293"/>
                  <a:pt x="398439" y="58307"/>
                  <a:pt x="400245" y="34783"/>
                </a:cubicBezTo>
                <a:cubicBezTo>
                  <a:pt x="400802" y="27510"/>
                  <a:pt x="398017" y="20389"/>
                  <a:pt x="392668" y="15444"/>
                </a:cubicBezTo>
                <a:cubicBezTo>
                  <a:pt x="387335" y="10483"/>
                  <a:pt x="380012" y="8256"/>
                  <a:pt x="372806" y="9369"/>
                </a:cubicBezTo>
                <a:cubicBezTo>
                  <a:pt x="307466" y="19478"/>
                  <a:pt x="281057" y="65580"/>
                  <a:pt x="270898" y="93998"/>
                </a:cubicBezTo>
                <a:cubicBezTo>
                  <a:pt x="266139" y="79350"/>
                  <a:pt x="259187" y="64635"/>
                  <a:pt x="249197" y="51101"/>
                </a:cubicBezTo>
                <a:cubicBezTo>
                  <a:pt x="231242" y="26768"/>
                  <a:pt x="206672" y="9960"/>
                  <a:pt x="175925" y="949"/>
                </a:cubicBezTo>
                <a:cubicBezTo>
                  <a:pt x="169327" y="-975"/>
                  <a:pt x="162240" y="54"/>
                  <a:pt x="156485" y="3784"/>
                </a:cubicBezTo>
                <a:cubicBezTo>
                  <a:pt x="150714" y="7513"/>
                  <a:pt x="146850" y="13554"/>
                  <a:pt x="145905" y="20355"/>
                </a:cubicBezTo>
                <a:lnTo>
                  <a:pt x="145618" y="22363"/>
                </a:lnTo>
                <a:cubicBezTo>
                  <a:pt x="144015" y="33939"/>
                  <a:pt x="151102" y="44891"/>
                  <a:pt x="162324" y="48199"/>
                </a:cubicBezTo>
                <a:cubicBezTo>
                  <a:pt x="182507" y="54156"/>
                  <a:pt x="198015" y="64669"/>
                  <a:pt x="209439" y="80076"/>
                </a:cubicBezTo>
                <a:cubicBezTo>
                  <a:pt x="219362" y="93474"/>
                  <a:pt x="225032" y="109118"/>
                  <a:pt x="228153" y="124119"/>
                </a:cubicBezTo>
                <a:cubicBezTo>
                  <a:pt x="184953" y="114973"/>
                  <a:pt x="153718" y="87973"/>
                  <a:pt x="89829" y="118163"/>
                </a:cubicBezTo>
                <a:cubicBezTo>
                  <a:pt x="25248" y="148656"/>
                  <a:pt x="-24516" y="228491"/>
                  <a:pt x="12845" y="349704"/>
                </a:cubicBezTo>
                <a:cubicBezTo>
                  <a:pt x="42900" y="447411"/>
                  <a:pt x="114416" y="514050"/>
                  <a:pt x="152098" y="536089"/>
                </a:cubicBezTo>
                <a:lnTo>
                  <a:pt x="347274" y="536089"/>
                </a:lnTo>
                <a:cubicBezTo>
                  <a:pt x="390744" y="510068"/>
                  <a:pt x="461501" y="450701"/>
                  <a:pt x="480097" y="343562"/>
                </a:cubicBezTo>
                <a:cubicBezTo>
                  <a:pt x="500668" y="224863"/>
                  <a:pt x="473381" y="160856"/>
                  <a:pt x="421271" y="127275"/>
                </a:cubicBezTo>
                <a:close/>
                <a:moveTo>
                  <a:pt x="137889" y="199416"/>
                </a:moveTo>
                <a:cubicBezTo>
                  <a:pt x="132000" y="202639"/>
                  <a:pt x="82488" y="231968"/>
                  <a:pt x="100545" y="296076"/>
                </a:cubicBezTo>
                <a:cubicBezTo>
                  <a:pt x="104240" y="309154"/>
                  <a:pt x="96630" y="322738"/>
                  <a:pt x="83552" y="326434"/>
                </a:cubicBezTo>
                <a:cubicBezTo>
                  <a:pt x="81307" y="327041"/>
                  <a:pt x="79046" y="327328"/>
                  <a:pt x="76852" y="327328"/>
                </a:cubicBezTo>
                <a:cubicBezTo>
                  <a:pt x="66086" y="327328"/>
                  <a:pt x="56231" y="320241"/>
                  <a:pt x="53193" y="309390"/>
                </a:cubicBezTo>
                <a:cubicBezTo>
                  <a:pt x="29737" y="226146"/>
                  <a:pt x="83248" y="172652"/>
                  <a:pt x="114804" y="156030"/>
                </a:cubicBezTo>
                <a:cubicBezTo>
                  <a:pt x="126768" y="149685"/>
                  <a:pt x="141669" y="154309"/>
                  <a:pt x="148031" y="166290"/>
                </a:cubicBezTo>
                <a:cubicBezTo>
                  <a:pt x="154359" y="178238"/>
                  <a:pt x="149803" y="193037"/>
                  <a:pt x="137889" y="199416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25" name="组合 224"/>
          <p:cNvGrpSpPr/>
          <p:nvPr/>
        </p:nvGrpSpPr>
        <p:grpSpPr>
          <a:xfrm>
            <a:off x="2172589" y="5499158"/>
            <a:ext cx="523125" cy="523125"/>
            <a:chOff x="19989269" y="9762726"/>
            <a:chExt cx="523125" cy="523125"/>
          </a:xfrm>
          <a:solidFill>
            <a:schemeClr val="accent1"/>
          </a:solidFill>
        </p:grpSpPr>
        <p:sp>
          <p:nvSpPr>
            <p:cNvPr id="226" name="任意多边形: 形状 225"/>
            <p:cNvSpPr/>
            <p:nvPr/>
          </p:nvSpPr>
          <p:spPr>
            <a:xfrm>
              <a:off x="20034325" y="10083671"/>
              <a:ext cx="50625" cy="118125"/>
            </a:xfrm>
            <a:custGeom>
              <a:avLst/>
              <a:gdLst>
                <a:gd name="connsiteX0" fmla="*/ 0 w 50625"/>
                <a:gd name="connsiteY0" fmla="*/ 106380 h 118125"/>
                <a:gd name="connsiteX1" fmla="*/ 17786 w 50625"/>
                <a:gd name="connsiteY1" fmla="*/ 124166 h 118125"/>
                <a:gd name="connsiteX2" fmla="*/ 49056 w 50625"/>
                <a:gd name="connsiteY2" fmla="*/ 124166 h 118125"/>
                <a:gd name="connsiteX3" fmla="*/ 66842 w 50625"/>
                <a:gd name="connsiteY3" fmla="*/ 106380 h 118125"/>
                <a:gd name="connsiteX4" fmla="*/ 66842 w 50625"/>
                <a:gd name="connsiteY4" fmla="*/ 0 h 118125"/>
                <a:gd name="connsiteX5" fmla="*/ 12724 w 50625"/>
                <a:gd name="connsiteY5" fmla="*/ 54337 h 118125"/>
                <a:gd name="connsiteX6" fmla="*/ 0 w 50625"/>
                <a:gd name="connsiteY6" fmla="*/ 41361 h 118125"/>
                <a:gd name="connsiteX7" fmla="*/ 0 w 50625"/>
                <a:gd name="connsiteY7" fmla="*/ 106380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25" h="118125">
                  <a:moveTo>
                    <a:pt x="0" y="106380"/>
                  </a:moveTo>
                  <a:cubicBezTo>
                    <a:pt x="0" y="116168"/>
                    <a:pt x="7965" y="124166"/>
                    <a:pt x="17786" y="124166"/>
                  </a:cubicBezTo>
                  <a:lnTo>
                    <a:pt x="49056" y="124166"/>
                  </a:lnTo>
                  <a:cubicBezTo>
                    <a:pt x="58877" y="124166"/>
                    <a:pt x="66842" y="116168"/>
                    <a:pt x="66842" y="106380"/>
                  </a:cubicBezTo>
                  <a:lnTo>
                    <a:pt x="66842" y="0"/>
                  </a:lnTo>
                  <a:lnTo>
                    <a:pt x="12724" y="54337"/>
                  </a:lnTo>
                  <a:lnTo>
                    <a:pt x="0" y="41361"/>
                  </a:lnTo>
                  <a:lnTo>
                    <a:pt x="0" y="10638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7" name="任意多边形: 形状 226"/>
            <p:cNvSpPr/>
            <p:nvPr/>
          </p:nvSpPr>
          <p:spPr>
            <a:xfrm>
              <a:off x="20146493" y="10016357"/>
              <a:ext cx="50625" cy="185625"/>
            </a:xfrm>
            <a:custGeom>
              <a:avLst/>
              <a:gdLst>
                <a:gd name="connsiteX0" fmla="*/ 0 w 50625"/>
                <a:gd name="connsiteY0" fmla="*/ 174386 h 185625"/>
                <a:gd name="connsiteX1" fmla="*/ 17078 w 50625"/>
                <a:gd name="connsiteY1" fmla="*/ 191481 h 185625"/>
                <a:gd name="connsiteX2" fmla="*/ 49764 w 50625"/>
                <a:gd name="connsiteY2" fmla="*/ 191481 h 185625"/>
                <a:gd name="connsiteX3" fmla="*/ 66842 w 50625"/>
                <a:gd name="connsiteY3" fmla="*/ 174386 h 185625"/>
                <a:gd name="connsiteX4" fmla="*/ 66842 w 50625"/>
                <a:gd name="connsiteY4" fmla="*/ 44803 h 185625"/>
                <a:gd name="connsiteX5" fmla="*/ 22241 w 50625"/>
                <a:gd name="connsiteY5" fmla="*/ 0 h 185625"/>
                <a:gd name="connsiteX6" fmla="*/ 0 w 50625"/>
                <a:gd name="connsiteY6" fmla="*/ 22494 h 185625"/>
                <a:gd name="connsiteX7" fmla="*/ 0 w 50625"/>
                <a:gd name="connsiteY7" fmla="*/ 174386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25" h="185625">
                  <a:moveTo>
                    <a:pt x="0" y="174386"/>
                  </a:moveTo>
                  <a:cubicBezTo>
                    <a:pt x="0" y="183836"/>
                    <a:pt x="7644" y="191481"/>
                    <a:pt x="17078" y="191481"/>
                  </a:cubicBezTo>
                  <a:lnTo>
                    <a:pt x="49764" y="191481"/>
                  </a:lnTo>
                  <a:cubicBezTo>
                    <a:pt x="59198" y="191481"/>
                    <a:pt x="66842" y="183836"/>
                    <a:pt x="66842" y="174386"/>
                  </a:cubicBezTo>
                  <a:lnTo>
                    <a:pt x="66842" y="44803"/>
                  </a:lnTo>
                  <a:lnTo>
                    <a:pt x="22241" y="0"/>
                  </a:lnTo>
                  <a:lnTo>
                    <a:pt x="0" y="22494"/>
                  </a:lnTo>
                  <a:lnTo>
                    <a:pt x="0" y="17438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20257463" y="10016644"/>
              <a:ext cx="67500" cy="185625"/>
            </a:xfrm>
            <a:custGeom>
              <a:avLst/>
              <a:gdLst>
                <a:gd name="connsiteX0" fmla="*/ 50946 w 67500"/>
                <a:gd name="connsiteY0" fmla="*/ 191160 h 185625"/>
                <a:gd name="connsiteX1" fmla="*/ 68023 w 67500"/>
                <a:gd name="connsiteY1" fmla="*/ 174083 h 185625"/>
                <a:gd name="connsiteX2" fmla="*/ 68023 w 67500"/>
                <a:gd name="connsiteY2" fmla="*/ 0 h 185625"/>
                <a:gd name="connsiteX3" fmla="*/ 0 w 67500"/>
                <a:gd name="connsiteY3" fmla="*/ 67264 h 185625"/>
                <a:gd name="connsiteX4" fmla="*/ 0 w 67500"/>
                <a:gd name="connsiteY4" fmla="*/ 174083 h 185625"/>
                <a:gd name="connsiteX5" fmla="*/ 17077 w 67500"/>
                <a:gd name="connsiteY5" fmla="*/ 191177 h 185625"/>
                <a:gd name="connsiteX6" fmla="*/ 50946 w 67500"/>
                <a:gd name="connsiteY6" fmla="*/ 191160 h 185625"/>
                <a:gd name="connsiteX7" fmla="*/ 50946 w 67500"/>
                <a:gd name="connsiteY7" fmla="*/ 191160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500" h="185625">
                  <a:moveTo>
                    <a:pt x="50946" y="191160"/>
                  </a:moveTo>
                  <a:cubicBezTo>
                    <a:pt x="60379" y="191160"/>
                    <a:pt x="68023" y="183516"/>
                    <a:pt x="68023" y="174083"/>
                  </a:cubicBezTo>
                  <a:lnTo>
                    <a:pt x="68023" y="0"/>
                  </a:lnTo>
                  <a:lnTo>
                    <a:pt x="0" y="67264"/>
                  </a:lnTo>
                  <a:lnTo>
                    <a:pt x="0" y="174083"/>
                  </a:lnTo>
                  <a:cubicBezTo>
                    <a:pt x="0" y="183532"/>
                    <a:pt x="7644" y="191177"/>
                    <a:pt x="17077" y="191177"/>
                  </a:cubicBezTo>
                  <a:lnTo>
                    <a:pt x="50946" y="191160"/>
                  </a:lnTo>
                  <a:lnTo>
                    <a:pt x="50946" y="19116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20369648" y="9947119"/>
              <a:ext cx="67500" cy="253125"/>
            </a:xfrm>
            <a:custGeom>
              <a:avLst/>
              <a:gdLst>
                <a:gd name="connsiteX0" fmla="*/ 0 w 67500"/>
                <a:gd name="connsiteY0" fmla="*/ 24705 h 253125"/>
                <a:gd name="connsiteX1" fmla="*/ 0 w 67500"/>
                <a:gd name="connsiteY1" fmla="*/ 243624 h 253125"/>
                <a:gd name="connsiteX2" fmla="*/ 17077 w 67500"/>
                <a:gd name="connsiteY2" fmla="*/ 260719 h 253125"/>
                <a:gd name="connsiteX3" fmla="*/ 50929 w 67500"/>
                <a:gd name="connsiteY3" fmla="*/ 260719 h 253125"/>
                <a:gd name="connsiteX4" fmla="*/ 68023 w 67500"/>
                <a:gd name="connsiteY4" fmla="*/ 243624 h 253125"/>
                <a:gd name="connsiteX5" fmla="*/ 68023 w 67500"/>
                <a:gd name="connsiteY5" fmla="*/ 42694 h 253125"/>
                <a:gd name="connsiteX6" fmla="*/ 25093 w 67500"/>
                <a:gd name="connsiteY6" fmla="*/ 0 h 253125"/>
                <a:gd name="connsiteX7" fmla="*/ 0 w 67500"/>
                <a:gd name="connsiteY7" fmla="*/ 24705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500" h="253125">
                  <a:moveTo>
                    <a:pt x="0" y="24705"/>
                  </a:moveTo>
                  <a:lnTo>
                    <a:pt x="0" y="243624"/>
                  </a:lnTo>
                  <a:cubicBezTo>
                    <a:pt x="0" y="253074"/>
                    <a:pt x="7644" y="260719"/>
                    <a:pt x="17077" y="260719"/>
                  </a:cubicBezTo>
                  <a:lnTo>
                    <a:pt x="50929" y="260719"/>
                  </a:lnTo>
                  <a:cubicBezTo>
                    <a:pt x="60379" y="260719"/>
                    <a:pt x="68023" y="253074"/>
                    <a:pt x="68023" y="243624"/>
                  </a:cubicBezTo>
                  <a:lnTo>
                    <a:pt x="68023" y="42694"/>
                  </a:lnTo>
                  <a:lnTo>
                    <a:pt x="25093" y="0"/>
                  </a:lnTo>
                  <a:lnTo>
                    <a:pt x="0" y="2470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20015358" y="9833128"/>
              <a:ext cx="405000" cy="253125"/>
            </a:xfrm>
            <a:custGeom>
              <a:avLst/>
              <a:gdLst>
                <a:gd name="connsiteX0" fmla="*/ 136232 w 405000"/>
                <a:gd name="connsiteY0" fmla="*/ 164430 h 253125"/>
                <a:gd name="connsiteX1" fmla="*/ 169982 w 405000"/>
                <a:gd name="connsiteY1" fmla="*/ 164430 h 253125"/>
                <a:gd name="connsiteX2" fmla="*/ 210229 w 405000"/>
                <a:gd name="connsiteY2" fmla="*/ 204677 h 253125"/>
                <a:gd name="connsiteX3" fmla="*/ 231677 w 405000"/>
                <a:gd name="connsiteY3" fmla="*/ 213536 h 253125"/>
                <a:gd name="connsiteX4" fmla="*/ 253125 w 405000"/>
                <a:gd name="connsiteY4" fmla="*/ 204677 h 253125"/>
                <a:gd name="connsiteX5" fmla="*/ 379502 w 405000"/>
                <a:gd name="connsiteY5" fmla="*/ 78300 h 253125"/>
                <a:gd name="connsiteX6" fmla="*/ 400056 w 405000"/>
                <a:gd name="connsiteY6" fmla="*/ 98854 h 253125"/>
                <a:gd name="connsiteX7" fmla="*/ 411986 w 405000"/>
                <a:gd name="connsiteY7" fmla="*/ 101284 h 253125"/>
                <a:gd name="connsiteX8" fmla="*/ 418871 w 405000"/>
                <a:gd name="connsiteY8" fmla="*/ 91243 h 253125"/>
                <a:gd name="connsiteX9" fmla="*/ 419918 w 405000"/>
                <a:gd name="connsiteY9" fmla="*/ 19659 h 253125"/>
                <a:gd name="connsiteX10" fmla="*/ 414349 w 405000"/>
                <a:gd name="connsiteY10" fmla="*/ 5771 h 253125"/>
                <a:gd name="connsiteX11" fmla="*/ 400596 w 405000"/>
                <a:gd name="connsiteY11" fmla="*/ 0 h 253125"/>
                <a:gd name="connsiteX12" fmla="*/ 327831 w 405000"/>
                <a:gd name="connsiteY12" fmla="*/ 0 h 253125"/>
                <a:gd name="connsiteX13" fmla="*/ 317638 w 405000"/>
                <a:gd name="connsiteY13" fmla="*/ 6801 h 253125"/>
                <a:gd name="connsiteX14" fmla="*/ 320068 w 405000"/>
                <a:gd name="connsiteY14" fmla="*/ 18799 h 253125"/>
                <a:gd name="connsiteX15" fmla="*/ 337601 w 405000"/>
                <a:gd name="connsiteY15" fmla="*/ 36366 h 253125"/>
                <a:gd name="connsiteX16" fmla="*/ 248619 w 405000"/>
                <a:gd name="connsiteY16" fmla="*/ 125364 h 253125"/>
                <a:gd name="connsiteX17" fmla="*/ 231744 w 405000"/>
                <a:gd name="connsiteY17" fmla="*/ 132368 h 253125"/>
                <a:gd name="connsiteX18" fmla="*/ 214869 w 405000"/>
                <a:gd name="connsiteY18" fmla="*/ 125381 h 253125"/>
                <a:gd name="connsiteX19" fmla="*/ 170066 w 405000"/>
                <a:gd name="connsiteY19" fmla="*/ 80561 h 253125"/>
                <a:gd name="connsiteX20" fmla="*/ 136316 w 405000"/>
                <a:gd name="connsiteY20" fmla="*/ 80561 h 253125"/>
                <a:gd name="connsiteX21" fmla="*/ 7391 w 405000"/>
                <a:gd name="connsiteY21" fmla="*/ 209419 h 253125"/>
                <a:gd name="connsiteX22" fmla="*/ 0 w 405000"/>
                <a:gd name="connsiteY22" fmla="*/ 227256 h 253125"/>
                <a:gd name="connsiteX23" fmla="*/ 7391 w 405000"/>
                <a:gd name="connsiteY23" fmla="*/ 245093 h 253125"/>
                <a:gd name="connsiteX24" fmla="*/ 14648 w 405000"/>
                <a:gd name="connsiteY24" fmla="*/ 252382 h 253125"/>
                <a:gd name="connsiteX25" fmla="*/ 48398 w 405000"/>
                <a:gd name="connsiteY25" fmla="*/ 252382 h 253125"/>
                <a:gd name="connsiteX26" fmla="*/ 136232 w 405000"/>
                <a:gd name="connsiteY26" fmla="*/ 164430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05000" h="253125">
                  <a:moveTo>
                    <a:pt x="136232" y="164430"/>
                  </a:moveTo>
                  <a:cubicBezTo>
                    <a:pt x="145564" y="155115"/>
                    <a:pt x="160650" y="155115"/>
                    <a:pt x="169982" y="164430"/>
                  </a:cubicBezTo>
                  <a:lnTo>
                    <a:pt x="210229" y="204677"/>
                  </a:lnTo>
                  <a:cubicBezTo>
                    <a:pt x="215916" y="210364"/>
                    <a:pt x="223628" y="213536"/>
                    <a:pt x="231677" y="213536"/>
                  </a:cubicBezTo>
                  <a:cubicBezTo>
                    <a:pt x="239709" y="213536"/>
                    <a:pt x="247438" y="210364"/>
                    <a:pt x="253125" y="204677"/>
                  </a:cubicBezTo>
                  <a:lnTo>
                    <a:pt x="379502" y="78300"/>
                  </a:lnTo>
                  <a:lnTo>
                    <a:pt x="400056" y="98854"/>
                  </a:lnTo>
                  <a:cubicBezTo>
                    <a:pt x="403211" y="101993"/>
                    <a:pt x="407919" y="102938"/>
                    <a:pt x="411986" y="101284"/>
                  </a:cubicBezTo>
                  <a:cubicBezTo>
                    <a:pt x="416087" y="99613"/>
                    <a:pt x="418804" y="95664"/>
                    <a:pt x="418871" y="91243"/>
                  </a:cubicBezTo>
                  <a:lnTo>
                    <a:pt x="419918" y="19659"/>
                  </a:lnTo>
                  <a:cubicBezTo>
                    <a:pt x="420019" y="14462"/>
                    <a:pt x="418011" y="9467"/>
                    <a:pt x="414349" y="5771"/>
                  </a:cubicBezTo>
                  <a:cubicBezTo>
                    <a:pt x="410721" y="2076"/>
                    <a:pt x="405743" y="0"/>
                    <a:pt x="400596" y="0"/>
                  </a:cubicBezTo>
                  <a:lnTo>
                    <a:pt x="327831" y="0"/>
                  </a:lnTo>
                  <a:cubicBezTo>
                    <a:pt x="323342" y="0"/>
                    <a:pt x="319359" y="2683"/>
                    <a:pt x="317638" y="6801"/>
                  </a:cubicBezTo>
                  <a:cubicBezTo>
                    <a:pt x="315917" y="10918"/>
                    <a:pt x="316879" y="15660"/>
                    <a:pt x="320068" y="18799"/>
                  </a:cubicBezTo>
                  <a:lnTo>
                    <a:pt x="337601" y="36366"/>
                  </a:lnTo>
                  <a:lnTo>
                    <a:pt x="248619" y="125364"/>
                  </a:lnTo>
                  <a:cubicBezTo>
                    <a:pt x="244148" y="129836"/>
                    <a:pt x="238073" y="132368"/>
                    <a:pt x="231744" y="132368"/>
                  </a:cubicBezTo>
                  <a:cubicBezTo>
                    <a:pt x="225416" y="132368"/>
                    <a:pt x="219358" y="129853"/>
                    <a:pt x="214869" y="125381"/>
                  </a:cubicBezTo>
                  <a:lnTo>
                    <a:pt x="170066" y="80561"/>
                  </a:lnTo>
                  <a:cubicBezTo>
                    <a:pt x="160734" y="71246"/>
                    <a:pt x="145648" y="71246"/>
                    <a:pt x="136316" y="80561"/>
                  </a:cubicBezTo>
                  <a:lnTo>
                    <a:pt x="7391" y="209419"/>
                  </a:lnTo>
                  <a:cubicBezTo>
                    <a:pt x="2666" y="214127"/>
                    <a:pt x="0" y="220556"/>
                    <a:pt x="0" y="227256"/>
                  </a:cubicBezTo>
                  <a:cubicBezTo>
                    <a:pt x="0" y="233955"/>
                    <a:pt x="2649" y="240334"/>
                    <a:pt x="7391" y="245093"/>
                  </a:cubicBezTo>
                  <a:lnTo>
                    <a:pt x="14648" y="252382"/>
                  </a:lnTo>
                  <a:cubicBezTo>
                    <a:pt x="23979" y="261697"/>
                    <a:pt x="39066" y="261697"/>
                    <a:pt x="48398" y="252382"/>
                  </a:cubicBezTo>
                  <a:lnTo>
                    <a:pt x="136232" y="16443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19989269" y="9762726"/>
              <a:ext cx="523125" cy="523125"/>
            </a:xfrm>
            <a:custGeom>
              <a:avLst/>
              <a:gdLst>
                <a:gd name="connsiteX0" fmla="*/ 506250 w 523125"/>
                <a:gd name="connsiteY0" fmla="*/ 0 h 523125"/>
                <a:gd name="connsiteX1" fmla="*/ 480600 w 523125"/>
                <a:gd name="connsiteY1" fmla="*/ 25228 h 523125"/>
                <a:gd name="connsiteX2" fmla="*/ 480600 w 523125"/>
                <a:gd name="connsiteY2" fmla="*/ 479689 h 523125"/>
                <a:gd name="connsiteX3" fmla="*/ 25211 w 523125"/>
                <a:gd name="connsiteY3" fmla="*/ 479689 h 523125"/>
                <a:gd name="connsiteX4" fmla="*/ 0 w 523125"/>
                <a:gd name="connsiteY4" fmla="*/ 504731 h 523125"/>
                <a:gd name="connsiteX5" fmla="*/ 25211 w 523125"/>
                <a:gd name="connsiteY5" fmla="*/ 529774 h 523125"/>
                <a:gd name="connsiteX6" fmla="*/ 506419 w 523125"/>
                <a:gd name="connsiteY6" fmla="*/ 529774 h 523125"/>
                <a:gd name="connsiteX7" fmla="*/ 531900 w 523125"/>
                <a:gd name="connsiteY7" fmla="*/ 504563 h 523125"/>
                <a:gd name="connsiteX8" fmla="*/ 531900 w 523125"/>
                <a:gd name="connsiteY8" fmla="*/ 25228 h 523125"/>
                <a:gd name="connsiteX9" fmla="*/ 506250 w 523125"/>
                <a:gd name="connsiteY9" fmla="*/ 0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3125" h="523125">
                  <a:moveTo>
                    <a:pt x="506250" y="0"/>
                  </a:moveTo>
                  <a:cubicBezTo>
                    <a:pt x="492345" y="0"/>
                    <a:pt x="480600" y="11289"/>
                    <a:pt x="480600" y="25228"/>
                  </a:cubicBezTo>
                  <a:lnTo>
                    <a:pt x="480600" y="479689"/>
                  </a:lnTo>
                  <a:lnTo>
                    <a:pt x="25211" y="479689"/>
                  </a:lnTo>
                  <a:cubicBezTo>
                    <a:pt x="11272" y="479689"/>
                    <a:pt x="0" y="490809"/>
                    <a:pt x="0" y="504731"/>
                  </a:cubicBezTo>
                  <a:cubicBezTo>
                    <a:pt x="0" y="518670"/>
                    <a:pt x="11272" y="529774"/>
                    <a:pt x="25211" y="529774"/>
                  </a:cubicBezTo>
                  <a:lnTo>
                    <a:pt x="506419" y="529774"/>
                  </a:lnTo>
                  <a:cubicBezTo>
                    <a:pt x="520324" y="529774"/>
                    <a:pt x="531900" y="518484"/>
                    <a:pt x="531900" y="504563"/>
                  </a:cubicBezTo>
                  <a:lnTo>
                    <a:pt x="531900" y="25228"/>
                  </a:lnTo>
                  <a:cubicBezTo>
                    <a:pt x="531883" y="11289"/>
                    <a:pt x="520172" y="0"/>
                    <a:pt x="506250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3391789" y="5499158"/>
            <a:ext cx="489375" cy="523125"/>
            <a:chOff x="21085385" y="9758169"/>
            <a:chExt cx="489375" cy="523125"/>
          </a:xfrm>
          <a:solidFill>
            <a:schemeClr val="accent1"/>
          </a:solidFill>
        </p:grpSpPr>
        <p:sp>
          <p:nvSpPr>
            <p:cNvPr id="233" name="任意多边形: 形状 232"/>
            <p:cNvSpPr/>
            <p:nvPr/>
          </p:nvSpPr>
          <p:spPr>
            <a:xfrm>
              <a:off x="21085385" y="9758169"/>
              <a:ext cx="489375" cy="523125"/>
            </a:xfrm>
            <a:custGeom>
              <a:avLst/>
              <a:gdLst>
                <a:gd name="connsiteX0" fmla="*/ 416206 w 489375"/>
                <a:gd name="connsiteY0" fmla="*/ 267958 h 523125"/>
                <a:gd name="connsiteX1" fmla="*/ 495839 w 489375"/>
                <a:gd name="connsiteY1" fmla="*/ 128031 h 523125"/>
                <a:gd name="connsiteX2" fmla="*/ 440658 w 489375"/>
                <a:gd name="connsiteY2" fmla="*/ 108084 h 523125"/>
                <a:gd name="connsiteX3" fmla="*/ 334986 w 489375"/>
                <a:gd name="connsiteY3" fmla="*/ 129128 h 523125"/>
                <a:gd name="connsiteX4" fmla="*/ 251438 w 489375"/>
                <a:gd name="connsiteY4" fmla="*/ 0 h 523125"/>
                <a:gd name="connsiteX5" fmla="*/ 167569 w 489375"/>
                <a:gd name="connsiteY5" fmla="*/ 130663 h 523125"/>
                <a:gd name="connsiteX6" fmla="*/ 62421 w 489375"/>
                <a:gd name="connsiteY6" fmla="*/ 110498 h 523125"/>
                <a:gd name="connsiteX7" fmla="*/ 5316 w 489375"/>
                <a:gd name="connsiteY7" fmla="*/ 131153 h 523125"/>
                <a:gd name="connsiteX8" fmla="*/ 86704 w 489375"/>
                <a:gd name="connsiteY8" fmla="*/ 270034 h 523125"/>
                <a:gd name="connsiteX9" fmla="*/ 7088 w 489375"/>
                <a:gd name="connsiteY9" fmla="*/ 409961 h 523125"/>
                <a:gd name="connsiteX10" fmla="*/ 62320 w 489375"/>
                <a:gd name="connsiteY10" fmla="*/ 429908 h 523125"/>
                <a:gd name="connsiteX11" fmla="*/ 167924 w 489375"/>
                <a:gd name="connsiteY11" fmla="*/ 408915 h 523125"/>
                <a:gd name="connsiteX12" fmla="*/ 251455 w 489375"/>
                <a:gd name="connsiteY12" fmla="*/ 538009 h 523125"/>
                <a:gd name="connsiteX13" fmla="*/ 335324 w 489375"/>
                <a:gd name="connsiteY13" fmla="*/ 407363 h 523125"/>
                <a:gd name="connsiteX14" fmla="*/ 440455 w 489375"/>
                <a:gd name="connsiteY14" fmla="*/ 427511 h 523125"/>
                <a:gd name="connsiteX15" fmla="*/ 497577 w 489375"/>
                <a:gd name="connsiteY15" fmla="*/ 406873 h 523125"/>
                <a:gd name="connsiteX16" fmla="*/ 416206 w 489375"/>
                <a:gd name="connsiteY16" fmla="*/ 267958 h 523125"/>
                <a:gd name="connsiteX17" fmla="*/ 440658 w 489375"/>
                <a:gd name="connsiteY17" fmla="*/ 144686 h 523125"/>
                <a:gd name="connsiteX18" fmla="*/ 465801 w 489375"/>
                <a:gd name="connsiteY18" fmla="*/ 148230 h 523125"/>
                <a:gd name="connsiteX19" fmla="*/ 387788 w 489375"/>
                <a:gd name="connsiteY19" fmla="*/ 245649 h 523125"/>
                <a:gd name="connsiteX20" fmla="*/ 347440 w 489375"/>
                <a:gd name="connsiteY20" fmla="*/ 217772 h 523125"/>
                <a:gd name="connsiteX21" fmla="*/ 341686 w 489375"/>
                <a:gd name="connsiteY21" fmla="*/ 165291 h 523125"/>
                <a:gd name="connsiteX22" fmla="*/ 440658 w 489375"/>
                <a:gd name="connsiteY22" fmla="*/ 144686 h 523125"/>
                <a:gd name="connsiteX23" fmla="*/ 285829 w 489375"/>
                <a:gd name="connsiteY23" fmla="*/ 315866 h 523125"/>
                <a:gd name="connsiteX24" fmla="*/ 252096 w 489375"/>
                <a:gd name="connsiteY24" fmla="*/ 334226 h 523125"/>
                <a:gd name="connsiteX25" fmla="*/ 217688 w 489375"/>
                <a:gd name="connsiteY25" fmla="*/ 316103 h 523125"/>
                <a:gd name="connsiteX26" fmla="*/ 190030 w 489375"/>
                <a:gd name="connsiteY26" fmla="*/ 299818 h 523125"/>
                <a:gd name="connsiteX27" fmla="*/ 189355 w 489375"/>
                <a:gd name="connsiteY27" fmla="*/ 269038 h 523125"/>
                <a:gd name="connsiteX28" fmla="*/ 189996 w 489375"/>
                <a:gd name="connsiteY28" fmla="*/ 239237 h 523125"/>
                <a:gd name="connsiteX29" fmla="*/ 217114 w 489375"/>
                <a:gd name="connsiteY29" fmla="*/ 222885 h 523125"/>
                <a:gd name="connsiteX30" fmla="*/ 251539 w 489375"/>
                <a:gd name="connsiteY30" fmla="*/ 204154 h 523125"/>
                <a:gd name="connsiteX31" fmla="*/ 285239 w 489375"/>
                <a:gd name="connsiteY31" fmla="*/ 221974 h 523125"/>
                <a:gd name="connsiteX32" fmla="*/ 312931 w 489375"/>
                <a:gd name="connsiteY32" fmla="*/ 238174 h 523125"/>
                <a:gd name="connsiteX33" fmla="*/ 313606 w 489375"/>
                <a:gd name="connsiteY33" fmla="*/ 269038 h 523125"/>
                <a:gd name="connsiteX34" fmla="*/ 312948 w 489375"/>
                <a:gd name="connsiteY34" fmla="*/ 299548 h 523125"/>
                <a:gd name="connsiteX35" fmla="*/ 285829 w 489375"/>
                <a:gd name="connsiteY35" fmla="*/ 315866 h 523125"/>
                <a:gd name="connsiteX36" fmla="*/ 309691 w 489375"/>
                <a:gd name="connsiteY36" fmla="*/ 343001 h 523125"/>
                <a:gd name="connsiteX37" fmla="*/ 307750 w 489375"/>
                <a:gd name="connsiteY37" fmla="*/ 359235 h 523125"/>
                <a:gd name="connsiteX38" fmla="*/ 292461 w 489375"/>
                <a:gd name="connsiteY38" fmla="*/ 352890 h 523125"/>
                <a:gd name="connsiteX39" fmla="*/ 303700 w 489375"/>
                <a:gd name="connsiteY39" fmla="*/ 346528 h 523125"/>
                <a:gd name="connsiteX40" fmla="*/ 309691 w 489375"/>
                <a:gd name="connsiteY40" fmla="*/ 343001 h 523125"/>
                <a:gd name="connsiteX41" fmla="*/ 211816 w 489375"/>
                <a:gd name="connsiteY41" fmla="*/ 353514 h 523125"/>
                <a:gd name="connsiteX42" fmla="*/ 195430 w 489375"/>
                <a:gd name="connsiteY42" fmla="*/ 360534 h 523125"/>
                <a:gd name="connsiteX43" fmla="*/ 193287 w 489375"/>
                <a:gd name="connsiteY43" fmla="*/ 343221 h 523125"/>
                <a:gd name="connsiteX44" fmla="*/ 200290 w 489375"/>
                <a:gd name="connsiteY44" fmla="*/ 347186 h 523125"/>
                <a:gd name="connsiteX45" fmla="*/ 211816 w 489375"/>
                <a:gd name="connsiteY45" fmla="*/ 353514 h 523125"/>
                <a:gd name="connsiteX46" fmla="*/ 153732 w 489375"/>
                <a:gd name="connsiteY46" fmla="*/ 276244 h 523125"/>
                <a:gd name="connsiteX47" fmla="*/ 144704 w 489375"/>
                <a:gd name="connsiteY47" fmla="*/ 269882 h 523125"/>
                <a:gd name="connsiteX48" fmla="*/ 153732 w 489375"/>
                <a:gd name="connsiteY48" fmla="*/ 263368 h 523125"/>
                <a:gd name="connsiteX49" fmla="*/ 153698 w 489375"/>
                <a:gd name="connsiteY49" fmla="*/ 269004 h 523125"/>
                <a:gd name="connsiteX50" fmla="*/ 153732 w 489375"/>
                <a:gd name="connsiteY50" fmla="*/ 276244 h 523125"/>
                <a:gd name="connsiteX51" fmla="*/ 193270 w 489375"/>
                <a:gd name="connsiteY51" fmla="*/ 194974 h 523125"/>
                <a:gd name="connsiteX52" fmla="*/ 195228 w 489375"/>
                <a:gd name="connsiteY52" fmla="*/ 178757 h 523125"/>
                <a:gd name="connsiteX53" fmla="*/ 210533 w 489375"/>
                <a:gd name="connsiteY53" fmla="*/ 185085 h 523125"/>
                <a:gd name="connsiteX54" fmla="*/ 199294 w 489375"/>
                <a:gd name="connsiteY54" fmla="*/ 191464 h 523125"/>
                <a:gd name="connsiteX55" fmla="*/ 193270 w 489375"/>
                <a:gd name="connsiteY55" fmla="*/ 194974 h 523125"/>
                <a:gd name="connsiteX56" fmla="*/ 291921 w 489375"/>
                <a:gd name="connsiteY56" fmla="*/ 184916 h 523125"/>
                <a:gd name="connsiteX57" fmla="*/ 307649 w 489375"/>
                <a:gd name="connsiteY57" fmla="*/ 178200 h 523125"/>
                <a:gd name="connsiteX58" fmla="*/ 309691 w 489375"/>
                <a:gd name="connsiteY58" fmla="*/ 194754 h 523125"/>
                <a:gd name="connsiteX59" fmla="*/ 302671 w 489375"/>
                <a:gd name="connsiteY59" fmla="*/ 190806 h 523125"/>
                <a:gd name="connsiteX60" fmla="*/ 291921 w 489375"/>
                <a:gd name="connsiteY60" fmla="*/ 184916 h 523125"/>
                <a:gd name="connsiteX61" fmla="*/ 349195 w 489375"/>
                <a:gd name="connsiteY61" fmla="*/ 261731 h 523125"/>
                <a:gd name="connsiteX62" fmla="*/ 358679 w 489375"/>
                <a:gd name="connsiteY62" fmla="*/ 268448 h 523125"/>
                <a:gd name="connsiteX63" fmla="*/ 349195 w 489375"/>
                <a:gd name="connsiteY63" fmla="*/ 275316 h 523125"/>
                <a:gd name="connsiteX64" fmla="*/ 349229 w 489375"/>
                <a:gd name="connsiteY64" fmla="*/ 269021 h 523125"/>
                <a:gd name="connsiteX65" fmla="*/ 349195 w 489375"/>
                <a:gd name="connsiteY65" fmla="*/ 261731 h 523125"/>
                <a:gd name="connsiteX66" fmla="*/ 251472 w 489375"/>
                <a:gd name="connsiteY66" fmla="*/ 35674 h 523125"/>
                <a:gd name="connsiteX67" fmla="*/ 301253 w 489375"/>
                <a:gd name="connsiteY67" fmla="*/ 141581 h 523125"/>
                <a:gd name="connsiteX68" fmla="*/ 250797 w 489375"/>
                <a:gd name="connsiteY68" fmla="*/ 164042 h 523125"/>
                <a:gd name="connsiteX69" fmla="*/ 201454 w 489375"/>
                <a:gd name="connsiteY69" fmla="*/ 142763 h 523125"/>
                <a:gd name="connsiteX70" fmla="*/ 251472 w 489375"/>
                <a:gd name="connsiteY70" fmla="*/ 35674 h 523125"/>
                <a:gd name="connsiteX71" fmla="*/ 35590 w 489375"/>
                <a:gd name="connsiteY71" fmla="*/ 150626 h 523125"/>
                <a:gd name="connsiteX72" fmla="*/ 62438 w 489375"/>
                <a:gd name="connsiteY72" fmla="*/ 146154 h 523125"/>
                <a:gd name="connsiteX73" fmla="*/ 161106 w 489375"/>
                <a:gd name="connsiteY73" fmla="*/ 166185 h 523125"/>
                <a:gd name="connsiteX74" fmla="*/ 155419 w 489375"/>
                <a:gd name="connsiteY74" fmla="*/ 218599 h 523125"/>
                <a:gd name="connsiteX75" fmla="*/ 115038 w 489375"/>
                <a:gd name="connsiteY75" fmla="*/ 247236 h 523125"/>
                <a:gd name="connsiteX76" fmla="*/ 35590 w 489375"/>
                <a:gd name="connsiteY76" fmla="*/ 150626 h 523125"/>
                <a:gd name="connsiteX77" fmla="*/ 62337 w 489375"/>
                <a:gd name="connsiteY77" fmla="*/ 394335 h 523125"/>
                <a:gd name="connsiteX78" fmla="*/ 37126 w 489375"/>
                <a:gd name="connsiteY78" fmla="*/ 390251 h 523125"/>
                <a:gd name="connsiteX79" fmla="*/ 115561 w 489375"/>
                <a:gd name="connsiteY79" fmla="*/ 292663 h 523125"/>
                <a:gd name="connsiteX80" fmla="*/ 155453 w 489375"/>
                <a:gd name="connsiteY80" fmla="*/ 320254 h 523125"/>
                <a:gd name="connsiteX81" fmla="*/ 161359 w 489375"/>
                <a:gd name="connsiteY81" fmla="*/ 373545 h 523125"/>
                <a:gd name="connsiteX82" fmla="*/ 62337 w 489375"/>
                <a:gd name="connsiteY82" fmla="*/ 394335 h 523125"/>
                <a:gd name="connsiteX83" fmla="*/ 251472 w 489375"/>
                <a:gd name="connsiteY83" fmla="*/ 502301 h 523125"/>
                <a:gd name="connsiteX84" fmla="*/ 201708 w 489375"/>
                <a:gd name="connsiteY84" fmla="*/ 396394 h 523125"/>
                <a:gd name="connsiteX85" fmla="*/ 252113 w 489375"/>
                <a:gd name="connsiteY85" fmla="*/ 373950 h 523125"/>
                <a:gd name="connsiteX86" fmla="*/ 301489 w 489375"/>
                <a:gd name="connsiteY86" fmla="*/ 395263 h 523125"/>
                <a:gd name="connsiteX87" fmla="*/ 251472 w 489375"/>
                <a:gd name="connsiteY87" fmla="*/ 502301 h 523125"/>
                <a:gd name="connsiteX88" fmla="*/ 440506 w 489375"/>
                <a:gd name="connsiteY88" fmla="*/ 391821 h 523125"/>
                <a:gd name="connsiteX89" fmla="*/ 341838 w 489375"/>
                <a:gd name="connsiteY89" fmla="*/ 371773 h 523125"/>
                <a:gd name="connsiteX90" fmla="*/ 347524 w 489375"/>
                <a:gd name="connsiteY90" fmla="*/ 319376 h 523125"/>
                <a:gd name="connsiteX91" fmla="*/ 387906 w 489375"/>
                <a:gd name="connsiteY91" fmla="*/ 290756 h 523125"/>
                <a:gd name="connsiteX92" fmla="*/ 467371 w 489375"/>
                <a:gd name="connsiteY92" fmla="*/ 387383 h 523125"/>
                <a:gd name="connsiteX93" fmla="*/ 440506 w 489375"/>
                <a:gd name="connsiteY93" fmla="*/ 391821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489375" h="523125">
                  <a:moveTo>
                    <a:pt x="416206" y="267958"/>
                  </a:moveTo>
                  <a:cubicBezTo>
                    <a:pt x="481951" y="211596"/>
                    <a:pt x="515431" y="157123"/>
                    <a:pt x="495839" y="128031"/>
                  </a:cubicBezTo>
                  <a:cubicBezTo>
                    <a:pt x="486743" y="114514"/>
                    <a:pt x="467303" y="108084"/>
                    <a:pt x="440658" y="108084"/>
                  </a:cubicBezTo>
                  <a:cubicBezTo>
                    <a:pt x="412240" y="108084"/>
                    <a:pt x="375756" y="115408"/>
                    <a:pt x="334986" y="129128"/>
                  </a:cubicBezTo>
                  <a:cubicBezTo>
                    <a:pt x="317774" y="51705"/>
                    <a:pt x="286825" y="0"/>
                    <a:pt x="251438" y="0"/>
                  </a:cubicBezTo>
                  <a:cubicBezTo>
                    <a:pt x="215815" y="0"/>
                    <a:pt x="184664" y="52397"/>
                    <a:pt x="167569" y="130663"/>
                  </a:cubicBezTo>
                  <a:cubicBezTo>
                    <a:pt x="127120" y="117484"/>
                    <a:pt x="90805" y="110498"/>
                    <a:pt x="62421" y="110498"/>
                  </a:cubicBezTo>
                  <a:cubicBezTo>
                    <a:pt x="34696" y="110498"/>
                    <a:pt x="14479" y="117146"/>
                    <a:pt x="5316" y="131153"/>
                  </a:cubicBezTo>
                  <a:cubicBezTo>
                    <a:pt x="-13887" y="160498"/>
                    <a:pt x="20234" y="214532"/>
                    <a:pt x="86704" y="270034"/>
                  </a:cubicBezTo>
                  <a:cubicBezTo>
                    <a:pt x="20943" y="326396"/>
                    <a:pt x="-12504" y="380869"/>
                    <a:pt x="7088" y="409961"/>
                  </a:cubicBezTo>
                  <a:cubicBezTo>
                    <a:pt x="16184" y="423512"/>
                    <a:pt x="35641" y="429908"/>
                    <a:pt x="62320" y="429908"/>
                  </a:cubicBezTo>
                  <a:cubicBezTo>
                    <a:pt x="90670" y="429908"/>
                    <a:pt x="127171" y="422584"/>
                    <a:pt x="167924" y="408915"/>
                  </a:cubicBezTo>
                  <a:cubicBezTo>
                    <a:pt x="185086" y="486321"/>
                    <a:pt x="216051" y="538009"/>
                    <a:pt x="251455" y="538009"/>
                  </a:cubicBezTo>
                  <a:cubicBezTo>
                    <a:pt x="287112" y="538009"/>
                    <a:pt x="318246" y="485629"/>
                    <a:pt x="335324" y="407363"/>
                  </a:cubicBezTo>
                  <a:cubicBezTo>
                    <a:pt x="375756" y="420542"/>
                    <a:pt x="412105" y="427511"/>
                    <a:pt x="440455" y="427511"/>
                  </a:cubicBezTo>
                  <a:cubicBezTo>
                    <a:pt x="468231" y="427511"/>
                    <a:pt x="488380" y="420863"/>
                    <a:pt x="497577" y="406873"/>
                  </a:cubicBezTo>
                  <a:cubicBezTo>
                    <a:pt x="516831" y="377511"/>
                    <a:pt x="482693" y="323443"/>
                    <a:pt x="416206" y="267958"/>
                  </a:cubicBezTo>
                  <a:close/>
                  <a:moveTo>
                    <a:pt x="440658" y="144686"/>
                  </a:moveTo>
                  <a:cubicBezTo>
                    <a:pt x="457296" y="144686"/>
                    <a:pt x="464114" y="147353"/>
                    <a:pt x="465801" y="148230"/>
                  </a:cubicBezTo>
                  <a:cubicBezTo>
                    <a:pt x="466561" y="160886"/>
                    <a:pt x="443763" y="198804"/>
                    <a:pt x="387788" y="245649"/>
                  </a:cubicBezTo>
                  <a:cubicBezTo>
                    <a:pt x="375166" y="236267"/>
                    <a:pt x="361683" y="226935"/>
                    <a:pt x="347440" y="217772"/>
                  </a:cubicBezTo>
                  <a:cubicBezTo>
                    <a:pt x="346191" y="199564"/>
                    <a:pt x="344251" y="181997"/>
                    <a:pt x="341686" y="165291"/>
                  </a:cubicBezTo>
                  <a:cubicBezTo>
                    <a:pt x="379958" y="152094"/>
                    <a:pt x="414501" y="144686"/>
                    <a:pt x="440658" y="144686"/>
                  </a:cubicBezTo>
                  <a:close/>
                  <a:moveTo>
                    <a:pt x="285829" y="315866"/>
                  </a:moveTo>
                  <a:cubicBezTo>
                    <a:pt x="274658" y="322296"/>
                    <a:pt x="263386" y="328455"/>
                    <a:pt x="252096" y="334226"/>
                  </a:cubicBezTo>
                  <a:cubicBezTo>
                    <a:pt x="240604" y="328523"/>
                    <a:pt x="229113" y="322464"/>
                    <a:pt x="217688" y="316103"/>
                  </a:cubicBezTo>
                  <a:cubicBezTo>
                    <a:pt x="208036" y="310686"/>
                    <a:pt x="198856" y="305252"/>
                    <a:pt x="190030" y="299818"/>
                  </a:cubicBezTo>
                  <a:cubicBezTo>
                    <a:pt x="189608" y="289896"/>
                    <a:pt x="189355" y="279669"/>
                    <a:pt x="189355" y="269038"/>
                  </a:cubicBezTo>
                  <a:cubicBezTo>
                    <a:pt x="189355" y="258761"/>
                    <a:pt x="189591" y="248856"/>
                    <a:pt x="189996" y="239237"/>
                  </a:cubicBezTo>
                  <a:cubicBezTo>
                    <a:pt x="198619" y="233820"/>
                    <a:pt x="207614" y="228353"/>
                    <a:pt x="217114" y="222885"/>
                  </a:cubicBezTo>
                  <a:cubicBezTo>
                    <a:pt x="228539" y="216304"/>
                    <a:pt x="240031" y="210060"/>
                    <a:pt x="251539" y="204154"/>
                  </a:cubicBezTo>
                  <a:cubicBezTo>
                    <a:pt x="262812" y="209773"/>
                    <a:pt x="274068" y="215730"/>
                    <a:pt x="285239" y="221974"/>
                  </a:cubicBezTo>
                  <a:cubicBezTo>
                    <a:pt x="294891" y="227391"/>
                    <a:pt x="304088" y="232791"/>
                    <a:pt x="312931" y="238174"/>
                  </a:cubicBezTo>
                  <a:cubicBezTo>
                    <a:pt x="313319" y="248113"/>
                    <a:pt x="313606" y="258373"/>
                    <a:pt x="313606" y="269038"/>
                  </a:cubicBezTo>
                  <a:cubicBezTo>
                    <a:pt x="313606" y="279551"/>
                    <a:pt x="313353" y="289710"/>
                    <a:pt x="312948" y="299548"/>
                  </a:cubicBezTo>
                  <a:cubicBezTo>
                    <a:pt x="304308" y="304948"/>
                    <a:pt x="295296" y="310382"/>
                    <a:pt x="285829" y="315866"/>
                  </a:cubicBezTo>
                  <a:close/>
                  <a:moveTo>
                    <a:pt x="309691" y="343001"/>
                  </a:moveTo>
                  <a:cubicBezTo>
                    <a:pt x="309100" y="348536"/>
                    <a:pt x="308476" y="353953"/>
                    <a:pt x="307750" y="359235"/>
                  </a:cubicBezTo>
                  <a:cubicBezTo>
                    <a:pt x="302671" y="357193"/>
                    <a:pt x="297558" y="355084"/>
                    <a:pt x="292461" y="352890"/>
                  </a:cubicBezTo>
                  <a:cubicBezTo>
                    <a:pt x="296208" y="350781"/>
                    <a:pt x="299903" y="348671"/>
                    <a:pt x="303700" y="346528"/>
                  </a:cubicBezTo>
                  <a:cubicBezTo>
                    <a:pt x="305658" y="345364"/>
                    <a:pt x="307666" y="344166"/>
                    <a:pt x="309691" y="343001"/>
                  </a:cubicBezTo>
                  <a:close/>
                  <a:moveTo>
                    <a:pt x="211816" y="353514"/>
                  </a:moveTo>
                  <a:cubicBezTo>
                    <a:pt x="206331" y="355944"/>
                    <a:pt x="200864" y="358290"/>
                    <a:pt x="195430" y="360534"/>
                  </a:cubicBezTo>
                  <a:cubicBezTo>
                    <a:pt x="194637" y="354932"/>
                    <a:pt x="193945" y="349144"/>
                    <a:pt x="193287" y="343221"/>
                  </a:cubicBezTo>
                  <a:cubicBezTo>
                    <a:pt x="195599" y="344554"/>
                    <a:pt x="197911" y="345887"/>
                    <a:pt x="200290" y="347186"/>
                  </a:cubicBezTo>
                  <a:cubicBezTo>
                    <a:pt x="204154" y="349329"/>
                    <a:pt x="207985" y="351439"/>
                    <a:pt x="211816" y="353514"/>
                  </a:cubicBezTo>
                  <a:close/>
                  <a:moveTo>
                    <a:pt x="153732" y="276244"/>
                  </a:moveTo>
                  <a:cubicBezTo>
                    <a:pt x="150661" y="274134"/>
                    <a:pt x="147657" y="272008"/>
                    <a:pt x="144704" y="269882"/>
                  </a:cubicBezTo>
                  <a:cubicBezTo>
                    <a:pt x="147657" y="267739"/>
                    <a:pt x="150661" y="265545"/>
                    <a:pt x="153732" y="263368"/>
                  </a:cubicBezTo>
                  <a:cubicBezTo>
                    <a:pt x="153715" y="265241"/>
                    <a:pt x="153698" y="267114"/>
                    <a:pt x="153698" y="269004"/>
                  </a:cubicBezTo>
                  <a:cubicBezTo>
                    <a:pt x="153698" y="271418"/>
                    <a:pt x="153715" y="273848"/>
                    <a:pt x="153732" y="276244"/>
                  </a:cubicBezTo>
                  <a:close/>
                  <a:moveTo>
                    <a:pt x="193270" y="194974"/>
                  </a:moveTo>
                  <a:cubicBezTo>
                    <a:pt x="193861" y="189439"/>
                    <a:pt x="194502" y="184022"/>
                    <a:pt x="195228" y="178757"/>
                  </a:cubicBezTo>
                  <a:cubicBezTo>
                    <a:pt x="200307" y="180799"/>
                    <a:pt x="205403" y="182908"/>
                    <a:pt x="210533" y="185085"/>
                  </a:cubicBezTo>
                  <a:cubicBezTo>
                    <a:pt x="206787" y="187194"/>
                    <a:pt x="203058" y="189304"/>
                    <a:pt x="199294" y="191464"/>
                  </a:cubicBezTo>
                  <a:cubicBezTo>
                    <a:pt x="197253" y="192628"/>
                    <a:pt x="195261" y="193809"/>
                    <a:pt x="193270" y="194974"/>
                  </a:cubicBezTo>
                  <a:close/>
                  <a:moveTo>
                    <a:pt x="291921" y="184916"/>
                  </a:moveTo>
                  <a:cubicBezTo>
                    <a:pt x="297186" y="182588"/>
                    <a:pt x="302434" y="180343"/>
                    <a:pt x="307649" y="178200"/>
                  </a:cubicBezTo>
                  <a:cubicBezTo>
                    <a:pt x="308408" y="183549"/>
                    <a:pt x="309066" y="189135"/>
                    <a:pt x="309691" y="194754"/>
                  </a:cubicBezTo>
                  <a:cubicBezTo>
                    <a:pt x="307362" y="193438"/>
                    <a:pt x="305084" y="192105"/>
                    <a:pt x="302671" y="190806"/>
                  </a:cubicBezTo>
                  <a:cubicBezTo>
                    <a:pt x="299110" y="188814"/>
                    <a:pt x="295516" y="186840"/>
                    <a:pt x="291921" y="184916"/>
                  </a:cubicBezTo>
                  <a:close/>
                  <a:moveTo>
                    <a:pt x="349195" y="261731"/>
                  </a:moveTo>
                  <a:cubicBezTo>
                    <a:pt x="352401" y="263993"/>
                    <a:pt x="355624" y="266220"/>
                    <a:pt x="358679" y="268448"/>
                  </a:cubicBezTo>
                  <a:cubicBezTo>
                    <a:pt x="355557" y="270709"/>
                    <a:pt x="352418" y="273004"/>
                    <a:pt x="349195" y="275316"/>
                  </a:cubicBezTo>
                  <a:cubicBezTo>
                    <a:pt x="349229" y="273240"/>
                    <a:pt x="349229" y="271131"/>
                    <a:pt x="349229" y="269021"/>
                  </a:cubicBezTo>
                  <a:cubicBezTo>
                    <a:pt x="349229" y="266574"/>
                    <a:pt x="349229" y="264161"/>
                    <a:pt x="349195" y="261731"/>
                  </a:cubicBezTo>
                  <a:close/>
                  <a:moveTo>
                    <a:pt x="251472" y="35674"/>
                  </a:moveTo>
                  <a:cubicBezTo>
                    <a:pt x="262154" y="35674"/>
                    <a:pt x="286386" y="71753"/>
                    <a:pt x="301253" y="141581"/>
                  </a:cubicBezTo>
                  <a:cubicBezTo>
                    <a:pt x="284834" y="148179"/>
                    <a:pt x="267925" y="155672"/>
                    <a:pt x="250797" y="164042"/>
                  </a:cubicBezTo>
                  <a:cubicBezTo>
                    <a:pt x="234023" y="156128"/>
                    <a:pt x="217503" y="149006"/>
                    <a:pt x="201454" y="142763"/>
                  </a:cubicBezTo>
                  <a:cubicBezTo>
                    <a:pt x="216271" y="72158"/>
                    <a:pt x="240723" y="35674"/>
                    <a:pt x="251472" y="35674"/>
                  </a:cubicBezTo>
                  <a:close/>
                  <a:moveTo>
                    <a:pt x="35590" y="150626"/>
                  </a:moveTo>
                  <a:cubicBezTo>
                    <a:pt x="37834" y="149361"/>
                    <a:pt x="45074" y="146154"/>
                    <a:pt x="62438" y="146154"/>
                  </a:cubicBezTo>
                  <a:cubicBezTo>
                    <a:pt x="88594" y="146154"/>
                    <a:pt x="123070" y="153377"/>
                    <a:pt x="161106" y="166185"/>
                  </a:cubicBezTo>
                  <a:cubicBezTo>
                    <a:pt x="158609" y="182874"/>
                    <a:pt x="156668" y="200391"/>
                    <a:pt x="155419" y="218599"/>
                  </a:cubicBezTo>
                  <a:cubicBezTo>
                    <a:pt x="141160" y="228032"/>
                    <a:pt x="127643" y="237617"/>
                    <a:pt x="115038" y="247236"/>
                  </a:cubicBezTo>
                  <a:cubicBezTo>
                    <a:pt x="58523" y="201150"/>
                    <a:pt x="35202" y="163434"/>
                    <a:pt x="35590" y="150626"/>
                  </a:cubicBezTo>
                  <a:close/>
                  <a:moveTo>
                    <a:pt x="62337" y="394335"/>
                  </a:moveTo>
                  <a:cubicBezTo>
                    <a:pt x="45648" y="394335"/>
                    <a:pt x="38830" y="391146"/>
                    <a:pt x="37126" y="390251"/>
                  </a:cubicBezTo>
                  <a:cubicBezTo>
                    <a:pt x="36383" y="377578"/>
                    <a:pt x="59249" y="339592"/>
                    <a:pt x="115561" y="292663"/>
                  </a:cubicBezTo>
                  <a:cubicBezTo>
                    <a:pt x="128065" y="301928"/>
                    <a:pt x="141379" y="311192"/>
                    <a:pt x="155453" y="320254"/>
                  </a:cubicBezTo>
                  <a:cubicBezTo>
                    <a:pt x="156769" y="338783"/>
                    <a:pt x="158727" y="356603"/>
                    <a:pt x="161359" y="373545"/>
                  </a:cubicBezTo>
                  <a:cubicBezTo>
                    <a:pt x="123070" y="386859"/>
                    <a:pt x="88476" y="394335"/>
                    <a:pt x="62337" y="394335"/>
                  </a:cubicBezTo>
                  <a:close/>
                  <a:moveTo>
                    <a:pt x="251472" y="502301"/>
                  </a:moveTo>
                  <a:cubicBezTo>
                    <a:pt x="240790" y="502301"/>
                    <a:pt x="216541" y="466239"/>
                    <a:pt x="201708" y="396394"/>
                  </a:cubicBezTo>
                  <a:cubicBezTo>
                    <a:pt x="218110" y="389813"/>
                    <a:pt x="234985" y="382303"/>
                    <a:pt x="252113" y="373950"/>
                  </a:cubicBezTo>
                  <a:cubicBezTo>
                    <a:pt x="268887" y="381915"/>
                    <a:pt x="285424" y="389003"/>
                    <a:pt x="301489" y="395263"/>
                  </a:cubicBezTo>
                  <a:cubicBezTo>
                    <a:pt x="286673" y="465834"/>
                    <a:pt x="262221" y="502301"/>
                    <a:pt x="251472" y="502301"/>
                  </a:cubicBezTo>
                  <a:close/>
                  <a:moveTo>
                    <a:pt x="440506" y="391821"/>
                  </a:moveTo>
                  <a:cubicBezTo>
                    <a:pt x="414366" y="391821"/>
                    <a:pt x="379891" y="384598"/>
                    <a:pt x="341838" y="371773"/>
                  </a:cubicBezTo>
                  <a:cubicBezTo>
                    <a:pt x="344352" y="355084"/>
                    <a:pt x="346276" y="337568"/>
                    <a:pt x="347524" y="319376"/>
                  </a:cubicBezTo>
                  <a:cubicBezTo>
                    <a:pt x="361801" y="309926"/>
                    <a:pt x="375284" y="300392"/>
                    <a:pt x="387906" y="290756"/>
                  </a:cubicBezTo>
                  <a:cubicBezTo>
                    <a:pt x="444488" y="336876"/>
                    <a:pt x="467759" y="374574"/>
                    <a:pt x="467371" y="387383"/>
                  </a:cubicBezTo>
                  <a:cubicBezTo>
                    <a:pt x="465126" y="388665"/>
                    <a:pt x="457870" y="391821"/>
                    <a:pt x="440506" y="39182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4" name="任意多边形: 形状 233"/>
            <p:cNvSpPr/>
            <p:nvPr/>
          </p:nvSpPr>
          <p:spPr>
            <a:xfrm>
              <a:off x="21301943" y="9989998"/>
              <a:ext cx="67500" cy="67500"/>
            </a:xfrm>
            <a:custGeom>
              <a:avLst/>
              <a:gdLst>
                <a:gd name="connsiteX0" fmla="*/ 69829 w 67500"/>
                <a:gd name="connsiteY0" fmla="*/ 34914 h 67500"/>
                <a:gd name="connsiteX1" fmla="*/ 34914 w 67500"/>
                <a:gd name="connsiteY1" fmla="*/ 69829 h 67500"/>
                <a:gd name="connsiteX2" fmla="*/ 0 w 67500"/>
                <a:gd name="connsiteY2" fmla="*/ 34914 h 67500"/>
                <a:gd name="connsiteX3" fmla="*/ 34914 w 67500"/>
                <a:gd name="connsiteY3" fmla="*/ 0 h 67500"/>
                <a:gd name="connsiteX4" fmla="*/ 69829 w 67500"/>
                <a:gd name="connsiteY4" fmla="*/ 34914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69829" y="34914"/>
                  </a:moveTo>
                  <a:cubicBezTo>
                    <a:pt x="69829" y="54197"/>
                    <a:pt x="54197" y="69829"/>
                    <a:pt x="34914" y="69829"/>
                  </a:cubicBezTo>
                  <a:cubicBezTo>
                    <a:pt x="15632" y="69829"/>
                    <a:pt x="0" y="54197"/>
                    <a:pt x="0" y="34914"/>
                  </a:cubicBezTo>
                  <a:cubicBezTo>
                    <a:pt x="0" y="15632"/>
                    <a:pt x="15632" y="0"/>
                    <a:pt x="34914" y="0"/>
                  </a:cubicBezTo>
                  <a:cubicBezTo>
                    <a:pt x="54197" y="0"/>
                    <a:pt x="69829" y="15632"/>
                    <a:pt x="69829" y="3491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35" name="图形 273"/>
          <p:cNvSpPr/>
          <p:nvPr/>
        </p:nvSpPr>
        <p:spPr>
          <a:xfrm>
            <a:off x="4610989" y="5499158"/>
            <a:ext cx="455625" cy="523125"/>
          </a:xfrm>
          <a:custGeom>
            <a:avLst/>
            <a:gdLst>
              <a:gd name="connsiteX0" fmla="*/ 162426 w 455625"/>
              <a:gd name="connsiteY0" fmla="*/ 536793 h 523125"/>
              <a:gd name="connsiteX1" fmla="*/ 96513 w 455625"/>
              <a:gd name="connsiteY1" fmla="*/ 513658 h 523125"/>
              <a:gd name="connsiteX2" fmla="*/ 55861 w 455625"/>
              <a:gd name="connsiteY2" fmla="*/ 481055 h 523125"/>
              <a:gd name="connsiteX3" fmla="*/ 16896 w 455625"/>
              <a:gd name="connsiteY3" fmla="*/ 410231 h 523125"/>
              <a:gd name="connsiteX4" fmla="*/ 39458 w 455625"/>
              <a:gd name="connsiteY4" fmla="*/ 332572 h 523125"/>
              <a:gd name="connsiteX5" fmla="*/ 173901 w 455625"/>
              <a:gd name="connsiteY5" fmla="*/ 164750 h 523125"/>
              <a:gd name="connsiteX6" fmla="*/ 227024 w 455625"/>
              <a:gd name="connsiteY6" fmla="*/ 135540 h 523125"/>
              <a:gd name="connsiteX7" fmla="*/ 285226 w 455625"/>
              <a:gd name="connsiteY7" fmla="*/ 152499 h 523125"/>
              <a:gd name="connsiteX8" fmla="*/ 296009 w 455625"/>
              <a:gd name="connsiteY8" fmla="*/ 161105 h 523125"/>
              <a:gd name="connsiteX9" fmla="*/ 325203 w 455625"/>
              <a:gd name="connsiteY9" fmla="*/ 214295 h 523125"/>
              <a:gd name="connsiteX10" fmla="*/ 308328 w 455625"/>
              <a:gd name="connsiteY10" fmla="*/ 272463 h 523125"/>
              <a:gd name="connsiteX11" fmla="*/ 211296 w 455625"/>
              <a:gd name="connsiteY11" fmla="*/ 393542 h 523125"/>
              <a:gd name="connsiteX12" fmla="*/ 170239 w 455625"/>
              <a:gd name="connsiteY12" fmla="*/ 398081 h 523125"/>
              <a:gd name="connsiteX13" fmla="*/ 165683 w 455625"/>
              <a:gd name="connsiteY13" fmla="*/ 357024 h 523125"/>
              <a:gd name="connsiteX14" fmla="*/ 262714 w 455625"/>
              <a:gd name="connsiteY14" fmla="*/ 235929 h 523125"/>
              <a:gd name="connsiteX15" fmla="*/ 267153 w 455625"/>
              <a:gd name="connsiteY15" fmla="*/ 220674 h 523125"/>
              <a:gd name="connsiteX16" fmla="*/ 259474 w 455625"/>
              <a:gd name="connsiteY16" fmla="*/ 206702 h 523125"/>
              <a:gd name="connsiteX17" fmla="*/ 248708 w 455625"/>
              <a:gd name="connsiteY17" fmla="*/ 198095 h 523125"/>
              <a:gd name="connsiteX18" fmla="*/ 219464 w 455625"/>
              <a:gd name="connsiteY18" fmla="*/ 201318 h 523125"/>
              <a:gd name="connsiteX19" fmla="*/ 85004 w 455625"/>
              <a:gd name="connsiteY19" fmla="*/ 369140 h 523125"/>
              <a:gd name="connsiteX20" fmla="*/ 74913 w 455625"/>
              <a:gd name="connsiteY20" fmla="*/ 403818 h 523125"/>
              <a:gd name="connsiteX21" fmla="*/ 92311 w 455625"/>
              <a:gd name="connsiteY21" fmla="*/ 435493 h 523125"/>
              <a:gd name="connsiteX22" fmla="*/ 132963 w 455625"/>
              <a:gd name="connsiteY22" fmla="*/ 468095 h 523125"/>
              <a:gd name="connsiteX23" fmla="*/ 199315 w 455625"/>
              <a:gd name="connsiteY23" fmla="*/ 460738 h 523125"/>
              <a:gd name="connsiteX24" fmla="*/ 388433 w 455625"/>
              <a:gd name="connsiteY24" fmla="*/ 224673 h 523125"/>
              <a:gd name="connsiteX25" fmla="*/ 381093 w 455625"/>
              <a:gd name="connsiteY25" fmla="*/ 158321 h 523125"/>
              <a:gd name="connsiteX26" fmla="*/ 269397 w 455625"/>
              <a:gd name="connsiteY26" fmla="*/ 68833 h 523125"/>
              <a:gd name="connsiteX27" fmla="*/ 234702 w 455625"/>
              <a:gd name="connsiteY27" fmla="*/ 58725 h 523125"/>
              <a:gd name="connsiteX28" fmla="*/ 203044 w 455625"/>
              <a:gd name="connsiteY28" fmla="*/ 76123 h 523125"/>
              <a:gd name="connsiteX29" fmla="*/ 52013 w 455625"/>
              <a:gd name="connsiteY29" fmla="*/ 264735 h 523125"/>
              <a:gd name="connsiteX30" fmla="*/ 10956 w 455625"/>
              <a:gd name="connsiteY30" fmla="*/ 269291 h 523125"/>
              <a:gd name="connsiteX31" fmla="*/ 6400 w 455625"/>
              <a:gd name="connsiteY31" fmla="*/ 228217 h 523125"/>
              <a:gd name="connsiteX32" fmla="*/ 157482 w 455625"/>
              <a:gd name="connsiteY32" fmla="*/ 39639 h 523125"/>
              <a:gd name="connsiteX33" fmla="*/ 228306 w 455625"/>
              <a:gd name="connsiteY33" fmla="*/ 658 h 523125"/>
              <a:gd name="connsiteX34" fmla="*/ 305948 w 455625"/>
              <a:gd name="connsiteY34" fmla="*/ 23253 h 523125"/>
              <a:gd name="connsiteX35" fmla="*/ 417627 w 455625"/>
              <a:gd name="connsiteY35" fmla="*/ 112725 h 523125"/>
              <a:gd name="connsiteX36" fmla="*/ 434046 w 455625"/>
              <a:gd name="connsiteY36" fmla="*/ 261174 h 523125"/>
              <a:gd name="connsiteX37" fmla="*/ 244962 w 455625"/>
              <a:gd name="connsiteY37" fmla="*/ 497255 h 523125"/>
              <a:gd name="connsiteX38" fmla="*/ 162426 w 455625"/>
              <a:gd name="connsiteY38" fmla="*/ 536793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55625" h="523125">
                <a:moveTo>
                  <a:pt x="162426" y="536793"/>
                </a:moveTo>
                <a:cubicBezTo>
                  <a:pt x="139274" y="536793"/>
                  <a:pt x="115953" y="529233"/>
                  <a:pt x="96513" y="513658"/>
                </a:cubicBezTo>
                <a:lnTo>
                  <a:pt x="55861" y="481055"/>
                </a:lnTo>
                <a:cubicBezTo>
                  <a:pt x="33839" y="463421"/>
                  <a:pt x="20001" y="438277"/>
                  <a:pt x="16896" y="410231"/>
                </a:cubicBezTo>
                <a:cubicBezTo>
                  <a:pt x="13842" y="382539"/>
                  <a:pt x="22060" y="354290"/>
                  <a:pt x="39458" y="332572"/>
                </a:cubicBezTo>
                <a:lnTo>
                  <a:pt x="173901" y="164750"/>
                </a:lnTo>
                <a:cubicBezTo>
                  <a:pt x="187131" y="148213"/>
                  <a:pt x="205998" y="137868"/>
                  <a:pt x="227024" y="135540"/>
                </a:cubicBezTo>
                <a:cubicBezTo>
                  <a:pt x="248219" y="133295"/>
                  <a:pt x="268739" y="139286"/>
                  <a:pt x="285226" y="152499"/>
                </a:cubicBezTo>
                <a:lnTo>
                  <a:pt x="296009" y="161105"/>
                </a:lnTo>
                <a:cubicBezTo>
                  <a:pt x="312546" y="174386"/>
                  <a:pt x="322941" y="193252"/>
                  <a:pt x="325203" y="214295"/>
                </a:cubicBezTo>
                <a:cubicBezTo>
                  <a:pt x="327565" y="235254"/>
                  <a:pt x="321541" y="255960"/>
                  <a:pt x="308328" y="272463"/>
                </a:cubicBezTo>
                <a:lnTo>
                  <a:pt x="211296" y="393542"/>
                </a:lnTo>
                <a:cubicBezTo>
                  <a:pt x="201171" y="406113"/>
                  <a:pt x="182794" y="408122"/>
                  <a:pt x="170239" y="398081"/>
                </a:cubicBezTo>
                <a:cubicBezTo>
                  <a:pt x="157651" y="387973"/>
                  <a:pt x="155609" y="369596"/>
                  <a:pt x="165683" y="357024"/>
                </a:cubicBezTo>
                <a:lnTo>
                  <a:pt x="262714" y="235929"/>
                </a:lnTo>
                <a:cubicBezTo>
                  <a:pt x="266174" y="231592"/>
                  <a:pt x="267777" y="226175"/>
                  <a:pt x="267153" y="220674"/>
                </a:cubicBezTo>
                <a:cubicBezTo>
                  <a:pt x="266545" y="215105"/>
                  <a:pt x="263828" y="210161"/>
                  <a:pt x="259474" y="206702"/>
                </a:cubicBezTo>
                <a:lnTo>
                  <a:pt x="248708" y="198095"/>
                </a:lnTo>
                <a:cubicBezTo>
                  <a:pt x="239748" y="190873"/>
                  <a:pt x="226619" y="192324"/>
                  <a:pt x="219464" y="201318"/>
                </a:cubicBezTo>
                <a:lnTo>
                  <a:pt x="85004" y="369140"/>
                </a:lnTo>
                <a:cubicBezTo>
                  <a:pt x="77224" y="378827"/>
                  <a:pt x="73546" y="391449"/>
                  <a:pt x="74913" y="403818"/>
                </a:cubicBezTo>
                <a:cubicBezTo>
                  <a:pt x="76296" y="416373"/>
                  <a:pt x="82456" y="427612"/>
                  <a:pt x="92311" y="435493"/>
                </a:cubicBezTo>
                <a:lnTo>
                  <a:pt x="132963" y="468095"/>
                </a:lnTo>
                <a:cubicBezTo>
                  <a:pt x="153246" y="484329"/>
                  <a:pt x="183031" y="481106"/>
                  <a:pt x="199315" y="460738"/>
                </a:cubicBezTo>
                <a:lnTo>
                  <a:pt x="388433" y="224673"/>
                </a:lnTo>
                <a:cubicBezTo>
                  <a:pt x="404718" y="204339"/>
                  <a:pt x="401444" y="174572"/>
                  <a:pt x="381093" y="158321"/>
                </a:cubicBezTo>
                <a:lnTo>
                  <a:pt x="269397" y="68833"/>
                </a:lnTo>
                <a:cubicBezTo>
                  <a:pt x="259525" y="60918"/>
                  <a:pt x="247173" y="57240"/>
                  <a:pt x="234702" y="58725"/>
                </a:cubicBezTo>
                <a:cubicBezTo>
                  <a:pt x="222164" y="60092"/>
                  <a:pt x="210925" y="66268"/>
                  <a:pt x="203044" y="76123"/>
                </a:cubicBezTo>
                <a:lnTo>
                  <a:pt x="52013" y="264735"/>
                </a:lnTo>
                <a:cubicBezTo>
                  <a:pt x="41888" y="277340"/>
                  <a:pt x="23511" y="279365"/>
                  <a:pt x="10956" y="269291"/>
                </a:cubicBezTo>
                <a:cubicBezTo>
                  <a:pt x="-1632" y="259183"/>
                  <a:pt x="-3674" y="240806"/>
                  <a:pt x="6400" y="228217"/>
                </a:cubicBezTo>
                <a:lnTo>
                  <a:pt x="157482" y="39639"/>
                </a:lnTo>
                <a:cubicBezTo>
                  <a:pt x="175116" y="17600"/>
                  <a:pt x="200260" y="3763"/>
                  <a:pt x="228306" y="658"/>
                </a:cubicBezTo>
                <a:cubicBezTo>
                  <a:pt x="256471" y="-2464"/>
                  <a:pt x="283909" y="5602"/>
                  <a:pt x="305948" y="23253"/>
                </a:cubicBezTo>
                <a:lnTo>
                  <a:pt x="417627" y="112725"/>
                </a:lnTo>
                <a:cubicBezTo>
                  <a:pt x="463071" y="149107"/>
                  <a:pt x="470429" y="215713"/>
                  <a:pt x="434046" y="261174"/>
                </a:cubicBezTo>
                <a:lnTo>
                  <a:pt x="244962" y="497255"/>
                </a:lnTo>
                <a:cubicBezTo>
                  <a:pt x="224121" y="523260"/>
                  <a:pt x="193409" y="536793"/>
                  <a:pt x="162426" y="53679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36" name="组合 235"/>
          <p:cNvGrpSpPr/>
          <p:nvPr/>
        </p:nvGrpSpPr>
        <p:grpSpPr>
          <a:xfrm>
            <a:off x="5830189" y="5505368"/>
            <a:ext cx="512240" cy="510705"/>
            <a:chOff x="7031059" y="3284076"/>
            <a:chExt cx="512240" cy="510705"/>
          </a:xfrm>
          <a:solidFill>
            <a:schemeClr val="accent1"/>
          </a:solidFill>
        </p:grpSpPr>
        <p:sp>
          <p:nvSpPr>
            <p:cNvPr id="237" name="任意多边形: 形状 236"/>
            <p:cNvSpPr/>
            <p:nvPr/>
          </p:nvSpPr>
          <p:spPr>
            <a:xfrm>
              <a:off x="7181347" y="3430517"/>
              <a:ext cx="337500" cy="337500"/>
            </a:xfrm>
            <a:custGeom>
              <a:avLst/>
              <a:gdLst>
                <a:gd name="connsiteX0" fmla="*/ 51182 w 337500"/>
                <a:gd name="connsiteY0" fmla="*/ 2295 h 337500"/>
                <a:gd name="connsiteX1" fmla="*/ 30274 w 337500"/>
                <a:gd name="connsiteY1" fmla="*/ 0 h 337500"/>
                <a:gd name="connsiteX2" fmla="*/ 0 w 337500"/>
                <a:gd name="connsiteY2" fmla="*/ 104085 h 337500"/>
                <a:gd name="connsiteX3" fmla="*/ 150930 w 337500"/>
                <a:gd name="connsiteY3" fmla="*/ 247826 h 337500"/>
                <a:gd name="connsiteX4" fmla="*/ 242190 w 337500"/>
                <a:gd name="connsiteY4" fmla="*/ 344233 h 337500"/>
                <a:gd name="connsiteX5" fmla="*/ 340217 w 337500"/>
                <a:gd name="connsiteY5" fmla="*/ 246409 h 337500"/>
                <a:gd name="connsiteX6" fmla="*/ 51182 w 337500"/>
                <a:gd name="connsiteY6" fmla="*/ 2295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00" h="337500">
                  <a:moveTo>
                    <a:pt x="51182" y="2295"/>
                  </a:moveTo>
                  <a:cubicBezTo>
                    <a:pt x="44094" y="1282"/>
                    <a:pt x="37108" y="540"/>
                    <a:pt x="30274" y="0"/>
                  </a:cubicBezTo>
                  <a:cubicBezTo>
                    <a:pt x="14850" y="32198"/>
                    <a:pt x="4455" y="67179"/>
                    <a:pt x="0" y="104085"/>
                  </a:cubicBezTo>
                  <a:cubicBezTo>
                    <a:pt x="47233" y="103916"/>
                    <a:pt x="125837" y="123424"/>
                    <a:pt x="150930" y="247826"/>
                  </a:cubicBezTo>
                  <a:cubicBezTo>
                    <a:pt x="163266" y="309420"/>
                    <a:pt x="192763" y="340774"/>
                    <a:pt x="242190" y="344233"/>
                  </a:cubicBezTo>
                  <a:cubicBezTo>
                    <a:pt x="282977" y="320996"/>
                    <a:pt x="316879" y="287111"/>
                    <a:pt x="340217" y="246409"/>
                  </a:cubicBezTo>
                  <a:cubicBezTo>
                    <a:pt x="299784" y="120656"/>
                    <a:pt x="190688" y="22326"/>
                    <a:pt x="51182" y="229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7070535" y="3558531"/>
              <a:ext cx="151875" cy="236250"/>
            </a:xfrm>
            <a:custGeom>
              <a:avLst/>
              <a:gdLst>
                <a:gd name="connsiteX0" fmla="*/ 86799 w 151875"/>
                <a:gd name="connsiteY0" fmla="*/ 0 h 236250"/>
                <a:gd name="connsiteX1" fmla="*/ 12178 w 151875"/>
                <a:gd name="connsiteY1" fmla="*/ 42255 h 236250"/>
                <a:gd name="connsiteX2" fmla="*/ 6457 w 151875"/>
                <a:gd name="connsiteY2" fmla="*/ 136418 h 236250"/>
                <a:gd name="connsiteX3" fmla="*/ 163513 w 151875"/>
                <a:gd name="connsiteY3" fmla="*/ 243793 h 236250"/>
                <a:gd name="connsiteX4" fmla="*/ 86394 w 151875"/>
                <a:gd name="connsiteY4" fmla="*/ 16706 h 236250"/>
                <a:gd name="connsiteX5" fmla="*/ 86799 w 151875"/>
                <a:gd name="connsiteY5" fmla="*/ 0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875" h="236250">
                  <a:moveTo>
                    <a:pt x="86799" y="0"/>
                  </a:moveTo>
                  <a:cubicBezTo>
                    <a:pt x="50805" y="5467"/>
                    <a:pt x="25695" y="19710"/>
                    <a:pt x="12178" y="42255"/>
                  </a:cubicBezTo>
                  <a:cubicBezTo>
                    <a:pt x="-6958" y="74132"/>
                    <a:pt x="787" y="116016"/>
                    <a:pt x="6457" y="136418"/>
                  </a:cubicBezTo>
                  <a:cubicBezTo>
                    <a:pt x="42975" y="189641"/>
                    <a:pt x="98629" y="228741"/>
                    <a:pt x="163513" y="243793"/>
                  </a:cubicBezTo>
                  <a:cubicBezTo>
                    <a:pt x="114879" y="182857"/>
                    <a:pt x="86394" y="104439"/>
                    <a:pt x="86394" y="16706"/>
                  </a:cubicBezTo>
                  <a:cubicBezTo>
                    <a:pt x="86377" y="11104"/>
                    <a:pt x="86563" y="5569"/>
                    <a:pt x="86799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7051106" y="3304596"/>
              <a:ext cx="168750" cy="135000"/>
            </a:xfrm>
            <a:custGeom>
              <a:avLst/>
              <a:gdLst>
                <a:gd name="connsiteX0" fmla="*/ 147555 w 168750"/>
                <a:gd name="connsiteY0" fmla="*/ 103157 h 135000"/>
                <a:gd name="connsiteX1" fmla="*/ 181946 w 168750"/>
                <a:gd name="connsiteY1" fmla="*/ 50271 h 135000"/>
                <a:gd name="connsiteX2" fmla="*/ 140552 w 168750"/>
                <a:gd name="connsiteY2" fmla="*/ 0 h 135000"/>
                <a:gd name="connsiteX3" fmla="*/ 0 w 168750"/>
                <a:gd name="connsiteY3" fmla="*/ 141294 h 135000"/>
                <a:gd name="connsiteX4" fmla="*/ 137244 w 168750"/>
                <a:gd name="connsiteY4" fmla="*/ 102971 h 135000"/>
                <a:gd name="connsiteX5" fmla="*/ 147555 w 168750"/>
                <a:gd name="connsiteY5" fmla="*/ 103157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8750" h="135000">
                  <a:moveTo>
                    <a:pt x="147555" y="103157"/>
                  </a:moveTo>
                  <a:cubicBezTo>
                    <a:pt x="157494" y="84527"/>
                    <a:pt x="168969" y="66842"/>
                    <a:pt x="181946" y="50271"/>
                  </a:cubicBezTo>
                  <a:cubicBezTo>
                    <a:pt x="150981" y="39471"/>
                    <a:pt x="141497" y="16791"/>
                    <a:pt x="140552" y="0"/>
                  </a:cubicBezTo>
                  <a:cubicBezTo>
                    <a:pt x="77186" y="26764"/>
                    <a:pt x="26426" y="77676"/>
                    <a:pt x="0" y="141294"/>
                  </a:cubicBezTo>
                  <a:cubicBezTo>
                    <a:pt x="40298" y="116218"/>
                    <a:pt x="86434" y="102971"/>
                    <a:pt x="137244" y="102971"/>
                  </a:cubicBezTo>
                  <a:cubicBezTo>
                    <a:pt x="140636" y="102988"/>
                    <a:pt x="144113" y="103073"/>
                    <a:pt x="147555" y="10315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7031059" y="3429538"/>
              <a:ext cx="151875" cy="202500"/>
            </a:xfrm>
            <a:custGeom>
              <a:avLst/>
              <a:gdLst>
                <a:gd name="connsiteX0" fmla="*/ 128014 w 151875"/>
                <a:gd name="connsiteY0" fmla="*/ 106583 h 202500"/>
                <a:gd name="connsiteX1" fmla="*/ 156904 w 151875"/>
                <a:gd name="connsiteY1" fmla="*/ 0 h 202500"/>
                <a:gd name="connsiteX2" fmla="*/ 8556 w 151875"/>
                <a:gd name="connsiteY2" fmla="*/ 50456 h 202500"/>
                <a:gd name="connsiteX3" fmla="*/ 0 w 151875"/>
                <a:gd name="connsiteY3" fmla="*/ 117062 h 202500"/>
                <a:gd name="connsiteX4" fmla="*/ 17634 w 151875"/>
                <a:gd name="connsiteY4" fmla="*/ 211984 h 202500"/>
                <a:gd name="connsiteX5" fmla="*/ 32721 w 151875"/>
                <a:gd name="connsiteY5" fmla="*/ 160009 h 202500"/>
                <a:gd name="connsiteX6" fmla="*/ 128014 w 151875"/>
                <a:gd name="connsiteY6" fmla="*/ 106583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875" h="202500">
                  <a:moveTo>
                    <a:pt x="128014" y="106583"/>
                  </a:moveTo>
                  <a:cubicBezTo>
                    <a:pt x="132131" y="69019"/>
                    <a:pt x="142071" y="33176"/>
                    <a:pt x="156904" y="0"/>
                  </a:cubicBezTo>
                  <a:cubicBezTo>
                    <a:pt x="97926" y="118"/>
                    <a:pt x="48684" y="18563"/>
                    <a:pt x="8556" y="50456"/>
                  </a:cubicBezTo>
                  <a:cubicBezTo>
                    <a:pt x="2953" y="71685"/>
                    <a:pt x="0" y="94011"/>
                    <a:pt x="0" y="117062"/>
                  </a:cubicBezTo>
                  <a:cubicBezTo>
                    <a:pt x="0" y="150474"/>
                    <a:pt x="6244" y="182503"/>
                    <a:pt x="17634" y="211984"/>
                  </a:cubicBezTo>
                  <a:cubicBezTo>
                    <a:pt x="18647" y="194687"/>
                    <a:pt x="22849" y="176580"/>
                    <a:pt x="32721" y="160009"/>
                  </a:cubicBezTo>
                  <a:cubicBezTo>
                    <a:pt x="50439" y="130444"/>
                    <a:pt x="82536" y="112472"/>
                    <a:pt x="128014" y="10658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7213619" y="3284076"/>
              <a:ext cx="84375" cy="50625"/>
            </a:xfrm>
            <a:custGeom>
              <a:avLst/>
              <a:gdLst>
                <a:gd name="connsiteX0" fmla="*/ 34924 w 84375"/>
                <a:gd name="connsiteY0" fmla="*/ 52431 h 50625"/>
                <a:gd name="connsiteX1" fmla="*/ 92957 w 84375"/>
                <a:gd name="connsiteY1" fmla="*/ 338 h 50625"/>
                <a:gd name="connsiteX2" fmla="*/ 80014 w 84375"/>
                <a:gd name="connsiteY2" fmla="*/ 0 h 50625"/>
                <a:gd name="connsiteX3" fmla="*/ 280 w 84375"/>
                <a:gd name="connsiteY3" fmla="*/ 13736 h 50625"/>
                <a:gd name="connsiteX4" fmla="*/ 34924 w 84375"/>
                <a:gd name="connsiteY4" fmla="*/ 52431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75" h="50625">
                  <a:moveTo>
                    <a:pt x="34924" y="52431"/>
                  </a:moveTo>
                  <a:cubicBezTo>
                    <a:pt x="52289" y="33041"/>
                    <a:pt x="71779" y="15525"/>
                    <a:pt x="92957" y="338"/>
                  </a:cubicBezTo>
                  <a:cubicBezTo>
                    <a:pt x="88637" y="118"/>
                    <a:pt x="84301" y="0"/>
                    <a:pt x="80014" y="0"/>
                  </a:cubicBezTo>
                  <a:cubicBezTo>
                    <a:pt x="29693" y="0"/>
                    <a:pt x="280" y="13736"/>
                    <a:pt x="280" y="13736"/>
                  </a:cubicBezTo>
                  <a:cubicBezTo>
                    <a:pt x="-243" y="16841"/>
                    <a:pt x="-3382" y="43656"/>
                    <a:pt x="34924" y="5243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7222674" y="3355734"/>
              <a:ext cx="320625" cy="286875"/>
            </a:xfrm>
            <a:custGeom>
              <a:avLst/>
              <a:gdLst>
                <a:gd name="connsiteX0" fmla="*/ 283973 w 320625"/>
                <a:gd name="connsiteY0" fmla="*/ 37439 h 286875"/>
                <a:gd name="connsiteX1" fmla="*/ 283517 w 320625"/>
                <a:gd name="connsiteY1" fmla="*/ 37759 h 286875"/>
                <a:gd name="connsiteX2" fmla="*/ 154119 w 320625"/>
                <a:gd name="connsiteY2" fmla="*/ 8599 h 286875"/>
                <a:gd name="connsiteX3" fmla="*/ 33885 w 320625"/>
                <a:gd name="connsiteY3" fmla="*/ 4819 h 286875"/>
                <a:gd name="connsiteX4" fmla="*/ 0 w 320625"/>
                <a:gd name="connsiteY4" fmla="*/ 53723 h 286875"/>
                <a:gd name="connsiteX5" fmla="*/ 13028 w 320625"/>
                <a:gd name="connsiteY5" fmla="*/ 55292 h 286875"/>
                <a:gd name="connsiteX6" fmla="*/ 262305 w 320625"/>
                <a:gd name="connsiteY6" fmla="*/ 203134 h 286875"/>
                <a:gd name="connsiteX7" fmla="*/ 312576 w 320625"/>
                <a:gd name="connsiteY7" fmla="*/ 293652 h 286875"/>
                <a:gd name="connsiteX8" fmla="*/ 333501 w 320625"/>
                <a:gd name="connsiteY8" fmla="*/ 190849 h 286875"/>
                <a:gd name="connsiteX9" fmla="*/ 283973 w 320625"/>
                <a:gd name="connsiteY9" fmla="*/ 37439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0625" h="286875">
                  <a:moveTo>
                    <a:pt x="283973" y="37439"/>
                  </a:moveTo>
                  <a:lnTo>
                    <a:pt x="283517" y="37759"/>
                  </a:lnTo>
                  <a:cubicBezTo>
                    <a:pt x="234343" y="-23700"/>
                    <a:pt x="154946" y="8279"/>
                    <a:pt x="154119" y="8599"/>
                  </a:cubicBezTo>
                  <a:cubicBezTo>
                    <a:pt x="132536" y="17543"/>
                    <a:pt x="93150" y="16294"/>
                    <a:pt x="33885" y="4819"/>
                  </a:cubicBezTo>
                  <a:cubicBezTo>
                    <a:pt x="21212" y="20007"/>
                    <a:pt x="9855" y="36359"/>
                    <a:pt x="0" y="53723"/>
                  </a:cubicBezTo>
                  <a:cubicBezTo>
                    <a:pt x="4286" y="54162"/>
                    <a:pt x="8640" y="54668"/>
                    <a:pt x="13028" y="55292"/>
                  </a:cubicBezTo>
                  <a:cubicBezTo>
                    <a:pt x="113147" y="69653"/>
                    <a:pt x="201639" y="122219"/>
                    <a:pt x="262305" y="203134"/>
                  </a:cubicBezTo>
                  <a:cubicBezTo>
                    <a:pt x="283399" y="231315"/>
                    <a:pt x="300223" y="261758"/>
                    <a:pt x="312576" y="293652"/>
                  </a:cubicBezTo>
                  <a:cubicBezTo>
                    <a:pt x="326059" y="262095"/>
                    <a:pt x="333501" y="227299"/>
                    <a:pt x="333501" y="190849"/>
                  </a:cubicBezTo>
                  <a:cubicBezTo>
                    <a:pt x="333450" y="133575"/>
                    <a:pt x="315124" y="80588"/>
                    <a:pt x="283973" y="3743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7273721" y="3288210"/>
              <a:ext cx="168750" cy="50625"/>
            </a:xfrm>
            <a:custGeom>
              <a:avLst/>
              <a:gdLst>
                <a:gd name="connsiteX0" fmla="*/ 94669 w 168750"/>
                <a:gd name="connsiteY0" fmla="*/ 55839 h 50625"/>
                <a:gd name="connsiteX1" fmla="*/ 176766 w 168750"/>
                <a:gd name="connsiteY1" fmla="*/ 47908 h 50625"/>
                <a:gd name="connsiteX2" fmla="*/ 66589 w 168750"/>
                <a:gd name="connsiteY2" fmla="*/ 0 h 50625"/>
                <a:gd name="connsiteX3" fmla="*/ 0 w 168750"/>
                <a:gd name="connsiteY3" fmla="*/ 53224 h 50625"/>
                <a:gd name="connsiteX4" fmla="*/ 94669 w 168750"/>
                <a:gd name="connsiteY4" fmla="*/ 5583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0" h="50625">
                  <a:moveTo>
                    <a:pt x="94669" y="55839"/>
                  </a:moveTo>
                  <a:cubicBezTo>
                    <a:pt x="112995" y="48212"/>
                    <a:pt x="144332" y="41732"/>
                    <a:pt x="176766" y="47908"/>
                  </a:cubicBezTo>
                  <a:cubicBezTo>
                    <a:pt x="144889" y="24013"/>
                    <a:pt x="107359" y="7357"/>
                    <a:pt x="66589" y="0"/>
                  </a:cubicBezTo>
                  <a:cubicBezTo>
                    <a:pt x="42171" y="14901"/>
                    <a:pt x="19828" y="32805"/>
                    <a:pt x="0" y="53224"/>
                  </a:cubicBezTo>
                  <a:cubicBezTo>
                    <a:pt x="57881" y="63349"/>
                    <a:pt x="83430" y="60497"/>
                    <a:pt x="94669" y="5583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7178918" y="3556443"/>
              <a:ext cx="202500" cy="236250"/>
            </a:xfrm>
            <a:custGeom>
              <a:avLst/>
              <a:gdLst>
                <a:gd name="connsiteX0" fmla="*/ 131828 w 202500"/>
                <a:gd name="connsiteY0" fmla="*/ 126237 h 236250"/>
                <a:gd name="connsiteX1" fmla="*/ 523 w 202500"/>
                <a:gd name="connsiteY1" fmla="*/ 29 h 236250"/>
                <a:gd name="connsiteX2" fmla="*/ 0 w 202500"/>
                <a:gd name="connsiteY2" fmla="*/ 18709 h 236250"/>
                <a:gd name="connsiteX3" fmla="*/ 88746 w 202500"/>
                <a:gd name="connsiteY3" fmla="*/ 251298 h 236250"/>
                <a:gd name="connsiteX4" fmla="*/ 114750 w 202500"/>
                <a:gd name="connsiteY4" fmla="*/ 252580 h 236250"/>
                <a:gd name="connsiteX5" fmla="*/ 211596 w 202500"/>
                <a:gd name="connsiteY5" fmla="*/ 234152 h 236250"/>
                <a:gd name="connsiteX6" fmla="*/ 131828 w 202500"/>
                <a:gd name="connsiteY6" fmla="*/ 126237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500" h="236250">
                  <a:moveTo>
                    <a:pt x="131828" y="126237"/>
                  </a:moveTo>
                  <a:cubicBezTo>
                    <a:pt x="110008" y="17866"/>
                    <a:pt x="45427" y="-849"/>
                    <a:pt x="523" y="29"/>
                  </a:cubicBezTo>
                  <a:cubicBezTo>
                    <a:pt x="169" y="6222"/>
                    <a:pt x="0" y="12449"/>
                    <a:pt x="0" y="18709"/>
                  </a:cubicBezTo>
                  <a:cubicBezTo>
                    <a:pt x="0" y="109024"/>
                    <a:pt x="32434" y="190953"/>
                    <a:pt x="88746" y="251298"/>
                  </a:cubicBezTo>
                  <a:cubicBezTo>
                    <a:pt x="97284" y="252091"/>
                    <a:pt x="105958" y="252580"/>
                    <a:pt x="114750" y="252580"/>
                  </a:cubicBezTo>
                  <a:cubicBezTo>
                    <a:pt x="148888" y="252580"/>
                    <a:pt x="181592" y="246049"/>
                    <a:pt x="211596" y="234152"/>
                  </a:cubicBezTo>
                  <a:cubicBezTo>
                    <a:pt x="170218" y="220416"/>
                    <a:pt x="143488" y="184354"/>
                    <a:pt x="131828" y="12623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7049389" y="5499158"/>
            <a:ext cx="523125" cy="523125"/>
            <a:chOff x="8103577" y="3283304"/>
            <a:chExt cx="523125" cy="523125"/>
          </a:xfrm>
          <a:solidFill>
            <a:schemeClr val="accent1"/>
          </a:solidFill>
        </p:grpSpPr>
        <p:sp>
          <p:nvSpPr>
            <p:cNvPr id="246" name="任意多边形: 形状 245"/>
            <p:cNvSpPr/>
            <p:nvPr/>
          </p:nvSpPr>
          <p:spPr>
            <a:xfrm>
              <a:off x="8103577" y="3283304"/>
              <a:ext cx="523125" cy="523125"/>
            </a:xfrm>
            <a:custGeom>
              <a:avLst/>
              <a:gdLst>
                <a:gd name="connsiteX0" fmla="*/ 521561 w 523125"/>
                <a:gd name="connsiteY0" fmla="*/ 16483 h 523125"/>
                <a:gd name="connsiteX1" fmla="*/ 442030 w 523125"/>
                <a:gd name="connsiteY1" fmla="*/ 16449 h 523125"/>
                <a:gd name="connsiteX2" fmla="*/ 419974 w 523125"/>
                <a:gd name="connsiteY2" fmla="*/ 45963 h 523125"/>
                <a:gd name="connsiteX3" fmla="*/ 118114 w 523125"/>
                <a:gd name="connsiteY3" fmla="*/ 122137 h 523125"/>
                <a:gd name="connsiteX4" fmla="*/ 2621 w 523125"/>
                <a:gd name="connsiteY4" fmla="*/ 270435 h 523125"/>
                <a:gd name="connsiteX5" fmla="*/ 51964 w 523125"/>
                <a:gd name="connsiteY5" fmla="*/ 369373 h 523125"/>
                <a:gd name="connsiteX6" fmla="*/ 89882 w 523125"/>
                <a:gd name="connsiteY6" fmla="*/ 361998 h 523125"/>
                <a:gd name="connsiteX7" fmla="*/ 98235 w 523125"/>
                <a:gd name="connsiteY7" fmla="*/ 353662 h 523125"/>
                <a:gd name="connsiteX8" fmla="*/ 48724 w 523125"/>
                <a:gd name="connsiteY8" fmla="*/ 229530 h 523125"/>
                <a:gd name="connsiteX9" fmla="*/ 214301 w 523125"/>
                <a:gd name="connsiteY9" fmla="*/ 316605 h 523125"/>
                <a:gd name="connsiteX10" fmla="*/ 301326 w 523125"/>
                <a:gd name="connsiteY10" fmla="*/ 482148 h 523125"/>
                <a:gd name="connsiteX11" fmla="*/ 170983 w 523125"/>
                <a:gd name="connsiteY11" fmla="*/ 427541 h 523125"/>
                <a:gd name="connsiteX12" fmla="*/ 163845 w 523125"/>
                <a:gd name="connsiteY12" fmla="*/ 434662 h 523125"/>
                <a:gd name="connsiteX13" fmla="*/ 156167 w 523125"/>
                <a:gd name="connsiteY13" fmla="*/ 473188 h 523125"/>
                <a:gd name="connsiteX14" fmla="*/ 263019 w 523125"/>
                <a:gd name="connsiteY14" fmla="*/ 524251 h 523125"/>
                <a:gd name="connsiteX15" fmla="*/ 408921 w 523125"/>
                <a:gd name="connsiteY15" fmla="*/ 412978 h 523125"/>
                <a:gd name="connsiteX16" fmla="*/ 488031 w 523125"/>
                <a:gd name="connsiteY16" fmla="*/ 120450 h 523125"/>
                <a:gd name="connsiteX17" fmla="*/ 521460 w 523125"/>
                <a:gd name="connsiteY17" fmla="*/ 95998 h 523125"/>
                <a:gd name="connsiteX18" fmla="*/ 521561 w 523125"/>
                <a:gd name="connsiteY18" fmla="*/ 16483 h 523125"/>
                <a:gd name="connsiteX19" fmla="*/ 339176 w 523125"/>
                <a:gd name="connsiteY19" fmla="*/ 125445 h 523125"/>
                <a:gd name="connsiteX20" fmla="*/ 199148 w 523125"/>
                <a:gd name="connsiteY20" fmla="*/ 184946 h 523125"/>
                <a:gd name="connsiteX21" fmla="*/ 186879 w 523125"/>
                <a:gd name="connsiteY21" fmla="*/ 188439 h 523125"/>
                <a:gd name="connsiteX22" fmla="*/ 166984 w 523125"/>
                <a:gd name="connsiteY22" fmla="*/ 177403 h 523125"/>
                <a:gd name="connsiteX23" fmla="*/ 174578 w 523125"/>
                <a:gd name="connsiteY23" fmla="*/ 145188 h 523125"/>
                <a:gd name="connsiteX24" fmla="*/ 330249 w 523125"/>
                <a:gd name="connsiteY24" fmla="*/ 79629 h 523125"/>
                <a:gd name="connsiteX25" fmla="*/ 357570 w 523125"/>
                <a:gd name="connsiteY25" fmla="*/ 98056 h 523125"/>
                <a:gd name="connsiteX26" fmla="*/ 339176 w 523125"/>
                <a:gd name="connsiteY26" fmla="*/ 125445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23125" h="523125">
                  <a:moveTo>
                    <a:pt x="521561" y="16483"/>
                  </a:moveTo>
                  <a:cubicBezTo>
                    <a:pt x="499573" y="-5489"/>
                    <a:pt x="463967" y="-5489"/>
                    <a:pt x="442030" y="16449"/>
                  </a:cubicBezTo>
                  <a:cubicBezTo>
                    <a:pt x="436005" y="22456"/>
                    <a:pt x="427956" y="33189"/>
                    <a:pt x="419974" y="45963"/>
                  </a:cubicBezTo>
                  <a:cubicBezTo>
                    <a:pt x="338771" y="14356"/>
                    <a:pt x="224561" y="77773"/>
                    <a:pt x="118114" y="122137"/>
                  </a:cubicBezTo>
                  <a:cubicBezTo>
                    <a:pt x="14400" y="165354"/>
                    <a:pt x="-8719" y="215726"/>
                    <a:pt x="2621" y="270435"/>
                  </a:cubicBezTo>
                  <a:cubicBezTo>
                    <a:pt x="9759" y="304910"/>
                    <a:pt x="30431" y="340128"/>
                    <a:pt x="51964" y="369373"/>
                  </a:cubicBezTo>
                  <a:cubicBezTo>
                    <a:pt x="63793" y="363855"/>
                    <a:pt x="76888" y="361374"/>
                    <a:pt x="89882" y="361998"/>
                  </a:cubicBezTo>
                  <a:lnTo>
                    <a:pt x="98235" y="353662"/>
                  </a:lnTo>
                  <a:cubicBezTo>
                    <a:pt x="52959" y="298093"/>
                    <a:pt x="31309" y="246961"/>
                    <a:pt x="48724" y="229530"/>
                  </a:cubicBezTo>
                  <a:cubicBezTo>
                    <a:pt x="70425" y="207896"/>
                    <a:pt x="144540" y="246826"/>
                    <a:pt x="214301" y="316605"/>
                  </a:cubicBezTo>
                  <a:cubicBezTo>
                    <a:pt x="284063" y="386315"/>
                    <a:pt x="323010" y="460481"/>
                    <a:pt x="301326" y="482148"/>
                  </a:cubicBezTo>
                  <a:cubicBezTo>
                    <a:pt x="283286" y="500205"/>
                    <a:pt x="228898" y="476259"/>
                    <a:pt x="170983" y="427541"/>
                  </a:cubicBezTo>
                  <a:lnTo>
                    <a:pt x="163845" y="434662"/>
                  </a:lnTo>
                  <a:cubicBezTo>
                    <a:pt x="164604" y="447808"/>
                    <a:pt x="162039" y="461088"/>
                    <a:pt x="156167" y="473188"/>
                  </a:cubicBezTo>
                  <a:cubicBezTo>
                    <a:pt x="187082" y="495412"/>
                    <a:pt x="225641" y="517316"/>
                    <a:pt x="263019" y="524251"/>
                  </a:cubicBezTo>
                  <a:cubicBezTo>
                    <a:pt x="315585" y="533955"/>
                    <a:pt x="362025" y="516168"/>
                    <a:pt x="408921" y="412978"/>
                  </a:cubicBezTo>
                  <a:cubicBezTo>
                    <a:pt x="452205" y="317685"/>
                    <a:pt x="512483" y="202918"/>
                    <a:pt x="488031" y="120450"/>
                  </a:cubicBezTo>
                  <a:cubicBezTo>
                    <a:pt x="502543" y="111675"/>
                    <a:pt x="514879" y="102596"/>
                    <a:pt x="521460" y="95998"/>
                  </a:cubicBezTo>
                  <a:cubicBezTo>
                    <a:pt x="543533" y="74060"/>
                    <a:pt x="543533" y="38454"/>
                    <a:pt x="521561" y="16483"/>
                  </a:cubicBezTo>
                  <a:close/>
                  <a:moveTo>
                    <a:pt x="339176" y="125445"/>
                  </a:moveTo>
                  <a:cubicBezTo>
                    <a:pt x="338518" y="125596"/>
                    <a:pt x="273921" y="138658"/>
                    <a:pt x="199148" y="184946"/>
                  </a:cubicBezTo>
                  <a:cubicBezTo>
                    <a:pt x="195317" y="187325"/>
                    <a:pt x="191064" y="188439"/>
                    <a:pt x="186879" y="188439"/>
                  </a:cubicBezTo>
                  <a:cubicBezTo>
                    <a:pt x="179066" y="188439"/>
                    <a:pt x="171439" y="184507"/>
                    <a:pt x="166984" y="177403"/>
                  </a:cubicBezTo>
                  <a:cubicBezTo>
                    <a:pt x="160234" y="166400"/>
                    <a:pt x="163609" y="151989"/>
                    <a:pt x="174578" y="145188"/>
                  </a:cubicBezTo>
                  <a:cubicBezTo>
                    <a:pt x="257079" y="94192"/>
                    <a:pt x="327313" y="80186"/>
                    <a:pt x="330249" y="79629"/>
                  </a:cubicBezTo>
                  <a:cubicBezTo>
                    <a:pt x="343007" y="77081"/>
                    <a:pt x="355140" y="85400"/>
                    <a:pt x="357570" y="98056"/>
                  </a:cubicBezTo>
                  <a:cubicBezTo>
                    <a:pt x="360034" y="110679"/>
                    <a:pt x="351799" y="122981"/>
                    <a:pt x="339176" y="12544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8135038" y="3596297"/>
              <a:ext cx="168750" cy="168750"/>
            </a:xfrm>
            <a:custGeom>
              <a:avLst/>
              <a:gdLst>
                <a:gd name="connsiteX0" fmla="*/ 180748 w 168750"/>
                <a:gd name="connsiteY0" fmla="*/ 40314 h 168750"/>
                <a:gd name="connsiteX1" fmla="*/ 140468 w 168750"/>
                <a:gd name="connsiteY1" fmla="*/ 0 h 168750"/>
                <a:gd name="connsiteX2" fmla="*/ 85573 w 168750"/>
                <a:gd name="connsiteY2" fmla="*/ 54928 h 168750"/>
                <a:gd name="connsiteX3" fmla="*/ 79026 w 168750"/>
                <a:gd name="connsiteY3" fmla="*/ 61476 h 168750"/>
                <a:gd name="connsiteX4" fmla="*/ 15998 w 168750"/>
                <a:gd name="connsiteY4" fmla="*/ 87446 h 168750"/>
                <a:gd name="connsiteX5" fmla="*/ 15998 w 168750"/>
                <a:gd name="connsiteY5" fmla="*/ 164768 h 168750"/>
                <a:gd name="connsiteX6" fmla="*/ 93319 w 168750"/>
                <a:gd name="connsiteY6" fmla="*/ 164768 h 168750"/>
                <a:gd name="connsiteX7" fmla="*/ 119340 w 168750"/>
                <a:gd name="connsiteY7" fmla="*/ 101723 h 168750"/>
                <a:gd name="connsiteX8" fmla="*/ 126141 w 168750"/>
                <a:gd name="connsiteY8" fmla="*/ 94939 h 168750"/>
                <a:gd name="connsiteX9" fmla="*/ 180748 w 168750"/>
                <a:gd name="connsiteY9" fmla="*/ 40314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750" h="168750">
                  <a:moveTo>
                    <a:pt x="180748" y="40314"/>
                  </a:moveTo>
                  <a:lnTo>
                    <a:pt x="140468" y="0"/>
                  </a:lnTo>
                  <a:lnTo>
                    <a:pt x="85573" y="54928"/>
                  </a:lnTo>
                  <a:lnTo>
                    <a:pt x="79026" y="61476"/>
                  </a:lnTo>
                  <a:cubicBezTo>
                    <a:pt x="56396" y="61914"/>
                    <a:pt x="29953" y="73524"/>
                    <a:pt x="15998" y="87446"/>
                  </a:cubicBezTo>
                  <a:cubicBezTo>
                    <a:pt x="-5333" y="108810"/>
                    <a:pt x="-5333" y="143438"/>
                    <a:pt x="15998" y="164768"/>
                  </a:cubicBezTo>
                  <a:cubicBezTo>
                    <a:pt x="37378" y="186165"/>
                    <a:pt x="71989" y="186165"/>
                    <a:pt x="93319" y="164768"/>
                  </a:cubicBezTo>
                  <a:cubicBezTo>
                    <a:pt x="107291" y="150829"/>
                    <a:pt x="118884" y="124352"/>
                    <a:pt x="119340" y="101723"/>
                  </a:cubicBezTo>
                  <a:lnTo>
                    <a:pt x="126141" y="94939"/>
                  </a:lnTo>
                  <a:lnTo>
                    <a:pt x="180748" y="4031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48" name="图形 9"/>
          <p:cNvSpPr/>
          <p:nvPr/>
        </p:nvSpPr>
        <p:spPr>
          <a:xfrm>
            <a:off x="8268589" y="5499158"/>
            <a:ext cx="371250" cy="523125"/>
          </a:xfrm>
          <a:custGeom>
            <a:avLst/>
            <a:gdLst>
              <a:gd name="connsiteX0" fmla="*/ 54574 w 371250"/>
              <a:gd name="connsiteY0" fmla="*/ 0 h 523125"/>
              <a:gd name="connsiteX1" fmla="*/ 0 w 371250"/>
              <a:gd name="connsiteY1" fmla="*/ 54574 h 523125"/>
              <a:gd name="connsiteX2" fmla="*/ 0 w 371250"/>
              <a:gd name="connsiteY2" fmla="*/ 446310 h 523125"/>
              <a:gd name="connsiteX3" fmla="*/ 54574 w 371250"/>
              <a:gd name="connsiteY3" fmla="*/ 500867 h 523125"/>
              <a:gd name="connsiteX4" fmla="*/ 64935 w 371250"/>
              <a:gd name="connsiteY4" fmla="*/ 500867 h 523125"/>
              <a:gd name="connsiteX5" fmla="*/ 64935 w 371250"/>
              <a:gd name="connsiteY5" fmla="*/ 529740 h 523125"/>
              <a:gd name="connsiteX6" fmla="*/ 69626 w 371250"/>
              <a:gd name="connsiteY6" fmla="*/ 537823 h 523125"/>
              <a:gd name="connsiteX7" fmla="*/ 78958 w 371250"/>
              <a:gd name="connsiteY7" fmla="*/ 537773 h 523125"/>
              <a:gd name="connsiteX8" fmla="*/ 122901 w 371250"/>
              <a:gd name="connsiteY8" fmla="*/ 512123 h 523125"/>
              <a:gd name="connsiteX9" fmla="*/ 166843 w 371250"/>
              <a:gd name="connsiteY9" fmla="*/ 537773 h 523125"/>
              <a:gd name="connsiteX10" fmla="*/ 176192 w 371250"/>
              <a:gd name="connsiteY10" fmla="*/ 537806 h 523125"/>
              <a:gd name="connsiteX11" fmla="*/ 180883 w 371250"/>
              <a:gd name="connsiteY11" fmla="*/ 529723 h 523125"/>
              <a:gd name="connsiteX12" fmla="*/ 180883 w 371250"/>
              <a:gd name="connsiteY12" fmla="*/ 500850 h 523125"/>
              <a:gd name="connsiteX13" fmla="*/ 318431 w 371250"/>
              <a:gd name="connsiteY13" fmla="*/ 500850 h 523125"/>
              <a:gd name="connsiteX14" fmla="*/ 373005 w 371250"/>
              <a:gd name="connsiteY14" fmla="*/ 446276 h 523125"/>
              <a:gd name="connsiteX15" fmla="*/ 373005 w 371250"/>
              <a:gd name="connsiteY15" fmla="*/ 54574 h 523125"/>
              <a:gd name="connsiteX16" fmla="*/ 318414 w 371250"/>
              <a:gd name="connsiteY16" fmla="*/ 0 h 523125"/>
              <a:gd name="connsiteX17" fmla="*/ 54574 w 371250"/>
              <a:gd name="connsiteY17" fmla="*/ 0 h 523125"/>
              <a:gd name="connsiteX18" fmla="*/ 96053 w 371250"/>
              <a:gd name="connsiteY18" fmla="*/ 111443 h 523125"/>
              <a:gd name="connsiteX19" fmla="*/ 112084 w 371250"/>
              <a:gd name="connsiteY19" fmla="*/ 95411 h 523125"/>
              <a:gd name="connsiteX20" fmla="*/ 260263 w 371250"/>
              <a:gd name="connsiteY20" fmla="*/ 95411 h 523125"/>
              <a:gd name="connsiteX21" fmla="*/ 276294 w 371250"/>
              <a:gd name="connsiteY21" fmla="*/ 111443 h 523125"/>
              <a:gd name="connsiteX22" fmla="*/ 276294 w 371250"/>
              <a:gd name="connsiteY22" fmla="*/ 146964 h 523125"/>
              <a:gd name="connsiteX23" fmla="*/ 260263 w 371250"/>
              <a:gd name="connsiteY23" fmla="*/ 162996 h 523125"/>
              <a:gd name="connsiteX24" fmla="*/ 112084 w 371250"/>
              <a:gd name="connsiteY24" fmla="*/ 162996 h 523125"/>
              <a:gd name="connsiteX25" fmla="*/ 96053 w 371250"/>
              <a:gd name="connsiteY25" fmla="*/ 146964 h 523125"/>
              <a:gd name="connsiteX26" fmla="*/ 96053 w 371250"/>
              <a:gd name="connsiteY26" fmla="*/ 111443 h 523125"/>
              <a:gd name="connsiteX27" fmla="*/ 333906 w 371250"/>
              <a:gd name="connsiteY27" fmla="*/ 443863 h 523125"/>
              <a:gd name="connsiteX28" fmla="*/ 315293 w 371250"/>
              <a:gd name="connsiteY28" fmla="*/ 462459 h 523125"/>
              <a:gd name="connsiteX29" fmla="*/ 180866 w 371250"/>
              <a:gd name="connsiteY29" fmla="*/ 462459 h 523125"/>
              <a:gd name="connsiteX30" fmla="*/ 180866 w 371250"/>
              <a:gd name="connsiteY30" fmla="*/ 448639 h 523125"/>
              <a:gd name="connsiteX31" fmla="*/ 162270 w 371250"/>
              <a:gd name="connsiteY31" fmla="*/ 430026 h 523125"/>
              <a:gd name="connsiteX32" fmla="*/ 83514 w 371250"/>
              <a:gd name="connsiteY32" fmla="*/ 430026 h 523125"/>
              <a:gd name="connsiteX33" fmla="*/ 64918 w 371250"/>
              <a:gd name="connsiteY33" fmla="*/ 448639 h 523125"/>
              <a:gd name="connsiteX34" fmla="*/ 64918 w 371250"/>
              <a:gd name="connsiteY34" fmla="*/ 462459 h 523125"/>
              <a:gd name="connsiteX35" fmla="*/ 57004 w 371250"/>
              <a:gd name="connsiteY35" fmla="*/ 462459 h 523125"/>
              <a:gd name="connsiteX36" fmla="*/ 38408 w 371250"/>
              <a:gd name="connsiteY36" fmla="*/ 443863 h 523125"/>
              <a:gd name="connsiteX37" fmla="*/ 38408 w 371250"/>
              <a:gd name="connsiteY37" fmla="*/ 424069 h 523125"/>
              <a:gd name="connsiteX38" fmla="*/ 57004 w 371250"/>
              <a:gd name="connsiteY38" fmla="*/ 405456 h 523125"/>
              <a:gd name="connsiteX39" fmla="*/ 315293 w 371250"/>
              <a:gd name="connsiteY39" fmla="*/ 405456 h 523125"/>
              <a:gd name="connsiteX40" fmla="*/ 333906 w 371250"/>
              <a:gd name="connsiteY40" fmla="*/ 424069 h 523125"/>
              <a:gd name="connsiteX41" fmla="*/ 333906 w 371250"/>
              <a:gd name="connsiteY41" fmla="*/ 443863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71250" h="523125">
                <a:moveTo>
                  <a:pt x="54574" y="0"/>
                </a:moveTo>
                <a:cubicBezTo>
                  <a:pt x="24435" y="0"/>
                  <a:pt x="0" y="24435"/>
                  <a:pt x="0" y="54574"/>
                </a:cubicBezTo>
                <a:lnTo>
                  <a:pt x="0" y="446310"/>
                </a:lnTo>
                <a:cubicBezTo>
                  <a:pt x="0" y="476449"/>
                  <a:pt x="24435" y="500867"/>
                  <a:pt x="54574" y="500867"/>
                </a:cubicBezTo>
                <a:lnTo>
                  <a:pt x="64935" y="500867"/>
                </a:lnTo>
                <a:lnTo>
                  <a:pt x="64935" y="529740"/>
                </a:lnTo>
                <a:cubicBezTo>
                  <a:pt x="64935" y="533064"/>
                  <a:pt x="66724" y="536169"/>
                  <a:pt x="69626" y="537823"/>
                </a:cubicBezTo>
                <a:cubicBezTo>
                  <a:pt x="72512" y="539494"/>
                  <a:pt x="76073" y="539494"/>
                  <a:pt x="78958" y="537773"/>
                </a:cubicBezTo>
                <a:lnTo>
                  <a:pt x="122901" y="512123"/>
                </a:lnTo>
                <a:lnTo>
                  <a:pt x="166843" y="537773"/>
                </a:lnTo>
                <a:cubicBezTo>
                  <a:pt x="169729" y="539494"/>
                  <a:pt x="173289" y="539494"/>
                  <a:pt x="176192" y="537806"/>
                </a:cubicBezTo>
                <a:cubicBezTo>
                  <a:pt x="179094" y="536119"/>
                  <a:pt x="180883" y="533048"/>
                  <a:pt x="180883" y="529723"/>
                </a:cubicBezTo>
                <a:lnTo>
                  <a:pt x="180883" y="500850"/>
                </a:lnTo>
                <a:lnTo>
                  <a:pt x="318431" y="500850"/>
                </a:lnTo>
                <a:cubicBezTo>
                  <a:pt x="348570" y="500850"/>
                  <a:pt x="373005" y="476398"/>
                  <a:pt x="373005" y="446276"/>
                </a:cubicBezTo>
                <a:lnTo>
                  <a:pt x="373005" y="54574"/>
                </a:lnTo>
                <a:cubicBezTo>
                  <a:pt x="372971" y="24435"/>
                  <a:pt x="348553" y="0"/>
                  <a:pt x="318414" y="0"/>
                </a:cubicBezTo>
                <a:lnTo>
                  <a:pt x="54574" y="0"/>
                </a:lnTo>
                <a:close/>
                <a:moveTo>
                  <a:pt x="96053" y="111443"/>
                </a:moveTo>
                <a:cubicBezTo>
                  <a:pt x="96053" y="102583"/>
                  <a:pt x="103224" y="95411"/>
                  <a:pt x="112084" y="95411"/>
                </a:cubicBezTo>
                <a:lnTo>
                  <a:pt x="260263" y="95411"/>
                </a:lnTo>
                <a:cubicBezTo>
                  <a:pt x="269123" y="95411"/>
                  <a:pt x="276294" y="102583"/>
                  <a:pt x="276294" y="111443"/>
                </a:cubicBezTo>
                <a:lnTo>
                  <a:pt x="276294" y="146964"/>
                </a:lnTo>
                <a:cubicBezTo>
                  <a:pt x="276294" y="155824"/>
                  <a:pt x="269123" y="162996"/>
                  <a:pt x="260263" y="162996"/>
                </a:cubicBezTo>
                <a:lnTo>
                  <a:pt x="112084" y="162996"/>
                </a:lnTo>
                <a:cubicBezTo>
                  <a:pt x="103224" y="162996"/>
                  <a:pt x="96053" y="155824"/>
                  <a:pt x="96053" y="146964"/>
                </a:cubicBezTo>
                <a:lnTo>
                  <a:pt x="96053" y="111443"/>
                </a:lnTo>
                <a:close/>
                <a:moveTo>
                  <a:pt x="333906" y="443863"/>
                </a:moveTo>
                <a:cubicBezTo>
                  <a:pt x="333906" y="454123"/>
                  <a:pt x="325586" y="462459"/>
                  <a:pt x="315293" y="462459"/>
                </a:cubicBezTo>
                <a:lnTo>
                  <a:pt x="180866" y="462459"/>
                </a:lnTo>
                <a:lnTo>
                  <a:pt x="180866" y="448639"/>
                </a:lnTo>
                <a:cubicBezTo>
                  <a:pt x="180866" y="438413"/>
                  <a:pt x="172547" y="430026"/>
                  <a:pt x="162270" y="430026"/>
                </a:cubicBezTo>
                <a:lnTo>
                  <a:pt x="83514" y="430026"/>
                </a:lnTo>
                <a:cubicBezTo>
                  <a:pt x="73254" y="430026"/>
                  <a:pt x="64918" y="438328"/>
                  <a:pt x="64918" y="448639"/>
                </a:cubicBezTo>
                <a:lnTo>
                  <a:pt x="64918" y="462459"/>
                </a:lnTo>
                <a:lnTo>
                  <a:pt x="57004" y="462459"/>
                </a:lnTo>
                <a:cubicBezTo>
                  <a:pt x="46744" y="462459"/>
                  <a:pt x="38408" y="454174"/>
                  <a:pt x="38408" y="443863"/>
                </a:cubicBezTo>
                <a:lnTo>
                  <a:pt x="38408" y="424069"/>
                </a:lnTo>
                <a:cubicBezTo>
                  <a:pt x="38408" y="413809"/>
                  <a:pt x="46727" y="405456"/>
                  <a:pt x="57004" y="405456"/>
                </a:cubicBezTo>
                <a:lnTo>
                  <a:pt x="315293" y="405456"/>
                </a:lnTo>
                <a:cubicBezTo>
                  <a:pt x="325569" y="405456"/>
                  <a:pt x="333906" y="413792"/>
                  <a:pt x="333906" y="424069"/>
                </a:cubicBezTo>
                <a:lnTo>
                  <a:pt x="333906" y="443863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49" name="组合 248"/>
          <p:cNvGrpSpPr/>
          <p:nvPr/>
        </p:nvGrpSpPr>
        <p:grpSpPr>
          <a:xfrm>
            <a:off x="9487789" y="5499158"/>
            <a:ext cx="523125" cy="523125"/>
            <a:chOff x="10271261" y="3276600"/>
            <a:chExt cx="523125" cy="523125"/>
          </a:xfrm>
          <a:solidFill>
            <a:schemeClr val="accent1"/>
          </a:solidFill>
        </p:grpSpPr>
        <p:sp>
          <p:nvSpPr>
            <p:cNvPr id="250" name="任意多边形: 形状 249"/>
            <p:cNvSpPr/>
            <p:nvPr/>
          </p:nvSpPr>
          <p:spPr>
            <a:xfrm>
              <a:off x="10271261" y="3276600"/>
              <a:ext cx="523125" cy="523125"/>
            </a:xfrm>
            <a:custGeom>
              <a:avLst/>
              <a:gdLst>
                <a:gd name="connsiteX0" fmla="*/ 262339 w 523125"/>
                <a:gd name="connsiteY0" fmla="*/ 14816 h 523125"/>
                <a:gd name="connsiteX1" fmla="*/ 149293 w 523125"/>
                <a:gd name="connsiteY1" fmla="*/ 40449 h 523125"/>
                <a:gd name="connsiteX2" fmla="*/ 144197 w 523125"/>
                <a:gd name="connsiteY2" fmla="*/ 15323 h 523125"/>
                <a:gd name="connsiteX3" fmla="*/ 116151 w 523125"/>
                <a:gd name="connsiteY3" fmla="*/ 23693 h 523125"/>
                <a:gd name="connsiteX4" fmla="*/ 127491 w 523125"/>
                <a:gd name="connsiteY4" fmla="*/ 52211 h 523125"/>
                <a:gd name="connsiteX5" fmla="*/ 126968 w 523125"/>
                <a:gd name="connsiteY5" fmla="*/ 52515 h 523125"/>
                <a:gd name="connsiteX6" fmla="*/ 95091 w 523125"/>
                <a:gd name="connsiteY6" fmla="*/ 0 h 523125"/>
                <a:gd name="connsiteX7" fmla="*/ 65289 w 523125"/>
                <a:gd name="connsiteY7" fmla="*/ 22663 h 523125"/>
                <a:gd name="connsiteX8" fmla="*/ 106414 w 523125"/>
                <a:gd name="connsiteY8" fmla="*/ 66319 h 523125"/>
                <a:gd name="connsiteX9" fmla="*/ 0 w 523125"/>
                <a:gd name="connsiteY9" fmla="*/ 277155 h 523125"/>
                <a:gd name="connsiteX10" fmla="*/ 262339 w 523125"/>
                <a:gd name="connsiteY10" fmla="*/ 539511 h 523125"/>
                <a:gd name="connsiteX11" fmla="*/ 524661 w 523125"/>
                <a:gd name="connsiteY11" fmla="*/ 277155 h 523125"/>
                <a:gd name="connsiteX12" fmla="*/ 262339 w 523125"/>
                <a:gd name="connsiteY12" fmla="*/ 14816 h 523125"/>
                <a:gd name="connsiteX13" fmla="*/ 262339 w 523125"/>
                <a:gd name="connsiteY13" fmla="*/ 475605 h 523125"/>
                <a:gd name="connsiteX14" fmla="*/ 63923 w 523125"/>
                <a:gd name="connsiteY14" fmla="*/ 277155 h 523125"/>
                <a:gd name="connsiteX15" fmla="*/ 68479 w 523125"/>
                <a:gd name="connsiteY15" fmla="*/ 234816 h 523125"/>
                <a:gd name="connsiteX16" fmla="*/ 195159 w 523125"/>
                <a:gd name="connsiteY16" fmla="*/ 234816 h 523125"/>
                <a:gd name="connsiteX17" fmla="*/ 194670 w 523125"/>
                <a:gd name="connsiteY17" fmla="*/ 181406 h 523125"/>
                <a:gd name="connsiteX18" fmla="*/ 249261 w 523125"/>
                <a:gd name="connsiteY18" fmla="*/ 234816 h 523125"/>
                <a:gd name="connsiteX19" fmla="*/ 456199 w 523125"/>
                <a:gd name="connsiteY19" fmla="*/ 234816 h 523125"/>
                <a:gd name="connsiteX20" fmla="*/ 460755 w 523125"/>
                <a:gd name="connsiteY20" fmla="*/ 277155 h 523125"/>
                <a:gd name="connsiteX21" fmla="*/ 262339 w 523125"/>
                <a:gd name="connsiteY21" fmla="*/ 475605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23125" h="523125">
                  <a:moveTo>
                    <a:pt x="262339" y="14816"/>
                  </a:moveTo>
                  <a:cubicBezTo>
                    <a:pt x="221889" y="14816"/>
                    <a:pt x="183549" y="24013"/>
                    <a:pt x="149293" y="40449"/>
                  </a:cubicBezTo>
                  <a:lnTo>
                    <a:pt x="144197" y="15323"/>
                  </a:lnTo>
                  <a:lnTo>
                    <a:pt x="116151" y="23693"/>
                  </a:lnTo>
                  <a:lnTo>
                    <a:pt x="127491" y="52211"/>
                  </a:lnTo>
                  <a:cubicBezTo>
                    <a:pt x="127322" y="52313"/>
                    <a:pt x="127136" y="52397"/>
                    <a:pt x="126968" y="52515"/>
                  </a:cubicBezTo>
                  <a:lnTo>
                    <a:pt x="95091" y="0"/>
                  </a:lnTo>
                  <a:lnTo>
                    <a:pt x="65289" y="22663"/>
                  </a:lnTo>
                  <a:lnTo>
                    <a:pt x="106414" y="66319"/>
                  </a:lnTo>
                  <a:cubicBezTo>
                    <a:pt x="41901" y="114176"/>
                    <a:pt x="0" y="190873"/>
                    <a:pt x="0" y="277155"/>
                  </a:cubicBezTo>
                  <a:cubicBezTo>
                    <a:pt x="0" y="421824"/>
                    <a:pt x="117686" y="539511"/>
                    <a:pt x="262339" y="539511"/>
                  </a:cubicBezTo>
                  <a:cubicBezTo>
                    <a:pt x="406991" y="539511"/>
                    <a:pt x="524661" y="421824"/>
                    <a:pt x="524661" y="277155"/>
                  </a:cubicBezTo>
                  <a:cubicBezTo>
                    <a:pt x="524678" y="132503"/>
                    <a:pt x="407008" y="14816"/>
                    <a:pt x="262339" y="14816"/>
                  </a:cubicBezTo>
                  <a:close/>
                  <a:moveTo>
                    <a:pt x="262339" y="475605"/>
                  </a:moveTo>
                  <a:cubicBezTo>
                    <a:pt x="152921" y="475605"/>
                    <a:pt x="63923" y="386623"/>
                    <a:pt x="63923" y="277155"/>
                  </a:cubicBezTo>
                  <a:cubicBezTo>
                    <a:pt x="63923" y="262643"/>
                    <a:pt x="65492" y="248468"/>
                    <a:pt x="68479" y="234816"/>
                  </a:cubicBezTo>
                  <a:lnTo>
                    <a:pt x="195159" y="234816"/>
                  </a:lnTo>
                  <a:lnTo>
                    <a:pt x="194670" y="181406"/>
                  </a:lnTo>
                  <a:lnTo>
                    <a:pt x="249261" y="234816"/>
                  </a:lnTo>
                  <a:lnTo>
                    <a:pt x="456199" y="234816"/>
                  </a:lnTo>
                  <a:cubicBezTo>
                    <a:pt x="459169" y="248468"/>
                    <a:pt x="460755" y="262643"/>
                    <a:pt x="460755" y="277155"/>
                  </a:cubicBezTo>
                  <a:cubicBezTo>
                    <a:pt x="460755" y="386573"/>
                    <a:pt x="371756" y="475605"/>
                    <a:pt x="262339" y="47560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10430578" y="3546212"/>
              <a:ext cx="50625" cy="50625"/>
            </a:xfrm>
            <a:custGeom>
              <a:avLst/>
              <a:gdLst>
                <a:gd name="connsiteX0" fmla="*/ 57037 w 50625"/>
                <a:gd name="connsiteY0" fmla="*/ 28519 h 50625"/>
                <a:gd name="connsiteX1" fmla="*/ 28519 w 50625"/>
                <a:gd name="connsiteY1" fmla="*/ 57038 h 50625"/>
                <a:gd name="connsiteX2" fmla="*/ 0 w 50625"/>
                <a:gd name="connsiteY2" fmla="*/ 28519 h 50625"/>
                <a:gd name="connsiteX3" fmla="*/ 28519 w 50625"/>
                <a:gd name="connsiteY3" fmla="*/ 0 h 50625"/>
                <a:gd name="connsiteX4" fmla="*/ 57037 w 50625"/>
                <a:gd name="connsiteY4" fmla="*/ 2851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5" h="50625">
                  <a:moveTo>
                    <a:pt x="57037" y="28519"/>
                  </a:moveTo>
                  <a:cubicBezTo>
                    <a:pt x="57037" y="44269"/>
                    <a:pt x="44269" y="57038"/>
                    <a:pt x="28519" y="57038"/>
                  </a:cubicBezTo>
                  <a:cubicBezTo>
                    <a:pt x="12768" y="57038"/>
                    <a:pt x="0" y="44269"/>
                    <a:pt x="0" y="28519"/>
                  </a:cubicBezTo>
                  <a:cubicBezTo>
                    <a:pt x="0" y="12768"/>
                    <a:pt x="12768" y="0"/>
                    <a:pt x="28519" y="0"/>
                  </a:cubicBezTo>
                  <a:cubicBezTo>
                    <a:pt x="44269" y="0"/>
                    <a:pt x="57037" y="12768"/>
                    <a:pt x="57037" y="2851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10590992" y="3546212"/>
              <a:ext cx="50625" cy="50625"/>
            </a:xfrm>
            <a:custGeom>
              <a:avLst/>
              <a:gdLst>
                <a:gd name="connsiteX0" fmla="*/ 57038 w 50625"/>
                <a:gd name="connsiteY0" fmla="*/ 28519 h 50625"/>
                <a:gd name="connsiteX1" fmla="*/ 28519 w 50625"/>
                <a:gd name="connsiteY1" fmla="*/ 57038 h 50625"/>
                <a:gd name="connsiteX2" fmla="*/ 0 w 50625"/>
                <a:gd name="connsiteY2" fmla="*/ 28519 h 50625"/>
                <a:gd name="connsiteX3" fmla="*/ 28519 w 50625"/>
                <a:gd name="connsiteY3" fmla="*/ 0 h 50625"/>
                <a:gd name="connsiteX4" fmla="*/ 57038 w 50625"/>
                <a:gd name="connsiteY4" fmla="*/ 2851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5" h="50625">
                  <a:moveTo>
                    <a:pt x="57038" y="28519"/>
                  </a:moveTo>
                  <a:cubicBezTo>
                    <a:pt x="57038" y="44269"/>
                    <a:pt x="44269" y="57038"/>
                    <a:pt x="28519" y="57038"/>
                  </a:cubicBezTo>
                  <a:cubicBezTo>
                    <a:pt x="12768" y="57038"/>
                    <a:pt x="0" y="44269"/>
                    <a:pt x="0" y="28519"/>
                  </a:cubicBezTo>
                  <a:cubicBezTo>
                    <a:pt x="0" y="12768"/>
                    <a:pt x="12768" y="0"/>
                    <a:pt x="28519" y="0"/>
                  </a:cubicBezTo>
                  <a:cubicBezTo>
                    <a:pt x="44269" y="0"/>
                    <a:pt x="57038" y="12768"/>
                    <a:pt x="57038" y="2851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10468344" y="3635768"/>
              <a:ext cx="135000" cy="50625"/>
            </a:xfrm>
            <a:custGeom>
              <a:avLst/>
              <a:gdLst>
                <a:gd name="connsiteX0" fmla="*/ 70841 w 135000"/>
                <a:gd name="connsiteY0" fmla="*/ 53663 h 50625"/>
                <a:gd name="connsiteX1" fmla="*/ 141682 w 135000"/>
                <a:gd name="connsiteY1" fmla="*/ 0 h 50625"/>
                <a:gd name="connsiteX2" fmla="*/ 0 w 135000"/>
                <a:gd name="connsiteY2" fmla="*/ 0 h 50625"/>
                <a:gd name="connsiteX3" fmla="*/ 70841 w 135000"/>
                <a:gd name="connsiteY3" fmla="*/ 53663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000" h="50625">
                  <a:moveTo>
                    <a:pt x="70841" y="53663"/>
                  </a:moveTo>
                  <a:cubicBezTo>
                    <a:pt x="104608" y="53663"/>
                    <a:pt x="132772" y="30645"/>
                    <a:pt x="141682" y="0"/>
                  </a:cubicBezTo>
                  <a:lnTo>
                    <a:pt x="0" y="0"/>
                  </a:lnTo>
                  <a:cubicBezTo>
                    <a:pt x="8910" y="30645"/>
                    <a:pt x="37074" y="53663"/>
                    <a:pt x="70841" y="5366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54" name="图形 63"/>
          <p:cNvSpPr/>
          <p:nvPr/>
        </p:nvSpPr>
        <p:spPr>
          <a:xfrm>
            <a:off x="10706989" y="5499158"/>
            <a:ext cx="506250" cy="523125"/>
          </a:xfrm>
          <a:custGeom>
            <a:avLst/>
            <a:gdLst>
              <a:gd name="connsiteX0" fmla="*/ 261461 w 506250"/>
              <a:gd name="connsiteY0" fmla="*/ 198028 h 523125"/>
              <a:gd name="connsiteX1" fmla="*/ 243489 w 506250"/>
              <a:gd name="connsiteY1" fmla="*/ 215983 h 523125"/>
              <a:gd name="connsiteX2" fmla="*/ 81878 w 506250"/>
              <a:gd name="connsiteY2" fmla="*/ 215983 h 523125"/>
              <a:gd name="connsiteX3" fmla="*/ 63906 w 506250"/>
              <a:gd name="connsiteY3" fmla="*/ 198028 h 523125"/>
              <a:gd name="connsiteX4" fmla="*/ 81878 w 506250"/>
              <a:gd name="connsiteY4" fmla="*/ 180090 h 523125"/>
              <a:gd name="connsiteX5" fmla="*/ 243489 w 506250"/>
              <a:gd name="connsiteY5" fmla="*/ 180090 h 523125"/>
              <a:gd name="connsiteX6" fmla="*/ 261461 w 506250"/>
              <a:gd name="connsiteY6" fmla="*/ 198028 h 523125"/>
              <a:gd name="connsiteX7" fmla="*/ 355624 w 506250"/>
              <a:gd name="connsiteY7" fmla="*/ 187093 h 523125"/>
              <a:gd name="connsiteX8" fmla="*/ 445770 w 506250"/>
              <a:gd name="connsiteY8" fmla="*/ 267941 h 523125"/>
              <a:gd name="connsiteX9" fmla="*/ 254627 w 506250"/>
              <a:gd name="connsiteY9" fmla="*/ 481022 h 523125"/>
              <a:gd name="connsiteX10" fmla="*/ 164514 w 506250"/>
              <a:gd name="connsiteY10" fmla="*/ 400174 h 523125"/>
              <a:gd name="connsiteX11" fmla="*/ 355624 w 506250"/>
              <a:gd name="connsiteY11" fmla="*/ 187093 h 523125"/>
              <a:gd name="connsiteX12" fmla="*/ 330126 w 506250"/>
              <a:gd name="connsiteY12" fmla="*/ 273173 h 523125"/>
              <a:gd name="connsiteX13" fmla="*/ 329552 w 506250"/>
              <a:gd name="connsiteY13" fmla="*/ 272666 h 523125"/>
              <a:gd name="connsiteX14" fmla="*/ 321773 w 506250"/>
              <a:gd name="connsiteY14" fmla="*/ 269916 h 523125"/>
              <a:gd name="connsiteX15" fmla="*/ 314364 w 506250"/>
              <a:gd name="connsiteY15" fmla="*/ 273476 h 523125"/>
              <a:gd name="connsiteX16" fmla="*/ 211781 w 506250"/>
              <a:gd name="connsiteY16" fmla="*/ 387838 h 523125"/>
              <a:gd name="connsiteX17" fmla="*/ 212659 w 506250"/>
              <a:gd name="connsiteY17" fmla="*/ 404123 h 523125"/>
              <a:gd name="connsiteX18" fmla="*/ 220438 w 506250"/>
              <a:gd name="connsiteY18" fmla="*/ 406873 h 523125"/>
              <a:gd name="connsiteX19" fmla="*/ 227863 w 506250"/>
              <a:gd name="connsiteY19" fmla="*/ 403296 h 523125"/>
              <a:gd name="connsiteX20" fmla="*/ 330953 w 506250"/>
              <a:gd name="connsiteY20" fmla="*/ 288377 h 523125"/>
              <a:gd name="connsiteX21" fmla="*/ 330126 w 506250"/>
              <a:gd name="connsiteY21" fmla="*/ 273173 h 523125"/>
              <a:gd name="connsiteX22" fmla="*/ 351422 w 506250"/>
              <a:gd name="connsiteY22" fmla="*/ 232048 h 523125"/>
              <a:gd name="connsiteX23" fmla="*/ 346343 w 506250"/>
              <a:gd name="connsiteY23" fmla="*/ 237718 h 523125"/>
              <a:gd name="connsiteX24" fmla="*/ 343609 w 506250"/>
              <a:gd name="connsiteY24" fmla="*/ 245498 h 523125"/>
              <a:gd name="connsiteX25" fmla="*/ 347169 w 506250"/>
              <a:gd name="connsiteY25" fmla="*/ 252939 h 523125"/>
              <a:gd name="connsiteX26" fmla="*/ 347760 w 506250"/>
              <a:gd name="connsiteY26" fmla="*/ 253463 h 523125"/>
              <a:gd name="connsiteX27" fmla="*/ 355539 w 506250"/>
              <a:gd name="connsiteY27" fmla="*/ 256196 h 523125"/>
              <a:gd name="connsiteX28" fmla="*/ 362964 w 506250"/>
              <a:gd name="connsiteY28" fmla="*/ 252636 h 523125"/>
              <a:gd name="connsiteX29" fmla="*/ 375233 w 506250"/>
              <a:gd name="connsiteY29" fmla="*/ 238950 h 523125"/>
              <a:gd name="connsiteX30" fmla="*/ 366626 w 506250"/>
              <a:gd name="connsiteY30" fmla="*/ 231238 h 523125"/>
              <a:gd name="connsiteX31" fmla="*/ 351422 w 506250"/>
              <a:gd name="connsiteY31" fmla="*/ 232048 h 523125"/>
              <a:gd name="connsiteX32" fmla="*/ 364314 w 506250"/>
              <a:gd name="connsiteY32" fmla="*/ 177356 h 523125"/>
              <a:gd name="connsiteX33" fmla="*/ 454444 w 506250"/>
              <a:gd name="connsiteY33" fmla="*/ 258204 h 523125"/>
              <a:gd name="connsiteX34" fmla="*/ 476584 w 506250"/>
              <a:gd name="connsiteY34" fmla="*/ 233533 h 523125"/>
              <a:gd name="connsiteX35" fmla="*/ 386471 w 506250"/>
              <a:gd name="connsiteY35" fmla="*/ 152685 h 523125"/>
              <a:gd name="connsiteX36" fmla="*/ 364314 w 506250"/>
              <a:gd name="connsiteY36" fmla="*/ 177356 h 523125"/>
              <a:gd name="connsiteX37" fmla="*/ 516409 w 506250"/>
              <a:gd name="connsiteY37" fmla="*/ 189169 h 523125"/>
              <a:gd name="connsiteX38" fmla="*/ 484734 w 506250"/>
              <a:gd name="connsiteY38" fmla="*/ 224488 h 523125"/>
              <a:gd name="connsiteX39" fmla="*/ 394605 w 506250"/>
              <a:gd name="connsiteY39" fmla="*/ 143657 h 523125"/>
              <a:gd name="connsiteX40" fmla="*/ 426330 w 506250"/>
              <a:gd name="connsiteY40" fmla="*/ 108338 h 523125"/>
              <a:gd name="connsiteX41" fmla="*/ 442783 w 506250"/>
              <a:gd name="connsiteY41" fmla="*/ 100440 h 523125"/>
              <a:gd name="connsiteX42" fmla="*/ 460013 w 506250"/>
              <a:gd name="connsiteY42" fmla="*/ 106498 h 523125"/>
              <a:gd name="connsiteX43" fmla="*/ 514586 w 506250"/>
              <a:gd name="connsiteY43" fmla="*/ 155486 h 523125"/>
              <a:gd name="connsiteX44" fmla="*/ 516409 w 506250"/>
              <a:gd name="connsiteY44" fmla="*/ 189169 h 523125"/>
              <a:gd name="connsiteX45" fmla="*/ 498656 w 506250"/>
              <a:gd name="connsiteY45" fmla="*/ 173205 h 523125"/>
              <a:gd name="connsiteX46" fmla="*/ 444099 w 506250"/>
              <a:gd name="connsiteY46" fmla="*/ 124234 h 523125"/>
              <a:gd name="connsiteX47" fmla="*/ 428288 w 506250"/>
              <a:gd name="connsiteY47" fmla="*/ 141818 h 523125"/>
              <a:gd name="connsiteX48" fmla="*/ 482861 w 506250"/>
              <a:gd name="connsiteY48" fmla="*/ 190806 h 523125"/>
              <a:gd name="connsiteX49" fmla="*/ 498656 w 506250"/>
              <a:gd name="connsiteY49" fmla="*/ 173205 h 523125"/>
              <a:gd name="connsiteX50" fmla="*/ 153748 w 506250"/>
              <a:gd name="connsiteY50" fmla="*/ 412223 h 523125"/>
              <a:gd name="connsiteX51" fmla="*/ 243844 w 506250"/>
              <a:gd name="connsiteY51" fmla="*/ 493071 h 523125"/>
              <a:gd name="connsiteX52" fmla="*/ 137363 w 506250"/>
              <a:gd name="connsiteY52" fmla="*/ 536693 h 523125"/>
              <a:gd name="connsiteX53" fmla="*/ 125280 w 506250"/>
              <a:gd name="connsiteY53" fmla="*/ 534600 h 523125"/>
              <a:gd name="connsiteX54" fmla="*/ 121888 w 506250"/>
              <a:gd name="connsiteY54" fmla="*/ 522804 h 523125"/>
              <a:gd name="connsiteX55" fmla="*/ 153748 w 506250"/>
              <a:gd name="connsiteY55" fmla="*/ 412223 h 523125"/>
              <a:gd name="connsiteX56" fmla="*/ 161983 w 506250"/>
              <a:gd name="connsiteY56" fmla="*/ 440944 h 523125"/>
              <a:gd name="connsiteX57" fmla="*/ 149799 w 506250"/>
              <a:gd name="connsiteY57" fmla="*/ 483249 h 523125"/>
              <a:gd name="connsiteX58" fmla="*/ 173610 w 506250"/>
              <a:gd name="connsiteY58" fmla="*/ 504630 h 523125"/>
              <a:gd name="connsiteX59" fmla="*/ 214313 w 506250"/>
              <a:gd name="connsiteY59" fmla="*/ 487991 h 523125"/>
              <a:gd name="connsiteX60" fmla="*/ 161983 w 506250"/>
              <a:gd name="connsiteY60" fmla="*/ 440944 h 523125"/>
              <a:gd name="connsiteX61" fmla="*/ 131102 w 506250"/>
              <a:gd name="connsiteY61" fmla="*/ 409809 h 523125"/>
              <a:gd name="connsiteX62" fmla="*/ 120589 w 506250"/>
              <a:gd name="connsiteY62" fmla="*/ 446293 h 523125"/>
              <a:gd name="connsiteX63" fmla="*/ 40719 w 506250"/>
              <a:gd name="connsiteY63" fmla="*/ 446293 h 523125"/>
              <a:gd name="connsiteX64" fmla="*/ 0 w 506250"/>
              <a:gd name="connsiteY64" fmla="*/ 405591 h 523125"/>
              <a:gd name="connsiteX65" fmla="*/ 0 w 506250"/>
              <a:gd name="connsiteY65" fmla="*/ 109569 h 523125"/>
              <a:gd name="connsiteX66" fmla="*/ 40719 w 506250"/>
              <a:gd name="connsiteY66" fmla="*/ 68850 h 523125"/>
              <a:gd name="connsiteX67" fmla="*/ 90332 w 506250"/>
              <a:gd name="connsiteY67" fmla="*/ 68850 h 523125"/>
              <a:gd name="connsiteX68" fmla="*/ 90332 w 506250"/>
              <a:gd name="connsiteY68" fmla="*/ 65914 h 523125"/>
              <a:gd name="connsiteX69" fmla="*/ 105351 w 506250"/>
              <a:gd name="connsiteY69" fmla="*/ 50895 h 523125"/>
              <a:gd name="connsiteX70" fmla="*/ 117838 w 506250"/>
              <a:gd name="connsiteY70" fmla="*/ 50895 h 523125"/>
              <a:gd name="connsiteX71" fmla="*/ 117450 w 506250"/>
              <a:gd name="connsiteY71" fmla="*/ 44904 h 523125"/>
              <a:gd name="connsiteX72" fmla="*/ 162354 w 506250"/>
              <a:gd name="connsiteY72" fmla="*/ 0 h 523125"/>
              <a:gd name="connsiteX73" fmla="*/ 207259 w 506250"/>
              <a:gd name="connsiteY73" fmla="*/ 44904 h 523125"/>
              <a:gd name="connsiteX74" fmla="*/ 206871 w 506250"/>
              <a:gd name="connsiteY74" fmla="*/ 50878 h 523125"/>
              <a:gd name="connsiteX75" fmla="*/ 219510 w 506250"/>
              <a:gd name="connsiteY75" fmla="*/ 50878 h 523125"/>
              <a:gd name="connsiteX76" fmla="*/ 234529 w 506250"/>
              <a:gd name="connsiteY76" fmla="*/ 65897 h 523125"/>
              <a:gd name="connsiteX77" fmla="*/ 234529 w 506250"/>
              <a:gd name="connsiteY77" fmla="*/ 68833 h 523125"/>
              <a:gd name="connsiteX78" fmla="*/ 282943 w 506250"/>
              <a:gd name="connsiteY78" fmla="*/ 68833 h 523125"/>
              <a:gd name="connsiteX79" fmla="*/ 323663 w 506250"/>
              <a:gd name="connsiteY79" fmla="*/ 109553 h 523125"/>
              <a:gd name="connsiteX80" fmla="*/ 323663 w 506250"/>
              <a:gd name="connsiteY80" fmla="*/ 187684 h 523125"/>
              <a:gd name="connsiteX81" fmla="*/ 287753 w 506250"/>
              <a:gd name="connsiteY81" fmla="*/ 227711 h 523125"/>
              <a:gd name="connsiteX82" fmla="*/ 287753 w 506250"/>
              <a:gd name="connsiteY82" fmla="*/ 126664 h 523125"/>
              <a:gd name="connsiteX83" fmla="*/ 266423 w 506250"/>
              <a:gd name="connsiteY83" fmla="*/ 105317 h 523125"/>
              <a:gd name="connsiteX84" fmla="*/ 234512 w 506250"/>
              <a:gd name="connsiteY84" fmla="*/ 105317 h 523125"/>
              <a:gd name="connsiteX85" fmla="*/ 234512 w 506250"/>
              <a:gd name="connsiteY85" fmla="*/ 125584 h 523125"/>
              <a:gd name="connsiteX86" fmla="*/ 219493 w 506250"/>
              <a:gd name="connsiteY86" fmla="*/ 140603 h 523125"/>
              <a:gd name="connsiteX87" fmla="*/ 105368 w 506250"/>
              <a:gd name="connsiteY87" fmla="*/ 140603 h 523125"/>
              <a:gd name="connsiteX88" fmla="*/ 90349 w 506250"/>
              <a:gd name="connsiteY88" fmla="*/ 125584 h 523125"/>
              <a:gd name="connsiteX89" fmla="*/ 90349 w 506250"/>
              <a:gd name="connsiteY89" fmla="*/ 105317 h 523125"/>
              <a:gd name="connsiteX90" fmla="*/ 57848 w 506250"/>
              <a:gd name="connsiteY90" fmla="*/ 105317 h 523125"/>
              <a:gd name="connsiteX91" fmla="*/ 36501 w 506250"/>
              <a:gd name="connsiteY91" fmla="*/ 126664 h 523125"/>
              <a:gd name="connsiteX92" fmla="*/ 36501 w 506250"/>
              <a:gd name="connsiteY92" fmla="*/ 388463 h 523125"/>
              <a:gd name="connsiteX93" fmla="*/ 57848 w 506250"/>
              <a:gd name="connsiteY93" fmla="*/ 409809 h 523125"/>
              <a:gd name="connsiteX94" fmla="*/ 131102 w 506250"/>
              <a:gd name="connsiteY94" fmla="*/ 409809 h 523125"/>
              <a:gd name="connsiteX95" fmla="*/ 144399 w 506250"/>
              <a:gd name="connsiteY95" fmla="*/ 44904 h 523125"/>
              <a:gd name="connsiteX96" fmla="*/ 145429 w 506250"/>
              <a:gd name="connsiteY96" fmla="*/ 50895 h 523125"/>
              <a:gd name="connsiteX97" fmla="*/ 179263 w 506250"/>
              <a:gd name="connsiteY97" fmla="*/ 50895 h 523125"/>
              <a:gd name="connsiteX98" fmla="*/ 180309 w 506250"/>
              <a:gd name="connsiteY98" fmla="*/ 44904 h 523125"/>
              <a:gd name="connsiteX99" fmla="*/ 162354 w 506250"/>
              <a:gd name="connsiteY99" fmla="*/ 26933 h 523125"/>
              <a:gd name="connsiteX100" fmla="*/ 144399 w 506250"/>
              <a:gd name="connsiteY100" fmla="*/ 44904 h 523125"/>
              <a:gd name="connsiteX101" fmla="*/ 244738 w 506250"/>
              <a:gd name="connsiteY101" fmla="*/ 275754 h 523125"/>
              <a:gd name="connsiteX102" fmla="*/ 261461 w 506250"/>
              <a:gd name="connsiteY102" fmla="*/ 257108 h 523125"/>
              <a:gd name="connsiteX103" fmla="*/ 243506 w 506250"/>
              <a:gd name="connsiteY103" fmla="*/ 239321 h 523125"/>
              <a:gd name="connsiteX104" fmla="*/ 81878 w 506250"/>
              <a:gd name="connsiteY104" fmla="*/ 239321 h 523125"/>
              <a:gd name="connsiteX105" fmla="*/ 63906 w 506250"/>
              <a:gd name="connsiteY105" fmla="*/ 257580 h 523125"/>
              <a:gd name="connsiteX106" fmla="*/ 81878 w 506250"/>
              <a:gd name="connsiteY106" fmla="*/ 275822 h 523125"/>
              <a:gd name="connsiteX107" fmla="*/ 243489 w 506250"/>
              <a:gd name="connsiteY107" fmla="*/ 275822 h 523125"/>
              <a:gd name="connsiteX108" fmla="*/ 244738 w 506250"/>
              <a:gd name="connsiteY108" fmla="*/ 275754 h 523125"/>
              <a:gd name="connsiteX109" fmla="*/ 63906 w 506250"/>
              <a:gd name="connsiteY109" fmla="*/ 317098 h 523125"/>
              <a:gd name="connsiteX110" fmla="*/ 81878 w 506250"/>
              <a:gd name="connsiteY110" fmla="*/ 335019 h 523125"/>
              <a:gd name="connsiteX111" fmla="*/ 191599 w 506250"/>
              <a:gd name="connsiteY111" fmla="*/ 335019 h 523125"/>
              <a:gd name="connsiteX112" fmla="*/ 223779 w 506250"/>
              <a:gd name="connsiteY112" fmla="*/ 299143 h 523125"/>
              <a:gd name="connsiteX113" fmla="*/ 81878 w 506250"/>
              <a:gd name="connsiteY113" fmla="*/ 299143 h 523125"/>
              <a:gd name="connsiteX114" fmla="*/ 63906 w 506250"/>
              <a:gd name="connsiteY114" fmla="*/ 317098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06250" h="523125">
                <a:moveTo>
                  <a:pt x="261461" y="198028"/>
                </a:moveTo>
                <a:cubicBezTo>
                  <a:pt x="261461" y="207951"/>
                  <a:pt x="253429" y="215983"/>
                  <a:pt x="243489" y="215983"/>
                </a:cubicBezTo>
                <a:lnTo>
                  <a:pt x="81878" y="215983"/>
                </a:lnTo>
                <a:cubicBezTo>
                  <a:pt x="71955" y="215983"/>
                  <a:pt x="63906" y="207951"/>
                  <a:pt x="63906" y="198028"/>
                </a:cubicBezTo>
                <a:cubicBezTo>
                  <a:pt x="63906" y="188123"/>
                  <a:pt x="71955" y="180090"/>
                  <a:pt x="81878" y="180090"/>
                </a:cubicBezTo>
                <a:lnTo>
                  <a:pt x="243489" y="180090"/>
                </a:lnTo>
                <a:cubicBezTo>
                  <a:pt x="253446" y="180090"/>
                  <a:pt x="261461" y="188123"/>
                  <a:pt x="261461" y="198028"/>
                </a:cubicBezTo>
                <a:close/>
                <a:moveTo>
                  <a:pt x="355624" y="187093"/>
                </a:moveTo>
                <a:lnTo>
                  <a:pt x="445770" y="267941"/>
                </a:lnTo>
                <a:lnTo>
                  <a:pt x="254627" y="481022"/>
                </a:lnTo>
                <a:lnTo>
                  <a:pt x="164514" y="400174"/>
                </a:lnTo>
                <a:lnTo>
                  <a:pt x="355624" y="187093"/>
                </a:lnTo>
                <a:close/>
                <a:moveTo>
                  <a:pt x="330126" y="273173"/>
                </a:moveTo>
                <a:lnTo>
                  <a:pt x="329552" y="272666"/>
                </a:lnTo>
                <a:cubicBezTo>
                  <a:pt x="327426" y="270743"/>
                  <a:pt x="324624" y="269764"/>
                  <a:pt x="321773" y="269916"/>
                </a:cubicBezTo>
                <a:cubicBezTo>
                  <a:pt x="318938" y="270068"/>
                  <a:pt x="316254" y="271350"/>
                  <a:pt x="314364" y="273476"/>
                </a:cubicBezTo>
                <a:lnTo>
                  <a:pt x="211781" y="387838"/>
                </a:lnTo>
                <a:cubicBezTo>
                  <a:pt x="207512" y="392563"/>
                  <a:pt x="207917" y="399870"/>
                  <a:pt x="212659" y="404123"/>
                </a:cubicBezTo>
                <a:cubicBezTo>
                  <a:pt x="214785" y="406046"/>
                  <a:pt x="217569" y="407042"/>
                  <a:pt x="220438" y="406873"/>
                </a:cubicBezTo>
                <a:cubicBezTo>
                  <a:pt x="223273" y="406704"/>
                  <a:pt x="225956" y="405439"/>
                  <a:pt x="227863" y="403296"/>
                </a:cubicBezTo>
                <a:lnTo>
                  <a:pt x="330953" y="288377"/>
                </a:lnTo>
                <a:cubicBezTo>
                  <a:pt x="334918" y="283973"/>
                  <a:pt x="334547" y="277138"/>
                  <a:pt x="330126" y="273173"/>
                </a:cubicBezTo>
                <a:close/>
                <a:moveTo>
                  <a:pt x="351422" y="232048"/>
                </a:moveTo>
                <a:lnTo>
                  <a:pt x="346343" y="237718"/>
                </a:lnTo>
                <a:cubicBezTo>
                  <a:pt x="344453" y="239844"/>
                  <a:pt x="343457" y="242646"/>
                  <a:pt x="343609" y="245498"/>
                </a:cubicBezTo>
                <a:cubicBezTo>
                  <a:pt x="343761" y="248349"/>
                  <a:pt x="345043" y="251033"/>
                  <a:pt x="347169" y="252939"/>
                </a:cubicBezTo>
                <a:lnTo>
                  <a:pt x="347760" y="253463"/>
                </a:lnTo>
                <a:cubicBezTo>
                  <a:pt x="349886" y="255369"/>
                  <a:pt x="352688" y="256348"/>
                  <a:pt x="355539" y="256196"/>
                </a:cubicBezTo>
                <a:cubicBezTo>
                  <a:pt x="358391" y="256044"/>
                  <a:pt x="361058" y="254762"/>
                  <a:pt x="362964" y="252636"/>
                </a:cubicBezTo>
                <a:lnTo>
                  <a:pt x="375233" y="238950"/>
                </a:lnTo>
                <a:lnTo>
                  <a:pt x="366626" y="231238"/>
                </a:lnTo>
                <a:cubicBezTo>
                  <a:pt x="362205" y="227256"/>
                  <a:pt x="355388" y="227627"/>
                  <a:pt x="351422" y="232048"/>
                </a:cubicBezTo>
                <a:close/>
                <a:moveTo>
                  <a:pt x="364314" y="177356"/>
                </a:moveTo>
                <a:lnTo>
                  <a:pt x="454444" y="258204"/>
                </a:lnTo>
                <a:lnTo>
                  <a:pt x="476584" y="233533"/>
                </a:lnTo>
                <a:lnTo>
                  <a:pt x="386471" y="152685"/>
                </a:lnTo>
                <a:lnTo>
                  <a:pt x="364314" y="177356"/>
                </a:lnTo>
                <a:close/>
                <a:moveTo>
                  <a:pt x="516409" y="189169"/>
                </a:moveTo>
                <a:lnTo>
                  <a:pt x="484734" y="224488"/>
                </a:lnTo>
                <a:lnTo>
                  <a:pt x="394605" y="143657"/>
                </a:lnTo>
                <a:lnTo>
                  <a:pt x="426330" y="108338"/>
                </a:lnTo>
                <a:cubicBezTo>
                  <a:pt x="430498" y="103613"/>
                  <a:pt x="436455" y="100778"/>
                  <a:pt x="442783" y="100440"/>
                </a:cubicBezTo>
                <a:cubicBezTo>
                  <a:pt x="449111" y="100086"/>
                  <a:pt x="455304" y="102279"/>
                  <a:pt x="460013" y="106498"/>
                </a:cubicBezTo>
                <a:lnTo>
                  <a:pt x="514586" y="155486"/>
                </a:lnTo>
                <a:cubicBezTo>
                  <a:pt x="524374" y="164278"/>
                  <a:pt x="525201" y="179364"/>
                  <a:pt x="516409" y="189169"/>
                </a:cubicBezTo>
                <a:close/>
                <a:moveTo>
                  <a:pt x="498656" y="173205"/>
                </a:moveTo>
                <a:lnTo>
                  <a:pt x="444099" y="124234"/>
                </a:lnTo>
                <a:lnTo>
                  <a:pt x="428288" y="141818"/>
                </a:lnTo>
                <a:lnTo>
                  <a:pt x="482861" y="190806"/>
                </a:lnTo>
                <a:lnTo>
                  <a:pt x="498656" y="173205"/>
                </a:lnTo>
                <a:close/>
                <a:moveTo>
                  <a:pt x="153748" y="412223"/>
                </a:moveTo>
                <a:lnTo>
                  <a:pt x="243844" y="493071"/>
                </a:lnTo>
                <a:lnTo>
                  <a:pt x="137363" y="536693"/>
                </a:lnTo>
                <a:cubicBezTo>
                  <a:pt x="133262" y="538363"/>
                  <a:pt x="128571" y="537553"/>
                  <a:pt x="125280" y="534600"/>
                </a:cubicBezTo>
                <a:cubicBezTo>
                  <a:pt x="121973" y="531613"/>
                  <a:pt x="120673" y="527057"/>
                  <a:pt x="121888" y="522804"/>
                </a:cubicBezTo>
                <a:lnTo>
                  <a:pt x="153748" y="412223"/>
                </a:lnTo>
                <a:close/>
                <a:moveTo>
                  <a:pt x="161983" y="440944"/>
                </a:moveTo>
                <a:lnTo>
                  <a:pt x="149799" y="483249"/>
                </a:lnTo>
                <a:lnTo>
                  <a:pt x="173610" y="504630"/>
                </a:lnTo>
                <a:lnTo>
                  <a:pt x="214313" y="487991"/>
                </a:lnTo>
                <a:lnTo>
                  <a:pt x="161983" y="440944"/>
                </a:lnTo>
                <a:close/>
                <a:moveTo>
                  <a:pt x="131102" y="409809"/>
                </a:moveTo>
                <a:lnTo>
                  <a:pt x="120589" y="446293"/>
                </a:lnTo>
                <a:lnTo>
                  <a:pt x="40719" y="446293"/>
                </a:lnTo>
                <a:cubicBezTo>
                  <a:pt x="18242" y="446293"/>
                  <a:pt x="0" y="428068"/>
                  <a:pt x="0" y="405591"/>
                </a:cubicBezTo>
                <a:lnTo>
                  <a:pt x="0" y="109569"/>
                </a:lnTo>
                <a:cubicBezTo>
                  <a:pt x="0" y="87092"/>
                  <a:pt x="18225" y="68850"/>
                  <a:pt x="40719" y="68850"/>
                </a:cubicBezTo>
                <a:lnTo>
                  <a:pt x="90332" y="68850"/>
                </a:lnTo>
                <a:lnTo>
                  <a:pt x="90332" y="65914"/>
                </a:lnTo>
                <a:cubicBezTo>
                  <a:pt x="90332" y="57611"/>
                  <a:pt x="97065" y="50895"/>
                  <a:pt x="105351" y="50895"/>
                </a:cubicBezTo>
                <a:lnTo>
                  <a:pt x="117838" y="50895"/>
                </a:lnTo>
                <a:cubicBezTo>
                  <a:pt x="117585" y="49089"/>
                  <a:pt x="117450" y="46929"/>
                  <a:pt x="117450" y="44904"/>
                </a:cubicBezTo>
                <a:cubicBezTo>
                  <a:pt x="117450" y="20149"/>
                  <a:pt x="137582" y="0"/>
                  <a:pt x="162354" y="0"/>
                </a:cubicBezTo>
                <a:cubicBezTo>
                  <a:pt x="187144" y="0"/>
                  <a:pt x="207259" y="20149"/>
                  <a:pt x="207259" y="44904"/>
                </a:cubicBezTo>
                <a:cubicBezTo>
                  <a:pt x="207259" y="46929"/>
                  <a:pt x="207090" y="49089"/>
                  <a:pt x="206871" y="50878"/>
                </a:cubicBezTo>
                <a:lnTo>
                  <a:pt x="219510" y="50878"/>
                </a:lnTo>
                <a:cubicBezTo>
                  <a:pt x="227813" y="50878"/>
                  <a:pt x="234529" y="57611"/>
                  <a:pt x="234529" y="65897"/>
                </a:cubicBezTo>
                <a:lnTo>
                  <a:pt x="234529" y="68833"/>
                </a:lnTo>
                <a:lnTo>
                  <a:pt x="282943" y="68833"/>
                </a:lnTo>
                <a:cubicBezTo>
                  <a:pt x="305421" y="68833"/>
                  <a:pt x="323663" y="87075"/>
                  <a:pt x="323663" y="109553"/>
                </a:cubicBezTo>
                <a:lnTo>
                  <a:pt x="323663" y="187684"/>
                </a:lnTo>
                <a:lnTo>
                  <a:pt x="287753" y="227711"/>
                </a:lnTo>
                <a:lnTo>
                  <a:pt x="287753" y="126664"/>
                </a:lnTo>
                <a:cubicBezTo>
                  <a:pt x="287753" y="114868"/>
                  <a:pt x="278201" y="105317"/>
                  <a:pt x="266423" y="105317"/>
                </a:cubicBezTo>
                <a:lnTo>
                  <a:pt x="234512" y="105317"/>
                </a:lnTo>
                <a:lnTo>
                  <a:pt x="234512" y="125584"/>
                </a:lnTo>
                <a:cubicBezTo>
                  <a:pt x="234512" y="133869"/>
                  <a:pt x="227779" y="140603"/>
                  <a:pt x="219493" y="140603"/>
                </a:cubicBezTo>
                <a:lnTo>
                  <a:pt x="105368" y="140603"/>
                </a:lnTo>
                <a:cubicBezTo>
                  <a:pt x="97065" y="140603"/>
                  <a:pt x="90349" y="133869"/>
                  <a:pt x="90349" y="125584"/>
                </a:cubicBezTo>
                <a:lnTo>
                  <a:pt x="90349" y="105317"/>
                </a:lnTo>
                <a:lnTo>
                  <a:pt x="57848" y="105317"/>
                </a:lnTo>
                <a:cubicBezTo>
                  <a:pt x="46052" y="105317"/>
                  <a:pt x="36501" y="114885"/>
                  <a:pt x="36501" y="126664"/>
                </a:cubicBezTo>
                <a:lnTo>
                  <a:pt x="36501" y="388463"/>
                </a:lnTo>
                <a:cubicBezTo>
                  <a:pt x="36501" y="400275"/>
                  <a:pt x="46069" y="409809"/>
                  <a:pt x="57848" y="409809"/>
                </a:cubicBezTo>
                <a:lnTo>
                  <a:pt x="131102" y="409809"/>
                </a:lnTo>
                <a:close/>
                <a:moveTo>
                  <a:pt x="144399" y="44904"/>
                </a:moveTo>
                <a:cubicBezTo>
                  <a:pt x="144399" y="46997"/>
                  <a:pt x="144788" y="49089"/>
                  <a:pt x="145429" y="50895"/>
                </a:cubicBezTo>
                <a:lnTo>
                  <a:pt x="179263" y="50895"/>
                </a:lnTo>
                <a:cubicBezTo>
                  <a:pt x="179938" y="49089"/>
                  <a:pt x="180309" y="47014"/>
                  <a:pt x="180309" y="44904"/>
                </a:cubicBezTo>
                <a:cubicBezTo>
                  <a:pt x="180309" y="34999"/>
                  <a:pt x="172260" y="26933"/>
                  <a:pt x="162354" y="26933"/>
                </a:cubicBezTo>
                <a:cubicBezTo>
                  <a:pt x="152449" y="26933"/>
                  <a:pt x="144399" y="34999"/>
                  <a:pt x="144399" y="44904"/>
                </a:cubicBezTo>
                <a:close/>
                <a:moveTo>
                  <a:pt x="244738" y="275754"/>
                </a:moveTo>
                <a:lnTo>
                  <a:pt x="261461" y="257108"/>
                </a:lnTo>
                <a:cubicBezTo>
                  <a:pt x="261225" y="247388"/>
                  <a:pt x="253294" y="239321"/>
                  <a:pt x="243506" y="239321"/>
                </a:cubicBezTo>
                <a:lnTo>
                  <a:pt x="81878" y="239321"/>
                </a:lnTo>
                <a:cubicBezTo>
                  <a:pt x="71955" y="239321"/>
                  <a:pt x="63906" y="247641"/>
                  <a:pt x="63906" y="257580"/>
                </a:cubicBezTo>
                <a:cubicBezTo>
                  <a:pt x="63906" y="267486"/>
                  <a:pt x="71955" y="275822"/>
                  <a:pt x="81878" y="275822"/>
                </a:cubicBezTo>
                <a:lnTo>
                  <a:pt x="243489" y="275822"/>
                </a:lnTo>
                <a:cubicBezTo>
                  <a:pt x="243911" y="275805"/>
                  <a:pt x="244333" y="275771"/>
                  <a:pt x="244738" y="275754"/>
                </a:cubicBezTo>
                <a:close/>
                <a:moveTo>
                  <a:pt x="63906" y="317098"/>
                </a:moveTo>
                <a:cubicBezTo>
                  <a:pt x="63906" y="327021"/>
                  <a:pt x="71955" y="335019"/>
                  <a:pt x="81878" y="335019"/>
                </a:cubicBezTo>
                <a:lnTo>
                  <a:pt x="191599" y="335019"/>
                </a:lnTo>
                <a:lnTo>
                  <a:pt x="223779" y="299143"/>
                </a:lnTo>
                <a:lnTo>
                  <a:pt x="81878" y="299143"/>
                </a:lnTo>
                <a:cubicBezTo>
                  <a:pt x="71955" y="299143"/>
                  <a:pt x="63906" y="307176"/>
                  <a:pt x="63906" y="317098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44" name="图形 277"/>
          <p:cNvSpPr/>
          <p:nvPr/>
        </p:nvSpPr>
        <p:spPr>
          <a:xfrm>
            <a:off x="953389" y="3231618"/>
            <a:ext cx="523125" cy="405000"/>
          </a:xfrm>
          <a:custGeom>
            <a:avLst/>
            <a:gdLst>
              <a:gd name="connsiteX0" fmla="*/ 529500 w 523125"/>
              <a:gd name="connsiteY0" fmla="*/ 261586 h 405000"/>
              <a:gd name="connsiteX1" fmla="*/ 420994 w 523125"/>
              <a:gd name="connsiteY1" fmla="*/ 65313 h 405000"/>
              <a:gd name="connsiteX2" fmla="*/ 412354 w 523125"/>
              <a:gd name="connsiteY2" fmla="*/ 60149 h 405000"/>
              <a:gd name="connsiteX3" fmla="*/ 355704 w 523125"/>
              <a:gd name="connsiteY3" fmla="*/ 60149 h 405000"/>
              <a:gd name="connsiteX4" fmla="*/ 258488 w 523125"/>
              <a:gd name="connsiteY4" fmla="*/ 57 h 405000"/>
              <a:gd name="connsiteX5" fmla="*/ 166603 w 523125"/>
              <a:gd name="connsiteY5" fmla="*/ 60149 h 405000"/>
              <a:gd name="connsiteX6" fmla="*/ 119353 w 523125"/>
              <a:gd name="connsiteY6" fmla="*/ 60149 h 405000"/>
              <a:gd name="connsiteX7" fmla="*/ 107102 w 523125"/>
              <a:gd name="connsiteY7" fmla="*/ 67760 h 405000"/>
              <a:gd name="connsiteX8" fmla="*/ 2258 w 523125"/>
              <a:gd name="connsiteY8" fmla="*/ 261586 h 405000"/>
              <a:gd name="connsiteX9" fmla="*/ 36463 w 523125"/>
              <a:gd name="connsiteY9" fmla="*/ 368928 h 405000"/>
              <a:gd name="connsiteX10" fmla="*/ 77301 w 523125"/>
              <a:gd name="connsiteY10" fmla="*/ 380200 h 405000"/>
              <a:gd name="connsiteX11" fmla="*/ 107102 w 523125"/>
              <a:gd name="connsiteY11" fmla="*/ 375425 h 405000"/>
              <a:gd name="connsiteX12" fmla="*/ 140143 w 523125"/>
              <a:gd name="connsiteY12" fmla="*/ 408483 h 405000"/>
              <a:gd name="connsiteX13" fmla="*/ 387936 w 523125"/>
              <a:gd name="connsiteY13" fmla="*/ 408483 h 405000"/>
              <a:gd name="connsiteX14" fmla="*/ 420977 w 523125"/>
              <a:gd name="connsiteY14" fmla="*/ 375425 h 405000"/>
              <a:gd name="connsiteX15" fmla="*/ 420977 w 523125"/>
              <a:gd name="connsiteY15" fmla="*/ 374193 h 405000"/>
              <a:gd name="connsiteX16" fmla="*/ 454406 w 523125"/>
              <a:gd name="connsiteY16" fmla="*/ 380200 h 405000"/>
              <a:gd name="connsiteX17" fmla="*/ 495244 w 523125"/>
              <a:gd name="connsiteY17" fmla="*/ 368928 h 405000"/>
              <a:gd name="connsiteX18" fmla="*/ 529500 w 523125"/>
              <a:gd name="connsiteY18" fmla="*/ 261586 h 405000"/>
              <a:gd name="connsiteX19" fmla="*/ 259871 w 523125"/>
              <a:gd name="connsiteY19" fmla="*/ 34904 h 405000"/>
              <a:gd name="connsiteX20" fmla="*/ 310344 w 523125"/>
              <a:gd name="connsiteY20" fmla="*/ 60149 h 405000"/>
              <a:gd name="connsiteX21" fmla="*/ 211693 w 523125"/>
              <a:gd name="connsiteY21" fmla="*/ 60149 h 405000"/>
              <a:gd name="connsiteX22" fmla="*/ 259871 w 523125"/>
              <a:gd name="connsiteY22" fmla="*/ 34904 h 405000"/>
              <a:gd name="connsiteX23" fmla="*/ 64493 w 523125"/>
              <a:gd name="connsiteY23" fmla="*/ 324800 h 405000"/>
              <a:gd name="connsiteX24" fmla="*/ 53996 w 523125"/>
              <a:gd name="connsiteY24" fmla="*/ 269399 h 405000"/>
              <a:gd name="connsiteX25" fmla="*/ 107102 w 523125"/>
              <a:gd name="connsiteY25" fmla="*/ 147646 h 405000"/>
              <a:gd name="connsiteX26" fmla="*/ 107102 w 523125"/>
              <a:gd name="connsiteY26" fmla="*/ 317932 h 405000"/>
              <a:gd name="connsiteX27" fmla="*/ 64493 w 523125"/>
              <a:gd name="connsiteY27" fmla="*/ 324800 h 405000"/>
              <a:gd name="connsiteX28" fmla="*/ 377034 w 523125"/>
              <a:gd name="connsiteY28" fmla="*/ 358786 h 405000"/>
              <a:gd name="connsiteX29" fmla="*/ 375381 w 523125"/>
              <a:gd name="connsiteY29" fmla="*/ 366144 h 405000"/>
              <a:gd name="connsiteX30" fmla="*/ 368597 w 523125"/>
              <a:gd name="connsiteY30" fmla="*/ 369400 h 405000"/>
              <a:gd name="connsiteX31" fmla="*/ 358843 w 523125"/>
              <a:gd name="connsiteY31" fmla="*/ 369400 h 405000"/>
              <a:gd name="connsiteX32" fmla="*/ 352515 w 523125"/>
              <a:gd name="connsiteY32" fmla="*/ 366447 h 405000"/>
              <a:gd name="connsiteX33" fmla="*/ 350760 w 523125"/>
              <a:gd name="connsiteY33" fmla="*/ 359697 h 405000"/>
              <a:gd name="connsiteX34" fmla="*/ 355299 w 523125"/>
              <a:gd name="connsiteY34" fmla="*/ 334672 h 405000"/>
              <a:gd name="connsiteX35" fmla="*/ 341462 w 523125"/>
              <a:gd name="connsiteY35" fmla="*/ 315097 h 405000"/>
              <a:gd name="connsiteX36" fmla="*/ 352043 w 523125"/>
              <a:gd name="connsiteY36" fmla="*/ 297040 h 405000"/>
              <a:gd name="connsiteX37" fmla="*/ 352043 w 523125"/>
              <a:gd name="connsiteY37" fmla="*/ 137217 h 405000"/>
              <a:gd name="connsiteX38" fmla="*/ 176087 w 523125"/>
              <a:gd name="connsiteY38" fmla="*/ 137217 h 405000"/>
              <a:gd name="connsiteX39" fmla="*/ 176087 w 523125"/>
              <a:gd name="connsiteY39" fmla="*/ 313409 h 405000"/>
              <a:gd name="connsiteX40" fmla="*/ 167464 w 523125"/>
              <a:gd name="connsiteY40" fmla="*/ 322150 h 405000"/>
              <a:gd name="connsiteX41" fmla="*/ 158824 w 523125"/>
              <a:gd name="connsiteY41" fmla="*/ 313409 h 405000"/>
              <a:gd name="connsiteX42" fmla="*/ 158824 w 523125"/>
              <a:gd name="connsiteY42" fmla="*/ 128341 h 405000"/>
              <a:gd name="connsiteX43" fmla="*/ 167649 w 523125"/>
              <a:gd name="connsiteY43" fmla="*/ 119904 h 405000"/>
              <a:gd name="connsiteX44" fmla="*/ 360683 w 523125"/>
              <a:gd name="connsiteY44" fmla="*/ 119904 h 405000"/>
              <a:gd name="connsiteX45" fmla="*/ 369255 w 523125"/>
              <a:gd name="connsiteY45" fmla="*/ 128341 h 405000"/>
              <a:gd name="connsiteX46" fmla="*/ 369255 w 523125"/>
              <a:gd name="connsiteY46" fmla="*/ 295640 h 405000"/>
              <a:gd name="connsiteX47" fmla="*/ 382738 w 523125"/>
              <a:gd name="connsiteY47" fmla="*/ 314979 h 405000"/>
              <a:gd name="connsiteX48" fmla="*/ 371213 w 523125"/>
              <a:gd name="connsiteY48" fmla="*/ 333642 h 405000"/>
              <a:gd name="connsiteX49" fmla="*/ 377034 w 523125"/>
              <a:gd name="connsiteY49" fmla="*/ 358786 h 405000"/>
              <a:gd name="connsiteX50" fmla="*/ 467248 w 523125"/>
              <a:gd name="connsiteY50" fmla="*/ 324800 h 405000"/>
              <a:gd name="connsiteX51" fmla="*/ 424183 w 523125"/>
              <a:gd name="connsiteY51" fmla="*/ 317645 h 405000"/>
              <a:gd name="connsiteX52" fmla="*/ 420960 w 523125"/>
              <a:gd name="connsiteY52" fmla="*/ 315805 h 405000"/>
              <a:gd name="connsiteX53" fmla="*/ 420960 w 523125"/>
              <a:gd name="connsiteY53" fmla="*/ 142330 h 405000"/>
              <a:gd name="connsiteX54" fmla="*/ 477744 w 523125"/>
              <a:gd name="connsiteY54" fmla="*/ 269399 h 405000"/>
              <a:gd name="connsiteX55" fmla="*/ 467248 w 523125"/>
              <a:gd name="connsiteY55" fmla="*/ 324800 h 4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23125" h="405000">
                <a:moveTo>
                  <a:pt x="529500" y="261586"/>
                </a:moveTo>
                <a:cubicBezTo>
                  <a:pt x="518633" y="189665"/>
                  <a:pt x="456161" y="86508"/>
                  <a:pt x="420994" y="65313"/>
                </a:cubicBezTo>
                <a:lnTo>
                  <a:pt x="412354" y="60149"/>
                </a:lnTo>
                <a:lnTo>
                  <a:pt x="355704" y="60149"/>
                </a:lnTo>
                <a:cubicBezTo>
                  <a:pt x="325751" y="19025"/>
                  <a:pt x="293469" y="-1225"/>
                  <a:pt x="258488" y="57"/>
                </a:cubicBezTo>
                <a:cubicBezTo>
                  <a:pt x="211288" y="1779"/>
                  <a:pt x="177774" y="43966"/>
                  <a:pt x="166603" y="60149"/>
                </a:cubicBezTo>
                <a:lnTo>
                  <a:pt x="119353" y="60149"/>
                </a:lnTo>
                <a:lnTo>
                  <a:pt x="107102" y="67760"/>
                </a:lnTo>
                <a:cubicBezTo>
                  <a:pt x="71394" y="93477"/>
                  <a:pt x="12771" y="192112"/>
                  <a:pt x="2258" y="261586"/>
                </a:cubicBezTo>
                <a:cubicBezTo>
                  <a:pt x="-8036" y="329575"/>
                  <a:pt x="19234" y="358044"/>
                  <a:pt x="36463" y="368928"/>
                </a:cubicBezTo>
                <a:cubicBezTo>
                  <a:pt x="48360" y="376454"/>
                  <a:pt x="62451" y="380234"/>
                  <a:pt x="77301" y="380200"/>
                </a:cubicBezTo>
                <a:cubicBezTo>
                  <a:pt x="87038" y="380200"/>
                  <a:pt x="97112" y="378580"/>
                  <a:pt x="107102" y="375425"/>
                </a:cubicBezTo>
                <a:cubicBezTo>
                  <a:pt x="107102" y="393684"/>
                  <a:pt x="121901" y="408483"/>
                  <a:pt x="140143" y="408483"/>
                </a:cubicBezTo>
                <a:lnTo>
                  <a:pt x="387936" y="408483"/>
                </a:lnTo>
                <a:cubicBezTo>
                  <a:pt x="406178" y="408483"/>
                  <a:pt x="420977" y="393684"/>
                  <a:pt x="420977" y="375425"/>
                </a:cubicBezTo>
                <a:lnTo>
                  <a:pt x="420977" y="374193"/>
                </a:lnTo>
                <a:cubicBezTo>
                  <a:pt x="432148" y="378192"/>
                  <a:pt x="443505" y="380200"/>
                  <a:pt x="454406" y="380200"/>
                </a:cubicBezTo>
                <a:cubicBezTo>
                  <a:pt x="469273" y="380200"/>
                  <a:pt x="483398" y="376437"/>
                  <a:pt x="495244" y="368928"/>
                </a:cubicBezTo>
                <a:cubicBezTo>
                  <a:pt x="512473" y="358044"/>
                  <a:pt x="539811" y="329592"/>
                  <a:pt x="529500" y="261586"/>
                </a:cubicBezTo>
                <a:close/>
                <a:moveTo>
                  <a:pt x="259871" y="34904"/>
                </a:moveTo>
                <a:cubicBezTo>
                  <a:pt x="276628" y="34499"/>
                  <a:pt x="293469" y="42903"/>
                  <a:pt x="310344" y="60149"/>
                </a:cubicBezTo>
                <a:lnTo>
                  <a:pt x="211693" y="60149"/>
                </a:lnTo>
                <a:cubicBezTo>
                  <a:pt x="223725" y="47965"/>
                  <a:pt x="240600" y="35545"/>
                  <a:pt x="259871" y="34904"/>
                </a:cubicBezTo>
                <a:close/>
                <a:moveTo>
                  <a:pt x="64493" y="324800"/>
                </a:moveTo>
                <a:cubicBezTo>
                  <a:pt x="53693" y="317949"/>
                  <a:pt x="49778" y="297243"/>
                  <a:pt x="53996" y="269399"/>
                </a:cubicBezTo>
                <a:cubicBezTo>
                  <a:pt x="60848" y="223989"/>
                  <a:pt x="85941" y="178764"/>
                  <a:pt x="107102" y="147646"/>
                </a:cubicBezTo>
                <a:lnTo>
                  <a:pt x="107102" y="317932"/>
                </a:lnTo>
                <a:cubicBezTo>
                  <a:pt x="91611" y="328124"/>
                  <a:pt x="74179" y="330942"/>
                  <a:pt x="64493" y="324800"/>
                </a:cubicBezTo>
                <a:close/>
                <a:moveTo>
                  <a:pt x="377034" y="358786"/>
                </a:moveTo>
                <a:cubicBezTo>
                  <a:pt x="377625" y="361351"/>
                  <a:pt x="377034" y="364051"/>
                  <a:pt x="375381" y="366144"/>
                </a:cubicBezTo>
                <a:cubicBezTo>
                  <a:pt x="373727" y="368202"/>
                  <a:pt x="371263" y="369400"/>
                  <a:pt x="368597" y="369400"/>
                </a:cubicBezTo>
                <a:lnTo>
                  <a:pt x="358843" y="369400"/>
                </a:lnTo>
                <a:cubicBezTo>
                  <a:pt x="356413" y="369400"/>
                  <a:pt x="354118" y="368320"/>
                  <a:pt x="352515" y="366447"/>
                </a:cubicBezTo>
                <a:cubicBezTo>
                  <a:pt x="350963" y="364574"/>
                  <a:pt x="350304" y="362077"/>
                  <a:pt x="350760" y="359697"/>
                </a:cubicBezTo>
                <a:lnTo>
                  <a:pt x="355299" y="334672"/>
                </a:lnTo>
                <a:cubicBezTo>
                  <a:pt x="347250" y="331870"/>
                  <a:pt x="341462" y="324125"/>
                  <a:pt x="341462" y="315097"/>
                </a:cubicBezTo>
                <a:cubicBezTo>
                  <a:pt x="341462" y="307351"/>
                  <a:pt x="345158" y="300584"/>
                  <a:pt x="352043" y="297040"/>
                </a:cubicBezTo>
                <a:lnTo>
                  <a:pt x="352043" y="137217"/>
                </a:lnTo>
                <a:lnTo>
                  <a:pt x="176087" y="137217"/>
                </a:lnTo>
                <a:lnTo>
                  <a:pt x="176087" y="313409"/>
                </a:lnTo>
                <a:cubicBezTo>
                  <a:pt x="176087" y="318219"/>
                  <a:pt x="172273" y="322150"/>
                  <a:pt x="167464" y="322150"/>
                </a:cubicBezTo>
                <a:cubicBezTo>
                  <a:pt x="162654" y="322150"/>
                  <a:pt x="158824" y="318252"/>
                  <a:pt x="158824" y="313409"/>
                </a:cubicBezTo>
                <a:lnTo>
                  <a:pt x="158824" y="128341"/>
                </a:lnTo>
                <a:cubicBezTo>
                  <a:pt x="158824" y="123515"/>
                  <a:pt x="162823" y="119904"/>
                  <a:pt x="167649" y="119904"/>
                </a:cubicBezTo>
                <a:lnTo>
                  <a:pt x="360683" y="119904"/>
                </a:lnTo>
                <a:cubicBezTo>
                  <a:pt x="365509" y="119904"/>
                  <a:pt x="369255" y="123532"/>
                  <a:pt x="369255" y="128341"/>
                </a:cubicBezTo>
                <a:lnTo>
                  <a:pt x="369255" y="295640"/>
                </a:lnTo>
                <a:cubicBezTo>
                  <a:pt x="377338" y="298576"/>
                  <a:pt x="382738" y="306136"/>
                  <a:pt x="382738" y="314979"/>
                </a:cubicBezTo>
                <a:cubicBezTo>
                  <a:pt x="382738" y="323112"/>
                  <a:pt x="378114" y="330267"/>
                  <a:pt x="371213" y="333642"/>
                </a:cubicBezTo>
                <a:lnTo>
                  <a:pt x="377034" y="358786"/>
                </a:lnTo>
                <a:close/>
                <a:moveTo>
                  <a:pt x="467248" y="324800"/>
                </a:moveTo>
                <a:cubicBezTo>
                  <a:pt x="457478" y="330993"/>
                  <a:pt x="439742" y="328040"/>
                  <a:pt x="424183" y="317645"/>
                </a:cubicBezTo>
                <a:cubicBezTo>
                  <a:pt x="423120" y="316953"/>
                  <a:pt x="422074" y="316329"/>
                  <a:pt x="420960" y="315805"/>
                </a:cubicBezTo>
                <a:lnTo>
                  <a:pt x="420960" y="142330"/>
                </a:lnTo>
                <a:cubicBezTo>
                  <a:pt x="442813" y="173431"/>
                  <a:pt x="470505" y="221322"/>
                  <a:pt x="477744" y="269399"/>
                </a:cubicBezTo>
                <a:cubicBezTo>
                  <a:pt x="481980" y="297260"/>
                  <a:pt x="478065" y="317932"/>
                  <a:pt x="467248" y="324800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145" name="图形 279"/>
          <p:cNvSpPr/>
          <p:nvPr/>
        </p:nvSpPr>
        <p:spPr>
          <a:xfrm>
            <a:off x="2061255" y="3180993"/>
            <a:ext cx="523125" cy="506250"/>
          </a:xfrm>
          <a:custGeom>
            <a:avLst/>
            <a:gdLst>
              <a:gd name="connsiteX0" fmla="*/ 521792 w 523125"/>
              <a:gd name="connsiteY0" fmla="*/ 147094 h 506250"/>
              <a:gd name="connsiteX1" fmla="*/ 536895 w 523125"/>
              <a:gd name="connsiteY1" fmla="*/ 112871 h 506250"/>
              <a:gd name="connsiteX2" fmla="*/ 522518 w 523125"/>
              <a:gd name="connsiteY2" fmla="*/ 78311 h 506250"/>
              <a:gd name="connsiteX3" fmla="*/ 458021 w 523125"/>
              <a:gd name="connsiteY3" fmla="*/ 15250 h 506250"/>
              <a:gd name="connsiteX4" fmla="*/ 424170 w 523125"/>
              <a:gd name="connsiteY4" fmla="*/ 1699 h 506250"/>
              <a:gd name="connsiteX5" fmla="*/ 390724 w 523125"/>
              <a:gd name="connsiteY5" fmla="*/ 16043 h 506250"/>
              <a:gd name="connsiteX6" fmla="*/ 269275 w 523125"/>
              <a:gd name="connsiteY6" fmla="*/ 140530 h 506250"/>
              <a:gd name="connsiteX7" fmla="*/ 149546 w 523125"/>
              <a:gd name="connsiteY7" fmla="*/ 15773 h 506250"/>
              <a:gd name="connsiteX8" fmla="*/ 113569 w 523125"/>
              <a:gd name="connsiteY8" fmla="*/ 11 h 506250"/>
              <a:gd name="connsiteX9" fmla="*/ 76967 w 523125"/>
              <a:gd name="connsiteY9" fmla="*/ 14305 h 506250"/>
              <a:gd name="connsiteX10" fmla="*/ 14614 w 523125"/>
              <a:gd name="connsiteY10" fmla="*/ 74211 h 506250"/>
              <a:gd name="connsiteX11" fmla="*/ 0 w 523125"/>
              <a:gd name="connsiteY11" fmla="*/ 108653 h 506250"/>
              <a:gd name="connsiteX12" fmla="*/ 14783 w 523125"/>
              <a:gd name="connsiteY12" fmla="*/ 143010 h 506250"/>
              <a:gd name="connsiteX13" fmla="*/ 145496 w 523125"/>
              <a:gd name="connsiteY13" fmla="*/ 267345 h 506250"/>
              <a:gd name="connsiteX14" fmla="*/ 29768 w 523125"/>
              <a:gd name="connsiteY14" fmla="*/ 385943 h 506250"/>
              <a:gd name="connsiteX15" fmla="*/ 28789 w 523125"/>
              <a:gd name="connsiteY15" fmla="*/ 451401 h 506250"/>
              <a:gd name="connsiteX16" fmla="*/ 73845 w 523125"/>
              <a:gd name="connsiteY16" fmla="*/ 500372 h 506250"/>
              <a:gd name="connsiteX17" fmla="*/ 107089 w 523125"/>
              <a:gd name="connsiteY17" fmla="*/ 515711 h 506250"/>
              <a:gd name="connsiteX18" fmla="*/ 141379 w 523125"/>
              <a:gd name="connsiteY18" fmla="*/ 502903 h 506250"/>
              <a:gd name="connsiteX19" fmla="*/ 268313 w 523125"/>
              <a:gd name="connsiteY19" fmla="*/ 384188 h 506250"/>
              <a:gd name="connsiteX20" fmla="*/ 392158 w 523125"/>
              <a:gd name="connsiteY20" fmla="*/ 501975 h 506250"/>
              <a:gd name="connsiteX21" fmla="*/ 426330 w 523125"/>
              <a:gd name="connsiteY21" fmla="*/ 515020 h 506250"/>
              <a:gd name="connsiteX22" fmla="*/ 459709 w 523125"/>
              <a:gd name="connsiteY22" fmla="*/ 499916 h 506250"/>
              <a:gd name="connsiteX23" fmla="*/ 505136 w 523125"/>
              <a:gd name="connsiteY23" fmla="*/ 451367 h 506250"/>
              <a:gd name="connsiteX24" fmla="*/ 504731 w 523125"/>
              <a:gd name="connsiteY24" fmla="*/ 385909 h 506250"/>
              <a:gd name="connsiteX25" fmla="*/ 392006 w 523125"/>
              <a:gd name="connsiteY25" fmla="*/ 268391 h 506250"/>
              <a:gd name="connsiteX26" fmla="*/ 521792 w 523125"/>
              <a:gd name="connsiteY26" fmla="*/ 147094 h 50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23125" h="506250">
                <a:moveTo>
                  <a:pt x="521792" y="147094"/>
                </a:moveTo>
                <a:cubicBezTo>
                  <a:pt x="531276" y="138235"/>
                  <a:pt x="536726" y="125848"/>
                  <a:pt x="536895" y="112871"/>
                </a:cubicBezTo>
                <a:cubicBezTo>
                  <a:pt x="537030" y="99878"/>
                  <a:pt x="531816" y="87390"/>
                  <a:pt x="522518" y="78311"/>
                </a:cubicBezTo>
                <a:lnTo>
                  <a:pt x="458021" y="15250"/>
                </a:lnTo>
                <a:cubicBezTo>
                  <a:pt x="448993" y="6424"/>
                  <a:pt x="436826" y="1547"/>
                  <a:pt x="424170" y="1699"/>
                </a:cubicBezTo>
                <a:cubicBezTo>
                  <a:pt x="411548" y="1851"/>
                  <a:pt x="399516" y="6998"/>
                  <a:pt x="390724" y="16043"/>
                </a:cubicBezTo>
                <a:lnTo>
                  <a:pt x="269275" y="140530"/>
                </a:lnTo>
                <a:lnTo>
                  <a:pt x="149546" y="15773"/>
                </a:lnTo>
                <a:cubicBezTo>
                  <a:pt x="140113" y="5951"/>
                  <a:pt x="127187" y="265"/>
                  <a:pt x="113569" y="11"/>
                </a:cubicBezTo>
                <a:cubicBezTo>
                  <a:pt x="99951" y="-275"/>
                  <a:pt x="86771" y="4871"/>
                  <a:pt x="76967" y="14305"/>
                </a:cubicBezTo>
                <a:lnTo>
                  <a:pt x="14614" y="74211"/>
                </a:lnTo>
                <a:cubicBezTo>
                  <a:pt x="5231" y="83205"/>
                  <a:pt x="-34" y="95642"/>
                  <a:pt x="0" y="108653"/>
                </a:cubicBezTo>
                <a:cubicBezTo>
                  <a:pt x="34" y="121646"/>
                  <a:pt x="5366" y="134050"/>
                  <a:pt x="14783" y="143010"/>
                </a:cubicBezTo>
                <a:lnTo>
                  <a:pt x="145496" y="267345"/>
                </a:lnTo>
                <a:lnTo>
                  <a:pt x="29768" y="385943"/>
                </a:lnTo>
                <a:cubicBezTo>
                  <a:pt x="12116" y="404033"/>
                  <a:pt x="11695" y="432771"/>
                  <a:pt x="28789" y="451401"/>
                </a:cubicBezTo>
                <a:lnTo>
                  <a:pt x="73845" y="500372"/>
                </a:lnTo>
                <a:cubicBezTo>
                  <a:pt x="82435" y="509738"/>
                  <a:pt x="94399" y="515239"/>
                  <a:pt x="107089" y="515711"/>
                </a:cubicBezTo>
                <a:cubicBezTo>
                  <a:pt x="119762" y="516184"/>
                  <a:pt x="132115" y="511594"/>
                  <a:pt x="141379" y="502903"/>
                </a:cubicBezTo>
                <a:lnTo>
                  <a:pt x="268313" y="384188"/>
                </a:lnTo>
                <a:lnTo>
                  <a:pt x="392158" y="501975"/>
                </a:lnTo>
                <a:cubicBezTo>
                  <a:pt x="401355" y="510733"/>
                  <a:pt x="413640" y="515425"/>
                  <a:pt x="426330" y="515020"/>
                </a:cubicBezTo>
                <a:cubicBezTo>
                  <a:pt x="439020" y="514665"/>
                  <a:pt x="451018" y="509215"/>
                  <a:pt x="459709" y="499916"/>
                </a:cubicBezTo>
                <a:lnTo>
                  <a:pt x="505136" y="451367"/>
                </a:lnTo>
                <a:cubicBezTo>
                  <a:pt x="522383" y="432872"/>
                  <a:pt x="522231" y="404134"/>
                  <a:pt x="504731" y="385909"/>
                </a:cubicBezTo>
                <a:lnTo>
                  <a:pt x="392006" y="268391"/>
                </a:lnTo>
                <a:lnTo>
                  <a:pt x="521792" y="147094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46" name="组合 145"/>
          <p:cNvGrpSpPr/>
          <p:nvPr/>
        </p:nvGrpSpPr>
        <p:grpSpPr>
          <a:xfrm>
            <a:off x="3169121" y="3220599"/>
            <a:ext cx="523125" cy="427039"/>
            <a:chOff x="11343600" y="3307532"/>
            <a:chExt cx="523125" cy="427039"/>
          </a:xfrm>
          <a:solidFill>
            <a:schemeClr val="accent1"/>
          </a:solidFill>
        </p:grpSpPr>
        <p:sp>
          <p:nvSpPr>
            <p:cNvPr id="147" name="任意多边形: 形状 146"/>
            <p:cNvSpPr/>
            <p:nvPr/>
          </p:nvSpPr>
          <p:spPr>
            <a:xfrm>
              <a:off x="11343600" y="3565821"/>
              <a:ext cx="523125" cy="168750"/>
            </a:xfrm>
            <a:custGeom>
              <a:avLst/>
              <a:gdLst>
                <a:gd name="connsiteX0" fmla="*/ 0 w 523125"/>
                <a:gd name="connsiteY0" fmla="*/ 1283 h 168750"/>
                <a:gd name="connsiteX1" fmla="*/ 0 w 523125"/>
                <a:gd name="connsiteY1" fmla="*/ 137109 h 168750"/>
                <a:gd name="connsiteX2" fmla="*/ 41428 w 523125"/>
                <a:gd name="connsiteY2" fmla="*/ 178521 h 168750"/>
                <a:gd name="connsiteX3" fmla="*/ 498353 w 523125"/>
                <a:gd name="connsiteY3" fmla="*/ 178521 h 168750"/>
                <a:gd name="connsiteX4" fmla="*/ 539764 w 523125"/>
                <a:gd name="connsiteY4" fmla="*/ 137109 h 168750"/>
                <a:gd name="connsiteX5" fmla="*/ 539764 w 523125"/>
                <a:gd name="connsiteY5" fmla="*/ 0 h 168750"/>
                <a:gd name="connsiteX6" fmla="*/ 269949 w 523125"/>
                <a:gd name="connsiteY6" fmla="*/ 38003 h 168750"/>
                <a:gd name="connsiteX7" fmla="*/ 0 w 523125"/>
                <a:gd name="connsiteY7" fmla="*/ 1283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125" h="168750">
                  <a:moveTo>
                    <a:pt x="0" y="1283"/>
                  </a:moveTo>
                  <a:lnTo>
                    <a:pt x="0" y="137109"/>
                  </a:lnTo>
                  <a:cubicBezTo>
                    <a:pt x="0" y="159975"/>
                    <a:pt x="18563" y="178521"/>
                    <a:pt x="41428" y="178521"/>
                  </a:cubicBezTo>
                  <a:lnTo>
                    <a:pt x="498353" y="178521"/>
                  </a:lnTo>
                  <a:cubicBezTo>
                    <a:pt x="521235" y="178521"/>
                    <a:pt x="539764" y="159975"/>
                    <a:pt x="539764" y="137109"/>
                  </a:cubicBezTo>
                  <a:lnTo>
                    <a:pt x="539764" y="0"/>
                  </a:lnTo>
                  <a:lnTo>
                    <a:pt x="269949" y="38003"/>
                  </a:lnTo>
                  <a:lnTo>
                    <a:pt x="0" y="128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11343600" y="3307532"/>
              <a:ext cx="523125" cy="253125"/>
            </a:xfrm>
            <a:custGeom>
              <a:avLst/>
              <a:gdLst>
                <a:gd name="connsiteX0" fmla="*/ 383889 w 523125"/>
                <a:gd name="connsiteY0" fmla="*/ 76478 h 253125"/>
                <a:gd name="connsiteX1" fmla="*/ 383889 w 523125"/>
                <a:gd name="connsiteY1" fmla="*/ 76174 h 253125"/>
                <a:gd name="connsiteX2" fmla="*/ 383889 w 523125"/>
                <a:gd name="connsiteY2" fmla="*/ 41445 h 253125"/>
                <a:gd name="connsiteX3" fmla="*/ 342461 w 523125"/>
                <a:gd name="connsiteY3" fmla="*/ 0 h 253125"/>
                <a:gd name="connsiteX4" fmla="*/ 188511 w 523125"/>
                <a:gd name="connsiteY4" fmla="*/ 0 h 253125"/>
                <a:gd name="connsiteX5" fmla="*/ 147083 w 523125"/>
                <a:gd name="connsiteY5" fmla="*/ 41445 h 253125"/>
                <a:gd name="connsiteX6" fmla="*/ 147083 w 523125"/>
                <a:gd name="connsiteY6" fmla="*/ 76174 h 253125"/>
                <a:gd name="connsiteX7" fmla="*/ 147083 w 523125"/>
                <a:gd name="connsiteY7" fmla="*/ 76478 h 253125"/>
                <a:gd name="connsiteX8" fmla="*/ 41428 w 523125"/>
                <a:gd name="connsiteY8" fmla="*/ 76478 h 253125"/>
                <a:gd name="connsiteX9" fmla="*/ 0 w 523125"/>
                <a:gd name="connsiteY9" fmla="*/ 117923 h 253125"/>
                <a:gd name="connsiteX10" fmla="*/ 0 w 523125"/>
                <a:gd name="connsiteY10" fmla="*/ 219206 h 253125"/>
                <a:gd name="connsiteX11" fmla="*/ 269831 w 523125"/>
                <a:gd name="connsiteY11" fmla="*/ 255943 h 253125"/>
                <a:gd name="connsiteX12" fmla="*/ 539764 w 523125"/>
                <a:gd name="connsiteY12" fmla="*/ 217890 h 253125"/>
                <a:gd name="connsiteX13" fmla="*/ 539764 w 523125"/>
                <a:gd name="connsiteY13" fmla="*/ 117923 h 253125"/>
                <a:gd name="connsiteX14" fmla="*/ 498353 w 523125"/>
                <a:gd name="connsiteY14" fmla="*/ 76478 h 253125"/>
                <a:gd name="connsiteX15" fmla="*/ 383889 w 523125"/>
                <a:gd name="connsiteY15" fmla="*/ 76478 h 253125"/>
                <a:gd name="connsiteX16" fmla="*/ 330936 w 523125"/>
                <a:gd name="connsiteY16" fmla="*/ 155891 h 253125"/>
                <a:gd name="connsiteX17" fmla="*/ 330936 w 523125"/>
                <a:gd name="connsiteY17" fmla="*/ 205892 h 253125"/>
                <a:gd name="connsiteX18" fmla="*/ 210330 w 523125"/>
                <a:gd name="connsiteY18" fmla="*/ 205892 h 253125"/>
                <a:gd name="connsiteX19" fmla="*/ 210330 w 523125"/>
                <a:gd name="connsiteY19" fmla="*/ 155891 h 253125"/>
                <a:gd name="connsiteX20" fmla="*/ 210330 w 523125"/>
                <a:gd name="connsiteY20" fmla="*/ 145614 h 253125"/>
                <a:gd name="connsiteX21" fmla="*/ 330936 w 523125"/>
                <a:gd name="connsiteY21" fmla="*/ 145614 h 253125"/>
                <a:gd name="connsiteX22" fmla="*/ 330936 w 523125"/>
                <a:gd name="connsiteY22" fmla="*/ 155891 h 253125"/>
                <a:gd name="connsiteX23" fmla="*/ 344166 w 523125"/>
                <a:gd name="connsiteY23" fmla="*/ 76174 h 253125"/>
                <a:gd name="connsiteX24" fmla="*/ 344166 w 523125"/>
                <a:gd name="connsiteY24" fmla="*/ 76478 h 253125"/>
                <a:gd name="connsiteX25" fmla="*/ 186773 w 523125"/>
                <a:gd name="connsiteY25" fmla="*/ 76478 h 253125"/>
                <a:gd name="connsiteX26" fmla="*/ 186773 w 523125"/>
                <a:gd name="connsiteY26" fmla="*/ 76174 h 253125"/>
                <a:gd name="connsiteX27" fmla="*/ 186773 w 523125"/>
                <a:gd name="connsiteY27" fmla="*/ 61358 h 253125"/>
                <a:gd name="connsiteX28" fmla="*/ 208389 w 523125"/>
                <a:gd name="connsiteY28" fmla="*/ 39741 h 253125"/>
                <a:gd name="connsiteX29" fmla="*/ 322532 w 523125"/>
                <a:gd name="connsiteY29" fmla="*/ 39741 h 253125"/>
                <a:gd name="connsiteX30" fmla="*/ 344149 w 523125"/>
                <a:gd name="connsiteY30" fmla="*/ 61358 h 253125"/>
                <a:gd name="connsiteX31" fmla="*/ 344149 w 523125"/>
                <a:gd name="connsiteY31" fmla="*/ 76174 h 253125"/>
                <a:gd name="connsiteX32" fmla="*/ 344166 w 523125"/>
                <a:gd name="connsiteY32" fmla="*/ 76174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23125" h="253125">
                  <a:moveTo>
                    <a:pt x="383889" y="76478"/>
                  </a:moveTo>
                  <a:lnTo>
                    <a:pt x="383889" y="76174"/>
                  </a:lnTo>
                  <a:lnTo>
                    <a:pt x="383889" y="41445"/>
                  </a:lnTo>
                  <a:cubicBezTo>
                    <a:pt x="383889" y="18546"/>
                    <a:pt x="365310" y="0"/>
                    <a:pt x="342461" y="0"/>
                  </a:cubicBezTo>
                  <a:lnTo>
                    <a:pt x="188511" y="0"/>
                  </a:lnTo>
                  <a:cubicBezTo>
                    <a:pt x="165628" y="0"/>
                    <a:pt x="147083" y="18546"/>
                    <a:pt x="147083" y="41445"/>
                  </a:cubicBezTo>
                  <a:lnTo>
                    <a:pt x="147083" y="76174"/>
                  </a:lnTo>
                  <a:lnTo>
                    <a:pt x="147083" y="76478"/>
                  </a:lnTo>
                  <a:lnTo>
                    <a:pt x="41428" y="76478"/>
                  </a:lnTo>
                  <a:cubicBezTo>
                    <a:pt x="18563" y="76478"/>
                    <a:pt x="0" y="95023"/>
                    <a:pt x="0" y="117923"/>
                  </a:cubicBezTo>
                  <a:lnTo>
                    <a:pt x="0" y="219206"/>
                  </a:lnTo>
                  <a:lnTo>
                    <a:pt x="269831" y="255943"/>
                  </a:lnTo>
                  <a:lnTo>
                    <a:pt x="539764" y="217890"/>
                  </a:lnTo>
                  <a:lnTo>
                    <a:pt x="539764" y="117923"/>
                  </a:lnTo>
                  <a:cubicBezTo>
                    <a:pt x="539764" y="95040"/>
                    <a:pt x="521201" y="76478"/>
                    <a:pt x="498353" y="76478"/>
                  </a:cubicBezTo>
                  <a:lnTo>
                    <a:pt x="383889" y="76478"/>
                  </a:lnTo>
                  <a:close/>
                  <a:moveTo>
                    <a:pt x="330936" y="155891"/>
                  </a:moveTo>
                  <a:lnTo>
                    <a:pt x="330936" y="205892"/>
                  </a:lnTo>
                  <a:lnTo>
                    <a:pt x="210330" y="205892"/>
                  </a:lnTo>
                  <a:lnTo>
                    <a:pt x="210330" y="155891"/>
                  </a:lnTo>
                  <a:lnTo>
                    <a:pt x="210330" y="145614"/>
                  </a:lnTo>
                  <a:lnTo>
                    <a:pt x="330936" y="145614"/>
                  </a:lnTo>
                  <a:lnTo>
                    <a:pt x="330936" y="155891"/>
                  </a:lnTo>
                  <a:close/>
                  <a:moveTo>
                    <a:pt x="344166" y="76174"/>
                  </a:moveTo>
                  <a:lnTo>
                    <a:pt x="344166" y="76478"/>
                  </a:lnTo>
                  <a:lnTo>
                    <a:pt x="186773" y="76478"/>
                  </a:lnTo>
                  <a:lnTo>
                    <a:pt x="186773" y="76174"/>
                  </a:lnTo>
                  <a:lnTo>
                    <a:pt x="186773" y="61358"/>
                  </a:lnTo>
                  <a:cubicBezTo>
                    <a:pt x="186773" y="49410"/>
                    <a:pt x="196442" y="39741"/>
                    <a:pt x="208389" y="39741"/>
                  </a:cubicBezTo>
                  <a:lnTo>
                    <a:pt x="322532" y="39741"/>
                  </a:lnTo>
                  <a:cubicBezTo>
                    <a:pt x="334496" y="39741"/>
                    <a:pt x="344149" y="49427"/>
                    <a:pt x="344149" y="61358"/>
                  </a:cubicBezTo>
                  <a:lnTo>
                    <a:pt x="344149" y="76174"/>
                  </a:lnTo>
                  <a:lnTo>
                    <a:pt x="344166" y="7617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4276987" y="3165698"/>
            <a:ext cx="494749" cy="536840"/>
            <a:chOff x="12452415" y="3279051"/>
            <a:chExt cx="494749" cy="536840"/>
          </a:xfrm>
          <a:solidFill>
            <a:schemeClr val="accent1"/>
          </a:solidFill>
        </p:grpSpPr>
        <p:sp>
          <p:nvSpPr>
            <p:cNvPr id="150" name="任意多边形: 形状 149"/>
            <p:cNvSpPr/>
            <p:nvPr/>
          </p:nvSpPr>
          <p:spPr>
            <a:xfrm>
              <a:off x="12610946" y="3733440"/>
              <a:ext cx="16875" cy="16875"/>
            </a:xfrm>
            <a:custGeom>
              <a:avLst/>
              <a:gdLst>
                <a:gd name="connsiteX0" fmla="*/ 405 w 0"/>
                <a:gd name="connsiteY0" fmla="*/ 0 h 0"/>
                <a:gd name="connsiteX1" fmla="*/ 0 w 0"/>
                <a:gd name="connsiteY1" fmla="*/ 726 h 0"/>
                <a:gd name="connsiteX2" fmla="*/ 405 w 0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405" y="0"/>
                  </a:moveTo>
                  <a:cubicBezTo>
                    <a:pt x="253" y="236"/>
                    <a:pt x="101" y="489"/>
                    <a:pt x="0" y="726"/>
                  </a:cubicBezTo>
                  <a:cubicBezTo>
                    <a:pt x="101" y="506"/>
                    <a:pt x="253" y="236"/>
                    <a:pt x="405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12534941" y="3665046"/>
              <a:ext cx="16875" cy="16875"/>
            </a:xfrm>
            <a:custGeom>
              <a:avLst/>
              <a:gdLst>
                <a:gd name="connsiteX0" fmla="*/ 0 w 0"/>
                <a:gd name="connsiteY0" fmla="*/ 101 h 0"/>
                <a:gd name="connsiteX1" fmla="*/ 506 w 0"/>
                <a:gd name="connsiteY1" fmla="*/ 0 h 0"/>
                <a:gd name="connsiteX2" fmla="*/ 0 w 0"/>
                <a:gd name="connsiteY2" fmla="*/ 101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101"/>
                  </a:moveTo>
                  <a:cubicBezTo>
                    <a:pt x="186" y="68"/>
                    <a:pt x="354" y="34"/>
                    <a:pt x="506" y="0"/>
                  </a:cubicBezTo>
                  <a:cubicBezTo>
                    <a:pt x="354" y="34"/>
                    <a:pt x="169" y="68"/>
                    <a:pt x="0" y="10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12608972" y="3737423"/>
              <a:ext cx="16875" cy="16875"/>
            </a:xfrm>
            <a:custGeom>
              <a:avLst/>
              <a:gdLst>
                <a:gd name="connsiteX0" fmla="*/ 0 w 0"/>
                <a:gd name="connsiteY0" fmla="*/ 67 h 0"/>
                <a:gd name="connsiteX1" fmla="*/ 84 w 0"/>
                <a:gd name="connsiteY1" fmla="*/ 0 h 0"/>
                <a:gd name="connsiteX2" fmla="*/ 0 w 0"/>
                <a:gd name="connsiteY2" fmla="*/ 67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0" y="67"/>
                  </a:moveTo>
                  <a:cubicBezTo>
                    <a:pt x="51" y="34"/>
                    <a:pt x="51" y="34"/>
                    <a:pt x="84" y="0"/>
                  </a:cubicBezTo>
                  <a:cubicBezTo>
                    <a:pt x="51" y="51"/>
                    <a:pt x="51" y="51"/>
                    <a:pt x="0" y="6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12643414" y="3279051"/>
              <a:ext cx="303750" cy="320625"/>
            </a:xfrm>
            <a:custGeom>
              <a:avLst/>
              <a:gdLst>
                <a:gd name="connsiteX0" fmla="*/ 300932 w 303750"/>
                <a:gd name="connsiteY0" fmla="*/ 9632 h 320625"/>
                <a:gd name="connsiteX1" fmla="*/ 272818 w 303750"/>
                <a:gd name="connsiteY1" fmla="*/ 1836 h 320625"/>
                <a:gd name="connsiteX2" fmla="*/ 0 w 303750"/>
                <a:gd name="connsiteY2" fmla="*/ 265474 h 320625"/>
                <a:gd name="connsiteX3" fmla="*/ 77591 w 303750"/>
                <a:gd name="connsiteY3" fmla="*/ 335387 h 320625"/>
                <a:gd name="connsiteX4" fmla="*/ 311597 w 303750"/>
                <a:gd name="connsiteY4" fmla="*/ 36801 h 320625"/>
                <a:gd name="connsiteX5" fmla="*/ 300932 w 303750"/>
                <a:gd name="connsiteY5" fmla="*/ 9632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3750" h="320625">
                  <a:moveTo>
                    <a:pt x="300932" y="9632"/>
                  </a:moveTo>
                  <a:cubicBezTo>
                    <a:pt x="283989" y="-5657"/>
                    <a:pt x="272818" y="1836"/>
                    <a:pt x="272818" y="1836"/>
                  </a:cubicBezTo>
                  <a:lnTo>
                    <a:pt x="0" y="265474"/>
                  </a:lnTo>
                  <a:lnTo>
                    <a:pt x="77591" y="335387"/>
                  </a:lnTo>
                  <a:lnTo>
                    <a:pt x="311597" y="36801"/>
                  </a:lnTo>
                  <a:cubicBezTo>
                    <a:pt x="311597" y="36801"/>
                    <a:pt x="317925" y="24938"/>
                    <a:pt x="300932" y="963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12551546" y="3559948"/>
              <a:ext cx="151875" cy="151875"/>
            </a:xfrm>
            <a:custGeom>
              <a:avLst/>
              <a:gdLst>
                <a:gd name="connsiteX0" fmla="*/ 0 w 151875"/>
                <a:gd name="connsiteY0" fmla="*/ 86501 h 151875"/>
                <a:gd name="connsiteX1" fmla="*/ 77574 w 151875"/>
                <a:gd name="connsiteY1" fmla="*/ 156431 h 151875"/>
                <a:gd name="connsiteX2" fmla="*/ 155689 w 151875"/>
                <a:gd name="connsiteY2" fmla="*/ 69474 h 151875"/>
                <a:gd name="connsiteX3" fmla="*/ 77642 w 151875"/>
                <a:gd name="connsiteY3" fmla="*/ 0 h 151875"/>
                <a:gd name="connsiteX4" fmla="*/ 0 w 151875"/>
                <a:gd name="connsiteY4" fmla="*/ 86501 h 151875"/>
                <a:gd name="connsiteX5" fmla="*/ 52971 w 151875"/>
                <a:gd name="connsiteY5" fmla="*/ 90939 h 151875"/>
                <a:gd name="connsiteX6" fmla="*/ 46794 w 151875"/>
                <a:gd name="connsiteY6" fmla="*/ 93943 h 151875"/>
                <a:gd name="connsiteX7" fmla="*/ 40264 w 151875"/>
                <a:gd name="connsiteY7" fmla="*/ 91732 h 151875"/>
                <a:gd name="connsiteX8" fmla="*/ 35691 w 151875"/>
                <a:gd name="connsiteY8" fmla="*/ 87682 h 151875"/>
                <a:gd name="connsiteX9" fmla="*/ 32653 w 151875"/>
                <a:gd name="connsiteY9" fmla="*/ 81523 h 151875"/>
                <a:gd name="connsiteX10" fmla="*/ 34881 w 151875"/>
                <a:gd name="connsiteY10" fmla="*/ 74993 h 151875"/>
                <a:gd name="connsiteX11" fmla="*/ 70487 w 151875"/>
                <a:gd name="connsiteY11" fmla="*/ 34628 h 151875"/>
                <a:gd name="connsiteX12" fmla="*/ 83177 w 151875"/>
                <a:gd name="connsiteY12" fmla="*/ 33834 h 151875"/>
                <a:gd name="connsiteX13" fmla="*/ 87750 w 151875"/>
                <a:gd name="connsiteY13" fmla="*/ 37867 h 151875"/>
                <a:gd name="connsiteX14" fmla="*/ 90788 w 151875"/>
                <a:gd name="connsiteY14" fmla="*/ 44061 h 151875"/>
                <a:gd name="connsiteX15" fmla="*/ 88543 w 151875"/>
                <a:gd name="connsiteY15" fmla="*/ 50574 h 151875"/>
                <a:gd name="connsiteX16" fmla="*/ 52971 w 151875"/>
                <a:gd name="connsiteY16" fmla="*/ 90939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75" h="151875">
                  <a:moveTo>
                    <a:pt x="0" y="86501"/>
                  </a:moveTo>
                  <a:lnTo>
                    <a:pt x="77574" y="156431"/>
                  </a:lnTo>
                  <a:lnTo>
                    <a:pt x="155689" y="69474"/>
                  </a:lnTo>
                  <a:lnTo>
                    <a:pt x="77642" y="0"/>
                  </a:lnTo>
                  <a:lnTo>
                    <a:pt x="0" y="86501"/>
                  </a:lnTo>
                  <a:close/>
                  <a:moveTo>
                    <a:pt x="52971" y="90939"/>
                  </a:moveTo>
                  <a:cubicBezTo>
                    <a:pt x="51401" y="92711"/>
                    <a:pt x="49157" y="93808"/>
                    <a:pt x="46794" y="93943"/>
                  </a:cubicBezTo>
                  <a:cubicBezTo>
                    <a:pt x="44398" y="94129"/>
                    <a:pt x="42069" y="93285"/>
                    <a:pt x="40264" y="91732"/>
                  </a:cubicBezTo>
                  <a:lnTo>
                    <a:pt x="35691" y="87682"/>
                  </a:lnTo>
                  <a:cubicBezTo>
                    <a:pt x="33902" y="86096"/>
                    <a:pt x="32805" y="83869"/>
                    <a:pt x="32653" y="81523"/>
                  </a:cubicBezTo>
                  <a:cubicBezTo>
                    <a:pt x="32501" y="79110"/>
                    <a:pt x="33311" y="76798"/>
                    <a:pt x="34881" y="74993"/>
                  </a:cubicBezTo>
                  <a:lnTo>
                    <a:pt x="70487" y="34628"/>
                  </a:lnTo>
                  <a:cubicBezTo>
                    <a:pt x="73761" y="30898"/>
                    <a:pt x="79448" y="30561"/>
                    <a:pt x="83177" y="33834"/>
                  </a:cubicBezTo>
                  <a:lnTo>
                    <a:pt x="87750" y="37867"/>
                  </a:lnTo>
                  <a:cubicBezTo>
                    <a:pt x="89539" y="39454"/>
                    <a:pt x="90636" y="41681"/>
                    <a:pt x="90788" y="44061"/>
                  </a:cubicBezTo>
                  <a:cubicBezTo>
                    <a:pt x="90939" y="46457"/>
                    <a:pt x="90129" y="48769"/>
                    <a:pt x="88543" y="50574"/>
                  </a:cubicBezTo>
                  <a:lnTo>
                    <a:pt x="52971" y="9093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12452415" y="3664016"/>
              <a:ext cx="151875" cy="151875"/>
            </a:xfrm>
            <a:custGeom>
              <a:avLst/>
              <a:gdLst>
                <a:gd name="connsiteX0" fmla="*/ 83032 w 151875"/>
                <a:gd name="connsiteY0" fmla="*/ 1046 h 151875"/>
                <a:gd name="connsiteX1" fmla="*/ 82526 w 151875"/>
                <a:gd name="connsiteY1" fmla="*/ 1147 h 151875"/>
                <a:gd name="connsiteX2" fmla="*/ 24138 w 151875"/>
                <a:gd name="connsiteY2" fmla="*/ 148736 h 151875"/>
                <a:gd name="connsiteX3" fmla="*/ 35225 w 151875"/>
                <a:gd name="connsiteY3" fmla="*/ 152364 h 151875"/>
                <a:gd name="connsiteX4" fmla="*/ 43173 w 151875"/>
                <a:gd name="connsiteY4" fmla="*/ 143826 h 151875"/>
                <a:gd name="connsiteX5" fmla="*/ 56437 w 151875"/>
                <a:gd name="connsiteY5" fmla="*/ 116927 h 151875"/>
                <a:gd name="connsiteX6" fmla="*/ 156573 w 151875"/>
                <a:gd name="connsiteY6" fmla="*/ 73491 h 151875"/>
                <a:gd name="connsiteX7" fmla="*/ 160860 w 151875"/>
                <a:gd name="connsiteY7" fmla="*/ 65745 h 151875"/>
                <a:gd name="connsiteX8" fmla="*/ 87993 w 151875"/>
                <a:gd name="connsiteY8" fmla="*/ 0 h 151875"/>
                <a:gd name="connsiteX9" fmla="*/ 83032 w 151875"/>
                <a:gd name="connsiteY9" fmla="*/ 1046 h 151875"/>
                <a:gd name="connsiteX10" fmla="*/ 84736 w 151875"/>
                <a:gd name="connsiteY10" fmla="*/ 91226 h 151875"/>
                <a:gd name="connsiteX11" fmla="*/ 43494 w 151875"/>
                <a:gd name="connsiteY11" fmla="*/ 103258 h 151875"/>
                <a:gd name="connsiteX12" fmla="*/ 37453 w 151875"/>
                <a:gd name="connsiteY12" fmla="*/ 109958 h 151875"/>
                <a:gd name="connsiteX13" fmla="*/ 28779 w 151875"/>
                <a:gd name="connsiteY13" fmla="*/ 113332 h 151875"/>
                <a:gd name="connsiteX14" fmla="*/ 21742 w 151875"/>
                <a:gd name="connsiteY14" fmla="*/ 107257 h 151875"/>
                <a:gd name="connsiteX15" fmla="*/ 20831 w 151875"/>
                <a:gd name="connsiteY15" fmla="*/ 75178 h 151875"/>
                <a:gd name="connsiteX16" fmla="*/ 29505 w 151875"/>
                <a:gd name="connsiteY16" fmla="*/ 57021 h 151875"/>
                <a:gd name="connsiteX17" fmla="*/ 81176 w 151875"/>
                <a:gd name="connsiteY17" fmla="*/ 80224 h 151875"/>
                <a:gd name="connsiteX18" fmla="*/ 122604 w 151875"/>
                <a:gd name="connsiteY18" fmla="*/ 82839 h 151875"/>
                <a:gd name="connsiteX19" fmla="*/ 84736 w 151875"/>
                <a:gd name="connsiteY19" fmla="*/ 91226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875" h="151875">
                  <a:moveTo>
                    <a:pt x="83032" y="1046"/>
                  </a:moveTo>
                  <a:cubicBezTo>
                    <a:pt x="82863" y="1080"/>
                    <a:pt x="82695" y="1114"/>
                    <a:pt x="82526" y="1147"/>
                  </a:cubicBezTo>
                  <a:cubicBezTo>
                    <a:pt x="23784" y="15019"/>
                    <a:pt x="-33996" y="78098"/>
                    <a:pt x="24138" y="148736"/>
                  </a:cubicBezTo>
                  <a:cubicBezTo>
                    <a:pt x="26805" y="151993"/>
                    <a:pt x="31141" y="153394"/>
                    <a:pt x="35225" y="152364"/>
                  </a:cubicBezTo>
                  <a:cubicBezTo>
                    <a:pt x="39309" y="151318"/>
                    <a:pt x="42414" y="147977"/>
                    <a:pt x="43173" y="143826"/>
                  </a:cubicBezTo>
                  <a:cubicBezTo>
                    <a:pt x="44878" y="134528"/>
                    <a:pt x="48607" y="124369"/>
                    <a:pt x="56437" y="116927"/>
                  </a:cubicBezTo>
                  <a:cubicBezTo>
                    <a:pt x="74291" y="100052"/>
                    <a:pt x="123819" y="127339"/>
                    <a:pt x="156573" y="73491"/>
                  </a:cubicBezTo>
                  <a:cubicBezTo>
                    <a:pt x="156590" y="73457"/>
                    <a:pt x="160235" y="67028"/>
                    <a:pt x="160860" y="65745"/>
                  </a:cubicBezTo>
                  <a:lnTo>
                    <a:pt x="87993" y="0"/>
                  </a:lnTo>
                  <a:cubicBezTo>
                    <a:pt x="86323" y="321"/>
                    <a:pt x="84686" y="692"/>
                    <a:pt x="83032" y="1046"/>
                  </a:cubicBezTo>
                  <a:close/>
                  <a:moveTo>
                    <a:pt x="84736" y="91226"/>
                  </a:moveTo>
                  <a:cubicBezTo>
                    <a:pt x="70140" y="91766"/>
                    <a:pt x="55003" y="92357"/>
                    <a:pt x="43494" y="103258"/>
                  </a:cubicBezTo>
                  <a:cubicBezTo>
                    <a:pt x="41250" y="105384"/>
                    <a:pt x="39241" y="107629"/>
                    <a:pt x="37453" y="109958"/>
                  </a:cubicBezTo>
                  <a:cubicBezTo>
                    <a:pt x="35428" y="112607"/>
                    <a:pt x="32086" y="113906"/>
                    <a:pt x="28779" y="113332"/>
                  </a:cubicBezTo>
                  <a:cubicBezTo>
                    <a:pt x="25488" y="112793"/>
                    <a:pt x="22788" y="110413"/>
                    <a:pt x="21742" y="107257"/>
                  </a:cubicBezTo>
                  <a:cubicBezTo>
                    <a:pt x="18485" y="97099"/>
                    <a:pt x="17675" y="86332"/>
                    <a:pt x="20831" y="75178"/>
                  </a:cubicBezTo>
                  <a:cubicBezTo>
                    <a:pt x="22670" y="68664"/>
                    <a:pt x="25674" y="62589"/>
                    <a:pt x="29505" y="57021"/>
                  </a:cubicBezTo>
                  <a:cubicBezTo>
                    <a:pt x="44338" y="73170"/>
                    <a:pt x="57247" y="82384"/>
                    <a:pt x="81176" y="80224"/>
                  </a:cubicBezTo>
                  <a:cubicBezTo>
                    <a:pt x="96127" y="78874"/>
                    <a:pt x="109863" y="79498"/>
                    <a:pt x="122604" y="82839"/>
                  </a:cubicBezTo>
                  <a:cubicBezTo>
                    <a:pt x="110842" y="90231"/>
                    <a:pt x="98034" y="90703"/>
                    <a:pt x="84736" y="9122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56" name="图形 17"/>
          <p:cNvSpPr/>
          <p:nvPr/>
        </p:nvSpPr>
        <p:spPr>
          <a:xfrm>
            <a:off x="5356477" y="3197868"/>
            <a:ext cx="523125" cy="472500"/>
          </a:xfrm>
          <a:custGeom>
            <a:avLst/>
            <a:gdLst>
              <a:gd name="connsiteX0" fmla="*/ 502824 w 523125"/>
              <a:gd name="connsiteY0" fmla="*/ 86231 h 472500"/>
              <a:gd name="connsiteX1" fmla="*/ 491788 w 523125"/>
              <a:gd name="connsiteY1" fmla="*/ 97284 h 472500"/>
              <a:gd name="connsiteX2" fmla="*/ 491788 w 523125"/>
              <a:gd name="connsiteY2" fmla="*/ 163367 h 472500"/>
              <a:gd name="connsiteX3" fmla="*/ 502824 w 523125"/>
              <a:gd name="connsiteY3" fmla="*/ 174420 h 472500"/>
              <a:gd name="connsiteX4" fmla="*/ 527749 w 523125"/>
              <a:gd name="connsiteY4" fmla="*/ 174420 h 472500"/>
              <a:gd name="connsiteX5" fmla="*/ 538819 w 523125"/>
              <a:gd name="connsiteY5" fmla="*/ 163367 h 472500"/>
              <a:gd name="connsiteX6" fmla="*/ 538819 w 523125"/>
              <a:gd name="connsiteY6" fmla="*/ 96069 h 472500"/>
              <a:gd name="connsiteX7" fmla="*/ 528964 w 523125"/>
              <a:gd name="connsiteY7" fmla="*/ 86214 h 472500"/>
              <a:gd name="connsiteX8" fmla="*/ 528964 w 523125"/>
              <a:gd name="connsiteY8" fmla="*/ 85438 h 472500"/>
              <a:gd name="connsiteX9" fmla="*/ 528593 w 523125"/>
              <a:gd name="connsiteY9" fmla="*/ 68327 h 472500"/>
              <a:gd name="connsiteX10" fmla="*/ 515396 w 523125"/>
              <a:gd name="connsiteY10" fmla="*/ 32636 h 472500"/>
              <a:gd name="connsiteX11" fmla="*/ 470256 w 523125"/>
              <a:gd name="connsiteY11" fmla="*/ 14141 h 472500"/>
              <a:gd name="connsiteX12" fmla="*/ 456098 w 523125"/>
              <a:gd name="connsiteY12" fmla="*/ 0 h 472500"/>
              <a:gd name="connsiteX13" fmla="*/ 86754 w 523125"/>
              <a:gd name="connsiteY13" fmla="*/ 0 h 472500"/>
              <a:gd name="connsiteX14" fmla="*/ 72478 w 523125"/>
              <a:gd name="connsiteY14" fmla="*/ 14276 h 472500"/>
              <a:gd name="connsiteX15" fmla="*/ 72748 w 523125"/>
              <a:gd name="connsiteY15" fmla="*/ 14293 h 472500"/>
              <a:gd name="connsiteX16" fmla="*/ 30949 w 523125"/>
              <a:gd name="connsiteY16" fmla="*/ 32586 h 472500"/>
              <a:gd name="connsiteX17" fmla="*/ 15660 w 523125"/>
              <a:gd name="connsiteY17" fmla="*/ 67044 h 472500"/>
              <a:gd name="connsiteX18" fmla="*/ 15660 w 523125"/>
              <a:gd name="connsiteY18" fmla="*/ 86214 h 472500"/>
              <a:gd name="connsiteX19" fmla="*/ 14816 w 523125"/>
              <a:gd name="connsiteY19" fmla="*/ 86214 h 472500"/>
              <a:gd name="connsiteX20" fmla="*/ 0 w 523125"/>
              <a:gd name="connsiteY20" fmla="*/ 101048 h 472500"/>
              <a:gd name="connsiteX21" fmla="*/ 0 w 523125"/>
              <a:gd name="connsiteY21" fmla="*/ 159587 h 472500"/>
              <a:gd name="connsiteX22" fmla="*/ 14816 w 523125"/>
              <a:gd name="connsiteY22" fmla="*/ 174403 h 472500"/>
              <a:gd name="connsiteX23" fmla="*/ 30240 w 523125"/>
              <a:gd name="connsiteY23" fmla="*/ 174403 h 472500"/>
              <a:gd name="connsiteX24" fmla="*/ 45056 w 523125"/>
              <a:gd name="connsiteY24" fmla="*/ 159587 h 472500"/>
              <a:gd name="connsiteX25" fmla="*/ 45056 w 523125"/>
              <a:gd name="connsiteY25" fmla="*/ 97268 h 472500"/>
              <a:gd name="connsiteX26" fmla="*/ 34003 w 523125"/>
              <a:gd name="connsiteY26" fmla="*/ 86214 h 472500"/>
              <a:gd name="connsiteX27" fmla="*/ 34594 w 523125"/>
              <a:gd name="connsiteY27" fmla="*/ 66437 h 472500"/>
              <a:gd name="connsiteX28" fmla="*/ 43892 w 523125"/>
              <a:gd name="connsiteY28" fmla="*/ 44550 h 472500"/>
              <a:gd name="connsiteX29" fmla="*/ 73238 w 523125"/>
              <a:gd name="connsiteY29" fmla="*/ 32603 h 472500"/>
              <a:gd name="connsiteX30" fmla="*/ 72495 w 523125"/>
              <a:gd name="connsiteY30" fmla="*/ 203766 h 472500"/>
              <a:gd name="connsiteX31" fmla="*/ 66488 w 523125"/>
              <a:gd name="connsiteY31" fmla="*/ 203766 h 472500"/>
              <a:gd name="connsiteX32" fmla="*/ 48971 w 523125"/>
              <a:gd name="connsiteY32" fmla="*/ 221265 h 472500"/>
              <a:gd name="connsiteX33" fmla="*/ 48971 w 523125"/>
              <a:gd name="connsiteY33" fmla="*/ 405726 h 472500"/>
              <a:gd name="connsiteX34" fmla="*/ 66488 w 523125"/>
              <a:gd name="connsiteY34" fmla="*/ 423225 h 472500"/>
              <a:gd name="connsiteX35" fmla="*/ 84240 w 523125"/>
              <a:gd name="connsiteY35" fmla="*/ 423225 h 472500"/>
              <a:gd name="connsiteX36" fmla="*/ 84240 w 523125"/>
              <a:gd name="connsiteY36" fmla="*/ 422179 h 472500"/>
              <a:gd name="connsiteX37" fmla="*/ 84240 w 523125"/>
              <a:gd name="connsiteY37" fmla="*/ 458595 h 472500"/>
              <a:gd name="connsiteX38" fmla="*/ 101756 w 523125"/>
              <a:gd name="connsiteY38" fmla="*/ 476094 h 472500"/>
              <a:gd name="connsiteX39" fmla="*/ 139219 w 523125"/>
              <a:gd name="connsiteY39" fmla="*/ 476094 h 472500"/>
              <a:gd name="connsiteX40" fmla="*/ 156735 w 523125"/>
              <a:gd name="connsiteY40" fmla="*/ 458595 h 472500"/>
              <a:gd name="connsiteX41" fmla="*/ 156735 w 523125"/>
              <a:gd name="connsiteY41" fmla="*/ 422179 h 472500"/>
              <a:gd name="connsiteX42" fmla="*/ 156735 w 523125"/>
              <a:gd name="connsiteY42" fmla="*/ 423225 h 472500"/>
              <a:gd name="connsiteX43" fmla="*/ 382067 w 523125"/>
              <a:gd name="connsiteY43" fmla="*/ 423225 h 472500"/>
              <a:gd name="connsiteX44" fmla="*/ 382067 w 523125"/>
              <a:gd name="connsiteY44" fmla="*/ 422179 h 472500"/>
              <a:gd name="connsiteX45" fmla="*/ 382067 w 523125"/>
              <a:gd name="connsiteY45" fmla="*/ 458595 h 472500"/>
              <a:gd name="connsiteX46" fmla="*/ 399600 w 523125"/>
              <a:gd name="connsiteY46" fmla="*/ 476094 h 472500"/>
              <a:gd name="connsiteX47" fmla="*/ 435105 w 523125"/>
              <a:gd name="connsiteY47" fmla="*/ 476094 h 472500"/>
              <a:gd name="connsiteX48" fmla="*/ 452621 w 523125"/>
              <a:gd name="connsiteY48" fmla="*/ 458595 h 472500"/>
              <a:gd name="connsiteX49" fmla="*/ 452621 w 523125"/>
              <a:gd name="connsiteY49" fmla="*/ 422179 h 472500"/>
              <a:gd name="connsiteX50" fmla="*/ 452621 w 523125"/>
              <a:gd name="connsiteY50" fmla="*/ 423225 h 472500"/>
              <a:gd name="connsiteX51" fmla="*/ 476246 w 523125"/>
              <a:gd name="connsiteY51" fmla="*/ 423225 h 472500"/>
              <a:gd name="connsiteX52" fmla="*/ 493729 w 523125"/>
              <a:gd name="connsiteY52" fmla="*/ 405726 h 472500"/>
              <a:gd name="connsiteX53" fmla="*/ 493729 w 523125"/>
              <a:gd name="connsiteY53" fmla="*/ 221265 h 472500"/>
              <a:gd name="connsiteX54" fmla="*/ 476246 w 523125"/>
              <a:gd name="connsiteY54" fmla="*/ 203766 h 472500"/>
              <a:gd name="connsiteX55" fmla="*/ 470239 w 523125"/>
              <a:gd name="connsiteY55" fmla="*/ 203766 h 472500"/>
              <a:gd name="connsiteX56" fmla="*/ 470239 w 523125"/>
              <a:gd name="connsiteY56" fmla="*/ 32248 h 472500"/>
              <a:gd name="connsiteX57" fmla="*/ 500411 w 523125"/>
              <a:gd name="connsiteY57" fmla="*/ 44145 h 472500"/>
              <a:gd name="connsiteX58" fmla="*/ 509439 w 523125"/>
              <a:gd name="connsiteY58" fmla="*/ 67061 h 472500"/>
              <a:gd name="connsiteX59" fmla="*/ 509439 w 523125"/>
              <a:gd name="connsiteY59" fmla="*/ 86231 h 472500"/>
              <a:gd name="connsiteX60" fmla="*/ 502824 w 523125"/>
              <a:gd name="connsiteY60" fmla="*/ 86231 h 472500"/>
              <a:gd name="connsiteX61" fmla="*/ 140046 w 523125"/>
              <a:gd name="connsiteY61" fmla="*/ 203766 h 472500"/>
              <a:gd name="connsiteX62" fmla="*/ 121466 w 523125"/>
              <a:gd name="connsiteY62" fmla="*/ 185186 h 472500"/>
              <a:gd name="connsiteX63" fmla="*/ 121466 w 523125"/>
              <a:gd name="connsiteY63" fmla="*/ 104743 h 472500"/>
              <a:gd name="connsiteX64" fmla="*/ 139978 w 523125"/>
              <a:gd name="connsiteY64" fmla="*/ 86164 h 472500"/>
              <a:gd name="connsiteX65" fmla="*/ 404544 w 523125"/>
              <a:gd name="connsiteY65" fmla="*/ 85320 h 472500"/>
              <a:gd name="connsiteX66" fmla="*/ 417724 w 523125"/>
              <a:gd name="connsiteY66" fmla="*/ 90720 h 472500"/>
              <a:gd name="connsiteX67" fmla="*/ 423191 w 523125"/>
              <a:gd name="connsiteY67" fmla="*/ 103882 h 472500"/>
              <a:gd name="connsiteX68" fmla="*/ 423191 w 523125"/>
              <a:gd name="connsiteY68" fmla="*/ 185169 h 472500"/>
              <a:gd name="connsiteX69" fmla="*/ 404595 w 523125"/>
              <a:gd name="connsiteY69" fmla="*/ 203749 h 472500"/>
              <a:gd name="connsiteX70" fmla="*/ 140046 w 523125"/>
              <a:gd name="connsiteY70" fmla="*/ 203766 h 472500"/>
              <a:gd name="connsiteX71" fmla="*/ 140046 w 523125"/>
              <a:gd name="connsiteY71" fmla="*/ 203766 h 472500"/>
              <a:gd name="connsiteX72" fmla="*/ 389897 w 523125"/>
              <a:gd name="connsiteY72" fmla="*/ 313504 h 472500"/>
              <a:gd name="connsiteX73" fmla="*/ 156735 w 523125"/>
              <a:gd name="connsiteY73" fmla="*/ 313504 h 472500"/>
              <a:gd name="connsiteX74" fmla="*/ 156735 w 523125"/>
              <a:gd name="connsiteY74" fmla="*/ 288023 h 472500"/>
              <a:gd name="connsiteX75" fmla="*/ 389897 w 523125"/>
              <a:gd name="connsiteY75" fmla="*/ 288023 h 472500"/>
              <a:gd name="connsiteX76" fmla="*/ 389897 w 523125"/>
              <a:gd name="connsiteY76" fmla="*/ 313504 h 472500"/>
              <a:gd name="connsiteX77" fmla="*/ 389897 w 523125"/>
              <a:gd name="connsiteY77" fmla="*/ 313504 h 472500"/>
              <a:gd name="connsiteX78" fmla="*/ 389897 w 523125"/>
              <a:gd name="connsiteY78" fmla="*/ 272363 h 472500"/>
              <a:gd name="connsiteX79" fmla="*/ 156735 w 523125"/>
              <a:gd name="connsiteY79" fmla="*/ 272363 h 472500"/>
              <a:gd name="connsiteX80" fmla="*/ 156735 w 523125"/>
              <a:gd name="connsiteY80" fmla="*/ 246881 h 472500"/>
              <a:gd name="connsiteX81" fmla="*/ 389897 w 523125"/>
              <a:gd name="connsiteY81" fmla="*/ 246881 h 472500"/>
              <a:gd name="connsiteX82" fmla="*/ 389897 w 523125"/>
              <a:gd name="connsiteY82" fmla="*/ 272363 h 472500"/>
              <a:gd name="connsiteX83" fmla="*/ 389897 w 523125"/>
              <a:gd name="connsiteY83" fmla="*/ 272363 h 472500"/>
              <a:gd name="connsiteX84" fmla="*/ 84240 w 523125"/>
              <a:gd name="connsiteY84" fmla="*/ 355050 h 472500"/>
              <a:gd name="connsiteX85" fmla="*/ 98348 w 523125"/>
              <a:gd name="connsiteY85" fmla="*/ 340926 h 472500"/>
              <a:gd name="connsiteX86" fmla="*/ 119121 w 523125"/>
              <a:gd name="connsiteY86" fmla="*/ 340926 h 472500"/>
              <a:gd name="connsiteX87" fmla="*/ 133228 w 523125"/>
              <a:gd name="connsiteY87" fmla="*/ 355050 h 472500"/>
              <a:gd name="connsiteX88" fmla="*/ 133228 w 523125"/>
              <a:gd name="connsiteY88" fmla="*/ 356214 h 472500"/>
              <a:gd name="connsiteX89" fmla="*/ 119121 w 523125"/>
              <a:gd name="connsiteY89" fmla="*/ 370322 h 472500"/>
              <a:gd name="connsiteX90" fmla="*/ 98348 w 523125"/>
              <a:gd name="connsiteY90" fmla="*/ 370322 h 472500"/>
              <a:gd name="connsiteX91" fmla="*/ 84240 w 523125"/>
              <a:gd name="connsiteY91" fmla="*/ 356214 h 472500"/>
              <a:gd name="connsiteX92" fmla="*/ 84240 w 523125"/>
              <a:gd name="connsiteY92" fmla="*/ 355050 h 472500"/>
              <a:gd name="connsiteX93" fmla="*/ 133228 w 523125"/>
              <a:gd name="connsiteY93" fmla="*/ 305269 h 472500"/>
              <a:gd name="connsiteX94" fmla="*/ 119121 w 523125"/>
              <a:gd name="connsiteY94" fmla="*/ 319376 h 472500"/>
              <a:gd name="connsiteX95" fmla="*/ 98364 w 523125"/>
              <a:gd name="connsiteY95" fmla="*/ 319376 h 472500"/>
              <a:gd name="connsiteX96" fmla="*/ 84257 w 523125"/>
              <a:gd name="connsiteY96" fmla="*/ 305269 h 472500"/>
              <a:gd name="connsiteX97" fmla="*/ 84257 w 523125"/>
              <a:gd name="connsiteY97" fmla="*/ 260989 h 472500"/>
              <a:gd name="connsiteX98" fmla="*/ 98364 w 523125"/>
              <a:gd name="connsiteY98" fmla="*/ 246881 h 472500"/>
              <a:gd name="connsiteX99" fmla="*/ 119121 w 523125"/>
              <a:gd name="connsiteY99" fmla="*/ 246881 h 472500"/>
              <a:gd name="connsiteX100" fmla="*/ 133228 w 523125"/>
              <a:gd name="connsiteY100" fmla="*/ 260989 h 472500"/>
              <a:gd name="connsiteX101" fmla="*/ 133228 w 523125"/>
              <a:gd name="connsiteY101" fmla="*/ 305269 h 472500"/>
              <a:gd name="connsiteX102" fmla="*/ 146948 w 523125"/>
              <a:gd name="connsiteY102" fmla="*/ 35556 h 472500"/>
              <a:gd name="connsiteX103" fmla="*/ 157022 w 523125"/>
              <a:gd name="connsiteY103" fmla="*/ 25498 h 472500"/>
              <a:gd name="connsiteX104" fmla="*/ 385712 w 523125"/>
              <a:gd name="connsiteY104" fmla="*/ 25498 h 472500"/>
              <a:gd name="connsiteX105" fmla="*/ 395803 w 523125"/>
              <a:gd name="connsiteY105" fmla="*/ 35556 h 472500"/>
              <a:gd name="connsiteX106" fmla="*/ 395803 w 523125"/>
              <a:gd name="connsiteY106" fmla="*/ 50693 h 472500"/>
              <a:gd name="connsiteX107" fmla="*/ 385712 w 523125"/>
              <a:gd name="connsiteY107" fmla="*/ 60750 h 472500"/>
              <a:gd name="connsiteX108" fmla="*/ 157005 w 523125"/>
              <a:gd name="connsiteY108" fmla="*/ 60750 h 472500"/>
              <a:gd name="connsiteX109" fmla="*/ 146931 w 523125"/>
              <a:gd name="connsiteY109" fmla="*/ 50693 h 472500"/>
              <a:gd name="connsiteX110" fmla="*/ 146948 w 523125"/>
              <a:gd name="connsiteY110" fmla="*/ 35556 h 472500"/>
              <a:gd name="connsiteX111" fmla="*/ 146948 w 523125"/>
              <a:gd name="connsiteY111" fmla="*/ 35556 h 472500"/>
              <a:gd name="connsiteX112" fmla="*/ 156735 w 523125"/>
              <a:gd name="connsiteY112" fmla="*/ 354628 h 472500"/>
              <a:gd name="connsiteX113" fmla="*/ 156735 w 523125"/>
              <a:gd name="connsiteY113" fmla="*/ 329198 h 472500"/>
              <a:gd name="connsiteX114" fmla="*/ 389897 w 523125"/>
              <a:gd name="connsiteY114" fmla="*/ 329198 h 472500"/>
              <a:gd name="connsiteX115" fmla="*/ 389897 w 523125"/>
              <a:gd name="connsiteY115" fmla="*/ 354628 h 472500"/>
              <a:gd name="connsiteX116" fmla="*/ 156735 w 523125"/>
              <a:gd name="connsiteY116" fmla="*/ 354628 h 472500"/>
              <a:gd name="connsiteX117" fmla="*/ 460434 w 523125"/>
              <a:gd name="connsiteY117" fmla="*/ 356231 h 472500"/>
              <a:gd name="connsiteX118" fmla="*/ 446327 w 523125"/>
              <a:gd name="connsiteY118" fmla="*/ 370339 h 472500"/>
              <a:gd name="connsiteX119" fmla="*/ 425537 w 523125"/>
              <a:gd name="connsiteY119" fmla="*/ 370339 h 472500"/>
              <a:gd name="connsiteX120" fmla="*/ 411429 w 523125"/>
              <a:gd name="connsiteY120" fmla="*/ 356231 h 472500"/>
              <a:gd name="connsiteX121" fmla="*/ 411429 w 523125"/>
              <a:gd name="connsiteY121" fmla="*/ 355084 h 472500"/>
              <a:gd name="connsiteX122" fmla="*/ 425537 w 523125"/>
              <a:gd name="connsiteY122" fmla="*/ 340943 h 472500"/>
              <a:gd name="connsiteX123" fmla="*/ 446327 w 523125"/>
              <a:gd name="connsiteY123" fmla="*/ 340943 h 472500"/>
              <a:gd name="connsiteX124" fmla="*/ 460434 w 523125"/>
              <a:gd name="connsiteY124" fmla="*/ 355084 h 472500"/>
              <a:gd name="connsiteX125" fmla="*/ 460434 w 523125"/>
              <a:gd name="connsiteY125" fmla="*/ 356231 h 472500"/>
              <a:gd name="connsiteX126" fmla="*/ 460434 w 523125"/>
              <a:gd name="connsiteY126" fmla="*/ 305269 h 472500"/>
              <a:gd name="connsiteX127" fmla="*/ 446327 w 523125"/>
              <a:gd name="connsiteY127" fmla="*/ 319376 h 472500"/>
              <a:gd name="connsiteX128" fmla="*/ 425537 w 523125"/>
              <a:gd name="connsiteY128" fmla="*/ 319376 h 472500"/>
              <a:gd name="connsiteX129" fmla="*/ 411429 w 523125"/>
              <a:gd name="connsiteY129" fmla="*/ 305269 h 472500"/>
              <a:gd name="connsiteX130" fmla="*/ 411429 w 523125"/>
              <a:gd name="connsiteY130" fmla="*/ 260989 h 472500"/>
              <a:gd name="connsiteX131" fmla="*/ 425537 w 523125"/>
              <a:gd name="connsiteY131" fmla="*/ 246881 h 472500"/>
              <a:gd name="connsiteX132" fmla="*/ 446327 w 523125"/>
              <a:gd name="connsiteY132" fmla="*/ 246881 h 472500"/>
              <a:gd name="connsiteX133" fmla="*/ 460434 w 523125"/>
              <a:gd name="connsiteY133" fmla="*/ 260989 h 472500"/>
              <a:gd name="connsiteX134" fmla="*/ 460434 w 523125"/>
              <a:gd name="connsiteY134" fmla="*/ 305269 h 47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523125" h="472500">
                <a:moveTo>
                  <a:pt x="502824" y="86231"/>
                </a:moveTo>
                <a:cubicBezTo>
                  <a:pt x="496733" y="86231"/>
                  <a:pt x="491788" y="91176"/>
                  <a:pt x="491788" y="97284"/>
                </a:cubicBezTo>
                <a:lnTo>
                  <a:pt x="491788" y="163367"/>
                </a:lnTo>
                <a:cubicBezTo>
                  <a:pt x="491788" y="169459"/>
                  <a:pt x="496733" y="174420"/>
                  <a:pt x="502824" y="174420"/>
                </a:cubicBezTo>
                <a:lnTo>
                  <a:pt x="527749" y="174420"/>
                </a:lnTo>
                <a:cubicBezTo>
                  <a:pt x="533841" y="174420"/>
                  <a:pt x="538819" y="169476"/>
                  <a:pt x="538819" y="163367"/>
                </a:cubicBezTo>
                <a:lnTo>
                  <a:pt x="538819" y="96069"/>
                </a:lnTo>
                <a:cubicBezTo>
                  <a:pt x="538819" y="90636"/>
                  <a:pt x="534398" y="86214"/>
                  <a:pt x="528964" y="86214"/>
                </a:cubicBezTo>
                <a:lnTo>
                  <a:pt x="528964" y="85438"/>
                </a:lnTo>
                <a:lnTo>
                  <a:pt x="528593" y="68327"/>
                </a:lnTo>
                <a:cubicBezTo>
                  <a:pt x="528694" y="67517"/>
                  <a:pt x="529031" y="48212"/>
                  <a:pt x="515396" y="32636"/>
                </a:cubicBezTo>
                <a:cubicBezTo>
                  <a:pt x="505693" y="21600"/>
                  <a:pt x="497678" y="15339"/>
                  <a:pt x="470256" y="14141"/>
                </a:cubicBezTo>
                <a:cubicBezTo>
                  <a:pt x="470256" y="6328"/>
                  <a:pt x="463928" y="0"/>
                  <a:pt x="456098" y="0"/>
                </a:cubicBezTo>
                <a:lnTo>
                  <a:pt x="86754" y="0"/>
                </a:lnTo>
                <a:cubicBezTo>
                  <a:pt x="78874" y="0"/>
                  <a:pt x="72478" y="6396"/>
                  <a:pt x="72478" y="14276"/>
                </a:cubicBezTo>
                <a:cubicBezTo>
                  <a:pt x="72478" y="14276"/>
                  <a:pt x="72816" y="14276"/>
                  <a:pt x="72748" y="14293"/>
                </a:cubicBezTo>
                <a:cubicBezTo>
                  <a:pt x="47166" y="15778"/>
                  <a:pt x="40314" y="21904"/>
                  <a:pt x="30949" y="32586"/>
                </a:cubicBezTo>
                <a:cubicBezTo>
                  <a:pt x="17398" y="48026"/>
                  <a:pt x="15660" y="67044"/>
                  <a:pt x="15660" y="67044"/>
                </a:cubicBezTo>
                <a:lnTo>
                  <a:pt x="15660" y="86214"/>
                </a:lnTo>
                <a:lnTo>
                  <a:pt x="14816" y="86214"/>
                </a:lnTo>
                <a:cubicBezTo>
                  <a:pt x="6632" y="86231"/>
                  <a:pt x="0" y="92863"/>
                  <a:pt x="0" y="101048"/>
                </a:cubicBezTo>
                <a:lnTo>
                  <a:pt x="0" y="159587"/>
                </a:lnTo>
                <a:cubicBezTo>
                  <a:pt x="0" y="167771"/>
                  <a:pt x="6632" y="174403"/>
                  <a:pt x="14816" y="174403"/>
                </a:cubicBezTo>
                <a:lnTo>
                  <a:pt x="30240" y="174403"/>
                </a:lnTo>
                <a:cubicBezTo>
                  <a:pt x="38424" y="174403"/>
                  <a:pt x="45056" y="167771"/>
                  <a:pt x="45056" y="159587"/>
                </a:cubicBezTo>
                <a:lnTo>
                  <a:pt x="45056" y="97268"/>
                </a:lnTo>
                <a:cubicBezTo>
                  <a:pt x="45056" y="91176"/>
                  <a:pt x="40112" y="86214"/>
                  <a:pt x="34003" y="86214"/>
                </a:cubicBezTo>
                <a:lnTo>
                  <a:pt x="34594" y="66437"/>
                </a:lnTo>
                <a:cubicBezTo>
                  <a:pt x="34577" y="66336"/>
                  <a:pt x="35623" y="53983"/>
                  <a:pt x="43892" y="44550"/>
                </a:cubicBezTo>
                <a:cubicBezTo>
                  <a:pt x="49427" y="38256"/>
                  <a:pt x="60041" y="34155"/>
                  <a:pt x="73238" y="32603"/>
                </a:cubicBezTo>
                <a:lnTo>
                  <a:pt x="72495" y="203766"/>
                </a:lnTo>
                <a:lnTo>
                  <a:pt x="66488" y="203766"/>
                </a:lnTo>
                <a:cubicBezTo>
                  <a:pt x="56818" y="203766"/>
                  <a:pt x="48971" y="211596"/>
                  <a:pt x="48971" y="221265"/>
                </a:cubicBezTo>
                <a:lnTo>
                  <a:pt x="48971" y="405726"/>
                </a:lnTo>
                <a:cubicBezTo>
                  <a:pt x="48971" y="415378"/>
                  <a:pt x="56818" y="423225"/>
                  <a:pt x="66488" y="423225"/>
                </a:cubicBezTo>
                <a:lnTo>
                  <a:pt x="84240" y="423225"/>
                </a:lnTo>
                <a:lnTo>
                  <a:pt x="84240" y="422179"/>
                </a:lnTo>
                <a:lnTo>
                  <a:pt x="84240" y="458595"/>
                </a:lnTo>
                <a:cubicBezTo>
                  <a:pt x="84240" y="468264"/>
                  <a:pt x="92087" y="476094"/>
                  <a:pt x="101756" y="476094"/>
                </a:cubicBezTo>
                <a:lnTo>
                  <a:pt x="139219" y="476094"/>
                </a:lnTo>
                <a:cubicBezTo>
                  <a:pt x="148888" y="476094"/>
                  <a:pt x="156735" y="468264"/>
                  <a:pt x="156735" y="458595"/>
                </a:cubicBezTo>
                <a:lnTo>
                  <a:pt x="156735" y="422179"/>
                </a:lnTo>
                <a:lnTo>
                  <a:pt x="156735" y="423225"/>
                </a:lnTo>
                <a:lnTo>
                  <a:pt x="382067" y="423225"/>
                </a:lnTo>
                <a:lnTo>
                  <a:pt x="382067" y="422179"/>
                </a:lnTo>
                <a:lnTo>
                  <a:pt x="382067" y="458595"/>
                </a:lnTo>
                <a:cubicBezTo>
                  <a:pt x="382067" y="468264"/>
                  <a:pt x="389914" y="476094"/>
                  <a:pt x="399600" y="476094"/>
                </a:cubicBezTo>
                <a:lnTo>
                  <a:pt x="435105" y="476094"/>
                </a:lnTo>
                <a:cubicBezTo>
                  <a:pt x="444774" y="476094"/>
                  <a:pt x="452621" y="468264"/>
                  <a:pt x="452621" y="458595"/>
                </a:cubicBezTo>
                <a:lnTo>
                  <a:pt x="452621" y="422179"/>
                </a:lnTo>
                <a:lnTo>
                  <a:pt x="452621" y="423225"/>
                </a:lnTo>
                <a:lnTo>
                  <a:pt x="476246" y="423225"/>
                </a:lnTo>
                <a:cubicBezTo>
                  <a:pt x="485882" y="423225"/>
                  <a:pt x="493729" y="415378"/>
                  <a:pt x="493729" y="405726"/>
                </a:cubicBezTo>
                <a:lnTo>
                  <a:pt x="493729" y="221265"/>
                </a:lnTo>
                <a:cubicBezTo>
                  <a:pt x="493729" y="211596"/>
                  <a:pt x="485882" y="203766"/>
                  <a:pt x="476246" y="203766"/>
                </a:cubicBezTo>
                <a:lnTo>
                  <a:pt x="470239" y="203766"/>
                </a:lnTo>
                <a:lnTo>
                  <a:pt x="470239" y="32248"/>
                </a:lnTo>
                <a:cubicBezTo>
                  <a:pt x="483958" y="33632"/>
                  <a:pt x="494573" y="37631"/>
                  <a:pt x="500411" y="44145"/>
                </a:cubicBezTo>
                <a:cubicBezTo>
                  <a:pt x="508815" y="53544"/>
                  <a:pt x="509439" y="65829"/>
                  <a:pt x="509439" y="67061"/>
                </a:cubicBezTo>
                <a:lnTo>
                  <a:pt x="509439" y="86231"/>
                </a:lnTo>
                <a:lnTo>
                  <a:pt x="502824" y="86231"/>
                </a:lnTo>
                <a:close/>
                <a:moveTo>
                  <a:pt x="140046" y="203766"/>
                </a:moveTo>
                <a:cubicBezTo>
                  <a:pt x="129786" y="203766"/>
                  <a:pt x="121466" y="195446"/>
                  <a:pt x="121466" y="185186"/>
                </a:cubicBezTo>
                <a:lnTo>
                  <a:pt x="121466" y="104743"/>
                </a:lnTo>
                <a:cubicBezTo>
                  <a:pt x="121466" y="94500"/>
                  <a:pt x="129752" y="86198"/>
                  <a:pt x="139978" y="86164"/>
                </a:cubicBezTo>
                <a:lnTo>
                  <a:pt x="404544" y="85320"/>
                </a:lnTo>
                <a:cubicBezTo>
                  <a:pt x="409489" y="85303"/>
                  <a:pt x="414231" y="87261"/>
                  <a:pt x="417724" y="90720"/>
                </a:cubicBezTo>
                <a:cubicBezTo>
                  <a:pt x="421217" y="94213"/>
                  <a:pt x="423191" y="98955"/>
                  <a:pt x="423191" y="103882"/>
                </a:cubicBezTo>
                <a:lnTo>
                  <a:pt x="423191" y="185169"/>
                </a:lnTo>
                <a:cubicBezTo>
                  <a:pt x="423191" y="195429"/>
                  <a:pt x="414872" y="203749"/>
                  <a:pt x="404595" y="203749"/>
                </a:cubicBezTo>
                <a:lnTo>
                  <a:pt x="140046" y="203766"/>
                </a:lnTo>
                <a:lnTo>
                  <a:pt x="140046" y="203766"/>
                </a:lnTo>
                <a:close/>
                <a:moveTo>
                  <a:pt x="389897" y="313504"/>
                </a:moveTo>
                <a:lnTo>
                  <a:pt x="156735" y="313504"/>
                </a:lnTo>
                <a:lnTo>
                  <a:pt x="156735" y="288023"/>
                </a:lnTo>
                <a:lnTo>
                  <a:pt x="389897" y="288023"/>
                </a:lnTo>
                <a:lnTo>
                  <a:pt x="389897" y="313504"/>
                </a:lnTo>
                <a:lnTo>
                  <a:pt x="389897" y="313504"/>
                </a:lnTo>
                <a:close/>
                <a:moveTo>
                  <a:pt x="389897" y="272363"/>
                </a:moveTo>
                <a:lnTo>
                  <a:pt x="156735" y="272363"/>
                </a:lnTo>
                <a:lnTo>
                  <a:pt x="156735" y="246881"/>
                </a:lnTo>
                <a:lnTo>
                  <a:pt x="389897" y="246881"/>
                </a:lnTo>
                <a:lnTo>
                  <a:pt x="389897" y="272363"/>
                </a:lnTo>
                <a:lnTo>
                  <a:pt x="389897" y="272363"/>
                </a:lnTo>
                <a:close/>
                <a:moveTo>
                  <a:pt x="84240" y="355050"/>
                </a:moveTo>
                <a:cubicBezTo>
                  <a:pt x="84240" y="347254"/>
                  <a:pt x="90551" y="340926"/>
                  <a:pt x="98348" y="340926"/>
                </a:cubicBezTo>
                <a:lnTo>
                  <a:pt x="119121" y="340926"/>
                </a:lnTo>
                <a:cubicBezTo>
                  <a:pt x="126900" y="340926"/>
                  <a:pt x="133228" y="347254"/>
                  <a:pt x="133228" y="355050"/>
                </a:cubicBezTo>
                <a:lnTo>
                  <a:pt x="133228" y="356214"/>
                </a:lnTo>
                <a:cubicBezTo>
                  <a:pt x="133228" y="364028"/>
                  <a:pt x="126917" y="370322"/>
                  <a:pt x="119121" y="370322"/>
                </a:cubicBezTo>
                <a:lnTo>
                  <a:pt x="98348" y="370322"/>
                </a:lnTo>
                <a:cubicBezTo>
                  <a:pt x="90568" y="370322"/>
                  <a:pt x="84240" y="364028"/>
                  <a:pt x="84240" y="356214"/>
                </a:cubicBezTo>
                <a:lnTo>
                  <a:pt x="84240" y="355050"/>
                </a:lnTo>
                <a:close/>
                <a:moveTo>
                  <a:pt x="133228" y="305269"/>
                </a:moveTo>
                <a:cubicBezTo>
                  <a:pt x="133228" y="313065"/>
                  <a:pt x="126917" y="319376"/>
                  <a:pt x="119121" y="319376"/>
                </a:cubicBezTo>
                <a:lnTo>
                  <a:pt x="98364" y="319376"/>
                </a:lnTo>
                <a:cubicBezTo>
                  <a:pt x="90585" y="319376"/>
                  <a:pt x="84257" y="313065"/>
                  <a:pt x="84257" y="305269"/>
                </a:cubicBezTo>
                <a:lnTo>
                  <a:pt x="84257" y="260989"/>
                </a:lnTo>
                <a:cubicBezTo>
                  <a:pt x="84257" y="253192"/>
                  <a:pt x="90568" y="246881"/>
                  <a:pt x="98364" y="246881"/>
                </a:cubicBezTo>
                <a:lnTo>
                  <a:pt x="119121" y="246881"/>
                </a:lnTo>
                <a:cubicBezTo>
                  <a:pt x="126900" y="246881"/>
                  <a:pt x="133228" y="253192"/>
                  <a:pt x="133228" y="260989"/>
                </a:cubicBezTo>
                <a:lnTo>
                  <a:pt x="133228" y="305269"/>
                </a:lnTo>
                <a:close/>
                <a:moveTo>
                  <a:pt x="146948" y="35556"/>
                </a:moveTo>
                <a:cubicBezTo>
                  <a:pt x="146948" y="30004"/>
                  <a:pt x="151453" y="25498"/>
                  <a:pt x="157022" y="25498"/>
                </a:cubicBezTo>
                <a:lnTo>
                  <a:pt x="385712" y="25498"/>
                </a:lnTo>
                <a:cubicBezTo>
                  <a:pt x="391281" y="25498"/>
                  <a:pt x="395803" y="30004"/>
                  <a:pt x="395803" y="35556"/>
                </a:cubicBezTo>
                <a:lnTo>
                  <a:pt x="395803" y="50693"/>
                </a:lnTo>
                <a:cubicBezTo>
                  <a:pt x="395803" y="56244"/>
                  <a:pt x="391281" y="60750"/>
                  <a:pt x="385712" y="60750"/>
                </a:cubicBezTo>
                <a:lnTo>
                  <a:pt x="157005" y="60750"/>
                </a:lnTo>
                <a:cubicBezTo>
                  <a:pt x="151436" y="60750"/>
                  <a:pt x="146931" y="56244"/>
                  <a:pt x="146931" y="50693"/>
                </a:cubicBezTo>
                <a:lnTo>
                  <a:pt x="146948" y="35556"/>
                </a:lnTo>
                <a:lnTo>
                  <a:pt x="146948" y="35556"/>
                </a:lnTo>
                <a:close/>
                <a:moveTo>
                  <a:pt x="156735" y="354628"/>
                </a:moveTo>
                <a:lnTo>
                  <a:pt x="156735" y="329198"/>
                </a:lnTo>
                <a:lnTo>
                  <a:pt x="389897" y="329198"/>
                </a:lnTo>
                <a:lnTo>
                  <a:pt x="389897" y="354628"/>
                </a:lnTo>
                <a:lnTo>
                  <a:pt x="156735" y="354628"/>
                </a:lnTo>
                <a:close/>
                <a:moveTo>
                  <a:pt x="460434" y="356231"/>
                </a:moveTo>
                <a:cubicBezTo>
                  <a:pt x="460434" y="364044"/>
                  <a:pt x="454123" y="370339"/>
                  <a:pt x="446327" y="370339"/>
                </a:cubicBezTo>
                <a:lnTo>
                  <a:pt x="425537" y="370339"/>
                </a:lnTo>
                <a:cubicBezTo>
                  <a:pt x="417758" y="370339"/>
                  <a:pt x="411429" y="364044"/>
                  <a:pt x="411429" y="356231"/>
                </a:cubicBezTo>
                <a:lnTo>
                  <a:pt x="411429" y="355084"/>
                </a:lnTo>
                <a:cubicBezTo>
                  <a:pt x="411429" y="347271"/>
                  <a:pt x="417741" y="340943"/>
                  <a:pt x="425537" y="340943"/>
                </a:cubicBezTo>
                <a:lnTo>
                  <a:pt x="446327" y="340943"/>
                </a:lnTo>
                <a:cubicBezTo>
                  <a:pt x="454106" y="340943"/>
                  <a:pt x="460434" y="347271"/>
                  <a:pt x="460434" y="355084"/>
                </a:cubicBezTo>
                <a:lnTo>
                  <a:pt x="460434" y="356231"/>
                </a:lnTo>
                <a:close/>
                <a:moveTo>
                  <a:pt x="460434" y="305269"/>
                </a:moveTo>
                <a:cubicBezTo>
                  <a:pt x="460434" y="313065"/>
                  <a:pt x="454123" y="319376"/>
                  <a:pt x="446327" y="319376"/>
                </a:cubicBezTo>
                <a:lnTo>
                  <a:pt x="425537" y="319376"/>
                </a:lnTo>
                <a:cubicBezTo>
                  <a:pt x="417758" y="319376"/>
                  <a:pt x="411429" y="313065"/>
                  <a:pt x="411429" y="305269"/>
                </a:cubicBezTo>
                <a:lnTo>
                  <a:pt x="411429" y="260989"/>
                </a:lnTo>
                <a:cubicBezTo>
                  <a:pt x="411429" y="253192"/>
                  <a:pt x="417741" y="246881"/>
                  <a:pt x="425537" y="246881"/>
                </a:cubicBezTo>
                <a:lnTo>
                  <a:pt x="446327" y="246881"/>
                </a:lnTo>
                <a:cubicBezTo>
                  <a:pt x="454106" y="246881"/>
                  <a:pt x="460434" y="253192"/>
                  <a:pt x="460434" y="260989"/>
                </a:cubicBezTo>
                <a:lnTo>
                  <a:pt x="460434" y="305269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57" name="组合 156"/>
          <p:cNvGrpSpPr/>
          <p:nvPr/>
        </p:nvGrpSpPr>
        <p:grpSpPr>
          <a:xfrm>
            <a:off x="6464343" y="3172556"/>
            <a:ext cx="421875" cy="523125"/>
            <a:chOff x="14640553" y="3279013"/>
            <a:chExt cx="421875" cy="523125"/>
          </a:xfrm>
          <a:solidFill>
            <a:schemeClr val="accent1"/>
          </a:solidFill>
        </p:grpSpPr>
        <p:sp>
          <p:nvSpPr>
            <p:cNvPr id="158" name="任意多边形: 形状 157"/>
            <p:cNvSpPr/>
            <p:nvPr/>
          </p:nvSpPr>
          <p:spPr>
            <a:xfrm>
              <a:off x="14640553" y="3279013"/>
              <a:ext cx="421875" cy="523125"/>
            </a:xfrm>
            <a:custGeom>
              <a:avLst/>
              <a:gdLst>
                <a:gd name="connsiteX0" fmla="*/ 38627 w 421875"/>
                <a:gd name="connsiteY0" fmla="*/ 0 h 523125"/>
                <a:gd name="connsiteX1" fmla="*/ 0 w 421875"/>
                <a:gd name="connsiteY1" fmla="*/ 38644 h 523125"/>
                <a:gd name="connsiteX2" fmla="*/ 0 w 421875"/>
                <a:gd name="connsiteY2" fmla="*/ 496513 h 523125"/>
                <a:gd name="connsiteX3" fmla="*/ 38627 w 421875"/>
                <a:gd name="connsiteY3" fmla="*/ 535174 h 523125"/>
                <a:gd name="connsiteX4" fmla="*/ 387467 w 421875"/>
                <a:gd name="connsiteY4" fmla="*/ 535174 h 523125"/>
                <a:gd name="connsiteX5" fmla="*/ 426094 w 421875"/>
                <a:gd name="connsiteY5" fmla="*/ 496513 h 523125"/>
                <a:gd name="connsiteX6" fmla="*/ 426094 w 421875"/>
                <a:gd name="connsiteY6" fmla="*/ 38644 h 523125"/>
                <a:gd name="connsiteX7" fmla="*/ 387467 w 421875"/>
                <a:gd name="connsiteY7" fmla="*/ 0 h 523125"/>
                <a:gd name="connsiteX8" fmla="*/ 38627 w 421875"/>
                <a:gd name="connsiteY8" fmla="*/ 0 h 523125"/>
                <a:gd name="connsiteX9" fmla="*/ 200003 w 421875"/>
                <a:gd name="connsiteY9" fmla="*/ 459726 h 523125"/>
                <a:gd name="connsiteX10" fmla="*/ 177525 w 421875"/>
                <a:gd name="connsiteY10" fmla="*/ 482203 h 523125"/>
                <a:gd name="connsiteX11" fmla="*/ 88104 w 421875"/>
                <a:gd name="connsiteY11" fmla="*/ 482203 h 523125"/>
                <a:gd name="connsiteX12" fmla="*/ 65627 w 421875"/>
                <a:gd name="connsiteY12" fmla="*/ 459726 h 523125"/>
                <a:gd name="connsiteX13" fmla="*/ 65627 w 421875"/>
                <a:gd name="connsiteY13" fmla="*/ 436708 h 523125"/>
                <a:gd name="connsiteX14" fmla="*/ 88104 w 421875"/>
                <a:gd name="connsiteY14" fmla="*/ 414231 h 523125"/>
                <a:gd name="connsiteX15" fmla="*/ 177525 w 421875"/>
                <a:gd name="connsiteY15" fmla="*/ 414231 h 523125"/>
                <a:gd name="connsiteX16" fmla="*/ 200003 w 421875"/>
                <a:gd name="connsiteY16" fmla="*/ 436708 h 523125"/>
                <a:gd name="connsiteX17" fmla="*/ 200003 w 421875"/>
                <a:gd name="connsiteY17" fmla="*/ 459726 h 523125"/>
                <a:gd name="connsiteX18" fmla="*/ 200003 w 421875"/>
                <a:gd name="connsiteY18" fmla="*/ 341145 h 523125"/>
                <a:gd name="connsiteX19" fmla="*/ 177525 w 421875"/>
                <a:gd name="connsiteY19" fmla="*/ 363623 h 523125"/>
                <a:gd name="connsiteX20" fmla="*/ 88104 w 421875"/>
                <a:gd name="connsiteY20" fmla="*/ 363623 h 523125"/>
                <a:gd name="connsiteX21" fmla="*/ 65627 w 421875"/>
                <a:gd name="connsiteY21" fmla="*/ 341145 h 523125"/>
                <a:gd name="connsiteX22" fmla="*/ 65627 w 421875"/>
                <a:gd name="connsiteY22" fmla="*/ 322059 h 523125"/>
                <a:gd name="connsiteX23" fmla="*/ 88104 w 421875"/>
                <a:gd name="connsiteY23" fmla="*/ 299582 h 523125"/>
                <a:gd name="connsiteX24" fmla="*/ 177525 w 421875"/>
                <a:gd name="connsiteY24" fmla="*/ 299582 h 523125"/>
                <a:gd name="connsiteX25" fmla="*/ 200003 w 421875"/>
                <a:gd name="connsiteY25" fmla="*/ 322059 h 523125"/>
                <a:gd name="connsiteX26" fmla="*/ 200003 w 421875"/>
                <a:gd name="connsiteY26" fmla="*/ 341145 h 523125"/>
                <a:gd name="connsiteX27" fmla="*/ 362053 w 421875"/>
                <a:gd name="connsiteY27" fmla="*/ 459726 h 523125"/>
                <a:gd name="connsiteX28" fmla="*/ 339576 w 421875"/>
                <a:gd name="connsiteY28" fmla="*/ 482203 h 523125"/>
                <a:gd name="connsiteX29" fmla="*/ 257259 w 421875"/>
                <a:gd name="connsiteY29" fmla="*/ 482203 h 523125"/>
                <a:gd name="connsiteX30" fmla="*/ 234782 w 421875"/>
                <a:gd name="connsiteY30" fmla="*/ 459726 h 523125"/>
                <a:gd name="connsiteX31" fmla="*/ 234782 w 421875"/>
                <a:gd name="connsiteY31" fmla="*/ 436708 h 523125"/>
                <a:gd name="connsiteX32" fmla="*/ 257259 w 421875"/>
                <a:gd name="connsiteY32" fmla="*/ 414231 h 523125"/>
                <a:gd name="connsiteX33" fmla="*/ 339576 w 421875"/>
                <a:gd name="connsiteY33" fmla="*/ 414231 h 523125"/>
                <a:gd name="connsiteX34" fmla="*/ 362053 w 421875"/>
                <a:gd name="connsiteY34" fmla="*/ 436708 h 523125"/>
                <a:gd name="connsiteX35" fmla="*/ 362053 w 421875"/>
                <a:gd name="connsiteY35" fmla="*/ 459726 h 523125"/>
                <a:gd name="connsiteX36" fmla="*/ 362053 w 421875"/>
                <a:gd name="connsiteY36" fmla="*/ 341145 h 523125"/>
                <a:gd name="connsiteX37" fmla="*/ 339576 w 421875"/>
                <a:gd name="connsiteY37" fmla="*/ 363623 h 523125"/>
                <a:gd name="connsiteX38" fmla="*/ 257259 w 421875"/>
                <a:gd name="connsiteY38" fmla="*/ 363623 h 523125"/>
                <a:gd name="connsiteX39" fmla="*/ 234782 w 421875"/>
                <a:gd name="connsiteY39" fmla="*/ 341145 h 523125"/>
                <a:gd name="connsiteX40" fmla="*/ 234782 w 421875"/>
                <a:gd name="connsiteY40" fmla="*/ 322059 h 523125"/>
                <a:gd name="connsiteX41" fmla="*/ 257259 w 421875"/>
                <a:gd name="connsiteY41" fmla="*/ 299582 h 523125"/>
                <a:gd name="connsiteX42" fmla="*/ 339576 w 421875"/>
                <a:gd name="connsiteY42" fmla="*/ 299582 h 523125"/>
                <a:gd name="connsiteX43" fmla="*/ 362053 w 421875"/>
                <a:gd name="connsiteY43" fmla="*/ 322059 h 523125"/>
                <a:gd name="connsiteX44" fmla="*/ 362053 w 421875"/>
                <a:gd name="connsiteY44" fmla="*/ 341145 h 523125"/>
                <a:gd name="connsiteX45" fmla="*/ 362053 w 421875"/>
                <a:gd name="connsiteY45" fmla="*/ 224944 h 523125"/>
                <a:gd name="connsiteX46" fmla="*/ 339576 w 421875"/>
                <a:gd name="connsiteY46" fmla="*/ 247421 h 523125"/>
                <a:gd name="connsiteX47" fmla="*/ 86535 w 421875"/>
                <a:gd name="connsiteY47" fmla="*/ 247421 h 523125"/>
                <a:gd name="connsiteX48" fmla="*/ 64058 w 421875"/>
                <a:gd name="connsiteY48" fmla="*/ 224944 h 523125"/>
                <a:gd name="connsiteX49" fmla="*/ 64058 w 421875"/>
                <a:gd name="connsiteY49" fmla="*/ 91243 h 523125"/>
                <a:gd name="connsiteX50" fmla="*/ 86535 w 421875"/>
                <a:gd name="connsiteY50" fmla="*/ 68766 h 523125"/>
                <a:gd name="connsiteX51" fmla="*/ 339576 w 421875"/>
                <a:gd name="connsiteY51" fmla="*/ 68766 h 523125"/>
                <a:gd name="connsiteX52" fmla="*/ 362053 w 421875"/>
                <a:gd name="connsiteY52" fmla="*/ 91243 h 523125"/>
                <a:gd name="connsiteX53" fmla="*/ 362053 w 421875"/>
                <a:gd name="connsiteY53" fmla="*/ 224944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21875" h="523125">
                  <a:moveTo>
                    <a:pt x="38627" y="0"/>
                  </a:moveTo>
                  <a:cubicBezTo>
                    <a:pt x="17297" y="0"/>
                    <a:pt x="0" y="17297"/>
                    <a:pt x="0" y="38644"/>
                  </a:cubicBezTo>
                  <a:lnTo>
                    <a:pt x="0" y="496513"/>
                  </a:lnTo>
                  <a:cubicBezTo>
                    <a:pt x="0" y="517877"/>
                    <a:pt x="17297" y="535174"/>
                    <a:pt x="38627" y="535174"/>
                  </a:cubicBezTo>
                  <a:lnTo>
                    <a:pt x="387467" y="535174"/>
                  </a:lnTo>
                  <a:cubicBezTo>
                    <a:pt x="408797" y="535174"/>
                    <a:pt x="426094" y="517877"/>
                    <a:pt x="426094" y="496513"/>
                  </a:cubicBezTo>
                  <a:lnTo>
                    <a:pt x="426094" y="38644"/>
                  </a:lnTo>
                  <a:cubicBezTo>
                    <a:pt x="426094" y="17297"/>
                    <a:pt x="408797" y="0"/>
                    <a:pt x="387467" y="0"/>
                  </a:cubicBezTo>
                  <a:lnTo>
                    <a:pt x="38627" y="0"/>
                  </a:lnTo>
                  <a:close/>
                  <a:moveTo>
                    <a:pt x="200003" y="459726"/>
                  </a:moveTo>
                  <a:cubicBezTo>
                    <a:pt x="200003" y="472129"/>
                    <a:pt x="189928" y="482203"/>
                    <a:pt x="177525" y="482203"/>
                  </a:cubicBezTo>
                  <a:lnTo>
                    <a:pt x="88104" y="482203"/>
                  </a:lnTo>
                  <a:cubicBezTo>
                    <a:pt x="75701" y="482203"/>
                    <a:pt x="65627" y="472146"/>
                    <a:pt x="65627" y="459726"/>
                  </a:cubicBezTo>
                  <a:lnTo>
                    <a:pt x="65627" y="436708"/>
                  </a:lnTo>
                  <a:cubicBezTo>
                    <a:pt x="65627" y="424322"/>
                    <a:pt x="75701" y="414231"/>
                    <a:pt x="88104" y="414231"/>
                  </a:cubicBezTo>
                  <a:lnTo>
                    <a:pt x="177525" y="414231"/>
                  </a:lnTo>
                  <a:cubicBezTo>
                    <a:pt x="189928" y="414231"/>
                    <a:pt x="200003" y="424305"/>
                    <a:pt x="200003" y="436708"/>
                  </a:cubicBezTo>
                  <a:lnTo>
                    <a:pt x="200003" y="459726"/>
                  </a:lnTo>
                  <a:close/>
                  <a:moveTo>
                    <a:pt x="200003" y="341145"/>
                  </a:moveTo>
                  <a:cubicBezTo>
                    <a:pt x="200003" y="353565"/>
                    <a:pt x="189928" y="363623"/>
                    <a:pt x="177525" y="363623"/>
                  </a:cubicBezTo>
                  <a:lnTo>
                    <a:pt x="88104" y="363623"/>
                  </a:lnTo>
                  <a:cubicBezTo>
                    <a:pt x="75701" y="363623"/>
                    <a:pt x="65627" y="353565"/>
                    <a:pt x="65627" y="341145"/>
                  </a:cubicBezTo>
                  <a:lnTo>
                    <a:pt x="65627" y="322059"/>
                  </a:lnTo>
                  <a:cubicBezTo>
                    <a:pt x="65627" y="309673"/>
                    <a:pt x="75701" y="299582"/>
                    <a:pt x="88104" y="299582"/>
                  </a:cubicBezTo>
                  <a:lnTo>
                    <a:pt x="177525" y="299582"/>
                  </a:lnTo>
                  <a:cubicBezTo>
                    <a:pt x="189928" y="299582"/>
                    <a:pt x="200003" y="309656"/>
                    <a:pt x="200003" y="322059"/>
                  </a:cubicBezTo>
                  <a:lnTo>
                    <a:pt x="200003" y="341145"/>
                  </a:lnTo>
                  <a:close/>
                  <a:moveTo>
                    <a:pt x="362053" y="459726"/>
                  </a:moveTo>
                  <a:cubicBezTo>
                    <a:pt x="362053" y="472146"/>
                    <a:pt x="351962" y="482203"/>
                    <a:pt x="339576" y="482203"/>
                  </a:cubicBezTo>
                  <a:lnTo>
                    <a:pt x="257259" y="482203"/>
                  </a:lnTo>
                  <a:cubicBezTo>
                    <a:pt x="244856" y="482203"/>
                    <a:pt x="234782" y="472146"/>
                    <a:pt x="234782" y="459726"/>
                  </a:cubicBezTo>
                  <a:lnTo>
                    <a:pt x="234782" y="436708"/>
                  </a:lnTo>
                  <a:cubicBezTo>
                    <a:pt x="234782" y="424305"/>
                    <a:pt x="244856" y="414231"/>
                    <a:pt x="257259" y="414231"/>
                  </a:cubicBezTo>
                  <a:lnTo>
                    <a:pt x="339576" y="414231"/>
                  </a:lnTo>
                  <a:cubicBezTo>
                    <a:pt x="351962" y="414231"/>
                    <a:pt x="362053" y="424305"/>
                    <a:pt x="362053" y="436708"/>
                  </a:cubicBezTo>
                  <a:lnTo>
                    <a:pt x="362053" y="459726"/>
                  </a:lnTo>
                  <a:close/>
                  <a:moveTo>
                    <a:pt x="362053" y="341145"/>
                  </a:moveTo>
                  <a:cubicBezTo>
                    <a:pt x="362053" y="353565"/>
                    <a:pt x="351962" y="363623"/>
                    <a:pt x="339576" y="363623"/>
                  </a:cubicBezTo>
                  <a:lnTo>
                    <a:pt x="257259" y="363623"/>
                  </a:lnTo>
                  <a:cubicBezTo>
                    <a:pt x="244856" y="363623"/>
                    <a:pt x="234782" y="353565"/>
                    <a:pt x="234782" y="341145"/>
                  </a:cubicBezTo>
                  <a:lnTo>
                    <a:pt x="234782" y="322059"/>
                  </a:lnTo>
                  <a:cubicBezTo>
                    <a:pt x="234782" y="309656"/>
                    <a:pt x="244856" y="299582"/>
                    <a:pt x="257259" y="299582"/>
                  </a:cubicBezTo>
                  <a:lnTo>
                    <a:pt x="339576" y="299582"/>
                  </a:lnTo>
                  <a:cubicBezTo>
                    <a:pt x="351962" y="299582"/>
                    <a:pt x="362053" y="309656"/>
                    <a:pt x="362053" y="322059"/>
                  </a:cubicBezTo>
                  <a:lnTo>
                    <a:pt x="362053" y="341145"/>
                  </a:lnTo>
                  <a:close/>
                  <a:moveTo>
                    <a:pt x="362053" y="224944"/>
                  </a:moveTo>
                  <a:cubicBezTo>
                    <a:pt x="362053" y="237347"/>
                    <a:pt x="351962" y="247421"/>
                    <a:pt x="339576" y="247421"/>
                  </a:cubicBezTo>
                  <a:lnTo>
                    <a:pt x="86535" y="247421"/>
                  </a:lnTo>
                  <a:cubicBezTo>
                    <a:pt x="74132" y="247421"/>
                    <a:pt x="64058" y="237364"/>
                    <a:pt x="64058" y="224944"/>
                  </a:cubicBezTo>
                  <a:lnTo>
                    <a:pt x="64058" y="91243"/>
                  </a:lnTo>
                  <a:cubicBezTo>
                    <a:pt x="64058" y="78840"/>
                    <a:pt x="74132" y="68766"/>
                    <a:pt x="86535" y="68766"/>
                  </a:cubicBezTo>
                  <a:lnTo>
                    <a:pt x="339576" y="68766"/>
                  </a:lnTo>
                  <a:cubicBezTo>
                    <a:pt x="351962" y="68766"/>
                    <a:pt x="362053" y="78823"/>
                    <a:pt x="362053" y="91243"/>
                  </a:cubicBezTo>
                  <a:lnTo>
                    <a:pt x="362053" y="22494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14750730" y="3384144"/>
              <a:ext cx="33750" cy="101250"/>
            </a:xfrm>
            <a:custGeom>
              <a:avLst/>
              <a:gdLst>
                <a:gd name="connsiteX0" fmla="*/ 24435 w 33750"/>
                <a:gd name="connsiteY0" fmla="*/ 22140 h 101250"/>
                <a:gd name="connsiteX1" fmla="*/ 25026 w 33750"/>
                <a:gd name="connsiteY1" fmla="*/ 22140 h 101250"/>
                <a:gd name="connsiteX2" fmla="*/ 25026 w 33750"/>
                <a:gd name="connsiteY2" fmla="*/ 106734 h 101250"/>
                <a:gd name="connsiteX3" fmla="*/ 48718 w 33750"/>
                <a:gd name="connsiteY3" fmla="*/ 106734 h 101250"/>
                <a:gd name="connsiteX4" fmla="*/ 48718 w 33750"/>
                <a:gd name="connsiteY4" fmla="*/ 0 h 101250"/>
                <a:gd name="connsiteX5" fmla="*/ 28215 w 33750"/>
                <a:gd name="connsiteY5" fmla="*/ 0 h 101250"/>
                <a:gd name="connsiteX6" fmla="*/ 0 w 33750"/>
                <a:gd name="connsiteY6" fmla="*/ 13264 h 101250"/>
                <a:gd name="connsiteX7" fmla="*/ 4117 w 33750"/>
                <a:gd name="connsiteY7" fmla="*/ 31911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50" h="101250">
                  <a:moveTo>
                    <a:pt x="24435" y="22140"/>
                  </a:moveTo>
                  <a:lnTo>
                    <a:pt x="25026" y="22140"/>
                  </a:lnTo>
                  <a:lnTo>
                    <a:pt x="25026" y="106734"/>
                  </a:lnTo>
                  <a:lnTo>
                    <a:pt x="48718" y="106734"/>
                  </a:lnTo>
                  <a:lnTo>
                    <a:pt x="48718" y="0"/>
                  </a:lnTo>
                  <a:lnTo>
                    <a:pt x="28215" y="0"/>
                  </a:lnTo>
                  <a:lnTo>
                    <a:pt x="0" y="13264"/>
                  </a:lnTo>
                  <a:lnTo>
                    <a:pt x="4117" y="3191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14813674" y="3403905"/>
              <a:ext cx="84375" cy="84375"/>
            </a:xfrm>
            <a:custGeom>
              <a:avLst/>
              <a:gdLst>
                <a:gd name="connsiteX0" fmla="*/ 34779 w 84375"/>
                <a:gd name="connsiteY0" fmla="*/ 86974 h 84375"/>
                <a:gd name="connsiteX1" fmla="*/ 50608 w 84375"/>
                <a:gd name="connsiteY1" fmla="*/ 86974 h 84375"/>
                <a:gd name="connsiteX2" fmla="*/ 50608 w 84375"/>
                <a:gd name="connsiteY2" fmla="*/ 51401 h 84375"/>
                <a:gd name="connsiteX3" fmla="*/ 84578 w 84375"/>
                <a:gd name="connsiteY3" fmla="*/ 51401 h 84375"/>
                <a:gd name="connsiteX4" fmla="*/ 84578 w 84375"/>
                <a:gd name="connsiteY4" fmla="*/ 35589 h 84375"/>
                <a:gd name="connsiteX5" fmla="*/ 50608 w 84375"/>
                <a:gd name="connsiteY5" fmla="*/ 35589 h 84375"/>
                <a:gd name="connsiteX6" fmla="*/ 50608 w 84375"/>
                <a:gd name="connsiteY6" fmla="*/ 0 h 84375"/>
                <a:gd name="connsiteX7" fmla="*/ 34779 w 84375"/>
                <a:gd name="connsiteY7" fmla="*/ 0 h 84375"/>
                <a:gd name="connsiteX8" fmla="*/ 34779 w 84375"/>
                <a:gd name="connsiteY8" fmla="*/ 35589 h 84375"/>
                <a:gd name="connsiteX9" fmla="*/ 0 w 84375"/>
                <a:gd name="connsiteY9" fmla="*/ 35589 h 84375"/>
                <a:gd name="connsiteX10" fmla="*/ 0 w 84375"/>
                <a:gd name="connsiteY10" fmla="*/ 51401 h 84375"/>
                <a:gd name="connsiteX11" fmla="*/ 34779 w 84375"/>
                <a:gd name="connsiteY11" fmla="*/ 51401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375" h="84375">
                  <a:moveTo>
                    <a:pt x="34779" y="86974"/>
                  </a:moveTo>
                  <a:lnTo>
                    <a:pt x="50608" y="86974"/>
                  </a:lnTo>
                  <a:lnTo>
                    <a:pt x="50608" y="51401"/>
                  </a:lnTo>
                  <a:lnTo>
                    <a:pt x="84578" y="51401"/>
                  </a:lnTo>
                  <a:lnTo>
                    <a:pt x="84578" y="35589"/>
                  </a:lnTo>
                  <a:lnTo>
                    <a:pt x="50608" y="35589"/>
                  </a:lnTo>
                  <a:lnTo>
                    <a:pt x="50608" y="0"/>
                  </a:lnTo>
                  <a:lnTo>
                    <a:pt x="34779" y="0"/>
                  </a:lnTo>
                  <a:lnTo>
                    <a:pt x="34779" y="35589"/>
                  </a:lnTo>
                  <a:lnTo>
                    <a:pt x="0" y="35589"/>
                  </a:lnTo>
                  <a:lnTo>
                    <a:pt x="0" y="51401"/>
                  </a:lnTo>
                  <a:lnTo>
                    <a:pt x="34779" y="5140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14898268" y="3382609"/>
              <a:ext cx="67500" cy="101250"/>
            </a:xfrm>
            <a:custGeom>
              <a:avLst/>
              <a:gdLst>
                <a:gd name="connsiteX0" fmla="*/ 31421 w 67500"/>
                <a:gd name="connsiteY0" fmla="*/ 20031 h 101250"/>
                <a:gd name="connsiteX1" fmla="*/ 48954 w 67500"/>
                <a:gd name="connsiteY1" fmla="*/ 35623 h 101250"/>
                <a:gd name="connsiteX2" fmla="*/ 13905 w 67500"/>
                <a:gd name="connsiteY2" fmla="*/ 80916 h 101250"/>
                <a:gd name="connsiteX3" fmla="*/ 0 w 67500"/>
                <a:gd name="connsiteY3" fmla="*/ 93403 h 101250"/>
                <a:gd name="connsiteX4" fmla="*/ 0 w 67500"/>
                <a:gd name="connsiteY4" fmla="*/ 108270 h 101250"/>
                <a:gd name="connsiteX5" fmla="*/ 75904 w 67500"/>
                <a:gd name="connsiteY5" fmla="*/ 108270 h 101250"/>
                <a:gd name="connsiteX6" fmla="*/ 75904 w 67500"/>
                <a:gd name="connsiteY6" fmla="*/ 87716 h 101250"/>
                <a:gd name="connsiteX7" fmla="*/ 35556 w 67500"/>
                <a:gd name="connsiteY7" fmla="*/ 87716 h 101250"/>
                <a:gd name="connsiteX8" fmla="*/ 35556 w 67500"/>
                <a:gd name="connsiteY8" fmla="*/ 87615 h 101250"/>
                <a:gd name="connsiteX9" fmla="*/ 45478 w 67500"/>
                <a:gd name="connsiteY9" fmla="*/ 79447 h 101250"/>
                <a:gd name="connsiteX10" fmla="*/ 73929 w 67500"/>
                <a:gd name="connsiteY10" fmla="*/ 33480 h 101250"/>
                <a:gd name="connsiteX11" fmla="*/ 36518 w 67500"/>
                <a:gd name="connsiteY11" fmla="*/ 0 h 101250"/>
                <a:gd name="connsiteX12" fmla="*/ 1553 w 67500"/>
                <a:gd name="connsiteY12" fmla="*/ 10986 h 101250"/>
                <a:gd name="connsiteX13" fmla="*/ 8623 w 67500"/>
                <a:gd name="connsiteY13" fmla="*/ 28890 h 101250"/>
                <a:gd name="connsiteX14" fmla="*/ 31421 w 67500"/>
                <a:gd name="connsiteY14" fmla="*/ 20031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7500" h="101250">
                  <a:moveTo>
                    <a:pt x="31421" y="20031"/>
                  </a:moveTo>
                  <a:cubicBezTo>
                    <a:pt x="43706" y="20031"/>
                    <a:pt x="48954" y="26932"/>
                    <a:pt x="48954" y="35623"/>
                  </a:cubicBezTo>
                  <a:cubicBezTo>
                    <a:pt x="48600" y="48077"/>
                    <a:pt x="37243" y="60058"/>
                    <a:pt x="13905" y="80916"/>
                  </a:cubicBezTo>
                  <a:lnTo>
                    <a:pt x="0" y="93403"/>
                  </a:lnTo>
                  <a:lnTo>
                    <a:pt x="0" y="108270"/>
                  </a:lnTo>
                  <a:lnTo>
                    <a:pt x="75904" y="108270"/>
                  </a:lnTo>
                  <a:lnTo>
                    <a:pt x="75904" y="87716"/>
                  </a:lnTo>
                  <a:lnTo>
                    <a:pt x="35556" y="87716"/>
                  </a:lnTo>
                  <a:lnTo>
                    <a:pt x="35556" y="87615"/>
                  </a:lnTo>
                  <a:lnTo>
                    <a:pt x="45478" y="79447"/>
                  </a:lnTo>
                  <a:cubicBezTo>
                    <a:pt x="60919" y="65661"/>
                    <a:pt x="73929" y="51368"/>
                    <a:pt x="73929" y="33480"/>
                  </a:cubicBezTo>
                  <a:cubicBezTo>
                    <a:pt x="73929" y="14107"/>
                    <a:pt x="60615" y="0"/>
                    <a:pt x="36518" y="0"/>
                  </a:cubicBezTo>
                  <a:cubicBezTo>
                    <a:pt x="22106" y="0"/>
                    <a:pt x="9551" y="4927"/>
                    <a:pt x="1553" y="10986"/>
                  </a:cubicBezTo>
                  <a:lnTo>
                    <a:pt x="8623" y="28890"/>
                  </a:lnTo>
                  <a:cubicBezTo>
                    <a:pt x="14158" y="24621"/>
                    <a:pt x="22208" y="20031"/>
                    <a:pt x="31421" y="2003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470959" y="3172556"/>
            <a:ext cx="523125" cy="523125"/>
            <a:chOff x="15665877" y="3280329"/>
            <a:chExt cx="523125" cy="523125"/>
          </a:xfrm>
          <a:solidFill>
            <a:schemeClr val="accent1"/>
          </a:solidFill>
        </p:grpSpPr>
        <p:sp>
          <p:nvSpPr>
            <p:cNvPr id="163" name="任意多边形: 形状 162"/>
            <p:cNvSpPr/>
            <p:nvPr/>
          </p:nvSpPr>
          <p:spPr>
            <a:xfrm>
              <a:off x="15665877" y="3280329"/>
              <a:ext cx="523125" cy="523125"/>
            </a:xfrm>
            <a:custGeom>
              <a:avLst/>
              <a:gdLst>
                <a:gd name="connsiteX0" fmla="*/ 527209 w 523125"/>
                <a:gd name="connsiteY0" fmla="*/ 83447 h 523125"/>
                <a:gd name="connsiteX1" fmla="*/ 490725 w 523125"/>
                <a:gd name="connsiteY1" fmla="*/ 46963 h 523125"/>
                <a:gd name="connsiteX2" fmla="*/ 429030 w 523125"/>
                <a:gd name="connsiteY2" fmla="*/ 46963 h 523125"/>
                <a:gd name="connsiteX3" fmla="*/ 429030 w 523125"/>
                <a:gd name="connsiteY3" fmla="*/ 14884 h 523125"/>
                <a:gd name="connsiteX4" fmla="*/ 414146 w 523125"/>
                <a:gd name="connsiteY4" fmla="*/ 0 h 523125"/>
                <a:gd name="connsiteX5" fmla="*/ 381999 w 523125"/>
                <a:gd name="connsiteY5" fmla="*/ 0 h 523125"/>
                <a:gd name="connsiteX6" fmla="*/ 367099 w 523125"/>
                <a:gd name="connsiteY6" fmla="*/ 14884 h 523125"/>
                <a:gd name="connsiteX7" fmla="*/ 367099 w 523125"/>
                <a:gd name="connsiteY7" fmla="*/ 46980 h 523125"/>
                <a:gd name="connsiteX8" fmla="*/ 162236 w 523125"/>
                <a:gd name="connsiteY8" fmla="*/ 46980 h 523125"/>
                <a:gd name="connsiteX9" fmla="*/ 162236 w 523125"/>
                <a:gd name="connsiteY9" fmla="*/ 14884 h 523125"/>
                <a:gd name="connsiteX10" fmla="*/ 147353 w 523125"/>
                <a:gd name="connsiteY10" fmla="*/ 0 h 523125"/>
                <a:gd name="connsiteX11" fmla="*/ 117349 w 523125"/>
                <a:gd name="connsiteY11" fmla="*/ 0 h 523125"/>
                <a:gd name="connsiteX12" fmla="*/ 102465 w 523125"/>
                <a:gd name="connsiteY12" fmla="*/ 14884 h 523125"/>
                <a:gd name="connsiteX13" fmla="*/ 102465 w 523125"/>
                <a:gd name="connsiteY13" fmla="*/ 46980 h 523125"/>
                <a:gd name="connsiteX14" fmla="*/ 36484 w 523125"/>
                <a:gd name="connsiteY14" fmla="*/ 46980 h 523125"/>
                <a:gd name="connsiteX15" fmla="*/ 0 w 523125"/>
                <a:gd name="connsiteY15" fmla="*/ 83464 h 523125"/>
                <a:gd name="connsiteX16" fmla="*/ 0 w 523125"/>
                <a:gd name="connsiteY16" fmla="*/ 213469 h 523125"/>
                <a:gd name="connsiteX17" fmla="*/ 19221 w 523125"/>
                <a:gd name="connsiteY17" fmla="*/ 213469 h 523125"/>
                <a:gd name="connsiteX18" fmla="*/ 19221 w 523125"/>
                <a:gd name="connsiteY18" fmla="*/ 496108 h 523125"/>
                <a:gd name="connsiteX19" fmla="*/ 56734 w 523125"/>
                <a:gd name="connsiteY19" fmla="*/ 533621 h 523125"/>
                <a:gd name="connsiteX20" fmla="*/ 468383 w 523125"/>
                <a:gd name="connsiteY20" fmla="*/ 533621 h 523125"/>
                <a:gd name="connsiteX21" fmla="*/ 505896 w 523125"/>
                <a:gd name="connsiteY21" fmla="*/ 496108 h 523125"/>
                <a:gd name="connsiteX22" fmla="*/ 505896 w 523125"/>
                <a:gd name="connsiteY22" fmla="*/ 213452 h 523125"/>
                <a:gd name="connsiteX23" fmla="*/ 527259 w 523125"/>
                <a:gd name="connsiteY23" fmla="*/ 213452 h 523125"/>
                <a:gd name="connsiteX24" fmla="*/ 527209 w 523125"/>
                <a:gd name="connsiteY24" fmla="*/ 83447 h 523125"/>
                <a:gd name="connsiteX25" fmla="*/ 527209 w 523125"/>
                <a:gd name="connsiteY25" fmla="*/ 83447 h 523125"/>
                <a:gd name="connsiteX26" fmla="*/ 446091 w 523125"/>
                <a:gd name="connsiteY26" fmla="*/ 434194 h 523125"/>
                <a:gd name="connsiteX27" fmla="*/ 408578 w 523125"/>
                <a:gd name="connsiteY27" fmla="*/ 471707 h 523125"/>
                <a:gd name="connsiteX28" fmla="*/ 118631 w 523125"/>
                <a:gd name="connsiteY28" fmla="*/ 471707 h 523125"/>
                <a:gd name="connsiteX29" fmla="*/ 81118 w 523125"/>
                <a:gd name="connsiteY29" fmla="*/ 434194 h 523125"/>
                <a:gd name="connsiteX30" fmla="*/ 81118 w 523125"/>
                <a:gd name="connsiteY30" fmla="*/ 213452 h 523125"/>
                <a:gd name="connsiteX31" fmla="*/ 446091 w 523125"/>
                <a:gd name="connsiteY31" fmla="*/ 213452 h 523125"/>
                <a:gd name="connsiteX32" fmla="*/ 446091 w 523125"/>
                <a:gd name="connsiteY32" fmla="*/ 434194 h 523125"/>
                <a:gd name="connsiteX33" fmla="*/ 446091 w 523125"/>
                <a:gd name="connsiteY33" fmla="*/ 434194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23125" h="523125">
                  <a:moveTo>
                    <a:pt x="527209" y="83447"/>
                  </a:moveTo>
                  <a:cubicBezTo>
                    <a:pt x="527209" y="63298"/>
                    <a:pt x="510874" y="46963"/>
                    <a:pt x="490725" y="46963"/>
                  </a:cubicBezTo>
                  <a:lnTo>
                    <a:pt x="429030" y="46963"/>
                  </a:lnTo>
                  <a:lnTo>
                    <a:pt x="429030" y="14884"/>
                  </a:lnTo>
                  <a:cubicBezTo>
                    <a:pt x="429030" y="6666"/>
                    <a:pt x="422364" y="0"/>
                    <a:pt x="414146" y="0"/>
                  </a:cubicBezTo>
                  <a:lnTo>
                    <a:pt x="381999" y="0"/>
                  </a:lnTo>
                  <a:cubicBezTo>
                    <a:pt x="373798" y="0"/>
                    <a:pt x="367099" y="6666"/>
                    <a:pt x="367099" y="14884"/>
                  </a:cubicBezTo>
                  <a:lnTo>
                    <a:pt x="367099" y="46980"/>
                  </a:lnTo>
                  <a:lnTo>
                    <a:pt x="162236" y="46980"/>
                  </a:lnTo>
                  <a:lnTo>
                    <a:pt x="162236" y="14884"/>
                  </a:lnTo>
                  <a:cubicBezTo>
                    <a:pt x="162236" y="6666"/>
                    <a:pt x="155571" y="0"/>
                    <a:pt x="147353" y="0"/>
                  </a:cubicBezTo>
                  <a:lnTo>
                    <a:pt x="117349" y="0"/>
                  </a:lnTo>
                  <a:cubicBezTo>
                    <a:pt x="109131" y="0"/>
                    <a:pt x="102465" y="6666"/>
                    <a:pt x="102465" y="14884"/>
                  </a:cubicBezTo>
                  <a:lnTo>
                    <a:pt x="102465" y="46980"/>
                  </a:lnTo>
                  <a:lnTo>
                    <a:pt x="36484" y="46980"/>
                  </a:lnTo>
                  <a:cubicBezTo>
                    <a:pt x="16335" y="46980"/>
                    <a:pt x="0" y="63315"/>
                    <a:pt x="0" y="83464"/>
                  </a:cubicBezTo>
                  <a:lnTo>
                    <a:pt x="0" y="213469"/>
                  </a:lnTo>
                  <a:lnTo>
                    <a:pt x="19221" y="213469"/>
                  </a:lnTo>
                  <a:lnTo>
                    <a:pt x="19221" y="496108"/>
                  </a:lnTo>
                  <a:cubicBezTo>
                    <a:pt x="19221" y="516831"/>
                    <a:pt x="36011" y="533621"/>
                    <a:pt x="56734" y="533621"/>
                  </a:cubicBezTo>
                  <a:lnTo>
                    <a:pt x="468383" y="533621"/>
                  </a:lnTo>
                  <a:cubicBezTo>
                    <a:pt x="489122" y="533621"/>
                    <a:pt x="505896" y="516831"/>
                    <a:pt x="505896" y="496108"/>
                  </a:cubicBezTo>
                  <a:lnTo>
                    <a:pt x="505896" y="213452"/>
                  </a:lnTo>
                  <a:lnTo>
                    <a:pt x="527259" y="213452"/>
                  </a:lnTo>
                  <a:lnTo>
                    <a:pt x="527209" y="83447"/>
                  </a:lnTo>
                  <a:lnTo>
                    <a:pt x="527209" y="83447"/>
                  </a:lnTo>
                  <a:close/>
                  <a:moveTo>
                    <a:pt x="446091" y="434194"/>
                  </a:moveTo>
                  <a:cubicBezTo>
                    <a:pt x="446091" y="454933"/>
                    <a:pt x="429317" y="471707"/>
                    <a:pt x="408578" y="471707"/>
                  </a:cubicBezTo>
                  <a:lnTo>
                    <a:pt x="118631" y="471707"/>
                  </a:lnTo>
                  <a:cubicBezTo>
                    <a:pt x="97909" y="471707"/>
                    <a:pt x="81118" y="454933"/>
                    <a:pt x="81118" y="434194"/>
                  </a:cubicBezTo>
                  <a:lnTo>
                    <a:pt x="81118" y="213452"/>
                  </a:lnTo>
                  <a:lnTo>
                    <a:pt x="446091" y="213452"/>
                  </a:lnTo>
                  <a:lnTo>
                    <a:pt x="446091" y="434194"/>
                  </a:lnTo>
                  <a:lnTo>
                    <a:pt x="446091" y="43419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15798228" y="3534315"/>
              <a:ext cx="50625" cy="50625"/>
            </a:xfrm>
            <a:custGeom>
              <a:avLst/>
              <a:gdLst>
                <a:gd name="connsiteX0" fmla="*/ 0 w 50625"/>
                <a:gd name="connsiteY0" fmla="*/ 0 h 50625"/>
                <a:gd name="connsiteX1" fmla="*/ 59754 w 50625"/>
                <a:gd name="connsiteY1" fmla="*/ 0 h 50625"/>
                <a:gd name="connsiteX2" fmla="*/ 59754 w 50625"/>
                <a:gd name="connsiteY2" fmla="*/ 61914 h 50625"/>
                <a:gd name="connsiteX3" fmla="*/ 0 w 50625"/>
                <a:gd name="connsiteY3" fmla="*/ 61914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50625">
                  <a:moveTo>
                    <a:pt x="0" y="0"/>
                  </a:moveTo>
                  <a:lnTo>
                    <a:pt x="59754" y="0"/>
                  </a:lnTo>
                  <a:lnTo>
                    <a:pt x="59754" y="61914"/>
                  </a:lnTo>
                  <a:lnTo>
                    <a:pt x="0" y="6191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15900676" y="3534315"/>
              <a:ext cx="50625" cy="50625"/>
            </a:xfrm>
            <a:custGeom>
              <a:avLst/>
              <a:gdLst>
                <a:gd name="connsiteX0" fmla="*/ 0 w 50625"/>
                <a:gd name="connsiteY0" fmla="*/ 0 h 50625"/>
                <a:gd name="connsiteX1" fmla="*/ 59754 w 50625"/>
                <a:gd name="connsiteY1" fmla="*/ 0 h 50625"/>
                <a:gd name="connsiteX2" fmla="*/ 59754 w 50625"/>
                <a:gd name="connsiteY2" fmla="*/ 61914 h 50625"/>
                <a:gd name="connsiteX3" fmla="*/ 0 w 50625"/>
                <a:gd name="connsiteY3" fmla="*/ 61914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50625">
                  <a:moveTo>
                    <a:pt x="0" y="0"/>
                  </a:moveTo>
                  <a:lnTo>
                    <a:pt x="59754" y="0"/>
                  </a:lnTo>
                  <a:lnTo>
                    <a:pt x="59754" y="61914"/>
                  </a:lnTo>
                  <a:lnTo>
                    <a:pt x="0" y="6191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16003107" y="3534315"/>
              <a:ext cx="50625" cy="50625"/>
            </a:xfrm>
            <a:custGeom>
              <a:avLst/>
              <a:gdLst>
                <a:gd name="connsiteX0" fmla="*/ 0 w 50625"/>
                <a:gd name="connsiteY0" fmla="*/ 0 h 50625"/>
                <a:gd name="connsiteX1" fmla="*/ 59771 w 50625"/>
                <a:gd name="connsiteY1" fmla="*/ 0 h 50625"/>
                <a:gd name="connsiteX2" fmla="*/ 59771 w 50625"/>
                <a:gd name="connsiteY2" fmla="*/ 61914 h 50625"/>
                <a:gd name="connsiteX3" fmla="*/ 0 w 50625"/>
                <a:gd name="connsiteY3" fmla="*/ 61914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50625">
                  <a:moveTo>
                    <a:pt x="0" y="0"/>
                  </a:moveTo>
                  <a:lnTo>
                    <a:pt x="59771" y="0"/>
                  </a:lnTo>
                  <a:lnTo>
                    <a:pt x="59771" y="61914"/>
                  </a:lnTo>
                  <a:lnTo>
                    <a:pt x="0" y="6191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15798228" y="3643176"/>
              <a:ext cx="50625" cy="50625"/>
            </a:xfrm>
            <a:custGeom>
              <a:avLst/>
              <a:gdLst>
                <a:gd name="connsiteX0" fmla="*/ 0 w 50625"/>
                <a:gd name="connsiteY0" fmla="*/ 0 h 50625"/>
                <a:gd name="connsiteX1" fmla="*/ 59754 w 50625"/>
                <a:gd name="connsiteY1" fmla="*/ 0 h 50625"/>
                <a:gd name="connsiteX2" fmla="*/ 59754 w 50625"/>
                <a:gd name="connsiteY2" fmla="*/ 61897 h 50625"/>
                <a:gd name="connsiteX3" fmla="*/ 0 w 50625"/>
                <a:gd name="connsiteY3" fmla="*/ 61897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50625">
                  <a:moveTo>
                    <a:pt x="0" y="0"/>
                  </a:moveTo>
                  <a:lnTo>
                    <a:pt x="59754" y="0"/>
                  </a:lnTo>
                  <a:lnTo>
                    <a:pt x="59754" y="61897"/>
                  </a:lnTo>
                  <a:lnTo>
                    <a:pt x="0" y="6189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15900676" y="3643176"/>
              <a:ext cx="50625" cy="50625"/>
            </a:xfrm>
            <a:custGeom>
              <a:avLst/>
              <a:gdLst>
                <a:gd name="connsiteX0" fmla="*/ 0 w 50625"/>
                <a:gd name="connsiteY0" fmla="*/ 0 h 50625"/>
                <a:gd name="connsiteX1" fmla="*/ 59754 w 50625"/>
                <a:gd name="connsiteY1" fmla="*/ 0 h 50625"/>
                <a:gd name="connsiteX2" fmla="*/ 59754 w 50625"/>
                <a:gd name="connsiteY2" fmla="*/ 61897 h 50625"/>
                <a:gd name="connsiteX3" fmla="*/ 0 w 50625"/>
                <a:gd name="connsiteY3" fmla="*/ 61897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50625">
                  <a:moveTo>
                    <a:pt x="0" y="0"/>
                  </a:moveTo>
                  <a:lnTo>
                    <a:pt x="59754" y="0"/>
                  </a:lnTo>
                  <a:lnTo>
                    <a:pt x="59754" y="61897"/>
                  </a:lnTo>
                  <a:lnTo>
                    <a:pt x="0" y="6189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16003107" y="3643176"/>
              <a:ext cx="50625" cy="50625"/>
            </a:xfrm>
            <a:custGeom>
              <a:avLst/>
              <a:gdLst>
                <a:gd name="connsiteX0" fmla="*/ 0 w 50625"/>
                <a:gd name="connsiteY0" fmla="*/ 0 h 50625"/>
                <a:gd name="connsiteX1" fmla="*/ 59771 w 50625"/>
                <a:gd name="connsiteY1" fmla="*/ 0 h 50625"/>
                <a:gd name="connsiteX2" fmla="*/ 59771 w 50625"/>
                <a:gd name="connsiteY2" fmla="*/ 61897 h 50625"/>
                <a:gd name="connsiteX3" fmla="*/ 0 w 50625"/>
                <a:gd name="connsiteY3" fmla="*/ 61897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50625">
                  <a:moveTo>
                    <a:pt x="0" y="0"/>
                  </a:moveTo>
                  <a:lnTo>
                    <a:pt x="59771" y="0"/>
                  </a:lnTo>
                  <a:lnTo>
                    <a:pt x="59771" y="61897"/>
                  </a:lnTo>
                  <a:lnTo>
                    <a:pt x="0" y="6189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8578825" y="3262272"/>
            <a:ext cx="521151" cy="343693"/>
            <a:chOff x="16747515" y="3356588"/>
            <a:chExt cx="521151" cy="343693"/>
          </a:xfrm>
          <a:solidFill>
            <a:schemeClr val="accent1"/>
          </a:solidFill>
        </p:grpSpPr>
        <p:sp>
          <p:nvSpPr>
            <p:cNvPr id="171" name="任意多边形: 形状 170"/>
            <p:cNvSpPr/>
            <p:nvPr/>
          </p:nvSpPr>
          <p:spPr>
            <a:xfrm>
              <a:off x="16800941" y="3419953"/>
              <a:ext cx="236250" cy="253125"/>
            </a:xfrm>
            <a:custGeom>
              <a:avLst/>
              <a:gdLst>
                <a:gd name="connsiteX0" fmla="*/ 182655 w 236250"/>
                <a:gd name="connsiteY0" fmla="*/ 91598 h 253125"/>
                <a:gd name="connsiteX1" fmla="*/ 240317 w 236250"/>
                <a:gd name="connsiteY1" fmla="*/ 91598 h 253125"/>
                <a:gd name="connsiteX2" fmla="*/ 240317 w 236250"/>
                <a:gd name="connsiteY2" fmla="*/ 71854 h 253125"/>
                <a:gd name="connsiteX3" fmla="*/ 181828 w 236250"/>
                <a:gd name="connsiteY3" fmla="*/ 71854 h 253125"/>
                <a:gd name="connsiteX4" fmla="*/ 181828 w 236250"/>
                <a:gd name="connsiteY4" fmla="*/ 88796 h 253125"/>
                <a:gd name="connsiteX5" fmla="*/ 154339 w 236250"/>
                <a:gd name="connsiteY5" fmla="*/ 0 h 253125"/>
                <a:gd name="connsiteX6" fmla="*/ 78317 w 236250"/>
                <a:gd name="connsiteY6" fmla="*/ 0 h 253125"/>
                <a:gd name="connsiteX7" fmla="*/ 0 w 236250"/>
                <a:gd name="connsiteY7" fmla="*/ 256399 h 253125"/>
                <a:gd name="connsiteX8" fmla="*/ 60075 w 236250"/>
                <a:gd name="connsiteY8" fmla="*/ 256399 h 253125"/>
                <a:gd name="connsiteX9" fmla="*/ 78317 w 236250"/>
                <a:gd name="connsiteY9" fmla="*/ 190907 h 253125"/>
                <a:gd name="connsiteX10" fmla="*/ 151689 w 236250"/>
                <a:gd name="connsiteY10" fmla="*/ 190907 h 253125"/>
                <a:gd name="connsiteX11" fmla="*/ 171433 w 236250"/>
                <a:gd name="connsiteY11" fmla="*/ 256399 h 253125"/>
                <a:gd name="connsiteX12" fmla="*/ 233786 w 236250"/>
                <a:gd name="connsiteY12" fmla="*/ 256399 h 253125"/>
                <a:gd name="connsiteX13" fmla="*/ 182655 w 236250"/>
                <a:gd name="connsiteY13" fmla="*/ 91598 h 253125"/>
                <a:gd name="connsiteX14" fmla="*/ 86670 w 236250"/>
                <a:gd name="connsiteY14" fmla="*/ 147251 h 253125"/>
                <a:gd name="connsiteX15" fmla="*/ 101891 w 236250"/>
                <a:gd name="connsiteY15" fmla="*/ 92998 h 253125"/>
                <a:gd name="connsiteX16" fmla="*/ 113653 w 236250"/>
                <a:gd name="connsiteY16" fmla="*/ 43723 h 253125"/>
                <a:gd name="connsiteX17" fmla="*/ 114413 w 236250"/>
                <a:gd name="connsiteY17" fmla="*/ 43723 h 253125"/>
                <a:gd name="connsiteX18" fmla="*/ 127356 w 236250"/>
                <a:gd name="connsiteY18" fmla="*/ 92998 h 253125"/>
                <a:gd name="connsiteX19" fmla="*/ 143319 w 236250"/>
                <a:gd name="connsiteY19" fmla="*/ 147251 h 253125"/>
                <a:gd name="connsiteX20" fmla="*/ 86670 w 236250"/>
                <a:gd name="connsiteY20" fmla="*/ 147251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6250" h="253125">
                  <a:moveTo>
                    <a:pt x="182655" y="91598"/>
                  </a:moveTo>
                  <a:lnTo>
                    <a:pt x="240317" y="91598"/>
                  </a:lnTo>
                  <a:lnTo>
                    <a:pt x="240317" y="71854"/>
                  </a:lnTo>
                  <a:lnTo>
                    <a:pt x="181828" y="71854"/>
                  </a:lnTo>
                  <a:lnTo>
                    <a:pt x="181828" y="88796"/>
                  </a:lnTo>
                  <a:lnTo>
                    <a:pt x="154339" y="0"/>
                  </a:lnTo>
                  <a:lnTo>
                    <a:pt x="78317" y="0"/>
                  </a:lnTo>
                  <a:lnTo>
                    <a:pt x="0" y="256399"/>
                  </a:lnTo>
                  <a:lnTo>
                    <a:pt x="60075" y="256399"/>
                  </a:lnTo>
                  <a:lnTo>
                    <a:pt x="78317" y="190907"/>
                  </a:lnTo>
                  <a:lnTo>
                    <a:pt x="151689" y="190907"/>
                  </a:lnTo>
                  <a:lnTo>
                    <a:pt x="171433" y="256399"/>
                  </a:lnTo>
                  <a:lnTo>
                    <a:pt x="233786" y="256399"/>
                  </a:lnTo>
                  <a:lnTo>
                    <a:pt x="182655" y="91598"/>
                  </a:lnTo>
                  <a:close/>
                  <a:moveTo>
                    <a:pt x="86670" y="147251"/>
                  </a:moveTo>
                  <a:lnTo>
                    <a:pt x="101891" y="92998"/>
                  </a:lnTo>
                  <a:cubicBezTo>
                    <a:pt x="106076" y="78182"/>
                    <a:pt x="109873" y="58506"/>
                    <a:pt x="113653" y="43723"/>
                  </a:cubicBezTo>
                  <a:lnTo>
                    <a:pt x="114413" y="43723"/>
                  </a:lnTo>
                  <a:cubicBezTo>
                    <a:pt x="118226" y="58506"/>
                    <a:pt x="122783" y="77794"/>
                    <a:pt x="127356" y="92998"/>
                  </a:cubicBezTo>
                  <a:lnTo>
                    <a:pt x="143319" y="147251"/>
                  </a:lnTo>
                  <a:lnTo>
                    <a:pt x="86670" y="14725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17035892" y="3486323"/>
              <a:ext cx="168750" cy="185625"/>
            </a:xfrm>
            <a:custGeom>
              <a:avLst/>
              <a:gdLst>
                <a:gd name="connsiteX0" fmla="*/ 167349 w 168750"/>
                <a:gd name="connsiteY0" fmla="*/ 80123 h 185625"/>
                <a:gd name="connsiteX1" fmla="*/ 122985 w 168750"/>
                <a:gd name="connsiteY1" fmla="*/ 5704 h 185625"/>
                <a:gd name="connsiteX2" fmla="*/ 122985 w 168750"/>
                <a:gd name="connsiteY2" fmla="*/ 5484 h 185625"/>
                <a:gd name="connsiteX3" fmla="*/ 121939 w 168750"/>
                <a:gd name="connsiteY3" fmla="*/ 5484 h 185625"/>
                <a:gd name="connsiteX4" fmla="*/ 85658 w 168750"/>
                <a:gd name="connsiteY4" fmla="*/ 0 h 185625"/>
                <a:gd name="connsiteX5" fmla="*/ 13483 w 168750"/>
                <a:gd name="connsiteY5" fmla="*/ 16301 h 185625"/>
                <a:gd name="connsiteX6" fmla="*/ 24098 w 168750"/>
                <a:gd name="connsiteY6" fmla="*/ 53544 h 185625"/>
                <a:gd name="connsiteX7" fmla="*/ 75246 w 168750"/>
                <a:gd name="connsiteY7" fmla="*/ 39471 h 185625"/>
                <a:gd name="connsiteX8" fmla="*/ 108928 w 168750"/>
                <a:gd name="connsiteY8" fmla="*/ 63416 h 185625"/>
                <a:gd name="connsiteX9" fmla="*/ 108928 w 168750"/>
                <a:gd name="connsiteY9" fmla="*/ 66049 h 185625"/>
                <a:gd name="connsiteX10" fmla="*/ 0 w 168750"/>
                <a:gd name="connsiteY10" fmla="*/ 137177 h 185625"/>
                <a:gd name="connsiteX11" fmla="*/ 60109 w 168750"/>
                <a:gd name="connsiteY11" fmla="*/ 194012 h 185625"/>
                <a:gd name="connsiteX12" fmla="*/ 113400 w 168750"/>
                <a:gd name="connsiteY12" fmla="*/ 171062 h 185625"/>
                <a:gd name="connsiteX13" fmla="*/ 114548 w 168750"/>
                <a:gd name="connsiteY13" fmla="*/ 171062 h 185625"/>
                <a:gd name="connsiteX14" fmla="*/ 117973 w 168750"/>
                <a:gd name="connsiteY14" fmla="*/ 190046 h 185625"/>
                <a:gd name="connsiteX15" fmla="*/ 170049 w 168750"/>
                <a:gd name="connsiteY15" fmla="*/ 190046 h 185625"/>
                <a:gd name="connsiteX16" fmla="*/ 167349 w 168750"/>
                <a:gd name="connsiteY16" fmla="*/ 144754 h 185625"/>
                <a:gd name="connsiteX17" fmla="*/ 167349 w 168750"/>
                <a:gd name="connsiteY17" fmla="*/ 80123 h 185625"/>
                <a:gd name="connsiteX18" fmla="*/ 167349 w 168750"/>
                <a:gd name="connsiteY18" fmla="*/ 80123 h 185625"/>
                <a:gd name="connsiteX19" fmla="*/ 110987 w 168750"/>
                <a:gd name="connsiteY19" fmla="*/ 122327 h 185625"/>
                <a:gd name="connsiteX20" fmla="*/ 109907 w 168750"/>
                <a:gd name="connsiteY20" fmla="*/ 132199 h 185625"/>
                <a:gd name="connsiteX21" fmla="*/ 79920 w 168750"/>
                <a:gd name="connsiteY21" fmla="*/ 153495 h 185625"/>
                <a:gd name="connsiteX22" fmla="*/ 57071 w 168750"/>
                <a:gd name="connsiteY22" fmla="*/ 131439 h 185625"/>
                <a:gd name="connsiteX23" fmla="*/ 110987 w 168750"/>
                <a:gd name="connsiteY23" fmla="*/ 102178 h 185625"/>
                <a:gd name="connsiteX24" fmla="*/ 110987 w 168750"/>
                <a:gd name="connsiteY24" fmla="*/ 122327 h 185625"/>
                <a:gd name="connsiteX25" fmla="*/ 110987 w 168750"/>
                <a:gd name="connsiteY25" fmla="*/ 122327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8750" h="185625">
                  <a:moveTo>
                    <a:pt x="167349" y="80123"/>
                  </a:moveTo>
                  <a:cubicBezTo>
                    <a:pt x="167349" y="46811"/>
                    <a:pt x="155874" y="17668"/>
                    <a:pt x="122985" y="5704"/>
                  </a:cubicBezTo>
                  <a:lnTo>
                    <a:pt x="122985" y="5484"/>
                  </a:lnTo>
                  <a:lnTo>
                    <a:pt x="121939" y="5484"/>
                  </a:lnTo>
                  <a:cubicBezTo>
                    <a:pt x="111881" y="1991"/>
                    <a:pt x="99883" y="0"/>
                    <a:pt x="85658" y="0"/>
                  </a:cubicBezTo>
                  <a:cubicBezTo>
                    <a:pt x="51840" y="0"/>
                    <a:pt x="26359" y="9062"/>
                    <a:pt x="13483" y="16301"/>
                  </a:cubicBezTo>
                  <a:lnTo>
                    <a:pt x="24098" y="53544"/>
                  </a:lnTo>
                  <a:cubicBezTo>
                    <a:pt x="36298" y="45934"/>
                    <a:pt x="56261" y="39471"/>
                    <a:pt x="75246" y="39471"/>
                  </a:cubicBezTo>
                  <a:cubicBezTo>
                    <a:pt x="103781" y="39471"/>
                    <a:pt x="108928" y="53528"/>
                    <a:pt x="108928" y="63416"/>
                  </a:cubicBezTo>
                  <a:lnTo>
                    <a:pt x="108928" y="66049"/>
                  </a:lnTo>
                  <a:cubicBezTo>
                    <a:pt x="43403" y="65694"/>
                    <a:pt x="0" y="88864"/>
                    <a:pt x="0" y="137177"/>
                  </a:cubicBezTo>
                  <a:cubicBezTo>
                    <a:pt x="0" y="166809"/>
                    <a:pt x="22478" y="194012"/>
                    <a:pt x="60109" y="194012"/>
                  </a:cubicBezTo>
                  <a:cubicBezTo>
                    <a:pt x="82164" y="194012"/>
                    <a:pt x="101250" y="186553"/>
                    <a:pt x="113400" y="171062"/>
                  </a:cubicBezTo>
                  <a:lnTo>
                    <a:pt x="114548" y="171062"/>
                  </a:lnTo>
                  <a:lnTo>
                    <a:pt x="117973" y="190046"/>
                  </a:lnTo>
                  <a:lnTo>
                    <a:pt x="170049" y="190046"/>
                  </a:lnTo>
                  <a:cubicBezTo>
                    <a:pt x="168159" y="179499"/>
                    <a:pt x="167349" y="162624"/>
                    <a:pt x="167349" y="144754"/>
                  </a:cubicBezTo>
                  <a:lnTo>
                    <a:pt x="167349" y="80123"/>
                  </a:lnTo>
                  <a:lnTo>
                    <a:pt x="167349" y="80123"/>
                  </a:lnTo>
                  <a:close/>
                  <a:moveTo>
                    <a:pt x="110987" y="122327"/>
                  </a:moveTo>
                  <a:cubicBezTo>
                    <a:pt x="110987" y="125736"/>
                    <a:pt x="110649" y="129161"/>
                    <a:pt x="109907" y="132199"/>
                  </a:cubicBezTo>
                  <a:cubicBezTo>
                    <a:pt x="106076" y="143977"/>
                    <a:pt x="94348" y="153495"/>
                    <a:pt x="79920" y="153495"/>
                  </a:cubicBezTo>
                  <a:cubicBezTo>
                    <a:pt x="66977" y="153495"/>
                    <a:pt x="57071" y="146273"/>
                    <a:pt x="57071" y="131439"/>
                  </a:cubicBezTo>
                  <a:cubicBezTo>
                    <a:pt x="57071" y="109029"/>
                    <a:pt x="80696" y="101773"/>
                    <a:pt x="110987" y="102178"/>
                  </a:cubicBezTo>
                  <a:lnTo>
                    <a:pt x="110987" y="122327"/>
                  </a:lnTo>
                  <a:lnTo>
                    <a:pt x="110987" y="12232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16865151" y="3356588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72 w 50625"/>
                <a:gd name="connsiteY1" fmla="*/ 0 h 16875"/>
                <a:gd name="connsiteX2" fmla="*/ 58472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72" y="0"/>
                  </a:lnTo>
                  <a:lnTo>
                    <a:pt x="58472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16747515" y="3356588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55 w 50625"/>
                <a:gd name="connsiteY1" fmla="*/ 0 h 16875"/>
                <a:gd name="connsiteX2" fmla="*/ 58455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55" y="0"/>
                  </a:lnTo>
                  <a:lnTo>
                    <a:pt x="58455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17100422" y="3356588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72 w 50625"/>
                <a:gd name="connsiteY1" fmla="*/ 0 h 16875"/>
                <a:gd name="connsiteX2" fmla="*/ 58472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72" y="0"/>
                  </a:lnTo>
                  <a:lnTo>
                    <a:pt x="58472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16982769" y="3356588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89 w 50625"/>
                <a:gd name="connsiteY1" fmla="*/ 0 h 16875"/>
                <a:gd name="connsiteX2" fmla="*/ 58489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89" y="0"/>
                  </a:lnTo>
                  <a:lnTo>
                    <a:pt x="58489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17218041" y="3356588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55 w 50625"/>
                <a:gd name="connsiteY1" fmla="*/ 0 h 16875"/>
                <a:gd name="connsiteX2" fmla="*/ 58455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55" y="0"/>
                  </a:lnTo>
                  <a:lnTo>
                    <a:pt x="58455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16747515" y="3683406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55 w 50625"/>
                <a:gd name="connsiteY1" fmla="*/ 0 h 16875"/>
                <a:gd name="connsiteX2" fmla="*/ 58455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55" y="0"/>
                  </a:lnTo>
                  <a:lnTo>
                    <a:pt x="58455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17218041" y="3683406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55 w 50625"/>
                <a:gd name="connsiteY1" fmla="*/ 0 h 16875"/>
                <a:gd name="connsiteX2" fmla="*/ 58455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55" y="0"/>
                  </a:lnTo>
                  <a:lnTo>
                    <a:pt x="58455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16982769" y="3683406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89 w 50625"/>
                <a:gd name="connsiteY1" fmla="*/ 0 h 16875"/>
                <a:gd name="connsiteX2" fmla="*/ 58489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89" y="0"/>
                  </a:lnTo>
                  <a:lnTo>
                    <a:pt x="58489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16865151" y="3683406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72 w 50625"/>
                <a:gd name="connsiteY1" fmla="*/ 0 h 16875"/>
                <a:gd name="connsiteX2" fmla="*/ 58472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72" y="0"/>
                  </a:lnTo>
                  <a:lnTo>
                    <a:pt x="58472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17100422" y="3683406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72 w 50625"/>
                <a:gd name="connsiteY1" fmla="*/ 0 h 16875"/>
                <a:gd name="connsiteX2" fmla="*/ 58472 w 50625"/>
                <a:gd name="connsiteY2" fmla="*/ 19710 h 16875"/>
                <a:gd name="connsiteX3" fmla="*/ 0 w 50625"/>
                <a:gd name="connsiteY3" fmla="*/ 1971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72" y="0"/>
                  </a:lnTo>
                  <a:lnTo>
                    <a:pt x="58472" y="19710"/>
                  </a:lnTo>
                  <a:lnTo>
                    <a:pt x="0" y="1971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16747515" y="3491807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55 w 50625"/>
                <a:gd name="connsiteY1" fmla="*/ 0 h 16875"/>
                <a:gd name="connsiteX2" fmla="*/ 58455 w 50625"/>
                <a:gd name="connsiteY2" fmla="*/ 19727 h 16875"/>
                <a:gd name="connsiteX3" fmla="*/ 0 w 50625"/>
                <a:gd name="connsiteY3" fmla="*/ 19727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55" y="0"/>
                  </a:lnTo>
                  <a:lnTo>
                    <a:pt x="58455" y="19727"/>
                  </a:lnTo>
                  <a:lnTo>
                    <a:pt x="0" y="1972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17218041" y="3491807"/>
              <a:ext cx="50625" cy="16875"/>
            </a:xfrm>
            <a:custGeom>
              <a:avLst/>
              <a:gdLst>
                <a:gd name="connsiteX0" fmla="*/ 0 w 50625"/>
                <a:gd name="connsiteY0" fmla="*/ 0 h 16875"/>
                <a:gd name="connsiteX1" fmla="*/ 58455 w 50625"/>
                <a:gd name="connsiteY1" fmla="*/ 0 h 16875"/>
                <a:gd name="connsiteX2" fmla="*/ 58455 w 50625"/>
                <a:gd name="connsiteY2" fmla="*/ 19727 h 16875"/>
                <a:gd name="connsiteX3" fmla="*/ 0 w 50625"/>
                <a:gd name="connsiteY3" fmla="*/ 19727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5" h="16875">
                  <a:moveTo>
                    <a:pt x="0" y="0"/>
                  </a:moveTo>
                  <a:lnTo>
                    <a:pt x="58455" y="0"/>
                  </a:lnTo>
                  <a:lnTo>
                    <a:pt x="58455" y="19727"/>
                  </a:lnTo>
                  <a:lnTo>
                    <a:pt x="0" y="1972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85" name="图形 143"/>
          <p:cNvSpPr/>
          <p:nvPr/>
        </p:nvSpPr>
        <p:spPr>
          <a:xfrm>
            <a:off x="10706989" y="3172556"/>
            <a:ext cx="506250" cy="523125"/>
          </a:xfrm>
          <a:custGeom>
            <a:avLst/>
            <a:gdLst>
              <a:gd name="connsiteX0" fmla="*/ 464805 w 506250"/>
              <a:gd name="connsiteY0" fmla="*/ 0 h 523125"/>
              <a:gd name="connsiteX1" fmla="*/ 106971 w 506250"/>
              <a:gd name="connsiteY1" fmla="*/ 0 h 523125"/>
              <a:gd name="connsiteX2" fmla="*/ 56464 w 506250"/>
              <a:gd name="connsiteY2" fmla="*/ 50237 h 523125"/>
              <a:gd name="connsiteX3" fmla="*/ 56464 w 506250"/>
              <a:gd name="connsiteY3" fmla="*/ 55181 h 523125"/>
              <a:gd name="connsiteX4" fmla="*/ 22343 w 506250"/>
              <a:gd name="connsiteY4" fmla="*/ 55181 h 523125"/>
              <a:gd name="connsiteX5" fmla="*/ 0 w 506250"/>
              <a:gd name="connsiteY5" fmla="*/ 77254 h 523125"/>
              <a:gd name="connsiteX6" fmla="*/ 186 w 506250"/>
              <a:gd name="connsiteY6" fmla="*/ 80190 h 523125"/>
              <a:gd name="connsiteX7" fmla="*/ 22343 w 506250"/>
              <a:gd name="connsiteY7" fmla="*/ 99900 h 523125"/>
              <a:gd name="connsiteX8" fmla="*/ 90923 w 506250"/>
              <a:gd name="connsiteY8" fmla="*/ 99900 h 523125"/>
              <a:gd name="connsiteX9" fmla="*/ 107561 w 506250"/>
              <a:gd name="connsiteY9" fmla="*/ 92154 h 523125"/>
              <a:gd name="connsiteX10" fmla="*/ 107578 w 506250"/>
              <a:gd name="connsiteY10" fmla="*/ 92104 h 523125"/>
              <a:gd name="connsiteX11" fmla="*/ 107764 w 506250"/>
              <a:gd name="connsiteY11" fmla="*/ 94365 h 523125"/>
              <a:gd name="connsiteX12" fmla="*/ 85421 w 506250"/>
              <a:gd name="connsiteY12" fmla="*/ 116319 h 523125"/>
              <a:gd name="connsiteX13" fmla="*/ 56464 w 506250"/>
              <a:gd name="connsiteY13" fmla="*/ 116319 h 523125"/>
              <a:gd name="connsiteX14" fmla="*/ 56464 w 506250"/>
              <a:gd name="connsiteY14" fmla="*/ 149141 h 523125"/>
              <a:gd name="connsiteX15" fmla="*/ 22343 w 506250"/>
              <a:gd name="connsiteY15" fmla="*/ 149141 h 523125"/>
              <a:gd name="connsiteX16" fmla="*/ 0 w 506250"/>
              <a:gd name="connsiteY16" fmla="*/ 171129 h 523125"/>
              <a:gd name="connsiteX17" fmla="*/ 186 w 506250"/>
              <a:gd name="connsiteY17" fmla="*/ 174116 h 523125"/>
              <a:gd name="connsiteX18" fmla="*/ 22343 w 506250"/>
              <a:gd name="connsiteY18" fmla="*/ 193877 h 523125"/>
              <a:gd name="connsiteX19" fmla="*/ 90923 w 506250"/>
              <a:gd name="connsiteY19" fmla="*/ 193877 h 523125"/>
              <a:gd name="connsiteX20" fmla="*/ 107561 w 506250"/>
              <a:gd name="connsiteY20" fmla="*/ 186047 h 523125"/>
              <a:gd name="connsiteX21" fmla="*/ 107578 w 506250"/>
              <a:gd name="connsiteY21" fmla="*/ 185996 h 523125"/>
              <a:gd name="connsiteX22" fmla="*/ 107747 w 506250"/>
              <a:gd name="connsiteY22" fmla="*/ 188258 h 523125"/>
              <a:gd name="connsiteX23" fmla="*/ 85404 w 506250"/>
              <a:gd name="connsiteY23" fmla="*/ 210263 h 523125"/>
              <a:gd name="connsiteX24" fmla="*/ 56464 w 506250"/>
              <a:gd name="connsiteY24" fmla="*/ 210263 h 523125"/>
              <a:gd name="connsiteX25" fmla="*/ 56464 w 506250"/>
              <a:gd name="connsiteY25" fmla="*/ 241583 h 523125"/>
              <a:gd name="connsiteX26" fmla="*/ 22343 w 506250"/>
              <a:gd name="connsiteY26" fmla="*/ 241583 h 523125"/>
              <a:gd name="connsiteX27" fmla="*/ 0 w 506250"/>
              <a:gd name="connsiteY27" fmla="*/ 264279 h 523125"/>
              <a:gd name="connsiteX28" fmla="*/ 186 w 506250"/>
              <a:gd name="connsiteY28" fmla="*/ 266912 h 523125"/>
              <a:gd name="connsiteX29" fmla="*/ 22343 w 506250"/>
              <a:gd name="connsiteY29" fmla="*/ 286318 h 523125"/>
              <a:gd name="connsiteX30" fmla="*/ 90923 w 506250"/>
              <a:gd name="connsiteY30" fmla="*/ 286318 h 523125"/>
              <a:gd name="connsiteX31" fmla="*/ 107561 w 506250"/>
              <a:gd name="connsiteY31" fmla="*/ 279298 h 523125"/>
              <a:gd name="connsiteX32" fmla="*/ 107747 w 506250"/>
              <a:gd name="connsiteY32" fmla="*/ 281964 h 523125"/>
              <a:gd name="connsiteX33" fmla="*/ 85404 w 506250"/>
              <a:gd name="connsiteY33" fmla="*/ 304155 h 523125"/>
              <a:gd name="connsiteX34" fmla="*/ 56464 w 506250"/>
              <a:gd name="connsiteY34" fmla="*/ 304155 h 523125"/>
              <a:gd name="connsiteX35" fmla="*/ 56464 w 506250"/>
              <a:gd name="connsiteY35" fmla="*/ 335441 h 523125"/>
              <a:gd name="connsiteX36" fmla="*/ 22343 w 506250"/>
              <a:gd name="connsiteY36" fmla="*/ 335441 h 523125"/>
              <a:gd name="connsiteX37" fmla="*/ 0 w 506250"/>
              <a:gd name="connsiteY37" fmla="*/ 358088 h 523125"/>
              <a:gd name="connsiteX38" fmla="*/ 186 w 506250"/>
              <a:gd name="connsiteY38" fmla="*/ 360754 h 523125"/>
              <a:gd name="connsiteX39" fmla="*/ 22343 w 506250"/>
              <a:gd name="connsiteY39" fmla="*/ 380143 h 523125"/>
              <a:gd name="connsiteX40" fmla="*/ 90923 w 506250"/>
              <a:gd name="connsiteY40" fmla="*/ 380143 h 523125"/>
              <a:gd name="connsiteX41" fmla="*/ 107561 w 506250"/>
              <a:gd name="connsiteY41" fmla="*/ 373089 h 523125"/>
              <a:gd name="connsiteX42" fmla="*/ 107747 w 506250"/>
              <a:gd name="connsiteY42" fmla="*/ 375806 h 523125"/>
              <a:gd name="connsiteX43" fmla="*/ 85404 w 506250"/>
              <a:gd name="connsiteY43" fmla="*/ 398048 h 523125"/>
              <a:gd name="connsiteX44" fmla="*/ 56464 w 506250"/>
              <a:gd name="connsiteY44" fmla="*/ 398048 h 523125"/>
              <a:gd name="connsiteX45" fmla="*/ 56464 w 506250"/>
              <a:gd name="connsiteY45" fmla="*/ 429334 h 523125"/>
              <a:gd name="connsiteX46" fmla="*/ 22343 w 506250"/>
              <a:gd name="connsiteY46" fmla="*/ 429334 h 523125"/>
              <a:gd name="connsiteX47" fmla="*/ 0 w 506250"/>
              <a:gd name="connsiteY47" fmla="*/ 451913 h 523125"/>
              <a:gd name="connsiteX48" fmla="*/ 186 w 506250"/>
              <a:gd name="connsiteY48" fmla="*/ 454579 h 523125"/>
              <a:gd name="connsiteX49" fmla="*/ 22343 w 506250"/>
              <a:gd name="connsiteY49" fmla="*/ 474036 h 523125"/>
              <a:gd name="connsiteX50" fmla="*/ 90923 w 506250"/>
              <a:gd name="connsiteY50" fmla="*/ 474036 h 523125"/>
              <a:gd name="connsiteX51" fmla="*/ 107561 w 506250"/>
              <a:gd name="connsiteY51" fmla="*/ 466847 h 523125"/>
              <a:gd name="connsiteX52" fmla="*/ 107747 w 506250"/>
              <a:gd name="connsiteY52" fmla="*/ 469614 h 523125"/>
              <a:gd name="connsiteX53" fmla="*/ 85404 w 506250"/>
              <a:gd name="connsiteY53" fmla="*/ 491906 h 523125"/>
              <a:gd name="connsiteX54" fmla="*/ 57578 w 506250"/>
              <a:gd name="connsiteY54" fmla="*/ 491906 h 523125"/>
              <a:gd name="connsiteX55" fmla="*/ 109063 w 506250"/>
              <a:gd name="connsiteY55" fmla="*/ 536608 h 523125"/>
              <a:gd name="connsiteX56" fmla="*/ 464805 w 506250"/>
              <a:gd name="connsiteY56" fmla="*/ 536608 h 523125"/>
              <a:gd name="connsiteX57" fmla="*/ 517202 w 506250"/>
              <a:gd name="connsiteY57" fmla="*/ 484245 h 523125"/>
              <a:gd name="connsiteX58" fmla="*/ 517202 w 506250"/>
              <a:gd name="connsiteY58" fmla="*/ 52245 h 523125"/>
              <a:gd name="connsiteX59" fmla="*/ 464805 w 506250"/>
              <a:gd name="connsiteY59" fmla="*/ 0 h 523125"/>
              <a:gd name="connsiteX60" fmla="*/ 397929 w 506250"/>
              <a:gd name="connsiteY60" fmla="*/ 268397 h 523125"/>
              <a:gd name="connsiteX61" fmla="*/ 175753 w 506250"/>
              <a:gd name="connsiteY61" fmla="*/ 268397 h 523125"/>
              <a:gd name="connsiteX62" fmla="*/ 175753 w 506250"/>
              <a:gd name="connsiteY62" fmla="*/ 111814 h 523125"/>
              <a:gd name="connsiteX63" fmla="*/ 397929 w 506250"/>
              <a:gd name="connsiteY63" fmla="*/ 111814 h 523125"/>
              <a:gd name="connsiteX64" fmla="*/ 397929 w 506250"/>
              <a:gd name="connsiteY64" fmla="*/ 268397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6250" h="523125">
                <a:moveTo>
                  <a:pt x="464805" y="0"/>
                </a:moveTo>
                <a:lnTo>
                  <a:pt x="106971" y="0"/>
                </a:lnTo>
                <a:cubicBezTo>
                  <a:pt x="79363" y="0"/>
                  <a:pt x="56464" y="22646"/>
                  <a:pt x="56464" y="50237"/>
                </a:cubicBezTo>
                <a:lnTo>
                  <a:pt x="56464" y="55181"/>
                </a:lnTo>
                <a:lnTo>
                  <a:pt x="22343" y="55181"/>
                </a:lnTo>
                <a:cubicBezTo>
                  <a:pt x="10007" y="55181"/>
                  <a:pt x="0" y="64901"/>
                  <a:pt x="0" y="77254"/>
                </a:cubicBezTo>
                <a:cubicBezTo>
                  <a:pt x="0" y="78233"/>
                  <a:pt x="68" y="79313"/>
                  <a:pt x="186" y="80190"/>
                </a:cubicBezTo>
                <a:cubicBezTo>
                  <a:pt x="1553" y="91193"/>
                  <a:pt x="10935" y="99900"/>
                  <a:pt x="22343" y="99900"/>
                </a:cubicBezTo>
                <a:lnTo>
                  <a:pt x="90923" y="99900"/>
                </a:lnTo>
                <a:cubicBezTo>
                  <a:pt x="97538" y="99900"/>
                  <a:pt x="103461" y="96728"/>
                  <a:pt x="107561" y="92154"/>
                </a:cubicBezTo>
                <a:lnTo>
                  <a:pt x="107578" y="92104"/>
                </a:lnTo>
                <a:cubicBezTo>
                  <a:pt x="107679" y="92964"/>
                  <a:pt x="107764" y="93488"/>
                  <a:pt x="107764" y="94365"/>
                </a:cubicBezTo>
                <a:cubicBezTo>
                  <a:pt x="107764" y="106701"/>
                  <a:pt x="97757" y="116319"/>
                  <a:pt x="85421" y="116319"/>
                </a:cubicBezTo>
                <a:lnTo>
                  <a:pt x="56464" y="116319"/>
                </a:lnTo>
                <a:lnTo>
                  <a:pt x="56464" y="149141"/>
                </a:lnTo>
                <a:lnTo>
                  <a:pt x="22343" y="149141"/>
                </a:lnTo>
                <a:cubicBezTo>
                  <a:pt x="10007" y="149141"/>
                  <a:pt x="0" y="158777"/>
                  <a:pt x="0" y="171129"/>
                </a:cubicBezTo>
                <a:cubicBezTo>
                  <a:pt x="0" y="172091"/>
                  <a:pt x="68" y="173188"/>
                  <a:pt x="186" y="174116"/>
                </a:cubicBezTo>
                <a:cubicBezTo>
                  <a:pt x="1553" y="185136"/>
                  <a:pt x="10935" y="193877"/>
                  <a:pt x="22343" y="193877"/>
                </a:cubicBezTo>
                <a:lnTo>
                  <a:pt x="90923" y="193877"/>
                </a:lnTo>
                <a:cubicBezTo>
                  <a:pt x="97538" y="193877"/>
                  <a:pt x="103461" y="190620"/>
                  <a:pt x="107561" y="186047"/>
                </a:cubicBezTo>
                <a:cubicBezTo>
                  <a:pt x="107578" y="186030"/>
                  <a:pt x="107578" y="186030"/>
                  <a:pt x="107578" y="185996"/>
                </a:cubicBezTo>
                <a:cubicBezTo>
                  <a:pt x="107679" y="186806"/>
                  <a:pt x="107747" y="187363"/>
                  <a:pt x="107747" y="188258"/>
                </a:cubicBezTo>
                <a:cubicBezTo>
                  <a:pt x="107747" y="200610"/>
                  <a:pt x="97740" y="210263"/>
                  <a:pt x="85404" y="210263"/>
                </a:cubicBezTo>
                <a:lnTo>
                  <a:pt x="56464" y="210263"/>
                </a:lnTo>
                <a:lnTo>
                  <a:pt x="56464" y="241583"/>
                </a:lnTo>
                <a:lnTo>
                  <a:pt x="22343" y="241583"/>
                </a:lnTo>
                <a:cubicBezTo>
                  <a:pt x="10007" y="241583"/>
                  <a:pt x="0" y="251910"/>
                  <a:pt x="0" y="264279"/>
                </a:cubicBezTo>
                <a:cubicBezTo>
                  <a:pt x="0" y="265208"/>
                  <a:pt x="68" y="266001"/>
                  <a:pt x="186" y="266912"/>
                </a:cubicBezTo>
                <a:cubicBezTo>
                  <a:pt x="1553" y="277914"/>
                  <a:pt x="10935" y="286318"/>
                  <a:pt x="22343" y="286318"/>
                </a:cubicBezTo>
                <a:lnTo>
                  <a:pt x="90923" y="286318"/>
                </a:lnTo>
                <a:cubicBezTo>
                  <a:pt x="97538" y="286318"/>
                  <a:pt x="106228" y="279889"/>
                  <a:pt x="107561" y="279298"/>
                </a:cubicBezTo>
                <a:cubicBezTo>
                  <a:pt x="107663" y="280226"/>
                  <a:pt x="107747" y="281053"/>
                  <a:pt x="107747" y="281964"/>
                </a:cubicBezTo>
                <a:cubicBezTo>
                  <a:pt x="107747" y="294266"/>
                  <a:pt x="97740" y="304155"/>
                  <a:pt x="85404" y="304155"/>
                </a:cubicBezTo>
                <a:lnTo>
                  <a:pt x="56464" y="304155"/>
                </a:lnTo>
                <a:lnTo>
                  <a:pt x="56464" y="335441"/>
                </a:lnTo>
                <a:lnTo>
                  <a:pt x="22343" y="335441"/>
                </a:lnTo>
                <a:cubicBezTo>
                  <a:pt x="10007" y="335441"/>
                  <a:pt x="0" y="345718"/>
                  <a:pt x="0" y="358088"/>
                </a:cubicBezTo>
                <a:cubicBezTo>
                  <a:pt x="0" y="359049"/>
                  <a:pt x="68" y="359843"/>
                  <a:pt x="186" y="360754"/>
                </a:cubicBezTo>
                <a:cubicBezTo>
                  <a:pt x="1553" y="371756"/>
                  <a:pt x="10935" y="380143"/>
                  <a:pt x="22343" y="380143"/>
                </a:cubicBezTo>
                <a:lnTo>
                  <a:pt x="90923" y="380143"/>
                </a:lnTo>
                <a:cubicBezTo>
                  <a:pt x="97538" y="380143"/>
                  <a:pt x="107561" y="373089"/>
                  <a:pt x="107561" y="373089"/>
                </a:cubicBezTo>
                <a:cubicBezTo>
                  <a:pt x="107663" y="374001"/>
                  <a:pt x="107747" y="374844"/>
                  <a:pt x="107747" y="375806"/>
                </a:cubicBezTo>
                <a:cubicBezTo>
                  <a:pt x="107747" y="388159"/>
                  <a:pt x="97740" y="398048"/>
                  <a:pt x="85404" y="398048"/>
                </a:cubicBezTo>
                <a:lnTo>
                  <a:pt x="56464" y="398048"/>
                </a:lnTo>
                <a:lnTo>
                  <a:pt x="56464" y="429334"/>
                </a:lnTo>
                <a:lnTo>
                  <a:pt x="22343" y="429334"/>
                </a:lnTo>
                <a:cubicBezTo>
                  <a:pt x="10007" y="429334"/>
                  <a:pt x="0" y="439526"/>
                  <a:pt x="0" y="451913"/>
                </a:cubicBezTo>
                <a:cubicBezTo>
                  <a:pt x="0" y="452858"/>
                  <a:pt x="68" y="453668"/>
                  <a:pt x="186" y="454579"/>
                </a:cubicBezTo>
                <a:cubicBezTo>
                  <a:pt x="1553" y="465598"/>
                  <a:pt x="10935" y="474036"/>
                  <a:pt x="22343" y="474036"/>
                </a:cubicBezTo>
                <a:lnTo>
                  <a:pt x="90923" y="474036"/>
                </a:lnTo>
                <a:cubicBezTo>
                  <a:pt x="97538" y="474036"/>
                  <a:pt x="107561" y="466847"/>
                  <a:pt x="107561" y="466847"/>
                </a:cubicBezTo>
                <a:cubicBezTo>
                  <a:pt x="107663" y="467775"/>
                  <a:pt x="107747" y="468653"/>
                  <a:pt x="107747" y="469614"/>
                </a:cubicBezTo>
                <a:cubicBezTo>
                  <a:pt x="107747" y="481950"/>
                  <a:pt x="97740" y="491906"/>
                  <a:pt x="85404" y="491906"/>
                </a:cubicBezTo>
                <a:lnTo>
                  <a:pt x="57578" y="491906"/>
                </a:lnTo>
                <a:cubicBezTo>
                  <a:pt x="61324" y="517253"/>
                  <a:pt x="82941" y="536608"/>
                  <a:pt x="109063" y="536608"/>
                </a:cubicBezTo>
                <a:lnTo>
                  <a:pt x="464805" y="536608"/>
                </a:lnTo>
                <a:cubicBezTo>
                  <a:pt x="493560" y="536608"/>
                  <a:pt x="517202" y="513051"/>
                  <a:pt x="517202" y="484245"/>
                </a:cubicBezTo>
                <a:lnTo>
                  <a:pt x="517202" y="52245"/>
                </a:lnTo>
                <a:cubicBezTo>
                  <a:pt x="517202" y="23558"/>
                  <a:pt x="493560" y="0"/>
                  <a:pt x="464805" y="0"/>
                </a:cubicBezTo>
                <a:close/>
                <a:moveTo>
                  <a:pt x="397929" y="268397"/>
                </a:moveTo>
                <a:lnTo>
                  <a:pt x="175753" y="268397"/>
                </a:lnTo>
                <a:lnTo>
                  <a:pt x="175753" y="111814"/>
                </a:lnTo>
                <a:lnTo>
                  <a:pt x="397929" y="111814"/>
                </a:lnTo>
                <a:lnTo>
                  <a:pt x="397929" y="268397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55" name="组合 254"/>
          <p:cNvGrpSpPr/>
          <p:nvPr/>
        </p:nvGrpSpPr>
        <p:grpSpPr>
          <a:xfrm>
            <a:off x="9684717" y="3172037"/>
            <a:ext cx="437534" cy="524163"/>
            <a:chOff x="16791560" y="8680236"/>
            <a:chExt cx="437534" cy="524163"/>
          </a:xfrm>
          <a:solidFill>
            <a:schemeClr val="accent1"/>
          </a:solidFill>
        </p:grpSpPr>
        <p:sp>
          <p:nvSpPr>
            <p:cNvPr id="256" name="任意多边形: 形状 255"/>
            <p:cNvSpPr/>
            <p:nvPr/>
          </p:nvSpPr>
          <p:spPr>
            <a:xfrm>
              <a:off x="16791560" y="8680236"/>
              <a:ext cx="388125" cy="320625"/>
            </a:xfrm>
            <a:custGeom>
              <a:avLst/>
              <a:gdLst>
                <a:gd name="connsiteX0" fmla="*/ 123287 w 388125"/>
                <a:gd name="connsiteY0" fmla="*/ 203201 h 320625"/>
                <a:gd name="connsiteX1" fmla="*/ 238240 w 388125"/>
                <a:gd name="connsiteY1" fmla="*/ 193329 h 320625"/>
                <a:gd name="connsiteX2" fmla="*/ 238425 w 388125"/>
                <a:gd name="connsiteY2" fmla="*/ 209141 h 320625"/>
                <a:gd name="connsiteX3" fmla="*/ 245682 w 388125"/>
                <a:gd name="connsiteY3" fmla="*/ 237018 h 320625"/>
                <a:gd name="connsiteX4" fmla="*/ 277187 w 388125"/>
                <a:gd name="connsiteY4" fmla="*/ 236124 h 320625"/>
                <a:gd name="connsiteX5" fmla="*/ 385626 w 388125"/>
                <a:gd name="connsiteY5" fmla="*/ 156288 h 320625"/>
                <a:gd name="connsiteX6" fmla="*/ 404796 w 388125"/>
                <a:gd name="connsiteY6" fmla="*/ 117493 h 320625"/>
                <a:gd name="connsiteX7" fmla="*/ 382352 w 388125"/>
                <a:gd name="connsiteY7" fmla="*/ 78174 h 320625"/>
                <a:gd name="connsiteX8" fmla="*/ 277525 w 388125"/>
                <a:gd name="connsiteY8" fmla="*/ 6809 h 320625"/>
                <a:gd name="connsiteX9" fmla="*/ 250018 w 388125"/>
                <a:gd name="connsiteY9" fmla="*/ 2304 h 320625"/>
                <a:gd name="connsiteX10" fmla="*/ 238240 w 388125"/>
                <a:gd name="connsiteY10" fmla="*/ 21879 h 320625"/>
                <a:gd name="connsiteX11" fmla="*/ 238240 w 388125"/>
                <a:gd name="connsiteY11" fmla="*/ 52929 h 320625"/>
                <a:gd name="connsiteX12" fmla="*/ 71599 w 388125"/>
                <a:gd name="connsiteY12" fmla="*/ 132613 h 320625"/>
                <a:gd name="connsiteX13" fmla="*/ 3272 w 388125"/>
                <a:gd name="connsiteY13" fmla="*/ 324211 h 320625"/>
                <a:gd name="connsiteX14" fmla="*/ 13060 w 388125"/>
                <a:gd name="connsiteY14" fmla="*/ 329189 h 320625"/>
                <a:gd name="connsiteX15" fmla="*/ 24028 w 388125"/>
                <a:gd name="connsiteY15" fmla="*/ 322507 h 320625"/>
                <a:gd name="connsiteX16" fmla="*/ 123287 w 388125"/>
                <a:gd name="connsiteY16" fmla="*/ 203201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8125" h="320625">
                  <a:moveTo>
                    <a:pt x="123287" y="203201"/>
                  </a:moveTo>
                  <a:cubicBezTo>
                    <a:pt x="183953" y="183069"/>
                    <a:pt x="238240" y="193329"/>
                    <a:pt x="238240" y="193329"/>
                  </a:cubicBezTo>
                  <a:lnTo>
                    <a:pt x="238425" y="209141"/>
                  </a:lnTo>
                  <a:cubicBezTo>
                    <a:pt x="238695" y="234689"/>
                    <a:pt x="245682" y="237018"/>
                    <a:pt x="245682" y="237018"/>
                  </a:cubicBezTo>
                  <a:cubicBezTo>
                    <a:pt x="262202" y="249928"/>
                    <a:pt x="277187" y="236124"/>
                    <a:pt x="277187" y="236124"/>
                  </a:cubicBezTo>
                  <a:cubicBezTo>
                    <a:pt x="277187" y="236124"/>
                    <a:pt x="382858" y="158330"/>
                    <a:pt x="385626" y="156288"/>
                  </a:cubicBezTo>
                  <a:cubicBezTo>
                    <a:pt x="388393" y="154229"/>
                    <a:pt x="404745" y="144088"/>
                    <a:pt x="404796" y="117493"/>
                  </a:cubicBezTo>
                  <a:cubicBezTo>
                    <a:pt x="404813" y="90864"/>
                    <a:pt x="382352" y="78174"/>
                    <a:pt x="382352" y="78174"/>
                  </a:cubicBezTo>
                  <a:cubicBezTo>
                    <a:pt x="382352" y="78174"/>
                    <a:pt x="295108" y="18774"/>
                    <a:pt x="277525" y="6809"/>
                  </a:cubicBezTo>
                  <a:cubicBezTo>
                    <a:pt x="259907" y="-5172"/>
                    <a:pt x="250018" y="2304"/>
                    <a:pt x="250018" y="2304"/>
                  </a:cubicBezTo>
                  <a:cubicBezTo>
                    <a:pt x="237058" y="10775"/>
                    <a:pt x="238240" y="21879"/>
                    <a:pt x="238240" y="21879"/>
                  </a:cubicBezTo>
                  <a:lnTo>
                    <a:pt x="238240" y="52929"/>
                  </a:lnTo>
                  <a:cubicBezTo>
                    <a:pt x="140196" y="73061"/>
                    <a:pt x="71599" y="132613"/>
                    <a:pt x="71599" y="132613"/>
                  </a:cubicBezTo>
                  <a:cubicBezTo>
                    <a:pt x="-22682" y="212786"/>
                    <a:pt x="3272" y="324211"/>
                    <a:pt x="3272" y="324211"/>
                  </a:cubicBezTo>
                  <a:cubicBezTo>
                    <a:pt x="3272" y="324211"/>
                    <a:pt x="3508" y="329189"/>
                    <a:pt x="13060" y="329189"/>
                  </a:cubicBezTo>
                  <a:cubicBezTo>
                    <a:pt x="23910" y="329189"/>
                    <a:pt x="24028" y="322507"/>
                    <a:pt x="24028" y="322507"/>
                  </a:cubicBezTo>
                  <a:cubicBezTo>
                    <a:pt x="28534" y="284572"/>
                    <a:pt x="62622" y="223333"/>
                    <a:pt x="123287" y="20320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7" name="任意多边形: 形状 256"/>
            <p:cNvSpPr/>
            <p:nvPr/>
          </p:nvSpPr>
          <p:spPr>
            <a:xfrm>
              <a:off x="16840969" y="8883774"/>
              <a:ext cx="388125" cy="320625"/>
            </a:xfrm>
            <a:custGeom>
              <a:avLst/>
              <a:gdLst>
                <a:gd name="connsiteX0" fmla="*/ 401440 w 388125"/>
                <a:gd name="connsiteY0" fmla="*/ 4961 h 320625"/>
                <a:gd name="connsiteX1" fmla="*/ 391686 w 388125"/>
                <a:gd name="connsiteY1" fmla="*/ 0 h 320625"/>
                <a:gd name="connsiteX2" fmla="*/ 380717 w 388125"/>
                <a:gd name="connsiteY2" fmla="*/ 6682 h 320625"/>
                <a:gd name="connsiteX3" fmla="*/ 281458 w 388125"/>
                <a:gd name="connsiteY3" fmla="*/ 125989 h 320625"/>
                <a:gd name="connsiteX4" fmla="*/ 166506 w 388125"/>
                <a:gd name="connsiteY4" fmla="*/ 135844 h 320625"/>
                <a:gd name="connsiteX5" fmla="*/ 166320 w 388125"/>
                <a:gd name="connsiteY5" fmla="*/ 120032 h 320625"/>
                <a:gd name="connsiteX6" fmla="*/ 159098 w 388125"/>
                <a:gd name="connsiteY6" fmla="*/ 92154 h 320625"/>
                <a:gd name="connsiteX7" fmla="*/ 127558 w 388125"/>
                <a:gd name="connsiteY7" fmla="*/ 93049 h 320625"/>
                <a:gd name="connsiteX8" fmla="*/ 19136 w 388125"/>
                <a:gd name="connsiteY8" fmla="*/ 172901 h 320625"/>
                <a:gd name="connsiteX9" fmla="*/ 0 w 388125"/>
                <a:gd name="connsiteY9" fmla="*/ 211714 h 320625"/>
                <a:gd name="connsiteX10" fmla="*/ 22393 w 388125"/>
                <a:gd name="connsiteY10" fmla="*/ 251016 h 320625"/>
                <a:gd name="connsiteX11" fmla="*/ 127204 w 388125"/>
                <a:gd name="connsiteY11" fmla="*/ 322380 h 320625"/>
                <a:gd name="connsiteX12" fmla="*/ 154710 w 388125"/>
                <a:gd name="connsiteY12" fmla="*/ 326903 h 320625"/>
                <a:gd name="connsiteX13" fmla="*/ 166489 w 388125"/>
                <a:gd name="connsiteY13" fmla="*/ 307378 h 320625"/>
                <a:gd name="connsiteX14" fmla="*/ 166489 w 388125"/>
                <a:gd name="connsiteY14" fmla="*/ 276278 h 320625"/>
                <a:gd name="connsiteX15" fmla="*/ 333130 w 388125"/>
                <a:gd name="connsiteY15" fmla="*/ 196577 h 320625"/>
                <a:gd name="connsiteX16" fmla="*/ 401440 w 388125"/>
                <a:gd name="connsiteY16" fmla="*/ 4961 h 32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8125" h="320625">
                  <a:moveTo>
                    <a:pt x="401440" y="4961"/>
                  </a:moveTo>
                  <a:cubicBezTo>
                    <a:pt x="401440" y="4961"/>
                    <a:pt x="401203" y="0"/>
                    <a:pt x="391686" y="0"/>
                  </a:cubicBezTo>
                  <a:cubicBezTo>
                    <a:pt x="380801" y="0"/>
                    <a:pt x="380717" y="6682"/>
                    <a:pt x="380717" y="6682"/>
                  </a:cubicBezTo>
                  <a:cubicBezTo>
                    <a:pt x="376195" y="44601"/>
                    <a:pt x="342141" y="105840"/>
                    <a:pt x="281458" y="125989"/>
                  </a:cubicBezTo>
                  <a:cubicBezTo>
                    <a:pt x="220759" y="146104"/>
                    <a:pt x="166506" y="135844"/>
                    <a:pt x="166506" y="135844"/>
                  </a:cubicBezTo>
                  <a:lnTo>
                    <a:pt x="166320" y="120032"/>
                  </a:lnTo>
                  <a:cubicBezTo>
                    <a:pt x="166067" y="94432"/>
                    <a:pt x="159098" y="92154"/>
                    <a:pt x="159098" y="92154"/>
                  </a:cubicBezTo>
                  <a:cubicBezTo>
                    <a:pt x="142577" y="79228"/>
                    <a:pt x="127558" y="93049"/>
                    <a:pt x="127558" y="93049"/>
                  </a:cubicBezTo>
                  <a:cubicBezTo>
                    <a:pt x="127558" y="93049"/>
                    <a:pt x="21904" y="170859"/>
                    <a:pt x="19136" y="172901"/>
                  </a:cubicBezTo>
                  <a:cubicBezTo>
                    <a:pt x="16352" y="174943"/>
                    <a:pt x="68" y="185085"/>
                    <a:pt x="0" y="211714"/>
                  </a:cubicBezTo>
                  <a:cubicBezTo>
                    <a:pt x="-67" y="238292"/>
                    <a:pt x="22393" y="251016"/>
                    <a:pt x="22393" y="251016"/>
                  </a:cubicBezTo>
                  <a:cubicBezTo>
                    <a:pt x="22393" y="251016"/>
                    <a:pt x="109603" y="310399"/>
                    <a:pt x="127204" y="322380"/>
                  </a:cubicBezTo>
                  <a:cubicBezTo>
                    <a:pt x="144805" y="334378"/>
                    <a:pt x="154710" y="326903"/>
                    <a:pt x="154710" y="326903"/>
                  </a:cubicBezTo>
                  <a:cubicBezTo>
                    <a:pt x="167653" y="318398"/>
                    <a:pt x="166489" y="307378"/>
                    <a:pt x="166489" y="307378"/>
                  </a:cubicBezTo>
                  <a:lnTo>
                    <a:pt x="166489" y="276278"/>
                  </a:lnTo>
                  <a:cubicBezTo>
                    <a:pt x="264550" y="256179"/>
                    <a:pt x="333130" y="196577"/>
                    <a:pt x="333130" y="196577"/>
                  </a:cubicBezTo>
                  <a:cubicBezTo>
                    <a:pt x="427410" y="116387"/>
                    <a:pt x="401440" y="4961"/>
                    <a:pt x="401440" y="496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形 25"/>
          <p:cNvSpPr/>
          <p:nvPr/>
        </p:nvSpPr>
        <p:spPr>
          <a:xfrm>
            <a:off x="953318" y="835820"/>
            <a:ext cx="523125" cy="523125"/>
          </a:xfrm>
          <a:custGeom>
            <a:avLst/>
            <a:gdLst>
              <a:gd name="connsiteX0" fmla="*/ 467522 w 523125"/>
              <a:gd name="connsiteY0" fmla="*/ 43234 h 523125"/>
              <a:gd name="connsiteX1" fmla="*/ 395668 w 523125"/>
              <a:gd name="connsiteY1" fmla="*/ 115054 h 523125"/>
              <a:gd name="connsiteX2" fmla="*/ 398469 w 523125"/>
              <a:gd name="connsiteY2" fmla="*/ 135000 h 523125"/>
              <a:gd name="connsiteX3" fmla="*/ 327274 w 523125"/>
              <a:gd name="connsiteY3" fmla="*/ 180731 h 523125"/>
              <a:gd name="connsiteX4" fmla="*/ 250763 w 523125"/>
              <a:gd name="connsiteY4" fmla="*/ 148011 h 523125"/>
              <a:gd name="connsiteX5" fmla="*/ 189776 w 523125"/>
              <a:gd name="connsiteY5" fmla="*/ 167349 h 523125"/>
              <a:gd name="connsiteX6" fmla="*/ 133920 w 523125"/>
              <a:gd name="connsiteY6" fmla="*/ 107933 h 523125"/>
              <a:gd name="connsiteX7" fmla="*/ 143640 w 523125"/>
              <a:gd name="connsiteY7" fmla="*/ 71854 h 523125"/>
              <a:gd name="connsiteX8" fmla="*/ 71820 w 523125"/>
              <a:gd name="connsiteY8" fmla="*/ 0 h 523125"/>
              <a:gd name="connsiteX9" fmla="*/ 0 w 523125"/>
              <a:gd name="connsiteY9" fmla="*/ 71854 h 523125"/>
              <a:gd name="connsiteX10" fmla="*/ 71820 w 523125"/>
              <a:gd name="connsiteY10" fmla="*/ 143657 h 523125"/>
              <a:gd name="connsiteX11" fmla="*/ 103984 w 523125"/>
              <a:gd name="connsiteY11" fmla="*/ 136080 h 523125"/>
              <a:gd name="connsiteX12" fmla="*/ 161426 w 523125"/>
              <a:gd name="connsiteY12" fmla="*/ 197184 h 523125"/>
              <a:gd name="connsiteX13" fmla="*/ 145007 w 523125"/>
              <a:gd name="connsiteY13" fmla="*/ 253783 h 523125"/>
              <a:gd name="connsiteX14" fmla="*/ 168531 w 523125"/>
              <a:gd name="connsiteY14" fmla="*/ 320254 h 523125"/>
              <a:gd name="connsiteX15" fmla="*/ 113130 w 523125"/>
              <a:gd name="connsiteY15" fmla="*/ 393643 h 523125"/>
              <a:gd name="connsiteX16" fmla="*/ 88088 w 523125"/>
              <a:gd name="connsiteY16" fmla="*/ 389138 h 523125"/>
              <a:gd name="connsiteX17" fmla="*/ 16251 w 523125"/>
              <a:gd name="connsiteY17" fmla="*/ 460924 h 523125"/>
              <a:gd name="connsiteX18" fmla="*/ 88088 w 523125"/>
              <a:gd name="connsiteY18" fmla="*/ 532811 h 523125"/>
              <a:gd name="connsiteX19" fmla="*/ 159924 w 523125"/>
              <a:gd name="connsiteY19" fmla="*/ 460924 h 523125"/>
              <a:gd name="connsiteX20" fmla="*/ 145952 w 523125"/>
              <a:gd name="connsiteY20" fmla="*/ 418382 h 523125"/>
              <a:gd name="connsiteX21" fmla="*/ 200121 w 523125"/>
              <a:gd name="connsiteY21" fmla="*/ 346629 h 523125"/>
              <a:gd name="connsiteX22" fmla="*/ 250813 w 523125"/>
              <a:gd name="connsiteY22" fmla="*/ 359556 h 523125"/>
              <a:gd name="connsiteX23" fmla="*/ 356603 w 523125"/>
              <a:gd name="connsiteY23" fmla="*/ 253766 h 523125"/>
              <a:gd name="connsiteX24" fmla="*/ 349397 w 523125"/>
              <a:gd name="connsiteY24" fmla="*/ 215393 h 523125"/>
              <a:gd name="connsiteX25" fmla="*/ 420728 w 523125"/>
              <a:gd name="connsiteY25" fmla="*/ 169560 h 523125"/>
              <a:gd name="connsiteX26" fmla="*/ 467539 w 523125"/>
              <a:gd name="connsiteY26" fmla="*/ 186891 h 523125"/>
              <a:gd name="connsiteX27" fmla="*/ 539359 w 523125"/>
              <a:gd name="connsiteY27" fmla="*/ 115037 h 523125"/>
              <a:gd name="connsiteX28" fmla="*/ 467522 w 523125"/>
              <a:gd name="connsiteY28" fmla="*/ 43234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23125" h="523125">
                <a:moveTo>
                  <a:pt x="467522" y="43234"/>
                </a:moveTo>
                <a:cubicBezTo>
                  <a:pt x="427798" y="43234"/>
                  <a:pt x="395668" y="75398"/>
                  <a:pt x="395668" y="115054"/>
                </a:cubicBezTo>
                <a:cubicBezTo>
                  <a:pt x="395668" y="121989"/>
                  <a:pt x="396664" y="128655"/>
                  <a:pt x="398469" y="135000"/>
                </a:cubicBezTo>
                <a:lnTo>
                  <a:pt x="327274" y="180731"/>
                </a:lnTo>
                <a:cubicBezTo>
                  <a:pt x="308003" y="160566"/>
                  <a:pt x="280868" y="148011"/>
                  <a:pt x="250763" y="148011"/>
                </a:cubicBezTo>
                <a:cubicBezTo>
                  <a:pt x="228032" y="148011"/>
                  <a:pt x="207006" y="155166"/>
                  <a:pt x="189776" y="167349"/>
                </a:cubicBezTo>
                <a:lnTo>
                  <a:pt x="133920" y="107933"/>
                </a:lnTo>
                <a:cubicBezTo>
                  <a:pt x="140113" y="97335"/>
                  <a:pt x="143640" y="84999"/>
                  <a:pt x="143640" y="71854"/>
                </a:cubicBezTo>
                <a:cubicBezTo>
                  <a:pt x="143674" y="32147"/>
                  <a:pt x="111510" y="0"/>
                  <a:pt x="71820" y="0"/>
                </a:cubicBezTo>
                <a:cubicBezTo>
                  <a:pt x="32181" y="0"/>
                  <a:pt x="0" y="32147"/>
                  <a:pt x="0" y="71854"/>
                </a:cubicBezTo>
                <a:cubicBezTo>
                  <a:pt x="0" y="111510"/>
                  <a:pt x="32181" y="143657"/>
                  <a:pt x="71820" y="143657"/>
                </a:cubicBezTo>
                <a:cubicBezTo>
                  <a:pt x="83396" y="143657"/>
                  <a:pt x="94331" y="140940"/>
                  <a:pt x="103984" y="136080"/>
                </a:cubicBezTo>
                <a:lnTo>
                  <a:pt x="161426" y="197184"/>
                </a:lnTo>
                <a:cubicBezTo>
                  <a:pt x="151048" y="213553"/>
                  <a:pt x="145007" y="232976"/>
                  <a:pt x="145007" y="253783"/>
                </a:cubicBezTo>
                <a:cubicBezTo>
                  <a:pt x="145007" y="278978"/>
                  <a:pt x="153849" y="302096"/>
                  <a:pt x="168531" y="320254"/>
                </a:cubicBezTo>
                <a:lnTo>
                  <a:pt x="113130" y="393643"/>
                </a:lnTo>
                <a:cubicBezTo>
                  <a:pt x="105351" y="390690"/>
                  <a:pt x="96896" y="389138"/>
                  <a:pt x="88088" y="389138"/>
                </a:cubicBezTo>
                <a:cubicBezTo>
                  <a:pt x="48414" y="389138"/>
                  <a:pt x="16251" y="421251"/>
                  <a:pt x="16251" y="460924"/>
                </a:cubicBezTo>
                <a:cubicBezTo>
                  <a:pt x="16251" y="500614"/>
                  <a:pt x="48414" y="532811"/>
                  <a:pt x="88088" y="532811"/>
                </a:cubicBezTo>
                <a:cubicBezTo>
                  <a:pt x="127761" y="532811"/>
                  <a:pt x="159924" y="500631"/>
                  <a:pt x="159924" y="460924"/>
                </a:cubicBezTo>
                <a:cubicBezTo>
                  <a:pt x="159924" y="445028"/>
                  <a:pt x="154727" y="430296"/>
                  <a:pt x="145952" y="418382"/>
                </a:cubicBezTo>
                <a:lnTo>
                  <a:pt x="200121" y="346629"/>
                </a:lnTo>
                <a:cubicBezTo>
                  <a:pt x="215190" y="354864"/>
                  <a:pt x="232453" y="359556"/>
                  <a:pt x="250813" y="359556"/>
                </a:cubicBezTo>
                <a:cubicBezTo>
                  <a:pt x="309251" y="359556"/>
                  <a:pt x="356603" y="312171"/>
                  <a:pt x="356603" y="253766"/>
                </a:cubicBezTo>
                <a:cubicBezTo>
                  <a:pt x="356603" y="240233"/>
                  <a:pt x="354054" y="227289"/>
                  <a:pt x="349397" y="215393"/>
                </a:cubicBezTo>
                <a:lnTo>
                  <a:pt x="420728" y="169560"/>
                </a:lnTo>
                <a:cubicBezTo>
                  <a:pt x="433299" y="180360"/>
                  <a:pt x="449668" y="186891"/>
                  <a:pt x="467539" y="186891"/>
                </a:cubicBezTo>
                <a:cubicBezTo>
                  <a:pt x="507178" y="186891"/>
                  <a:pt x="539359" y="154744"/>
                  <a:pt x="539359" y="115037"/>
                </a:cubicBezTo>
                <a:cubicBezTo>
                  <a:pt x="539342" y="75414"/>
                  <a:pt x="507178" y="43234"/>
                  <a:pt x="467522" y="43234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4" name="图形 27"/>
          <p:cNvSpPr/>
          <p:nvPr/>
        </p:nvSpPr>
        <p:spPr>
          <a:xfrm>
            <a:off x="2172518" y="835820"/>
            <a:ext cx="523125" cy="523125"/>
          </a:xfrm>
          <a:custGeom>
            <a:avLst/>
            <a:gdLst>
              <a:gd name="connsiteX0" fmla="*/ 536605 w 523125"/>
              <a:gd name="connsiteY0" fmla="*/ 151787 h 523125"/>
              <a:gd name="connsiteX1" fmla="*/ 490334 w 523125"/>
              <a:gd name="connsiteY1" fmla="*/ 124820 h 523125"/>
              <a:gd name="connsiteX2" fmla="*/ 443135 w 523125"/>
              <a:gd name="connsiteY2" fmla="*/ 82802 h 523125"/>
              <a:gd name="connsiteX3" fmla="*/ 441262 w 523125"/>
              <a:gd name="connsiteY3" fmla="*/ 70922 h 523125"/>
              <a:gd name="connsiteX4" fmla="*/ 391227 w 523125"/>
              <a:gd name="connsiteY4" fmla="*/ 44951 h 523125"/>
              <a:gd name="connsiteX5" fmla="*/ 365324 w 523125"/>
              <a:gd name="connsiteY5" fmla="*/ 70854 h 523125"/>
              <a:gd name="connsiteX6" fmla="*/ 316015 w 523125"/>
              <a:gd name="connsiteY6" fmla="*/ 86480 h 523125"/>
              <a:gd name="connsiteX7" fmla="*/ 275988 w 523125"/>
              <a:gd name="connsiteY7" fmla="*/ 76862 h 523125"/>
              <a:gd name="connsiteX8" fmla="*/ 266234 w 523125"/>
              <a:gd name="connsiteY8" fmla="*/ 81519 h 523125"/>
              <a:gd name="connsiteX9" fmla="*/ 226072 w 523125"/>
              <a:gd name="connsiteY9" fmla="*/ 45761 h 523125"/>
              <a:gd name="connsiteX10" fmla="*/ 224688 w 523125"/>
              <a:gd name="connsiteY10" fmla="*/ 27840 h 523125"/>
              <a:gd name="connsiteX11" fmla="*/ 174637 w 523125"/>
              <a:gd name="connsiteY11" fmla="*/ 1886 h 523125"/>
              <a:gd name="connsiteX12" fmla="*/ 147637 w 523125"/>
              <a:gd name="connsiteY12" fmla="*/ 31957 h 523125"/>
              <a:gd name="connsiteX13" fmla="*/ 89823 w 523125"/>
              <a:gd name="connsiteY13" fmla="*/ 50267 h 523125"/>
              <a:gd name="connsiteX14" fmla="*/ 55027 w 523125"/>
              <a:gd name="connsiteY14" fmla="*/ 44951 h 523125"/>
              <a:gd name="connsiteX15" fmla="*/ 29056 w 523125"/>
              <a:gd name="connsiteY15" fmla="*/ 95019 h 523125"/>
              <a:gd name="connsiteX16" fmla="*/ 37392 w 523125"/>
              <a:gd name="connsiteY16" fmla="*/ 109582 h 523125"/>
              <a:gd name="connsiteX17" fmla="*/ 24280 w 523125"/>
              <a:gd name="connsiteY17" fmla="*/ 165692 h 523125"/>
              <a:gd name="connsiteX18" fmla="*/ 1870 w 523125"/>
              <a:gd name="connsiteY18" fmla="*/ 214410 h 523125"/>
              <a:gd name="connsiteX19" fmla="*/ 48698 w 523125"/>
              <a:gd name="connsiteY19" fmla="*/ 241224 h 523125"/>
              <a:gd name="connsiteX20" fmla="*/ 95088 w 523125"/>
              <a:gd name="connsiteY20" fmla="*/ 282500 h 523125"/>
              <a:gd name="connsiteX21" fmla="*/ 96033 w 523125"/>
              <a:gd name="connsiteY21" fmla="*/ 302902 h 523125"/>
              <a:gd name="connsiteX22" fmla="*/ 108082 w 523125"/>
              <a:gd name="connsiteY22" fmla="*/ 321060 h 523125"/>
              <a:gd name="connsiteX23" fmla="*/ 95206 w 523125"/>
              <a:gd name="connsiteY23" fmla="*/ 376106 h 523125"/>
              <a:gd name="connsiteX24" fmla="*/ 94902 w 523125"/>
              <a:gd name="connsiteY24" fmla="*/ 376173 h 523125"/>
              <a:gd name="connsiteX25" fmla="*/ 68932 w 523125"/>
              <a:gd name="connsiteY25" fmla="*/ 426208 h 523125"/>
              <a:gd name="connsiteX26" fmla="*/ 118983 w 523125"/>
              <a:gd name="connsiteY26" fmla="*/ 452212 h 523125"/>
              <a:gd name="connsiteX27" fmla="*/ 119270 w 523125"/>
              <a:gd name="connsiteY27" fmla="*/ 452094 h 523125"/>
              <a:gd name="connsiteX28" fmla="*/ 161474 w 523125"/>
              <a:gd name="connsiteY28" fmla="*/ 489658 h 523125"/>
              <a:gd name="connsiteX29" fmla="*/ 162082 w 523125"/>
              <a:gd name="connsiteY29" fmla="*/ 511477 h 523125"/>
              <a:gd name="connsiteX30" fmla="*/ 212116 w 523125"/>
              <a:gd name="connsiteY30" fmla="*/ 537448 h 523125"/>
              <a:gd name="connsiteX31" fmla="*/ 238930 w 523125"/>
              <a:gd name="connsiteY31" fmla="*/ 508254 h 523125"/>
              <a:gd name="connsiteX32" fmla="*/ 296778 w 523125"/>
              <a:gd name="connsiteY32" fmla="*/ 489928 h 523125"/>
              <a:gd name="connsiteX33" fmla="*/ 335506 w 523125"/>
              <a:gd name="connsiteY33" fmla="*/ 498382 h 523125"/>
              <a:gd name="connsiteX34" fmla="*/ 361493 w 523125"/>
              <a:gd name="connsiteY34" fmla="*/ 448263 h 523125"/>
              <a:gd name="connsiteX35" fmla="*/ 352820 w 523125"/>
              <a:gd name="connsiteY35" fmla="*/ 433397 h 523125"/>
              <a:gd name="connsiteX36" fmla="*/ 366792 w 523125"/>
              <a:gd name="connsiteY36" fmla="*/ 373676 h 523125"/>
              <a:gd name="connsiteX37" fmla="*/ 367096 w 523125"/>
              <a:gd name="connsiteY37" fmla="*/ 373575 h 523125"/>
              <a:gd name="connsiteX38" fmla="*/ 394822 w 523125"/>
              <a:gd name="connsiteY38" fmla="*/ 333176 h 523125"/>
              <a:gd name="connsiteX39" fmla="*/ 449345 w 523125"/>
              <a:gd name="connsiteY39" fmla="*/ 315896 h 523125"/>
              <a:gd name="connsiteX40" fmla="*/ 483584 w 523125"/>
              <a:gd name="connsiteY40" fmla="*/ 320807 h 523125"/>
              <a:gd name="connsiteX41" fmla="*/ 509538 w 523125"/>
              <a:gd name="connsiteY41" fmla="*/ 270755 h 523125"/>
              <a:gd name="connsiteX42" fmla="*/ 501758 w 523125"/>
              <a:gd name="connsiteY42" fmla="*/ 256783 h 523125"/>
              <a:gd name="connsiteX43" fmla="*/ 515005 w 523125"/>
              <a:gd name="connsiteY43" fmla="*/ 200117 h 523125"/>
              <a:gd name="connsiteX44" fmla="*/ 536605 w 523125"/>
              <a:gd name="connsiteY44" fmla="*/ 151787 h 523125"/>
              <a:gd name="connsiteX45" fmla="*/ 459503 w 523125"/>
              <a:gd name="connsiteY45" fmla="*/ 244768 h 523125"/>
              <a:gd name="connsiteX46" fmla="*/ 431778 w 523125"/>
              <a:gd name="connsiteY46" fmla="*/ 279294 h 523125"/>
              <a:gd name="connsiteX47" fmla="*/ 370268 w 523125"/>
              <a:gd name="connsiteY47" fmla="*/ 298768 h 523125"/>
              <a:gd name="connsiteX48" fmla="*/ 346745 w 523125"/>
              <a:gd name="connsiteY48" fmla="*/ 296557 h 523125"/>
              <a:gd name="connsiteX49" fmla="*/ 297183 w 523125"/>
              <a:gd name="connsiteY49" fmla="*/ 252446 h 523125"/>
              <a:gd name="connsiteX50" fmla="*/ 295360 w 523125"/>
              <a:gd name="connsiteY50" fmla="*/ 239705 h 523125"/>
              <a:gd name="connsiteX51" fmla="*/ 282350 w 523125"/>
              <a:gd name="connsiteY51" fmla="*/ 220721 h 523125"/>
              <a:gd name="connsiteX52" fmla="*/ 298128 w 523125"/>
              <a:gd name="connsiteY52" fmla="*/ 153390 h 523125"/>
              <a:gd name="connsiteX53" fmla="*/ 300018 w 523125"/>
              <a:gd name="connsiteY53" fmla="*/ 152900 h 523125"/>
              <a:gd name="connsiteX54" fmla="*/ 326410 w 523125"/>
              <a:gd name="connsiteY54" fmla="*/ 125327 h 523125"/>
              <a:gd name="connsiteX55" fmla="*/ 374116 w 523125"/>
              <a:gd name="connsiteY55" fmla="*/ 110207 h 523125"/>
              <a:gd name="connsiteX56" fmla="*/ 415240 w 523125"/>
              <a:gd name="connsiteY56" fmla="*/ 120973 h 523125"/>
              <a:gd name="connsiteX57" fmla="*/ 422159 w 523125"/>
              <a:gd name="connsiteY57" fmla="*/ 118020 h 523125"/>
              <a:gd name="connsiteX58" fmla="*/ 460448 w 523125"/>
              <a:gd name="connsiteY58" fmla="*/ 152090 h 523125"/>
              <a:gd name="connsiteX59" fmla="*/ 460533 w 523125"/>
              <a:gd name="connsiteY59" fmla="*/ 175850 h 523125"/>
              <a:gd name="connsiteX60" fmla="*/ 474691 w 523125"/>
              <a:gd name="connsiteY60" fmla="*/ 195695 h 523125"/>
              <a:gd name="connsiteX61" fmla="*/ 463469 w 523125"/>
              <a:gd name="connsiteY61" fmla="*/ 243722 h 523125"/>
              <a:gd name="connsiteX62" fmla="*/ 459503 w 523125"/>
              <a:gd name="connsiteY62" fmla="*/ 244768 h 523125"/>
              <a:gd name="connsiteX63" fmla="*/ 314294 w 523125"/>
              <a:gd name="connsiteY63" fmla="*/ 421550 h 523125"/>
              <a:gd name="connsiteX64" fmla="*/ 311442 w 523125"/>
              <a:gd name="connsiteY64" fmla="*/ 422310 h 523125"/>
              <a:gd name="connsiteX65" fmla="*/ 284628 w 523125"/>
              <a:gd name="connsiteY65" fmla="*/ 451503 h 523125"/>
              <a:gd name="connsiteX66" fmla="*/ 226814 w 523125"/>
              <a:gd name="connsiteY66" fmla="*/ 469863 h 523125"/>
              <a:gd name="connsiteX67" fmla="*/ 189706 w 523125"/>
              <a:gd name="connsiteY67" fmla="*/ 460937 h 523125"/>
              <a:gd name="connsiteX68" fmla="*/ 146017 w 523125"/>
              <a:gd name="connsiteY68" fmla="*/ 422023 h 523125"/>
              <a:gd name="connsiteX69" fmla="*/ 144937 w 523125"/>
              <a:gd name="connsiteY69" fmla="*/ 402127 h 523125"/>
              <a:gd name="connsiteX70" fmla="*/ 134356 w 523125"/>
              <a:gd name="connsiteY70" fmla="*/ 385218 h 523125"/>
              <a:gd name="connsiteX71" fmla="*/ 147670 w 523125"/>
              <a:gd name="connsiteY71" fmla="*/ 328265 h 523125"/>
              <a:gd name="connsiteX72" fmla="*/ 172882 w 523125"/>
              <a:gd name="connsiteY72" fmla="*/ 299612 h 523125"/>
              <a:gd name="connsiteX73" fmla="*/ 230678 w 523125"/>
              <a:gd name="connsiteY73" fmla="*/ 281268 h 523125"/>
              <a:gd name="connsiteX74" fmla="*/ 269457 w 523125"/>
              <a:gd name="connsiteY74" fmla="*/ 289773 h 523125"/>
              <a:gd name="connsiteX75" fmla="*/ 272208 w 523125"/>
              <a:gd name="connsiteY75" fmla="*/ 288727 h 523125"/>
              <a:gd name="connsiteX76" fmla="*/ 315982 w 523125"/>
              <a:gd name="connsiteY76" fmla="*/ 327725 h 523125"/>
              <a:gd name="connsiteX77" fmla="*/ 317045 w 523125"/>
              <a:gd name="connsiteY77" fmla="*/ 347638 h 523125"/>
              <a:gd name="connsiteX78" fmla="*/ 327625 w 523125"/>
              <a:gd name="connsiteY78" fmla="*/ 364513 h 523125"/>
              <a:gd name="connsiteX79" fmla="*/ 314294 w 523125"/>
              <a:gd name="connsiteY79" fmla="*/ 421550 h 523125"/>
              <a:gd name="connsiteX80" fmla="*/ 77875 w 523125"/>
              <a:gd name="connsiteY80" fmla="*/ 190312 h 523125"/>
              <a:gd name="connsiteX81" fmla="*/ 64342 w 523125"/>
              <a:gd name="connsiteY81" fmla="*/ 170923 h 523125"/>
              <a:gd name="connsiteX82" fmla="*/ 75817 w 523125"/>
              <a:gd name="connsiteY82" fmla="*/ 121833 h 523125"/>
              <a:gd name="connsiteX83" fmla="*/ 79107 w 523125"/>
              <a:gd name="connsiteY83" fmla="*/ 120973 h 523125"/>
              <a:gd name="connsiteX84" fmla="*/ 106698 w 523125"/>
              <a:gd name="connsiteY84" fmla="*/ 87088 h 523125"/>
              <a:gd name="connsiteX85" fmla="*/ 160664 w 523125"/>
              <a:gd name="connsiteY85" fmla="*/ 69993 h 523125"/>
              <a:gd name="connsiteX86" fmla="*/ 198734 w 523125"/>
              <a:gd name="connsiteY86" fmla="*/ 77857 h 523125"/>
              <a:gd name="connsiteX87" fmla="*/ 200793 w 523125"/>
              <a:gd name="connsiteY87" fmla="*/ 77115 h 523125"/>
              <a:gd name="connsiteX88" fmla="*/ 248465 w 523125"/>
              <a:gd name="connsiteY88" fmla="*/ 119555 h 523125"/>
              <a:gd name="connsiteX89" fmla="*/ 250034 w 523125"/>
              <a:gd name="connsiteY89" fmla="*/ 126930 h 523125"/>
              <a:gd name="connsiteX90" fmla="*/ 257847 w 523125"/>
              <a:gd name="connsiteY90" fmla="*/ 140919 h 523125"/>
              <a:gd name="connsiteX91" fmla="*/ 240314 w 523125"/>
              <a:gd name="connsiteY91" fmla="*/ 215810 h 523125"/>
              <a:gd name="connsiteX92" fmla="*/ 219845 w 523125"/>
              <a:gd name="connsiteY92" fmla="*/ 238592 h 523125"/>
              <a:gd name="connsiteX93" fmla="*/ 157171 w 523125"/>
              <a:gd name="connsiteY93" fmla="*/ 258437 h 523125"/>
              <a:gd name="connsiteX94" fmla="*/ 122206 w 523125"/>
              <a:gd name="connsiteY94" fmla="*/ 252817 h 523125"/>
              <a:gd name="connsiteX95" fmla="*/ 78145 w 523125"/>
              <a:gd name="connsiteY95" fmla="*/ 213583 h 523125"/>
              <a:gd name="connsiteX96" fmla="*/ 77875 w 523125"/>
              <a:gd name="connsiteY96" fmla="*/ 190312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523125" h="523125">
                <a:moveTo>
                  <a:pt x="536605" y="151787"/>
                </a:moveTo>
                <a:cubicBezTo>
                  <a:pt x="530345" y="132043"/>
                  <a:pt x="510179" y="120551"/>
                  <a:pt x="490334" y="124820"/>
                </a:cubicBezTo>
                <a:lnTo>
                  <a:pt x="443135" y="82802"/>
                </a:lnTo>
                <a:cubicBezTo>
                  <a:pt x="443118" y="78870"/>
                  <a:pt x="442510" y="74870"/>
                  <a:pt x="441262" y="70922"/>
                </a:cubicBezTo>
                <a:cubicBezTo>
                  <a:pt x="434613" y="49963"/>
                  <a:pt x="412220" y="38268"/>
                  <a:pt x="391227" y="44951"/>
                </a:cubicBezTo>
                <a:cubicBezTo>
                  <a:pt x="378402" y="49018"/>
                  <a:pt x="369104" y="58974"/>
                  <a:pt x="365324" y="70854"/>
                </a:cubicBezTo>
                <a:lnTo>
                  <a:pt x="316015" y="86480"/>
                </a:lnTo>
                <a:cubicBezTo>
                  <a:pt x="305823" y="76473"/>
                  <a:pt x="290568" y="72238"/>
                  <a:pt x="275988" y="76862"/>
                </a:cubicBezTo>
                <a:cubicBezTo>
                  <a:pt x="272444" y="77992"/>
                  <a:pt x="269204" y="79595"/>
                  <a:pt x="266234" y="81519"/>
                </a:cubicBezTo>
                <a:lnTo>
                  <a:pt x="226072" y="45761"/>
                </a:lnTo>
                <a:cubicBezTo>
                  <a:pt x="226949" y="39939"/>
                  <a:pt x="226578" y="33813"/>
                  <a:pt x="224688" y="27840"/>
                </a:cubicBezTo>
                <a:cubicBezTo>
                  <a:pt x="218039" y="6847"/>
                  <a:pt x="195629" y="-4797"/>
                  <a:pt x="174637" y="1886"/>
                </a:cubicBezTo>
                <a:cubicBezTo>
                  <a:pt x="160343" y="6392"/>
                  <a:pt x="150421" y="18221"/>
                  <a:pt x="147637" y="31957"/>
                </a:cubicBezTo>
                <a:lnTo>
                  <a:pt x="89823" y="50267"/>
                </a:lnTo>
                <a:cubicBezTo>
                  <a:pt x="80018" y="43466"/>
                  <a:pt x="67312" y="41070"/>
                  <a:pt x="55027" y="44951"/>
                </a:cubicBezTo>
                <a:cubicBezTo>
                  <a:pt x="34034" y="51617"/>
                  <a:pt x="22407" y="74027"/>
                  <a:pt x="29056" y="95019"/>
                </a:cubicBezTo>
                <a:cubicBezTo>
                  <a:pt x="30811" y="100588"/>
                  <a:pt x="33730" y="105498"/>
                  <a:pt x="37392" y="109582"/>
                </a:cubicBezTo>
                <a:lnTo>
                  <a:pt x="24280" y="165692"/>
                </a:lnTo>
                <a:cubicBezTo>
                  <a:pt x="5566" y="173623"/>
                  <a:pt x="-4390" y="194649"/>
                  <a:pt x="1870" y="214410"/>
                </a:cubicBezTo>
                <a:cubicBezTo>
                  <a:pt x="8198" y="234339"/>
                  <a:pt x="28702" y="245763"/>
                  <a:pt x="48698" y="241224"/>
                </a:cubicBezTo>
                <a:lnTo>
                  <a:pt x="95088" y="282500"/>
                </a:lnTo>
                <a:cubicBezTo>
                  <a:pt x="93670" y="289048"/>
                  <a:pt x="93856" y="296051"/>
                  <a:pt x="96033" y="302902"/>
                </a:cubicBezTo>
                <a:cubicBezTo>
                  <a:pt x="98362" y="310226"/>
                  <a:pt x="102648" y="316402"/>
                  <a:pt x="108082" y="321060"/>
                </a:cubicBezTo>
                <a:lnTo>
                  <a:pt x="95206" y="376106"/>
                </a:lnTo>
                <a:cubicBezTo>
                  <a:pt x="95105" y="376157"/>
                  <a:pt x="95003" y="376157"/>
                  <a:pt x="94902" y="376173"/>
                </a:cubicBezTo>
                <a:cubicBezTo>
                  <a:pt x="73893" y="382839"/>
                  <a:pt x="62283" y="405249"/>
                  <a:pt x="68932" y="426208"/>
                </a:cubicBezTo>
                <a:cubicBezTo>
                  <a:pt x="75580" y="447200"/>
                  <a:pt x="97990" y="458844"/>
                  <a:pt x="118983" y="452212"/>
                </a:cubicBezTo>
                <a:cubicBezTo>
                  <a:pt x="119067" y="452195"/>
                  <a:pt x="119168" y="452128"/>
                  <a:pt x="119270" y="452094"/>
                </a:cubicBezTo>
                <a:lnTo>
                  <a:pt x="161474" y="489658"/>
                </a:lnTo>
                <a:cubicBezTo>
                  <a:pt x="159719" y="496644"/>
                  <a:pt x="159753" y="504120"/>
                  <a:pt x="162082" y="511477"/>
                </a:cubicBezTo>
                <a:cubicBezTo>
                  <a:pt x="168730" y="532470"/>
                  <a:pt x="191140" y="544113"/>
                  <a:pt x="212116" y="537448"/>
                </a:cubicBezTo>
                <a:cubicBezTo>
                  <a:pt x="226105" y="532976"/>
                  <a:pt x="235910" y="521585"/>
                  <a:pt x="238930" y="508254"/>
                </a:cubicBezTo>
                <a:lnTo>
                  <a:pt x="296778" y="489928"/>
                </a:lnTo>
                <a:cubicBezTo>
                  <a:pt x="306953" y="499074"/>
                  <a:pt x="321517" y="502803"/>
                  <a:pt x="335506" y="498382"/>
                </a:cubicBezTo>
                <a:cubicBezTo>
                  <a:pt x="356515" y="491700"/>
                  <a:pt x="368125" y="469290"/>
                  <a:pt x="361493" y="448263"/>
                </a:cubicBezTo>
                <a:cubicBezTo>
                  <a:pt x="359688" y="442560"/>
                  <a:pt x="356633" y="437548"/>
                  <a:pt x="352820" y="433397"/>
                </a:cubicBezTo>
                <a:lnTo>
                  <a:pt x="366792" y="373676"/>
                </a:lnTo>
                <a:cubicBezTo>
                  <a:pt x="366910" y="373642"/>
                  <a:pt x="366995" y="373608"/>
                  <a:pt x="367096" y="373575"/>
                </a:cubicBezTo>
                <a:cubicBezTo>
                  <a:pt x="384899" y="367938"/>
                  <a:pt x="395885" y="350996"/>
                  <a:pt x="394822" y="333176"/>
                </a:cubicBezTo>
                <a:lnTo>
                  <a:pt x="449345" y="315896"/>
                </a:lnTo>
                <a:cubicBezTo>
                  <a:pt x="459082" y="322427"/>
                  <a:pt x="471535" y="324671"/>
                  <a:pt x="483584" y="320807"/>
                </a:cubicBezTo>
                <a:cubicBezTo>
                  <a:pt x="504560" y="314158"/>
                  <a:pt x="516203" y="291731"/>
                  <a:pt x="509538" y="270755"/>
                </a:cubicBezTo>
                <a:cubicBezTo>
                  <a:pt x="507850" y="265440"/>
                  <a:pt x="505150" y="260748"/>
                  <a:pt x="501758" y="256783"/>
                </a:cubicBezTo>
                <a:lnTo>
                  <a:pt x="515005" y="200117"/>
                </a:lnTo>
                <a:cubicBezTo>
                  <a:pt x="533213" y="191932"/>
                  <a:pt x="542765" y="171260"/>
                  <a:pt x="536605" y="151787"/>
                </a:cubicBezTo>
                <a:close/>
                <a:moveTo>
                  <a:pt x="459503" y="244768"/>
                </a:moveTo>
                <a:cubicBezTo>
                  <a:pt x="443675" y="249830"/>
                  <a:pt x="433178" y="263752"/>
                  <a:pt x="431778" y="279294"/>
                </a:cubicBezTo>
                <a:lnTo>
                  <a:pt x="370268" y="298768"/>
                </a:lnTo>
                <a:cubicBezTo>
                  <a:pt x="363012" y="295747"/>
                  <a:pt x="354878" y="294836"/>
                  <a:pt x="346745" y="296557"/>
                </a:cubicBezTo>
                <a:lnTo>
                  <a:pt x="297183" y="252446"/>
                </a:lnTo>
                <a:cubicBezTo>
                  <a:pt x="297250" y="248244"/>
                  <a:pt x="296693" y="243958"/>
                  <a:pt x="295360" y="239705"/>
                </a:cubicBezTo>
                <a:cubicBezTo>
                  <a:pt x="292897" y="231960"/>
                  <a:pt x="288273" y="225480"/>
                  <a:pt x="282350" y="220721"/>
                </a:cubicBezTo>
                <a:lnTo>
                  <a:pt x="298128" y="153390"/>
                </a:lnTo>
                <a:cubicBezTo>
                  <a:pt x="298769" y="153204"/>
                  <a:pt x="299393" y="153086"/>
                  <a:pt x="300018" y="152900"/>
                </a:cubicBezTo>
                <a:cubicBezTo>
                  <a:pt x="313433" y="148648"/>
                  <a:pt x="322985" y="137949"/>
                  <a:pt x="326410" y="125327"/>
                </a:cubicBezTo>
                <a:lnTo>
                  <a:pt x="374116" y="110207"/>
                </a:lnTo>
                <a:cubicBezTo>
                  <a:pt x="384292" y="121057"/>
                  <a:pt x="400087" y="125782"/>
                  <a:pt x="415240" y="120973"/>
                </a:cubicBezTo>
                <a:cubicBezTo>
                  <a:pt x="417687" y="120213"/>
                  <a:pt x="419982" y="119201"/>
                  <a:pt x="422159" y="118020"/>
                </a:cubicBezTo>
                <a:lnTo>
                  <a:pt x="460448" y="152090"/>
                </a:lnTo>
                <a:cubicBezTo>
                  <a:pt x="458120" y="159600"/>
                  <a:pt x="457985" y="167852"/>
                  <a:pt x="460533" y="175850"/>
                </a:cubicBezTo>
                <a:cubicBezTo>
                  <a:pt x="463165" y="184119"/>
                  <a:pt x="468245" y="190886"/>
                  <a:pt x="474691" y="195695"/>
                </a:cubicBezTo>
                <a:lnTo>
                  <a:pt x="463469" y="243722"/>
                </a:lnTo>
                <a:cubicBezTo>
                  <a:pt x="462187" y="244025"/>
                  <a:pt x="460837" y="244346"/>
                  <a:pt x="459503" y="244768"/>
                </a:cubicBezTo>
                <a:close/>
                <a:moveTo>
                  <a:pt x="314294" y="421550"/>
                </a:moveTo>
                <a:cubicBezTo>
                  <a:pt x="313332" y="421770"/>
                  <a:pt x="312387" y="421955"/>
                  <a:pt x="311442" y="422310"/>
                </a:cubicBezTo>
                <a:cubicBezTo>
                  <a:pt x="297453" y="426731"/>
                  <a:pt x="287665" y="438138"/>
                  <a:pt x="284628" y="451503"/>
                </a:cubicBezTo>
                <a:lnTo>
                  <a:pt x="226814" y="469863"/>
                </a:lnTo>
                <a:cubicBezTo>
                  <a:pt x="217043" y="461055"/>
                  <a:pt x="203189" y="457275"/>
                  <a:pt x="189706" y="460937"/>
                </a:cubicBezTo>
                <a:lnTo>
                  <a:pt x="146017" y="422023"/>
                </a:lnTo>
                <a:cubicBezTo>
                  <a:pt x="147299" y="415610"/>
                  <a:pt x="147046" y="408810"/>
                  <a:pt x="144937" y="402127"/>
                </a:cubicBezTo>
                <a:cubicBezTo>
                  <a:pt x="142827" y="395445"/>
                  <a:pt x="139081" y="389758"/>
                  <a:pt x="134356" y="385218"/>
                </a:cubicBezTo>
                <a:lnTo>
                  <a:pt x="147670" y="328265"/>
                </a:lnTo>
                <a:cubicBezTo>
                  <a:pt x="160799" y="323456"/>
                  <a:pt x="169979" y="312437"/>
                  <a:pt x="172882" y="299612"/>
                </a:cubicBezTo>
                <a:lnTo>
                  <a:pt x="230678" y="281268"/>
                </a:lnTo>
                <a:cubicBezTo>
                  <a:pt x="240854" y="290482"/>
                  <a:pt x="255468" y="294245"/>
                  <a:pt x="269457" y="289773"/>
                </a:cubicBezTo>
                <a:cubicBezTo>
                  <a:pt x="270402" y="289453"/>
                  <a:pt x="271297" y="289098"/>
                  <a:pt x="272208" y="288727"/>
                </a:cubicBezTo>
                <a:lnTo>
                  <a:pt x="315982" y="327725"/>
                </a:lnTo>
                <a:cubicBezTo>
                  <a:pt x="314699" y="334188"/>
                  <a:pt x="314935" y="340922"/>
                  <a:pt x="317045" y="347638"/>
                </a:cubicBezTo>
                <a:cubicBezTo>
                  <a:pt x="319154" y="354320"/>
                  <a:pt x="322883" y="360007"/>
                  <a:pt x="327625" y="364513"/>
                </a:cubicBezTo>
                <a:lnTo>
                  <a:pt x="314294" y="421550"/>
                </a:lnTo>
                <a:close/>
                <a:moveTo>
                  <a:pt x="77875" y="190312"/>
                </a:moveTo>
                <a:cubicBezTo>
                  <a:pt x="75344" y="182297"/>
                  <a:pt x="70518" y="175715"/>
                  <a:pt x="64342" y="170923"/>
                </a:cubicBezTo>
                <a:lnTo>
                  <a:pt x="75817" y="121833"/>
                </a:lnTo>
                <a:cubicBezTo>
                  <a:pt x="76930" y="121580"/>
                  <a:pt x="78010" y="121344"/>
                  <a:pt x="79107" y="120973"/>
                </a:cubicBezTo>
                <a:cubicBezTo>
                  <a:pt x="94700" y="116028"/>
                  <a:pt x="105112" y="102410"/>
                  <a:pt x="106698" y="87088"/>
                </a:cubicBezTo>
                <a:lnTo>
                  <a:pt x="160664" y="69993"/>
                </a:lnTo>
                <a:cubicBezTo>
                  <a:pt x="170789" y="78735"/>
                  <a:pt x="185048" y="82194"/>
                  <a:pt x="198734" y="77857"/>
                </a:cubicBezTo>
                <a:cubicBezTo>
                  <a:pt x="199443" y="77638"/>
                  <a:pt x="200118" y="77368"/>
                  <a:pt x="200793" y="77115"/>
                </a:cubicBezTo>
                <a:lnTo>
                  <a:pt x="248465" y="119555"/>
                </a:lnTo>
                <a:cubicBezTo>
                  <a:pt x="248768" y="122036"/>
                  <a:pt x="249275" y="124500"/>
                  <a:pt x="250034" y="126930"/>
                </a:cubicBezTo>
                <a:cubicBezTo>
                  <a:pt x="251722" y="132245"/>
                  <a:pt x="254422" y="136953"/>
                  <a:pt x="257847" y="140919"/>
                </a:cubicBezTo>
                <a:lnTo>
                  <a:pt x="240314" y="215810"/>
                </a:lnTo>
                <a:cubicBezTo>
                  <a:pt x="230493" y="220451"/>
                  <a:pt x="223287" y="228804"/>
                  <a:pt x="219845" y="238592"/>
                </a:cubicBezTo>
                <a:lnTo>
                  <a:pt x="157171" y="258437"/>
                </a:lnTo>
                <a:cubicBezTo>
                  <a:pt x="147350" y="251467"/>
                  <a:pt x="134558" y="248953"/>
                  <a:pt x="122206" y="252817"/>
                </a:cubicBezTo>
                <a:lnTo>
                  <a:pt x="78145" y="213583"/>
                </a:lnTo>
                <a:cubicBezTo>
                  <a:pt x="80305" y="206225"/>
                  <a:pt x="80373" y="198176"/>
                  <a:pt x="77875" y="190312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391718" y="830200"/>
            <a:ext cx="421875" cy="534364"/>
            <a:chOff x="20035510" y="3276397"/>
            <a:chExt cx="421875" cy="534364"/>
          </a:xfrm>
          <a:solidFill>
            <a:schemeClr val="accent1"/>
          </a:solidFill>
        </p:grpSpPr>
        <p:sp>
          <p:nvSpPr>
            <p:cNvPr id="6" name="任意多边形: 形状 5"/>
            <p:cNvSpPr/>
            <p:nvPr/>
          </p:nvSpPr>
          <p:spPr>
            <a:xfrm>
              <a:off x="20131998" y="3276397"/>
              <a:ext cx="253125" cy="253125"/>
            </a:xfrm>
            <a:custGeom>
              <a:avLst/>
              <a:gdLst>
                <a:gd name="connsiteX0" fmla="*/ 128453 w 253125"/>
                <a:gd name="connsiteY0" fmla="*/ 256905 h 253125"/>
                <a:gd name="connsiteX1" fmla="*/ 256888 w 253125"/>
                <a:gd name="connsiteY1" fmla="*/ 170353 h 253125"/>
                <a:gd name="connsiteX2" fmla="*/ 128453 w 253125"/>
                <a:gd name="connsiteY2" fmla="*/ 0 h 253125"/>
                <a:gd name="connsiteX3" fmla="*/ 0 w 253125"/>
                <a:gd name="connsiteY3" fmla="*/ 160768 h 253125"/>
                <a:gd name="connsiteX4" fmla="*/ 128453 w 253125"/>
                <a:gd name="connsiteY4" fmla="*/ 256905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125" h="253125">
                  <a:moveTo>
                    <a:pt x="128453" y="256905"/>
                  </a:moveTo>
                  <a:cubicBezTo>
                    <a:pt x="199378" y="256905"/>
                    <a:pt x="256888" y="241296"/>
                    <a:pt x="256888" y="170353"/>
                  </a:cubicBezTo>
                  <a:cubicBezTo>
                    <a:pt x="256888" y="99411"/>
                    <a:pt x="212642" y="0"/>
                    <a:pt x="128453" y="0"/>
                  </a:cubicBezTo>
                  <a:cubicBezTo>
                    <a:pt x="57594" y="0"/>
                    <a:pt x="0" y="89826"/>
                    <a:pt x="0" y="160768"/>
                  </a:cubicBezTo>
                  <a:cubicBezTo>
                    <a:pt x="0" y="231694"/>
                    <a:pt x="57527" y="256905"/>
                    <a:pt x="128453" y="25690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20090415" y="3675761"/>
              <a:ext cx="320625" cy="135000"/>
            </a:xfrm>
            <a:custGeom>
              <a:avLst/>
              <a:gdLst>
                <a:gd name="connsiteX0" fmla="*/ 189239 w 320625"/>
                <a:gd name="connsiteY0" fmla="*/ 33801 h 135000"/>
                <a:gd name="connsiteX1" fmla="*/ 189239 w 320625"/>
                <a:gd name="connsiteY1" fmla="*/ 0 h 135000"/>
                <a:gd name="connsiteX2" fmla="*/ 138665 w 320625"/>
                <a:gd name="connsiteY2" fmla="*/ 0 h 135000"/>
                <a:gd name="connsiteX3" fmla="*/ 138665 w 320625"/>
                <a:gd name="connsiteY3" fmla="*/ 34020 h 135000"/>
                <a:gd name="connsiteX4" fmla="*/ 3766 w 320625"/>
                <a:gd name="connsiteY4" fmla="*/ 94635 h 135000"/>
                <a:gd name="connsiteX5" fmla="*/ 6820 w 320625"/>
                <a:gd name="connsiteY5" fmla="*/ 119526 h 135000"/>
                <a:gd name="connsiteX6" fmla="*/ 17806 w 320625"/>
                <a:gd name="connsiteY6" fmla="*/ 123356 h 135000"/>
                <a:gd name="connsiteX7" fmla="*/ 31559 w 320625"/>
                <a:gd name="connsiteY7" fmla="*/ 116640 h 135000"/>
                <a:gd name="connsiteX8" fmla="*/ 138665 w 320625"/>
                <a:gd name="connsiteY8" fmla="*/ 69711 h 135000"/>
                <a:gd name="connsiteX9" fmla="*/ 138665 w 320625"/>
                <a:gd name="connsiteY9" fmla="*/ 75178 h 135000"/>
                <a:gd name="connsiteX10" fmla="*/ 144807 w 320625"/>
                <a:gd name="connsiteY10" fmla="*/ 75178 h 135000"/>
                <a:gd name="connsiteX11" fmla="*/ 144807 w 320625"/>
                <a:gd name="connsiteY11" fmla="*/ 123356 h 135000"/>
                <a:gd name="connsiteX12" fmla="*/ 162425 w 320625"/>
                <a:gd name="connsiteY12" fmla="*/ 141092 h 135000"/>
                <a:gd name="connsiteX13" fmla="*/ 180042 w 320625"/>
                <a:gd name="connsiteY13" fmla="*/ 123356 h 135000"/>
                <a:gd name="connsiteX14" fmla="*/ 180042 w 320625"/>
                <a:gd name="connsiteY14" fmla="*/ 75178 h 135000"/>
                <a:gd name="connsiteX15" fmla="*/ 189239 w 320625"/>
                <a:gd name="connsiteY15" fmla="*/ 75178 h 135000"/>
                <a:gd name="connsiteX16" fmla="*/ 189239 w 320625"/>
                <a:gd name="connsiteY16" fmla="*/ 69458 h 135000"/>
                <a:gd name="connsiteX17" fmla="*/ 300344 w 320625"/>
                <a:gd name="connsiteY17" fmla="*/ 120909 h 135000"/>
                <a:gd name="connsiteX18" fmla="*/ 325302 w 320625"/>
                <a:gd name="connsiteY18" fmla="*/ 124082 h 135000"/>
                <a:gd name="connsiteX19" fmla="*/ 328289 w 320625"/>
                <a:gd name="connsiteY19" fmla="*/ 99242 h 135000"/>
                <a:gd name="connsiteX20" fmla="*/ 189239 w 320625"/>
                <a:gd name="connsiteY20" fmla="*/ 33801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625" h="135000">
                  <a:moveTo>
                    <a:pt x="189239" y="33801"/>
                  </a:moveTo>
                  <a:lnTo>
                    <a:pt x="189239" y="0"/>
                  </a:lnTo>
                  <a:lnTo>
                    <a:pt x="138665" y="0"/>
                  </a:lnTo>
                  <a:lnTo>
                    <a:pt x="138665" y="34020"/>
                  </a:lnTo>
                  <a:cubicBezTo>
                    <a:pt x="45143" y="43268"/>
                    <a:pt x="5572" y="92357"/>
                    <a:pt x="3766" y="94635"/>
                  </a:cubicBezTo>
                  <a:cubicBezTo>
                    <a:pt x="-2292" y="102313"/>
                    <a:pt x="-875" y="113468"/>
                    <a:pt x="6820" y="119526"/>
                  </a:cubicBezTo>
                  <a:cubicBezTo>
                    <a:pt x="10060" y="122091"/>
                    <a:pt x="13958" y="123356"/>
                    <a:pt x="17806" y="123356"/>
                  </a:cubicBezTo>
                  <a:cubicBezTo>
                    <a:pt x="23054" y="123356"/>
                    <a:pt x="28066" y="121044"/>
                    <a:pt x="31559" y="116640"/>
                  </a:cubicBezTo>
                  <a:cubicBezTo>
                    <a:pt x="31913" y="116235"/>
                    <a:pt x="63520" y="78233"/>
                    <a:pt x="138665" y="69711"/>
                  </a:cubicBezTo>
                  <a:lnTo>
                    <a:pt x="138665" y="75178"/>
                  </a:lnTo>
                  <a:lnTo>
                    <a:pt x="144807" y="75178"/>
                  </a:lnTo>
                  <a:lnTo>
                    <a:pt x="144807" y="123356"/>
                  </a:lnTo>
                  <a:cubicBezTo>
                    <a:pt x="144807" y="133144"/>
                    <a:pt x="152620" y="141092"/>
                    <a:pt x="162425" y="141092"/>
                  </a:cubicBezTo>
                  <a:cubicBezTo>
                    <a:pt x="172195" y="141092"/>
                    <a:pt x="180042" y="133144"/>
                    <a:pt x="180042" y="123356"/>
                  </a:cubicBezTo>
                  <a:lnTo>
                    <a:pt x="180042" y="75178"/>
                  </a:lnTo>
                  <a:lnTo>
                    <a:pt x="189239" y="75178"/>
                  </a:lnTo>
                  <a:lnTo>
                    <a:pt x="189239" y="69458"/>
                  </a:lnTo>
                  <a:cubicBezTo>
                    <a:pt x="265902" y="77828"/>
                    <a:pt x="298707" y="118834"/>
                    <a:pt x="300344" y="120909"/>
                  </a:cubicBezTo>
                  <a:cubicBezTo>
                    <a:pt x="306318" y="128588"/>
                    <a:pt x="317573" y="130039"/>
                    <a:pt x="325302" y="124082"/>
                  </a:cubicBezTo>
                  <a:cubicBezTo>
                    <a:pt x="333082" y="118125"/>
                    <a:pt x="334263" y="107004"/>
                    <a:pt x="328289" y="99242"/>
                  </a:cubicBezTo>
                  <a:cubicBezTo>
                    <a:pt x="326399" y="96778"/>
                    <a:pt x="284296" y="42879"/>
                    <a:pt x="189239" y="3380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20035510" y="3462428"/>
              <a:ext cx="421875" cy="185625"/>
            </a:xfrm>
            <a:custGeom>
              <a:avLst/>
              <a:gdLst>
                <a:gd name="connsiteX0" fmla="*/ 419661 w 421875"/>
                <a:gd name="connsiteY0" fmla="*/ 0 h 185625"/>
                <a:gd name="connsiteX1" fmla="*/ 402060 w 421875"/>
                <a:gd name="connsiteY1" fmla="*/ 17719 h 185625"/>
                <a:gd name="connsiteX2" fmla="*/ 402060 w 421875"/>
                <a:gd name="connsiteY2" fmla="*/ 85472 h 185625"/>
                <a:gd name="connsiteX3" fmla="*/ 383194 w 421875"/>
                <a:gd name="connsiteY3" fmla="*/ 114126 h 185625"/>
                <a:gd name="connsiteX4" fmla="*/ 337884 w 421875"/>
                <a:gd name="connsiteY4" fmla="*/ 89134 h 185625"/>
                <a:gd name="connsiteX5" fmla="*/ 107558 w 421875"/>
                <a:gd name="connsiteY5" fmla="*/ 89134 h 185625"/>
                <a:gd name="connsiteX6" fmla="*/ 65201 w 421875"/>
                <a:gd name="connsiteY6" fmla="*/ 109907 h 185625"/>
                <a:gd name="connsiteX7" fmla="*/ 34624 w 421875"/>
                <a:gd name="connsiteY7" fmla="*/ 12521 h 185625"/>
                <a:gd name="connsiteX8" fmla="*/ 12416 w 421875"/>
                <a:gd name="connsiteY8" fmla="*/ 878 h 185625"/>
                <a:gd name="connsiteX9" fmla="*/ 823 w 421875"/>
                <a:gd name="connsiteY9" fmla="*/ 23068 h 185625"/>
                <a:gd name="connsiteX10" fmla="*/ 36733 w 421875"/>
                <a:gd name="connsiteY10" fmla="*/ 137177 h 185625"/>
                <a:gd name="connsiteX11" fmla="*/ 53625 w 421875"/>
                <a:gd name="connsiteY11" fmla="*/ 149546 h 185625"/>
                <a:gd name="connsiteX12" fmla="*/ 54992 w 421875"/>
                <a:gd name="connsiteY12" fmla="*/ 149496 h 185625"/>
                <a:gd name="connsiteX13" fmla="*/ 107574 w 421875"/>
                <a:gd name="connsiteY13" fmla="*/ 194906 h 185625"/>
                <a:gd name="connsiteX14" fmla="*/ 337918 w 421875"/>
                <a:gd name="connsiteY14" fmla="*/ 194906 h 185625"/>
                <a:gd name="connsiteX15" fmla="*/ 390551 w 421875"/>
                <a:gd name="connsiteY15" fmla="*/ 148534 h 185625"/>
                <a:gd name="connsiteX16" fmla="*/ 437312 w 421875"/>
                <a:gd name="connsiteY16" fmla="*/ 85455 h 185625"/>
                <a:gd name="connsiteX17" fmla="*/ 437312 w 421875"/>
                <a:gd name="connsiteY17" fmla="*/ 17702 h 185625"/>
                <a:gd name="connsiteX18" fmla="*/ 419661 w 421875"/>
                <a:gd name="connsiteY18" fmla="*/ 0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21875" h="185625">
                  <a:moveTo>
                    <a:pt x="419661" y="0"/>
                  </a:moveTo>
                  <a:cubicBezTo>
                    <a:pt x="409873" y="0"/>
                    <a:pt x="402060" y="7931"/>
                    <a:pt x="402060" y="17719"/>
                  </a:cubicBezTo>
                  <a:lnTo>
                    <a:pt x="402060" y="85472"/>
                  </a:lnTo>
                  <a:cubicBezTo>
                    <a:pt x="402060" y="106211"/>
                    <a:pt x="389471" y="112438"/>
                    <a:pt x="383194" y="114126"/>
                  </a:cubicBezTo>
                  <a:cubicBezTo>
                    <a:pt x="373811" y="98955"/>
                    <a:pt x="357038" y="89134"/>
                    <a:pt x="337884" y="89134"/>
                  </a:cubicBezTo>
                  <a:lnTo>
                    <a:pt x="107558" y="89134"/>
                  </a:lnTo>
                  <a:cubicBezTo>
                    <a:pt x="90261" y="89134"/>
                    <a:pt x="74904" y="97132"/>
                    <a:pt x="65201" y="109907"/>
                  </a:cubicBezTo>
                  <a:lnTo>
                    <a:pt x="34624" y="12521"/>
                  </a:lnTo>
                  <a:cubicBezTo>
                    <a:pt x="31688" y="3206"/>
                    <a:pt x="21799" y="-2076"/>
                    <a:pt x="12416" y="878"/>
                  </a:cubicBezTo>
                  <a:cubicBezTo>
                    <a:pt x="3051" y="3831"/>
                    <a:pt x="-2113" y="13736"/>
                    <a:pt x="823" y="23068"/>
                  </a:cubicBezTo>
                  <a:lnTo>
                    <a:pt x="36733" y="137177"/>
                  </a:lnTo>
                  <a:cubicBezTo>
                    <a:pt x="39129" y="144720"/>
                    <a:pt x="46099" y="149546"/>
                    <a:pt x="53625" y="149546"/>
                  </a:cubicBezTo>
                  <a:cubicBezTo>
                    <a:pt x="54081" y="149546"/>
                    <a:pt x="54536" y="149546"/>
                    <a:pt x="54992" y="149496"/>
                  </a:cubicBezTo>
                  <a:cubicBezTo>
                    <a:pt x="58755" y="175163"/>
                    <a:pt x="80861" y="194906"/>
                    <a:pt x="107574" y="194906"/>
                  </a:cubicBezTo>
                  <a:lnTo>
                    <a:pt x="337918" y="194906"/>
                  </a:lnTo>
                  <a:cubicBezTo>
                    <a:pt x="364952" y="194906"/>
                    <a:pt x="387227" y="174673"/>
                    <a:pt x="390551" y="148534"/>
                  </a:cubicBezTo>
                  <a:cubicBezTo>
                    <a:pt x="408844" y="144146"/>
                    <a:pt x="437312" y="126849"/>
                    <a:pt x="437312" y="85455"/>
                  </a:cubicBezTo>
                  <a:lnTo>
                    <a:pt x="437312" y="17702"/>
                  </a:lnTo>
                  <a:cubicBezTo>
                    <a:pt x="437312" y="7931"/>
                    <a:pt x="429482" y="0"/>
                    <a:pt x="41966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610918" y="852695"/>
            <a:ext cx="523125" cy="489375"/>
            <a:chOff x="21065895" y="3305085"/>
            <a:chExt cx="523125" cy="489375"/>
          </a:xfrm>
          <a:solidFill>
            <a:schemeClr val="accent1"/>
          </a:solidFill>
        </p:grpSpPr>
        <p:sp>
          <p:nvSpPr>
            <p:cNvPr id="10" name="任意多边形: 形状 9"/>
            <p:cNvSpPr/>
            <p:nvPr/>
          </p:nvSpPr>
          <p:spPr>
            <a:xfrm>
              <a:off x="21065895" y="3305085"/>
              <a:ext cx="523125" cy="489375"/>
            </a:xfrm>
            <a:custGeom>
              <a:avLst/>
              <a:gdLst>
                <a:gd name="connsiteX0" fmla="*/ 517506 w 523125"/>
                <a:gd name="connsiteY0" fmla="*/ 36788 h 489375"/>
                <a:gd name="connsiteX1" fmla="*/ 351894 w 523125"/>
                <a:gd name="connsiteY1" fmla="*/ 36788 h 489375"/>
                <a:gd name="connsiteX2" fmla="*/ 351894 w 523125"/>
                <a:gd name="connsiteY2" fmla="*/ 27574 h 489375"/>
                <a:gd name="connsiteX3" fmla="*/ 324338 w 523125"/>
                <a:gd name="connsiteY3" fmla="*/ 0 h 489375"/>
                <a:gd name="connsiteX4" fmla="*/ 211579 w 523125"/>
                <a:gd name="connsiteY4" fmla="*/ 0 h 489375"/>
                <a:gd name="connsiteX5" fmla="*/ 184005 w 523125"/>
                <a:gd name="connsiteY5" fmla="*/ 27574 h 489375"/>
                <a:gd name="connsiteX6" fmla="*/ 184005 w 523125"/>
                <a:gd name="connsiteY6" fmla="*/ 36788 h 489375"/>
                <a:gd name="connsiteX7" fmla="*/ 18394 w 523125"/>
                <a:gd name="connsiteY7" fmla="*/ 36788 h 489375"/>
                <a:gd name="connsiteX8" fmla="*/ 0 w 523125"/>
                <a:gd name="connsiteY8" fmla="*/ 55434 h 489375"/>
                <a:gd name="connsiteX9" fmla="*/ 0 w 523125"/>
                <a:gd name="connsiteY9" fmla="*/ 388176 h 489375"/>
                <a:gd name="connsiteX10" fmla="*/ 18394 w 523125"/>
                <a:gd name="connsiteY10" fmla="*/ 407093 h 489375"/>
                <a:gd name="connsiteX11" fmla="*/ 112843 w 523125"/>
                <a:gd name="connsiteY11" fmla="*/ 407093 h 489375"/>
                <a:gd name="connsiteX12" fmla="*/ 79194 w 523125"/>
                <a:gd name="connsiteY12" fmla="*/ 499078 h 489375"/>
                <a:gd name="connsiteX13" fmla="*/ 143421 w 523125"/>
                <a:gd name="connsiteY13" fmla="*/ 499078 h 489375"/>
                <a:gd name="connsiteX14" fmla="*/ 177069 w 523125"/>
                <a:gd name="connsiteY14" fmla="*/ 407093 h 489375"/>
                <a:gd name="connsiteX15" fmla="*/ 220809 w 523125"/>
                <a:gd name="connsiteY15" fmla="*/ 407093 h 489375"/>
                <a:gd name="connsiteX16" fmla="*/ 220809 w 523125"/>
                <a:gd name="connsiteY16" fmla="*/ 462291 h 489375"/>
                <a:gd name="connsiteX17" fmla="*/ 315090 w 523125"/>
                <a:gd name="connsiteY17" fmla="*/ 462291 h 489375"/>
                <a:gd name="connsiteX18" fmla="*/ 315090 w 523125"/>
                <a:gd name="connsiteY18" fmla="*/ 407093 h 489375"/>
                <a:gd name="connsiteX19" fmla="*/ 358830 w 523125"/>
                <a:gd name="connsiteY19" fmla="*/ 407093 h 489375"/>
                <a:gd name="connsiteX20" fmla="*/ 392479 w 523125"/>
                <a:gd name="connsiteY20" fmla="*/ 499078 h 489375"/>
                <a:gd name="connsiteX21" fmla="*/ 456722 w 523125"/>
                <a:gd name="connsiteY21" fmla="*/ 499078 h 489375"/>
                <a:gd name="connsiteX22" fmla="*/ 423073 w 523125"/>
                <a:gd name="connsiteY22" fmla="*/ 407093 h 489375"/>
                <a:gd name="connsiteX23" fmla="*/ 517539 w 523125"/>
                <a:gd name="connsiteY23" fmla="*/ 407093 h 489375"/>
                <a:gd name="connsiteX24" fmla="*/ 535933 w 523125"/>
                <a:gd name="connsiteY24" fmla="*/ 388176 h 489375"/>
                <a:gd name="connsiteX25" fmla="*/ 535933 w 523125"/>
                <a:gd name="connsiteY25" fmla="*/ 55451 h 489375"/>
                <a:gd name="connsiteX26" fmla="*/ 517506 w 523125"/>
                <a:gd name="connsiteY26" fmla="*/ 36788 h 489375"/>
                <a:gd name="connsiteX27" fmla="*/ 499112 w 523125"/>
                <a:gd name="connsiteY27" fmla="*/ 370288 h 489375"/>
                <a:gd name="connsiteX28" fmla="*/ 36788 w 523125"/>
                <a:gd name="connsiteY28" fmla="*/ 370288 h 489375"/>
                <a:gd name="connsiteX29" fmla="*/ 36788 w 523125"/>
                <a:gd name="connsiteY29" fmla="*/ 73592 h 489375"/>
                <a:gd name="connsiteX30" fmla="*/ 499095 w 523125"/>
                <a:gd name="connsiteY30" fmla="*/ 73592 h 489375"/>
                <a:gd name="connsiteX31" fmla="*/ 499112 w 523125"/>
                <a:gd name="connsiteY31" fmla="*/ 370288 h 489375"/>
                <a:gd name="connsiteX32" fmla="*/ 499112 w 523125"/>
                <a:gd name="connsiteY32" fmla="*/ 370288 h 4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23125" h="489375">
                  <a:moveTo>
                    <a:pt x="517506" y="36788"/>
                  </a:moveTo>
                  <a:lnTo>
                    <a:pt x="351894" y="36788"/>
                  </a:lnTo>
                  <a:lnTo>
                    <a:pt x="351894" y="27574"/>
                  </a:lnTo>
                  <a:cubicBezTo>
                    <a:pt x="351894" y="12336"/>
                    <a:pt x="339576" y="0"/>
                    <a:pt x="324338" y="0"/>
                  </a:cubicBezTo>
                  <a:lnTo>
                    <a:pt x="211579" y="0"/>
                  </a:lnTo>
                  <a:cubicBezTo>
                    <a:pt x="196341" y="0"/>
                    <a:pt x="184005" y="12336"/>
                    <a:pt x="184005" y="27574"/>
                  </a:cubicBezTo>
                  <a:lnTo>
                    <a:pt x="184005" y="36788"/>
                  </a:lnTo>
                  <a:lnTo>
                    <a:pt x="18394" y="36788"/>
                  </a:lnTo>
                  <a:cubicBezTo>
                    <a:pt x="8184" y="36788"/>
                    <a:pt x="0" y="45225"/>
                    <a:pt x="0" y="55434"/>
                  </a:cubicBezTo>
                  <a:lnTo>
                    <a:pt x="0" y="388176"/>
                  </a:lnTo>
                  <a:cubicBezTo>
                    <a:pt x="0" y="398368"/>
                    <a:pt x="8184" y="407093"/>
                    <a:pt x="18394" y="407093"/>
                  </a:cubicBezTo>
                  <a:lnTo>
                    <a:pt x="112843" y="407093"/>
                  </a:lnTo>
                  <a:lnTo>
                    <a:pt x="79194" y="499078"/>
                  </a:lnTo>
                  <a:lnTo>
                    <a:pt x="143421" y="499078"/>
                  </a:lnTo>
                  <a:lnTo>
                    <a:pt x="177069" y="407093"/>
                  </a:lnTo>
                  <a:lnTo>
                    <a:pt x="220809" y="407093"/>
                  </a:lnTo>
                  <a:lnTo>
                    <a:pt x="220809" y="462291"/>
                  </a:lnTo>
                  <a:lnTo>
                    <a:pt x="315090" y="462291"/>
                  </a:lnTo>
                  <a:lnTo>
                    <a:pt x="315090" y="407093"/>
                  </a:lnTo>
                  <a:lnTo>
                    <a:pt x="358830" y="407093"/>
                  </a:lnTo>
                  <a:lnTo>
                    <a:pt x="392479" y="499078"/>
                  </a:lnTo>
                  <a:lnTo>
                    <a:pt x="456722" y="499078"/>
                  </a:lnTo>
                  <a:lnTo>
                    <a:pt x="423073" y="407093"/>
                  </a:lnTo>
                  <a:lnTo>
                    <a:pt x="517539" y="407093"/>
                  </a:lnTo>
                  <a:cubicBezTo>
                    <a:pt x="527732" y="407093"/>
                    <a:pt x="535933" y="398368"/>
                    <a:pt x="535933" y="388176"/>
                  </a:cubicBezTo>
                  <a:lnTo>
                    <a:pt x="535933" y="55451"/>
                  </a:lnTo>
                  <a:cubicBezTo>
                    <a:pt x="535933" y="45225"/>
                    <a:pt x="527715" y="36788"/>
                    <a:pt x="517506" y="36788"/>
                  </a:cubicBezTo>
                  <a:close/>
                  <a:moveTo>
                    <a:pt x="499112" y="370288"/>
                  </a:moveTo>
                  <a:lnTo>
                    <a:pt x="36788" y="370288"/>
                  </a:lnTo>
                  <a:lnTo>
                    <a:pt x="36788" y="73592"/>
                  </a:lnTo>
                  <a:lnTo>
                    <a:pt x="499095" y="73592"/>
                  </a:lnTo>
                  <a:lnTo>
                    <a:pt x="499112" y="370288"/>
                  </a:lnTo>
                  <a:lnTo>
                    <a:pt x="499112" y="37028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21130290" y="3403989"/>
              <a:ext cx="388125" cy="236250"/>
            </a:xfrm>
            <a:custGeom>
              <a:avLst/>
              <a:gdLst>
                <a:gd name="connsiteX0" fmla="*/ 0 w 388125"/>
                <a:gd name="connsiteY0" fmla="*/ 0 h 236250"/>
                <a:gd name="connsiteX1" fmla="*/ 404814 w 388125"/>
                <a:gd name="connsiteY1" fmla="*/ 0 h 236250"/>
                <a:gd name="connsiteX2" fmla="*/ 404814 w 388125"/>
                <a:gd name="connsiteY2" fmla="*/ 246105 h 236250"/>
                <a:gd name="connsiteX3" fmla="*/ 0 w 388125"/>
                <a:gd name="connsiteY3" fmla="*/ 246105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125" h="236250">
                  <a:moveTo>
                    <a:pt x="0" y="0"/>
                  </a:moveTo>
                  <a:lnTo>
                    <a:pt x="404814" y="0"/>
                  </a:lnTo>
                  <a:lnTo>
                    <a:pt x="404814" y="246105"/>
                  </a:lnTo>
                  <a:lnTo>
                    <a:pt x="0" y="24610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830118" y="833769"/>
            <a:ext cx="492531" cy="527226"/>
            <a:chOff x="22153033" y="3278709"/>
            <a:chExt cx="492531" cy="527226"/>
          </a:xfrm>
          <a:solidFill>
            <a:schemeClr val="accent1"/>
          </a:solidFill>
        </p:grpSpPr>
        <p:sp>
          <p:nvSpPr>
            <p:cNvPr id="13" name="任意多边形: 形状 12"/>
            <p:cNvSpPr/>
            <p:nvPr/>
          </p:nvSpPr>
          <p:spPr>
            <a:xfrm>
              <a:off x="22493689" y="3278709"/>
              <a:ext cx="151875" cy="151875"/>
            </a:xfrm>
            <a:custGeom>
              <a:avLst/>
              <a:gdLst>
                <a:gd name="connsiteX0" fmla="*/ 81405 w 151875"/>
                <a:gd name="connsiteY0" fmla="*/ 162810 h 151875"/>
                <a:gd name="connsiteX1" fmla="*/ 162810 w 151875"/>
                <a:gd name="connsiteY1" fmla="*/ 81405 h 151875"/>
                <a:gd name="connsiteX2" fmla="*/ 81405 w 151875"/>
                <a:gd name="connsiteY2" fmla="*/ 0 h 151875"/>
                <a:gd name="connsiteX3" fmla="*/ 0 w 151875"/>
                <a:gd name="connsiteY3" fmla="*/ 81405 h 151875"/>
                <a:gd name="connsiteX4" fmla="*/ 81405 w 151875"/>
                <a:gd name="connsiteY4" fmla="*/ 162810 h 151875"/>
                <a:gd name="connsiteX5" fmla="*/ 81405 w 151875"/>
                <a:gd name="connsiteY5" fmla="*/ 37699 h 151875"/>
                <a:gd name="connsiteX6" fmla="*/ 125128 w 151875"/>
                <a:gd name="connsiteY6" fmla="*/ 81405 h 151875"/>
                <a:gd name="connsiteX7" fmla="*/ 81405 w 151875"/>
                <a:gd name="connsiteY7" fmla="*/ 125111 h 151875"/>
                <a:gd name="connsiteX8" fmla="*/ 37699 w 151875"/>
                <a:gd name="connsiteY8" fmla="*/ 81405 h 151875"/>
                <a:gd name="connsiteX9" fmla="*/ 81405 w 151875"/>
                <a:gd name="connsiteY9" fmla="*/ 37699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875" h="151875">
                  <a:moveTo>
                    <a:pt x="81405" y="162810"/>
                  </a:moveTo>
                  <a:cubicBezTo>
                    <a:pt x="126292" y="162810"/>
                    <a:pt x="162810" y="126309"/>
                    <a:pt x="162810" y="81405"/>
                  </a:cubicBezTo>
                  <a:cubicBezTo>
                    <a:pt x="162810" y="36501"/>
                    <a:pt x="126292" y="0"/>
                    <a:pt x="81405" y="0"/>
                  </a:cubicBezTo>
                  <a:cubicBezTo>
                    <a:pt x="36517" y="0"/>
                    <a:pt x="0" y="36518"/>
                    <a:pt x="0" y="81405"/>
                  </a:cubicBezTo>
                  <a:cubicBezTo>
                    <a:pt x="0" y="126293"/>
                    <a:pt x="36517" y="162810"/>
                    <a:pt x="81405" y="162810"/>
                  </a:cubicBezTo>
                  <a:close/>
                  <a:moveTo>
                    <a:pt x="81405" y="37699"/>
                  </a:moveTo>
                  <a:cubicBezTo>
                    <a:pt x="105502" y="37699"/>
                    <a:pt x="125128" y="57308"/>
                    <a:pt x="125128" y="81405"/>
                  </a:cubicBezTo>
                  <a:cubicBezTo>
                    <a:pt x="125128" y="105503"/>
                    <a:pt x="105502" y="125111"/>
                    <a:pt x="81405" y="125111"/>
                  </a:cubicBezTo>
                  <a:cubicBezTo>
                    <a:pt x="57308" y="125111"/>
                    <a:pt x="37699" y="105503"/>
                    <a:pt x="37699" y="81405"/>
                  </a:cubicBezTo>
                  <a:cubicBezTo>
                    <a:pt x="37699" y="57291"/>
                    <a:pt x="57324" y="37699"/>
                    <a:pt x="81405" y="3769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22493689" y="3464824"/>
              <a:ext cx="151875" cy="151875"/>
            </a:xfrm>
            <a:custGeom>
              <a:avLst/>
              <a:gdLst>
                <a:gd name="connsiteX0" fmla="*/ 81405 w 151875"/>
                <a:gd name="connsiteY0" fmla="*/ 0 h 151875"/>
                <a:gd name="connsiteX1" fmla="*/ 0 w 151875"/>
                <a:gd name="connsiteY1" fmla="*/ 81405 h 151875"/>
                <a:gd name="connsiteX2" fmla="*/ 81405 w 151875"/>
                <a:gd name="connsiteY2" fmla="*/ 162827 h 151875"/>
                <a:gd name="connsiteX3" fmla="*/ 162810 w 151875"/>
                <a:gd name="connsiteY3" fmla="*/ 81405 h 151875"/>
                <a:gd name="connsiteX4" fmla="*/ 81405 w 151875"/>
                <a:gd name="connsiteY4" fmla="*/ 0 h 151875"/>
                <a:gd name="connsiteX5" fmla="*/ 81405 w 151875"/>
                <a:gd name="connsiteY5" fmla="*/ 125111 h 151875"/>
                <a:gd name="connsiteX6" fmla="*/ 37699 w 151875"/>
                <a:gd name="connsiteY6" fmla="*/ 81405 h 151875"/>
                <a:gd name="connsiteX7" fmla="*/ 81405 w 151875"/>
                <a:gd name="connsiteY7" fmla="*/ 37716 h 151875"/>
                <a:gd name="connsiteX8" fmla="*/ 125128 w 151875"/>
                <a:gd name="connsiteY8" fmla="*/ 81405 h 151875"/>
                <a:gd name="connsiteX9" fmla="*/ 81405 w 151875"/>
                <a:gd name="connsiteY9" fmla="*/ 125111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875" h="151875">
                  <a:moveTo>
                    <a:pt x="81405" y="0"/>
                  </a:moveTo>
                  <a:cubicBezTo>
                    <a:pt x="36517" y="0"/>
                    <a:pt x="0" y="36534"/>
                    <a:pt x="0" y="81405"/>
                  </a:cubicBezTo>
                  <a:cubicBezTo>
                    <a:pt x="0" y="126309"/>
                    <a:pt x="36517" y="162827"/>
                    <a:pt x="81405" y="162827"/>
                  </a:cubicBezTo>
                  <a:cubicBezTo>
                    <a:pt x="126292" y="162827"/>
                    <a:pt x="162810" y="126309"/>
                    <a:pt x="162810" y="81405"/>
                  </a:cubicBezTo>
                  <a:cubicBezTo>
                    <a:pt x="162827" y="36517"/>
                    <a:pt x="126292" y="0"/>
                    <a:pt x="81405" y="0"/>
                  </a:cubicBezTo>
                  <a:close/>
                  <a:moveTo>
                    <a:pt x="81405" y="125111"/>
                  </a:moveTo>
                  <a:cubicBezTo>
                    <a:pt x="57308" y="125111"/>
                    <a:pt x="37699" y="105519"/>
                    <a:pt x="37699" y="81405"/>
                  </a:cubicBezTo>
                  <a:cubicBezTo>
                    <a:pt x="37699" y="57324"/>
                    <a:pt x="57308" y="37716"/>
                    <a:pt x="81405" y="37716"/>
                  </a:cubicBezTo>
                  <a:cubicBezTo>
                    <a:pt x="105502" y="37716"/>
                    <a:pt x="125128" y="57324"/>
                    <a:pt x="125128" y="81405"/>
                  </a:cubicBezTo>
                  <a:cubicBezTo>
                    <a:pt x="125128" y="105519"/>
                    <a:pt x="105502" y="125111"/>
                    <a:pt x="81405" y="12511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22493689" y="3654060"/>
              <a:ext cx="151875" cy="151875"/>
            </a:xfrm>
            <a:custGeom>
              <a:avLst/>
              <a:gdLst>
                <a:gd name="connsiteX0" fmla="*/ 81405 w 151875"/>
                <a:gd name="connsiteY0" fmla="*/ 0 h 151875"/>
                <a:gd name="connsiteX1" fmla="*/ 0 w 151875"/>
                <a:gd name="connsiteY1" fmla="*/ 81388 h 151875"/>
                <a:gd name="connsiteX2" fmla="*/ 81405 w 151875"/>
                <a:gd name="connsiteY2" fmla="*/ 162793 h 151875"/>
                <a:gd name="connsiteX3" fmla="*/ 162810 w 151875"/>
                <a:gd name="connsiteY3" fmla="*/ 81388 h 151875"/>
                <a:gd name="connsiteX4" fmla="*/ 81405 w 151875"/>
                <a:gd name="connsiteY4" fmla="*/ 0 h 151875"/>
                <a:gd name="connsiteX5" fmla="*/ 81405 w 151875"/>
                <a:gd name="connsiteY5" fmla="*/ 125111 h 151875"/>
                <a:gd name="connsiteX6" fmla="*/ 37699 w 151875"/>
                <a:gd name="connsiteY6" fmla="*/ 81388 h 151875"/>
                <a:gd name="connsiteX7" fmla="*/ 81405 w 151875"/>
                <a:gd name="connsiteY7" fmla="*/ 37682 h 151875"/>
                <a:gd name="connsiteX8" fmla="*/ 125128 w 151875"/>
                <a:gd name="connsiteY8" fmla="*/ 81388 h 151875"/>
                <a:gd name="connsiteX9" fmla="*/ 81405 w 151875"/>
                <a:gd name="connsiteY9" fmla="*/ 125111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875" h="151875">
                  <a:moveTo>
                    <a:pt x="81405" y="0"/>
                  </a:moveTo>
                  <a:cubicBezTo>
                    <a:pt x="36517" y="0"/>
                    <a:pt x="0" y="36517"/>
                    <a:pt x="0" y="81388"/>
                  </a:cubicBezTo>
                  <a:cubicBezTo>
                    <a:pt x="0" y="126276"/>
                    <a:pt x="36517" y="162793"/>
                    <a:pt x="81405" y="162793"/>
                  </a:cubicBezTo>
                  <a:cubicBezTo>
                    <a:pt x="126292" y="162793"/>
                    <a:pt x="162810" y="126276"/>
                    <a:pt x="162810" y="81388"/>
                  </a:cubicBezTo>
                  <a:cubicBezTo>
                    <a:pt x="162827" y="36517"/>
                    <a:pt x="126292" y="0"/>
                    <a:pt x="81405" y="0"/>
                  </a:cubicBezTo>
                  <a:close/>
                  <a:moveTo>
                    <a:pt x="81405" y="125111"/>
                  </a:moveTo>
                  <a:cubicBezTo>
                    <a:pt x="57308" y="125111"/>
                    <a:pt x="37699" y="105503"/>
                    <a:pt x="37699" y="81388"/>
                  </a:cubicBezTo>
                  <a:cubicBezTo>
                    <a:pt x="37699" y="57291"/>
                    <a:pt x="57308" y="37682"/>
                    <a:pt x="81405" y="37682"/>
                  </a:cubicBezTo>
                  <a:cubicBezTo>
                    <a:pt x="105502" y="37682"/>
                    <a:pt x="125128" y="57291"/>
                    <a:pt x="125128" y="81388"/>
                  </a:cubicBezTo>
                  <a:cubicBezTo>
                    <a:pt x="125128" y="105503"/>
                    <a:pt x="105502" y="125111"/>
                    <a:pt x="81405" y="12511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22153050" y="3311953"/>
              <a:ext cx="303750" cy="50625"/>
            </a:xfrm>
            <a:custGeom>
              <a:avLst/>
              <a:gdLst>
                <a:gd name="connsiteX0" fmla="*/ 288799 w 303750"/>
                <a:gd name="connsiteY0" fmla="*/ 0 h 50625"/>
                <a:gd name="connsiteX1" fmla="*/ 28266 w 303750"/>
                <a:gd name="connsiteY1" fmla="*/ 0 h 50625"/>
                <a:gd name="connsiteX2" fmla="*/ 0 w 303750"/>
                <a:gd name="connsiteY2" fmla="*/ 28434 h 50625"/>
                <a:gd name="connsiteX3" fmla="*/ 28283 w 303750"/>
                <a:gd name="connsiteY3" fmla="*/ 56852 h 50625"/>
                <a:gd name="connsiteX4" fmla="*/ 288799 w 303750"/>
                <a:gd name="connsiteY4" fmla="*/ 56852 h 50625"/>
                <a:gd name="connsiteX5" fmla="*/ 317081 w 303750"/>
                <a:gd name="connsiteY5" fmla="*/ 28434 h 50625"/>
                <a:gd name="connsiteX6" fmla="*/ 288799 w 303750"/>
                <a:gd name="connsiteY6" fmla="*/ 0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750" h="50625">
                  <a:moveTo>
                    <a:pt x="288799" y="0"/>
                  </a:moveTo>
                  <a:lnTo>
                    <a:pt x="28266" y="0"/>
                  </a:lnTo>
                  <a:cubicBezTo>
                    <a:pt x="12656" y="0"/>
                    <a:pt x="0" y="12825"/>
                    <a:pt x="0" y="28434"/>
                  </a:cubicBezTo>
                  <a:cubicBezTo>
                    <a:pt x="0" y="44044"/>
                    <a:pt x="12656" y="56852"/>
                    <a:pt x="28283" y="56852"/>
                  </a:cubicBezTo>
                  <a:lnTo>
                    <a:pt x="288799" y="56852"/>
                  </a:lnTo>
                  <a:cubicBezTo>
                    <a:pt x="304425" y="56852"/>
                    <a:pt x="317081" y="44044"/>
                    <a:pt x="317081" y="28434"/>
                  </a:cubicBezTo>
                  <a:cubicBezTo>
                    <a:pt x="317081" y="12825"/>
                    <a:pt x="304425" y="0"/>
                    <a:pt x="288799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22153033" y="3492313"/>
              <a:ext cx="303750" cy="50625"/>
            </a:xfrm>
            <a:custGeom>
              <a:avLst/>
              <a:gdLst>
                <a:gd name="connsiteX0" fmla="*/ 288816 w 303750"/>
                <a:gd name="connsiteY0" fmla="*/ 0 h 50625"/>
                <a:gd name="connsiteX1" fmla="*/ 28282 w 303750"/>
                <a:gd name="connsiteY1" fmla="*/ 0 h 50625"/>
                <a:gd name="connsiteX2" fmla="*/ 0 w 303750"/>
                <a:gd name="connsiteY2" fmla="*/ 28418 h 50625"/>
                <a:gd name="connsiteX3" fmla="*/ 28282 w 303750"/>
                <a:gd name="connsiteY3" fmla="*/ 56852 h 50625"/>
                <a:gd name="connsiteX4" fmla="*/ 288799 w 303750"/>
                <a:gd name="connsiteY4" fmla="*/ 56852 h 50625"/>
                <a:gd name="connsiteX5" fmla="*/ 317098 w 303750"/>
                <a:gd name="connsiteY5" fmla="*/ 28418 h 50625"/>
                <a:gd name="connsiteX6" fmla="*/ 288816 w 303750"/>
                <a:gd name="connsiteY6" fmla="*/ 0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750" h="50625">
                  <a:moveTo>
                    <a:pt x="288816" y="0"/>
                  </a:moveTo>
                  <a:lnTo>
                    <a:pt x="28282" y="0"/>
                  </a:lnTo>
                  <a:cubicBezTo>
                    <a:pt x="12656" y="0"/>
                    <a:pt x="0" y="12808"/>
                    <a:pt x="0" y="28418"/>
                  </a:cubicBezTo>
                  <a:cubicBezTo>
                    <a:pt x="0" y="44044"/>
                    <a:pt x="12656" y="56852"/>
                    <a:pt x="28282" y="56852"/>
                  </a:cubicBezTo>
                  <a:lnTo>
                    <a:pt x="288799" y="56852"/>
                  </a:lnTo>
                  <a:cubicBezTo>
                    <a:pt x="304442" y="56852"/>
                    <a:pt x="317098" y="44044"/>
                    <a:pt x="317098" y="28418"/>
                  </a:cubicBezTo>
                  <a:cubicBezTo>
                    <a:pt x="317098" y="12808"/>
                    <a:pt x="304442" y="0"/>
                    <a:pt x="28881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2153033" y="3687776"/>
              <a:ext cx="303750" cy="50625"/>
            </a:xfrm>
            <a:custGeom>
              <a:avLst/>
              <a:gdLst>
                <a:gd name="connsiteX0" fmla="*/ 288816 w 303750"/>
                <a:gd name="connsiteY0" fmla="*/ 0 h 50625"/>
                <a:gd name="connsiteX1" fmla="*/ 28282 w 303750"/>
                <a:gd name="connsiteY1" fmla="*/ 0 h 50625"/>
                <a:gd name="connsiteX2" fmla="*/ 0 w 303750"/>
                <a:gd name="connsiteY2" fmla="*/ 27962 h 50625"/>
                <a:gd name="connsiteX3" fmla="*/ 28282 w 303750"/>
                <a:gd name="connsiteY3" fmla="*/ 55941 h 50625"/>
                <a:gd name="connsiteX4" fmla="*/ 288799 w 303750"/>
                <a:gd name="connsiteY4" fmla="*/ 55941 h 50625"/>
                <a:gd name="connsiteX5" fmla="*/ 317098 w 303750"/>
                <a:gd name="connsiteY5" fmla="*/ 27962 h 50625"/>
                <a:gd name="connsiteX6" fmla="*/ 288816 w 303750"/>
                <a:gd name="connsiteY6" fmla="*/ 0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750" h="50625">
                  <a:moveTo>
                    <a:pt x="288816" y="0"/>
                  </a:moveTo>
                  <a:lnTo>
                    <a:pt x="28282" y="0"/>
                  </a:lnTo>
                  <a:cubicBezTo>
                    <a:pt x="12656" y="0"/>
                    <a:pt x="0" y="12336"/>
                    <a:pt x="0" y="27962"/>
                  </a:cubicBezTo>
                  <a:cubicBezTo>
                    <a:pt x="0" y="43605"/>
                    <a:pt x="12656" y="55941"/>
                    <a:pt x="28282" y="55941"/>
                  </a:cubicBezTo>
                  <a:lnTo>
                    <a:pt x="288799" y="55941"/>
                  </a:lnTo>
                  <a:cubicBezTo>
                    <a:pt x="304442" y="55941"/>
                    <a:pt x="317098" y="43605"/>
                    <a:pt x="317098" y="27962"/>
                  </a:cubicBezTo>
                  <a:cubicBezTo>
                    <a:pt x="317098" y="12353"/>
                    <a:pt x="304442" y="0"/>
                    <a:pt x="28881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22162483" y="3388363"/>
              <a:ext cx="286875" cy="33750"/>
            </a:xfrm>
            <a:custGeom>
              <a:avLst/>
              <a:gdLst>
                <a:gd name="connsiteX0" fmla="*/ 279366 w 286875"/>
                <a:gd name="connsiteY0" fmla="*/ 38205 h 33750"/>
                <a:gd name="connsiteX1" fmla="*/ 298215 w 286875"/>
                <a:gd name="connsiteY1" fmla="*/ 19103 h 33750"/>
                <a:gd name="connsiteX2" fmla="*/ 279366 w 286875"/>
                <a:gd name="connsiteY2" fmla="*/ 0 h 33750"/>
                <a:gd name="connsiteX3" fmla="*/ 18832 w 286875"/>
                <a:gd name="connsiteY3" fmla="*/ 0 h 33750"/>
                <a:gd name="connsiteX4" fmla="*/ 0 w 286875"/>
                <a:gd name="connsiteY4" fmla="*/ 19103 h 33750"/>
                <a:gd name="connsiteX5" fmla="*/ 18832 w 286875"/>
                <a:gd name="connsiteY5" fmla="*/ 38205 h 33750"/>
                <a:gd name="connsiteX6" fmla="*/ 279366 w 286875"/>
                <a:gd name="connsiteY6" fmla="*/ 38205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875" h="33750">
                  <a:moveTo>
                    <a:pt x="279366" y="38205"/>
                  </a:moveTo>
                  <a:cubicBezTo>
                    <a:pt x="289761" y="38205"/>
                    <a:pt x="298215" y="29498"/>
                    <a:pt x="298215" y="19103"/>
                  </a:cubicBezTo>
                  <a:cubicBezTo>
                    <a:pt x="298215" y="8707"/>
                    <a:pt x="289761" y="0"/>
                    <a:pt x="279366" y="0"/>
                  </a:cubicBezTo>
                  <a:lnTo>
                    <a:pt x="18832" y="0"/>
                  </a:lnTo>
                  <a:cubicBezTo>
                    <a:pt x="8404" y="0"/>
                    <a:pt x="0" y="8691"/>
                    <a:pt x="0" y="19103"/>
                  </a:cubicBezTo>
                  <a:cubicBezTo>
                    <a:pt x="0" y="29514"/>
                    <a:pt x="8404" y="38205"/>
                    <a:pt x="18832" y="38205"/>
                  </a:cubicBezTo>
                  <a:lnTo>
                    <a:pt x="279366" y="3820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22162483" y="3568706"/>
              <a:ext cx="286875" cy="33750"/>
            </a:xfrm>
            <a:custGeom>
              <a:avLst/>
              <a:gdLst>
                <a:gd name="connsiteX0" fmla="*/ 279366 w 286875"/>
                <a:gd name="connsiteY0" fmla="*/ 38205 h 33750"/>
                <a:gd name="connsiteX1" fmla="*/ 298215 w 286875"/>
                <a:gd name="connsiteY1" fmla="*/ 19119 h 33750"/>
                <a:gd name="connsiteX2" fmla="*/ 279366 w 286875"/>
                <a:gd name="connsiteY2" fmla="*/ 0 h 33750"/>
                <a:gd name="connsiteX3" fmla="*/ 18832 w 286875"/>
                <a:gd name="connsiteY3" fmla="*/ 0 h 33750"/>
                <a:gd name="connsiteX4" fmla="*/ 0 w 286875"/>
                <a:gd name="connsiteY4" fmla="*/ 19119 h 33750"/>
                <a:gd name="connsiteX5" fmla="*/ 18832 w 286875"/>
                <a:gd name="connsiteY5" fmla="*/ 38205 h 33750"/>
                <a:gd name="connsiteX6" fmla="*/ 279366 w 286875"/>
                <a:gd name="connsiteY6" fmla="*/ 38205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875" h="33750">
                  <a:moveTo>
                    <a:pt x="279366" y="38205"/>
                  </a:moveTo>
                  <a:cubicBezTo>
                    <a:pt x="289761" y="38205"/>
                    <a:pt x="298215" y="29498"/>
                    <a:pt x="298215" y="19119"/>
                  </a:cubicBezTo>
                  <a:cubicBezTo>
                    <a:pt x="298215" y="8708"/>
                    <a:pt x="289761" y="0"/>
                    <a:pt x="279366" y="0"/>
                  </a:cubicBezTo>
                  <a:lnTo>
                    <a:pt x="18832" y="0"/>
                  </a:lnTo>
                  <a:cubicBezTo>
                    <a:pt x="8404" y="0"/>
                    <a:pt x="0" y="8708"/>
                    <a:pt x="0" y="19119"/>
                  </a:cubicBezTo>
                  <a:cubicBezTo>
                    <a:pt x="0" y="29531"/>
                    <a:pt x="8404" y="38205"/>
                    <a:pt x="18832" y="38205"/>
                  </a:cubicBezTo>
                  <a:lnTo>
                    <a:pt x="279366" y="3820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22162483" y="3764169"/>
              <a:ext cx="286875" cy="33750"/>
            </a:xfrm>
            <a:custGeom>
              <a:avLst/>
              <a:gdLst>
                <a:gd name="connsiteX0" fmla="*/ 279366 w 286875"/>
                <a:gd name="connsiteY0" fmla="*/ 0 h 33750"/>
                <a:gd name="connsiteX1" fmla="*/ 18832 w 286875"/>
                <a:gd name="connsiteY1" fmla="*/ 0 h 33750"/>
                <a:gd name="connsiteX2" fmla="*/ 0 w 286875"/>
                <a:gd name="connsiteY2" fmla="*/ 18647 h 33750"/>
                <a:gd name="connsiteX3" fmla="*/ 18832 w 286875"/>
                <a:gd name="connsiteY3" fmla="*/ 37294 h 33750"/>
                <a:gd name="connsiteX4" fmla="*/ 279349 w 286875"/>
                <a:gd name="connsiteY4" fmla="*/ 37294 h 33750"/>
                <a:gd name="connsiteX5" fmla="*/ 298198 w 286875"/>
                <a:gd name="connsiteY5" fmla="*/ 18647 h 33750"/>
                <a:gd name="connsiteX6" fmla="*/ 279366 w 2868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875" h="33750">
                  <a:moveTo>
                    <a:pt x="279366" y="0"/>
                  </a:moveTo>
                  <a:lnTo>
                    <a:pt x="18832" y="0"/>
                  </a:lnTo>
                  <a:cubicBezTo>
                    <a:pt x="8404" y="0"/>
                    <a:pt x="0" y="8252"/>
                    <a:pt x="0" y="18647"/>
                  </a:cubicBezTo>
                  <a:cubicBezTo>
                    <a:pt x="0" y="29059"/>
                    <a:pt x="8404" y="37294"/>
                    <a:pt x="18832" y="37294"/>
                  </a:cubicBezTo>
                  <a:lnTo>
                    <a:pt x="279349" y="37294"/>
                  </a:lnTo>
                  <a:cubicBezTo>
                    <a:pt x="289744" y="37294"/>
                    <a:pt x="298198" y="29059"/>
                    <a:pt x="298198" y="18647"/>
                  </a:cubicBezTo>
                  <a:cubicBezTo>
                    <a:pt x="298215" y="8235"/>
                    <a:pt x="289761" y="0"/>
                    <a:pt x="27936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22545984" y="3517153"/>
              <a:ext cx="50625" cy="50625"/>
            </a:xfrm>
            <a:custGeom>
              <a:avLst/>
              <a:gdLst>
                <a:gd name="connsiteX0" fmla="*/ 58151 w 50625"/>
                <a:gd name="connsiteY0" fmla="*/ 29076 h 50625"/>
                <a:gd name="connsiteX1" fmla="*/ 29076 w 50625"/>
                <a:gd name="connsiteY1" fmla="*/ 58151 h 50625"/>
                <a:gd name="connsiteX2" fmla="*/ 0 w 50625"/>
                <a:gd name="connsiteY2" fmla="*/ 29076 h 50625"/>
                <a:gd name="connsiteX3" fmla="*/ 29076 w 50625"/>
                <a:gd name="connsiteY3" fmla="*/ 0 h 50625"/>
                <a:gd name="connsiteX4" fmla="*/ 58151 w 50625"/>
                <a:gd name="connsiteY4" fmla="*/ 29076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5" h="50625">
                  <a:moveTo>
                    <a:pt x="58151" y="29076"/>
                  </a:moveTo>
                  <a:cubicBezTo>
                    <a:pt x="58151" y="45134"/>
                    <a:pt x="45134" y="58151"/>
                    <a:pt x="29076" y="58151"/>
                  </a:cubicBezTo>
                  <a:cubicBezTo>
                    <a:pt x="13018" y="58151"/>
                    <a:pt x="0" y="45134"/>
                    <a:pt x="0" y="29076"/>
                  </a:cubicBezTo>
                  <a:cubicBezTo>
                    <a:pt x="0" y="13018"/>
                    <a:pt x="13018" y="0"/>
                    <a:pt x="29076" y="0"/>
                  </a:cubicBezTo>
                  <a:cubicBezTo>
                    <a:pt x="45134" y="0"/>
                    <a:pt x="58151" y="13018"/>
                    <a:pt x="58151" y="2907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049318" y="835820"/>
            <a:ext cx="388125" cy="523125"/>
            <a:chOff x="17902547" y="4357494"/>
            <a:chExt cx="388125" cy="523125"/>
          </a:xfrm>
          <a:solidFill>
            <a:schemeClr val="accent1"/>
          </a:solidFill>
        </p:grpSpPr>
        <p:sp>
          <p:nvSpPr>
            <p:cNvPr id="50" name="任意多边形: 形状 49"/>
            <p:cNvSpPr/>
            <p:nvPr/>
          </p:nvSpPr>
          <p:spPr>
            <a:xfrm>
              <a:off x="17902547" y="4357494"/>
              <a:ext cx="388125" cy="523125"/>
            </a:xfrm>
            <a:custGeom>
              <a:avLst/>
              <a:gdLst>
                <a:gd name="connsiteX0" fmla="*/ 390786 w 388125"/>
                <a:gd name="connsiteY0" fmla="*/ 248349 h 523125"/>
                <a:gd name="connsiteX1" fmla="*/ 195474 w 388125"/>
                <a:gd name="connsiteY1" fmla="*/ 23254 h 523125"/>
                <a:gd name="connsiteX2" fmla="*/ 195474 w 388125"/>
                <a:gd name="connsiteY2" fmla="*/ 19761 h 523125"/>
                <a:gd name="connsiteX3" fmla="*/ 174263 w 388125"/>
                <a:gd name="connsiteY3" fmla="*/ 0 h 523125"/>
                <a:gd name="connsiteX4" fmla="*/ 153017 w 388125"/>
                <a:gd name="connsiteY4" fmla="*/ 19761 h 523125"/>
                <a:gd name="connsiteX5" fmla="*/ 153017 w 388125"/>
                <a:gd name="connsiteY5" fmla="*/ 44871 h 523125"/>
                <a:gd name="connsiteX6" fmla="*/ 172119 w 388125"/>
                <a:gd name="connsiteY6" fmla="*/ 63973 h 523125"/>
                <a:gd name="connsiteX7" fmla="*/ 174111 w 388125"/>
                <a:gd name="connsiteY7" fmla="*/ 63973 h 523125"/>
                <a:gd name="connsiteX8" fmla="*/ 348126 w 388125"/>
                <a:gd name="connsiteY8" fmla="*/ 248299 h 523125"/>
                <a:gd name="connsiteX9" fmla="*/ 163496 w 388125"/>
                <a:gd name="connsiteY9" fmla="*/ 432911 h 523125"/>
                <a:gd name="connsiteX10" fmla="*/ 35820 w 388125"/>
                <a:gd name="connsiteY10" fmla="*/ 381291 h 523125"/>
                <a:gd name="connsiteX11" fmla="*/ 10339 w 388125"/>
                <a:gd name="connsiteY11" fmla="*/ 380396 h 523125"/>
                <a:gd name="connsiteX12" fmla="*/ 6846 w 388125"/>
                <a:gd name="connsiteY12" fmla="*/ 383299 h 523125"/>
                <a:gd name="connsiteX13" fmla="*/ 11 w 388125"/>
                <a:gd name="connsiteY13" fmla="*/ 397271 h 523125"/>
                <a:gd name="connsiteX14" fmla="*/ 5833 w 388125"/>
                <a:gd name="connsiteY14" fmla="*/ 411683 h 523125"/>
                <a:gd name="connsiteX15" fmla="*/ 153034 w 388125"/>
                <a:gd name="connsiteY15" fmla="*/ 475453 h 523125"/>
                <a:gd name="connsiteX16" fmla="*/ 153034 w 388125"/>
                <a:gd name="connsiteY16" fmla="*/ 492092 h 523125"/>
                <a:gd name="connsiteX17" fmla="*/ 118541 w 388125"/>
                <a:gd name="connsiteY17" fmla="*/ 492092 h 523125"/>
                <a:gd name="connsiteX18" fmla="*/ 88622 w 388125"/>
                <a:gd name="connsiteY18" fmla="*/ 521978 h 523125"/>
                <a:gd name="connsiteX19" fmla="*/ 88622 w 388125"/>
                <a:gd name="connsiteY19" fmla="*/ 535224 h 523125"/>
                <a:gd name="connsiteX20" fmla="*/ 259903 w 388125"/>
                <a:gd name="connsiteY20" fmla="*/ 535224 h 523125"/>
                <a:gd name="connsiteX21" fmla="*/ 259903 w 388125"/>
                <a:gd name="connsiteY21" fmla="*/ 522062 h 523125"/>
                <a:gd name="connsiteX22" fmla="*/ 230018 w 388125"/>
                <a:gd name="connsiteY22" fmla="*/ 492159 h 523125"/>
                <a:gd name="connsiteX23" fmla="*/ 195542 w 388125"/>
                <a:gd name="connsiteY23" fmla="*/ 492159 h 523125"/>
                <a:gd name="connsiteX24" fmla="*/ 195542 w 388125"/>
                <a:gd name="connsiteY24" fmla="*/ 473496 h 523125"/>
                <a:gd name="connsiteX25" fmla="*/ 390786 w 388125"/>
                <a:gd name="connsiteY25" fmla="*/ 248349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88125" h="523125">
                  <a:moveTo>
                    <a:pt x="390786" y="248349"/>
                  </a:moveTo>
                  <a:cubicBezTo>
                    <a:pt x="390786" y="133869"/>
                    <a:pt x="305786" y="38880"/>
                    <a:pt x="195474" y="23254"/>
                  </a:cubicBezTo>
                  <a:lnTo>
                    <a:pt x="195474" y="19761"/>
                  </a:lnTo>
                  <a:cubicBezTo>
                    <a:pt x="195474" y="8859"/>
                    <a:pt x="186075" y="0"/>
                    <a:pt x="174263" y="0"/>
                  </a:cubicBezTo>
                  <a:cubicBezTo>
                    <a:pt x="162433" y="0"/>
                    <a:pt x="153017" y="8859"/>
                    <a:pt x="153017" y="19761"/>
                  </a:cubicBezTo>
                  <a:lnTo>
                    <a:pt x="153017" y="44871"/>
                  </a:lnTo>
                  <a:cubicBezTo>
                    <a:pt x="153017" y="55418"/>
                    <a:pt x="161573" y="63973"/>
                    <a:pt x="172119" y="63973"/>
                  </a:cubicBezTo>
                  <a:lnTo>
                    <a:pt x="174111" y="63973"/>
                  </a:lnTo>
                  <a:cubicBezTo>
                    <a:pt x="270973" y="69458"/>
                    <a:pt x="348126" y="150086"/>
                    <a:pt x="348126" y="248299"/>
                  </a:cubicBezTo>
                  <a:cubicBezTo>
                    <a:pt x="348126" y="350089"/>
                    <a:pt x="265303" y="432911"/>
                    <a:pt x="163496" y="432911"/>
                  </a:cubicBezTo>
                  <a:cubicBezTo>
                    <a:pt x="113968" y="432911"/>
                    <a:pt x="68979" y="413218"/>
                    <a:pt x="35820" y="381291"/>
                  </a:cubicBezTo>
                  <a:cubicBezTo>
                    <a:pt x="28800" y="374558"/>
                    <a:pt x="17814" y="374136"/>
                    <a:pt x="10339" y="380396"/>
                  </a:cubicBezTo>
                  <a:cubicBezTo>
                    <a:pt x="9174" y="381358"/>
                    <a:pt x="8010" y="382303"/>
                    <a:pt x="6846" y="383299"/>
                  </a:cubicBezTo>
                  <a:cubicBezTo>
                    <a:pt x="2694" y="386792"/>
                    <a:pt x="197" y="391871"/>
                    <a:pt x="11" y="397271"/>
                  </a:cubicBezTo>
                  <a:cubicBezTo>
                    <a:pt x="-174" y="402671"/>
                    <a:pt x="1935" y="407919"/>
                    <a:pt x="5833" y="411683"/>
                  </a:cubicBezTo>
                  <a:cubicBezTo>
                    <a:pt x="44274" y="448943"/>
                    <a:pt x="95524" y="472787"/>
                    <a:pt x="153034" y="475453"/>
                  </a:cubicBezTo>
                  <a:lnTo>
                    <a:pt x="153034" y="492092"/>
                  </a:lnTo>
                  <a:lnTo>
                    <a:pt x="118541" y="492092"/>
                  </a:lnTo>
                  <a:cubicBezTo>
                    <a:pt x="102021" y="492092"/>
                    <a:pt x="88622" y="505474"/>
                    <a:pt x="88622" y="521978"/>
                  </a:cubicBezTo>
                  <a:lnTo>
                    <a:pt x="88622" y="535224"/>
                  </a:lnTo>
                  <a:lnTo>
                    <a:pt x="259903" y="535224"/>
                  </a:lnTo>
                  <a:lnTo>
                    <a:pt x="259903" y="522062"/>
                  </a:lnTo>
                  <a:cubicBezTo>
                    <a:pt x="259903" y="505541"/>
                    <a:pt x="246521" y="492159"/>
                    <a:pt x="230018" y="492159"/>
                  </a:cubicBezTo>
                  <a:lnTo>
                    <a:pt x="195542" y="492159"/>
                  </a:lnTo>
                  <a:lnTo>
                    <a:pt x="195542" y="473496"/>
                  </a:lnTo>
                  <a:cubicBezTo>
                    <a:pt x="305803" y="457836"/>
                    <a:pt x="390786" y="362846"/>
                    <a:pt x="390786" y="24834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7907334" y="4447151"/>
              <a:ext cx="303750" cy="303750"/>
            </a:xfrm>
            <a:custGeom>
              <a:avLst/>
              <a:gdLst>
                <a:gd name="connsiteX0" fmla="*/ 158693 w 303750"/>
                <a:gd name="connsiteY0" fmla="*/ 317402 h 303750"/>
                <a:gd name="connsiteX1" fmla="*/ 317402 w 303750"/>
                <a:gd name="connsiteY1" fmla="*/ 158693 h 303750"/>
                <a:gd name="connsiteX2" fmla="*/ 158693 w 303750"/>
                <a:gd name="connsiteY2" fmla="*/ 0 h 303750"/>
                <a:gd name="connsiteX3" fmla="*/ 0 w 303750"/>
                <a:gd name="connsiteY3" fmla="*/ 158693 h 303750"/>
                <a:gd name="connsiteX4" fmla="*/ 158693 w 303750"/>
                <a:gd name="connsiteY4" fmla="*/ 317402 h 303750"/>
                <a:gd name="connsiteX5" fmla="*/ 289322 w 303750"/>
                <a:gd name="connsiteY5" fmla="*/ 158693 h 303750"/>
                <a:gd name="connsiteX6" fmla="*/ 285829 w 303750"/>
                <a:gd name="connsiteY6" fmla="*/ 188814 h 303750"/>
                <a:gd name="connsiteX7" fmla="*/ 274826 w 303750"/>
                <a:gd name="connsiteY7" fmla="*/ 170792 h 303750"/>
                <a:gd name="connsiteX8" fmla="*/ 251893 w 303750"/>
                <a:gd name="connsiteY8" fmla="*/ 195429 h 303750"/>
                <a:gd name="connsiteX9" fmla="*/ 250391 w 303750"/>
                <a:gd name="connsiteY9" fmla="*/ 157241 h 303750"/>
                <a:gd name="connsiteX10" fmla="*/ 240300 w 303750"/>
                <a:gd name="connsiteY10" fmla="*/ 143387 h 303750"/>
                <a:gd name="connsiteX11" fmla="*/ 209166 w 303750"/>
                <a:gd name="connsiteY11" fmla="*/ 122445 h 303750"/>
                <a:gd name="connsiteX12" fmla="*/ 221063 w 303750"/>
                <a:gd name="connsiteY12" fmla="*/ 141851 h 303750"/>
                <a:gd name="connsiteX13" fmla="*/ 197100 w 303750"/>
                <a:gd name="connsiteY13" fmla="*/ 148905 h 303750"/>
                <a:gd name="connsiteX14" fmla="*/ 183752 w 303750"/>
                <a:gd name="connsiteY14" fmla="*/ 137211 h 303750"/>
                <a:gd name="connsiteX15" fmla="*/ 174285 w 303750"/>
                <a:gd name="connsiteY15" fmla="*/ 115357 h 303750"/>
                <a:gd name="connsiteX16" fmla="*/ 169391 w 303750"/>
                <a:gd name="connsiteY16" fmla="*/ 124672 h 303750"/>
                <a:gd name="connsiteX17" fmla="*/ 178571 w 303750"/>
                <a:gd name="connsiteY17" fmla="*/ 144619 h 303750"/>
                <a:gd name="connsiteX18" fmla="*/ 182554 w 303750"/>
                <a:gd name="connsiteY18" fmla="*/ 158169 h 303750"/>
                <a:gd name="connsiteX19" fmla="*/ 194417 w 303750"/>
                <a:gd name="connsiteY19" fmla="*/ 166776 h 303750"/>
                <a:gd name="connsiteX20" fmla="*/ 192308 w 303750"/>
                <a:gd name="connsiteY20" fmla="*/ 175095 h 303750"/>
                <a:gd name="connsiteX21" fmla="*/ 172125 w 303750"/>
                <a:gd name="connsiteY21" fmla="*/ 187093 h 303750"/>
                <a:gd name="connsiteX22" fmla="*/ 149867 w 303750"/>
                <a:gd name="connsiteY22" fmla="*/ 213891 h 303750"/>
                <a:gd name="connsiteX23" fmla="*/ 132435 w 303750"/>
                <a:gd name="connsiteY23" fmla="*/ 237279 h 303750"/>
                <a:gd name="connsiteX24" fmla="*/ 82654 w 303750"/>
                <a:gd name="connsiteY24" fmla="*/ 250813 h 303750"/>
                <a:gd name="connsiteX25" fmla="*/ 70453 w 303750"/>
                <a:gd name="connsiteY25" fmla="*/ 200374 h 303750"/>
                <a:gd name="connsiteX26" fmla="*/ 75938 w 303750"/>
                <a:gd name="connsiteY26" fmla="*/ 173273 h 303750"/>
                <a:gd name="connsiteX27" fmla="*/ 79886 w 303750"/>
                <a:gd name="connsiteY27" fmla="*/ 151706 h 303750"/>
                <a:gd name="connsiteX28" fmla="*/ 92138 w 303750"/>
                <a:gd name="connsiteY28" fmla="*/ 151689 h 303750"/>
                <a:gd name="connsiteX29" fmla="*/ 86940 w 303750"/>
                <a:gd name="connsiteY29" fmla="*/ 143319 h 303750"/>
                <a:gd name="connsiteX30" fmla="*/ 78317 w 303750"/>
                <a:gd name="connsiteY30" fmla="*/ 139539 h 303750"/>
                <a:gd name="connsiteX31" fmla="*/ 63737 w 303750"/>
                <a:gd name="connsiteY31" fmla="*/ 128655 h 303750"/>
                <a:gd name="connsiteX32" fmla="*/ 51789 w 303750"/>
                <a:gd name="connsiteY32" fmla="*/ 108675 h 303750"/>
                <a:gd name="connsiteX33" fmla="*/ 59771 w 303750"/>
                <a:gd name="connsiteY33" fmla="*/ 84442 h 303750"/>
                <a:gd name="connsiteX34" fmla="*/ 80528 w 303750"/>
                <a:gd name="connsiteY34" fmla="*/ 64564 h 303750"/>
                <a:gd name="connsiteX35" fmla="*/ 93690 w 303750"/>
                <a:gd name="connsiteY35" fmla="*/ 59468 h 303750"/>
                <a:gd name="connsiteX36" fmla="*/ 110531 w 303750"/>
                <a:gd name="connsiteY36" fmla="*/ 68158 h 303750"/>
                <a:gd name="connsiteX37" fmla="*/ 130596 w 303750"/>
                <a:gd name="connsiteY37" fmla="*/ 88222 h 303750"/>
                <a:gd name="connsiteX38" fmla="*/ 150981 w 303750"/>
                <a:gd name="connsiteY38" fmla="*/ 100592 h 303750"/>
                <a:gd name="connsiteX39" fmla="*/ 164008 w 303750"/>
                <a:gd name="connsiteY39" fmla="*/ 91901 h 303750"/>
                <a:gd name="connsiteX40" fmla="*/ 152584 w 303750"/>
                <a:gd name="connsiteY40" fmla="*/ 79329 h 303750"/>
                <a:gd name="connsiteX41" fmla="*/ 148011 w 303750"/>
                <a:gd name="connsiteY41" fmla="*/ 82418 h 303750"/>
                <a:gd name="connsiteX42" fmla="*/ 145243 w 303750"/>
                <a:gd name="connsiteY42" fmla="*/ 76224 h 303750"/>
                <a:gd name="connsiteX43" fmla="*/ 142628 w 303750"/>
                <a:gd name="connsiteY43" fmla="*/ 65812 h 303750"/>
                <a:gd name="connsiteX44" fmla="*/ 136856 w 303750"/>
                <a:gd name="connsiteY44" fmla="*/ 54203 h 303750"/>
                <a:gd name="connsiteX45" fmla="*/ 125567 w 303750"/>
                <a:gd name="connsiteY45" fmla="*/ 52447 h 303750"/>
                <a:gd name="connsiteX46" fmla="*/ 111358 w 303750"/>
                <a:gd name="connsiteY46" fmla="*/ 54388 h 303750"/>
                <a:gd name="connsiteX47" fmla="*/ 105233 w 303750"/>
                <a:gd name="connsiteY47" fmla="*/ 47621 h 303750"/>
                <a:gd name="connsiteX48" fmla="*/ 121179 w 303750"/>
                <a:gd name="connsiteY48" fmla="*/ 40061 h 303750"/>
                <a:gd name="connsiteX49" fmla="*/ 132570 w 303750"/>
                <a:gd name="connsiteY49" fmla="*/ 36720 h 303750"/>
                <a:gd name="connsiteX50" fmla="*/ 143927 w 303750"/>
                <a:gd name="connsiteY50" fmla="*/ 33699 h 303750"/>
                <a:gd name="connsiteX51" fmla="*/ 152651 w 303750"/>
                <a:gd name="connsiteY51" fmla="*/ 38728 h 303750"/>
                <a:gd name="connsiteX52" fmla="*/ 163434 w 303750"/>
                <a:gd name="connsiteY52" fmla="*/ 48600 h 303750"/>
                <a:gd name="connsiteX53" fmla="*/ 168126 w 303750"/>
                <a:gd name="connsiteY53" fmla="*/ 40517 h 303750"/>
                <a:gd name="connsiteX54" fmla="*/ 163586 w 303750"/>
                <a:gd name="connsiteY54" fmla="*/ 30054 h 303750"/>
                <a:gd name="connsiteX55" fmla="*/ 166168 w 303750"/>
                <a:gd name="connsiteY55" fmla="*/ 28266 h 303750"/>
                <a:gd name="connsiteX56" fmla="*/ 289322 w 303750"/>
                <a:gd name="connsiteY56" fmla="*/ 158693 h 303750"/>
                <a:gd name="connsiteX57" fmla="*/ 147471 w 303750"/>
                <a:gd name="connsiteY57" fmla="*/ 237583 h 303750"/>
                <a:gd name="connsiteX58" fmla="*/ 160886 w 303750"/>
                <a:gd name="connsiteY58" fmla="*/ 231120 h 303750"/>
                <a:gd name="connsiteX59" fmla="*/ 157764 w 303750"/>
                <a:gd name="connsiteY59" fmla="*/ 246240 h 303750"/>
                <a:gd name="connsiteX60" fmla="*/ 142239 w 303750"/>
                <a:gd name="connsiteY60" fmla="*/ 251286 h 303750"/>
                <a:gd name="connsiteX61" fmla="*/ 147471 w 303750"/>
                <a:gd name="connsiteY61" fmla="*/ 237583 h 30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750" h="303750">
                  <a:moveTo>
                    <a:pt x="158693" y="317402"/>
                  </a:moveTo>
                  <a:cubicBezTo>
                    <a:pt x="246341" y="317402"/>
                    <a:pt x="317402" y="246341"/>
                    <a:pt x="317402" y="158693"/>
                  </a:cubicBezTo>
                  <a:cubicBezTo>
                    <a:pt x="317402" y="71061"/>
                    <a:pt x="246341" y="0"/>
                    <a:pt x="158693" y="0"/>
                  </a:cubicBezTo>
                  <a:cubicBezTo>
                    <a:pt x="71078" y="0"/>
                    <a:pt x="0" y="71061"/>
                    <a:pt x="0" y="158693"/>
                  </a:cubicBezTo>
                  <a:cubicBezTo>
                    <a:pt x="0" y="246341"/>
                    <a:pt x="71061" y="317402"/>
                    <a:pt x="158693" y="317402"/>
                  </a:cubicBezTo>
                  <a:close/>
                  <a:moveTo>
                    <a:pt x="289322" y="158693"/>
                  </a:moveTo>
                  <a:cubicBezTo>
                    <a:pt x="289322" y="169071"/>
                    <a:pt x="288124" y="179145"/>
                    <a:pt x="285829" y="188814"/>
                  </a:cubicBezTo>
                  <a:cubicBezTo>
                    <a:pt x="284648" y="186941"/>
                    <a:pt x="276345" y="174774"/>
                    <a:pt x="274826" y="170792"/>
                  </a:cubicBezTo>
                  <a:cubicBezTo>
                    <a:pt x="273291" y="166793"/>
                    <a:pt x="253732" y="193894"/>
                    <a:pt x="251893" y="195429"/>
                  </a:cubicBezTo>
                  <a:cubicBezTo>
                    <a:pt x="250020" y="196982"/>
                    <a:pt x="250391" y="161848"/>
                    <a:pt x="250391" y="157241"/>
                  </a:cubicBezTo>
                  <a:cubicBezTo>
                    <a:pt x="250391" y="152634"/>
                    <a:pt x="243945" y="146458"/>
                    <a:pt x="240300" y="143387"/>
                  </a:cubicBezTo>
                  <a:cubicBezTo>
                    <a:pt x="236588" y="140299"/>
                    <a:pt x="215308" y="120116"/>
                    <a:pt x="209166" y="122445"/>
                  </a:cubicBezTo>
                  <a:cubicBezTo>
                    <a:pt x="202348" y="125027"/>
                    <a:pt x="222581" y="140299"/>
                    <a:pt x="221063" y="141851"/>
                  </a:cubicBezTo>
                  <a:cubicBezTo>
                    <a:pt x="219510" y="143404"/>
                    <a:pt x="203597" y="147690"/>
                    <a:pt x="197100" y="148905"/>
                  </a:cubicBezTo>
                  <a:cubicBezTo>
                    <a:pt x="190569" y="150154"/>
                    <a:pt x="185895" y="141210"/>
                    <a:pt x="183752" y="137211"/>
                  </a:cubicBezTo>
                  <a:cubicBezTo>
                    <a:pt x="181592" y="133228"/>
                    <a:pt x="175483" y="119053"/>
                    <a:pt x="174285" y="115357"/>
                  </a:cubicBezTo>
                  <a:cubicBezTo>
                    <a:pt x="173070" y="111645"/>
                    <a:pt x="168784" y="120690"/>
                    <a:pt x="169391" y="124672"/>
                  </a:cubicBezTo>
                  <a:cubicBezTo>
                    <a:pt x="169999" y="128689"/>
                    <a:pt x="175838" y="140299"/>
                    <a:pt x="178571" y="144619"/>
                  </a:cubicBezTo>
                  <a:cubicBezTo>
                    <a:pt x="181339" y="148922"/>
                    <a:pt x="182554" y="154136"/>
                    <a:pt x="182554" y="158169"/>
                  </a:cubicBezTo>
                  <a:cubicBezTo>
                    <a:pt x="182554" y="162169"/>
                    <a:pt x="188342" y="164936"/>
                    <a:pt x="194417" y="166776"/>
                  </a:cubicBezTo>
                  <a:cubicBezTo>
                    <a:pt x="200593" y="168632"/>
                    <a:pt x="194417" y="172631"/>
                    <a:pt x="192308" y="175095"/>
                  </a:cubicBezTo>
                  <a:cubicBezTo>
                    <a:pt x="190148" y="177576"/>
                    <a:pt x="181339" y="182486"/>
                    <a:pt x="172125" y="187093"/>
                  </a:cubicBezTo>
                  <a:cubicBezTo>
                    <a:pt x="162962" y="191700"/>
                    <a:pt x="153191" y="207428"/>
                    <a:pt x="149867" y="213891"/>
                  </a:cubicBezTo>
                  <a:cubicBezTo>
                    <a:pt x="146492" y="220354"/>
                    <a:pt x="138848" y="232048"/>
                    <a:pt x="132435" y="237279"/>
                  </a:cubicBezTo>
                  <a:cubicBezTo>
                    <a:pt x="126023" y="242511"/>
                    <a:pt x="93943" y="253614"/>
                    <a:pt x="82654" y="250813"/>
                  </a:cubicBezTo>
                  <a:cubicBezTo>
                    <a:pt x="71381" y="248079"/>
                    <a:pt x="69542" y="208035"/>
                    <a:pt x="70453" y="200374"/>
                  </a:cubicBezTo>
                  <a:cubicBezTo>
                    <a:pt x="71381" y="192679"/>
                    <a:pt x="76562" y="180326"/>
                    <a:pt x="75938" y="173273"/>
                  </a:cubicBezTo>
                  <a:cubicBezTo>
                    <a:pt x="75364" y="166185"/>
                    <a:pt x="78334" y="154474"/>
                    <a:pt x="79886" y="151706"/>
                  </a:cubicBezTo>
                  <a:cubicBezTo>
                    <a:pt x="81473" y="148922"/>
                    <a:pt x="88763" y="151993"/>
                    <a:pt x="92138" y="151689"/>
                  </a:cubicBezTo>
                  <a:cubicBezTo>
                    <a:pt x="95496" y="151369"/>
                    <a:pt x="88763" y="143016"/>
                    <a:pt x="86940" y="143319"/>
                  </a:cubicBezTo>
                  <a:cubicBezTo>
                    <a:pt x="85117" y="143623"/>
                    <a:pt x="80848" y="140805"/>
                    <a:pt x="78317" y="139539"/>
                  </a:cubicBezTo>
                  <a:cubicBezTo>
                    <a:pt x="75921" y="138324"/>
                    <a:pt x="73204" y="130798"/>
                    <a:pt x="63737" y="128655"/>
                  </a:cubicBezTo>
                  <a:cubicBezTo>
                    <a:pt x="54236" y="126495"/>
                    <a:pt x="53021" y="114531"/>
                    <a:pt x="51789" y="108675"/>
                  </a:cubicBezTo>
                  <a:cubicBezTo>
                    <a:pt x="50574" y="102803"/>
                    <a:pt x="58219" y="87514"/>
                    <a:pt x="59771" y="84442"/>
                  </a:cubicBezTo>
                  <a:cubicBezTo>
                    <a:pt x="61307" y="81354"/>
                    <a:pt x="80528" y="64564"/>
                    <a:pt x="80528" y="64564"/>
                  </a:cubicBezTo>
                  <a:cubicBezTo>
                    <a:pt x="80528" y="64564"/>
                    <a:pt x="90771" y="59299"/>
                    <a:pt x="93690" y="59468"/>
                  </a:cubicBezTo>
                  <a:cubicBezTo>
                    <a:pt x="102229" y="59991"/>
                    <a:pt x="110531" y="68158"/>
                    <a:pt x="110531" y="68158"/>
                  </a:cubicBezTo>
                  <a:cubicBezTo>
                    <a:pt x="110531" y="68158"/>
                    <a:pt x="122749" y="75668"/>
                    <a:pt x="130596" y="88222"/>
                  </a:cubicBezTo>
                  <a:cubicBezTo>
                    <a:pt x="137160" y="98702"/>
                    <a:pt x="150981" y="100592"/>
                    <a:pt x="150981" y="100592"/>
                  </a:cubicBezTo>
                  <a:cubicBezTo>
                    <a:pt x="158659" y="99934"/>
                    <a:pt x="163637" y="94044"/>
                    <a:pt x="164008" y="91901"/>
                  </a:cubicBezTo>
                  <a:cubicBezTo>
                    <a:pt x="165392" y="84864"/>
                    <a:pt x="160026" y="78958"/>
                    <a:pt x="152584" y="79329"/>
                  </a:cubicBezTo>
                  <a:cubicBezTo>
                    <a:pt x="151031" y="79414"/>
                    <a:pt x="150441" y="82418"/>
                    <a:pt x="148011" y="82418"/>
                  </a:cubicBezTo>
                  <a:cubicBezTo>
                    <a:pt x="145564" y="82418"/>
                    <a:pt x="146154" y="79329"/>
                    <a:pt x="145243" y="76224"/>
                  </a:cubicBezTo>
                  <a:cubicBezTo>
                    <a:pt x="144332" y="73170"/>
                    <a:pt x="144096" y="69508"/>
                    <a:pt x="142628" y="65812"/>
                  </a:cubicBezTo>
                  <a:cubicBezTo>
                    <a:pt x="141109" y="62117"/>
                    <a:pt x="139894" y="57577"/>
                    <a:pt x="136856" y="54203"/>
                  </a:cubicBezTo>
                  <a:cubicBezTo>
                    <a:pt x="133785" y="50794"/>
                    <a:pt x="129532" y="53359"/>
                    <a:pt x="125567" y="52447"/>
                  </a:cubicBezTo>
                  <a:cubicBezTo>
                    <a:pt x="121601" y="51503"/>
                    <a:pt x="115628" y="54709"/>
                    <a:pt x="111358" y="54388"/>
                  </a:cubicBezTo>
                  <a:cubicBezTo>
                    <a:pt x="107055" y="54067"/>
                    <a:pt x="104929" y="50709"/>
                    <a:pt x="105233" y="47621"/>
                  </a:cubicBezTo>
                  <a:cubicBezTo>
                    <a:pt x="105536" y="44533"/>
                    <a:pt x="116016" y="40686"/>
                    <a:pt x="121179" y="40061"/>
                  </a:cubicBezTo>
                  <a:cubicBezTo>
                    <a:pt x="126394" y="39454"/>
                    <a:pt x="131068" y="38880"/>
                    <a:pt x="132570" y="36720"/>
                  </a:cubicBezTo>
                  <a:cubicBezTo>
                    <a:pt x="134123" y="34560"/>
                    <a:pt x="141480" y="33396"/>
                    <a:pt x="143927" y="33699"/>
                  </a:cubicBezTo>
                  <a:cubicBezTo>
                    <a:pt x="146374" y="34020"/>
                    <a:pt x="150289" y="35674"/>
                    <a:pt x="152651" y="38728"/>
                  </a:cubicBezTo>
                  <a:cubicBezTo>
                    <a:pt x="155841" y="42947"/>
                    <a:pt x="156009" y="49579"/>
                    <a:pt x="163434" y="48600"/>
                  </a:cubicBezTo>
                  <a:cubicBezTo>
                    <a:pt x="166303" y="48229"/>
                    <a:pt x="173897" y="43926"/>
                    <a:pt x="168126" y="40517"/>
                  </a:cubicBezTo>
                  <a:cubicBezTo>
                    <a:pt x="164886" y="38593"/>
                    <a:pt x="160498" y="35606"/>
                    <a:pt x="163586" y="30054"/>
                  </a:cubicBezTo>
                  <a:cubicBezTo>
                    <a:pt x="164008" y="29278"/>
                    <a:pt x="164903" y="28704"/>
                    <a:pt x="166168" y="28266"/>
                  </a:cubicBezTo>
                  <a:cubicBezTo>
                    <a:pt x="234765" y="32231"/>
                    <a:pt x="289322" y="89201"/>
                    <a:pt x="289322" y="158693"/>
                  </a:cubicBezTo>
                  <a:close/>
                  <a:moveTo>
                    <a:pt x="147471" y="237583"/>
                  </a:moveTo>
                  <a:cubicBezTo>
                    <a:pt x="149901" y="233297"/>
                    <a:pt x="155115" y="232335"/>
                    <a:pt x="160886" y="231120"/>
                  </a:cubicBezTo>
                  <a:cubicBezTo>
                    <a:pt x="166961" y="229804"/>
                    <a:pt x="160886" y="244367"/>
                    <a:pt x="157764" y="246240"/>
                  </a:cubicBezTo>
                  <a:cubicBezTo>
                    <a:pt x="154744" y="248063"/>
                    <a:pt x="144973" y="252383"/>
                    <a:pt x="142239" y="251286"/>
                  </a:cubicBezTo>
                  <a:cubicBezTo>
                    <a:pt x="139472" y="250172"/>
                    <a:pt x="144973" y="241903"/>
                    <a:pt x="147471" y="23758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268518" y="838109"/>
            <a:ext cx="463364" cy="518547"/>
            <a:chOff x="18958629" y="4358777"/>
            <a:chExt cx="463364" cy="518547"/>
          </a:xfrm>
          <a:solidFill>
            <a:schemeClr val="accent1"/>
          </a:solidFill>
        </p:grpSpPr>
        <p:sp>
          <p:nvSpPr>
            <p:cNvPr id="53" name="任意多边形: 形状 52"/>
            <p:cNvSpPr/>
            <p:nvPr/>
          </p:nvSpPr>
          <p:spPr>
            <a:xfrm>
              <a:off x="18958629" y="4358777"/>
              <a:ext cx="354375" cy="489375"/>
            </a:xfrm>
            <a:custGeom>
              <a:avLst/>
              <a:gdLst>
                <a:gd name="connsiteX0" fmla="*/ 63838 w 354375"/>
                <a:gd name="connsiteY0" fmla="*/ 453752 h 489375"/>
                <a:gd name="connsiteX1" fmla="*/ 56059 w 354375"/>
                <a:gd name="connsiteY1" fmla="*/ 453752 h 489375"/>
                <a:gd name="connsiteX2" fmla="*/ 37716 w 354375"/>
                <a:gd name="connsiteY2" fmla="*/ 435864 h 489375"/>
                <a:gd name="connsiteX3" fmla="*/ 37716 w 354375"/>
                <a:gd name="connsiteY3" fmla="*/ 416441 h 489375"/>
                <a:gd name="connsiteX4" fmla="*/ 56059 w 354375"/>
                <a:gd name="connsiteY4" fmla="*/ 398318 h 489375"/>
                <a:gd name="connsiteX5" fmla="*/ 273375 w 354375"/>
                <a:gd name="connsiteY5" fmla="*/ 398318 h 489375"/>
                <a:gd name="connsiteX6" fmla="*/ 263183 w 354375"/>
                <a:gd name="connsiteY6" fmla="*/ 350899 h 489375"/>
                <a:gd name="connsiteX7" fmla="*/ 271553 w 354375"/>
                <a:gd name="connsiteY7" fmla="*/ 324186 h 489375"/>
                <a:gd name="connsiteX8" fmla="*/ 299042 w 354375"/>
                <a:gd name="connsiteY8" fmla="*/ 317706 h 489375"/>
                <a:gd name="connsiteX9" fmla="*/ 367200 w 354375"/>
                <a:gd name="connsiteY9" fmla="*/ 337500 h 489375"/>
                <a:gd name="connsiteX10" fmla="*/ 367200 w 354375"/>
                <a:gd name="connsiteY10" fmla="*/ 53207 h 489375"/>
                <a:gd name="connsiteX11" fmla="*/ 313014 w 354375"/>
                <a:gd name="connsiteY11" fmla="*/ 0 h 489375"/>
                <a:gd name="connsiteX12" fmla="*/ 53663 w 354375"/>
                <a:gd name="connsiteY12" fmla="*/ 0 h 489375"/>
                <a:gd name="connsiteX13" fmla="*/ 0 w 354375"/>
                <a:gd name="connsiteY13" fmla="*/ 53207 h 489375"/>
                <a:gd name="connsiteX14" fmla="*/ 0 w 354375"/>
                <a:gd name="connsiteY14" fmla="*/ 438261 h 489375"/>
                <a:gd name="connsiteX15" fmla="*/ 53663 w 354375"/>
                <a:gd name="connsiteY15" fmla="*/ 491468 h 489375"/>
                <a:gd name="connsiteX16" fmla="*/ 293541 w 354375"/>
                <a:gd name="connsiteY16" fmla="*/ 491468 h 489375"/>
                <a:gd name="connsiteX17" fmla="*/ 285407 w 354375"/>
                <a:gd name="connsiteY17" fmla="*/ 453752 h 489375"/>
                <a:gd name="connsiteX18" fmla="*/ 63838 w 354375"/>
                <a:gd name="connsiteY18" fmla="*/ 453752 h 489375"/>
                <a:gd name="connsiteX19" fmla="*/ 63838 w 354375"/>
                <a:gd name="connsiteY19" fmla="*/ 453752 h 489375"/>
                <a:gd name="connsiteX20" fmla="*/ 94298 w 354375"/>
                <a:gd name="connsiteY20" fmla="*/ 108962 h 489375"/>
                <a:gd name="connsiteX21" fmla="*/ 110042 w 354375"/>
                <a:gd name="connsiteY21" fmla="*/ 93201 h 489375"/>
                <a:gd name="connsiteX22" fmla="*/ 256028 w 354375"/>
                <a:gd name="connsiteY22" fmla="*/ 93201 h 489375"/>
                <a:gd name="connsiteX23" fmla="*/ 271789 w 354375"/>
                <a:gd name="connsiteY23" fmla="*/ 108962 h 489375"/>
                <a:gd name="connsiteX24" fmla="*/ 271789 w 354375"/>
                <a:gd name="connsiteY24" fmla="*/ 144011 h 489375"/>
                <a:gd name="connsiteX25" fmla="*/ 256028 w 354375"/>
                <a:gd name="connsiteY25" fmla="*/ 159773 h 489375"/>
                <a:gd name="connsiteX26" fmla="*/ 110042 w 354375"/>
                <a:gd name="connsiteY26" fmla="*/ 159773 h 489375"/>
                <a:gd name="connsiteX27" fmla="*/ 94298 w 354375"/>
                <a:gd name="connsiteY27" fmla="*/ 144011 h 489375"/>
                <a:gd name="connsiteX28" fmla="*/ 94298 w 354375"/>
                <a:gd name="connsiteY28" fmla="*/ 108962 h 4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54375" h="489375">
                  <a:moveTo>
                    <a:pt x="63838" y="453752"/>
                  </a:moveTo>
                  <a:lnTo>
                    <a:pt x="56059" y="453752"/>
                  </a:lnTo>
                  <a:cubicBezTo>
                    <a:pt x="45968" y="453752"/>
                    <a:pt x="37716" y="445973"/>
                    <a:pt x="37716" y="435864"/>
                  </a:cubicBezTo>
                  <a:lnTo>
                    <a:pt x="37716" y="416441"/>
                  </a:lnTo>
                  <a:cubicBezTo>
                    <a:pt x="37716" y="406333"/>
                    <a:pt x="45968" y="398318"/>
                    <a:pt x="56059" y="398318"/>
                  </a:cubicBezTo>
                  <a:lnTo>
                    <a:pt x="273375" y="398318"/>
                  </a:lnTo>
                  <a:lnTo>
                    <a:pt x="263183" y="350899"/>
                  </a:lnTo>
                  <a:cubicBezTo>
                    <a:pt x="261073" y="341162"/>
                    <a:pt x="264229" y="330969"/>
                    <a:pt x="271553" y="324186"/>
                  </a:cubicBezTo>
                  <a:cubicBezTo>
                    <a:pt x="278859" y="317402"/>
                    <a:pt x="289474" y="314921"/>
                    <a:pt x="299042" y="317706"/>
                  </a:cubicBezTo>
                  <a:lnTo>
                    <a:pt x="367200" y="337500"/>
                  </a:lnTo>
                  <a:lnTo>
                    <a:pt x="367200" y="53207"/>
                  </a:lnTo>
                  <a:cubicBezTo>
                    <a:pt x="367200" y="23591"/>
                    <a:pt x="342647" y="0"/>
                    <a:pt x="313014" y="0"/>
                  </a:cubicBezTo>
                  <a:lnTo>
                    <a:pt x="53663" y="0"/>
                  </a:lnTo>
                  <a:cubicBezTo>
                    <a:pt x="24030" y="0"/>
                    <a:pt x="0" y="23574"/>
                    <a:pt x="0" y="53207"/>
                  </a:cubicBezTo>
                  <a:lnTo>
                    <a:pt x="0" y="438261"/>
                  </a:lnTo>
                  <a:cubicBezTo>
                    <a:pt x="0" y="467893"/>
                    <a:pt x="24030" y="491468"/>
                    <a:pt x="53663" y="491468"/>
                  </a:cubicBezTo>
                  <a:lnTo>
                    <a:pt x="293541" y="491468"/>
                  </a:lnTo>
                  <a:lnTo>
                    <a:pt x="285407" y="453752"/>
                  </a:lnTo>
                  <a:lnTo>
                    <a:pt x="63838" y="453752"/>
                  </a:lnTo>
                  <a:lnTo>
                    <a:pt x="63838" y="453752"/>
                  </a:lnTo>
                  <a:close/>
                  <a:moveTo>
                    <a:pt x="94298" y="108962"/>
                  </a:moveTo>
                  <a:cubicBezTo>
                    <a:pt x="94298" y="100254"/>
                    <a:pt x="101334" y="93201"/>
                    <a:pt x="110042" y="93201"/>
                  </a:cubicBezTo>
                  <a:lnTo>
                    <a:pt x="256028" y="93201"/>
                  </a:lnTo>
                  <a:cubicBezTo>
                    <a:pt x="264735" y="93201"/>
                    <a:pt x="271789" y="100254"/>
                    <a:pt x="271789" y="108962"/>
                  </a:cubicBezTo>
                  <a:lnTo>
                    <a:pt x="271789" y="144011"/>
                  </a:lnTo>
                  <a:cubicBezTo>
                    <a:pt x="271789" y="152702"/>
                    <a:pt x="264735" y="159773"/>
                    <a:pt x="256028" y="159773"/>
                  </a:cubicBezTo>
                  <a:lnTo>
                    <a:pt x="110042" y="159773"/>
                  </a:lnTo>
                  <a:cubicBezTo>
                    <a:pt x="101334" y="159773"/>
                    <a:pt x="94298" y="152719"/>
                    <a:pt x="94298" y="144011"/>
                  </a:cubicBezTo>
                  <a:lnTo>
                    <a:pt x="94298" y="10896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9253243" y="4708574"/>
              <a:ext cx="168750" cy="168750"/>
            </a:xfrm>
            <a:custGeom>
              <a:avLst/>
              <a:gdLst>
                <a:gd name="connsiteX0" fmla="*/ 110622 w 168750"/>
                <a:gd name="connsiteY0" fmla="*/ 65025 h 168750"/>
                <a:gd name="connsiteX1" fmla="*/ 125422 w 168750"/>
                <a:gd name="connsiteY1" fmla="*/ 51288 h 168750"/>
                <a:gd name="connsiteX2" fmla="*/ 128847 w 168750"/>
                <a:gd name="connsiteY2" fmla="*/ 39982 h 168750"/>
                <a:gd name="connsiteX3" fmla="*/ 120697 w 168750"/>
                <a:gd name="connsiteY3" fmla="*/ 31393 h 168750"/>
                <a:gd name="connsiteX4" fmla="*/ 14587 w 168750"/>
                <a:gd name="connsiteY4" fmla="*/ 444 h 168750"/>
                <a:gd name="connsiteX5" fmla="*/ 3618 w 168750"/>
                <a:gd name="connsiteY5" fmla="*/ 3043 h 168750"/>
                <a:gd name="connsiteX6" fmla="*/ 260 w 168750"/>
                <a:gd name="connsiteY6" fmla="*/ 13792 h 168750"/>
                <a:gd name="connsiteX7" fmla="*/ 23531 w 168750"/>
                <a:gd name="connsiteY7" fmla="*/ 121826 h 168750"/>
                <a:gd name="connsiteX8" fmla="*/ 31529 w 168750"/>
                <a:gd name="connsiteY8" fmla="*/ 130584 h 168750"/>
                <a:gd name="connsiteX9" fmla="*/ 43089 w 168750"/>
                <a:gd name="connsiteY9" fmla="*/ 127951 h 168750"/>
                <a:gd name="connsiteX10" fmla="*/ 53922 w 168750"/>
                <a:gd name="connsiteY10" fmla="*/ 117877 h 168750"/>
                <a:gd name="connsiteX11" fmla="*/ 109053 w 168750"/>
                <a:gd name="connsiteY11" fmla="*/ 177091 h 168750"/>
                <a:gd name="connsiteX12" fmla="*/ 125439 w 168750"/>
                <a:gd name="connsiteY12" fmla="*/ 184584 h 168750"/>
                <a:gd name="connsiteX13" fmla="*/ 142314 w 168750"/>
                <a:gd name="connsiteY13" fmla="*/ 178290 h 168750"/>
                <a:gd name="connsiteX14" fmla="*/ 164622 w 168750"/>
                <a:gd name="connsiteY14" fmla="*/ 157516 h 168750"/>
                <a:gd name="connsiteX15" fmla="*/ 165821 w 168750"/>
                <a:gd name="connsiteY15" fmla="*/ 124256 h 168750"/>
                <a:gd name="connsiteX16" fmla="*/ 110622 w 168750"/>
                <a:gd name="connsiteY16" fmla="*/ 65025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750" h="168750">
                  <a:moveTo>
                    <a:pt x="110622" y="65025"/>
                  </a:moveTo>
                  <a:lnTo>
                    <a:pt x="125422" y="51288"/>
                  </a:lnTo>
                  <a:cubicBezTo>
                    <a:pt x="128510" y="48386"/>
                    <a:pt x="129826" y="44066"/>
                    <a:pt x="128847" y="39982"/>
                  </a:cubicBezTo>
                  <a:cubicBezTo>
                    <a:pt x="127835" y="35864"/>
                    <a:pt x="124764" y="32591"/>
                    <a:pt x="120697" y="31393"/>
                  </a:cubicBezTo>
                  <a:lnTo>
                    <a:pt x="14587" y="444"/>
                  </a:lnTo>
                  <a:cubicBezTo>
                    <a:pt x="10722" y="-653"/>
                    <a:pt x="6537" y="309"/>
                    <a:pt x="3618" y="3043"/>
                  </a:cubicBezTo>
                  <a:cubicBezTo>
                    <a:pt x="716" y="5776"/>
                    <a:pt x="-601" y="9843"/>
                    <a:pt x="260" y="13792"/>
                  </a:cubicBezTo>
                  <a:lnTo>
                    <a:pt x="23531" y="121826"/>
                  </a:lnTo>
                  <a:cubicBezTo>
                    <a:pt x="24442" y="125960"/>
                    <a:pt x="27479" y="129284"/>
                    <a:pt x="31529" y="130584"/>
                  </a:cubicBezTo>
                  <a:cubicBezTo>
                    <a:pt x="35562" y="131833"/>
                    <a:pt x="39967" y="130854"/>
                    <a:pt x="43089" y="127951"/>
                  </a:cubicBezTo>
                  <a:lnTo>
                    <a:pt x="53922" y="117877"/>
                  </a:lnTo>
                  <a:lnTo>
                    <a:pt x="109053" y="177091"/>
                  </a:lnTo>
                  <a:cubicBezTo>
                    <a:pt x="113306" y="181664"/>
                    <a:pt x="119178" y="184398"/>
                    <a:pt x="125439" y="184584"/>
                  </a:cubicBezTo>
                  <a:cubicBezTo>
                    <a:pt x="131666" y="184803"/>
                    <a:pt x="137741" y="182542"/>
                    <a:pt x="142314" y="178290"/>
                  </a:cubicBezTo>
                  <a:lnTo>
                    <a:pt x="164622" y="157516"/>
                  </a:lnTo>
                  <a:cubicBezTo>
                    <a:pt x="174140" y="148674"/>
                    <a:pt x="174680" y="133807"/>
                    <a:pt x="165821" y="124256"/>
                  </a:cubicBezTo>
                  <a:lnTo>
                    <a:pt x="110622" y="6502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487718" y="872703"/>
            <a:ext cx="523125" cy="449359"/>
            <a:chOff x="19986468" y="4403479"/>
            <a:chExt cx="523125" cy="449359"/>
          </a:xfrm>
          <a:solidFill>
            <a:schemeClr val="accent1"/>
          </a:solidFill>
        </p:grpSpPr>
        <p:sp>
          <p:nvSpPr>
            <p:cNvPr id="56" name="任意多边形: 形状 55"/>
            <p:cNvSpPr/>
            <p:nvPr/>
          </p:nvSpPr>
          <p:spPr>
            <a:xfrm>
              <a:off x="20188326" y="4612763"/>
              <a:ext cx="118125" cy="50625"/>
            </a:xfrm>
            <a:custGeom>
              <a:avLst/>
              <a:gdLst>
                <a:gd name="connsiteX0" fmla="*/ 132806 w 118125"/>
                <a:gd name="connsiteY0" fmla="*/ 35269 h 50625"/>
                <a:gd name="connsiteX1" fmla="*/ 132806 w 118125"/>
                <a:gd name="connsiteY1" fmla="*/ 0 h 50625"/>
                <a:gd name="connsiteX2" fmla="*/ 75499 w 118125"/>
                <a:gd name="connsiteY2" fmla="*/ 33480 h 50625"/>
                <a:gd name="connsiteX3" fmla="*/ 62117 w 118125"/>
                <a:gd name="connsiteY3" fmla="*/ 33902 h 50625"/>
                <a:gd name="connsiteX4" fmla="*/ 0 w 118125"/>
                <a:gd name="connsiteY4" fmla="*/ 2717 h 50625"/>
                <a:gd name="connsiteX5" fmla="*/ 0 w 118125"/>
                <a:gd name="connsiteY5" fmla="*/ 35252 h 50625"/>
                <a:gd name="connsiteX6" fmla="*/ 66420 w 118125"/>
                <a:gd name="connsiteY6" fmla="*/ 65745 h 50625"/>
                <a:gd name="connsiteX7" fmla="*/ 132806 w 118125"/>
                <a:gd name="connsiteY7" fmla="*/ 3526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25" h="50625">
                  <a:moveTo>
                    <a:pt x="132806" y="35269"/>
                  </a:moveTo>
                  <a:lnTo>
                    <a:pt x="132806" y="0"/>
                  </a:lnTo>
                  <a:lnTo>
                    <a:pt x="75499" y="33480"/>
                  </a:lnTo>
                  <a:cubicBezTo>
                    <a:pt x="71398" y="35893"/>
                    <a:pt x="66352" y="36011"/>
                    <a:pt x="62117" y="33902"/>
                  </a:cubicBezTo>
                  <a:lnTo>
                    <a:pt x="0" y="2717"/>
                  </a:lnTo>
                  <a:lnTo>
                    <a:pt x="0" y="35252"/>
                  </a:lnTo>
                  <a:cubicBezTo>
                    <a:pt x="0" y="35252"/>
                    <a:pt x="27641" y="65745"/>
                    <a:pt x="66420" y="65745"/>
                  </a:cubicBezTo>
                  <a:cubicBezTo>
                    <a:pt x="115189" y="65762"/>
                    <a:pt x="132806" y="35269"/>
                    <a:pt x="132806" y="3526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20136638" y="4505555"/>
              <a:ext cx="219375" cy="168750"/>
            </a:xfrm>
            <a:custGeom>
              <a:avLst/>
              <a:gdLst>
                <a:gd name="connsiteX0" fmla="*/ 0 w 219375"/>
                <a:gd name="connsiteY0" fmla="*/ 176193 h 168750"/>
                <a:gd name="connsiteX1" fmla="*/ 31252 w 219375"/>
                <a:gd name="connsiteY1" fmla="*/ 167502 h 168750"/>
                <a:gd name="connsiteX2" fmla="*/ 28620 w 219375"/>
                <a:gd name="connsiteY2" fmla="*/ 153361 h 168750"/>
                <a:gd name="connsiteX3" fmla="*/ 32332 w 219375"/>
                <a:gd name="connsiteY3" fmla="*/ 144400 h 168750"/>
                <a:gd name="connsiteX4" fmla="*/ 23996 w 219375"/>
                <a:gd name="connsiteY4" fmla="*/ 132470 h 168750"/>
                <a:gd name="connsiteX5" fmla="*/ 24199 w 219375"/>
                <a:gd name="connsiteY5" fmla="*/ 84359 h 168750"/>
                <a:gd name="connsiteX6" fmla="*/ 98972 w 219375"/>
                <a:gd name="connsiteY6" fmla="*/ 58456 h 168750"/>
                <a:gd name="connsiteX7" fmla="*/ 102819 w 219375"/>
                <a:gd name="connsiteY7" fmla="*/ 52364 h 168750"/>
                <a:gd name="connsiteX8" fmla="*/ 118868 w 219375"/>
                <a:gd name="connsiteY8" fmla="*/ 63670 h 168750"/>
                <a:gd name="connsiteX9" fmla="*/ 135304 w 219375"/>
                <a:gd name="connsiteY9" fmla="*/ 54845 h 168750"/>
                <a:gd name="connsiteX10" fmla="*/ 134612 w 219375"/>
                <a:gd name="connsiteY10" fmla="*/ 51368 h 168750"/>
                <a:gd name="connsiteX11" fmla="*/ 138712 w 219375"/>
                <a:gd name="connsiteY11" fmla="*/ 60987 h 168750"/>
                <a:gd name="connsiteX12" fmla="*/ 119576 w 219375"/>
                <a:gd name="connsiteY12" fmla="*/ 71230 h 168750"/>
                <a:gd name="connsiteX13" fmla="*/ 101436 w 219375"/>
                <a:gd name="connsiteY13" fmla="*/ 66623 h 168750"/>
                <a:gd name="connsiteX14" fmla="*/ 32569 w 219375"/>
                <a:gd name="connsiteY14" fmla="*/ 90485 h 168750"/>
                <a:gd name="connsiteX15" fmla="*/ 114277 w 219375"/>
                <a:gd name="connsiteY15" fmla="*/ 131407 h 168750"/>
                <a:gd name="connsiteX16" fmla="*/ 127609 w 219375"/>
                <a:gd name="connsiteY16" fmla="*/ 130985 h 168750"/>
                <a:gd name="connsiteX17" fmla="*/ 222868 w 219375"/>
                <a:gd name="connsiteY17" fmla="*/ 75466 h 168750"/>
                <a:gd name="connsiteX18" fmla="*/ 229821 w 219375"/>
                <a:gd name="connsiteY18" fmla="*/ 62928 h 168750"/>
                <a:gd name="connsiteX19" fmla="*/ 222109 w 219375"/>
                <a:gd name="connsiteY19" fmla="*/ 50845 h 168750"/>
                <a:gd name="connsiteX20" fmla="*/ 123458 w 219375"/>
                <a:gd name="connsiteY20" fmla="*/ 1486 h 168750"/>
                <a:gd name="connsiteX21" fmla="*/ 110143 w 219375"/>
                <a:gd name="connsiteY21" fmla="*/ 1908 h 168750"/>
                <a:gd name="connsiteX22" fmla="*/ 14867 w 219375"/>
                <a:gd name="connsiteY22" fmla="*/ 57427 h 168750"/>
                <a:gd name="connsiteX23" fmla="*/ 7931 w 219375"/>
                <a:gd name="connsiteY23" fmla="*/ 69745 h 168750"/>
                <a:gd name="connsiteX24" fmla="*/ 15660 w 219375"/>
                <a:gd name="connsiteY24" fmla="*/ 81592 h 168750"/>
                <a:gd name="connsiteX25" fmla="*/ 15660 w 219375"/>
                <a:gd name="connsiteY25" fmla="*/ 81592 h 168750"/>
                <a:gd name="connsiteX26" fmla="*/ 15457 w 219375"/>
                <a:gd name="connsiteY26" fmla="*/ 132233 h 168750"/>
                <a:gd name="connsiteX27" fmla="*/ 6969 w 219375"/>
                <a:gd name="connsiteY27" fmla="*/ 144299 h 168750"/>
                <a:gd name="connsiteX28" fmla="*/ 11914 w 219375"/>
                <a:gd name="connsiteY28" fmla="*/ 154407 h 168750"/>
                <a:gd name="connsiteX29" fmla="*/ 3881 w 219375"/>
                <a:gd name="connsiteY29" fmla="*/ 170000 h 168750"/>
                <a:gd name="connsiteX30" fmla="*/ 0 w 219375"/>
                <a:gd name="connsiteY30" fmla="*/ 176193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9375" h="168750">
                  <a:moveTo>
                    <a:pt x="0" y="176193"/>
                  </a:moveTo>
                  <a:lnTo>
                    <a:pt x="31252" y="167502"/>
                  </a:lnTo>
                  <a:cubicBezTo>
                    <a:pt x="30864" y="161849"/>
                    <a:pt x="29632" y="156770"/>
                    <a:pt x="28620" y="153361"/>
                  </a:cubicBezTo>
                  <a:cubicBezTo>
                    <a:pt x="30949" y="151066"/>
                    <a:pt x="32332" y="147910"/>
                    <a:pt x="32332" y="144400"/>
                  </a:cubicBezTo>
                  <a:cubicBezTo>
                    <a:pt x="32332" y="138950"/>
                    <a:pt x="28856" y="134242"/>
                    <a:pt x="23996" y="132470"/>
                  </a:cubicBezTo>
                  <a:lnTo>
                    <a:pt x="24199" y="84359"/>
                  </a:lnTo>
                  <a:lnTo>
                    <a:pt x="98972" y="58456"/>
                  </a:lnTo>
                  <a:cubicBezTo>
                    <a:pt x="99630" y="55283"/>
                    <a:pt x="102819" y="52364"/>
                    <a:pt x="102819" y="52364"/>
                  </a:cubicBezTo>
                  <a:cubicBezTo>
                    <a:pt x="102566" y="53225"/>
                    <a:pt x="103056" y="63670"/>
                    <a:pt x="118868" y="63670"/>
                  </a:cubicBezTo>
                  <a:cubicBezTo>
                    <a:pt x="127946" y="63670"/>
                    <a:pt x="135304" y="60768"/>
                    <a:pt x="135304" y="54845"/>
                  </a:cubicBezTo>
                  <a:cubicBezTo>
                    <a:pt x="135304" y="53765"/>
                    <a:pt x="135068" y="52583"/>
                    <a:pt x="134612" y="51368"/>
                  </a:cubicBezTo>
                  <a:cubicBezTo>
                    <a:pt x="137160" y="54524"/>
                    <a:pt x="138712" y="58085"/>
                    <a:pt x="138712" y="60987"/>
                  </a:cubicBezTo>
                  <a:cubicBezTo>
                    <a:pt x="138712" y="67872"/>
                    <a:pt x="130140" y="71230"/>
                    <a:pt x="119576" y="71230"/>
                  </a:cubicBezTo>
                  <a:cubicBezTo>
                    <a:pt x="112421" y="71230"/>
                    <a:pt x="105266" y="69745"/>
                    <a:pt x="101436" y="66623"/>
                  </a:cubicBezTo>
                  <a:lnTo>
                    <a:pt x="32569" y="90485"/>
                  </a:lnTo>
                  <a:lnTo>
                    <a:pt x="114277" y="131407"/>
                  </a:lnTo>
                  <a:cubicBezTo>
                    <a:pt x="118513" y="133516"/>
                    <a:pt x="123542" y="133364"/>
                    <a:pt x="127609" y="130985"/>
                  </a:cubicBezTo>
                  <a:lnTo>
                    <a:pt x="222868" y="75466"/>
                  </a:lnTo>
                  <a:cubicBezTo>
                    <a:pt x="227357" y="72884"/>
                    <a:pt x="230023" y="68058"/>
                    <a:pt x="229821" y="62928"/>
                  </a:cubicBezTo>
                  <a:cubicBezTo>
                    <a:pt x="229652" y="57781"/>
                    <a:pt x="226699" y="53140"/>
                    <a:pt x="222109" y="50845"/>
                  </a:cubicBezTo>
                  <a:lnTo>
                    <a:pt x="123458" y="1486"/>
                  </a:lnTo>
                  <a:cubicBezTo>
                    <a:pt x="119222" y="-640"/>
                    <a:pt x="114227" y="-472"/>
                    <a:pt x="110143" y="1908"/>
                  </a:cubicBezTo>
                  <a:lnTo>
                    <a:pt x="14867" y="57427"/>
                  </a:lnTo>
                  <a:cubicBezTo>
                    <a:pt x="10429" y="60008"/>
                    <a:pt x="7746" y="64582"/>
                    <a:pt x="7931" y="69745"/>
                  </a:cubicBezTo>
                  <a:cubicBezTo>
                    <a:pt x="8100" y="74892"/>
                    <a:pt x="11053" y="80360"/>
                    <a:pt x="15660" y="81592"/>
                  </a:cubicBezTo>
                  <a:lnTo>
                    <a:pt x="15660" y="81592"/>
                  </a:lnTo>
                  <a:lnTo>
                    <a:pt x="15457" y="132233"/>
                  </a:lnTo>
                  <a:cubicBezTo>
                    <a:pt x="10530" y="133988"/>
                    <a:pt x="6969" y="138798"/>
                    <a:pt x="6969" y="144299"/>
                  </a:cubicBezTo>
                  <a:cubicBezTo>
                    <a:pt x="6969" y="148400"/>
                    <a:pt x="8910" y="152078"/>
                    <a:pt x="11914" y="154407"/>
                  </a:cubicBezTo>
                  <a:cubicBezTo>
                    <a:pt x="10952" y="161393"/>
                    <a:pt x="7712" y="166405"/>
                    <a:pt x="3881" y="170000"/>
                  </a:cubicBezTo>
                  <a:cubicBezTo>
                    <a:pt x="2025" y="171670"/>
                    <a:pt x="709" y="173830"/>
                    <a:pt x="0" y="17619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9986468" y="4403479"/>
              <a:ext cx="523125" cy="388125"/>
            </a:xfrm>
            <a:custGeom>
              <a:avLst/>
              <a:gdLst>
                <a:gd name="connsiteX0" fmla="*/ 534263 w 523125"/>
                <a:gd name="connsiteY0" fmla="*/ 259622 h 388125"/>
                <a:gd name="connsiteX1" fmla="*/ 416863 w 523125"/>
                <a:gd name="connsiteY1" fmla="*/ 118564 h 388125"/>
                <a:gd name="connsiteX2" fmla="*/ 282285 w 523125"/>
                <a:gd name="connsiteY2" fmla="*/ 0 h 388125"/>
                <a:gd name="connsiteX3" fmla="*/ 146678 w 523125"/>
                <a:gd name="connsiteY3" fmla="*/ 93690 h 388125"/>
                <a:gd name="connsiteX4" fmla="*/ 137143 w 523125"/>
                <a:gd name="connsiteY4" fmla="*/ 93234 h 388125"/>
                <a:gd name="connsiteX5" fmla="*/ 0 w 523125"/>
                <a:gd name="connsiteY5" fmla="*/ 259993 h 388125"/>
                <a:gd name="connsiteX6" fmla="*/ 2059 w 523125"/>
                <a:gd name="connsiteY6" fmla="*/ 283989 h 388125"/>
                <a:gd name="connsiteX7" fmla="*/ 5788 w 523125"/>
                <a:gd name="connsiteY7" fmla="*/ 313386 h 388125"/>
                <a:gd name="connsiteX8" fmla="*/ 22646 w 523125"/>
                <a:gd name="connsiteY8" fmla="*/ 328725 h 388125"/>
                <a:gd name="connsiteX9" fmla="*/ 44196 w 523125"/>
                <a:gd name="connsiteY9" fmla="*/ 328725 h 388125"/>
                <a:gd name="connsiteX10" fmla="*/ 44888 w 523125"/>
                <a:gd name="connsiteY10" fmla="*/ 320861 h 388125"/>
                <a:gd name="connsiteX11" fmla="*/ 62758 w 523125"/>
                <a:gd name="connsiteY11" fmla="*/ 302535 h 388125"/>
                <a:gd name="connsiteX12" fmla="*/ 92458 w 523125"/>
                <a:gd name="connsiteY12" fmla="*/ 294283 h 388125"/>
                <a:gd name="connsiteX13" fmla="*/ 37733 w 523125"/>
                <a:gd name="connsiteY13" fmla="*/ 294283 h 388125"/>
                <a:gd name="connsiteX14" fmla="*/ 35623 w 523125"/>
                <a:gd name="connsiteY14" fmla="*/ 278978 h 388125"/>
                <a:gd name="connsiteX15" fmla="*/ 33919 w 523125"/>
                <a:gd name="connsiteY15" fmla="*/ 259976 h 388125"/>
                <a:gd name="connsiteX16" fmla="*/ 138341 w 523125"/>
                <a:gd name="connsiteY16" fmla="*/ 127119 h 388125"/>
                <a:gd name="connsiteX17" fmla="*/ 154339 w 523125"/>
                <a:gd name="connsiteY17" fmla="*/ 128993 h 388125"/>
                <a:gd name="connsiteX18" fmla="*/ 173306 w 523125"/>
                <a:gd name="connsiteY18" fmla="*/ 118142 h 388125"/>
                <a:gd name="connsiteX19" fmla="*/ 282285 w 523125"/>
                <a:gd name="connsiteY19" fmla="*/ 33885 h 388125"/>
                <a:gd name="connsiteX20" fmla="*/ 383940 w 523125"/>
                <a:gd name="connsiteY20" fmla="*/ 135878 h 388125"/>
                <a:gd name="connsiteX21" fmla="*/ 389070 w 523125"/>
                <a:gd name="connsiteY21" fmla="*/ 148011 h 388125"/>
                <a:gd name="connsiteX22" fmla="*/ 401338 w 523125"/>
                <a:gd name="connsiteY22" fmla="*/ 152837 h 388125"/>
                <a:gd name="connsiteX23" fmla="*/ 413978 w 523125"/>
                <a:gd name="connsiteY23" fmla="*/ 152415 h 388125"/>
                <a:gd name="connsiteX24" fmla="*/ 500310 w 523125"/>
                <a:gd name="connsiteY24" fmla="*/ 259993 h 388125"/>
                <a:gd name="connsiteX25" fmla="*/ 498386 w 523125"/>
                <a:gd name="connsiteY25" fmla="*/ 278252 h 388125"/>
                <a:gd name="connsiteX26" fmla="*/ 495669 w 523125"/>
                <a:gd name="connsiteY26" fmla="*/ 294283 h 388125"/>
                <a:gd name="connsiteX27" fmla="*/ 435021 w 523125"/>
                <a:gd name="connsiteY27" fmla="*/ 294283 h 388125"/>
                <a:gd name="connsiteX28" fmla="*/ 422263 w 523125"/>
                <a:gd name="connsiteY28" fmla="*/ 300139 h 388125"/>
                <a:gd name="connsiteX29" fmla="*/ 418230 w 523125"/>
                <a:gd name="connsiteY29" fmla="*/ 313554 h 388125"/>
                <a:gd name="connsiteX30" fmla="*/ 423090 w 523125"/>
                <a:gd name="connsiteY30" fmla="*/ 350173 h 388125"/>
                <a:gd name="connsiteX31" fmla="*/ 350477 w 523125"/>
                <a:gd name="connsiteY31" fmla="*/ 297574 h 388125"/>
                <a:gd name="connsiteX32" fmla="*/ 340521 w 523125"/>
                <a:gd name="connsiteY32" fmla="*/ 294317 h 388125"/>
                <a:gd name="connsiteX33" fmla="*/ 224876 w 523125"/>
                <a:gd name="connsiteY33" fmla="*/ 294317 h 388125"/>
                <a:gd name="connsiteX34" fmla="*/ 224488 w 523125"/>
                <a:gd name="connsiteY34" fmla="*/ 296561 h 388125"/>
                <a:gd name="connsiteX35" fmla="*/ 217114 w 523125"/>
                <a:gd name="connsiteY35" fmla="*/ 328759 h 388125"/>
                <a:gd name="connsiteX36" fmla="*/ 334969 w 523125"/>
                <a:gd name="connsiteY36" fmla="*/ 328759 h 388125"/>
                <a:gd name="connsiteX37" fmla="*/ 435122 w 523125"/>
                <a:gd name="connsiteY37" fmla="*/ 397254 h 388125"/>
                <a:gd name="connsiteX38" fmla="*/ 462358 w 523125"/>
                <a:gd name="connsiteY38" fmla="*/ 383417 h 388125"/>
                <a:gd name="connsiteX39" fmla="*/ 454309 w 523125"/>
                <a:gd name="connsiteY39" fmla="*/ 328843 h 388125"/>
                <a:gd name="connsiteX40" fmla="*/ 510334 w 523125"/>
                <a:gd name="connsiteY40" fmla="*/ 328843 h 388125"/>
                <a:gd name="connsiteX41" fmla="*/ 527175 w 523125"/>
                <a:gd name="connsiteY41" fmla="*/ 313774 h 388125"/>
                <a:gd name="connsiteX42" fmla="*/ 534263 w 523125"/>
                <a:gd name="connsiteY42" fmla="*/ 259622 h 38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23125" h="388125">
                  <a:moveTo>
                    <a:pt x="534263" y="259622"/>
                  </a:moveTo>
                  <a:cubicBezTo>
                    <a:pt x="533267" y="176361"/>
                    <a:pt x="486203" y="120066"/>
                    <a:pt x="416863" y="118564"/>
                  </a:cubicBezTo>
                  <a:cubicBezTo>
                    <a:pt x="408611" y="50827"/>
                    <a:pt x="352468" y="0"/>
                    <a:pt x="282285" y="0"/>
                  </a:cubicBezTo>
                  <a:cubicBezTo>
                    <a:pt x="224623" y="0"/>
                    <a:pt x="172648" y="36349"/>
                    <a:pt x="146678" y="93690"/>
                  </a:cubicBezTo>
                  <a:cubicBezTo>
                    <a:pt x="143741" y="93420"/>
                    <a:pt x="140586" y="93268"/>
                    <a:pt x="137143" y="93234"/>
                  </a:cubicBezTo>
                  <a:cubicBezTo>
                    <a:pt x="52549" y="93234"/>
                    <a:pt x="0" y="157174"/>
                    <a:pt x="0" y="259993"/>
                  </a:cubicBezTo>
                  <a:cubicBezTo>
                    <a:pt x="0" y="269663"/>
                    <a:pt x="793" y="275113"/>
                    <a:pt x="2059" y="283989"/>
                  </a:cubicBezTo>
                  <a:cubicBezTo>
                    <a:pt x="3004" y="290318"/>
                    <a:pt x="4236" y="299076"/>
                    <a:pt x="5788" y="313386"/>
                  </a:cubicBezTo>
                  <a:cubicBezTo>
                    <a:pt x="6733" y="321992"/>
                    <a:pt x="13973" y="328725"/>
                    <a:pt x="22646" y="328725"/>
                  </a:cubicBezTo>
                  <a:lnTo>
                    <a:pt x="44196" y="328725"/>
                  </a:lnTo>
                  <a:cubicBezTo>
                    <a:pt x="44027" y="326143"/>
                    <a:pt x="44246" y="323460"/>
                    <a:pt x="44888" y="320861"/>
                  </a:cubicBezTo>
                  <a:cubicBezTo>
                    <a:pt x="47115" y="312002"/>
                    <a:pt x="53933" y="305016"/>
                    <a:pt x="62758" y="302535"/>
                  </a:cubicBezTo>
                  <a:lnTo>
                    <a:pt x="92458" y="294283"/>
                  </a:lnTo>
                  <a:lnTo>
                    <a:pt x="37733" y="294283"/>
                  </a:lnTo>
                  <a:cubicBezTo>
                    <a:pt x="36923" y="288174"/>
                    <a:pt x="36197" y="282960"/>
                    <a:pt x="35623" y="278978"/>
                  </a:cubicBezTo>
                  <a:cubicBezTo>
                    <a:pt x="34425" y="270607"/>
                    <a:pt x="33919" y="267182"/>
                    <a:pt x="33919" y="259976"/>
                  </a:cubicBezTo>
                  <a:cubicBezTo>
                    <a:pt x="33919" y="220016"/>
                    <a:pt x="43976" y="127103"/>
                    <a:pt x="138341" y="127119"/>
                  </a:cubicBezTo>
                  <a:cubicBezTo>
                    <a:pt x="143606" y="127170"/>
                    <a:pt x="149158" y="128048"/>
                    <a:pt x="154339" y="128993"/>
                  </a:cubicBezTo>
                  <a:cubicBezTo>
                    <a:pt x="162506" y="130444"/>
                    <a:pt x="170471" y="125904"/>
                    <a:pt x="173306" y="118142"/>
                  </a:cubicBezTo>
                  <a:cubicBezTo>
                    <a:pt x="192071" y="66960"/>
                    <a:pt x="234866" y="33885"/>
                    <a:pt x="282285" y="33885"/>
                  </a:cubicBezTo>
                  <a:cubicBezTo>
                    <a:pt x="332286" y="33885"/>
                    <a:pt x="383940" y="72039"/>
                    <a:pt x="383940" y="135878"/>
                  </a:cubicBezTo>
                  <a:cubicBezTo>
                    <a:pt x="383940" y="140451"/>
                    <a:pt x="385763" y="144821"/>
                    <a:pt x="389070" y="148011"/>
                  </a:cubicBezTo>
                  <a:cubicBezTo>
                    <a:pt x="392310" y="151200"/>
                    <a:pt x="396596" y="153090"/>
                    <a:pt x="401338" y="152837"/>
                  </a:cubicBezTo>
                  <a:lnTo>
                    <a:pt x="413978" y="152415"/>
                  </a:lnTo>
                  <a:cubicBezTo>
                    <a:pt x="465666" y="152415"/>
                    <a:pt x="499551" y="194636"/>
                    <a:pt x="500310" y="259993"/>
                  </a:cubicBezTo>
                  <a:cubicBezTo>
                    <a:pt x="500411" y="266912"/>
                    <a:pt x="499821" y="270186"/>
                    <a:pt x="498386" y="278252"/>
                  </a:cubicBezTo>
                  <a:cubicBezTo>
                    <a:pt x="497627" y="282403"/>
                    <a:pt x="496716" y="286943"/>
                    <a:pt x="495669" y="294283"/>
                  </a:cubicBezTo>
                  <a:lnTo>
                    <a:pt x="435021" y="294283"/>
                  </a:lnTo>
                  <a:cubicBezTo>
                    <a:pt x="430144" y="294283"/>
                    <a:pt x="425486" y="296443"/>
                    <a:pt x="422263" y="300139"/>
                  </a:cubicBezTo>
                  <a:cubicBezTo>
                    <a:pt x="419057" y="303818"/>
                    <a:pt x="417572" y="308728"/>
                    <a:pt x="418230" y="313554"/>
                  </a:cubicBezTo>
                  <a:lnTo>
                    <a:pt x="423090" y="350173"/>
                  </a:lnTo>
                  <a:lnTo>
                    <a:pt x="350477" y="297574"/>
                  </a:lnTo>
                  <a:cubicBezTo>
                    <a:pt x="347574" y="295464"/>
                    <a:pt x="344081" y="294317"/>
                    <a:pt x="340521" y="294317"/>
                  </a:cubicBezTo>
                  <a:lnTo>
                    <a:pt x="224876" y="294317"/>
                  </a:lnTo>
                  <a:cubicBezTo>
                    <a:pt x="224775" y="295076"/>
                    <a:pt x="224657" y="295836"/>
                    <a:pt x="224488" y="296561"/>
                  </a:cubicBezTo>
                  <a:lnTo>
                    <a:pt x="217114" y="328759"/>
                  </a:lnTo>
                  <a:lnTo>
                    <a:pt x="334969" y="328759"/>
                  </a:lnTo>
                  <a:lnTo>
                    <a:pt x="435122" y="397254"/>
                  </a:lnTo>
                  <a:cubicBezTo>
                    <a:pt x="443576" y="402452"/>
                    <a:pt x="463269" y="408780"/>
                    <a:pt x="462358" y="383417"/>
                  </a:cubicBezTo>
                  <a:cubicBezTo>
                    <a:pt x="462291" y="381476"/>
                    <a:pt x="454309" y="328843"/>
                    <a:pt x="454309" y="328843"/>
                  </a:cubicBezTo>
                  <a:lnTo>
                    <a:pt x="510334" y="328843"/>
                  </a:lnTo>
                  <a:cubicBezTo>
                    <a:pt x="518856" y="328843"/>
                    <a:pt x="526095" y="322245"/>
                    <a:pt x="527175" y="313774"/>
                  </a:cubicBezTo>
                  <a:cubicBezTo>
                    <a:pt x="529082" y="299396"/>
                    <a:pt x="534364" y="269730"/>
                    <a:pt x="534263" y="259622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0020433" y="4700963"/>
              <a:ext cx="151875" cy="151875"/>
            </a:xfrm>
            <a:custGeom>
              <a:avLst/>
              <a:gdLst>
                <a:gd name="connsiteX0" fmla="*/ 58645 w 151875"/>
                <a:gd name="connsiteY0" fmla="*/ 51626 h 151875"/>
                <a:gd name="connsiteX1" fmla="*/ 4088 w 151875"/>
                <a:gd name="connsiteY1" fmla="*/ 108798 h 151875"/>
                <a:gd name="connsiteX2" fmla="*/ 4577 w 151875"/>
                <a:gd name="connsiteY2" fmla="*/ 129723 h 151875"/>
                <a:gd name="connsiteX3" fmla="*/ 33568 w 151875"/>
                <a:gd name="connsiteY3" fmla="*/ 157415 h 151875"/>
                <a:gd name="connsiteX4" fmla="*/ 54510 w 151875"/>
                <a:gd name="connsiteY4" fmla="*/ 156959 h 151875"/>
                <a:gd name="connsiteX5" fmla="*/ 109084 w 151875"/>
                <a:gd name="connsiteY5" fmla="*/ 99770 h 151875"/>
                <a:gd name="connsiteX6" fmla="*/ 114636 w 151875"/>
                <a:gd name="connsiteY6" fmla="*/ 105086 h 151875"/>
                <a:gd name="connsiteX7" fmla="*/ 130768 w 151875"/>
                <a:gd name="connsiteY7" fmla="*/ 108950 h 151875"/>
                <a:gd name="connsiteX8" fmla="*/ 142108 w 151875"/>
                <a:gd name="connsiteY8" fmla="*/ 96817 h 151875"/>
                <a:gd name="connsiteX9" fmla="*/ 159793 w 151875"/>
                <a:gd name="connsiteY9" fmla="*/ 19529 h 151875"/>
                <a:gd name="connsiteX10" fmla="*/ 155254 w 151875"/>
                <a:gd name="connsiteY10" fmla="*/ 4409 h 151875"/>
                <a:gd name="connsiteX11" fmla="*/ 139948 w 151875"/>
                <a:gd name="connsiteY11" fmla="*/ 545 h 151875"/>
                <a:gd name="connsiteX12" fmla="*/ 63555 w 151875"/>
                <a:gd name="connsiteY12" fmla="*/ 21824 h 151875"/>
                <a:gd name="connsiteX13" fmla="*/ 51962 w 151875"/>
                <a:gd name="connsiteY13" fmla="*/ 33671 h 151875"/>
                <a:gd name="connsiteX14" fmla="*/ 56569 w 151875"/>
                <a:gd name="connsiteY14" fmla="*/ 49617 h 151875"/>
                <a:gd name="connsiteX15" fmla="*/ 58645 w 151875"/>
                <a:gd name="connsiteY15" fmla="*/ 51626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875" h="151875">
                  <a:moveTo>
                    <a:pt x="58645" y="51626"/>
                  </a:moveTo>
                  <a:lnTo>
                    <a:pt x="4088" y="108798"/>
                  </a:lnTo>
                  <a:cubicBezTo>
                    <a:pt x="-1548" y="114738"/>
                    <a:pt x="-1329" y="124070"/>
                    <a:pt x="4577" y="129723"/>
                  </a:cubicBezTo>
                  <a:lnTo>
                    <a:pt x="33568" y="157415"/>
                  </a:lnTo>
                  <a:cubicBezTo>
                    <a:pt x="39492" y="163051"/>
                    <a:pt x="48857" y="162849"/>
                    <a:pt x="54510" y="156959"/>
                  </a:cubicBezTo>
                  <a:lnTo>
                    <a:pt x="109084" y="99770"/>
                  </a:lnTo>
                  <a:lnTo>
                    <a:pt x="114636" y="105086"/>
                  </a:lnTo>
                  <a:cubicBezTo>
                    <a:pt x="118939" y="109186"/>
                    <a:pt x="125082" y="110671"/>
                    <a:pt x="130768" y="108950"/>
                  </a:cubicBezTo>
                  <a:cubicBezTo>
                    <a:pt x="136455" y="107212"/>
                    <a:pt x="140792" y="102622"/>
                    <a:pt x="142108" y="96817"/>
                  </a:cubicBezTo>
                  <a:lnTo>
                    <a:pt x="159793" y="19529"/>
                  </a:lnTo>
                  <a:cubicBezTo>
                    <a:pt x="161042" y="14062"/>
                    <a:pt x="159338" y="8324"/>
                    <a:pt x="155254" y="4409"/>
                  </a:cubicBezTo>
                  <a:cubicBezTo>
                    <a:pt x="151187" y="545"/>
                    <a:pt x="145365" y="-889"/>
                    <a:pt x="139948" y="545"/>
                  </a:cubicBezTo>
                  <a:lnTo>
                    <a:pt x="63555" y="21824"/>
                  </a:lnTo>
                  <a:cubicBezTo>
                    <a:pt x="57835" y="23411"/>
                    <a:pt x="53397" y="27933"/>
                    <a:pt x="51962" y="33671"/>
                  </a:cubicBezTo>
                  <a:cubicBezTo>
                    <a:pt x="50511" y="39459"/>
                    <a:pt x="52283" y="45534"/>
                    <a:pt x="56569" y="49617"/>
                  </a:cubicBezTo>
                  <a:lnTo>
                    <a:pt x="58645" y="5162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0706918" y="903320"/>
            <a:ext cx="523125" cy="388125"/>
            <a:chOff x="21066359" y="4413996"/>
            <a:chExt cx="523125" cy="388125"/>
          </a:xfrm>
          <a:solidFill>
            <a:schemeClr val="accent1"/>
          </a:solidFill>
        </p:grpSpPr>
        <p:sp>
          <p:nvSpPr>
            <p:cNvPr id="61" name="任意多边形: 形状 60"/>
            <p:cNvSpPr/>
            <p:nvPr/>
          </p:nvSpPr>
          <p:spPr>
            <a:xfrm>
              <a:off x="21142339" y="4497101"/>
              <a:ext cx="371250" cy="33750"/>
            </a:xfrm>
            <a:custGeom>
              <a:avLst/>
              <a:gdLst>
                <a:gd name="connsiteX0" fmla="*/ 18630 w 371250"/>
                <a:gd name="connsiteY0" fmla="*/ 37378 h 33750"/>
                <a:gd name="connsiteX1" fmla="*/ 364871 w 371250"/>
                <a:gd name="connsiteY1" fmla="*/ 37378 h 33750"/>
                <a:gd name="connsiteX2" fmla="*/ 383501 w 371250"/>
                <a:gd name="connsiteY2" fmla="*/ 18681 h 33750"/>
                <a:gd name="connsiteX3" fmla="*/ 364871 w 371250"/>
                <a:gd name="connsiteY3" fmla="*/ 0 h 33750"/>
                <a:gd name="connsiteX4" fmla="*/ 18630 w 371250"/>
                <a:gd name="connsiteY4" fmla="*/ 0 h 33750"/>
                <a:gd name="connsiteX5" fmla="*/ 0 w 371250"/>
                <a:gd name="connsiteY5" fmla="*/ 18681 h 33750"/>
                <a:gd name="connsiteX6" fmla="*/ 18630 w 371250"/>
                <a:gd name="connsiteY6" fmla="*/ 37378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250" h="33750">
                  <a:moveTo>
                    <a:pt x="18630" y="37378"/>
                  </a:moveTo>
                  <a:lnTo>
                    <a:pt x="364871" y="37378"/>
                  </a:lnTo>
                  <a:cubicBezTo>
                    <a:pt x="375131" y="37378"/>
                    <a:pt x="383501" y="28974"/>
                    <a:pt x="383501" y="18681"/>
                  </a:cubicBezTo>
                  <a:cubicBezTo>
                    <a:pt x="383501" y="8404"/>
                    <a:pt x="375165" y="0"/>
                    <a:pt x="364871" y="0"/>
                  </a:cubicBezTo>
                  <a:lnTo>
                    <a:pt x="18630" y="0"/>
                  </a:lnTo>
                  <a:cubicBezTo>
                    <a:pt x="8353" y="0"/>
                    <a:pt x="0" y="8404"/>
                    <a:pt x="0" y="18681"/>
                  </a:cubicBezTo>
                  <a:cubicBezTo>
                    <a:pt x="0" y="28957"/>
                    <a:pt x="8353" y="37378"/>
                    <a:pt x="18630" y="3737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21142339" y="4564146"/>
              <a:ext cx="371250" cy="33750"/>
            </a:xfrm>
            <a:custGeom>
              <a:avLst/>
              <a:gdLst>
                <a:gd name="connsiteX0" fmla="*/ 18630 w 371250"/>
                <a:gd name="connsiteY0" fmla="*/ 36264 h 33750"/>
                <a:gd name="connsiteX1" fmla="*/ 364871 w 371250"/>
                <a:gd name="connsiteY1" fmla="*/ 36264 h 33750"/>
                <a:gd name="connsiteX2" fmla="*/ 383501 w 371250"/>
                <a:gd name="connsiteY2" fmla="*/ 18141 h 33750"/>
                <a:gd name="connsiteX3" fmla="*/ 364871 w 371250"/>
                <a:gd name="connsiteY3" fmla="*/ 0 h 33750"/>
                <a:gd name="connsiteX4" fmla="*/ 18630 w 371250"/>
                <a:gd name="connsiteY4" fmla="*/ 0 h 33750"/>
                <a:gd name="connsiteX5" fmla="*/ 0 w 371250"/>
                <a:gd name="connsiteY5" fmla="*/ 18141 h 33750"/>
                <a:gd name="connsiteX6" fmla="*/ 18630 w 371250"/>
                <a:gd name="connsiteY6" fmla="*/ 36264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250" h="33750">
                  <a:moveTo>
                    <a:pt x="18630" y="36264"/>
                  </a:moveTo>
                  <a:lnTo>
                    <a:pt x="364871" y="36264"/>
                  </a:lnTo>
                  <a:cubicBezTo>
                    <a:pt x="375131" y="36264"/>
                    <a:pt x="383501" y="28418"/>
                    <a:pt x="383501" y="18141"/>
                  </a:cubicBezTo>
                  <a:cubicBezTo>
                    <a:pt x="383501" y="7847"/>
                    <a:pt x="375165" y="0"/>
                    <a:pt x="364871" y="0"/>
                  </a:cubicBezTo>
                  <a:lnTo>
                    <a:pt x="18630" y="0"/>
                  </a:lnTo>
                  <a:cubicBezTo>
                    <a:pt x="8353" y="0"/>
                    <a:pt x="0" y="7847"/>
                    <a:pt x="0" y="18141"/>
                  </a:cubicBezTo>
                  <a:cubicBezTo>
                    <a:pt x="0" y="28418"/>
                    <a:pt x="8353" y="36264"/>
                    <a:pt x="18630" y="3626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21154523" y="4634498"/>
              <a:ext cx="185625" cy="33750"/>
            </a:xfrm>
            <a:custGeom>
              <a:avLst/>
              <a:gdLst>
                <a:gd name="connsiteX0" fmla="*/ 171686 w 185625"/>
                <a:gd name="connsiteY0" fmla="*/ 0 h 33750"/>
                <a:gd name="connsiteX1" fmla="*/ 18613 w 185625"/>
                <a:gd name="connsiteY1" fmla="*/ 0 h 33750"/>
                <a:gd name="connsiteX2" fmla="*/ 0 w 185625"/>
                <a:gd name="connsiteY2" fmla="*/ 18697 h 33750"/>
                <a:gd name="connsiteX3" fmla="*/ 18613 w 185625"/>
                <a:gd name="connsiteY3" fmla="*/ 37378 h 33750"/>
                <a:gd name="connsiteX4" fmla="*/ 171686 w 185625"/>
                <a:gd name="connsiteY4" fmla="*/ 37378 h 33750"/>
                <a:gd name="connsiteX5" fmla="*/ 190316 w 185625"/>
                <a:gd name="connsiteY5" fmla="*/ 18697 h 33750"/>
                <a:gd name="connsiteX6" fmla="*/ 171686 w 18562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625" h="33750">
                  <a:moveTo>
                    <a:pt x="171686" y="0"/>
                  </a:moveTo>
                  <a:lnTo>
                    <a:pt x="18613" y="0"/>
                  </a:lnTo>
                  <a:cubicBezTo>
                    <a:pt x="8336" y="0"/>
                    <a:pt x="0" y="8404"/>
                    <a:pt x="0" y="18697"/>
                  </a:cubicBezTo>
                  <a:cubicBezTo>
                    <a:pt x="0" y="28974"/>
                    <a:pt x="8336" y="37378"/>
                    <a:pt x="18613" y="37378"/>
                  </a:cubicBezTo>
                  <a:lnTo>
                    <a:pt x="171686" y="37378"/>
                  </a:lnTo>
                  <a:cubicBezTo>
                    <a:pt x="181963" y="37378"/>
                    <a:pt x="190316" y="28974"/>
                    <a:pt x="190316" y="18697"/>
                  </a:cubicBezTo>
                  <a:cubicBezTo>
                    <a:pt x="190316" y="8404"/>
                    <a:pt x="181980" y="0"/>
                    <a:pt x="17168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21154523" y="4703719"/>
              <a:ext cx="185625" cy="33750"/>
            </a:xfrm>
            <a:custGeom>
              <a:avLst/>
              <a:gdLst>
                <a:gd name="connsiteX0" fmla="*/ 171686 w 185625"/>
                <a:gd name="connsiteY0" fmla="*/ 0 h 33750"/>
                <a:gd name="connsiteX1" fmla="*/ 18613 w 185625"/>
                <a:gd name="connsiteY1" fmla="*/ 0 h 33750"/>
                <a:gd name="connsiteX2" fmla="*/ 0 w 185625"/>
                <a:gd name="connsiteY2" fmla="*/ 18714 h 33750"/>
                <a:gd name="connsiteX3" fmla="*/ 18613 w 185625"/>
                <a:gd name="connsiteY3" fmla="*/ 37361 h 33750"/>
                <a:gd name="connsiteX4" fmla="*/ 171686 w 185625"/>
                <a:gd name="connsiteY4" fmla="*/ 37361 h 33750"/>
                <a:gd name="connsiteX5" fmla="*/ 190316 w 185625"/>
                <a:gd name="connsiteY5" fmla="*/ 18714 h 33750"/>
                <a:gd name="connsiteX6" fmla="*/ 171686 w 18562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625" h="33750">
                  <a:moveTo>
                    <a:pt x="171686" y="0"/>
                  </a:moveTo>
                  <a:lnTo>
                    <a:pt x="18613" y="0"/>
                  </a:lnTo>
                  <a:cubicBezTo>
                    <a:pt x="8336" y="0"/>
                    <a:pt x="0" y="8404"/>
                    <a:pt x="0" y="18714"/>
                  </a:cubicBezTo>
                  <a:cubicBezTo>
                    <a:pt x="0" y="28957"/>
                    <a:pt x="8336" y="37361"/>
                    <a:pt x="18613" y="37361"/>
                  </a:cubicBezTo>
                  <a:lnTo>
                    <a:pt x="171686" y="37361"/>
                  </a:lnTo>
                  <a:cubicBezTo>
                    <a:pt x="181963" y="37361"/>
                    <a:pt x="190316" y="28957"/>
                    <a:pt x="190316" y="18714"/>
                  </a:cubicBezTo>
                  <a:cubicBezTo>
                    <a:pt x="190316" y="8404"/>
                    <a:pt x="181980" y="0"/>
                    <a:pt x="17168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21398147" y="4626212"/>
              <a:ext cx="101250" cy="101250"/>
            </a:xfrm>
            <a:custGeom>
              <a:avLst/>
              <a:gdLst>
                <a:gd name="connsiteX0" fmla="*/ 109080 w 101250"/>
                <a:gd name="connsiteY0" fmla="*/ 54540 h 101250"/>
                <a:gd name="connsiteX1" fmla="*/ 54540 w 101250"/>
                <a:gd name="connsiteY1" fmla="*/ 109080 h 101250"/>
                <a:gd name="connsiteX2" fmla="*/ 0 w 101250"/>
                <a:gd name="connsiteY2" fmla="*/ 54540 h 101250"/>
                <a:gd name="connsiteX3" fmla="*/ 54540 w 101250"/>
                <a:gd name="connsiteY3" fmla="*/ 0 h 101250"/>
                <a:gd name="connsiteX4" fmla="*/ 109080 w 101250"/>
                <a:gd name="connsiteY4" fmla="*/ 54540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01250">
                  <a:moveTo>
                    <a:pt x="109080" y="54540"/>
                  </a:moveTo>
                  <a:cubicBezTo>
                    <a:pt x="109080" y="84662"/>
                    <a:pt x="84662" y="109080"/>
                    <a:pt x="54540" y="109080"/>
                  </a:cubicBezTo>
                  <a:cubicBezTo>
                    <a:pt x="24418" y="109080"/>
                    <a:pt x="0" y="84662"/>
                    <a:pt x="0" y="54540"/>
                  </a:cubicBezTo>
                  <a:cubicBezTo>
                    <a:pt x="0" y="24418"/>
                    <a:pt x="24418" y="0"/>
                    <a:pt x="54540" y="0"/>
                  </a:cubicBezTo>
                  <a:cubicBezTo>
                    <a:pt x="84662" y="0"/>
                    <a:pt x="109080" y="24418"/>
                    <a:pt x="109080" y="5454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21066359" y="4413996"/>
              <a:ext cx="523125" cy="388125"/>
            </a:xfrm>
            <a:custGeom>
              <a:avLst/>
              <a:gdLst>
                <a:gd name="connsiteX0" fmla="*/ 533984 w 523125"/>
                <a:gd name="connsiteY0" fmla="*/ 132819 h 388125"/>
                <a:gd name="connsiteX1" fmla="*/ 524855 w 523125"/>
                <a:gd name="connsiteY1" fmla="*/ 105448 h 388125"/>
                <a:gd name="connsiteX2" fmla="*/ 533984 w 523125"/>
                <a:gd name="connsiteY2" fmla="*/ 78076 h 388125"/>
                <a:gd name="connsiteX3" fmla="*/ 533984 w 523125"/>
                <a:gd name="connsiteY3" fmla="*/ 72204 h 388125"/>
                <a:gd name="connsiteX4" fmla="*/ 524686 w 523125"/>
                <a:gd name="connsiteY4" fmla="*/ 44293 h 388125"/>
                <a:gd name="connsiteX5" fmla="*/ 532094 w 523125"/>
                <a:gd name="connsiteY5" fmla="*/ 12365 h 388125"/>
                <a:gd name="connsiteX6" fmla="*/ 529664 w 523125"/>
                <a:gd name="connsiteY6" fmla="*/ 3759 h 388125"/>
                <a:gd name="connsiteX7" fmla="*/ 521142 w 523125"/>
                <a:gd name="connsiteY7" fmla="*/ 1126 h 388125"/>
                <a:gd name="connsiteX8" fmla="*/ 478010 w 523125"/>
                <a:gd name="connsiteY8" fmla="*/ 9885 h 388125"/>
                <a:gd name="connsiteX9" fmla="*/ 437763 w 523125"/>
                <a:gd name="connsiteY9" fmla="*/ 266 h 388125"/>
                <a:gd name="connsiteX10" fmla="*/ 433443 w 523125"/>
                <a:gd name="connsiteY10" fmla="*/ 266 h 388125"/>
                <a:gd name="connsiteX11" fmla="*/ 393432 w 523125"/>
                <a:gd name="connsiteY11" fmla="*/ 9851 h 388125"/>
                <a:gd name="connsiteX12" fmla="*/ 353455 w 523125"/>
                <a:gd name="connsiteY12" fmla="*/ 266 h 388125"/>
                <a:gd name="connsiteX13" fmla="*/ 349102 w 523125"/>
                <a:gd name="connsiteY13" fmla="*/ 266 h 388125"/>
                <a:gd name="connsiteX14" fmla="*/ 309125 w 523125"/>
                <a:gd name="connsiteY14" fmla="*/ 9851 h 388125"/>
                <a:gd name="connsiteX15" fmla="*/ 269198 w 523125"/>
                <a:gd name="connsiteY15" fmla="*/ 266 h 388125"/>
                <a:gd name="connsiteX16" fmla="*/ 264845 w 523125"/>
                <a:gd name="connsiteY16" fmla="*/ 266 h 388125"/>
                <a:gd name="connsiteX17" fmla="*/ 224952 w 523125"/>
                <a:gd name="connsiteY17" fmla="*/ 9851 h 388125"/>
                <a:gd name="connsiteX18" fmla="*/ 185009 w 523125"/>
                <a:gd name="connsiteY18" fmla="*/ 266 h 388125"/>
                <a:gd name="connsiteX19" fmla="*/ 180672 w 523125"/>
                <a:gd name="connsiteY19" fmla="*/ 266 h 388125"/>
                <a:gd name="connsiteX20" fmla="*/ 140695 w 523125"/>
                <a:gd name="connsiteY20" fmla="*/ 9868 h 388125"/>
                <a:gd name="connsiteX21" fmla="*/ 100769 w 523125"/>
                <a:gd name="connsiteY21" fmla="*/ 283 h 388125"/>
                <a:gd name="connsiteX22" fmla="*/ 96415 w 523125"/>
                <a:gd name="connsiteY22" fmla="*/ 283 h 388125"/>
                <a:gd name="connsiteX23" fmla="*/ 56303 w 523125"/>
                <a:gd name="connsiteY23" fmla="*/ 9885 h 388125"/>
                <a:gd name="connsiteX24" fmla="*/ 13272 w 523125"/>
                <a:gd name="connsiteY24" fmla="*/ 1160 h 388125"/>
                <a:gd name="connsiteX25" fmla="*/ 4750 w 523125"/>
                <a:gd name="connsiteY25" fmla="*/ 3793 h 388125"/>
                <a:gd name="connsiteX26" fmla="*/ 2337 w 523125"/>
                <a:gd name="connsiteY26" fmla="*/ 12382 h 388125"/>
                <a:gd name="connsiteX27" fmla="*/ 9762 w 523125"/>
                <a:gd name="connsiteY27" fmla="*/ 44445 h 388125"/>
                <a:gd name="connsiteX28" fmla="*/ 481 w 523125"/>
                <a:gd name="connsiteY28" fmla="*/ 72474 h 388125"/>
                <a:gd name="connsiteX29" fmla="*/ 481 w 523125"/>
                <a:gd name="connsiteY29" fmla="*/ 78346 h 388125"/>
                <a:gd name="connsiteX30" fmla="*/ 9610 w 523125"/>
                <a:gd name="connsiteY30" fmla="*/ 105870 h 388125"/>
                <a:gd name="connsiteX31" fmla="*/ 481 w 523125"/>
                <a:gd name="connsiteY31" fmla="*/ 133325 h 388125"/>
                <a:gd name="connsiteX32" fmla="*/ 481 w 523125"/>
                <a:gd name="connsiteY32" fmla="*/ 139198 h 388125"/>
                <a:gd name="connsiteX33" fmla="*/ 9610 w 523125"/>
                <a:gd name="connsiteY33" fmla="*/ 166704 h 388125"/>
                <a:gd name="connsiteX34" fmla="*/ 481 w 523125"/>
                <a:gd name="connsiteY34" fmla="*/ 194160 h 388125"/>
                <a:gd name="connsiteX35" fmla="*/ 481 w 523125"/>
                <a:gd name="connsiteY35" fmla="*/ 200049 h 388125"/>
                <a:gd name="connsiteX36" fmla="*/ 9610 w 523125"/>
                <a:gd name="connsiteY36" fmla="*/ 227454 h 388125"/>
                <a:gd name="connsiteX37" fmla="*/ 481 w 523125"/>
                <a:gd name="connsiteY37" fmla="*/ 254926 h 388125"/>
                <a:gd name="connsiteX38" fmla="*/ 481 w 523125"/>
                <a:gd name="connsiteY38" fmla="*/ 260833 h 388125"/>
                <a:gd name="connsiteX39" fmla="*/ 9610 w 523125"/>
                <a:gd name="connsiteY39" fmla="*/ 288187 h 388125"/>
                <a:gd name="connsiteX40" fmla="*/ 481 w 523125"/>
                <a:gd name="connsiteY40" fmla="*/ 315575 h 388125"/>
                <a:gd name="connsiteX41" fmla="*/ 481 w 523125"/>
                <a:gd name="connsiteY41" fmla="*/ 321465 h 388125"/>
                <a:gd name="connsiteX42" fmla="*/ 9762 w 523125"/>
                <a:gd name="connsiteY42" fmla="*/ 349325 h 388125"/>
                <a:gd name="connsiteX43" fmla="*/ 2354 w 523125"/>
                <a:gd name="connsiteY43" fmla="*/ 381286 h 388125"/>
                <a:gd name="connsiteX44" fmla="*/ 4750 w 523125"/>
                <a:gd name="connsiteY44" fmla="*/ 389893 h 388125"/>
                <a:gd name="connsiteX45" fmla="*/ 13272 w 523125"/>
                <a:gd name="connsiteY45" fmla="*/ 392626 h 388125"/>
                <a:gd name="connsiteX46" fmla="*/ 54785 w 523125"/>
                <a:gd name="connsiteY46" fmla="*/ 384307 h 388125"/>
                <a:gd name="connsiteX47" fmla="*/ 57856 w 523125"/>
                <a:gd name="connsiteY47" fmla="*/ 384307 h 388125"/>
                <a:gd name="connsiteX48" fmla="*/ 96685 w 523125"/>
                <a:gd name="connsiteY48" fmla="*/ 393504 h 388125"/>
                <a:gd name="connsiteX49" fmla="*/ 101039 w 523125"/>
                <a:gd name="connsiteY49" fmla="*/ 393571 h 388125"/>
                <a:gd name="connsiteX50" fmla="*/ 139767 w 523125"/>
                <a:gd name="connsiteY50" fmla="*/ 384290 h 388125"/>
                <a:gd name="connsiteX51" fmla="*/ 142282 w 523125"/>
                <a:gd name="connsiteY51" fmla="*/ 384290 h 388125"/>
                <a:gd name="connsiteX52" fmla="*/ 181010 w 523125"/>
                <a:gd name="connsiteY52" fmla="*/ 393487 h 388125"/>
                <a:gd name="connsiteX53" fmla="*/ 183187 w 523125"/>
                <a:gd name="connsiteY53" fmla="*/ 393740 h 388125"/>
                <a:gd name="connsiteX54" fmla="*/ 185380 w 523125"/>
                <a:gd name="connsiteY54" fmla="*/ 393504 h 388125"/>
                <a:gd name="connsiteX55" fmla="*/ 224108 w 523125"/>
                <a:gd name="connsiteY55" fmla="*/ 384290 h 388125"/>
                <a:gd name="connsiteX56" fmla="*/ 226606 w 523125"/>
                <a:gd name="connsiteY56" fmla="*/ 384290 h 388125"/>
                <a:gd name="connsiteX57" fmla="*/ 265283 w 523125"/>
                <a:gd name="connsiteY57" fmla="*/ 393487 h 388125"/>
                <a:gd name="connsiteX58" fmla="*/ 269654 w 523125"/>
                <a:gd name="connsiteY58" fmla="*/ 393538 h 388125"/>
                <a:gd name="connsiteX59" fmla="*/ 308281 w 523125"/>
                <a:gd name="connsiteY59" fmla="*/ 384273 h 388125"/>
                <a:gd name="connsiteX60" fmla="*/ 310778 w 523125"/>
                <a:gd name="connsiteY60" fmla="*/ 384273 h 388125"/>
                <a:gd name="connsiteX61" fmla="*/ 349456 w 523125"/>
                <a:gd name="connsiteY61" fmla="*/ 393470 h 388125"/>
                <a:gd name="connsiteX62" fmla="*/ 353810 w 523125"/>
                <a:gd name="connsiteY62" fmla="*/ 393504 h 388125"/>
                <a:gd name="connsiteX63" fmla="*/ 392521 w 523125"/>
                <a:gd name="connsiteY63" fmla="*/ 384256 h 388125"/>
                <a:gd name="connsiteX64" fmla="*/ 395018 w 523125"/>
                <a:gd name="connsiteY64" fmla="*/ 384256 h 388125"/>
                <a:gd name="connsiteX65" fmla="*/ 433713 w 523125"/>
                <a:gd name="connsiteY65" fmla="*/ 393453 h 388125"/>
                <a:gd name="connsiteX66" fmla="*/ 438050 w 523125"/>
                <a:gd name="connsiteY66" fmla="*/ 393487 h 388125"/>
                <a:gd name="connsiteX67" fmla="*/ 476761 w 523125"/>
                <a:gd name="connsiteY67" fmla="*/ 384240 h 388125"/>
                <a:gd name="connsiteX68" fmla="*/ 479832 w 523125"/>
                <a:gd name="connsiteY68" fmla="*/ 384240 h 388125"/>
                <a:gd name="connsiteX69" fmla="*/ 521176 w 523125"/>
                <a:gd name="connsiteY69" fmla="*/ 392542 h 388125"/>
                <a:gd name="connsiteX70" fmla="*/ 523235 w 523125"/>
                <a:gd name="connsiteY70" fmla="*/ 392677 h 388125"/>
                <a:gd name="connsiteX71" fmla="*/ 532718 w 523125"/>
                <a:gd name="connsiteY71" fmla="*/ 383345 h 388125"/>
                <a:gd name="connsiteX72" fmla="*/ 531554 w 523125"/>
                <a:gd name="connsiteY72" fmla="*/ 378772 h 388125"/>
                <a:gd name="connsiteX73" fmla="*/ 524686 w 523125"/>
                <a:gd name="connsiteY73" fmla="*/ 349376 h 388125"/>
                <a:gd name="connsiteX74" fmla="*/ 533984 w 523125"/>
                <a:gd name="connsiteY74" fmla="*/ 321093 h 388125"/>
                <a:gd name="connsiteX75" fmla="*/ 533984 w 523125"/>
                <a:gd name="connsiteY75" fmla="*/ 315238 h 388125"/>
                <a:gd name="connsiteX76" fmla="*/ 524855 w 523125"/>
                <a:gd name="connsiteY76" fmla="*/ 287715 h 388125"/>
                <a:gd name="connsiteX77" fmla="*/ 533984 w 523125"/>
                <a:gd name="connsiteY77" fmla="*/ 260259 h 388125"/>
                <a:gd name="connsiteX78" fmla="*/ 533984 w 523125"/>
                <a:gd name="connsiteY78" fmla="*/ 254370 h 388125"/>
                <a:gd name="connsiteX79" fmla="*/ 524855 w 523125"/>
                <a:gd name="connsiteY79" fmla="*/ 226880 h 388125"/>
                <a:gd name="connsiteX80" fmla="*/ 533984 w 523125"/>
                <a:gd name="connsiteY80" fmla="*/ 199374 h 388125"/>
                <a:gd name="connsiteX81" fmla="*/ 533984 w 523125"/>
                <a:gd name="connsiteY81" fmla="*/ 193501 h 388125"/>
                <a:gd name="connsiteX82" fmla="*/ 524855 w 523125"/>
                <a:gd name="connsiteY82" fmla="*/ 166080 h 388125"/>
                <a:gd name="connsiteX83" fmla="*/ 533984 w 523125"/>
                <a:gd name="connsiteY83" fmla="*/ 138607 h 388125"/>
                <a:gd name="connsiteX84" fmla="*/ 533984 w 523125"/>
                <a:gd name="connsiteY84" fmla="*/ 132819 h 388125"/>
                <a:gd name="connsiteX85" fmla="*/ 481604 w 523125"/>
                <a:gd name="connsiteY85" fmla="*/ 54536 h 388125"/>
                <a:gd name="connsiteX86" fmla="*/ 481604 w 523125"/>
                <a:gd name="connsiteY86" fmla="*/ 346912 h 388125"/>
                <a:gd name="connsiteX87" fmla="*/ 54025 w 523125"/>
                <a:gd name="connsiteY87" fmla="*/ 346912 h 388125"/>
                <a:gd name="connsiteX88" fmla="*/ 54025 w 523125"/>
                <a:gd name="connsiteY88" fmla="*/ 54536 h 388125"/>
                <a:gd name="connsiteX89" fmla="*/ 481604 w 523125"/>
                <a:gd name="connsiteY89" fmla="*/ 54536 h 38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23125" h="388125">
                  <a:moveTo>
                    <a:pt x="533984" y="132819"/>
                  </a:moveTo>
                  <a:lnTo>
                    <a:pt x="524855" y="105448"/>
                  </a:lnTo>
                  <a:lnTo>
                    <a:pt x="533984" y="78076"/>
                  </a:lnTo>
                  <a:cubicBezTo>
                    <a:pt x="534642" y="76170"/>
                    <a:pt x="534642" y="74111"/>
                    <a:pt x="533984" y="72204"/>
                  </a:cubicBezTo>
                  <a:lnTo>
                    <a:pt x="524686" y="44293"/>
                  </a:lnTo>
                  <a:lnTo>
                    <a:pt x="532094" y="12365"/>
                  </a:lnTo>
                  <a:cubicBezTo>
                    <a:pt x="532820" y="9277"/>
                    <a:pt x="531892" y="6037"/>
                    <a:pt x="529664" y="3759"/>
                  </a:cubicBezTo>
                  <a:cubicBezTo>
                    <a:pt x="527470" y="1481"/>
                    <a:pt x="524281" y="536"/>
                    <a:pt x="521142" y="1126"/>
                  </a:cubicBezTo>
                  <a:lnTo>
                    <a:pt x="478010" y="9885"/>
                  </a:lnTo>
                  <a:lnTo>
                    <a:pt x="437763" y="266"/>
                  </a:lnTo>
                  <a:cubicBezTo>
                    <a:pt x="436345" y="-89"/>
                    <a:pt x="434860" y="-89"/>
                    <a:pt x="433443" y="266"/>
                  </a:cubicBezTo>
                  <a:lnTo>
                    <a:pt x="393432" y="9851"/>
                  </a:lnTo>
                  <a:lnTo>
                    <a:pt x="353455" y="266"/>
                  </a:lnTo>
                  <a:cubicBezTo>
                    <a:pt x="352004" y="-89"/>
                    <a:pt x="350553" y="-89"/>
                    <a:pt x="349102" y="266"/>
                  </a:cubicBezTo>
                  <a:lnTo>
                    <a:pt x="309125" y="9851"/>
                  </a:lnTo>
                  <a:lnTo>
                    <a:pt x="269198" y="266"/>
                  </a:lnTo>
                  <a:cubicBezTo>
                    <a:pt x="267781" y="-89"/>
                    <a:pt x="266262" y="-89"/>
                    <a:pt x="264845" y="266"/>
                  </a:cubicBezTo>
                  <a:lnTo>
                    <a:pt x="224952" y="9851"/>
                  </a:lnTo>
                  <a:lnTo>
                    <a:pt x="185009" y="266"/>
                  </a:lnTo>
                  <a:cubicBezTo>
                    <a:pt x="183575" y="-89"/>
                    <a:pt x="182073" y="-89"/>
                    <a:pt x="180672" y="266"/>
                  </a:cubicBezTo>
                  <a:lnTo>
                    <a:pt x="140695" y="9868"/>
                  </a:lnTo>
                  <a:lnTo>
                    <a:pt x="100769" y="283"/>
                  </a:lnTo>
                  <a:cubicBezTo>
                    <a:pt x="99352" y="-72"/>
                    <a:pt x="97850" y="-72"/>
                    <a:pt x="96415" y="283"/>
                  </a:cubicBezTo>
                  <a:lnTo>
                    <a:pt x="56303" y="9885"/>
                  </a:lnTo>
                  <a:lnTo>
                    <a:pt x="13272" y="1160"/>
                  </a:lnTo>
                  <a:cubicBezTo>
                    <a:pt x="10201" y="553"/>
                    <a:pt x="6961" y="1531"/>
                    <a:pt x="4750" y="3793"/>
                  </a:cubicBezTo>
                  <a:cubicBezTo>
                    <a:pt x="2523" y="6071"/>
                    <a:pt x="1628" y="9311"/>
                    <a:pt x="2337" y="12382"/>
                  </a:cubicBezTo>
                  <a:lnTo>
                    <a:pt x="9762" y="44445"/>
                  </a:lnTo>
                  <a:lnTo>
                    <a:pt x="481" y="72474"/>
                  </a:lnTo>
                  <a:cubicBezTo>
                    <a:pt x="-160" y="74381"/>
                    <a:pt x="-160" y="76423"/>
                    <a:pt x="481" y="78346"/>
                  </a:cubicBezTo>
                  <a:lnTo>
                    <a:pt x="9610" y="105870"/>
                  </a:lnTo>
                  <a:lnTo>
                    <a:pt x="481" y="133325"/>
                  </a:lnTo>
                  <a:cubicBezTo>
                    <a:pt x="-160" y="135232"/>
                    <a:pt x="-160" y="137291"/>
                    <a:pt x="481" y="139198"/>
                  </a:cubicBezTo>
                  <a:lnTo>
                    <a:pt x="9610" y="166704"/>
                  </a:lnTo>
                  <a:lnTo>
                    <a:pt x="481" y="194160"/>
                  </a:lnTo>
                  <a:cubicBezTo>
                    <a:pt x="-160" y="196066"/>
                    <a:pt x="-160" y="198125"/>
                    <a:pt x="481" y="200049"/>
                  </a:cubicBezTo>
                  <a:lnTo>
                    <a:pt x="9610" y="227454"/>
                  </a:lnTo>
                  <a:lnTo>
                    <a:pt x="481" y="254926"/>
                  </a:lnTo>
                  <a:cubicBezTo>
                    <a:pt x="-160" y="256833"/>
                    <a:pt x="-160" y="258892"/>
                    <a:pt x="481" y="260833"/>
                  </a:cubicBezTo>
                  <a:lnTo>
                    <a:pt x="9610" y="288187"/>
                  </a:lnTo>
                  <a:lnTo>
                    <a:pt x="481" y="315575"/>
                  </a:lnTo>
                  <a:cubicBezTo>
                    <a:pt x="-160" y="317465"/>
                    <a:pt x="-160" y="319524"/>
                    <a:pt x="481" y="321465"/>
                  </a:cubicBezTo>
                  <a:lnTo>
                    <a:pt x="9762" y="349325"/>
                  </a:lnTo>
                  <a:lnTo>
                    <a:pt x="2354" y="381286"/>
                  </a:lnTo>
                  <a:cubicBezTo>
                    <a:pt x="1628" y="384375"/>
                    <a:pt x="2540" y="387615"/>
                    <a:pt x="4750" y="389893"/>
                  </a:cubicBezTo>
                  <a:cubicBezTo>
                    <a:pt x="6961" y="392188"/>
                    <a:pt x="10184" y="393217"/>
                    <a:pt x="13272" y="392626"/>
                  </a:cubicBezTo>
                  <a:lnTo>
                    <a:pt x="54785" y="384307"/>
                  </a:lnTo>
                  <a:lnTo>
                    <a:pt x="57856" y="384307"/>
                  </a:lnTo>
                  <a:lnTo>
                    <a:pt x="96685" y="393504"/>
                  </a:lnTo>
                  <a:cubicBezTo>
                    <a:pt x="98103" y="393858"/>
                    <a:pt x="99571" y="393892"/>
                    <a:pt x="101039" y="393571"/>
                  </a:cubicBezTo>
                  <a:lnTo>
                    <a:pt x="139767" y="384290"/>
                  </a:lnTo>
                  <a:lnTo>
                    <a:pt x="142282" y="384290"/>
                  </a:lnTo>
                  <a:lnTo>
                    <a:pt x="181010" y="393487"/>
                  </a:lnTo>
                  <a:cubicBezTo>
                    <a:pt x="181735" y="393673"/>
                    <a:pt x="182461" y="393740"/>
                    <a:pt x="183187" y="393740"/>
                  </a:cubicBezTo>
                  <a:cubicBezTo>
                    <a:pt x="183912" y="393740"/>
                    <a:pt x="184655" y="393706"/>
                    <a:pt x="185380" y="393504"/>
                  </a:cubicBezTo>
                  <a:lnTo>
                    <a:pt x="224108" y="384290"/>
                  </a:lnTo>
                  <a:lnTo>
                    <a:pt x="226606" y="384290"/>
                  </a:lnTo>
                  <a:lnTo>
                    <a:pt x="265283" y="393487"/>
                  </a:lnTo>
                  <a:cubicBezTo>
                    <a:pt x="266701" y="393841"/>
                    <a:pt x="268220" y="393875"/>
                    <a:pt x="269654" y="393538"/>
                  </a:cubicBezTo>
                  <a:lnTo>
                    <a:pt x="308281" y="384273"/>
                  </a:lnTo>
                  <a:lnTo>
                    <a:pt x="310778" y="384273"/>
                  </a:lnTo>
                  <a:lnTo>
                    <a:pt x="349456" y="393470"/>
                  </a:lnTo>
                  <a:cubicBezTo>
                    <a:pt x="350907" y="393825"/>
                    <a:pt x="352392" y="393858"/>
                    <a:pt x="353810" y="393504"/>
                  </a:cubicBezTo>
                  <a:lnTo>
                    <a:pt x="392521" y="384256"/>
                  </a:lnTo>
                  <a:lnTo>
                    <a:pt x="395018" y="384256"/>
                  </a:lnTo>
                  <a:lnTo>
                    <a:pt x="433713" y="393453"/>
                  </a:lnTo>
                  <a:cubicBezTo>
                    <a:pt x="435113" y="393808"/>
                    <a:pt x="436632" y="393841"/>
                    <a:pt x="438050" y="393487"/>
                  </a:cubicBezTo>
                  <a:lnTo>
                    <a:pt x="476761" y="384240"/>
                  </a:lnTo>
                  <a:lnTo>
                    <a:pt x="479832" y="384240"/>
                  </a:lnTo>
                  <a:lnTo>
                    <a:pt x="521176" y="392542"/>
                  </a:lnTo>
                  <a:cubicBezTo>
                    <a:pt x="521851" y="392677"/>
                    <a:pt x="522526" y="392643"/>
                    <a:pt x="523235" y="392677"/>
                  </a:cubicBezTo>
                  <a:cubicBezTo>
                    <a:pt x="528382" y="392508"/>
                    <a:pt x="532718" y="388560"/>
                    <a:pt x="532718" y="383345"/>
                  </a:cubicBezTo>
                  <a:cubicBezTo>
                    <a:pt x="532718" y="381691"/>
                    <a:pt x="532297" y="380122"/>
                    <a:pt x="531554" y="378772"/>
                  </a:cubicBezTo>
                  <a:lnTo>
                    <a:pt x="524686" y="349376"/>
                  </a:lnTo>
                  <a:lnTo>
                    <a:pt x="533984" y="321093"/>
                  </a:lnTo>
                  <a:cubicBezTo>
                    <a:pt x="534608" y="319186"/>
                    <a:pt x="534608" y="317145"/>
                    <a:pt x="533984" y="315238"/>
                  </a:cubicBezTo>
                  <a:lnTo>
                    <a:pt x="524855" y="287715"/>
                  </a:lnTo>
                  <a:lnTo>
                    <a:pt x="533984" y="260259"/>
                  </a:lnTo>
                  <a:cubicBezTo>
                    <a:pt x="534642" y="258352"/>
                    <a:pt x="534642" y="256293"/>
                    <a:pt x="533984" y="254370"/>
                  </a:cubicBezTo>
                  <a:lnTo>
                    <a:pt x="524855" y="226880"/>
                  </a:lnTo>
                  <a:lnTo>
                    <a:pt x="533984" y="199374"/>
                  </a:lnTo>
                  <a:cubicBezTo>
                    <a:pt x="534642" y="197467"/>
                    <a:pt x="534642" y="195408"/>
                    <a:pt x="533984" y="193501"/>
                  </a:cubicBezTo>
                  <a:lnTo>
                    <a:pt x="524855" y="166080"/>
                  </a:lnTo>
                  <a:lnTo>
                    <a:pt x="533984" y="138607"/>
                  </a:lnTo>
                  <a:cubicBezTo>
                    <a:pt x="534642" y="136785"/>
                    <a:pt x="534642" y="134726"/>
                    <a:pt x="533984" y="132819"/>
                  </a:cubicBezTo>
                  <a:close/>
                  <a:moveTo>
                    <a:pt x="481604" y="54536"/>
                  </a:moveTo>
                  <a:lnTo>
                    <a:pt x="481604" y="346912"/>
                  </a:lnTo>
                  <a:lnTo>
                    <a:pt x="54025" y="346912"/>
                  </a:lnTo>
                  <a:lnTo>
                    <a:pt x="54025" y="54536"/>
                  </a:lnTo>
                  <a:lnTo>
                    <a:pt x="481604" y="5453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53318" y="2014209"/>
            <a:ext cx="525774" cy="486827"/>
            <a:chOff x="22143600" y="4379381"/>
            <a:chExt cx="525774" cy="486827"/>
          </a:xfrm>
          <a:solidFill>
            <a:schemeClr val="accent1"/>
          </a:solidFill>
        </p:grpSpPr>
        <p:sp>
          <p:nvSpPr>
            <p:cNvPr id="68" name="任意多边形: 形状 67"/>
            <p:cNvSpPr/>
            <p:nvPr/>
          </p:nvSpPr>
          <p:spPr>
            <a:xfrm>
              <a:off x="22143600" y="4379381"/>
              <a:ext cx="438750" cy="202500"/>
            </a:xfrm>
            <a:custGeom>
              <a:avLst/>
              <a:gdLst>
                <a:gd name="connsiteX0" fmla="*/ 61341 w 438750"/>
                <a:gd name="connsiteY0" fmla="*/ 209824 h 202500"/>
                <a:gd name="connsiteX1" fmla="*/ 449044 w 438750"/>
                <a:gd name="connsiteY1" fmla="*/ 209824 h 202500"/>
                <a:gd name="connsiteX2" fmla="*/ 449044 w 438750"/>
                <a:gd name="connsiteY2" fmla="*/ 157714 h 202500"/>
                <a:gd name="connsiteX3" fmla="*/ 424389 w 438750"/>
                <a:gd name="connsiteY3" fmla="*/ 157714 h 202500"/>
                <a:gd name="connsiteX4" fmla="*/ 421740 w 438750"/>
                <a:gd name="connsiteY4" fmla="*/ 52127 h 202500"/>
                <a:gd name="connsiteX5" fmla="*/ 449044 w 438750"/>
                <a:gd name="connsiteY5" fmla="*/ 52127 h 202500"/>
                <a:gd name="connsiteX6" fmla="*/ 449044 w 438750"/>
                <a:gd name="connsiteY6" fmla="*/ 0 h 202500"/>
                <a:gd name="connsiteX7" fmla="*/ 61341 w 438750"/>
                <a:gd name="connsiteY7" fmla="*/ 0 h 202500"/>
                <a:gd name="connsiteX8" fmla="*/ 0 w 438750"/>
                <a:gd name="connsiteY8" fmla="*/ 61172 h 202500"/>
                <a:gd name="connsiteX9" fmla="*/ 0 w 438750"/>
                <a:gd name="connsiteY9" fmla="*/ 148804 h 202500"/>
                <a:gd name="connsiteX10" fmla="*/ 61341 w 438750"/>
                <a:gd name="connsiteY10" fmla="*/ 209824 h 202500"/>
                <a:gd name="connsiteX11" fmla="*/ 52093 w 438750"/>
                <a:gd name="connsiteY11" fmla="*/ 61172 h 202500"/>
                <a:gd name="connsiteX12" fmla="*/ 61341 w 438750"/>
                <a:gd name="connsiteY12" fmla="*/ 52110 h 202500"/>
                <a:gd name="connsiteX13" fmla="*/ 380717 w 438750"/>
                <a:gd name="connsiteY13" fmla="*/ 52110 h 202500"/>
                <a:gd name="connsiteX14" fmla="*/ 382472 w 438750"/>
                <a:gd name="connsiteY14" fmla="*/ 157697 h 202500"/>
                <a:gd name="connsiteX15" fmla="*/ 61341 w 438750"/>
                <a:gd name="connsiteY15" fmla="*/ 157697 h 202500"/>
                <a:gd name="connsiteX16" fmla="*/ 52093 w 438750"/>
                <a:gd name="connsiteY16" fmla="*/ 148804 h 202500"/>
                <a:gd name="connsiteX17" fmla="*/ 52093 w 438750"/>
                <a:gd name="connsiteY17" fmla="*/ 61172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750" h="202500">
                  <a:moveTo>
                    <a:pt x="61341" y="209824"/>
                  </a:moveTo>
                  <a:lnTo>
                    <a:pt x="449044" y="209824"/>
                  </a:lnTo>
                  <a:lnTo>
                    <a:pt x="449044" y="157714"/>
                  </a:lnTo>
                  <a:lnTo>
                    <a:pt x="424389" y="157714"/>
                  </a:lnTo>
                  <a:cubicBezTo>
                    <a:pt x="407869" y="117602"/>
                    <a:pt x="414720" y="76191"/>
                    <a:pt x="421740" y="52127"/>
                  </a:cubicBezTo>
                  <a:lnTo>
                    <a:pt x="449044" y="52127"/>
                  </a:lnTo>
                  <a:lnTo>
                    <a:pt x="449044" y="0"/>
                  </a:lnTo>
                  <a:lnTo>
                    <a:pt x="61341" y="0"/>
                  </a:lnTo>
                  <a:cubicBezTo>
                    <a:pt x="27540" y="0"/>
                    <a:pt x="0" y="27354"/>
                    <a:pt x="0" y="61172"/>
                  </a:cubicBezTo>
                  <a:lnTo>
                    <a:pt x="0" y="148804"/>
                  </a:lnTo>
                  <a:cubicBezTo>
                    <a:pt x="0" y="182621"/>
                    <a:pt x="27540" y="209824"/>
                    <a:pt x="61341" y="209824"/>
                  </a:cubicBezTo>
                  <a:close/>
                  <a:moveTo>
                    <a:pt x="52093" y="61172"/>
                  </a:moveTo>
                  <a:cubicBezTo>
                    <a:pt x="52093" y="56346"/>
                    <a:pt x="56514" y="52110"/>
                    <a:pt x="61341" y="52110"/>
                  </a:cubicBezTo>
                  <a:lnTo>
                    <a:pt x="380717" y="52110"/>
                  </a:lnTo>
                  <a:cubicBezTo>
                    <a:pt x="374186" y="78840"/>
                    <a:pt x="370170" y="117585"/>
                    <a:pt x="382472" y="157697"/>
                  </a:cubicBezTo>
                  <a:lnTo>
                    <a:pt x="61341" y="157697"/>
                  </a:lnTo>
                  <a:cubicBezTo>
                    <a:pt x="56514" y="157697"/>
                    <a:pt x="52093" y="153630"/>
                    <a:pt x="52093" y="148804"/>
                  </a:cubicBezTo>
                  <a:lnTo>
                    <a:pt x="52093" y="6117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2237138" y="4697458"/>
              <a:ext cx="421875" cy="168750"/>
            </a:xfrm>
            <a:custGeom>
              <a:avLst/>
              <a:gdLst>
                <a:gd name="connsiteX0" fmla="*/ 375233 w 421875"/>
                <a:gd name="connsiteY0" fmla="*/ 0 h 168750"/>
                <a:gd name="connsiteX1" fmla="*/ 0 w 421875"/>
                <a:gd name="connsiteY1" fmla="*/ 0 h 168750"/>
                <a:gd name="connsiteX2" fmla="*/ 0 w 421875"/>
                <a:gd name="connsiteY2" fmla="*/ 52110 h 168750"/>
                <a:gd name="connsiteX3" fmla="*/ 12606 w 421875"/>
                <a:gd name="connsiteY3" fmla="*/ 52110 h 168750"/>
                <a:gd name="connsiteX4" fmla="*/ 8826 w 421875"/>
                <a:gd name="connsiteY4" fmla="*/ 130967 h 168750"/>
                <a:gd name="connsiteX5" fmla="*/ 0 w 421875"/>
                <a:gd name="connsiteY5" fmla="*/ 130967 h 168750"/>
                <a:gd name="connsiteX6" fmla="*/ 0 w 421875"/>
                <a:gd name="connsiteY6" fmla="*/ 183077 h 168750"/>
                <a:gd name="connsiteX7" fmla="*/ 375233 w 421875"/>
                <a:gd name="connsiteY7" fmla="*/ 183077 h 168750"/>
                <a:gd name="connsiteX8" fmla="*/ 436995 w 421875"/>
                <a:gd name="connsiteY8" fmla="*/ 127913 h 168750"/>
                <a:gd name="connsiteX9" fmla="*/ 436995 w 421875"/>
                <a:gd name="connsiteY9" fmla="*/ 54878 h 168750"/>
                <a:gd name="connsiteX10" fmla="*/ 375233 w 421875"/>
                <a:gd name="connsiteY10" fmla="*/ 0 h 168750"/>
                <a:gd name="connsiteX11" fmla="*/ 375233 w 421875"/>
                <a:gd name="connsiteY11" fmla="*/ 130950 h 168750"/>
                <a:gd name="connsiteX12" fmla="*/ 51081 w 421875"/>
                <a:gd name="connsiteY12" fmla="*/ 130950 h 168750"/>
                <a:gd name="connsiteX13" fmla="*/ 53578 w 421875"/>
                <a:gd name="connsiteY13" fmla="*/ 52093 h 168750"/>
                <a:gd name="connsiteX14" fmla="*/ 375249 w 421875"/>
                <a:gd name="connsiteY14" fmla="*/ 52093 h 168750"/>
                <a:gd name="connsiteX15" fmla="*/ 384041 w 421875"/>
                <a:gd name="connsiteY15" fmla="*/ 54962 h 168750"/>
                <a:gd name="connsiteX16" fmla="*/ 384159 w 421875"/>
                <a:gd name="connsiteY16" fmla="*/ 127474 h 168750"/>
                <a:gd name="connsiteX17" fmla="*/ 375233 w 421875"/>
                <a:gd name="connsiteY17" fmla="*/ 130950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1875" h="168750">
                  <a:moveTo>
                    <a:pt x="375233" y="0"/>
                  </a:moveTo>
                  <a:lnTo>
                    <a:pt x="0" y="0"/>
                  </a:lnTo>
                  <a:lnTo>
                    <a:pt x="0" y="52110"/>
                  </a:lnTo>
                  <a:lnTo>
                    <a:pt x="12606" y="52110"/>
                  </a:lnTo>
                  <a:cubicBezTo>
                    <a:pt x="24148" y="89539"/>
                    <a:pt x="15069" y="117602"/>
                    <a:pt x="8826" y="130967"/>
                  </a:cubicBezTo>
                  <a:lnTo>
                    <a:pt x="0" y="130967"/>
                  </a:lnTo>
                  <a:lnTo>
                    <a:pt x="0" y="183077"/>
                  </a:lnTo>
                  <a:lnTo>
                    <a:pt x="375233" y="183077"/>
                  </a:lnTo>
                  <a:cubicBezTo>
                    <a:pt x="409084" y="183077"/>
                    <a:pt x="436995" y="158507"/>
                    <a:pt x="436995" y="127913"/>
                  </a:cubicBezTo>
                  <a:lnTo>
                    <a:pt x="436995" y="54878"/>
                  </a:lnTo>
                  <a:cubicBezTo>
                    <a:pt x="436995" y="24300"/>
                    <a:pt x="409084" y="0"/>
                    <a:pt x="375233" y="0"/>
                  </a:cubicBezTo>
                  <a:close/>
                  <a:moveTo>
                    <a:pt x="375233" y="130950"/>
                  </a:moveTo>
                  <a:lnTo>
                    <a:pt x="51081" y="130950"/>
                  </a:lnTo>
                  <a:cubicBezTo>
                    <a:pt x="57122" y="112269"/>
                    <a:pt x="61138" y="84189"/>
                    <a:pt x="53578" y="52093"/>
                  </a:cubicBezTo>
                  <a:lnTo>
                    <a:pt x="375249" y="52093"/>
                  </a:lnTo>
                  <a:cubicBezTo>
                    <a:pt x="380717" y="52093"/>
                    <a:pt x="383687" y="54608"/>
                    <a:pt x="384041" y="54962"/>
                  </a:cubicBezTo>
                  <a:lnTo>
                    <a:pt x="384159" y="127474"/>
                  </a:lnTo>
                  <a:cubicBezTo>
                    <a:pt x="383670" y="128385"/>
                    <a:pt x="380717" y="130950"/>
                    <a:pt x="375233" y="13095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2146249" y="4603903"/>
              <a:ext cx="523125" cy="67500"/>
            </a:xfrm>
            <a:custGeom>
              <a:avLst/>
              <a:gdLst>
                <a:gd name="connsiteX0" fmla="*/ 468484 w 523125"/>
                <a:gd name="connsiteY0" fmla="*/ 0 h 67500"/>
                <a:gd name="connsiteX1" fmla="*/ 431679 w 523125"/>
                <a:gd name="connsiteY1" fmla="*/ 22494 h 67500"/>
                <a:gd name="connsiteX2" fmla="*/ 431679 w 523125"/>
                <a:gd name="connsiteY2" fmla="*/ 0 h 67500"/>
                <a:gd name="connsiteX3" fmla="*/ 0 w 523125"/>
                <a:gd name="connsiteY3" fmla="*/ 0 h 67500"/>
                <a:gd name="connsiteX4" fmla="*/ 0 w 523125"/>
                <a:gd name="connsiteY4" fmla="*/ 77507 h 67500"/>
                <a:gd name="connsiteX5" fmla="*/ 431679 w 523125"/>
                <a:gd name="connsiteY5" fmla="*/ 77507 h 67500"/>
                <a:gd name="connsiteX6" fmla="*/ 431679 w 523125"/>
                <a:gd name="connsiteY6" fmla="*/ 55451 h 67500"/>
                <a:gd name="connsiteX7" fmla="*/ 468484 w 523125"/>
                <a:gd name="connsiteY7" fmla="*/ 77507 h 67500"/>
                <a:gd name="connsiteX8" fmla="*/ 510806 w 523125"/>
                <a:gd name="connsiteY8" fmla="*/ 77507 h 67500"/>
                <a:gd name="connsiteX9" fmla="*/ 535899 w 523125"/>
                <a:gd name="connsiteY9" fmla="*/ 52414 h 67500"/>
                <a:gd name="connsiteX10" fmla="*/ 535899 w 523125"/>
                <a:gd name="connsiteY10" fmla="*/ 20942 h 67500"/>
                <a:gd name="connsiteX11" fmla="*/ 514974 w 523125"/>
                <a:gd name="connsiteY11" fmla="*/ 0 h 67500"/>
                <a:gd name="connsiteX12" fmla="*/ 468484 w 523125"/>
                <a:gd name="connsiteY12" fmla="*/ 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3125" h="67500">
                  <a:moveTo>
                    <a:pt x="468484" y="0"/>
                  </a:moveTo>
                  <a:lnTo>
                    <a:pt x="431679" y="22494"/>
                  </a:lnTo>
                  <a:lnTo>
                    <a:pt x="431679" y="0"/>
                  </a:lnTo>
                  <a:lnTo>
                    <a:pt x="0" y="0"/>
                  </a:lnTo>
                  <a:lnTo>
                    <a:pt x="0" y="77507"/>
                  </a:lnTo>
                  <a:lnTo>
                    <a:pt x="431679" y="77507"/>
                  </a:lnTo>
                  <a:lnTo>
                    <a:pt x="431679" y="55451"/>
                  </a:lnTo>
                  <a:lnTo>
                    <a:pt x="468484" y="77507"/>
                  </a:lnTo>
                  <a:lnTo>
                    <a:pt x="510806" y="77507"/>
                  </a:lnTo>
                  <a:cubicBezTo>
                    <a:pt x="524661" y="77507"/>
                    <a:pt x="535899" y="66268"/>
                    <a:pt x="535899" y="52414"/>
                  </a:cubicBezTo>
                  <a:lnTo>
                    <a:pt x="535899" y="20942"/>
                  </a:lnTo>
                  <a:cubicBezTo>
                    <a:pt x="535899" y="9383"/>
                    <a:pt x="526500" y="0"/>
                    <a:pt x="514974" y="0"/>
                  </a:cubicBezTo>
                  <a:lnTo>
                    <a:pt x="468484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94" name="图形 105"/>
          <p:cNvSpPr/>
          <p:nvPr/>
        </p:nvSpPr>
        <p:spPr>
          <a:xfrm>
            <a:off x="2172518" y="1996060"/>
            <a:ext cx="523125" cy="523125"/>
          </a:xfrm>
          <a:custGeom>
            <a:avLst/>
            <a:gdLst>
              <a:gd name="connsiteX0" fmla="*/ 517911 w 523125"/>
              <a:gd name="connsiteY0" fmla="*/ 82558 h 523125"/>
              <a:gd name="connsiteX1" fmla="*/ 473496 w 523125"/>
              <a:gd name="connsiteY1" fmla="*/ 75504 h 523125"/>
              <a:gd name="connsiteX2" fmla="*/ 341499 w 523125"/>
              <a:gd name="connsiteY2" fmla="*/ 39628 h 523125"/>
              <a:gd name="connsiteX3" fmla="*/ 315225 w 523125"/>
              <a:gd name="connsiteY3" fmla="*/ 11480 h 523125"/>
              <a:gd name="connsiteX4" fmla="*/ 290031 w 523125"/>
              <a:gd name="connsiteY4" fmla="*/ 22 h 523125"/>
              <a:gd name="connsiteX5" fmla="*/ 264111 w 523125"/>
              <a:gd name="connsiteY5" fmla="*/ 9725 h 523125"/>
              <a:gd name="connsiteX6" fmla="*/ 247809 w 523125"/>
              <a:gd name="connsiteY6" fmla="*/ 24947 h 523125"/>
              <a:gd name="connsiteX7" fmla="*/ 236351 w 523125"/>
              <a:gd name="connsiteY7" fmla="*/ 50124 h 523125"/>
              <a:gd name="connsiteX8" fmla="*/ 246071 w 523125"/>
              <a:gd name="connsiteY8" fmla="*/ 76044 h 523125"/>
              <a:gd name="connsiteX9" fmla="*/ 249244 w 523125"/>
              <a:gd name="connsiteY9" fmla="*/ 79453 h 523125"/>
              <a:gd name="connsiteX10" fmla="*/ 149918 w 523125"/>
              <a:gd name="connsiteY10" fmla="*/ 88110 h 523125"/>
              <a:gd name="connsiteX11" fmla="*/ 143657 w 523125"/>
              <a:gd name="connsiteY11" fmla="*/ 92852 h 523125"/>
              <a:gd name="connsiteX12" fmla="*/ 145243 w 523125"/>
              <a:gd name="connsiteY12" fmla="*/ 100547 h 523125"/>
              <a:gd name="connsiteX13" fmla="*/ 34408 w 523125"/>
              <a:gd name="connsiteY13" fmla="*/ 206640 h 523125"/>
              <a:gd name="connsiteX14" fmla="*/ 32333 w 523125"/>
              <a:gd name="connsiteY14" fmla="*/ 205627 h 523125"/>
              <a:gd name="connsiteX15" fmla="*/ 10564 w 523125"/>
              <a:gd name="connsiteY15" fmla="*/ 206775 h 523125"/>
              <a:gd name="connsiteX16" fmla="*/ 0 w 523125"/>
              <a:gd name="connsiteY16" fmla="*/ 225844 h 523125"/>
              <a:gd name="connsiteX17" fmla="*/ 0 w 523125"/>
              <a:gd name="connsiteY17" fmla="*/ 314218 h 523125"/>
              <a:gd name="connsiteX18" fmla="*/ 8016 w 523125"/>
              <a:gd name="connsiteY18" fmla="*/ 329000 h 523125"/>
              <a:gd name="connsiteX19" fmla="*/ 24773 w 523125"/>
              <a:gd name="connsiteY19" fmla="*/ 330350 h 523125"/>
              <a:gd name="connsiteX20" fmla="*/ 90551 w 523125"/>
              <a:gd name="connsiteY20" fmla="*/ 451597 h 523125"/>
              <a:gd name="connsiteX21" fmla="*/ 79734 w 523125"/>
              <a:gd name="connsiteY21" fmla="*/ 463730 h 523125"/>
              <a:gd name="connsiteX22" fmla="*/ 65728 w 523125"/>
              <a:gd name="connsiteY22" fmla="*/ 463730 h 523125"/>
              <a:gd name="connsiteX23" fmla="*/ 5873 w 523125"/>
              <a:gd name="connsiteY23" fmla="*/ 523586 h 523125"/>
              <a:gd name="connsiteX24" fmla="*/ 5873 w 523125"/>
              <a:gd name="connsiteY24" fmla="*/ 539921 h 523125"/>
              <a:gd name="connsiteX25" fmla="*/ 320861 w 523125"/>
              <a:gd name="connsiteY25" fmla="*/ 539921 h 523125"/>
              <a:gd name="connsiteX26" fmla="*/ 320861 w 523125"/>
              <a:gd name="connsiteY26" fmla="*/ 523586 h 523125"/>
              <a:gd name="connsiteX27" fmla="*/ 261006 w 523125"/>
              <a:gd name="connsiteY27" fmla="*/ 463730 h 523125"/>
              <a:gd name="connsiteX28" fmla="*/ 259436 w 523125"/>
              <a:gd name="connsiteY28" fmla="*/ 463730 h 523125"/>
              <a:gd name="connsiteX29" fmla="*/ 207158 w 523125"/>
              <a:gd name="connsiteY29" fmla="*/ 425981 h 523125"/>
              <a:gd name="connsiteX30" fmla="*/ 130089 w 523125"/>
              <a:gd name="connsiteY30" fmla="*/ 283944 h 523125"/>
              <a:gd name="connsiteX31" fmla="*/ 138105 w 523125"/>
              <a:gd name="connsiteY31" fmla="*/ 280417 h 523125"/>
              <a:gd name="connsiteX32" fmla="*/ 145682 w 523125"/>
              <a:gd name="connsiteY32" fmla="*/ 269027 h 523125"/>
              <a:gd name="connsiteX33" fmla="*/ 138527 w 523125"/>
              <a:gd name="connsiteY33" fmla="*/ 257349 h 523125"/>
              <a:gd name="connsiteX34" fmla="*/ 220185 w 523125"/>
              <a:gd name="connsiteY34" fmla="*/ 179167 h 523125"/>
              <a:gd name="connsiteX35" fmla="*/ 234174 w 523125"/>
              <a:gd name="connsiteY35" fmla="*/ 182812 h 523125"/>
              <a:gd name="connsiteX36" fmla="*/ 243692 w 523125"/>
              <a:gd name="connsiteY36" fmla="*/ 171945 h 523125"/>
              <a:gd name="connsiteX37" fmla="*/ 257681 w 523125"/>
              <a:gd name="connsiteY37" fmla="*/ 88565 h 523125"/>
              <a:gd name="connsiteX38" fmla="*/ 272312 w 523125"/>
              <a:gd name="connsiteY38" fmla="*/ 104259 h 523125"/>
              <a:gd name="connsiteX39" fmla="*/ 298991 w 523125"/>
              <a:gd name="connsiteY39" fmla="*/ 238365 h 523125"/>
              <a:gd name="connsiteX40" fmla="*/ 328523 w 523125"/>
              <a:gd name="connsiteY40" fmla="*/ 293310 h 523125"/>
              <a:gd name="connsiteX41" fmla="*/ 448858 w 523125"/>
              <a:gd name="connsiteY41" fmla="*/ 224038 h 523125"/>
              <a:gd name="connsiteX42" fmla="*/ 511093 w 523125"/>
              <a:gd name="connsiteY42" fmla="*/ 149619 h 523125"/>
              <a:gd name="connsiteX43" fmla="*/ 517911 w 523125"/>
              <a:gd name="connsiteY43" fmla="*/ 82558 h 523125"/>
              <a:gd name="connsiteX44" fmla="*/ 162675 w 523125"/>
              <a:gd name="connsiteY44" fmla="*/ 419839 h 523125"/>
              <a:gd name="connsiteX45" fmla="*/ 120403 w 523125"/>
              <a:gd name="connsiteY45" fmla="*/ 430757 h 523125"/>
              <a:gd name="connsiteX46" fmla="*/ 57999 w 523125"/>
              <a:gd name="connsiteY46" fmla="*/ 315737 h 523125"/>
              <a:gd name="connsiteX47" fmla="*/ 96896 w 523125"/>
              <a:gd name="connsiteY47" fmla="*/ 298558 h 523125"/>
              <a:gd name="connsiteX48" fmla="*/ 162675 w 523125"/>
              <a:gd name="connsiteY48" fmla="*/ 419839 h 523125"/>
              <a:gd name="connsiteX49" fmla="*/ 103849 w 523125"/>
              <a:gd name="connsiteY49" fmla="*/ 240424 h 523125"/>
              <a:gd name="connsiteX50" fmla="*/ 69120 w 523125"/>
              <a:gd name="connsiteY50" fmla="*/ 223532 h 523125"/>
              <a:gd name="connsiteX51" fmla="*/ 170235 w 523125"/>
              <a:gd name="connsiteY51" fmla="*/ 126737 h 523125"/>
              <a:gd name="connsiteX52" fmla="*/ 195227 w 523125"/>
              <a:gd name="connsiteY52" fmla="*/ 152927 h 523125"/>
              <a:gd name="connsiteX53" fmla="*/ 103849 w 523125"/>
              <a:gd name="connsiteY53" fmla="*/ 240424 h 523125"/>
              <a:gd name="connsiteX54" fmla="*/ 424153 w 523125"/>
              <a:gd name="connsiteY54" fmla="*/ 197527 h 523125"/>
              <a:gd name="connsiteX55" fmla="*/ 353481 w 523125"/>
              <a:gd name="connsiteY55" fmla="*/ 249013 h 523125"/>
              <a:gd name="connsiteX56" fmla="*/ 341989 w 523125"/>
              <a:gd name="connsiteY56" fmla="*/ 246937 h 523125"/>
              <a:gd name="connsiteX57" fmla="*/ 340656 w 523125"/>
              <a:gd name="connsiteY57" fmla="*/ 235327 h 523125"/>
              <a:gd name="connsiteX58" fmla="*/ 396765 w 523125"/>
              <a:gd name="connsiteY58" fmla="*/ 168199 h 523125"/>
              <a:gd name="connsiteX59" fmla="*/ 467353 w 523125"/>
              <a:gd name="connsiteY59" fmla="*/ 116949 h 523125"/>
              <a:gd name="connsiteX60" fmla="*/ 478845 w 523125"/>
              <a:gd name="connsiteY60" fmla="*/ 119059 h 523125"/>
              <a:gd name="connsiteX61" fmla="*/ 480128 w 523125"/>
              <a:gd name="connsiteY61" fmla="*/ 130669 h 523125"/>
              <a:gd name="connsiteX62" fmla="*/ 424153 w 523125"/>
              <a:gd name="connsiteY62" fmla="*/ 197527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23125" h="523125">
                <a:moveTo>
                  <a:pt x="517911" y="82558"/>
                </a:moveTo>
                <a:cubicBezTo>
                  <a:pt x="503651" y="65632"/>
                  <a:pt x="480161" y="73564"/>
                  <a:pt x="473496" y="75504"/>
                </a:cubicBezTo>
                <a:cubicBezTo>
                  <a:pt x="435088" y="39763"/>
                  <a:pt x="384109" y="27039"/>
                  <a:pt x="341499" y="39628"/>
                </a:cubicBezTo>
                <a:lnTo>
                  <a:pt x="315225" y="11480"/>
                </a:lnTo>
                <a:cubicBezTo>
                  <a:pt x="308644" y="4477"/>
                  <a:pt x="299633" y="343"/>
                  <a:pt x="290031" y="22"/>
                </a:cubicBezTo>
                <a:cubicBezTo>
                  <a:pt x="280446" y="-315"/>
                  <a:pt x="271131" y="3195"/>
                  <a:pt x="264111" y="9725"/>
                </a:cubicBezTo>
                <a:lnTo>
                  <a:pt x="247809" y="24947"/>
                </a:lnTo>
                <a:cubicBezTo>
                  <a:pt x="240806" y="31494"/>
                  <a:pt x="236672" y="40539"/>
                  <a:pt x="236351" y="50124"/>
                </a:cubicBezTo>
                <a:cubicBezTo>
                  <a:pt x="236031" y="59709"/>
                  <a:pt x="239524" y="69041"/>
                  <a:pt x="246071" y="76044"/>
                </a:cubicBezTo>
                <a:lnTo>
                  <a:pt x="249244" y="79453"/>
                </a:lnTo>
                <a:lnTo>
                  <a:pt x="149918" y="88110"/>
                </a:lnTo>
                <a:cubicBezTo>
                  <a:pt x="147099" y="88363"/>
                  <a:pt x="144653" y="90202"/>
                  <a:pt x="143657" y="92852"/>
                </a:cubicBezTo>
                <a:cubicBezTo>
                  <a:pt x="142661" y="95501"/>
                  <a:pt x="143269" y="98488"/>
                  <a:pt x="145243" y="100547"/>
                </a:cubicBezTo>
                <a:lnTo>
                  <a:pt x="34408" y="206640"/>
                </a:lnTo>
                <a:lnTo>
                  <a:pt x="32333" y="205627"/>
                </a:lnTo>
                <a:cubicBezTo>
                  <a:pt x="25363" y="202235"/>
                  <a:pt x="17145" y="202674"/>
                  <a:pt x="10564" y="206775"/>
                </a:cubicBezTo>
                <a:cubicBezTo>
                  <a:pt x="3983" y="210892"/>
                  <a:pt x="0" y="218098"/>
                  <a:pt x="0" y="225844"/>
                </a:cubicBezTo>
                <a:lnTo>
                  <a:pt x="0" y="314218"/>
                </a:lnTo>
                <a:cubicBezTo>
                  <a:pt x="0" y="320192"/>
                  <a:pt x="3021" y="325760"/>
                  <a:pt x="8016" y="329000"/>
                </a:cubicBezTo>
                <a:cubicBezTo>
                  <a:pt x="13011" y="332240"/>
                  <a:pt x="19322" y="332780"/>
                  <a:pt x="24773" y="330350"/>
                </a:cubicBezTo>
                <a:lnTo>
                  <a:pt x="90551" y="451597"/>
                </a:lnTo>
                <a:cubicBezTo>
                  <a:pt x="86670" y="455411"/>
                  <a:pt x="83059" y="459343"/>
                  <a:pt x="79734" y="463730"/>
                </a:cubicBezTo>
                <a:lnTo>
                  <a:pt x="65728" y="463730"/>
                </a:lnTo>
                <a:cubicBezTo>
                  <a:pt x="32670" y="463730"/>
                  <a:pt x="5873" y="490528"/>
                  <a:pt x="5873" y="523586"/>
                </a:cubicBezTo>
                <a:lnTo>
                  <a:pt x="5873" y="539921"/>
                </a:lnTo>
                <a:lnTo>
                  <a:pt x="320861" y="539921"/>
                </a:lnTo>
                <a:lnTo>
                  <a:pt x="320861" y="523586"/>
                </a:lnTo>
                <a:cubicBezTo>
                  <a:pt x="320861" y="490528"/>
                  <a:pt x="294064" y="463730"/>
                  <a:pt x="261006" y="463730"/>
                </a:cubicBezTo>
                <a:lnTo>
                  <a:pt x="259436" y="463730"/>
                </a:lnTo>
                <a:cubicBezTo>
                  <a:pt x="246156" y="446164"/>
                  <a:pt x="228066" y="433271"/>
                  <a:pt x="207158" y="425981"/>
                </a:cubicBezTo>
                <a:lnTo>
                  <a:pt x="130089" y="283944"/>
                </a:lnTo>
                <a:lnTo>
                  <a:pt x="138105" y="280417"/>
                </a:lnTo>
                <a:cubicBezTo>
                  <a:pt x="142644" y="278409"/>
                  <a:pt x="145598" y="273971"/>
                  <a:pt x="145682" y="269027"/>
                </a:cubicBezTo>
                <a:cubicBezTo>
                  <a:pt x="145783" y="264082"/>
                  <a:pt x="142982" y="259509"/>
                  <a:pt x="138527" y="257349"/>
                </a:cubicBezTo>
                <a:lnTo>
                  <a:pt x="220185" y="179167"/>
                </a:lnTo>
                <a:cubicBezTo>
                  <a:pt x="223779" y="182930"/>
                  <a:pt x="229196" y="184348"/>
                  <a:pt x="234174" y="182812"/>
                </a:cubicBezTo>
                <a:cubicBezTo>
                  <a:pt x="239153" y="181294"/>
                  <a:pt x="242831" y="177075"/>
                  <a:pt x="243692" y="171945"/>
                </a:cubicBezTo>
                <a:lnTo>
                  <a:pt x="257681" y="88565"/>
                </a:lnTo>
                <a:lnTo>
                  <a:pt x="272312" y="104259"/>
                </a:lnTo>
                <a:cubicBezTo>
                  <a:pt x="256838" y="145873"/>
                  <a:pt x="266001" y="197612"/>
                  <a:pt x="298991" y="238365"/>
                </a:cubicBezTo>
                <a:cubicBezTo>
                  <a:pt x="285609" y="277025"/>
                  <a:pt x="315208" y="293310"/>
                  <a:pt x="328523" y="293310"/>
                </a:cubicBezTo>
                <a:cubicBezTo>
                  <a:pt x="362559" y="293310"/>
                  <a:pt x="412999" y="257535"/>
                  <a:pt x="448858" y="224038"/>
                </a:cubicBezTo>
                <a:cubicBezTo>
                  <a:pt x="475251" y="199384"/>
                  <a:pt x="497374" y="172974"/>
                  <a:pt x="511093" y="149619"/>
                </a:cubicBezTo>
                <a:cubicBezTo>
                  <a:pt x="528913" y="119312"/>
                  <a:pt x="530415" y="97442"/>
                  <a:pt x="517911" y="82558"/>
                </a:cubicBezTo>
                <a:close/>
                <a:moveTo>
                  <a:pt x="162675" y="419839"/>
                </a:moveTo>
                <a:cubicBezTo>
                  <a:pt x="147606" y="420750"/>
                  <a:pt x="133313" y="424564"/>
                  <a:pt x="120403" y="430757"/>
                </a:cubicBezTo>
                <a:lnTo>
                  <a:pt x="57999" y="315737"/>
                </a:lnTo>
                <a:lnTo>
                  <a:pt x="96896" y="298558"/>
                </a:lnTo>
                <a:lnTo>
                  <a:pt x="162675" y="419839"/>
                </a:lnTo>
                <a:close/>
                <a:moveTo>
                  <a:pt x="103849" y="240424"/>
                </a:moveTo>
                <a:lnTo>
                  <a:pt x="69120" y="223532"/>
                </a:lnTo>
                <a:lnTo>
                  <a:pt x="170235" y="126737"/>
                </a:lnTo>
                <a:lnTo>
                  <a:pt x="195227" y="152927"/>
                </a:lnTo>
                <a:lnTo>
                  <a:pt x="103849" y="240424"/>
                </a:lnTo>
                <a:close/>
                <a:moveTo>
                  <a:pt x="424153" y="197527"/>
                </a:moveTo>
                <a:cubicBezTo>
                  <a:pt x="397744" y="222215"/>
                  <a:pt x="372381" y="239647"/>
                  <a:pt x="353481" y="249013"/>
                </a:cubicBezTo>
                <a:cubicBezTo>
                  <a:pt x="349616" y="250937"/>
                  <a:pt x="344942" y="250093"/>
                  <a:pt x="341989" y="246937"/>
                </a:cubicBezTo>
                <a:cubicBezTo>
                  <a:pt x="339019" y="243799"/>
                  <a:pt x="338496" y="239074"/>
                  <a:pt x="340656" y="235327"/>
                </a:cubicBezTo>
                <a:cubicBezTo>
                  <a:pt x="350511" y="218402"/>
                  <a:pt x="368331" y="194760"/>
                  <a:pt x="396765" y="168199"/>
                </a:cubicBezTo>
                <a:cubicBezTo>
                  <a:pt x="423006" y="143713"/>
                  <a:pt x="448149" y="126365"/>
                  <a:pt x="467353" y="116949"/>
                </a:cubicBezTo>
                <a:cubicBezTo>
                  <a:pt x="471218" y="115042"/>
                  <a:pt x="475892" y="115903"/>
                  <a:pt x="478845" y="119059"/>
                </a:cubicBezTo>
                <a:cubicBezTo>
                  <a:pt x="481781" y="122231"/>
                  <a:pt x="482288" y="126939"/>
                  <a:pt x="480128" y="130669"/>
                </a:cubicBezTo>
                <a:cubicBezTo>
                  <a:pt x="470222" y="147594"/>
                  <a:pt x="452469" y="171118"/>
                  <a:pt x="424153" y="197527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95" name="组合 94"/>
          <p:cNvGrpSpPr/>
          <p:nvPr/>
        </p:nvGrpSpPr>
        <p:grpSpPr>
          <a:xfrm>
            <a:off x="3391718" y="2063560"/>
            <a:ext cx="523125" cy="388125"/>
            <a:chOff x="18906789" y="5501248"/>
            <a:chExt cx="523125" cy="388125"/>
          </a:xfrm>
          <a:solidFill>
            <a:schemeClr val="accent1"/>
          </a:solidFill>
        </p:grpSpPr>
        <p:sp>
          <p:nvSpPr>
            <p:cNvPr id="96" name="任意多边形: 形状 95"/>
            <p:cNvSpPr/>
            <p:nvPr/>
          </p:nvSpPr>
          <p:spPr>
            <a:xfrm>
              <a:off x="18906789" y="5501248"/>
              <a:ext cx="523125" cy="388125"/>
            </a:xfrm>
            <a:custGeom>
              <a:avLst/>
              <a:gdLst>
                <a:gd name="connsiteX0" fmla="*/ 533621 w 523125"/>
                <a:gd name="connsiteY0" fmla="*/ 25667 h 388125"/>
                <a:gd name="connsiteX1" fmla="*/ 507954 w 523125"/>
                <a:gd name="connsiteY1" fmla="*/ 0 h 388125"/>
                <a:gd name="connsiteX2" fmla="*/ 25667 w 523125"/>
                <a:gd name="connsiteY2" fmla="*/ 0 h 388125"/>
                <a:gd name="connsiteX3" fmla="*/ 0 w 523125"/>
                <a:gd name="connsiteY3" fmla="*/ 25667 h 388125"/>
                <a:gd name="connsiteX4" fmla="*/ 0 w 523125"/>
                <a:gd name="connsiteY4" fmla="*/ 368162 h 388125"/>
                <a:gd name="connsiteX5" fmla="*/ 25667 w 523125"/>
                <a:gd name="connsiteY5" fmla="*/ 393829 h 388125"/>
                <a:gd name="connsiteX6" fmla="*/ 507954 w 523125"/>
                <a:gd name="connsiteY6" fmla="*/ 393829 h 388125"/>
                <a:gd name="connsiteX7" fmla="*/ 533621 w 523125"/>
                <a:gd name="connsiteY7" fmla="*/ 368162 h 388125"/>
                <a:gd name="connsiteX8" fmla="*/ 533621 w 523125"/>
                <a:gd name="connsiteY8" fmla="*/ 25667 h 388125"/>
                <a:gd name="connsiteX9" fmla="*/ 533621 w 523125"/>
                <a:gd name="connsiteY9" fmla="*/ 25667 h 388125"/>
                <a:gd name="connsiteX10" fmla="*/ 481933 w 523125"/>
                <a:gd name="connsiteY10" fmla="*/ 342158 h 388125"/>
                <a:gd name="connsiteX11" fmla="*/ 51671 w 523125"/>
                <a:gd name="connsiteY11" fmla="*/ 342158 h 388125"/>
                <a:gd name="connsiteX12" fmla="*/ 51671 w 523125"/>
                <a:gd name="connsiteY12" fmla="*/ 50811 h 388125"/>
                <a:gd name="connsiteX13" fmla="*/ 481933 w 523125"/>
                <a:gd name="connsiteY13" fmla="*/ 50811 h 388125"/>
                <a:gd name="connsiteX14" fmla="*/ 481933 w 523125"/>
                <a:gd name="connsiteY14" fmla="*/ 342158 h 38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3125" h="388125">
                  <a:moveTo>
                    <a:pt x="533621" y="25667"/>
                  </a:moveTo>
                  <a:cubicBezTo>
                    <a:pt x="533621" y="11492"/>
                    <a:pt x="522113" y="0"/>
                    <a:pt x="507954" y="0"/>
                  </a:cubicBezTo>
                  <a:lnTo>
                    <a:pt x="25667" y="0"/>
                  </a:lnTo>
                  <a:cubicBezTo>
                    <a:pt x="11492" y="0"/>
                    <a:pt x="0" y="11492"/>
                    <a:pt x="0" y="25667"/>
                  </a:cubicBezTo>
                  <a:lnTo>
                    <a:pt x="0" y="368162"/>
                  </a:lnTo>
                  <a:cubicBezTo>
                    <a:pt x="0" y="382354"/>
                    <a:pt x="11492" y="393829"/>
                    <a:pt x="25667" y="393829"/>
                  </a:cubicBezTo>
                  <a:lnTo>
                    <a:pt x="507954" y="393829"/>
                  </a:lnTo>
                  <a:cubicBezTo>
                    <a:pt x="522129" y="393829"/>
                    <a:pt x="533621" y="382337"/>
                    <a:pt x="533621" y="368162"/>
                  </a:cubicBezTo>
                  <a:lnTo>
                    <a:pt x="533621" y="25667"/>
                  </a:lnTo>
                  <a:lnTo>
                    <a:pt x="533621" y="25667"/>
                  </a:lnTo>
                  <a:close/>
                  <a:moveTo>
                    <a:pt x="481933" y="342158"/>
                  </a:moveTo>
                  <a:lnTo>
                    <a:pt x="51671" y="342158"/>
                  </a:lnTo>
                  <a:lnTo>
                    <a:pt x="51671" y="50811"/>
                  </a:lnTo>
                  <a:lnTo>
                    <a:pt x="481933" y="50811"/>
                  </a:lnTo>
                  <a:lnTo>
                    <a:pt x="481933" y="34215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8978812" y="5599494"/>
              <a:ext cx="388125" cy="219375"/>
            </a:xfrm>
            <a:custGeom>
              <a:avLst/>
              <a:gdLst>
                <a:gd name="connsiteX0" fmla="*/ 190013 w 388125"/>
                <a:gd name="connsiteY0" fmla="*/ 220219 h 219375"/>
                <a:gd name="connsiteX1" fmla="*/ 388749 w 388125"/>
                <a:gd name="connsiteY1" fmla="*/ 220219 h 219375"/>
                <a:gd name="connsiteX2" fmla="*/ 388749 w 388125"/>
                <a:gd name="connsiteY2" fmla="*/ 141008 h 219375"/>
                <a:gd name="connsiteX3" fmla="*/ 296747 w 388125"/>
                <a:gd name="connsiteY3" fmla="*/ 126039 h 219375"/>
                <a:gd name="connsiteX4" fmla="*/ 246443 w 388125"/>
                <a:gd name="connsiteY4" fmla="*/ 130275 h 219375"/>
                <a:gd name="connsiteX5" fmla="*/ 246443 w 388125"/>
                <a:gd name="connsiteY5" fmla="*/ 81152 h 219375"/>
                <a:gd name="connsiteX6" fmla="*/ 229112 w 388125"/>
                <a:gd name="connsiteY6" fmla="*/ 64041 h 219375"/>
                <a:gd name="connsiteX7" fmla="*/ 211747 w 388125"/>
                <a:gd name="connsiteY7" fmla="*/ 81152 h 219375"/>
                <a:gd name="connsiteX8" fmla="*/ 211747 w 388125"/>
                <a:gd name="connsiteY8" fmla="*/ 138392 h 219375"/>
                <a:gd name="connsiteX9" fmla="*/ 192645 w 388125"/>
                <a:gd name="connsiteY9" fmla="*/ 145176 h 219375"/>
                <a:gd name="connsiteX10" fmla="*/ 156701 w 388125"/>
                <a:gd name="connsiteY10" fmla="*/ 81135 h 219375"/>
                <a:gd name="connsiteX11" fmla="*/ 156701 w 388125"/>
                <a:gd name="connsiteY11" fmla="*/ 26156 h 219375"/>
                <a:gd name="connsiteX12" fmla="*/ 139337 w 388125"/>
                <a:gd name="connsiteY12" fmla="*/ 9045 h 219375"/>
                <a:gd name="connsiteX13" fmla="*/ 121973 w 388125"/>
                <a:gd name="connsiteY13" fmla="*/ 26156 h 219375"/>
                <a:gd name="connsiteX14" fmla="*/ 121973 w 388125"/>
                <a:gd name="connsiteY14" fmla="*/ 56008 h 219375"/>
                <a:gd name="connsiteX15" fmla="*/ 73693 w 388125"/>
                <a:gd name="connsiteY15" fmla="*/ 41327 h 219375"/>
                <a:gd name="connsiteX16" fmla="*/ 73693 w 388125"/>
                <a:gd name="connsiteY16" fmla="*/ 17111 h 219375"/>
                <a:gd name="connsiteX17" fmla="*/ 56751 w 388125"/>
                <a:gd name="connsiteY17" fmla="*/ 0 h 219375"/>
                <a:gd name="connsiteX18" fmla="*/ 39808 w 388125"/>
                <a:gd name="connsiteY18" fmla="*/ 17111 h 219375"/>
                <a:gd name="connsiteX19" fmla="*/ 39808 w 388125"/>
                <a:gd name="connsiteY19" fmla="*/ 41816 h 219375"/>
                <a:gd name="connsiteX20" fmla="*/ 0 w 388125"/>
                <a:gd name="connsiteY20" fmla="*/ 53578 h 219375"/>
                <a:gd name="connsiteX21" fmla="*/ 0 w 388125"/>
                <a:gd name="connsiteY21" fmla="*/ 220202 h 219375"/>
                <a:gd name="connsiteX22" fmla="*/ 102111 w 388125"/>
                <a:gd name="connsiteY22" fmla="*/ 220202 h 219375"/>
                <a:gd name="connsiteX23" fmla="*/ 190013 w 388125"/>
                <a:gd name="connsiteY23" fmla="*/ 220219 h 219375"/>
                <a:gd name="connsiteX24" fmla="*/ 190013 w 388125"/>
                <a:gd name="connsiteY24" fmla="*/ 220219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8125" h="219375">
                  <a:moveTo>
                    <a:pt x="190013" y="220219"/>
                  </a:moveTo>
                  <a:lnTo>
                    <a:pt x="388749" y="220219"/>
                  </a:lnTo>
                  <a:lnTo>
                    <a:pt x="388749" y="141008"/>
                  </a:lnTo>
                  <a:cubicBezTo>
                    <a:pt x="360788" y="131557"/>
                    <a:pt x="329991" y="126039"/>
                    <a:pt x="296747" y="126039"/>
                  </a:cubicBezTo>
                  <a:cubicBezTo>
                    <a:pt x="279332" y="126039"/>
                    <a:pt x="262558" y="127507"/>
                    <a:pt x="246443" y="130275"/>
                  </a:cubicBezTo>
                  <a:lnTo>
                    <a:pt x="246443" y="81152"/>
                  </a:lnTo>
                  <a:cubicBezTo>
                    <a:pt x="246443" y="71702"/>
                    <a:pt x="238528" y="64041"/>
                    <a:pt x="229112" y="64041"/>
                  </a:cubicBezTo>
                  <a:cubicBezTo>
                    <a:pt x="219696" y="64041"/>
                    <a:pt x="211747" y="71702"/>
                    <a:pt x="211747" y="81152"/>
                  </a:cubicBezTo>
                  <a:lnTo>
                    <a:pt x="211747" y="138392"/>
                  </a:lnTo>
                  <a:cubicBezTo>
                    <a:pt x="204998" y="140434"/>
                    <a:pt x="198906" y="142678"/>
                    <a:pt x="192645" y="145176"/>
                  </a:cubicBezTo>
                  <a:cubicBezTo>
                    <a:pt x="186503" y="120555"/>
                    <a:pt x="173627" y="98533"/>
                    <a:pt x="156701" y="81135"/>
                  </a:cubicBezTo>
                  <a:lnTo>
                    <a:pt x="156701" y="26156"/>
                  </a:lnTo>
                  <a:cubicBezTo>
                    <a:pt x="156701" y="16706"/>
                    <a:pt x="148787" y="9045"/>
                    <a:pt x="139337" y="9045"/>
                  </a:cubicBezTo>
                  <a:cubicBezTo>
                    <a:pt x="129887" y="9045"/>
                    <a:pt x="121973" y="16706"/>
                    <a:pt x="121973" y="26156"/>
                  </a:cubicBezTo>
                  <a:lnTo>
                    <a:pt x="121973" y="56008"/>
                  </a:lnTo>
                  <a:cubicBezTo>
                    <a:pt x="107578" y="48313"/>
                    <a:pt x="90636" y="43234"/>
                    <a:pt x="73693" y="41327"/>
                  </a:cubicBezTo>
                  <a:lnTo>
                    <a:pt x="73693" y="17111"/>
                  </a:lnTo>
                  <a:cubicBezTo>
                    <a:pt x="73693" y="7661"/>
                    <a:pt x="66201" y="0"/>
                    <a:pt x="56751" y="0"/>
                  </a:cubicBezTo>
                  <a:cubicBezTo>
                    <a:pt x="47301" y="0"/>
                    <a:pt x="39808" y="7661"/>
                    <a:pt x="39808" y="17111"/>
                  </a:cubicBezTo>
                  <a:lnTo>
                    <a:pt x="39808" y="41816"/>
                  </a:lnTo>
                  <a:cubicBezTo>
                    <a:pt x="25414" y="43807"/>
                    <a:pt x="12707" y="47874"/>
                    <a:pt x="0" y="53578"/>
                  </a:cubicBezTo>
                  <a:lnTo>
                    <a:pt x="0" y="220202"/>
                  </a:lnTo>
                  <a:lnTo>
                    <a:pt x="102111" y="220202"/>
                  </a:lnTo>
                  <a:lnTo>
                    <a:pt x="190013" y="220219"/>
                  </a:lnTo>
                  <a:lnTo>
                    <a:pt x="190013" y="22021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9239936" y="5572444"/>
              <a:ext cx="118125" cy="118125"/>
            </a:xfrm>
            <a:custGeom>
              <a:avLst/>
              <a:gdLst>
                <a:gd name="connsiteX0" fmla="*/ 125280 w 118125"/>
                <a:gd name="connsiteY0" fmla="*/ 62640 h 118125"/>
                <a:gd name="connsiteX1" fmla="*/ 62640 w 118125"/>
                <a:gd name="connsiteY1" fmla="*/ 125280 h 118125"/>
                <a:gd name="connsiteX2" fmla="*/ 0 w 118125"/>
                <a:gd name="connsiteY2" fmla="*/ 62640 h 118125"/>
                <a:gd name="connsiteX3" fmla="*/ 62640 w 118125"/>
                <a:gd name="connsiteY3" fmla="*/ 0 h 118125"/>
                <a:gd name="connsiteX4" fmla="*/ 125280 w 118125"/>
                <a:gd name="connsiteY4" fmla="*/ 62640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25" h="118125">
                  <a:moveTo>
                    <a:pt x="125280" y="62640"/>
                  </a:moveTo>
                  <a:cubicBezTo>
                    <a:pt x="125280" y="97235"/>
                    <a:pt x="97235" y="125280"/>
                    <a:pt x="62640" y="125280"/>
                  </a:cubicBezTo>
                  <a:cubicBezTo>
                    <a:pt x="28045" y="125280"/>
                    <a:pt x="0" y="97235"/>
                    <a:pt x="0" y="62640"/>
                  </a:cubicBezTo>
                  <a:cubicBezTo>
                    <a:pt x="0" y="28045"/>
                    <a:pt x="28045" y="0"/>
                    <a:pt x="62640" y="0"/>
                  </a:cubicBezTo>
                  <a:cubicBezTo>
                    <a:pt x="97235" y="0"/>
                    <a:pt x="125280" y="28045"/>
                    <a:pt x="125280" y="6264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99" name="图形 109"/>
          <p:cNvSpPr/>
          <p:nvPr/>
        </p:nvSpPr>
        <p:spPr>
          <a:xfrm>
            <a:off x="4610918" y="2021372"/>
            <a:ext cx="540000" cy="472500"/>
          </a:xfrm>
          <a:custGeom>
            <a:avLst/>
            <a:gdLst>
              <a:gd name="connsiteX0" fmla="*/ 455051 w 540000"/>
              <a:gd name="connsiteY0" fmla="*/ 276294 h 472500"/>
              <a:gd name="connsiteX1" fmla="*/ 424946 w 540000"/>
              <a:gd name="connsiteY1" fmla="*/ 276294 h 472500"/>
              <a:gd name="connsiteX2" fmla="*/ 424946 w 540000"/>
              <a:gd name="connsiteY2" fmla="*/ 263739 h 472500"/>
              <a:gd name="connsiteX3" fmla="*/ 437282 w 540000"/>
              <a:gd name="connsiteY3" fmla="*/ 263739 h 472500"/>
              <a:gd name="connsiteX4" fmla="*/ 456351 w 540000"/>
              <a:gd name="connsiteY4" fmla="*/ 243979 h 472500"/>
              <a:gd name="connsiteX5" fmla="*/ 456351 w 540000"/>
              <a:gd name="connsiteY5" fmla="*/ 18461 h 472500"/>
              <a:gd name="connsiteX6" fmla="*/ 437282 w 540000"/>
              <a:gd name="connsiteY6" fmla="*/ 0 h 472500"/>
              <a:gd name="connsiteX7" fmla="*/ 98972 w 540000"/>
              <a:gd name="connsiteY7" fmla="*/ 0 h 472500"/>
              <a:gd name="connsiteX8" fmla="*/ 83734 w 540000"/>
              <a:gd name="connsiteY8" fmla="*/ 18461 h 472500"/>
              <a:gd name="connsiteX9" fmla="*/ 83734 w 540000"/>
              <a:gd name="connsiteY9" fmla="*/ 243979 h 472500"/>
              <a:gd name="connsiteX10" fmla="*/ 98972 w 540000"/>
              <a:gd name="connsiteY10" fmla="*/ 263739 h 472500"/>
              <a:gd name="connsiteX11" fmla="*/ 115138 w 540000"/>
              <a:gd name="connsiteY11" fmla="*/ 263739 h 472500"/>
              <a:gd name="connsiteX12" fmla="*/ 115138 w 540000"/>
              <a:gd name="connsiteY12" fmla="*/ 276294 h 472500"/>
              <a:gd name="connsiteX13" fmla="*/ 82232 w 540000"/>
              <a:gd name="connsiteY13" fmla="*/ 276294 h 472500"/>
              <a:gd name="connsiteX14" fmla="*/ 0 w 540000"/>
              <a:gd name="connsiteY14" fmla="*/ 438210 h 472500"/>
              <a:gd name="connsiteX15" fmla="*/ 0 w 540000"/>
              <a:gd name="connsiteY15" fmla="*/ 463101 h 472500"/>
              <a:gd name="connsiteX16" fmla="*/ 14175 w 540000"/>
              <a:gd name="connsiteY16" fmla="*/ 477293 h 472500"/>
              <a:gd name="connsiteX17" fmla="*/ 525893 w 540000"/>
              <a:gd name="connsiteY17" fmla="*/ 477293 h 472500"/>
              <a:gd name="connsiteX18" fmla="*/ 540068 w 540000"/>
              <a:gd name="connsiteY18" fmla="*/ 463101 h 472500"/>
              <a:gd name="connsiteX19" fmla="*/ 540068 w 540000"/>
              <a:gd name="connsiteY19" fmla="*/ 438210 h 472500"/>
              <a:gd name="connsiteX20" fmla="*/ 455051 w 540000"/>
              <a:gd name="connsiteY20" fmla="*/ 276294 h 472500"/>
              <a:gd name="connsiteX21" fmla="*/ 418686 w 540000"/>
              <a:gd name="connsiteY21" fmla="*/ 201909 h 472500"/>
              <a:gd name="connsiteX22" fmla="*/ 394504 w 540000"/>
              <a:gd name="connsiteY22" fmla="*/ 226091 h 472500"/>
              <a:gd name="connsiteX23" fmla="*/ 143488 w 540000"/>
              <a:gd name="connsiteY23" fmla="*/ 226091 h 472500"/>
              <a:gd name="connsiteX24" fmla="*/ 119323 w 540000"/>
              <a:gd name="connsiteY24" fmla="*/ 201909 h 472500"/>
              <a:gd name="connsiteX25" fmla="*/ 119323 w 540000"/>
              <a:gd name="connsiteY25" fmla="*/ 61847 h 472500"/>
              <a:gd name="connsiteX26" fmla="*/ 143488 w 540000"/>
              <a:gd name="connsiteY26" fmla="*/ 37682 h 472500"/>
              <a:gd name="connsiteX27" fmla="*/ 394504 w 540000"/>
              <a:gd name="connsiteY27" fmla="*/ 37682 h 472500"/>
              <a:gd name="connsiteX28" fmla="*/ 418686 w 540000"/>
              <a:gd name="connsiteY28" fmla="*/ 61847 h 472500"/>
              <a:gd name="connsiteX29" fmla="*/ 418686 w 540000"/>
              <a:gd name="connsiteY29" fmla="*/ 201909 h 472500"/>
              <a:gd name="connsiteX30" fmla="*/ 326565 w 540000"/>
              <a:gd name="connsiteY30" fmla="*/ 263756 h 472500"/>
              <a:gd name="connsiteX31" fmla="*/ 326565 w 540000"/>
              <a:gd name="connsiteY31" fmla="*/ 276328 h 472500"/>
              <a:gd name="connsiteX32" fmla="*/ 211444 w 540000"/>
              <a:gd name="connsiteY32" fmla="*/ 276328 h 472500"/>
              <a:gd name="connsiteX33" fmla="*/ 211444 w 540000"/>
              <a:gd name="connsiteY33" fmla="*/ 263756 h 472500"/>
              <a:gd name="connsiteX34" fmla="*/ 326565 w 540000"/>
              <a:gd name="connsiteY34" fmla="*/ 263756 h 472500"/>
              <a:gd name="connsiteX35" fmla="*/ 223189 w 540000"/>
              <a:gd name="connsiteY35" fmla="*/ 424929 h 472500"/>
              <a:gd name="connsiteX36" fmla="*/ 216388 w 540000"/>
              <a:gd name="connsiteY36" fmla="*/ 421217 h 472500"/>
              <a:gd name="connsiteX37" fmla="*/ 215781 w 540000"/>
              <a:gd name="connsiteY37" fmla="*/ 413505 h 472500"/>
              <a:gd name="connsiteX38" fmla="*/ 220658 w 540000"/>
              <a:gd name="connsiteY38" fmla="*/ 402553 h 472500"/>
              <a:gd name="connsiteX39" fmla="*/ 228066 w 540000"/>
              <a:gd name="connsiteY39" fmla="*/ 397727 h 472500"/>
              <a:gd name="connsiteX40" fmla="*/ 308205 w 540000"/>
              <a:gd name="connsiteY40" fmla="*/ 397727 h 472500"/>
              <a:gd name="connsiteX41" fmla="*/ 315495 w 540000"/>
              <a:gd name="connsiteY41" fmla="*/ 402249 h 472500"/>
              <a:gd name="connsiteX42" fmla="*/ 320929 w 540000"/>
              <a:gd name="connsiteY42" fmla="*/ 413218 h 472500"/>
              <a:gd name="connsiteX43" fmla="*/ 320574 w 540000"/>
              <a:gd name="connsiteY43" fmla="*/ 421099 h 472500"/>
              <a:gd name="connsiteX44" fmla="*/ 313673 w 540000"/>
              <a:gd name="connsiteY44" fmla="*/ 424963 h 472500"/>
              <a:gd name="connsiteX45" fmla="*/ 223189 w 540000"/>
              <a:gd name="connsiteY45" fmla="*/ 424929 h 472500"/>
              <a:gd name="connsiteX46" fmla="*/ 223189 w 540000"/>
              <a:gd name="connsiteY46" fmla="*/ 424929 h 472500"/>
              <a:gd name="connsiteX47" fmla="*/ 109181 w 540000"/>
              <a:gd name="connsiteY47" fmla="*/ 383096 h 472500"/>
              <a:gd name="connsiteX48" fmla="*/ 98162 w 540000"/>
              <a:gd name="connsiteY48" fmla="*/ 377123 h 472500"/>
              <a:gd name="connsiteX49" fmla="*/ 97183 w 540000"/>
              <a:gd name="connsiteY49" fmla="*/ 364618 h 472500"/>
              <a:gd name="connsiteX50" fmla="*/ 122901 w 540000"/>
              <a:gd name="connsiteY50" fmla="*/ 307176 h 472500"/>
              <a:gd name="connsiteX51" fmla="*/ 134882 w 540000"/>
              <a:gd name="connsiteY51" fmla="*/ 299396 h 472500"/>
              <a:gd name="connsiteX52" fmla="*/ 398537 w 540000"/>
              <a:gd name="connsiteY52" fmla="*/ 299396 h 472500"/>
              <a:gd name="connsiteX53" fmla="*/ 410265 w 540000"/>
              <a:gd name="connsiteY53" fmla="*/ 306653 h 472500"/>
              <a:gd name="connsiteX54" fmla="*/ 439037 w 540000"/>
              <a:gd name="connsiteY54" fmla="*/ 364129 h 472500"/>
              <a:gd name="connsiteX55" fmla="*/ 438446 w 540000"/>
              <a:gd name="connsiteY55" fmla="*/ 376920 h 472500"/>
              <a:gd name="connsiteX56" fmla="*/ 427275 w 540000"/>
              <a:gd name="connsiteY56" fmla="*/ 383147 h 472500"/>
              <a:gd name="connsiteX57" fmla="*/ 109181 w 540000"/>
              <a:gd name="connsiteY57" fmla="*/ 383147 h 472500"/>
              <a:gd name="connsiteX58" fmla="*/ 109181 w 540000"/>
              <a:gd name="connsiteY58" fmla="*/ 383096 h 47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40000" h="472500">
                <a:moveTo>
                  <a:pt x="455051" y="276294"/>
                </a:moveTo>
                <a:lnTo>
                  <a:pt x="424946" y="276294"/>
                </a:lnTo>
                <a:lnTo>
                  <a:pt x="424946" y="263739"/>
                </a:lnTo>
                <a:lnTo>
                  <a:pt x="437282" y="263739"/>
                </a:lnTo>
                <a:cubicBezTo>
                  <a:pt x="447643" y="263739"/>
                  <a:pt x="456351" y="254374"/>
                  <a:pt x="456351" y="243979"/>
                </a:cubicBezTo>
                <a:lnTo>
                  <a:pt x="456351" y="18461"/>
                </a:lnTo>
                <a:cubicBezTo>
                  <a:pt x="456351" y="8083"/>
                  <a:pt x="447643" y="0"/>
                  <a:pt x="437282" y="0"/>
                </a:cubicBezTo>
                <a:lnTo>
                  <a:pt x="98972" y="0"/>
                </a:lnTo>
                <a:cubicBezTo>
                  <a:pt x="88611" y="0"/>
                  <a:pt x="83734" y="8083"/>
                  <a:pt x="83734" y="18461"/>
                </a:cubicBezTo>
                <a:lnTo>
                  <a:pt x="83734" y="243979"/>
                </a:lnTo>
                <a:cubicBezTo>
                  <a:pt x="83734" y="254391"/>
                  <a:pt x="88611" y="263739"/>
                  <a:pt x="98972" y="263739"/>
                </a:cubicBezTo>
                <a:lnTo>
                  <a:pt x="115138" y="263739"/>
                </a:lnTo>
                <a:lnTo>
                  <a:pt x="115138" y="276294"/>
                </a:lnTo>
                <a:lnTo>
                  <a:pt x="82232" y="276294"/>
                </a:lnTo>
                <a:lnTo>
                  <a:pt x="0" y="438210"/>
                </a:lnTo>
                <a:lnTo>
                  <a:pt x="0" y="463101"/>
                </a:lnTo>
                <a:cubicBezTo>
                  <a:pt x="0" y="470931"/>
                  <a:pt x="6345" y="477293"/>
                  <a:pt x="14175" y="477293"/>
                </a:cubicBezTo>
                <a:lnTo>
                  <a:pt x="525893" y="477293"/>
                </a:lnTo>
                <a:cubicBezTo>
                  <a:pt x="533723" y="477293"/>
                  <a:pt x="540068" y="470931"/>
                  <a:pt x="540068" y="463101"/>
                </a:cubicBezTo>
                <a:lnTo>
                  <a:pt x="540068" y="438210"/>
                </a:lnTo>
                <a:lnTo>
                  <a:pt x="455051" y="276294"/>
                </a:lnTo>
                <a:close/>
                <a:moveTo>
                  <a:pt x="418686" y="201909"/>
                </a:moveTo>
                <a:cubicBezTo>
                  <a:pt x="418686" y="215258"/>
                  <a:pt x="407852" y="226091"/>
                  <a:pt x="394504" y="226091"/>
                </a:cubicBezTo>
                <a:lnTo>
                  <a:pt x="143488" y="226091"/>
                </a:lnTo>
                <a:cubicBezTo>
                  <a:pt x="130140" y="226091"/>
                  <a:pt x="119323" y="215258"/>
                  <a:pt x="119323" y="201909"/>
                </a:cubicBezTo>
                <a:lnTo>
                  <a:pt x="119323" y="61847"/>
                </a:lnTo>
                <a:cubicBezTo>
                  <a:pt x="119323" y="48499"/>
                  <a:pt x="130140" y="37682"/>
                  <a:pt x="143488" y="37682"/>
                </a:cubicBezTo>
                <a:lnTo>
                  <a:pt x="394504" y="37682"/>
                </a:lnTo>
                <a:cubicBezTo>
                  <a:pt x="407852" y="37682"/>
                  <a:pt x="418686" y="48499"/>
                  <a:pt x="418686" y="61847"/>
                </a:cubicBezTo>
                <a:lnTo>
                  <a:pt x="418686" y="201909"/>
                </a:lnTo>
                <a:close/>
                <a:moveTo>
                  <a:pt x="326565" y="263756"/>
                </a:moveTo>
                <a:lnTo>
                  <a:pt x="326565" y="276328"/>
                </a:lnTo>
                <a:lnTo>
                  <a:pt x="211444" y="276328"/>
                </a:lnTo>
                <a:lnTo>
                  <a:pt x="211444" y="263756"/>
                </a:lnTo>
                <a:lnTo>
                  <a:pt x="326565" y="263756"/>
                </a:lnTo>
                <a:close/>
                <a:moveTo>
                  <a:pt x="223189" y="424929"/>
                </a:moveTo>
                <a:cubicBezTo>
                  <a:pt x="220438" y="424929"/>
                  <a:pt x="217873" y="423529"/>
                  <a:pt x="216388" y="421217"/>
                </a:cubicBezTo>
                <a:cubicBezTo>
                  <a:pt x="214886" y="418939"/>
                  <a:pt x="214650" y="415986"/>
                  <a:pt x="215781" y="413505"/>
                </a:cubicBezTo>
                <a:lnTo>
                  <a:pt x="220658" y="402553"/>
                </a:lnTo>
                <a:cubicBezTo>
                  <a:pt x="221957" y="399617"/>
                  <a:pt x="224876" y="397727"/>
                  <a:pt x="228066" y="397727"/>
                </a:cubicBezTo>
                <a:lnTo>
                  <a:pt x="308205" y="397727"/>
                </a:lnTo>
                <a:cubicBezTo>
                  <a:pt x="311327" y="397727"/>
                  <a:pt x="314111" y="399482"/>
                  <a:pt x="315495" y="402249"/>
                </a:cubicBezTo>
                <a:lnTo>
                  <a:pt x="320929" y="413218"/>
                </a:lnTo>
                <a:cubicBezTo>
                  <a:pt x="322177" y="415716"/>
                  <a:pt x="322043" y="418703"/>
                  <a:pt x="320574" y="421099"/>
                </a:cubicBezTo>
                <a:cubicBezTo>
                  <a:pt x="319106" y="423512"/>
                  <a:pt x="316491" y="424963"/>
                  <a:pt x="313673" y="424963"/>
                </a:cubicBezTo>
                <a:lnTo>
                  <a:pt x="223189" y="424929"/>
                </a:lnTo>
                <a:lnTo>
                  <a:pt x="223189" y="424929"/>
                </a:lnTo>
                <a:close/>
                <a:moveTo>
                  <a:pt x="109181" y="383096"/>
                </a:moveTo>
                <a:cubicBezTo>
                  <a:pt x="104726" y="383096"/>
                  <a:pt x="100575" y="380818"/>
                  <a:pt x="98162" y="377123"/>
                </a:cubicBezTo>
                <a:cubicBezTo>
                  <a:pt x="95732" y="373376"/>
                  <a:pt x="95378" y="368685"/>
                  <a:pt x="97183" y="364618"/>
                </a:cubicBezTo>
                <a:lnTo>
                  <a:pt x="122901" y="307176"/>
                </a:lnTo>
                <a:cubicBezTo>
                  <a:pt x="125010" y="302434"/>
                  <a:pt x="129701" y="299396"/>
                  <a:pt x="134882" y="299396"/>
                </a:cubicBezTo>
                <a:lnTo>
                  <a:pt x="398537" y="299396"/>
                </a:lnTo>
                <a:cubicBezTo>
                  <a:pt x="403515" y="299396"/>
                  <a:pt x="408054" y="302231"/>
                  <a:pt x="410265" y="306653"/>
                </a:cubicBezTo>
                <a:lnTo>
                  <a:pt x="439037" y="364129"/>
                </a:lnTo>
                <a:cubicBezTo>
                  <a:pt x="441079" y="368179"/>
                  <a:pt x="440809" y="373022"/>
                  <a:pt x="438446" y="376920"/>
                </a:cubicBezTo>
                <a:cubicBezTo>
                  <a:pt x="436050" y="380784"/>
                  <a:pt x="431814" y="383147"/>
                  <a:pt x="427275" y="383147"/>
                </a:cubicBezTo>
                <a:lnTo>
                  <a:pt x="109181" y="383147"/>
                </a:lnTo>
                <a:lnTo>
                  <a:pt x="109181" y="383096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5830118" y="2011568"/>
            <a:ext cx="523125" cy="492109"/>
            <a:chOff x="21065763" y="5455652"/>
            <a:chExt cx="523125" cy="492109"/>
          </a:xfrm>
          <a:solidFill>
            <a:schemeClr val="accent1"/>
          </a:solidFill>
        </p:grpSpPr>
        <p:sp>
          <p:nvSpPr>
            <p:cNvPr id="101" name="任意多边形: 形状 100"/>
            <p:cNvSpPr/>
            <p:nvPr/>
          </p:nvSpPr>
          <p:spPr>
            <a:xfrm>
              <a:off x="21089115" y="5542761"/>
              <a:ext cx="489375" cy="405000"/>
            </a:xfrm>
            <a:custGeom>
              <a:avLst/>
              <a:gdLst>
                <a:gd name="connsiteX0" fmla="*/ 437518 w 489375"/>
                <a:gd name="connsiteY0" fmla="*/ 343811 h 405000"/>
                <a:gd name="connsiteX1" fmla="*/ 437518 w 489375"/>
                <a:gd name="connsiteY1" fmla="*/ 322464 h 405000"/>
                <a:gd name="connsiteX2" fmla="*/ 399651 w 489375"/>
                <a:gd name="connsiteY2" fmla="*/ 284614 h 405000"/>
                <a:gd name="connsiteX3" fmla="*/ 398790 w 489375"/>
                <a:gd name="connsiteY3" fmla="*/ 284614 h 405000"/>
                <a:gd name="connsiteX4" fmla="*/ 398790 w 489375"/>
                <a:gd name="connsiteY4" fmla="*/ 159924 h 405000"/>
                <a:gd name="connsiteX5" fmla="*/ 328944 w 489375"/>
                <a:gd name="connsiteY5" fmla="*/ 129634 h 405000"/>
                <a:gd name="connsiteX6" fmla="*/ 297878 w 489375"/>
                <a:gd name="connsiteY6" fmla="*/ 47199 h 405000"/>
                <a:gd name="connsiteX7" fmla="*/ 305876 w 489375"/>
                <a:gd name="connsiteY7" fmla="*/ 22022 h 405000"/>
                <a:gd name="connsiteX8" fmla="*/ 305184 w 489375"/>
                <a:gd name="connsiteY8" fmla="*/ 7206 h 405000"/>
                <a:gd name="connsiteX9" fmla="*/ 292191 w 489375"/>
                <a:gd name="connsiteY9" fmla="*/ 0 h 405000"/>
                <a:gd name="connsiteX10" fmla="*/ 195379 w 489375"/>
                <a:gd name="connsiteY10" fmla="*/ 0 h 405000"/>
                <a:gd name="connsiteX11" fmla="*/ 182436 w 489375"/>
                <a:gd name="connsiteY11" fmla="*/ 7206 h 405000"/>
                <a:gd name="connsiteX12" fmla="*/ 181727 w 489375"/>
                <a:gd name="connsiteY12" fmla="*/ 22022 h 405000"/>
                <a:gd name="connsiteX13" fmla="*/ 189709 w 489375"/>
                <a:gd name="connsiteY13" fmla="*/ 47199 h 405000"/>
                <a:gd name="connsiteX14" fmla="*/ 157764 w 489375"/>
                <a:gd name="connsiteY14" fmla="*/ 129634 h 405000"/>
                <a:gd name="connsiteX15" fmla="*/ 89049 w 489375"/>
                <a:gd name="connsiteY15" fmla="*/ 159789 h 405000"/>
                <a:gd name="connsiteX16" fmla="*/ 89049 w 489375"/>
                <a:gd name="connsiteY16" fmla="*/ 284631 h 405000"/>
                <a:gd name="connsiteX17" fmla="*/ 86366 w 489375"/>
                <a:gd name="connsiteY17" fmla="*/ 284631 h 405000"/>
                <a:gd name="connsiteX18" fmla="*/ 52262 w 489375"/>
                <a:gd name="connsiteY18" fmla="*/ 318735 h 405000"/>
                <a:gd name="connsiteX19" fmla="*/ 52262 w 489375"/>
                <a:gd name="connsiteY19" fmla="*/ 343811 h 405000"/>
                <a:gd name="connsiteX20" fmla="*/ 52262 w 489375"/>
                <a:gd name="connsiteY20" fmla="*/ 344621 h 405000"/>
                <a:gd name="connsiteX21" fmla="*/ 40821 w 489375"/>
                <a:gd name="connsiteY21" fmla="*/ 344621 h 405000"/>
                <a:gd name="connsiteX22" fmla="*/ 0 w 489375"/>
                <a:gd name="connsiteY22" fmla="*/ 385442 h 405000"/>
                <a:gd name="connsiteX23" fmla="*/ 0 w 489375"/>
                <a:gd name="connsiteY23" fmla="*/ 420154 h 405000"/>
                <a:gd name="connsiteX24" fmla="*/ 489797 w 489375"/>
                <a:gd name="connsiteY24" fmla="*/ 420154 h 405000"/>
                <a:gd name="connsiteX25" fmla="*/ 489797 w 489375"/>
                <a:gd name="connsiteY25" fmla="*/ 378118 h 405000"/>
                <a:gd name="connsiteX26" fmla="*/ 456351 w 489375"/>
                <a:gd name="connsiteY26" fmla="*/ 344655 h 405000"/>
                <a:gd name="connsiteX27" fmla="*/ 437535 w 489375"/>
                <a:gd name="connsiteY27" fmla="*/ 344655 h 405000"/>
                <a:gd name="connsiteX28" fmla="*/ 437535 w 489375"/>
                <a:gd name="connsiteY28" fmla="*/ 343811 h 405000"/>
                <a:gd name="connsiteX29" fmla="*/ 437518 w 489375"/>
                <a:gd name="connsiteY29" fmla="*/ 343811 h 405000"/>
                <a:gd name="connsiteX30" fmla="*/ 305893 w 489375"/>
                <a:gd name="connsiteY30" fmla="*/ 172986 h 405000"/>
                <a:gd name="connsiteX31" fmla="*/ 332978 w 489375"/>
                <a:gd name="connsiteY31" fmla="*/ 146019 h 405000"/>
                <a:gd name="connsiteX32" fmla="*/ 360096 w 489375"/>
                <a:gd name="connsiteY32" fmla="*/ 172986 h 405000"/>
                <a:gd name="connsiteX33" fmla="*/ 360096 w 489375"/>
                <a:gd name="connsiteY33" fmla="*/ 284614 h 405000"/>
                <a:gd name="connsiteX34" fmla="*/ 306804 w 489375"/>
                <a:gd name="connsiteY34" fmla="*/ 284614 h 405000"/>
                <a:gd name="connsiteX35" fmla="*/ 305876 w 489375"/>
                <a:gd name="connsiteY35" fmla="*/ 284614 h 405000"/>
                <a:gd name="connsiteX36" fmla="*/ 305876 w 489375"/>
                <a:gd name="connsiteY36" fmla="*/ 172986 h 405000"/>
                <a:gd name="connsiteX37" fmla="*/ 305893 w 489375"/>
                <a:gd name="connsiteY37" fmla="*/ 172986 h 405000"/>
                <a:gd name="connsiteX38" fmla="*/ 216827 w 489375"/>
                <a:gd name="connsiteY38" fmla="*/ 172986 h 405000"/>
                <a:gd name="connsiteX39" fmla="*/ 243928 w 489375"/>
                <a:gd name="connsiteY39" fmla="*/ 146019 h 405000"/>
                <a:gd name="connsiteX40" fmla="*/ 271046 w 489375"/>
                <a:gd name="connsiteY40" fmla="*/ 172986 h 405000"/>
                <a:gd name="connsiteX41" fmla="*/ 271046 w 489375"/>
                <a:gd name="connsiteY41" fmla="*/ 284614 h 405000"/>
                <a:gd name="connsiteX42" fmla="*/ 270844 w 489375"/>
                <a:gd name="connsiteY42" fmla="*/ 284614 h 405000"/>
                <a:gd name="connsiteX43" fmla="*/ 216928 w 489375"/>
                <a:gd name="connsiteY43" fmla="*/ 284614 h 405000"/>
                <a:gd name="connsiteX44" fmla="*/ 216827 w 489375"/>
                <a:gd name="connsiteY44" fmla="*/ 284614 h 405000"/>
                <a:gd name="connsiteX45" fmla="*/ 216827 w 489375"/>
                <a:gd name="connsiteY45" fmla="*/ 172986 h 405000"/>
                <a:gd name="connsiteX46" fmla="*/ 216827 w 489375"/>
                <a:gd name="connsiteY46" fmla="*/ 172986 h 405000"/>
                <a:gd name="connsiteX47" fmla="*/ 127761 w 489375"/>
                <a:gd name="connsiteY47" fmla="*/ 172986 h 405000"/>
                <a:gd name="connsiteX48" fmla="*/ 153900 w 489375"/>
                <a:gd name="connsiteY48" fmla="*/ 146019 h 405000"/>
                <a:gd name="connsiteX49" fmla="*/ 180039 w 489375"/>
                <a:gd name="connsiteY49" fmla="*/ 172986 h 405000"/>
                <a:gd name="connsiteX50" fmla="*/ 180039 w 489375"/>
                <a:gd name="connsiteY50" fmla="*/ 284614 h 405000"/>
                <a:gd name="connsiteX51" fmla="*/ 127761 w 489375"/>
                <a:gd name="connsiteY51" fmla="*/ 284614 h 405000"/>
                <a:gd name="connsiteX52" fmla="*/ 127761 w 489375"/>
                <a:gd name="connsiteY52" fmla="*/ 172986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489375" h="405000">
                  <a:moveTo>
                    <a:pt x="437518" y="343811"/>
                  </a:moveTo>
                  <a:lnTo>
                    <a:pt x="437518" y="322464"/>
                  </a:lnTo>
                  <a:cubicBezTo>
                    <a:pt x="437518" y="301556"/>
                    <a:pt x="420576" y="284614"/>
                    <a:pt x="399651" y="284614"/>
                  </a:cubicBezTo>
                  <a:lnTo>
                    <a:pt x="398790" y="284614"/>
                  </a:lnTo>
                  <a:lnTo>
                    <a:pt x="398790" y="159924"/>
                  </a:lnTo>
                  <a:cubicBezTo>
                    <a:pt x="373646" y="158288"/>
                    <a:pt x="347929" y="148112"/>
                    <a:pt x="328944" y="129634"/>
                  </a:cubicBezTo>
                  <a:cubicBezTo>
                    <a:pt x="295532" y="97099"/>
                    <a:pt x="295329" y="64091"/>
                    <a:pt x="297878" y="47199"/>
                  </a:cubicBezTo>
                  <a:cubicBezTo>
                    <a:pt x="299312" y="37884"/>
                    <a:pt x="302147" y="29497"/>
                    <a:pt x="305876" y="22022"/>
                  </a:cubicBezTo>
                  <a:cubicBezTo>
                    <a:pt x="308222" y="17297"/>
                    <a:pt x="307952" y="11694"/>
                    <a:pt x="305184" y="7206"/>
                  </a:cubicBezTo>
                  <a:cubicBezTo>
                    <a:pt x="302383" y="2717"/>
                    <a:pt x="297506" y="0"/>
                    <a:pt x="292191" y="0"/>
                  </a:cubicBezTo>
                  <a:lnTo>
                    <a:pt x="195379" y="0"/>
                  </a:lnTo>
                  <a:cubicBezTo>
                    <a:pt x="190114" y="0"/>
                    <a:pt x="185203" y="2717"/>
                    <a:pt x="182436" y="7206"/>
                  </a:cubicBezTo>
                  <a:cubicBezTo>
                    <a:pt x="179651" y="11694"/>
                    <a:pt x="179381" y="17297"/>
                    <a:pt x="181727" y="22022"/>
                  </a:cubicBezTo>
                  <a:cubicBezTo>
                    <a:pt x="185439" y="29497"/>
                    <a:pt x="188291" y="37884"/>
                    <a:pt x="189709" y="47199"/>
                  </a:cubicBezTo>
                  <a:cubicBezTo>
                    <a:pt x="192291" y="64091"/>
                    <a:pt x="191177" y="97099"/>
                    <a:pt x="157764" y="129634"/>
                  </a:cubicBezTo>
                  <a:cubicBezTo>
                    <a:pt x="139269" y="147639"/>
                    <a:pt x="116151" y="157764"/>
                    <a:pt x="89049" y="159789"/>
                  </a:cubicBezTo>
                  <a:lnTo>
                    <a:pt x="89049" y="284631"/>
                  </a:lnTo>
                  <a:lnTo>
                    <a:pt x="86366" y="284631"/>
                  </a:lnTo>
                  <a:cubicBezTo>
                    <a:pt x="67534" y="284631"/>
                    <a:pt x="52262" y="299886"/>
                    <a:pt x="52262" y="318735"/>
                  </a:cubicBezTo>
                  <a:lnTo>
                    <a:pt x="52262" y="343811"/>
                  </a:lnTo>
                  <a:lnTo>
                    <a:pt x="52262" y="344621"/>
                  </a:lnTo>
                  <a:lnTo>
                    <a:pt x="40821" y="344621"/>
                  </a:lnTo>
                  <a:cubicBezTo>
                    <a:pt x="18276" y="344621"/>
                    <a:pt x="0" y="362897"/>
                    <a:pt x="0" y="385442"/>
                  </a:cubicBezTo>
                  <a:lnTo>
                    <a:pt x="0" y="420154"/>
                  </a:lnTo>
                  <a:lnTo>
                    <a:pt x="489797" y="420154"/>
                  </a:lnTo>
                  <a:lnTo>
                    <a:pt x="489797" y="378118"/>
                  </a:lnTo>
                  <a:cubicBezTo>
                    <a:pt x="489797" y="359640"/>
                    <a:pt x="474795" y="344655"/>
                    <a:pt x="456351" y="344655"/>
                  </a:cubicBezTo>
                  <a:lnTo>
                    <a:pt x="437535" y="344655"/>
                  </a:lnTo>
                  <a:lnTo>
                    <a:pt x="437535" y="343811"/>
                  </a:lnTo>
                  <a:lnTo>
                    <a:pt x="437518" y="343811"/>
                  </a:lnTo>
                  <a:close/>
                  <a:moveTo>
                    <a:pt x="305893" y="172986"/>
                  </a:moveTo>
                  <a:cubicBezTo>
                    <a:pt x="305893" y="158085"/>
                    <a:pt x="318094" y="146019"/>
                    <a:pt x="332978" y="146019"/>
                  </a:cubicBezTo>
                  <a:cubicBezTo>
                    <a:pt x="347861" y="146019"/>
                    <a:pt x="360096" y="158085"/>
                    <a:pt x="360096" y="172986"/>
                  </a:cubicBezTo>
                  <a:lnTo>
                    <a:pt x="360096" y="284614"/>
                  </a:lnTo>
                  <a:lnTo>
                    <a:pt x="306804" y="284614"/>
                  </a:lnTo>
                  <a:lnTo>
                    <a:pt x="305876" y="284614"/>
                  </a:lnTo>
                  <a:lnTo>
                    <a:pt x="305876" y="172986"/>
                  </a:lnTo>
                  <a:lnTo>
                    <a:pt x="305893" y="172986"/>
                  </a:lnTo>
                  <a:close/>
                  <a:moveTo>
                    <a:pt x="216827" y="172986"/>
                  </a:moveTo>
                  <a:cubicBezTo>
                    <a:pt x="216827" y="158085"/>
                    <a:pt x="229028" y="146019"/>
                    <a:pt x="243928" y="146019"/>
                  </a:cubicBezTo>
                  <a:cubicBezTo>
                    <a:pt x="258829" y="146019"/>
                    <a:pt x="271046" y="158085"/>
                    <a:pt x="271046" y="172986"/>
                  </a:cubicBezTo>
                  <a:lnTo>
                    <a:pt x="271046" y="284614"/>
                  </a:lnTo>
                  <a:lnTo>
                    <a:pt x="270844" y="284614"/>
                  </a:lnTo>
                  <a:lnTo>
                    <a:pt x="216928" y="284614"/>
                  </a:lnTo>
                  <a:lnTo>
                    <a:pt x="216827" y="284614"/>
                  </a:lnTo>
                  <a:lnTo>
                    <a:pt x="216827" y="172986"/>
                  </a:lnTo>
                  <a:lnTo>
                    <a:pt x="216827" y="172986"/>
                  </a:lnTo>
                  <a:close/>
                  <a:moveTo>
                    <a:pt x="127761" y="172986"/>
                  </a:moveTo>
                  <a:cubicBezTo>
                    <a:pt x="127761" y="158085"/>
                    <a:pt x="138999" y="146019"/>
                    <a:pt x="153900" y="146019"/>
                  </a:cubicBezTo>
                  <a:cubicBezTo>
                    <a:pt x="168801" y="146019"/>
                    <a:pt x="180039" y="158085"/>
                    <a:pt x="180039" y="172986"/>
                  </a:cubicBezTo>
                  <a:lnTo>
                    <a:pt x="180039" y="284614"/>
                  </a:lnTo>
                  <a:lnTo>
                    <a:pt x="127761" y="284614"/>
                  </a:lnTo>
                  <a:lnTo>
                    <a:pt x="127761" y="17298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21065763" y="5455652"/>
              <a:ext cx="523125" cy="219375"/>
            </a:xfrm>
            <a:custGeom>
              <a:avLst/>
              <a:gdLst>
                <a:gd name="connsiteX0" fmla="*/ 506871 w 523125"/>
                <a:gd name="connsiteY0" fmla="*/ 41698 h 219375"/>
                <a:gd name="connsiteX1" fmla="*/ 382705 w 523125"/>
                <a:gd name="connsiteY1" fmla="*/ 0 h 219375"/>
                <a:gd name="connsiteX2" fmla="*/ 327507 w 523125"/>
                <a:gd name="connsiteY2" fmla="*/ 0 h 219375"/>
                <a:gd name="connsiteX3" fmla="*/ 266065 w 523125"/>
                <a:gd name="connsiteY3" fmla="*/ 0 h 219375"/>
                <a:gd name="connsiteX4" fmla="*/ 206867 w 523125"/>
                <a:gd name="connsiteY4" fmla="*/ 0 h 219375"/>
                <a:gd name="connsiteX5" fmla="*/ 151652 w 523125"/>
                <a:gd name="connsiteY5" fmla="*/ 0 h 219375"/>
                <a:gd name="connsiteX6" fmla="*/ 27486 w 523125"/>
                <a:gd name="connsiteY6" fmla="*/ 41698 h 219375"/>
                <a:gd name="connsiteX7" fmla="*/ 334 w 523125"/>
                <a:gd name="connsiteY7" fmla="*/ 124976 h 219375"/>
                <a:gd name="connsiteX8" fmla="*/ 70433 w 523125"/>
                <a:gd name="connsiteY8" fmla="*/ 214920 h 219375"/>
                <a:gd name="connsiteX9" fmla="*/ 104402 w 523125"/>
                <a:gd name="connsiteY9" fmla="*/ 220995 h 219375"/>
                <a:gd name="connsiteX10" fmla="*/ 163718 w 523125"/>
                <a:gd name="connsiteY10" fmla="*/ 196256 h 219375"/>
                <a:gd name="connsiteX11" fmla="*/ 182584 w 523125"/>
                <a:gd name="connsiteY11" fmla="*/ 145108 h 219375"/>
                <a:gd name="connsiteX12" fmla="*/ 145864 w 523125"/>
                <a:gd name="connsiteY12" fmla="*/ 85101 h 219375"/>
                <a:gd name="connsiteX13" fmla="*/ 108334 w 523125"/>
                <a:gd name="connsiteY13" fmla="*/ 90551 h 219375"/>
                <a:gd name="connsiteX14" fmla="*/ 113549 w 523125"/>
                <a:gd name="connsiteY14" fmla="*/ 128267 h 219375"/>
                <a:gd name="connsiteX15" fmla="*/ 128888 w 523125"/>
                <a:gd name="connsiteY15" fmla="*/ 150036 h 219375"/>
                <a:gd name="connsiteX16" fmla="*/ 124281 w 523125"/>
                <a:gd name="connsiteY16" fmla="*/ 159486 h 219375"/>
                <a:gd name="connsiteX17" fmla="*/ 88456 w 523125"/>
                <a:gd name="connsiteY17" fmla="*/ 164160 h 219375"/>
                <a:gd name="connsiteX18" fmla="*/ 54132 w 523125"/>
                <a:gd name="connsiteY18" fmla="*/ 121365 h 219375"/>
                <a:gd name="connsiteX19" fmla="*/ 66906 w 523125"/>
                <a:gd name="connsiteY19" fmla="*/ 78621 h 219375"/>
                <a:gd name="connsiteX20" fmla="*/ 151652 w 523125"/>
                <a:gd name="connsiteY20" fmla="*/ 54203 h 219375"/>
                <a:gd name="connsiteX21" fmla="*/ 206851 w 523125"/>
                <a:gd name="connsiteY21" fmla="*/ 54203 h 219375"/>
                <a:gd name="connsiteX22" fmla="*/ 266048 w 523125"/>
                <a:gd name="connsiteY22" fmla="*/ 54203 h 219375"/>
                <a:gd name="connsiteX23" fmla="*/ 327490 w 523125"/>
                <a:gd name="connsiteY23" fmla="*/ 54203 h 219375"/>
                <a:gd name="connsiteX24" fmla="*/ 382688 w 523125"/>
                <a:gd name="connsiteY24" fmla="*/ 54203 h 219375"/>
                <a:gd name="connsiteX25" fmla="*/ 467417 w 523125"/>
                <a:gd name="connsiteY25" fmla="*/ 78621 h 219375"/>
                <a:gd name="connsiteX26" fmla="*/ 480192 w 523125"/>
                <a:gd name="connsiteY26" fmla="*/ 121331 h 219375"/>
                <a:gd name="connsiteX27" fmla="*/ 445058 w 523125"/>
                <a:gd name="connsiteY27" fmla="*/ 164565 h 219375"/>
                <a:gd name="connsiteX28" fmla="*/ 410346 w 523125"/>
                <a:gd name="connsiteY28" fmla="*/ 159823 h 219375"/>
                <a:gd name="connsiteX29" fmla="*/ 405537 w 523125"/>
                <a:gd name="connsiteY29" fmla="*/ 149394 h 219375"/>
                <a:gd name="connsiteX30" fmla="*/ 420488 w 523125"/>
                <a:gd name="connsiteY30" fmla="*/ 128469 h 219375"/>
                <a:gd name="connsiteX31" fmla="*/ 426445 w 523125"/>
                <a:gd name="connsiteY31" fmla="*/ 90939 h 219375"/>
                <a:gd name="connsiteX32" fmla="*/ 388814 w 523125"/>
                <a:gd name="connsiteY32" fmla="*/ 84864 h 219375"/>
                <a:gd name="connsiteX33" fmla="*/ 351959 w 523125"/>
                <a:gd name="connsiteY33" fmla="*/ 143623 h 219375"/>
                <a:gd name="connsiteX34" fmla="*/ 370336 w 523125"/>
                <a:gd name="connsiteY34" fmla="*/ 195936 h 219375"/>
                <a:gd name="connsiteX35" fmla="*/ 429752 w 523125"/>
                <a:gd name="connsiteY35" fmla="*/ 221248 h 219375"/>
                <a:gd name="connsiteX36" fmla="*/ 462726 w 523125"/>
                <a:gd name="connsiteY36" fmla="*/ 215544 h 219375"/>
                <a:gd name="connsiteX37" fmla="*/ 534040 w 523125"/>
                <a:gd name="connsiteY37" fmla="*/ 125061 h 219375"/>
                <a:gd name="connsiteX38" fmla="*/ 506871 w 523125"/>
                <a:gd name="connsiteY38" fmla="*/ 41698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23125" h="219375">
                  <a:moveTo>
                    <a:pt x="506871" y="41698"/>
                  </a:moveTo>
                  <a:cubicBezTo>
                    <a:pt x="481187" y="14158"/>
                    <a:pt x="439388" y="0"/>
                    <a:pt x="382705" y="0"/>
                  </a:cubicBezTo>
                  <a:lnTo>
                    <a:pt x="327507" y="0"/>
                  </a:lnTo>
                  <a:lnTo>
                    <a:pt x="266065" y="0"/>
                  </a:lnTo>
                  <a:lnTo>
                    <a:pt x="206867" y="0"/>
                  </a:lnTo>
                  <a:lnTo>
                    <a:pt x="151652" y="0"/>
                  </a:lnTo>
                  <a:cubicBezTo>
                    <a:pt x="94969" y="0"/>
                    <a:pt x="53187" y="14158"/>
                    <a:pt x="27486" y="41698"/>
                  </a:cubicBezTo>
                  <a:cubicBezTo>
                    <a:pt x="7456" y="63146"/>
                    <a:pt x="-1944" y="92019"/>
                    <a:pt x="334" y="124976"/>
                  </a:cubicBezTo>
                  <a:cubicBezTo>
                    <a:pt x="3119" y="165459"/>
                    <a:pt x="30642" y="200813"/>
                    <a:pt x="70433" y="214920"/>
                  </a:cubicBezTo>
                  <a:cubicBezTo>
                    <a:pt x="81841" y="218987"/>
                    <a:pt x="93349" y="220995"/>
                    <a:pt x="104402" y="220995"/>
                  </a:cubicBezTo>
                  <a:cubicBezTo>
                    <a:pt x="127403" y="220978"/>
                    <a:pt x="148598" y="212473"/>
                    <a:pt x="163718" y="196256"/>
                  </a:cubicBezTo>
                  <a:cubicBezTo>
                    <a:pt x="181403" y="177323"/>
                    <a:pt x="183732" y="157967"/>
                    <a:pt x="182584" y="145108"/>
                  </a:cubicBezTo>
                  <a:cubicBezTo>
                    <a:pt x="179496" y="111021"/>
                    <a:pt x="149290" y="87649"/>
                    <a:pt x="145864" y="85101"/>
                  </a:cubicBezTo>
                  <a:cubicBezTo>
                    <a:pt x="133967" y="76241"/>
                    <a:pt x="117244" y="78722"/>
                    <a:pt x="108334" y="90551"/>
                  </a:cubicBezTo>
                  <a:cubicBezTo>
                    <a:pt x="99407" y="102381"/>
                    <a:pt x="101770" y="119239"/>
                    <a:pt x="113549" y="128267"/>
                  </a:cubicBezTo>
                  <a:cubicBezTo>
                    <a:pt x="119371" y="132739"/>
                    <a:pt x="128281" y="142746"/>
                    <a:pt x="128888" y="150036"/>
                  </a:cubicBezTo>
                  <a:cubicBezTo>
                    <a:pt x="128989" y="151183"/>
                    <a:pt x="129226" y="154204"/>
                    <a:pt x="124281" y="159486"/>
                  </a:cubicBezTo>
                  <a:cubicBezTo>
                    <a:pt x="115304" y="169104"/>
                    <a:pt x="99897" y="168193"/>
                    <a:pt x="88456" y="164160"/>
                  </a:cubicBezTo>
                  <a:cubicBezTo>
                    <a:pt x="73622" y="158895"/>
                    <a:pt x="55718" y="144518"/>
                    <a:pt x="54132" y="121365"/>
                  </a:cubicBezTo>
                  <a:cubicBezTo>
                    <a:pt x="52900" y="103444"/>
                    <a:pt x="57203" y="89049"/>
                    <a:pt x="66906" y="78621"/>
                  </a:cubicBezTo>
                  <a:cubicBezTo>
                    <a:pt x="81790" y="62674"/>
                    <a:pt x="111102" y="54203"/>
                    <a:pt x="151652" y="54203"/>
                  </a:cubicBezTo>
                  <a:lnTo>
                    <a:pt x="206851" y="54203"/>
                  </a:lnTo>
                  <a:lnTo>
                    <a:pt x="266048" y="54203"/>
                  </a:lnTo>
                  <a:lnTo>
                    <a:pt x="327490" y="54203"/>
                  </a:lnTo>
                  <a:lnTo>
                    <a:pt x="382688" y="54203"/>
                  </a:lnTo>
                  <a:cubicBezTo>
                    <a:pt x="423205" y="54203"/>
                    <a:pt x="452534" y="62674"/>
                    <a:pt x="467417" y="78621"/>
                  </a:cubicBezTo>
                  <a:cubicBezTo>
                    <a:pt x="477087" y="89049"/>
                    <a:pt x="481424" y="103410"/>
                    <a:pt x="480192" y="121331"/>
                  </a:cubicBezTo>
                  <a:cubicBezTo>
                    <a:pt x="478538" y="144838"/>
                    <a:pt x="460246" y="159317"/>
                    <a:pt x="445058" y="164565"/>
                  </a:cubicBezTo>
                  <a:cubicBezTo>
                    <a:pt x="433819" y="168446"/>
                    <a:pt x="418817" y="169206"/>
                    <a:pt x="410346" y="159823"/>
                  </a:cubicBezTo>
                  <a:cubicBezTo>
                    <a:pt x="405081" y="153968"/>
                    <a:pt x="405368" y="150643"/>
                    <a:pt x="405537" y="149394"/>
                  </a:cubicBezTo>
                  <a:cubicBezTo>
                    <a:pt x="406229" y="142239"/>
                    <a:pt x="414869" y="132688"/>
                    <a:pt x="420488" y="128469"/>
                  </a:cubicBezTo>
                  <a:cubicBezTo>
                    <a:pt x="432452" y="119745"/>
                    <a:pt x="435119" y="102954"/>
                    <a:pt x="426445" y="90939"/>
                  </a:cubicBezTo>
                  <a:cubicBezTo>
                    <a:pt x="417721" y="78874"/>
                    <a:pt x="400879" y="76174"/>
                    <a:pt x="388814" y="84864"/>
                  </a:cubicBezTo>
                  <a:cubicBezTo>
                    <a:pt x="385422" y="87328"/>
                    <a:pt x="355553" y="109806"/>
                    <a:pt x="351959" y="143623"/>
                  </a:cubicBezTo>
                  <a:cubicBezTo>
                    <a:pt x="350575" y="156634"/>
                    <a:pt x="352617" y="176293"/>
                    <a:pt x="370336" y="195936"/>
                  </a:cubicBezTo>
                  <a:cubicBezTo>
                    <a:pt x="385270" y="212507"/>
                    <a:pt x="406549" y="221248"/>
                    <a:pt x="429752" y="221248"/>
                  </a:cubicBezTo>
                  <a:cubicBezTo>
                    <a:pt x="440502" y="221248"/>
                    <a:pt x="451606" y="219392"/>
                    <a:pt x="462726" y="215544"/>
                  </a:cubicBezTo>
                  <a:cubicBezTo>
                    <a:pt x="503226" y="201555"/>
                    <a:pt x="531239" y="166050"/>
                    <a:pt x="534040" y="125061"/>
                  </a:cubicBezTo>
                  <a:cubicBezTo>
                    <a:pt x="536301" y="92104"/>
                    <a:pt x="526902" y="63146"/>
                    <a:pt x="506871" y="4169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03" name="图形 113"/>
          <p:cNvSpPr/>
          <p:nvPr/>
        </p:nvSpPr>
        <p:spPr>
          <a:xfrm>
            <a:off x="7049318" y="1996060"/>
            <a:ext cx="523125" cy="523125"/>
          </a:xfrm>
          <a:custGeom>
            <a:avLst/>
            <a:gdLst>
              <a:gd name="connsiteX0" fmla="*/ 327054 w 523125"/>
              <a:gd name="connsiteY0" fmla="*/ 269713 h 523125"/>
              <a:gd name="connsiteX1" fmla="*/ 291634 w 523125"/>
              <a:gd name="connsiteY1" fmla="*/ 316643 h 523125"/>
              <a:gd name="connsiteX2" fmla="*/ 252248 w 523125"/>
              <a:gd name="connsiteY2" fmla="*/ 225366 h 523125"/>
              <a:gd name="connsiteX3" fmla="*/ 0 w 523125"/>
              <a:gd name="connsiteY3" fmla="*/ 0 h 523125"/>
              <a:gd name="connsiteX4" fmla="*/ 175011 w 523125"/>
              <a:gd name="connsiteY4" fmla="*/ 265680 h 523125"/>
              <a:gd name="connsiteX5" fmla="*/ 167906 w 523125"/>
              <a:gd name="connsiteY5" fmla="*/ 211798 h 523125"/>
              <a:gd name="connsiteX6" fmla="*/ 159081 w 523125"/>
              <a:gd name="connsiteY6" fmla="*/ 179904 h 523125"/>
              <a:gd name="connsiteX7" fmla="*/ 136519 w 523125"/>
              <a:gd name="connsiteY7" fmla="*/ 123728 h 523125"/>
              <a:gd name="connsiteX8" fmla="*/ 168750 w 523125"/>
              <a:gd name="connsiteY8" fmla="*/ 170016 h 523125"/>
              <a:gd name="connsiteX9" fmla="*/ 227273 w 523125"/>
              <a:gd name="connsiteY9" fmla="*/ 279518 h 523125"/>
              <a:gd name="connsiteX10" fmla="*/ 265933 w 523125"/>
              <a:gd name="connsiteY10" fmla="*/ 512882 h 523125"/>
              <a:gd name="connsiteX11" fmla="*/ 290014 w 523125"/>
              <a:gd name="connsiteY11" fmla="*/ 536979 h 523125"/>
              <a:gd name="connsiteX12" fmla="*/ 314094 w 523125"/>
              <a:gd name="connsiteY12" fmla="*/ 512882 h 523125"/>
              <a:gd name="connsiteX13" fmla="*/ 308948 w 523125"/>
              <a:gd name="connsiteY13" fmla="*/ 410586 h 523125"/>
              <a:gd name="connsiteX14" fmla="*/ 340200 w 523125"/>
              <a:gd name="connsiteY14" fmla="*/ 328894 h 523125"/>
              <a:gd name="connsiteX15" fmla="*/ 382185 w 523125"/>
              <a:gd name="connsiteY15" fmla="*/ 261816 h 523125"/>
              <a:gd name="connsiteX16" fmla="*/ 445433 w 523125"/>
              <a:gd name="connsiteY16" fmla="*/ 197589 h 523125"/>
              <a:gd name="connsiteX17" fmla="*/ 392344 w 523125"/>
              <a:gd name="connsiteY17" fmla="*/ 306821 h 523125"/>
              <a:gd name="connsiteX18" fmla="*/ 535427 w 523125"/>
              <a:gd name="connsiteY18" fmla="*/ 97318 h 523125"/>
              <a:gd name="connsiteX19" fmla="*/ 327054 w 523125"/>
              <a:gd name="connsiteY19" fmla="*/ 269713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3125" h="523125">
                <a:moveTo>
                  <a:pt x="327054" y="269713"/>
                </a:moveTo>
                <a:cubicBezTo>
                  <a:pt x="315293" y="280969"/>
                  <a:pt x="302906" y="296207"/>
                  <a:pt x="291634" y="316643"/>
                </a:cubicBezTo>
                <a:cubicBezTo>
                  <a:pt x="280496" y="276429"/>
                  <a:pt x="266456" y="246949"/>
                  <a:pt x="252248" y="225366"/>
                </a:cubicBezTo>
                <a:cubicBezTo>
                  <a:pt x="317368" y="7796"/>
                  <a:pt x="0" y="0"/>
                  <a:pt x="0" y="0"/>
                </a:cubicBezTo>
                <a:cubicBezTo>
                  <a:pt x="0" y="0"/>
                  <a:pt x="9264" y="271924"/>
                  <a:pt x="175011" y="265680"/>
                </a:cubicBezTo>
                <a:cubicBezTo>
                  <a:pt x="174673" y="247472"/>
                  <a:pt x="171855" y="229061"/>
                  <a:pt x="167906" y="211798"/>
                </a:cubicBezTo>
                <a:cubicBezTo>
                  <a:pt x="165324" y="200543"/>
                  <a:pt x="162253" y="189810"/>
                  <a:pt x="159081" y="179904"/>
                </a:cubicBezTo>
                <a:cubicBezTo>
                  <a:pt x="148483" y="147049"/>
                  <a:pt x="136519" y="123728"/>
                  <a:pt x="136519" y="123728"/>
                </a:cubicBezTo>
                <a:cubicBezTo>
                  <a:pt x="148601" y="139961"/>
                  <a:pt x="159300" y="155453"/>
                  <a:pt x="168750" y="170016"/>
                </a:cubicBezTo>
                <a:cubicBezTo>
                  <a:pt x="201268" y="220050"/>
                  <a:pt x="219021" y="258964"/>
                  <a:pt x="227273" y="279518"/>
                </a:cubicBezTo>
                <a:cubicBezTo>
                  <a:pt x="247641" y="323274"/>
                  <a:pt x="265933" y="395263"/>
                  <a:pt x="265933" y="512882"/>
                </a:cubicBezTo>
                <a:cubicBezTo>
                  <a:pt x="265933" y="526196"/>
                  <a:pt x="276750" y="536979"/>
                  <a:pt x="290014" y="536979"/>
                </a:cubicBezTo>
                <a:cubicBezTo>
                  <a:pt x="303311" y="536979"/>
                  <a:pt x="314094" y="526196"/>
                  <a:pt x="314094" y="512882"/>
                </a:cubicBezTo>
                <a:cubicBezTo>
                  <a:pt x="314094" y="474761"/>
                  <a:pt x="312255" y="440843"/>
                  <a:pt x="308948" y="410586"/>
                </a:cubicBezTo>
                <a:cubicBezTo>
                  <a:pt x="316626" y="373663"/>
                  <a:pt x="328202" y="347456"/>
                  <a:pt x="340200" y="328894"/>
                </a:cubicBezTo>
                <a:cubicBezTo>
                  <a:pt x="348081" y="313858"/>
                  <a:pt x="362610" y="288107"/>
                  <a:pt x="382185" y="261816"/>
                </a:cubicBezTo>
                <a:cubicBezTo>
                  <a:pt x="399634" y="238427"/>
                  <a:pt x="421116" y="214599"/>
                  <a:pt x="445433" y="197589"/>
                </a:cubicBezTo>
                <a:cubicBezTo>
                  <a:pt x="445433" y="197589"/>
                  <a:pt x="395567" y="252788"/>
                  <a:pt x="392344" y="306821"/>
                </a:cubicBezTo>
                <a:cubicBezTo>
                  <a:pt x="530094" y="314010"/>
                  <a:pt x="535427" y="97318"/>
                  <a:pt x="535427" y="97318"/>
                </a:cubicBezTo>
                <a:cubicBezTo>
                  <a:pt x="535427" y="97318"/>
                  <a:pt x="283382" y="105908"/>
                  <a:pt x="327054" y="269713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15" name="组合 114"/>
          <p:cNvGrpSpPr/>
          <p:nvPr/>
        </p:nvGrpSpPr>
        <p:grpSpPr>
          <a:xfrm>
            <a:off x="8268518" y="1996060"/>
            <a:ext cx="388125" cy="523125"/>
            <a:chOff x="17919737" y="6518372"/>
            <a:chExt cx="388125" cy="523125"/>
          </a:xfrm>
          <a:solidFill>
            <a:schemeClr val="accent1"/>
          </a:solidFill>
        </p:grpSpPr>
        <p:sp>
          <p:nvSpPr>
            <p:cNvPr id="116" name="任意多边形: 形状 115"/>
            <p:cNvSpPr/>
            <p:nvPr/>
          </p:nvSpPr>
          <p:spPr>
            <a:xfrm>
              <a:off x="17919737" y="6518372"/>
              <a:ext cx="388125" cy="523125"/>
            </a:xfrm>
            <a:custGeom>
              <a:avLst/>
              <a:gdLst>
                <a:gd name="connsiteX0" fmla="*/ 281610 w 388125"/>
                <a:gd name="connsiteY0" fmla="*/ 82519 h 523125"/>
                <a:gd name="connsiteX1" fmla="*/ 260196 w 388125"/>
                <a:gd name="connsiteY1" fmla="*/ 61104 h 523125"/>
                <a:gd name="connsiteX2" fmla="*/ 248214 w 388125"/>
                <a:gd name="connsiteY2" fmla="*/ 61104 h 523125"/>
                <a:gd name="connsiteX3" fmla="*/ 248704 w 388125"/>
                <a:gd name="connsiteY3" fmla="*/ 53933 h 523125"/>
                <a:gd name="connsiteX4" fmla="*/ 194754 w 388125"/>
                <a:gd name="connsiteY4" fmla="*/ 0 h 523125"/>
                <a:gd name="connsiteX5" fmla="*/ 140822 w 388125"/>
                <a:gd name="connsiteY5" fmla="*/ 53933 h 523125"/>
                <a:gd name="connsiteX6" fmla="*/ 141294 w 388125"/>
                <a:gd name="connsiteY6" fmla="*/ 61104 h 523125"/>
                <a:gd name="connsiteX7" fmla="*/ 129533 w 388125"/>
                <a:gd name="connsiteY7" fmla="*/ 61104 h 523125"/>
                <a:gd name="connsiteX8" fmla="*/ 108118 w 388125"/>
                <a:gd name="connsiteY8" fmla="*/ 82519 h 523125"/>
                <a:gd name="connsiteX9" fmla="*/ 43942 w 388125"/>
                <a:gd name="connsiteY9" fmla="*/ 82519 h 523125"/>
                <a:gd name="connsiteX10" fmla="*/ 0 w 388125"/>
                <a:gd name="connsiteY10" fmla="*/ 126461 h 523125"/>
                <a:gd name="connsiteX11" fmla="*/ 0 w 388125"/>
                <a:gd name="connsiteY11" fmla="*/ 492514 h 523125"/>
                <a:gd name="connsiteX12" fmla="*/ 43942 w 388125"/>
                <a:gd name="connsiteY12" fmla="*/ 536456 h 523125"/>
                <a:gd name="connsiteX13" fmla="*/ 344689 w 388125"/>
                <a:gd name="connsiteY13" fmla="*/ 536456 h 523125"/>
                <a:gd name="connsiteX14" fmla="*/ 388631 w 388125"/>
                <a:gd name="connsiteY14" fmla="*/ 492514 h 523125"/>
                <a:gd name="connsiteX15" fmla="*/ 388631 w 388125"/>
                <a:gd name="connsiteY15" fmla="*/ 126461 h 523125"/>
                <a:gd name="connsiteX16" fmla="*/ 344689 w 388125"/>
                <a:gd name="connsiteY16" fmla="*/ 82519 h 523125"/>
                <a:gd name="connsiteX17" fmla="*/ 281610 w 388125"/>
                <a:gd name="connsiteY17" fmla="*/ 82519 h 523125"/>
                <a:gd name="connsiteX18" fmla="*/ 173188 w 388125"/>
                <a:gd name="connsiteY18" fmla="*/ 53933 h 523125"/>
                <a:gd name="connsiteX19" fmla="*/ 194754 w 388125"/>
                <a:gd name="connsiteY19" fmla="*/ 32366 h 523125"/>
                <a:gd name="connsiteX20" fmla="*/ 216338 w 388125"/>
                <a:gd name="connsiteY20" fmla="*/ 53933 h 523125"/>
                <a:gd name="connsiteX21" fmla="*/ 215089 w 388125"/>
                <a:gd name="connsiteY21" fmla="*/ 61104 h 523125"/>
                <a:gd name="connsiteX22" fmla="*/ 174437 w 388125"/>
                <a:gd name="connsiteY22" fmla="*/ 61104 h 523125"/>
                <a:gd name="connsiteX23" fmla="*/ 173188 w 388125"/>
                <a:gd name="connsiteY23" fmla="*/ 53933 h 523125"/>
                <a:gd name="connsiteX24" fmla="*/ 345803 w 388125"/>
                <a:gd name="connsiteY24" fmla="*/ 468349 h 523125"/>
                <a:gd name="connsiteX25" fmla="*/ 321621 w 388125"/>
                <a:gd name="connsiteY25" fmla="*/ 492514 h 523125"/>
                <a:gd name="connsiteX26" fmla="*/ 68074 w 388125"/>
                <a:gd name="connsiteY26" fmla="*/ 492514 h 523125"/>
                <a:gd name="connsiteX27" fmla="*/ 43926 w 388125"/>
                <a:gd name="connsiteY27" fmla="*/ 468349 h 523125"/>
                <a:gd name="connsiteX28" fmla="*/ 43926 w 388125"/>
                <a:gd name="connsiteY28" fmla="*/ 150609 h 523125"/>
                <a:gd name="connsiteX29" fmla="*/ 68074 w 388125"/>
                <a:gd name="connsiteY29" fmla="*/ 126461 h 523125"/>
                <a:gd name="connsiteX30" fmla="*/ 108135 w 388125"/>
                <a:gd name="connsiteY30" fmla="*/ 126461 h 523125"/>
                <a:gd name="connsiteX31" fmla="*/ 108135 w 388125"/>
                <a:gd name="connsiteY31" fmla="*/ 147842 h 523125"/>
                <a:gd name="connsiteX32" fmla="*/ 129549 w 388125"/>
                <a:gd name="connsiteY32" fmla="*/ 169256 h 523125"/>
                <a:gd name="connsiteX33" fmla="*/ 260196 w 388125"/>
                <a:gd name="connsiteY33" fmla="*/ 169256 h 523125"/>
                <a:gd name="connsiteX34" fmla="*/ 281610 w 388125"/>
                <a:gd name="connsiteY34" fmla="*/ 147842 h 523125"/>
                <a:gd name="connsiteX35" fmla="*/ 281610 w 388125"/>
                <a:gd name="connsiteY35" fmla="*/ 126461 h 523125"/>
                <a:gd name="connsiteX36" fmla="*/ 321671 w 388125"/>
                <a:gd name="connsiteY36" fmla="*/ 126461 h 523125"/>
                <a:gd name="connsiteX37" fmla="*/ 345819 w 388125"/>
                <a:gd name="connsiteY37" fmla="*/ 150609 h 523125"/>
                <a:gd name="connsiteX38" fmla="*/ 345819 w 388125"/>
                <a:gd name="connsiteY38" fmla="*/ 468349 h 523125"/>
                <a:gd name="connsiteX39" fmla="*/ 345803 w 388125"/>
                <a:gd name="connsiteY39" fmla="*/ 468349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8125" h="523125">
                  <a:moveTo>
                    <a:pt x="281610" y="82519"/>
                  </a:moveTo>
                  <a:cubicBezTo>
                    <a:pt x="281610" y="70689"/>
                    <a:pt x="272025" y="61104"/>
                    <a:pt x="260196" y="61104"/>
                  </a:cubicBezTo>
                  <a:lnTo>
                    <a:pt x="248214" y="61104"/>
                  </a:lnTo>
                  <a:cubicBezTo>
                    <a:pt x="248518" y="58860"/>
                    <a:pt x="248704" y="56379"/>
                    <a:pt x="248704" y="53933"/>
                  </a:cubicBezTo>
                  <a:cubicBezTo>
                    <a:pt x="248704" y="24199"/>
                    <a:pt x="224488" y="0"/>
                    <a:pt x="194754" y="0"/>
                  </a:cubicBezTo>
                  <a:cubicBezTo>
                    <a:pt x="165004" y="0"/>
                    <a:pt x="140822" y="24199"/>
                    <a:pt x="140822" y="53933"/>
                  </a:cubicBezTo>
                  <a:cubicBezTo>
                    <a:pt x="140822" y="56363"/>
                    <a:pt x="140991" y="58860"/>
                    <a:pt x="141294" y="61104"/>
                  </a:cubicBezTo>
                  <a:lnTo>
                    <a:pt x="129533" y="61104"/>
                  </a:lnTo>
                  <a:cubicBezTo>
                    <a:pt x="117720" y="61104"/>
                    <a:pt x="108118" y="70689"/>
                    <a:pt x="108118" y="82519"/>
                  </a:cubicBezTo>
                  <a:lnTo>
                    <a:pt x="43942" y="82519"/>
                  </a:lnTo>
                  <a:cubicBezTo>
                    <a:pt x="19676" y="82519"/>
                    <a:pt x="0" y="102195"/>
                    <a:pt x="0" y="126461"/>
                  </a:cubicBezTo>
                  <a:lnTo>
                    <a:pt x="0" y="492514"/>
                  </a:lnTo>
                  <a:cubicBezTo>
                    <a:pt x="0" y="516780"/>
                    <a:pt x="19676" y="536456"/>
                    <a:pt x="43942" y="536456"/>
                  </a:cubicBezTo>
                  <a:lnTo>
                    <a:pt x="344689" y="536456"/>
                  </a:lnTo>
                  <a:cubicBezTo>
                    <a:pt x="368955" y="536456"/>
                    <a:pt x="388631" y="516780"/>
                    <a:pt x="388631" y="492514"/>
                  </a:cubicBezTo>
                  <a:lnTo>
                    <a:pt x="388631" y="126461"/>
                  </a:lnTo>
                  <a:cubicBezTo>
                    <a:pt x="388631" y="102195"/>
                    <a:pt x="368955" y="82519"/>
                    <a:pt x="344689" y="82519"/>
                  </a:cubicBezTo>
                  <a:lnTo>
                    <a:pt x="281610" y="82519"/>
                  </a:lnTo>
                  <a:close/>
                  <a:moveTo>
                    <a:pt x="173188" y="53933"/>
                  </a:moveTo>
                  <a:cubicBezTo>
                    <a:pt x="173188" y="42053"/>
                    <a:pt x="182858" y="32366"/>
                    <a:pt x="194754" y="32366"/>
                  </a:cubicBezTo>
                  <a:cubicBezTo>
                    <a:pt x="206651" y="32366"/>
                    <a:pt x="216338" y="42036"/>
                    <a:pt x="216338" y="53933"/>
                  </a:cubicBezTo>
                  <a:cubicBezTo>
                    <a:pt x="216338" y="56447"/>
                    <a:pt x="215899" y="58843"/>
                    <a:pt x="215089" y="61104"/>
                  </a:cubicBezTo>
                  <a:lnTo>
                    <a:pt x="174437" y="61104"/>
                  </a:lnTo>
                  <a:cubicBezTo>
                    <a:pt x="173661" y="58860"/>
                    <a:pt x="173188" y="56464"/>
                    <a:pt x="173188" y="53933"/>
                  </a:cubicBezTo>
                  <a:close/>
                  <a:moveTo>
                    <a:pt x="345803" y="468349"/>
                  </a:moveTo>
                  <a:cubicBezTo>
                    <a:pt x="345803" y="481697"/>
                    <a:pt x="334952" y="492514"/>
                    <a:pt x="321621" y="492514"/>
                  </a:cubicBezTo>
                  <a:lnTo>
                    <a:pt x="68074" y="492514"/>
                  </a:lnTo>
                  <a:cubicBezTo>
                    <a:pt x="54743" y="492514"/>
                    <a:pt x="43926" y="481697"/>
                    <a:pt x="43926" y="468349"/>
                  </a:cubicBezTo>
                  <a:lnTo>
                    <a:pt x="43926" y="150609"/>
                  </a:lnTo>
                  <a:cubicBezTo>
                    <a:pt x="43926" y="137261"/>
                    <a:pt x="54743" y="126461"/>
                    <a:pt x="68074" y="126461"/>
                  </a:cubicBezTo>
                  <a:lnTo>
                    <a:pt x="108135" y="126461"/>
                  </a:lnTo>
                  <a:lnTo>
                    <a:pt x="108135" y="147842"/>
                  </a:lnTo>
                  <a:cubicBezTo>
                    <a:pt x="108135" y="159671"/>
                    <a:pt x="117720" y="169256"/>
                    <a:pt x="129549" y="169256"/>
                  </a:cubicBezTo>
                  <a:lnTo>
                    <a:pt x="260196" y="169256"/>
                  </a:lnTo>
                  <a:cubicBezTo>
                    <a:pt x="272008" y="169256"/>
                    <a:pt x="281610" y="159671"/>
                    <a:pt x="281610" y="147842"/>
                  </a:cubicBezTo>
                  <a:lnTo>
                    <a:pt x="281610" y="126461"/>
                  </a:lnTo>
                  <a:lnTo>
                    <a:pt x="321671" y="126461"/>
                  </a:lnTo>
                  <a:cubicBezTo>
                    <a:pt x="335003" y="126461"/>
                    <a:pt x="345819" y="137278"/>
                    <a:pt x="345819" y="150609"/>
                  </a:cubicBezTo>
                  <a:lnTo>
                    <a:pt x="345819" y="468349"/>
                  </a:lnTo>
                  <a:lnTo>
                    <a:pt x="345803" y="46834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17996231" y="6734929"/>
              <a:ext cx="236250" cy="33750"/>
            </a:xfrm>
            <a:custGeom>
              <a:avLst/>
              <a:gdLst>
                <a:gd name="connsiteX0" fmla="*/ 21583 w 236250"/>
                <a:gd name="connsiteY0" fmla="*/ 0 h 33750"/>
                <a:gd name="connsiteX1" fmla="*/ 0 w 236250"/>
                <a:gd name="connsiteY1" fmla="*/ 21414 h 33750"/>
                <a:gd name="connsiteX2" fmla="*/ 21583 w 236250"/>
                <a:gd name="connsiteY2" fmla="*/ 42829 h 33750"/>
                <a:gd name="connsiteX3" fmla="*/ 215798 w 236250"/>
                <a:gd name="connsiteY3" fmla="*/ 42829 h 33750"/>
                <a:gd name="connsiteX4" fmla="*/ 237364 w 236250"/>
                <a:gd name="connsiteY4" fmla="*/ 21414 h 33750"/>
                <a:gd name="connsiteX5" fmla="*/ 215798 w 236250"/>
                <a:gd name="connsiteY5" fmla="*/ 0 h 33750"/>
                <a:gd name="connsiteX6" fmla="*/ 21583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83" y="0"/>
                  </a:moveTo>
                  <a:cubicBezTo>
                    <a:pt x="9653" y="0"/>
                    <a:pt x="0" y="9501"/>
                    <a:pt x="0" y="21414"/>
                  </a:cubicBezTo>
                  <a:cubicBezTo>
                    <a:pt x="0" y="33328"/>
                    <a:pt x="9653" y="42829"/>
                    <a:pt x="21583" y="42829"/>
                  </a:cubicBezTo>
                  <a:lnTo>
                    <a:pt x="215798" y="42829"/>
                  </a:lnTo>
                  <a:cubicBezTo>
                    <a:pt x="227728" y="42829"/>
                    <a:pt x="237364" y="33345"/>
                    <a:pt x="237364" y="21414"/>
                  </a:cubicBezTo>
                  <a:cubicBezTo>
                    <a:pt x="237364" y="9501"/>
                    <a:pt x="227728" y="0"/>
                    <a:pt x="215798" y="0"/>
                  </a:cubicBezTo>
                  <a:lnTo>
                    <a:pt x="21583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17996231" y="6805888"/>
              <a:ext cx="236250" cy="33750"/>
            </a:xfrm>
            <a:custGeom>
              <a:avLst/>
              <a:gdLst>
                <a:gd name="connsiteX0" fmla="*/ 215798 w 236250"/>
                <a:gd name="connsiteY0" fmla="*/ 0 h 33750"/>
                <a:gd name="connsiteX1" fmla="*/ 21583 w 236250"/>
                <a:gd name="connsiteY1" fmla="*/ 0 h 33750"/>
                <a:gd name="connsiteX2" fmla="*/ 0 w 236250"/>
                <a:gd name="connsiteY2" fmla="*/ 21988 h 33750"/>
                <a:gd name="connsiteX3" fmla="*/ 21583 w 236250"/>
                <a:gd name="connsiteY3" fmla="*/ 43976 h 33750"/>
                <a:gd name="connsiteX4" fmla="*/ 215798 w 236250"/>
                <a:gd name="connsiteY4" fmla="*/ 43976 h 33750"/>
                <a:gd name="connsiteX5" fmla="*/ 237364 w 236250"/>
                <a:gd name="connsiteY5" fmla="*/ 21988 h 33750"/>
                <a:gd name="connsiteX6" fmla="*/ 215798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798" y="0"/>
                  </a:moveTo>
                  <a:lnTo>
                    <a:pt x="21583" y="0"/>
                  </a:lnTo>
                  <a:cubicBezTo>
                    <a:pt x="9653" y="0"/>
                    <a:pt x="0" y="10074"/>
                    <a:pt x="0" y="21988"/>
                  </a:cubicBezTo>
                  <a:cubicBezTo>
                    <a:pt x="0" y="33885"/>
                    <a:pt x="9653" y="43976"/>
                    <a:pt x="21583" y="43976"/>
                  </a:cubicBezTo>
                  <a:lnTo>
                    <a:pt x="215798" y="43976"/>
                  </a:lnTo>
                  <a:cubicBezTo>
                    <a:pt x="227728" y="43976"/>
                    <a:pt x="237364" y="33885"/>
                    <a:pt x="237364" y="21988"/>
                  </a:cubicBezTo>
                  <a:cubicBezTo>
                    <a:pt x="237364" y="10041"/>
                    <a:pt x="227728" y="0"/>
                    <a:pt x="215798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17996231" y="6877978"/>
              <a:ext cx="236250" cy="33750"/>
            </a:xfrm>
            <a:custGeom>
              <a:avLst/>
              <a:gdLst>
                <a:gd name="connsiteX0" fmla="*/ 215798 w 236250"/>
                <a:gd name="connsiteY0" fmla="*/ 0 h 33750"/>
                <a:gd name="connsiteX1" fmla="*/ 21583 w 236250"/>
                <a:gd name="connsiteY1" fmla="*/ 0 h 33750"/>
                <a:gd name="connsiteX2" fmla="*/ 0 w 236250"/>
                <a:gd name="connsiteY2" fmla="*/ 21414 h 33750"/>
                <a:gd name="connsiteX3" fmla="*/ 21583 w 236250"/>
                <a:gd name="connsiteY3" fmla="*/ 42829 h 33750"/>
                <a:gd name="connsiteX4" fmla="*/ 215798 w 236250"/>
                <a:gd name="connsiteY4" fmla="*/ 42829 h 33750"/>
                <a:gd name="connsiteX5" fmla="*/ 237364 w 236250"/>
                <a:gd name="connsiteY5" fmla="*/ 21414 h 33750"/>
                <a:gd name="connsiteX6" fmla="*/ 215798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15798" y="0"/>
                  </a:moveTo>
                  <a:lnTo>
                    <a:pt x="21583" y="0"/>
                  </a:lnTo>
                  <a:cubicBezTo>
                    <a:pt x="9653" y="0"/>
                    <a:pt x="0" y="9484"/>
                    <a:pt x="0" y="21414"/>
                  </a:cubicBezTo>
                  <a:cubicBezTo>
                    <a:pt x="0" y="33311"/>
                    <a:pt x="9653" y="42829"/>
                    <a:pt x="21583" y="42829"/>
                  </a:cubicBezTo>
                  <a:lnTo>
                    <a:pt x="215798" y="42829"/>
                  </a:lnTo>
                  <a:cubicBezTo>
                    <a:pt x="227728" y="42829"/>
                    <a:pt x="237364" y="33345"/>
                    <a:pt x="237364" y="21414"/>
                  </a:cubicBezTo>
                  <a:cubicBezTo>
                    <a:pt x="237364" y="9484"/>
                    <a:pt x="227728" y="0"/>
                    <a:pt x="215798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9487718" y="1996060"/>
            <a:ext cx="526440" cy="523125"/>
            <a:chOff x="18908139" y="6524919"/>
            <a:chExt cx="526440" cy="523125"/>
          </a:xfrm>
          <a:solidFill>
            <a:schemeClr val="accent1"/>
          </a:solidFill>
        </p:grpSpPr>
        <p:sp>
          <p:nvSpPr>
            <p:cNvPr id="121" name="任意多边形: 形状 120"/>
            <p:cNvSpPr/>
            <p:nvPr/>
          </p:nvSpPr>
          <p:spPr>
            <a:xfrm>
              <a:off x="18962477" y="6916993"/>
              <a:ext cx="67500" cy="67500"/>
            </a:xfrm>
            <a:custGeom>
              <a:avLst/>
              <a:gdLst>
                <a:gd name="connsiteX0" fmla="*/ 20149 w 67500"/>
                <a:gd name="connsiteY0" fmla="*/ 77861 h 67500"/>
                <a:gd name="connsiteX1" fmla="*/ 40905 w 67500"/>
                <a:gd name="connsiteY1" fmla="*/ 82789 h 67500"/>
                <a:gd name="connsiteX2" fmla="*/ 70116 w 67500"/>
                <a:gd name="connsiteY2" fmla="*/ 70959 h 67500"/>
                <a:gd name="connsiteX3" fmla="*/ 81709 w 67500"/>
                <a:gd name="connsiteY3" fmla="*/ 41158 h 67500"/>
                <a:gd name="connsiteX4" fmla="*/ 70234 w 67500"/>
                <a:gd name="connsiteY4" fmla="*/ 11661 h 67500"/>
                <a:gd name="connsiteX5" fmla="*/ 40770 w 67500"/>
                <a:gd name="connsiteY5" fmla="*/ 0 h 67500"/>
                <a:gd name="connsiteX6" fmla="*/ 19693 w 67500"/>
                <a:gd name="connsiteY6" fmla="*/ 5164 h 67500"/>
                <a:gd name="connsiteX7" fmla="*/ 5130 w 67500"/>
                <a:gd name="connsiteY7" fmla="*/ 20081 h 67500"/>
                <a:gd name="connsiteX8" fmla="*/ 0 w 67500"/>
                <a:gd name="connsiteY8" fmla="*/ 40230 h 67500"/>
                <a:gd name="connsiteX9" fmla="*/ 5130 w 67500"/>
                <a:gd name="connsiteY9" fmla="*/ 63399 h 67500"/>
                <a:gd name="connsiteX10" fmla="*/ 20149 w 67500"/>
                <a:gd name="connsiteY10" fmla="*/ 77861 h 67500"/>
                <a:gd name="connsiteX11" fmla="*/ 27051 w 67500"/>
                <a:gd name="connsiteY11" fmla="*/ 23355 h 67500"/>
                <a:gd name="connsiteX12" fmla="*/ 40821 w 67500"/>
                <a:gd name="connsiteY12" fmla="*/ 17078 h 67500"/>
                <a:gd name="connsiteX13" fmla="*/ 54591 w 67500"/>
                <a:gd name="connsiteY13" fmla="*/ 23355 h 67500"/>
                <a:gd name="connsiteX14" fmla="*/ 60126 w 67500"/>
                <a:gd name="connsiteY14" fmla="*/ 41259 h 67500"/>
                <a:gd name="connsiteX15" fmla="*/ 54591 w 67500"/>
                <a:gd name="connsiteY15" fmla="*/ 59451 h 67500"/>
                <a:gd name="connsiteX16" fmla="*/ 40821 w 67500"/>
                <a:gd name="connsiteY16" fmla="*/ 65711 h 67500"/>
                <a:gd name="connsiteX17" fmla="*/ 27051 w 67500"/>
                <a:gd name="connsiteY17" fmla="*/ 59451 h 67500"/>
                <a:gd name="connsiteX18" fmla="*/ 21448 w 67500"/>
                <a:gd name="connsiteY18" fmla="*/ 41394 h 67500"/>
                <a:gd name="connsiteX19" fmla="*/ 27051 w 67500"/>
                <a:gd name="connsiteY19" fmla="*/ 23355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500" h="67500">
                  <a:moveTo>
                    <a:pt x="20149" y="77861"/>
                  </a:moveTo>
                  <a:cubicBezTo>
                    <a:pt x="26730" y="81152"/>
                    <a:pt x="33683" y="82789"/>
                    <a:pt x="40905" y="82789"/>
                  </a:cubicBezTo>
                  <a:cubicBezTo>
                    <a:pt x="52633" y="82789"/>
                    <a:pt x="62370" y="78874"/>
                    <a:pt x="70116" y="70959"/>
                  </a:cubicBezTo>
                  <a:cubicBezTo>
                    <a:pt x="77844" y="63079"/>
                    <a:pt x="81709" y="53156"/>
                    <a:pt x="81709" y="41158"/>
                  </a:cubicBezTo>
                  <a:cubicBezTo>
                    <a:pt x="81709" y="29278"/>
                    <a:pt x="77895" y="19457"/>
                    <a:pt x="70234" y="11661"/>
                  </a:cubicBezTo>
                  <a:cubicBezTo>
                    <a:pt x="62589" y="3881"/>
                    <a:pt x="52768" y="0"/>
                    <a:pt x="40770" y="0"/>
                  </a:cubicBezTo>
                  <a:cubicBezTo>
                    <a:pt x="33024" y="0"/>
                    <a:pt x="25987" y="1738"/>
                    <a:pt x="19693" y="5164"/>
                  </a:cubicBezTo>
                  <a:cubicBezTo>
                    <a:pt x="13416" y="8573"/>
                    <a:pt x="8556" y="13551"/>
                    <a:pt x="5130" y="20081"/>
                  </a:cubicBezTo>
                  <a:cubicBezTo>
                    <a:pt x="1704" y="26578"/>
                    <a:pt x="0" y="33294"/>
                    <a:pt x="0" y="40230"/>
                  </a:cubicBezTo>
                  <a:cubicBezTo>
                    <a:pt x="0" y="49326"/>
                    <a:pt x="1704" y="57071"/>
                    <a:pt x="5130" y="63399"/>
                  </a:cubicBezTo>
                  <a:cubicBezTo>
                    <a:pt x="8539" y="69761"/>
                    <a:pt x="13568" y="74571"/>
                    <a:pt x="20149" y="77861"/>
                  </a:cubicBezTo>
                  <a:close/>
                  <a:moveTo>
                    <a:pt x="27051" y="23355"/>
                  </a:moveTo>
                  <a:cubicBezTo>
                    <a:pt x="30780" y="19187"/>
                    <a:pt x="35370" y="17078"/>
                    <a:pt x="40821" y="17078"/>
                  </a:cubicBezTo>
                  <a:cubicBezTo>
                    <a:pt x="46288" y="17078"/>
                    <a:pt x="50895" y="19170"/>
                    <a:pt x="54591" y="23355"/>
                  </a:cubicBezTo>
                  <a:cubicBezTo>
                    <a:pt x="58303" y="27540"/>
                    <a:pt x="60126" y="33497"/>
                    <a:pt x="60126" y="41259"/>
                  </a:cubicBezTo>
                  <a:cubicBezTo>
                    <a:pt x="60126" y="49241"/>
                    <a:pt x="58303" y="55283"/>
                    <a:pt x="54591" y="59451"/>
                  </a:cubicBezTo>
                  <a:cubicBezTo>
                    <a:pt x="50878" y="63636"/>
                    <a:pt x="46288" y="65711"/>
                    <a:pt x="40821" y="65711"/>
                  </a:cubicBezTo>
                  <a:cubicBezTo>
                    <a:pt x="35370" y="65711"/>
                    <a:pt x="30763" y="63636"/>
                    <a:pt x="27051" y="59451"/>
                  </a:cubicBezTo>
                  <a:cubicBezTo>
                    <a:pt x="23304" y="55266"/>
                    <a:pt x="21448" y="49258"/>
                    <a:pt x="21448" y="41394"/>
                  </a:cubicBezTo>
                  <a:cubicBezTo>
                    <a:pt x="21448" y="33531"/>
                    <a:pt x="23304" y="27506"/>
                    <a:pt x="27051" y="2335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19052708" y="6916993"/>
              <a:ext cx="67500" cy="67500"/>
            </a:xfrm>
            <a:custGeom>
              <a:avLst/>
              <a:gdLst>
                <a:gd name="connsiteX0" fmla="*/ 21144 w 67500"/>
                <a:gd name="connsiteY0" fmla="*/ 45107 h 67500"/>
                <a:gd name="connsiteX1" fmla="*/ 22697 w 67500"/>
                <a:gd name="connsiteY1" fmla="*/ 26933 h 67500"/>
                <a:gd name="connsiteX2" fmla="*/ 28603 w 67500"/>
                <a:gd name="connsiteY2" fmla="*/ 19035 h 67500"/>
                <a:gd name="connsiteX3" fmla="*/ 38357 w 67500"/>
                <a:gd name="connsiteY3" fmla="*/ 16014 h 67500"/>
                <a:gd name="connsiteX4" fmla="*/ 45630 w 67500"/>
                <a:gd name="connsiteY4" fmla="*/ 18107 h 67500"/>
                <a:gd name="connsiteX5" fmla="*/ 49916 w 67500"/>
                <a:gd name="connsiteY5" fmla="*/ 23979 h 67500"/>
                <a:gd name="connsiteX6" fmla="*/ 51182 w 67500"/>
                <a:gd name="connsiteY6" fmla="*/ 40551 h 67500"/>
                <a:gd name="connsiteX7" fmla="*/ 51182 w 67500"/>
                <a:gd name="connsiteY7" fmla="*/ 81236 h 67500"/>
                <a:gd name="connsiteX8" fmla="*/ 72292 w 67500"/>
                <a:gd name="connsiteY8" fmla="*/ 81236 h 67500"/>
                <a:gd name="connsiteX9" fmla="*/ 72292 w 67500"/>
                <a:gd name="connsiteY9" fmla="*/ 31708 h 67500"/>
                <a:gd name="connsiteX10" fmla="*/ 71162 w 67500"/>
                <a:gd name="connsiteY10" fmla="*/ 17634 h 67500"/>
                <a:gd name="connsiteX11" fmla="*/ 67044 w 67500"/>
                <a:gd name="connsiteY11" fmla="*/ 8843 h 67500"/>
                <a:gd name="connsiteX12" fmla="*/ 58337 w 67500"/>
                <a:gd name="connsiteY12" fmla="*/ 2464 h 67500"/>
                <a:gd name="connsiteX13" fmla="*/ 45917 w 67500"/>
                <a:gd name="connsiteY13" fmla="*/ 0 h 67500"/>
                <a:gd name="connsiteX14" fmla="*/ 20047 w 67500"/>
                <a:gd name="connsiteY14" fmla="*/ 13416 h 67500"/>
                <a:gd name="connsiteX15" fmla="*/ 20047 w 67500"/>
                <a:gd name="connsiteY15" fmla="*/ 2312 h 67500"/>
                <a:gd name="connsiteX16" fmla="*/ 0 w 67500"/>
                <a:gd name="connsiteY16" fmla="*/ 2312 h 67500"/>
                <a:gd name="connsiteX17" fmla="*/ 0 w 67500"/>
                <a:gd name="connsiteY17" fmla="*/ 81270 h 67500"/>
                <a:gd name="connsiteX18" fmla="*/ 21144 w 67500"/>
                <a:gd name="connsiteY18" fmla="*/ 81270 h 67500"/>
                <a:gd name="connsiteX19" fmla="*/ 21144 w 67500"/>
                <a:gd name="connsiteY19" fmla="*/ 45107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500" h="67500">
                  <a:moveTo>
                    <a:pt x="21144" y="45107"/>
                  </a:moveTo>
                  <a:cubicBezTo>
                    <a:pt x="21144" y="36281"/>
                    <a:pt x="21617" y="30206"/>
                    <a:pt x="22697" y="26933"/>
                  </a:cubicBezTo>
                  <a:cubicBezTo>
                    <a:pt x="23760" y="23659"/>
                    <a:pt x="25717" y="21009"/>
                    <a:pt x="28603" y="19035"/>
                  </a:cubicBezTo>
                  <a:cubicBezTo>
                    <a:pt x="31489" y="17027"/>
                    <a:pt x="34729" y="16014"/>
                    <a:pt x="38357" y="16014"/>
                  </a:cubicBezTo>
                  <a:cubicBezTo>
                    <a:pt x="41192" y="16014"/>
                    <a:pt x="43622" y="16757"/>
                    <a:pt x="45630" y="18107"/>
                  </a:cubicBezTo>
                  <a:cubicBezTo>
                    <a:pt x="47638" y="19508"/>
                    <a:pt x="49022" y="21448"/>
                    <a:pt x="49916" y="23979"/>
                  </a:cubicBezTo>
                  <a:cubicBezTo>
                    <a:pt x="50827" y="26477"/>
                    <a:pt x="51182" y="32029"/>
                    <a:pt x="51182" y="40551"/>
                  </a:cubicBezTo>
                  <a:lnTo>
                    <a:pt x="51182" y="81236"/>
                  </a:lnTo>
                  <a:lnTo>
                    <a:pt x="72292" y="81236"/>
                  </a:lnTo>
                  <a:lnTo>
                    <a:pt x="72292" y="31708"/>
                  </a:lnTo>
                  <a:cubicBezTo>
                    <a:pt x="72292" y="25633"/>
                    <a:pt x="71921" y="20925"/>
                    <a:pt x="71162" y="17634"/>
                  </a:cubicBezTo>
                  <a:cubicBezTo>
                    <a:pt x="70369" y="14378"/>
                    <a:pt x="68985" y="11408"/>
                    <a:pt x="67044" y="8843"/>
                  </a:cubicBezTo>
                  <a:cubicBezTo>
                    <a:pt x="65087" y="6294"/>
                    <a:pt x="62184" y="4151"/>
                    <a:pt x="58337" y="2464"/>
                  </a:cubicBezTo>
                  <a:cubicBezTo>
                    <a:pt x="54506" y="776"/>
                    <a:pt x="50541" y="0"/>
                    <a:pt x="45917" y="0"/>
                  </a:cubicBezTo>
                  <a:cubicBezTo>
                    <a:pt x="35404" y="0"/>
                    <a:pt x="26713" y="4489"/>
                    <a:pt x="20047" y="13416"/>
                  </a:cubicBezTo>
                  <a:lnTo>
                    <a:pt x="20047" y="2312"/>
                  </a:lnTo>
                  <a:lnTo>
                    <a:pt x="0" y="2312"/>
                  </a:lnTo>
                  <a:lnTo>
                    <a:pt x="0" y="81270"/>
                  </a:lnTo>
                  <a:lnTo>
                    <a:pt x="21144" y="81270"/>
                  </a:lnTo>
                  <a:lnTo>
                    <a:pt x="21144" y="4510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19138331" y="6888188"/>
              <a:ext cx="16875" cy="101250"/>
            </a:xfrm>
            <a:custGeom>
              <a:avLst/>
              <a:gdLst>
                <a:gd name="connsiteX0" fmla="*/ 0 w 16875"/>
                <a:gd name="connsiteY0" fmla="*/ 0 h 101250"/>
                <a:gd name="connsiteX1" fmla="*/ 21127 w 16875"/>
                <a:gd name="connsiteY1" fmla="*/ 0 h 101250"/>
                <a:gd name="connsiteX2" fmla="*/ 21127 w 16875"/>
                <a:gd name="connsiteY2" fmla="*/ 110076 h 101250"/>
                <a:gd name="connsiteX3" fmla="*/ 0 w 16875"/>
                <a:gd name="connsiteY3" fmla="*/ 110076 h 10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75" h="101250">
                  <a:moveTo>
                    <a:pt x="0" y="0"/>
                  </a:moveTo>
                  <a:lnTo>
                    <a:pt x="21127" y="0"/>
                  </a:lnTo>
                  <a:lnTo>
                    <a:pt x="21127" y="110076"/>
                  </a:lnTo>
                  <a:lnTo>
                    <a:pt x="0" y="11007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19173921" y="6888188"/>
              <a:ext cx="16875" cy="16875"/>
            </a:xfrm>
            <a:custGeom>
              <a:avLst/>
              <a:gdLst>
                <a:gd name="connsiteX0" fmla="*/ 0 w 16875"/>
                <a:gd name="connsiteY0" fmla="*/ 0 h 16875"/>
                <a:gd name="connsiteX1" fmla="*/ 20014 w 16875"/>
                <a:gd name="connsiteY1" fmla="*/ 0 h 16875"/>
                <a:gd name="connsiteX2" fmla="*/ 20014 w 16875"/>
                <a:gd name="connsiteY2" fmla="*/ 20031 h 16875"/>
                <a:gd name="connsiteX3" fmla="*/ 0 w 16875"/>
                <a:gd name="connsiteY3" fmla="*/ 2003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75" h="16875">
                  <a:moveTo>
                    <a:pt x="0" y="0"/>
                  </a:moveTo>
                  <a:lnTo>
                    <a:pt x="20014" y="0"/>
                  </a:lnTo>
                  <a:lnTo>
                    <a:pt x="20014" y="20031"/>
                  </a:lnTo>
                  <a:lnTo>
                    <a:pt x="0" y="2003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19173921" y="6919305"/>
              <a:ext cx="16875" cy="67500"/>
            </a:xfrm>
            <a:custGeom>
              <a:avLst/>
              <a:gdLst>
                <a:gd name="connsiteX0" fmla="*/ 0 w 16875"/>
                <a:gd name="connsiteY0" fmla="*/ 0 h 67500"/>
                <a:gd name="connsiteX1" fmla="*/ 20014 w 16875"/>
                <a:gd name="connsiteY1" fmla="*/ 0 h 67500"/>
                <a:gd name="connsiteX2" fmla="*/ 20014 w 16875"/>
                <a:gd name="connsiteY2" fmla="*/ 78958 h 67500"/>
                <a:gd name="connsiteX3" fmla="*/ 0 w 16875"/>
                <a:gd name="connsiteY3" fmla="*/ 78958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75" h="67500">
                  <a:moveTo>
                    <a:pt x="0" y="0"/>
                  </a:moveTo>
                  <a:lnTo>
                    <a:pt x="20014" y="0"/>
                  </a:lnTo>
                  <a:lnTo>
                    <a:pt x="20014" y="78958"/>
                  </a:lnTo>
                  <a:lnTo>
                    <a:pt x="0" y="7895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19208362" y="6916993"/>
              <a:ext cx="67500" cy="67500"/>
            </a:xfrm>
            <a:custGeom>
              <a:avLst/>
              <a:gdLst>
                <a:gd name="connsiteX0" fmla="*/ 21161 w 67500"/>
                <a:gd name="connsiteY0" fmla="*/ 45107 h 67500"/>
                <a:gd name="connsiteX1" fmla="*/ 22478 w 67500"/>
                <a:gd name="connsiteY1" fmla="*/ 26933 h 67500"/>
                <a:gd name="connsiteX2" fmla="*/ 28283 w 67500"/>
                <a:gd name="connsiteY2" fmla="*/ 19035 h 67500"/>
                <a:gd name="connsiteX3" fmla="*/ 37969 w 67500"/>
                <a:gd name="connsiteY3" fmla="*/ 16014 h 67500"/>
                <a:gd name="connsiteX4" fmla="*/ 45225 w 67500"/>
                <a:gd name="connsiteY4" fmla="*/ 18107 h 67500"/>
                <a:gd name="connsiteX5" fmla="*/ 49714 w 67500"/>
                <a:gd name="connsiteY5" fmla="*/ 23979 h 67500"/>
                <a:gd name="connsiteX6" fmla="*/ 51182 w 67500"/>
                <a:gd name="connsiteY6" fmla="*/ 40551 h 67500"/>
                <a:gd name="connsiteX7" fmla="*/ 51182 w 67500"/>
                <a:gd name="connsiteY7" fmla="*/ 81236 h 67500"/>
                <a:gd name="connsiteX8" fmla="*/ 72326 w 67500"/>
                <a:gd name="connsiteY8" fmla="*/ 81236 h 67500"/>
                <a:gd name="connsiteX9" fmla="*/ 72326 w 67500"/>
                <a:gd name="connsiteY9" fmla="*/ 31708 h 67500"/>
                <a:gd name="connsiteX10" fmla="*/ 70943 w 67500"/>
                <a:gd name="connsiteY10" fmla="*/ 17634 h 67500"/>
                <a:gd name="connsiteX11" fmla="*/ 66724 w 67500"/>
                <a:gd name="connsiteY11" fmla="*/ 8843 h 67500"/>
                <a:gd name="connsiteX12" fmla="*/ 57966 w 67500"/>
                <a:gd name="connsiteY12" fmla="*/ 2464 h 67500"/>
                <a:gd name="connsiteX13" fmla="*/ 45158 w 67500"/>
                <a:gd name="connsiteY13" fmla="*/ 0 h 67500"/>
                <a:gd name="connsiteX14" fmla="*/ 18917 w 67500"/>
                <a:gd name="connsiteY14" fmla="*/ 13416 h 67500"/>
                <a:gd name="connsiteX15" fmla="*/ 18917 w 67500"/>
                <a:gd name="connsiteY15" fmla="*/ 2312 h 67500"/>
                <a:gd name="connsiteX16" fmla="*/ 0 w 67500"/>
                <a:gd name="connsiteY16" fmla="*/ 2312 h 67500"/>
                <a:gd name="connsiteX17" fmla="*/ 0 w 67500"/>
                <a:gd name="connsiteY17" fmla="*/ 81270 h 67500"/>
                <a:gd name="connsiteX18" fmla="*/ 21161 w 67500"/>
                <a:gd name="connsiteY18" fmla="*/ 81270 h 67500"/>
                <a:gd name="connsiteX19" fmla="*/ 21161 w 67500"/>
                <a:gd name="connsiteY19" fmla="*/ 45107 h 67500"/>
                <a:gd name="connsiteX20" fmla="*/ 21161 w 67500"/>
                <a:gd name="connsiteY20" fmla="*/ 45107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500" h="67500">
                  <a:moveTo>
                    <a:pt x="21161" y="45107"/>
                  </a:moveTo>
                  <a:cubicBezTo>
                    <a:pt x="21161" y="36281"/>
                    <a:pt x="21414" y="30206"/>
                    <a:pt x="22478" y="26933"/>
                  </a:cubicBezTo>
                  <a:cubicBezTo>
                    <a:pt x="23524" y="23659"/>
                    <a:pt x="25414" y="21009"/>
                    <a:pt x="28283" y="19035"/>
                  </a:cubicBezTo>
                  <a:cubicBezTo>
                    <a:pt x="31168" y="17027"/>
                    <a:pt x="34341" y="16014"/>
                    <a:pt x="37969" y="16014"/>
                  </a:cubicBezTo>
                  <a:cubicBezTo>
                    <a:pt x="40804" y="16014"/>
                    <a:pt x="43217" y="16757"/>
                    <a:pt x="45225" y="18107"/>
                  </a:cubicBezTo>
                  <a:cubicBezTo>
                    <a:pt x="47233" y="19508"/>
                    <a:pt x="48819" y="21448"/>
                    <a:pt x="49714" y="23979"/>
                  </a:cubicBezTo>
                  <a:cubicBezTo>
                    <a:pt x="50608" y="26477"/>
                    <a:pt x="51182" y="32029"/>
                    <a:pt x="51182" y="40551"/>
                  </a:cubicBezTo>
                  <a:lnTo>
                    <a:pt x="51182" y="81236"/>
                  </a:lnTo>
                  <a:lnTo>
                    <a:pt x="72326" y="81236"/>
                  </a:lnTo>
                  <a:lnTo>
                    <a:pt x="72326" y="31708"/>
                  </a:lnTo>
                  <a:cubicBezTo>
                    <a:pt x="72326" y="25633"/>
                    <a:pt x="71736" y="20925"/>
                    <a:pt x="70943" y="17634"/>
                  </a:cubicBezTo>
                  <a:cubicBezTo>
                    <a:pt x="70166" y="14378"/>
                    <a:pt x="68698" y="11408"/>
                    <a:pt x="66724" y="8843"/>
                  </a:cubicBezTo>
                  <a:cubicBezTo>
                    <a:pt x="64783" y="6294"/>
                    <a:pt x="61813" y="4151"/>
                    <a:pt x="57966" y="2464"/>
                  </a:cubicBezTo>
                  <a:cubicBezTo>
                    <a:pt x="54152" y="776"/>
                    <a:pt x="49781" y="0"/>
                    <a:pt x="45158" y="0"/>
                  </a:cubicBezTo>
                  <a:cubicBezTo>
                    <a:pt x="34644" y="0"/>
                    <a:pt x="25599" y="4489"/>
                    <a:pt x="18917" y="13416"/>
                  </a:cubicBezTo>
                  <a:lnTo>
                    <a:pt x="18917" y="2312"/>
                  </a:lnTo>
                  <a:lnTo>
                    <a:pt x="0" y="2312"/>
                  </a:lnTo>
                  <a:lnTo>
                    <a:pt x="0" y="81270"/>
                  </a:lnTo>
                  <a:lnTo>
                    <a:pt x="21161" y="81270"/>
                  </a:lnTo>
                  <a:lnTo>
                    <a:pt x="21161" y="45107"/>
                  </a:lnTo>
                  <a:lnTo>
                    <a:pt x="21161" y="45107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9287742" y="6917128"/>
              <a:ext cx="67500" cy="67500"/>
            </a:xfrm>
            <a:custGeom>
              <a:avLst/>
              <a:gdLst>
                <a:gd name="connsiteX0" fmla="*/ 38374 w 67500"/>
                <a:gd name="connsiteY0" fmla="*/ 82654 h 67500"/>
                <a:gd name="connsiteX1" fmla="*/ 60109 w 67500"/>
                <a:gd name="connsiteY1" fmla="*/ 76663 h 67500"/>
                <a:gd name="connsiteX2" fmla="*/ 72816 w 67500"/>
                <a:gd name="connsiteY2" fmla="*/ 59197 h 67500"/>
                <a:gd name="connsiteX3" fmla="*/ 51958 w 67500"/>
                <a:gd name="connsiteY3" fmla="*/ 55687 h 67500"/>
                <a:gd name="connsiteX4" fmla="*/ 46896 w 67500"/>
                <a:gd name="connsiteY4" fmla="*/ 64344 h 67500"/>
                <a:gd name="connsiteX5" fmla="*/ 38610 w 67500"/>
                <a:gd name="connsiteY5" fmla="*/ 67044 h 67500"/>
                <a:gd name="connsiteX6" fmla="*/ 26511 w 67500"/>
                <a:gd name="connsiteY6" fmla="*/ 62083 h 67500"/>
                <a:gd name="connsiteX7" fmla="*/ 21448 w 67500"/>
                <a:gd name="connsiteY7" fmla="*/ 47790 h 67500"/>
                <a:gd name="connsiteX8" fmla="*/ 73912 w 67500"/>
                <a:gd name="connsiteY8" fmla="*/ 47790 h 67500"/>
                <a:gd name="connsiteX9" fmla="*/ 64193 w 67500"/>
                <a:gd name="connsiteY9" fmla="*/ 11796 h 67500"/>
                <a:gd name="connsiteX10" fmla="*/ 36281 w 67500"/>
                <a:gd name="connsiteY10" fmla="*/ 0 h 67500"/>
                <a:gd name="connsiteX11" fmla="*/ 10260 w 67500"/>
                <a:gd name="connsiteY11" fmla="*/ 11104 h 67500"/>
                <a:gd name="connsiteX12" fmla="*/ 0 w 67500"/>
                <a:gd name="connsiteY12" fmla="*/ 41917 h 67500"/>
                <a:gd name="connsiteX13" fmla="*/ 7813 w 67500"/>
                <a:gd name="connsiteY13" fmla="*/ 69187 h 67500"/>
                <a:gd name="connsiteX14" fmla="*/ 38374 w 67500"/>
                <a:gd name="connsiteY14" fmla="*/ 82654 h 67500"/>
                <a:gd name="connsiteX15" fmla="*/ 26224 w 67500"/>
                <a:gd name="connsiteY15" fmla="*/ 20891 h 67500"/>
                <a:gd name="connsiteX16" fmla="*/ 37530 w 67500"/>
                <a:gd name="connsiteY16" fmla="*/ 15896 h 67500"/>
                <a:gd name="connsiteX17" fmla="*/ 48431 w 67500"/>
                <a:gd name="connsiteY17" fmla="*/ 20604 h 67500"/>
                <a:gd name="connsiteX18" fmla="*/ 53123 w 67500"/>
                <a:gd name="connsiteY18" fmla="*/ 34425 h 67500"/>
                <a:gd name="connsiteX19" fmla="*/ 21786 w 67500"/>
                <a:gd name="connsiteY19" fmla="*/ 34425 h 67500"/>
                <a:gd name="connsiteX20" fmla="*/ 26224 w 67500"/>
                <a:gd name="connsiteY20" fmla="*/ 20891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500" h="67500">
                  <a:moveTo>
                    <a:pt x="38374" y="82654"/>
                  </a:moveTo>
                  <a:cubicBezTo>
                    <a:pt x="47098" y="82654"/>
                    <a:pt x="54304" y="80646"/>
                    <a:pt x="60109" y="76663"/>
                  </a:cubicBezTo>
                  <a:cubicBezTo>
                    <a:pt x="65897" y="72681"/>
                    <a:pt x="70149" y="66808"/>
                    <a:pt x="72816" y="59197"/>
                  </a:cubicBezTo>
                  <a:lnTo>
                    <a:pt x="51958" y="55687"/>
                  </a:lnTo>
                  <a:cubicBezTo>
                    <a:pt x="50827" y="59619"/>
                    <a:pt x="49123" y="62522"/>
                    <a:pt x="46896" y="64344"/>
                  </a:cubicBezTo>
                  <a:cubicBezTo>
                    <a:pt x="44634" y="66116"/>
                    <a:pt x="41884" y="67044"/>
                    <a:pt x="38610" y="67044"/>
                  </a:cubicBezTo>
                  <a:cubicBezTo>
                    <a:pt x="33784" y="67044"/>
                    <a:pt x="29767" y="65542"/>
                    <a:pt x="26511" y="62083"/>
                  </a:cubicBezTo>
                  <a:cubicBezTo>
                    <a:pt x="23304" y="58624"/>
                    <a:pt x="21583" y="53359"/>
                    <a:pt x="21448" y="47790"/>
                  </a:cubicBezTo>
                  <a:lnTo>
                    <a:pt x="73912" y="47790"/>
                  </a:lnTo>
                  <a:cubicBezTo>
                    <a:pt x="74267" y="31134"/>
                    <a:pt x="70976" y="19575"/>
                    <a:pt x="64193" y="11796"/>
                  </a:cubicBezTo>
                  <a:cubicBezTo>
                    <a:pt x="57358" y="4016"/>
                    <a:pt x="48077" y="0"/>
                    <a:pt x="36281" y="0"/>
                  </a:cubicBezTo>
                  <a:cubicBezTo>
                    <a:pt x="25802" y="0"/>
                    <a:pt x="17094" y="3696"/>
                    <a:pt x="10260" y="11104"/>
                  </a:cubicBezTo>
                  <a:cubicBezTo>
                    <a:pt x="3409" y="18529"/>
                    <a:pt x="0" y="28806"/>
                    <a:pt x="0" y="41917"/>
                  </a:cubicBezTo>
                  <a:cubicBezTo>
                    <a:pt x="0" y="52903"/>
                    <a:pt x="2582" y="61982"/>
                    <a:pt x="7813" y="69187"/>
                  </a:cubicBezTo>
                  <a:cubicBezTo>
                    <a:pt x="14411" y="78165"/>
                    <a:pt x="24621" y="82654"/>
                    <a:pt x="38374" y="82654"/>
                  </a:cubicBezTo>
                  <a:close/>
                  <a:moveTo>
                    <a:pt x="26224" y="20891"/>
                  </a:moveTo>
                  <a:cubicBezTo>
                    <a:pt x="29194" y="17567"/>
                    <a:pt x="32957" y="15896"/>
                    <a:pt x="37530" y="15896"/>
                  </a:cubicBezTo>
                  <a:cubicBezTo>
                    <a:pt x="41833" y="15896"/>
                    <a:pt x="45461" y="17466"/>
                    <a:pt x="48431" y="20604"/>
                  </a:cubicBezTo>
                  <a:cubicBezTo>
                    <a:pt x="51418" y="23777"/>
                    <a:pt x="53004" y="28856"/>
                    <a:pt x="53123" y="34425"/>
                  </a:cubicBezTo>
                  <a:lnTo>
                    <a:pt x="21786" y="34425"/>
                  </a:lnTo>
                  <a:cubicBezTo>
                    <a:pt x="21786" y="28856"/>
                    <a:pt x="23271" y="24199"/>
                    <a:pt x="26224" y="208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8908139" y="6524919"/>
              <a:ext cx="506250" cy="523125"/>
            </a:xfrm>
            <a:custGeom>
              <a:avLst/>
              <a:gdLst>
                <a:gd name="connsiteX0" fmla="*/ 455203 w 506250"/>
                <a:gd name="connsiteY0" fmla="*/ 263115 h 523125"/>
                <a:gd name="connsiteX1" fmla="*/ 431004 w 506250"/>
                <a:gd name="connsiteY1" fmla="*/ 251471 h 523125"/>
                <a:gd name="connsiteX2" fmla="*/ 428726 w 506250"/>
                <a:gd name="connsiteY2" fmla="*/ 256196 h 523125"/>
                <a:gd name="connsiteX3" fmla="*/ 405861 w 506250"/>
                <a:gd name="connsiteY3" fmla="*/ 271704 h 523125"/>
                <a:gd name="connsiteX4" fmla="*/ 404004 w 506250"/>
                <a:gd name="connsiteY4" fmla="*/ 271772 h 523125"/>
                <a:gd name="connsiteX5" fmla="*/ 381088 w 506250"/>
                <a:gd name="connsiteY5" fmla="*/ 259470 h 523125"/>
                <a:gd name="connsiteX6" fmla="*/ 331948 w 506250"/>
                <a:gd name="connsiteY6" fmla="*/ 185271 h 523125"/>
                <a:gd name="connsiteX7" fmla="*/ 309994 w 506250"/>
                <a:gd name="connsiteY7" fmla="*/ 190890 h 523125"/>
                <a:gd name="connsiteX8" fmla="*/ 292883 w 506250"/>
                <a:gd name="connsiteY8" fmla="*/ 175888 h 523125"/>
                <a:gd name="connsiteX9" fmla="*/ 280749 w 506250"/>
                <a:gd name="connsiteY9" fmla="*/ 147876 h 523125"/>
                <a:gd name="connsiteX10" fmla="*/ 274472 w 506250"/>
                <a:gd name="connsiteY10" fmla="*/ 159823 h 523125"/>
                <a:gd name="connsiteX11" fmla="*/ 286251 w 506250"/>
                <a:gd name="connsiteY11" fmla="*/ 185389 h 523125"/>
                <a:gd name="connsiteX12" fmla="*/ 291381 w 506250"/>
                <a:gd name="connsiteY12" fmla="*/ 202770 h 523125"/>
                <a:gd name="connsiteX13" fmla="*/ 306585 w 506250"/>
                <a:gd name="connsiteY13" fmla="*/ 213806 h 523125"/>
                <a:gd name="connsiteX14" fmla="*/ 303851 w 506250"/>
                <a:gd name="connsiteY14" fmla="*/ 224471 h 523125"/>
                <a:gd name="connsiteX15" fmla="*/ 277999 w 506250"/>
                <a:gd name="connsiteY15" fmla="*/ 239861 h 523125"/>
                <a:gd name="connsiteX16" fmla="*/ 249446 w 506250"/>
                <a:gd name="connsiteY16" fmla="*/ 274219 h 523125"/>
                <a:gd name="connsiteX17" fmla="*/ 227138 w 506250"/>
                <a:gd name="connsiteY17" fmla="*/ 304172 h 523125"/>
                <a:gd name="connsiteX18" fmla="*/ 226935 w 506250"/>
                <a:gd name="connsiteY18" fmla="*/ 304307 h 523125"/>
                <a:gd name="connsiteX19" fmla="*/ 152331 w 506250"/>
                <a:gd name="connsiteY19" fmla="*/ 304307 h 523125"/>
                <a:gd name="connsiteX20" fmla="*/ 147656 w 506250"/>
                <a:gd name="connsiteY20" fmla="*/ 256838 h 523125"/>
                <a:gd name="connsiteX21" fmla="*/ 154693 w 506250"/>
                <a:gd name="connsiteY21" fmla="*/ 222109 h 523125"/>
                <a:gd name="connsiteX22" fmla="*/ 159739 w 506250"/>
                <a:gd name="connsiteY22" fmla="*/ 194468 h 523125"/>
                <a:gd name="connsiteX23" fmla="*/ 175466 w 506250"/>
                <a:gd name="connsiteY23" fmla="*/ 194451 h 523125"/>
                <a:gd name="connsiteX24" fmla="*/ 168801 w 506250"/>
                <a:gd name="connsiteY24" fmla="*/ 183735 h 523125"/>
                <a:gd name="connsiteX25" fmla="*/ 157764 w 506250"/>
                <a:gd name="connsiteY25" fmla="*/ 178892 h 523125"/>
                <a:gd name="connsiteX26" fmla="*/ 139050 w 506250"/>
                <a:gd name="connsiteY26" fmla="*/ 164919 h 523125"/>
                <a:gd name="connsiteX27" fmla="*/ 123744 w 506250"/>
                <a:gd name="connsiteY27" fmla="*/ 139303 h 523125"/>
                <a:gd name="connsiteX28" fmla="*/ 133971 w 506250"/>
                <a:gd name="connsiteY28" fmla="*/ 108253 h 523125"/>
                <a:gd name="connsiteX29" fmla="*/ 160549 w 506250"/>
                <a:gd name="connsiteY29" fmla="*/ 82755 h 523125"/>
                <a:gd name="connsiteX30" fmla="*/ 177424 w 506250"/>
                <a:gd name="connsiteY30" fmla="*/ 76224 h 523125"/>
                <a:gd name="connsiteX31" fmla="*/ 199007 w 506250"/>
                <a:gd name="connsiteY31" fmla="*/ 87379 h 523125"/>
                <a:gd name="connsiteX32" fmla="*/ 224758 w 506250"/>
                <a:gd name="connsiteY32" fmla="*/ 113096 h 523125"/>
                <a:gd name="connsiteX33" fmla="*/ 250914 w 506250"/>
                <a:gd name="connsiteY33" fmla="*/ 128959 h 523125"/>
                <a:gd name="connsiteX34" fmla="*/ 267587 w 506250"/>
                <a:gd name="connsiteY34" fmla="*/ 117821 h 523125"/>
                <a:gd name="connsiteX35" fmla="*/ 252956 w 506250"/>
                <a:gd name="connsiteY35" fmla="*/ 101706 h 523125"/>
                <a:gd name="connsiteX36" fmla="*/ 247101 w 506250"/>
                <a:gd name="connsiteY36" fmla="*/ 105654 h 523125"/>
                <a:gd name="connsiteX37" fmla="*/ 243540 w 506250"/>
                <a:gd name="connsiteY37" fmla="*/ 97740 h 523125"/>
                <a:gd name="connsiteX38" fmla="*/ 240165 w 506250"/>
                <a:gd name="connsiteY38" fmla="*/ 84375 h 523125"/>
                <a:gd name="connsiteX39" fmla="*/ 232791 w 506250"/>
                <a:gd name="connsiteY39" fmla="*/ 69508 h 523125"/>
                <a:gd name="connsiteX40" fmla="*/ 218329 w 506250"/>
                <a:gd name="connsiteY40" fmla="*/ 67247 h 523125"/>
                <a:gd name="connsiteX41" fmla="*/ 200121 w 506250"/>
                <a:gd name="connsiteY41" fmla="*/ 69728 h 523125"/>
                <a:gd name="connsiteX42" fmla="*/ 192257 w 506250"/>
                <a:gd name="connsiteY42" fmla="*/ 61054 h 523125"/>
                <a:gd name="connsiteX43" fmla="*/ 212693 w 506250"/>
                <a:gd name="connsiteY43" fmla="*/ 51351 h 523125"/>
                <a:gd name="connsiteX44" fmla="*/ 227306 w 506250"/>
                <a:gd name="connsiteY44" fmla="*/ 47081 h 523125"/>
                <a:gd name="connsiteX45" fmla="*/ 241886 w 506250"/>
                <a:gd name="connsiteY45" fmla="*/ 43200 h 523125"/>
                <a:gd name="connsiteX46" fmla="*/ 253058 w 506250"/>
                <a:gd name="connsiteY46" fmla="*/ 49663 h 523125"/>
                <a:gd name="connsiteX47" fmla="*/ 266861 w 506250"/>
                <a:gd name="connsiteY47" fmla="*/ 62336 h 523125"/>
                <a:gd name="connsiteX48" fmla="*/ 272869 w 506250"/>
                <a:gd name="connsiteY48" fmla="*/ 51975 h 523125"/>
                <a:gd name="connsiteX49" fmla="*/ 267047 w 506250"/>
                <a:gd name="connsiteY49" fmla="*/ 38559 h 523125"/>
                <a:gd name="connsiteX50" fmla="*/ 270354 w 506250"/>
                <a:gd name="connsiteY50" fmla="*/ 36281 h 523125"/>
                <a:gd name="connsiteX51" fmla="*/ 388699 w 506250"/>
                <a:gd name="connsiteY51" fmla="*/ 95580 h 523125"/>
                <a:gd name="connsiteX52" fmla="*/ 430819 w 506250"/>
                <a:gd name="connsiteY52" fmla="*/ 91834 h 523125"/>
                <a:gd name="connsiteX53" fmla="*/ 260668 w 506250"/>
                <a:gd name="connsiteY53" fmla="*/ 0 h 523125"/>
                <a:gd name="connsiteX54" fmla="*/ 57257 w 506250"/>
                <a:gd name="connsiteY54" fmla="*/ 203411 h 523125"/>
                <a:gd name="connsiteX55" fmla="*/ 84206 w 506250"/>
                <a:gd name="connsiteY55" fmla="*/ 304324 h 523125"/>
                <a:gd name="connsiteX56" fmla="*/ 28299 w 506250"/>
                <a:gd name="connsiteY56" fmla="*/ 304324 h 523125"/>
                <a:gd name="connsiteX57" fmla="*/ 0 w 506250"/>
                <a:gd name="connsiteY57" fmla="*/ 332606 h 523125"/>
                <a:gd name="connsiteX58" fmla="*/ 0 w 506250"/>
                <a:gd name="connsiteY58" fmla="*/ 491569 h 523125"/>
                <a:gd name="connsiteX59" fmla="*/ 31826 w 506250"/>
                <a:gd name="connsiteY59" fmla="*/ 523378 h 523125"/>
                <a:gd name="connsiteX60" fmla="*/ 480819 w 506250"/>
                <a:gd name="connsiteY60" fmla="*/ 523378 h 523125"/>
                <a:gd name="connsiteX61" fmla="*/ 512663 w 506250"/>
                <a:gd name="connsiteY61" fmla="*/ 491569 h 523125"/>
                <a:gd name="connsiteX62" fmla="*/ 512663 w 506250"/>
                <a:gd name="connsiteY62" fmla="*/ 336133 h 523125"/>
                <a:gd name="connsiteX63" fmla="*/ 480819 w 506250"/>
                <a:gd name="connsiteY63" fmla="*/ 304324 h 523125"/>
                <a:gd name="connsiteX64" fmla="*/ 437248 w 506250"/>
                <a:gd name="connsiteY64" fmla="*/ 304324 h 523125"/>
                <a:gd name="connsiteX65" fmla="*/ 455203 w 506250"/>
                <a:gd name="connsiteY65" fmla="*/ 263115 h 523125"/>
                <a:gd name="connsiteX66" fmla="*/ 263554 w 506250"/>
                <a:gd name="connsiteY66" fmla="*/ 296274 h 523125"/>
                <a:gd name="connsiteX67" fmla="*/ 266001 w 506250"/>
                <a:gd name="connsiteY67" fmla="*/ 304307 h 523125"/>
                <a:gd name="connsiteX68" fmla="*/ 246527 w 506250"/>
                <a:gd name="connsiteY68" fmla="*/ 304307 h 523125"/>
                <a:gd name="connsiteX69" fmla="*/ 263554 w 506250"/>
                <a:gd name="connsiteY69" fmla="*/ 296274 h 523125"/>
                <a:gd name="connsiteX70" fmla="*/ 457718 w 506250"/>
                <a:gd name="connsiteY70" fmla="*/ 339896 h 523125"/>
                <a:gd name="connsiteX71" fmla="*/ 475943 w 506250"/>
                <a:gd name="connsiteY71" fmla="*/ 358155 h 523125"/>
                <a:gd name="connsiteX72" fmla="*/ 475943 w 506250"/>
                <a:gd name="connsiteY72" fmla="*/ 468433 h 523125"/>
                <a:gd name="connsiteX73" fmla="*/ 457718 w 506250"/>
                <a:gd name="connsiteY73" fmla="*/ 486692 h 523125"/>
                <a:gd name="connsiteX74" fmla="*/ 54945 w 506250"/>
                <a:gd name="connsiteY74" fmla="*/ 486692 h 523125"/>
                <a:gd name="connsiteX75" fmla="*/ 36703 w 506250"/>
                <a:gd name="connsiteY75" fmla="*/ 468433 h 523125"/>
                <a:gd name="connsiteX76" fmla="*/ 36703 w 506250"/>
                <a:gd name="connsiteY76" fmla="*/ 358155 h 523125"/>
                <a:gd name="connsiteX77" fmla="*/ 54945 w 506250"/>
                <a:gd name="connsiteY77" fmla="*/ 339896 h 523125"/>
                <a:gd name="connsiteX78" fmla="*/ 457718 w 506250"/>
                <a:gd name="connsiteY78" fmla="*/ 339896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06250" h="523125">
                  <a:moveTo>
                    <a:pt x="455203" y="263115"/>
                  </a:moveTo>
                  <a:lnTo>
                    <a:pt x="431004" y="251471"/>
                  </a:lnTo>
                  <a:lnTo>
                    <a:pt x="428726" y="256196"/>
                  </a:lnTo>
                  <a:cubicBezTo>
                    <a:pt x="424423" y="265089"/>
                    <a:pt x="415716" y="271013"/>
                    <a:pt x="405861" y="271704"/>
                  </a:cubicBezTo>
                  <a:cubicBezTo>
                    <a:pt x="405219" y="271738"/>
                    <a:pt x="404612" y="271772"/>
                    <a:pt x="404004" y="271772"/>
                  </a:cubicBezTo>
                  <a:cubicBezTo>
                    <a:pt x="394791" y="271772"/>
                    <a:pt x="386184" y="267199"/>
                    <a:pt x="381088" y="259470"/>
                  </a:cubicBezTo>
                  <a:lnTo>
                    <a:pt x="331948" y="185271"/>
                  </a:lnTo>
                  <a:cubicBezTo>
                    <a:pt x="324793" y="187481"/>
                    <a:pt x="315141" y="189928"/>
                    <a:pt x="309994" y="190890"/>
                  </a:cubicBezTo>
                  <a:cubicBezTo>
                    <a:pt x="301658" y="192476"/>
                    <a:pt x="295650" y="181018"/>
                    <a:pt x="292883" y="175888"/>
                  </a:cubicBezTo>
                  <a:cubicBezTo>
                    <a:pt x="290149" y="170775"/>
                    <a:pt x="282319" y="152601"/>
                    <a:pt x="280749" y="147876"/>
                  </a:cubicBezTo>
                  <a:cubicBezTo>
                    <a:pt x="279163" y="143117"/>
                    <a:pt x="273713" y="154710"/>
                    <a:pt x="274472" y="159823"/>
                  </a:cubicBezTo>
                  <a:cubicBezTo>
                    <a:pt x="275265" y="164970"/>
                    <a:pt x="282724" y="179854"/>
                    <a:pt x="286251" y="185389"/>
                  </a:cubicBezTo>
                  <a:cubicBezTo>
                    <a:pt x="289811" y="190924"/>
                    <a:pt x="291381" y="197589"/>
                    <a:pt x="291381" y="202770"/>
                  </a:cubicBezTo>
                  <a:cubicBezTo>
                    <a:pt x="291381" y="207883"/>
                    <a:pt x="298772" y="211461"/>
                    <a:pt x="306585" y="213806"/>
                  </a:cubicBezTo>
                  <a:cubicBezTo>
                    <a:pt x="314432" y="216203"/>
                    <a:pt x="306585" y="221316"/>
                    <a:pt x="303851" y="224471"/>
                  </a:cubicBezTo>
                  <a:cubicBezTo>
                    <a:pt x="301118" y="227644"/>
                    <a:pt x="289811" y="233938"/>
                    <a:pt x="277999" y="239861"/>
                  </a:cubicBezTo>
                  <a:cubicBezTo>
                    <a:pt x="266254" y="245801"/>
                    <a:pt x="253749" y="265916"/>
                    <a:pt x="249446" y="274219"/>
                  </a:cubicBezTo>
                  <a:cubicBezTo>
                    <a:pt x="245143" y="282488"/>
                    <a:pt x="235322" y="297489"/>
                    <a:pt x="227138" y="304172"/>
                  </a:cubicBezTo>
                  <a:cubicBezTo>
                    <a:pt x="227070" y="304206"/>
                    <a:pt x="227003" y="304273"/>
                    <a:pt x="226935" y="304307"/>
                  </a:cubicBezTo>
                  <a:lnTo>
                    <a:pt x="152331" y="304307"/>
                  </a:lnTo>
                  <a:cubicBezTo>
                    <a:pt x="147656" y="287398"/>
                    <a:pt x="146897" y="263267"/>
                    <a:pt x="147656" y="256838"/>
                  </a:cubicBezTo>
                  <a:cubicBezTo>
                    <a:pt x="148854" y="246999"/>
                    <a:pt x="155486" y="231171"/>
                    <a:pt x="154693" y="222109"/>
                  </a:cubicBezTo>
                  <a:cubicBezTo>
                    <a:pt x="153968" y="213030"/>
                    <a:pt x="157764" y="198011"/>
                    <a:pt x="159739" y="194468"/>
                  </a:cubicBezTo>
                  <a:cubicBezTo>
                    <a:pt x="161781" y="190907"/>
                    <a:pt x="171129" y="194822"/>
                    <a:pt x="175466" y="194451"/>
                  </a:cubicBezTo>
                  <a:cubicBezTo>
                    <a:pt x="179769" y="194046"/>
                    <a:pt x="171129" y="183347"/>
                    <a:pt x="168801" y="183735"/>
                  </a:cubicBezTo>
                  <a:cubicBezTo>
                    <a:pt x="166472" y="184123"/>
                    <a:pt x="160988" y="180512"/>
                    <a:pt x="157764" y="178892"/>
                  </a:cubicBezTo>
                  <a:cubicBezTo>
                    <a:pt x="154676" y="177306"/>
                    <a:pt x="151166" y="167636"/>
                    <a:pt x="139050" y="164919"/>
                  </a:cubicBezTo>
                  <a:cubicBezTo>
                    <a:pt x="126849" y="162135"/>
                    <a:pt x="125297" y="146813"/>
                    <a:pt x="123744" y="139303"/>
                  </a:cubicBezTo>
                  <a:cubicBezTo>
                    <a:pt x="122175" y="131794"/>
                    <a:pt x="131996" y="112185"/>
                    <a:pt x="133971" y="108253"/>
                  </a:cubicBezTo>
                  <a:cubicBezTo>
                    <a:pt x="135911" y="104288"/>
                    <a:pt x="160549" y="82755"/>
                    <a:pt x="160549" y="82755"/>
                  </a:cubicBezTo>
                  <a:cubicBezTo>
                    <a:pt x="160549" y="82755"/>
                    <a:pt x="173694" y="75988"/>
                    <a:pt x="177424" y="76224"/>
                  </a:cubicBezTo>
                  <a:cubicBezTo>
                    <a:pt x="188393" y="76899"/>
                    <a:pt x="199007" y="87379"/>
                    <a:pt x="199007" y="87379"/>
                  </a:cubicBezTo>
                  <a:cubicBezTo>
                    <a:pt x="199007" y="87379"/>
                    <a:pt x="214684" y="96998"/>
                    <a:pt x="224758" y="113096"/>
                  </a:cubicBezTo>
                  <a:cubicBezTo>
                    <a:pt x="233179" y="126512"/>
                    <a:pt x="250914" y="128959"/>
                    <a:pt x="250914" y="128959"/>
                  </a:cubicBezTo>
                  <a:cubicBezTo>
                    <a:pt x="260702" y="128115"/>
                    <a:pt x="267114" y="120555"/>
                    <a:pt x="267587" y="117821"/>
                  </a:cubicBezTo>
                  <a:cubicBezTo>
                    <a:pt x="269342" y="108810"/>
                    <a:pt x="262474" y="101216"/>
                    <a:pt x="252956" y="101706"/>
                  </a:cubicBezTo>
                  <a:cubicBezTo>
                    <a:pt x="250965" y="101824"/>
                    <a:pt x="250206" y="105654"/>
                    <a:pt x="247101" y="105654"/>
                  </a:cubicBezTo>
                  <a:cubicBezTo>
                    <a:pt x="243928" y="105654"/>
                    <a:pt x="244704" y="101706"/>
                    <a:pt x="243540" y="97740"/>
                  </a:cubicBezTo>
                  <a:cubicBezTo>
                    <a:pt x="242376" y="93808"/>
                    <a:pt x="242089" y="89117"/>
                    <a:pt x="240165" y="84375"/>
                  </a:cubicBezTo>
                  <a:cubicBezTo>
                    <a:pt x="238258" y="79650"/>
                    <a:pt x="236689" y="73828"/>
                    <a:pt x="232791" y="69508"/>
                  </a:cubicBezTo>
                  <a:cubicBezTo>
                    <a:pt x="228859" y="65138"/>
                    <a:pt x="223408" y="68428"/>
                    <a:pt x="218329" y="67247"/>
                  </a:cubicBezTo>
                  <a:cubicBezTo>
                    <a:pt x="213249" y="66049"/>
                    <a:pt x="205588" y="70149"/>
                    <a:pt x="200121" y="69728"/>
                  </a:cubicBezTo>
                  <a:cubicBezTo>
                    <a:pt x="194586" y="69323"/>
                    <a:pt x="191886" y="65002"/>
                    <a:pt x="192257" y="61054"/>
                  </a:cubicBezTo>
                  <a:cubicBezTo>
                    <a:pt x="192645" y="57105"/>
                    <a:pt x="206078" y="52144"/>
                    <a:pt x="212693" y="51351"/>
                  </a:cubicBezTo>
                  <a:cubicBezTo>
                    <a:pt x="219375" y="50591"/>
                    <a:pt x="225399" y="49849"/>
                    <a:pt x="227306" y="47081"/>
                  </a:cubicBezTo>
                  <a:cubicBezTo>
                    <a:pt x="229298" y="44314"/>
                    <a:pt x="238731" y="42812"/>
                    <a:pt x="241886" y="43200"/>
                  </a:cubicBezTo>
                  <a:cubicBezTo>
                    <a:pt x="245008" y="43622"/>
                    <a:pt x="250003" y="45731"/>
                    <a:pt x="253058" y="49663"/>
                  </a:cubicBezTo>
                  <a:cubicBezTo>
                    <a:pt x="257158" y="55080"/>
                    <a:pt x="257344" y="63568"/>
                    <a:pt x="266861" y="62336"/>
                  </a:cubicBezTo>
                  <a:cubicBezTo>
                    <a:pt x="270540" y="61847"/>
                    <a:pt x="280260" y="56329"/>
                    <a:pt x="272869" y="51975"/>
                  </a:cubicBezTo>
                  <a:cubicBezTo>
                    <a:pt x="268718" y="49511"/>
                    <a:pt x="263081" y="45664"/>
                    <a:pt x="267047" y="38559"/>
                  </a:cubicBezTo>
                  <a:cubicBezTo>
                    <a:pt x="267570" y="37598"/>
                    <a:pt x="268734" y="36838"/>
                    <a:pt x="270354" y="36281"/>
                  </a:cubicBezTo>
                  <a:cubicBezTo>
                    <a:pt x="317739" y="38998"/>
                    <a:pt x="359893" y="61476"/>
                    <a:pt x="388699" y="95580"/>
                  </a:cubicBezTo>
                  <a:lnTo>
                    <a:pt x="430819" y="91834"/>
                  </a:lnTo>
                  <a:cubicBezTo>
                    <a:pt x="394470" y="36534"/>
                    <a:pt x="331847" y="0"/>
                    <a:pt x="260668" y="0"/>
                  </a:cubicBezTo>
                  <a:cubicBezTo>
                    <a:pt x="148348" y="0"/>
                    <a:pt x="57257" y="91074"/>
                    <a:pt x="57257" y="203411"/>
                  </a:cubicBezTo>
                  <a:cubicBezTo>
                    <a:pt x="57257" y="240182"/>
                    <a:pt x="67129" y="274573"/>
                    <a:pt x="84206" y="304324"/>
                  </a:cubicBezTo>
                  <a:lnTo>
                    <a:pt x="28299" y="304324"/>
                  </a:lnTo>
                  <a:cubicBezTo>
                    <a:pt x="12673" y="304324"/>
                    <a:pt x="0" y="316980"/>
                    <a:pt x="0" y="332606"/>
                  </a:cubicBezTo>
                  <a:lnTo>
                    <a:pt x="0" y="491569"/>
                  </a:lnTo>
                  <a:cubicBezTo>
                    <a:pt x="0" y="509136"/>
                    <a:pt x="14243" y="523378"/>
                    <a:pt x="31826" y="523378"/>
                  </a:cubicBezTo>
                  <a:lnTo>
                    <a:pt x="480819" y="523378"/>
                  </a:lnTo>
                  <a:cubicBezTo>
                    <a:pt x="498420" y="523378"/>
                    <a:pt x="512663" y="509136"/>
                    <a:pt x="512663" y="491569"/>
                  </a:cubicBezTo>
                  <a:lnTo>
                    <a:pt x="512663" y="336133"/>
                  </a:lnTo>
                  <a:cubicBezTo>
                    <a:pt x="512663" y="318566"/>
                    <a:pt x="498420" y="304324"/>
                    <a:pt x="480819" y="304324"/>
                  </a:cubicBezTo>
                  <a:lnTo>
                    <a:pt x="437248" y="304324"/>
                  </a:lnTo>
                  <a:cubicBezTo>
                    <a:pt x="444690" y="291381"/>
                    <a:pt x="450731" y="277594"/>
                    <a:pt x="455203" y="263115"/>
                  </a:cubicBezTo>
                  <a:close/>
                  <a:moveTo>
                    <a:pt x="263554" y="296274"/>
                  </a:moveTo>
                  <a:cubicBezTo>
                    <a:pt x="267435" y="295448"/>
                    <a:pt x="267435" y="299616"/>
                    <a:pt x="266001" y="304307"/>
                  </a:cubicBezTo>
                  <a:lnTo>
                    <a:pt x="246527" y="304307"/>
                  </a:lnTo>
                  <a:cubicBezTo>
                    <a:pt x="249666" y="299008"/>
                    <a:pt x="256264" y="297844"/>
                    <a:pt x="263554" y="296274"/>
                  </a:cubicBezTo>
                  <a:close/>
                  <a:moveTo>
                    <a:pt x="457718" y="339896"/>
                  </a:moveTo>
                  <a:cubicBezTo>
                    <a:pt x="467775" y="339896"/>
                    <a:pt x="475943" y="348064"/>
                    <a:pt x="475943" y="358155"/>
                  </a:cubicBezTo>
                  <a:lnTo>
                    <a:pt x="475943" y="468433"/>
                  </a:lnTo>
                  <a:cubicBezTo>
                    <a:pt x="475943" y="478524"/>
                    <a:pt x="467775" y="486692"/>
                    <a:pt x="457718" y="486692"/>
                  </a:cubicBezTo>
                  <a:lnTo>
                    <a:pt x="54945" y="486692"/>
                  </a:lnTo>
                  <a:cubicBezTo>
                    <a:pt x="44871" y="486692"/>
                    <a:pt x="36703" y="478524"/>
                    <a:pt x="36703" y="468433"/>
                  </a:cubicBezTo>
                  <a:lnTo>
                    <a:pt x="36703" y="358155"/>
                  </a:lnTo>
                  <a:cubicBezTo>
                    <a:pt x="36703" y="348064"/>
                    <a:pt x="44871" y="339896"/>
                    <a:pt x="54945" y="339896"/>
                  </a:cubicBezTo>
                  <a:lnTo>
                    <a:pt x="457718" y="33989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9248954" y="6644151"/>
              <a:ext cx="185625" cy="118125"/>
            </a:xfrm>
            <a:custGeom>
              <a:avLst/>
              <a:gdLst>
                <a:gd name="connsiteX0" fmla="*/ 17441 w 185625"/>
                <a:gd name="connsiteY0" fmla="*/ 6555 h 118125"/>
                <a:gd name="connsiteX1" fmla="*/ 1916 w 185625"/>
                <a:gd name="connsiteY1" fmla="*/ 17304 h 118125"/>
                <a:gd name="connsiteX2" fmla="*/ 3182 w 185625"/>
                <a:gd name="connsiteY2" fmla="*/ 36154 h 118125"/>
                <a:gd name="connsiteX3" fmla="*/ 43986 w 185625"/>
                <a:gd name="connsiteY3" fmla="*/ 97747 h 118125"/>
                <a:gd name="connsiteX4" fmla="*/ 60726 w 185625"/>
                <a:gd name="connsiteY4" fmla="*/ 106033 h 118125"/>
                <a:gd name="connsiteX5" fmla="*/ 76217 w 185625"/>
                <a:gd name="connsiteY5" fmla="*/ 95537 h 118125"/>
                <a:gd name="connsiteX6" fmla="*/ 148206 w 185625"/>
                <a:gd name="connsiteY6" fmla="*/ 130181 h 118125"/>
                <a:gd name="connsiteX7" fmla="*/ 160811 w 185625"/>
                <a:gd name="connsiteY7" fmla="*/ 130890 h 118125"/>
                <a:gd name="connsiteX8" fmla="*/ 170228 w 185625"/>
                <a:gd name="connsiteY8" fmla="*/ 122486 h 118125"/>
                <a:gd name="connsiteX9" fmla="*/ 186951 w 185625"/>
                <a:gd name="connsiteY9" fmla="*/ 87707 h 118125"/>
                <a:gd name="connsiteX10" fmla="*/ 179239 w 185625"/>
                <a:gd name="connsiteY10" fmla="*/ 65702 h 118125"/>
                <a:gd name="connsiteX11" fmla="*/ 107301 w 185625"/>
                <a:gd name="connsiteY11" fmla="*/ 31074 h 118125"/>
                <a:gd name="connsiteX12" fmla="*/ 109056 w 185625"/>
                <a:gd name="connsiteY12" fmla="*/ 27412 h 118125"/>
                <a:gd name="connsiteX13" fmla="*/ 107554 w 185625"/>
                <a:gd name="connsiteY13" fmla="*/ 8242 h 118125"/>
                <a:gd name="connsiteX14" fmla="*/ 90139 w 185625"/>
                <a:gd name="connsiteY14" fmla="*/ 75 h 118125"/>
                <a:gd name="connsiteX15" fmla="*/ 17441 w 185625"/>
                <a:gd name="connsiteY15" fmla="*/ 6555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5625" h="118125">
                  <a:moveTo>
                    <a:pt x="17441" y="6555"/>
                  </a:moveTo>
                  <a:cubicBezTo>
                    <a:pt x="10742" y="7146"/>
                    <a:pt x="4836" y="11229"/>
                    <a:pt x="1916" y="17304"/>
                  </a:cubicBezTo>
                  <a:cubicBezTo>
                    <a:pt x="-1037" y="23362"/>
                    <a:pt x="-547" y="30534"/>
                    <a:pt x="3182" y="36154"/>
                  </a:cubicBezTo>
                  <a:lnTo>
                    <a:pt x="43986" y="97747"/>
                  </a:lnTo>
                  <a:cubicBezTo>
                    <a:pt x="47681" y="103316"/>
                    <a:pt x="54077" y="106489"/>
                    <a:pt x="60726" y="106033"/>
                  </a:cubicBezTo>
                  <a:cubicBezTo>
                    <a:pt x="67408" y="105577"/>
                    <a:pt x="73314" y="101578"/>
                    <a:pt x="76217" y="95537"/>
                  </a:cubicBezTo>
                  <a:lnTo>
                    <a:pt x="148206" y="130181"/>
                  </a:lnTo>
                  <a:cubicBezTo>
                    <a:pt x="152121" y="132071"/>
                    <a:pt x="156694" y="132341"/>
                    <a:pt x="160811" y="130890"/>
                  </a:cubicBezTo>
                  <a:cubicBezTo>
                    <a:pt x="164912" y="129439"/>
                    <a:pt x="168304" y="126418"/>
                    <a:pt x="170228" y="122486"/>
                  </a:cubicBezTo>
                  <a:lnTo>
                    <a:pt x="186951" y="87707"/>
                  </a:lnTo>
                  <a:cubicBezTo>
                    <a:pt x="190883" y="79506"/>
                    <a:pt x="187440" y="69651"/>
                    <a:pt x="179239" y="65702"/>
                  </a:cubicBezTo>
                  <a:lnTo>
                    <a:pt x="107301" y="31074"/>
                  </a:lnTo>
                  <a:lnTo>
                    <a:pt x="109056" y="27412"/>
                  </a:lnTo>
                  <a:cubicBezTo>
                    <a:pt x="112059" y="21219"/>
                    <a:pt x="111469" y="13896"/>
                    <a:pt x="107554" y="8242"/>
                  </a:cubicBezTo>
                  <a:cubicBezTo>
                    <a:pt x="103639" y="2589"/>
                    <a:pt x="96990" y="-533"/>
                    <a:pt x="90139" y="75"/>
                  </a:cubicBezTo>
                  <a:lnTo>
                    <a:pt x="17441" y="655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10706918" y="2019371"/>
            <a:ext cx="528086" cy="476503"/>
            <a:chOff x="19983312" y="6542955"/>
            <a:chExt cx="528086" cy="476503"/>
          </a:xfrm>
          <a:solidFill>
            <a:schemeClr val="accent1"/>
          </a:solidFill>
        </p:grpSpPr>
        <p:sp>
          <p:nvSpPr>
            <p:cNvPr id="131" name="任意多边形: 形状 130"/>
            <p:cNvSpPr/>
            <p:nvPr/>
          </p:nvSpPr>
          <p:spPr>
            <a:xfrm>
              <a:off x="19983447" y="7002583"/>
              <a:ext cx="472500" cy="16875"/>
            </a:xfrm>
            <a:custGeom>
              <a:avLst/>
              <a:gdLst>
                <a:gd name="connsiteX0" fmla="*/ 67 w 472500"/>
                <a:gd name="connsiteY0" fmla="*/ 19508 h 16875"/>
                <a:gd name="connsiteX1" fmla="*/ 12268 w 472500"/>
                <a:gd name="connsiteY1" fmla="*/ 31657 h 16875"/>
                <a:gd name="connsiteX2" fmla="*/ 462443 w 472500"/>
                <a:gd name="connsiteY2" fmla="*/ 31657 h 16875"/>
                <a:gd name="connsiteX3" fmla="*/ 477714 w 472500"/>
                <a:gd name="connsiteY3" fmla="*/ 16386 h 16875"/>
                <a:gd name="connsiteX4" fmla="*/ 477714 w 472500"/>
                <a:gd name="connsiteY4" fmla="*/ 0 h 16875"/>
                <a:gd name="connsiteX5" fmla="*/ 0 w 472500"/>
                <a:gd name="connsiteY5" fmla="*/ 0 h 16875"/>
                <a:gd name="connsiteX6" fmla="*/ 67 w 472500"/>
                <a:gd name="connsiteY6" fmla="*/ 19508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2500" h="16875">
                  <a:moveTo>
                    <a:pt x="67" y="19508"/>
                  </a:moveTo>
                  <a:cubicBezTo>
                    <a:pt x="101" y="26224"/>
                    <a:pt x="5552" y="31657"/>
                    <a:pt x="12268" y="31657"/>
                  </a:cubicBezTo>
                  <a:lnTo>
                    <a:pt x="462443" y="31657"/>
                  </a:lnTo>
                  <a:cubicBezTo>
                    <a:pt x="470880" y="31657"/>
                    <a:pt x="477714" y="24823"/>
                    <a:pt x="477714" y="16386"/>
                  </a:cubicBezTo>
                  <a:lnTo>
                    <a:pt x="477714" y="0"/>
                  </a:lnTo>
                  <a:lnTo>
                    <a:pt x="0" y="0"/>
                  </a:lnTo>
                  <a:cubicBezTo>
                    <a:pt x="34" y="6497"/>
                    <a:pt x="51" y="13635"/>
                    <a:pt x="67" y="1950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19983312" y="6615066"/>
              <a:ext cx="472500" cy="354375"/>
            </a:xfrm>
            <a:custGeom>
              <a:avLst/>
              <a:gdLst>
                <a:gd name="connsiteX0" fmla="*/ 465834 w 472500"/>
                <a:gd name="connsiteY0" fmla="*/ 116218 h 354375"/>
                <a:gd name="connsiteX1" fmla="*/ 427629 w 472500"/>
                <a:gd name="connsiteY1" fmla="*/ 126816 h 354375"/>
                <a:gd name="connsiteX2" fmla="*/ 427629 w 472500"/>
                <a:gd name="connsiteY2" fmla="*/ 330008 h 354375"/>
                <a:gd name="connsiteX3" fmla="*/ 347828 w 472500"/>
                <a:gd name="connsiteY3" fmla="*/ 314027 h 354375"/>
                <a:gd name="connsiteX4" fmla="*/ 264988 w 472500"/>
                <a:gd name="connsiteY4" fmla="*/ 330429 h 354375"/>
                <a:gd name="connsiteX5" fmla="*/ 264988 w 472500"/>
                <a:gd name="connsiteY5" fmla="*/ 63703 h 354375"/>
                <a:gd name="connsiteX6" fmla="*/ 341837 w 472500"/>
                <a:gd name="connsiteY6" fmla="*/ 38323 h 354375"/>
                <a:gd name="connsiteX7" fmla="*/ 350646 w 472500"/>
                <a:gd name="connsiteY7" fmla="*/ 17 h 354375"/>
                <a:gd name="connsiteX8" fmla="*/ 348418 w 472500"/>
                <a:gd name="connsiteY8" fmla="*/ 0 h 354375"/>
                <a:gd name="connsiteX9" fmla="*/ 240519 w 472500"/>
                <a:gd name="connsiteY9" fmla="*/ 34239 h 354375"/>
                <a:gd name="connsiteX10" fmla="*/ 240469 w 472500"/>
                <a:gd name="connsiteY10" fmla="*/ 34239 h 354375"/>
                <a:gd name="connsiteX11" fmla="*/ 132604 w 472500"/>
                <a:gd name="connsiteY11" fmla="*/ 0 h 354375"/>
                <a:gd name="connsiteX12" fmla="*/ 22343 w 472500"/>
                <a:gd name="connsiteY12" fmla="*/ 40989 h 354375"/>
                <a:gd name="connsiteX13" fmla="*/ 15103 w 472500"/>
                <a:gd name="connsiteY13" fmla="*/ 55806 h 354375"/>
                <a:gd name="connsiteX14" fmla="*/ 15103 w 472500"/>
                <a:gd name="connsiteY14" fmla="*/ 115223 h 354375"/>
                <a:gd name="connsiteX15" fmla="*/ 0 w 472500"/>
                <a:gd name="connsiteY15" fmla="*/ 368972 h 354375"/>
                <a:gd name="connsiteX16" fmla="*/ 477968 w 472500"/>
                <a:gd name="connsiteY16" fmla="*/ 368972 h 354375"/>
                <a:gd name="connsiteX17" fmla="*/ 465834 w 472500"/>
                <a:gd name="connsiteY17" fmla="*/ 119711 h 354375"/>
                <a:gd name="connsiteX18" fmla="*/ 465834 w 472500"/>
                <a:gd name="connsiteY18" fmla="*/ 116218 h 354375"/>
                <a:gd name="connsiteX19" fmla="*/ 215916 w 472500"/>
                <a:gd name="connsiteY19" fmla="*/ 330396 h 354375"/>
                <a:gd name="connsiteX20" fmla="*/ 133093 w 472500"/>
                <a:gd name="connsiteY20" fmla="*/ 314010 h 354375"/>
                <a:gd name="connsiteX21" fmla="*/ 53308 w 472500"/>
                <a:gd name="connsiteY21" fmla="*/ 330024 h 354375"/>
                <a:gd name="connsiteX22" fmla="*/ 53308 w 472500"/>
                <a:gd name="connsiteY22" fmla="*/ 65171 h 354375"/>
                <a:gd name="connsiteX23" fmla="*/ 132452 w 472500"/>
                <a:gd name="connsiteY23" fmla="*/ 38171 h 354375"/>
                <a:gd name="connsiteX24" fmla="*/ 215916 w 472500"/>
                <a:gd name="connsiteY24" fmla="*/ 63720 h 354375"/>
                <a:gd name="connsiteX25" fmla="*/ 215916 w 472500"/>
                <a:gd name="connsiteY25" fmla="*/ 330396 h 35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72500" h="354375">
                  <a:moveTo>
                    <a:pt x="465834" y="116218"/>
                  </a:moveTo>
                  <a:lnTo>
                    <a:pt x="427629" y="126816"/>
                  </a:lnTo>
                  <a:lnTo>
                    <a:pt x="427629" y="330008"/>
                  </a:lnTo>
                  <a:cubicBezTo>
                    <a:pt x="407987" y="321975"/>
                    <a:pt x="380987" y="314027"/>
                    <a:pt x="347828" y="314027"/>
                  </a:cubicBezTo>
                  <a:cubicBezTo>
                    <a:pt x="320153" y="314027"/>
                    <a:pt x="292292" y="319528"/>
                    <a:pt x="264988" y="330429"/>
                  </a:cubicBezTo>
                  <a:lnTo>
                    <a:pt x="264988" y="63703"/>
                  </a:lnTo>
                  <a:cubicBezTo>
                    <a:pt x="278083" y="55552"/>
                    <a:pt x="306771" y="40095"/>
                    <a:pt x="341837" y="38323"/>
                  </a:cubicBezTo>
                  <a:lnTo>
                    <a:pt x="350646" y="17"/>
                  </a:lnTo>
                  <a:cubicBezTo>
                    <a:pt x="349886" y="17"/>
                    <a:pt x="349161" y="0"/>
                    <a:pt x="348418" y="0"/>
                  </a:cubicBezTo>
                  <a:cubicBezTo>
                    <a:pt x="296595" y="0"/>
                    <a:pt x="255623" y="23996"/>
                    <a:pt x="240519" y="34239"/>
                  </a:cubicBezTo>
                  <a:cubicBezTo>
                    <a:pt x="237617" y="36214"/>
                    <a:pt x="237549" y="36214"/>
                    <a:pt x="240469" y="34239"/>
                  </a:cubicBezTo>
                  <a:cubicBezTo>
                    <a:pt x="225366" y="23996"/>
                    <a:pt x="184427" y="0"/>
                    <a:pt x="132604" y="0"/>
                  </a:cubicBezTo>
                  <a:cubicBezTo>
                    <a:pt x="93083" y="0"/>
                    <a:pt x="55823" y="13787"/>
                    <a:pt x="22343" y="40989"/>
                  </a:cubicBezTo>
                  <a:cubicBezTo>
                    <a:pt x="17938" y="44618"/>
                    <a:pt x="15103" y="50051"/>
                    <a:pt x="15103" y="55806"/>
                  </a:cubicBezTo>
                  <a:lnTo>
                    <a:pt x="15103" y="115223"/>
                  </a:lnTo>
                  <a:lnTo>
                    <a:pt x="0" y="368972"/>
                  </a:lnTo>
                  <a:lnTo>
                    <a:pt x="477968" y="368972"/>
                  </a:lnTo>
                  <a:lnTo>
                    <a:pt x="465834" y="119711"/>
                  </a:lnTo>
                  <a:lnTo>
                    <a:pt x="465834" y="116218"/>
                  </a:lnTo>
                  <a:close/>
                  <a:moveTo>
                    <a:pt x="215916" y="330396"/>
                  </a:moveTo>
                  <a:cubicBezTo>
                    <a:pt x="188629" y="319494"/>
                    <a:pt x="160751" y="314010"/>
                    <a:pt x="133093" y="314010"/>
                  </a:cubicBezTo>
                  <a:cubicBezTo>
                    <a:pt x="99917" y="314010"/>
                    <a:pt x="72951" y="321975"/>
                    <a:pt x="53308" y="330024"/>
                  </a:cubicBezTo>
                  <a:lnTo>
                    <a:pt x="53308" y="65171"/>
                  </a:lnTo>
                  <a:cubicBezTo>
                    <a:pt x="78401" y="47233"/>
                    <a:pt x="104591" y="38171"/>
                    <a:pt x="132452" y="38171"/>
                  </a:cubicBezTo>
                  <a:cubicBezTo>
                    <a:pt x="170471" y="38171"/>
                    <a:pt x="202821" y="55080"/>
                    <a:pt x="215916" y="63720"/>
                  </a:cubicBezTo>
                  <a:lnTo>
                    <a:pt x="215916" y="33039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20342648" y="6542955"/>
              <a:ext cx="168750" cy="168750"/>
            </a:xfrm>
            <a:custGeom>
              <a:avLst/>
              <a:gdLst>
                <a:gd name="connsiteX0" fmla="*/ 176698 w 168750"/>
                <a:gd name="connsiteY0" fmla="*/ 59083 h 168750"/>
                <a:gd name="connsiteX1" fmla="*/ 176192 w 168750"/>
                <a:gd name="connsiteY1" fmla="*/ 37483 h 168750"/>
                <a:gd name="connsiteX2" fmla="*/ 141210 w 168750"/>
                <a:gd name="connsiteY2" fmla="*/ 4087 h 168750"/>
                <a:gd name="connsiteX3" fmla="*/ 130697 w 168750"/>
                <a:gd name="connsiteY3" fmla="*/ 3 h 168750"/>
                <a:gd name="connsiteX4" fmla="*/ 120403 w 168750"/>
                <a:gd name="connsiteY4" fmla="*/ 4560 h 168750"/>
                <a:gd name="connsiteX5" fmla="*/ 57662 w 168750"/>
                <a:gd name="connsiteY5" fmla="*/ 70254 h 168750"/>
                <a:gd name="connsiteX6" fmla="*/ 42171 w 168750"/>
                <a:gd name="connsiteY6" fmla="*/ 55455 h 168750"/>
                <a:gd name="connsiteX7" fmla="*/ 31134 w 168750"/>
                <a:gd name="connsiteY7" fmla="*/ 52805 h 168750"/>
                <a:gd name="connsiteX8" fmla="*/ 23372 w 168750"/>
                <a:gd name="connsiteY8" fmla="*/ 61108 h 168750"/>
                <a:gd name="connsiteX9" fmla="*/ 439 w 168750"/>
                <a:gd name="connsiteY9" fmla="*/ 161345 h 168750"/>
                <a:gd name="connsiteX10" fmla="*/ 5400 w 168750"/>
                <a:gd name="connsiteY10" fmla="*/ 177849 h 168750"/>
                <a:gd name="connsiteX11" fmla="*/ 22106 w 168750"/>
                <a:gd name="connsiteY11" fmla="*/ 182034 h 168750"/>
                <a:gd name="connsiteX12" fmla="*/ 116927 w 168750"/>
                <a:gd name="connsiteY12" fmla="*/ 155675 h 168750"/>
                <a:gd name="connsiteX13" fmla="*/ 126580 w 168750"/>
                <a:gd name="connsiteY13" fmla="*/ 145736 h 168750"/>
                <a:gd name="connsiteX14" fmla="*/ 122715 w 168750"/>
                <a:gd name="connsiteY14" fmla="*/ 132388 h 168750"/>
                <a:gd name="connsiteX15" fmla="*/ 114345 w 168750"/>
                <a:gd name="connsiteY15" fmla="*/ 124406 h 168750"/>
                <a:gd name="connsiteX16" fmla="*/ 176698 w 168750"/>
                <a:gd name="connsiteY16" fmla="*/ 59083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750" h="168750">
                  <a:moveTo>
                    <a:pt x="176698" y="59083"/>
                  </a:moveTo>
                  <a:cubicBezTo>
                    <a:pt x="182520" y="52974"/>
                    <a:pt x="182301" y="43305"/>
                    <a:pt x="176192" y="37483"/>
                  </a:cubicBezTo>
                  <a:lnTo>
                    <a:pt x="141210" y="4087"/>
                  </a:lnTo>
                  <a:cubicBezTo>
                    <a:pt x="138409" y="1387"/>
                    <a:pt x="134595" y="-81"/>
                    <a:pt x="130697" y="3"/>
                  </a:cubicBezTo>
                  <a:cubicBezTo>
                    <a:pt x="126816" y="88"/>
                    <a:pt x="123086" y="1742"/>
                    <a:pt x="120403" y="4560"/>
                  </a:cubicBezTo>
                  <a:lnTo>
                    <a:pt x="57662" y="70254"/>
                  </a:lnTo>
                  <a:lnTo>
                    <a:pt x="42171" y="55455"/>
                  </a:lnTo>
                  <a:cubicBezTo>
                    <a:pt x="39234" y="52653"/>
                    <a:pt x="35016" y="51641"/>
                    <a:pt x="31134" y="52805"/>
                  </a:cubicBezTo>
                  <a:cubicBezTo>
                    <a:pt x="27253" y="53970"/>
                    <a:pt x="24283" y="57142"/>
                    <a:pt x="23372" y="61108"/>
                  </a:cubicBezTo>
                  <a:lnTo>
                    <a:pt x="439" y="161345"/>
                  </a:lnTo>
                  <a:cubicBezTo>
                    <a:pt x="-928" y="167336"/>
                    <a:pt x="945" y="173597"/>
                    <a:pt x="5400" y="177849"/>
                  </a:cubicBezTo>
                  <a:cubicBezTo>
                    <a:pt x="9855" y="182102"/>
                    <a:pt x="16217" y="183688"/>
                    <a:pt x="22106" y="182034"/>
                  </a:cubicBezTo>
                  <a:lnTo>
                    <a:pt x="116927" y="155675"/>
                  </a:lnTo>
                  <a:cubicBezTo>
                    <a:pt x="121669" y="154342"/>
                    <a:pt x="125398" y="150545"/>
                    <a:pt x="126580" y="145736"/>
                  </a:cubicBezTo>
                  <a:cubicBezTo>
                    <a:pt x="127795" y="140927"/>
                    <a:pt x="126309" y="135830"/>
                    <a:pt x="122715" y="132388"/>
                  </a:cubicBezTo>
                  <a:lnTo>
                    <a:pt x="114345" y="124406"/>
                  </a:lnTo>
                  <a:lnTo>
                    <a:pt x="176698" y="5908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34" name="图形 151"/>
          <p:cNvSpPr/>
          <p:nvPr/>
        </p:nvSpPr>
        <p:spPr>
          <a:xfrm>
            <a:off x="2096126" y="3175504"/>
            <a:ext cx="523125" cy="506250"/>
          </a:xfrm>
          <a:custGeom>
            <a:avLst/>
            <a:gdLst>
              <a:gd name="connsiteX0" fmla="*/ 537317 w 523125"/>
              <a:gd name="connsiteY0" fmla="*/ 251106 h 506250"/>
              <a:gd name="connsiteX1" fmla="*/ 528711 w 523125"/>
              <a:gd name="connsiteY1" fmla="*/ 242939 h 506250"/>
              <a:gd name="connsiteX2" fmla="*/ 305151 w 523125"/>
              <a:gd name="connsiteY2" fmla="*/ 228561 h 506250"/>
              <a:gd name="connsiteX3" fmla="*/ 360805 w 523125"/>
              <a:gd name="connsiteY3" fmla="*/ 11616 h 506250"/>
              <a:gd name="connsiteX4" fmla="*/ 355742 w 523125"/>
              <a:gd name="connsiteY4" fmla="*/ 867 h 506250"/>
              <a:gd name="connsiteX5" fmla="*/ 344234 w 523125"/>
              <a:gd name="connsiteY5" fmla="*/ 3888 h 506250"/>
              <a:gd name="connsiteX6" fmla="*/ 282336 w 523125"/>
              <a:gd name="connsiteY6" fmla="*/ 90726 h 506250"/>
              <a:gd name="connsiteX7" fmla="*/ 233466 w 523125"/>
              <a:gd name="connsiteY7" fmla="*/ 219483 h 506250"/>
              <a:gd name="connsiteX8" fmla="*/ 233027 w 523125"/>
              <a:gd name="connsiteY8" fmla="*/ 223904 h 506250"/>
              <a:gd name="connsiteX9" fmla="*/ 164430 w 523125"/>
              <a:gd name="connsiteY9" fmla="*/ 219483 h 506250"/>
              <a:gd name="connsiteX10" fmla="*/ 88392 w 523125"/>
              <a:gd name="connsiteY10" fmla="*/ 153130 h 506250"/>
              <a:gd name="connsiteX11" fmla="*/ 169 w 523125"/>
              <a:gd name="connsiteY11" fmla="*/ 230688 h 506250"/>
              <a:gd name="connsiteX12" fmla="*/ 77727 w 523125"/>
              <a:gd name="connsiteY12" fmla="*/ 318910 h 506250"/>
              <a:gd name="connsiteX13" fmla="*/ 83110 w 523125"/>
              <a:gd name="connsiteY13" fmla="*/ 319096 h 506250"/>
              <a:gd name="connsiteX14" fmla="*/ 158288 w 523125"/>
              <a:gd name="connsiteY14" fmla="*/ 271171 h 506250"/>
              <a:gd name="connsiteX15" fmla="*/ 226497 w 523125"/>
              <a:gd name="connsiteY15" fmla="*/ 285700 h 506250"/>
              <a:gd name="connsiteX16" fmla="*/ 219156 w 523125"/>
              <a:gd name="connsiteY16" fmla="*/ 355006 h 506250"/>
              <a:gd name="connsiteX17" fmla="*/ 148787 w 523125"/>
              <a:gd name="connsiteY17" fmla="*/ 416819 h 506250"/>
              <a:gd name="connsiteX18" fmla="*/ 157765 w 523125"/>
              <a:gd name="connsiteY18" fmla="*/ 479746 h 506250"/>
              <a:gd name="connsiteX19" fmla="*/ 208592 w 523125"/>
              <a:gd name="connsiteY19" fmla="*/ 517883 h 506250"/>
              <a:gd name="connsiteX20" fmla="*/ 229281 w 523125"/>
              <a:gd name="connsiteY20" fmla="*/ 520516 h 506250"/>
              <a:gd name="connsiteX21" fmla="*/ 309707 w 523125"/>
              <a:gd name="connsiteY21" fmla="*/ 458061 h 506250"/>
              <a:gd name="connsiteX22" fmla="*/ 270136 w 523125"/>
              <a:gd name="connsiteY22" fmla="*/ 365181 h 506250"/>
              <a:gd name="connsiteX23" fmla="*/ 287230 w 523125"/>
              <a:gd name="connsiteY23" fmla="*/ 298626 h 506250"/>
              <a:gd name="connsiteX24" fmla="*/ 291584 w 523125"/>
              <a:gd name="connsiteY24" fmla="*/ 299538 h 506250"/>
              <a:gd name="connsiteX25" fmla="*/ 429149 w 523125"/>
              <a:gd name="connsiteY25" fmla="*/ 293041 h 506250"/>
              <a:gd name="connsiteX26" fmla="*/ 530888 w 523125"/>
              <a:gd name="connsiteY26" fmla="*/ 261080 h 506250"/>
              <a:gd name="connsiteX27" fmla="*/ 537317 w 523125"/>
              <a:gd name="connsiteY27" fmla="*/ 251106 h 506250"/>
              <a:gd name="connsiteX28" fmla="*/ 128740 w 523125"/>
              <a:gd name="connsiteY28" fmla="*/ 238956 h 506250"/>
              <a:gd name="connsiteX29" fmla="*/ 80106 w 523125"/>
              <a:gd name="connsiteY29" fmla="*/ 281684 h 506250"/>
              <a:gd name="connsiteX30" fmla="*/ 37362 w 523125"/>
              <a:gd name="connsiteY30" fmla="*/ 233084 h 506250"/>
              <a:gd name="connsiteX31" fmla="*/ 83059 w 523125"/>
              <a:gd name="connsiteY31" fmla="*/ 190238 h 506250"/>
              <a:gd name="connsiteX32" fmla="*/ 85979 w 523125"/>
              <a:gd name="connsiteY32" fmla="*/ 190339 h 506250"/>
              <a:gd name="connsiteX33" fmla="*/ 128740 w 523125"/>
              <a:gd name="connsiteY33" fmla="*/ 238956 h 506250"/>
              <a:gd name="connsiteX34" fmla="*/ 273595 w 523125"/>
              <a:gd name="connsiteY34" fmla="*/ 448797 h 506250"/>
              <a:gd name="connsiteX35" fmla="*/ 217891 w 523125"/>
              <a:gd name="connsiteY35" fmla="*/ 481754 h 506250"/>
              <a:gd name="connsiteX36" fmla="*/ 189861 w 523125"/>
              <a:gd name="connsiteY36" fmla="*/ 460728 h 506250"/>
              <a:gd name="connsiteX37" fmla="*/ 184900 w 523125"/>
              <a:gd name="connsiteY37" fmla="*/ 426066 h 506250"/>
              <a:gd name="connsiteX38" fmla="*/ 229197 w 523125"/>
              <a:gd name="connsiteY38" fmla="*/ 391624 h 506250"/>
              <a:gd name="connsiteX39" fmla="*/ 240621 w 523125"/>
              <a:gd name="connsiteY39" fmla="*/ 393076 h 506250"/>
              <a:gd name="connsiteX40" fmla="*/ 273595 w 523125"/>
              <a:gd name="connsiteY40" fmla="*/ 448797 h 506250"/>
              <a:gd name="connsiteX41" fmla="*/ 268465 w 523125"/>
              <a:gd name="connsiteY41" fmla="*/ 275946 h 506250"/>
              <a:gd name="connsiteX42" fmla="*/ 248552 w 523125"/>
              <a:gd name="connsiteY42" fmla="*/ 255966 h 506250"/>
              <a:gd name="connsiteX43" fmla="*/ 268465 w 523125"/>
              <a:gd name="connsiteY43" fmla="*/ 236003 h 506250"/>
              <a:gd name="connsiteX44" fmla="*/ 288462 w 523125"/>
              <a:gd name="connsiteY44" fmla="*/ 255966 h 506250"/>
              <a:gd name="connsiteX45" fmla="*/ 268465 w 523125"/>
              <a:gd name="connsiteY45" fmla="*/ 275946 h 50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23125" h="506250">
                <a:moveTo>
                  <a:pt x="537317" y="251106"/>
                </a:moveTo>
                <a:cubicBezTo>
                  <a:pt x="536761" y="246651"/>
                  <a:pt x="533149" y="243226"/>
                  <a:pt x="528711" y="242939"/>
                </a:cubicBezTo>
                <a:lnTo>
                  <a:pt x="305151" y="228561"/>
                </a:lnTo>
                <a:lnTo>
                  <a:pt x="360805" y="11616"/>
                </a:lnTo>
                <a:cubicBezTo>
                  <a:pt x="361902" y="7279"/>
                  <a:pt x="359792" y="2791"/>
                  <a:pt x="355742" y="867"/>
                </a:cubicBezTo>
                <a:cubicBezTo>
                  <a:pt x="351676" y="-1006"/>
                  <a:pt x="346832" y="226"/>
                  <a:pt x="344234" y="3888"/>
                </a:cubicBezTo>
                <a:lnTo>
                  <a:pt x="282336" y="90726"/>
                </a:lnTo>
                <a:cubicBezTo>
                  <a:pt x="255235" y="128729"/>
                  <a:pt x="238394" y="173093"/>
                  <a:pt x="233466" y="219483"/>
                </a:cubicBezTo>
                <a:lnTo>
                  <a:pt x="233027" y="223904"/>
                </a:lnTo>
                <a:lnTo>
                  <a:pt x="164430" y="219483"/>
                </a:lnTo>
                <a:cubicBezTo>
                  <a:pt x="157157" y="183674"/>
                  <a:pt x="126597" y="155577"/>
                  <a:pt x="88392" y="153130"/>
                </a:cubicBezTo>
                <a:cubicBezTo>
                  <a:pt x="42509" y="150261"/>
                  <a:pt x="3105" y="185345"/>
                  <a:pt x="169" y="230688"/>
                </a:cubicBezTo>
                <a:cubicBezTo>
                  <a:pt x="-2733" y="276335"/>
                  <a:pt x="32046" y="315940"/>
                  <a:pt x="77727" y="318910"/>
                </a:cubicBezTo>
                <a:cubicBezTo>
                  <a:pt x="79515" y="319045"/>
                  <a:pt x="81304" y="319096"/>
                  <a:pt x="83110" y="319096"/>
                </a:cubicBezTo>
                <a:cubicBezTo>
                  <a:pt x="116134" y="319096"/>
                  <a:pt x="144990" y="299555"/>
                  <a:pt x="158288" y="271171"/>
                </a:cubicBezTo>
                <a:lnTo>
                  <a:pt x="226497" y="285700"/>
                </a:lnTo>
                <a:lnTo>
                  <a:pt x="219156" y="355006"/>
                </a:lnTo>
                <a:cubicBezTo>
                  <a:pt x="185558" y="359056"/>
                  <a:pt x="157343" y="383339"/>
                  <a:pt x="148787" y="416819"/>
                </a:cubicBezTo>
                <a:cubicBezTo>
                  <a:pt x="143269" y="438284"/>
                  <a:pt x="146459" y="460677"/>
                  <a:pt x="157765" y="479746"/>
                </a:cubicBezTo>
                <a:cubicBezTo>
                  <a:pt x="169071" y="498815"/>
                  <a:pt x="187127" y="512399"/>
                  <a:pt x="208592" y="517883"/>
                </a:cubicBezTo>
                <a:cubicBezTo>
                  <a:pt x="215376" y="519638"/>
                  <a:pt x="222346" y="520516"/>
                  <a:pt x="229281" y="520516"/>
                </a:cubicBezTo>
                <a:cubicBezTo>
                  <a:pt x="267199" y="520516"/>
                  <a:pt x="300241" y="494849"/>
                  <a:pt x="309707" y="458061"/>
                </a:cubicBezTo>
                <a:cubicBezTo>
                  <a:pt x="319191" y="420987"/>
                  <a:pt x="301996" y="383204"/>
                  <a:pt x="270136" y="365181"/>
                </a:cubicBezTo>
                <a:lnTo>
                  <a:pt x="287230" y="298626"/>
                </a:lnTo>
                <a:lnTo>
                  <a:pt x="291584" y="299538"/>
                </a:lnTo>
                <a:cubicBezTo>
                  <a:pt x="337264" y="309258"/>
                  <a:pt x="384599" y="307013"/>
                  <a:pt x="429149" y="293041"/>
                </a:cubicBezTo>
                <a:lnTo>
                  <a:pt x="530888" y="261080"/>
                </a:lnTo>
                <a:cubicBezTo>
                  <a:pt x="535124" y="259696"/>
                  <a:pt x="537857" y="255511"/>
                  <a:pt x="537317" y="251106"/>
                </a:cubicBezTo>
                <a:close/>
                <a:moveTo>
                  <a:pt x="128740" y="238956"/>
                </a:moveTo>
                <a:cubicBezTo>
                  <a:pt x="127154" y="263982"/>
                  <a:pt x="105722" y="283574"/>
                  <a:pt x="80106" y="281684"/>
                </a:cubicBezTo>
                <a:cubicBezTo>
                  <a:pt x="54945" y="280064"/>
                  <a:pt x="35759" y="258261"/>
                  <a:pt x="37362" y="233084"/>
                </a:cubicBezTo>
                <a:cubicBezTo>
                  <a:pt x="38948" y="209071"/>
                  <a:pt x="58995" y="190238"/>
                  <a:pt x="83059" y="190238"/>
                </a:cubicBezTo>
                <a:cubicBezTo>
                  <a:pt x="84038" y="190238"/>
                  <a:pt x="85000" y="190272"/>
                  <a:pt x="85979" y="190339"/>
                </a:cubicBezTo>
                <a:cubicBezTo>
                  <a:pt x="111207" y="191943"/>
                  <a:pt x="130377" y="213762"/>
                  <a:pt x="128740" y="238956"/>
                </a:cubicBezTo>
                <a:close/>
                <a:moveTo>
                  <a:pt x="273595" y="448797"/>
                </a:moveTo>
                <a:cubicBezTo>
                  <a:pt x="267469" y="472793"/>
                  <a:pt x="242241" y="488048"/>
                  <a:pt x="217891" y="481754"/>
                </a:cubicBezTo>
                <a:cubicBezTo>
                  <a:pt x="206044" y="478716"/>
                  <a:pt x="196088" y="471275"/>
                  <a:pt x="189861" y="460728"/>
                </a:cubicBezTo>
                <a:cubicBezTo>
                  <a:pt x="183651" y="450214"/>
                  <a:pt x="181862" y="437879"/>
                  <a:pt x="184900" y="426066"/>
                </a:cubicBezTo>
                <a:cubicBezTo>
                  <a:pt x="190097" y="405799"/>
                  <a:pt x="208322" y="391624"/>
                  <a:pt x="229197" y="391624"/>
                </a:cubicBezTo>
                <a:cubicBezTo>
                  <a:pt x="233044" y="391624"/>
                  <a:pt x="236875" y="392097"/>
                  <a:pt x="240621" y="393076"/>
                </a:cubicBezTo>
                <a:cubicBezTo>
                  <a:pt x="265073" y="399353"/>
                  <a:pt x="279856" y="424328"/>
                  <a:pt x="273595" y="448797"/>
                </a:cubicBezTo>
                <a:close/>
                <a:moveTo>
                  <a:pt x="268465" y="275946"/>
                </a:moveTo>
                <a:cubicBezTo>
                  <a:pt x="257479" y="275946"/>
                  <a:pt x="248552" y="267036"/>
                  <a:pt x="248552" y="255966"/>
                </a:cubicBezTo>
                <a:cubicBezTo>
                  <a:pt x="248552" y="244947"/>
                  <a:pt x="257479" y="236003"/>
                  <a:pt x="268465" y="236003"/>
                </a:cubicBezTo>
                <a:cubicBezTo>
                  <a:pt x="279501" y="236003"/>
                  <a:pt x="288462" y="244947"/>
                  <a:pt x="288462" y="255966"/>
                </a:cubicBezTo>
                <a:cubicBezTo>
                  <a:pt x="288462" y="267036"/>
                  <a:pt x="279501" y="275946"/>
                  <a:pt x="268465" y="275946"/>
                </a:cubicBez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35" name="组合 134"/>
          <p:cNvGrpSpPr/>
          <p:nvPr/>
        </p:nvGrpSpPr>
        <p:grpSpPr>
          <a:xfrm>
            <a:off x="3238934" y="3195003"/>
            <a:ext cx="540000" cy="467252"/>
            <a:chOff x="22143600" y="6585703"/>
            <a:chExt cx="540000" cy="467252"/>
          </a:xfrm>
          <a:solidFill>
            <a:schemeClr val="accent1"/>
          </a:solidFill>
        </p:grpSpPr>
        <p:sp>
          <p:nvSpPr>
            <p:cNvPr id="136" name="任意多边形: 形状 135"/>
            <p:cNvSpPr/>
            <p:nvPr/>
          </p:nvSpPr>
          <p:spPr>
            <a:xfrm>
              <a:off x="22143600" y="7019205"/>
              <a:ext cx="540000" cy="33750"/>
            </a:xfrm>
            <a:custGeom>
              <a:avLst/>
              <a:gdLst>
                <a:gd name="connsiteX0" fmla="*/ 51 w 540000"/>
                <a:gd name="connsiteY0" fmla="*/ 37395 h 33750"/>
                <a:gd name="connsiteX1" fmla="*/ 540101 w 540000"/>
                <a:gd name="connsiteY1" fmla="*/ 37395 h 33750"/>
                <a:gd name="connsiteX2" fmla="*/ 540101 w 540000"/>
                <a:gd name="connsiteY2" fmla="*/ 18259 h 33750"/>
                <a:gd name="connsiteX3" fmla="*/ 521826 w 540000"/>
                <a:gd name="connsiteY3" fmla="*/ 0 h 33750"/>
                <a:gd name="connsiteX4" fmla="*/ 18259 w 540000"/>
                <a:gd name="connsiteY4" fmla="*/ 0 h 33750"/>
                <a:gd name="connsiteX5" fmla="*/ 5316 w 540000"/>
                <a:gd name="connsiteY5" fmla="*/ 5349 h 33750"/>
                <a:gd name="connsiteX6" fmla="*/ 0 w 540000"/>
                <a:gd name="connsiteY6" fmla="*/ 18343 h 33750"/>
                <a:gd name="connsiteX7" fmla="*/ 51 w 540000"/>
                <a:gd name="connsiteY7" fmla="*/ 37395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000" h="33750">
                  <a:moveTo>
                    <a:pt x="51" y="37395"/>
                  </a:moveTo>
                  <a:lnTo>
                    <a:pt x="540101" y="37395"/>
                  </a:lnTo>
                  <a:lnTo>
                    <a:pt x="540101" y="18259"/>
                  </a:lnTo>
                  <a:cubicBezTo>
                    <a:pt x="540101" y="8151"/>
                    <a:pt x="531934" y="0"/>
                    <a:pt x="521826" y="0"/>
                  </a:cubicBezTo>
                  <a:lnTo>
                    <a:pt x="18259" y="0"/>
                  </a:lnTo>
                  <a:cubicBezTo>
                    <a:pt x="13399" y="0"/>
                    <a:pt x="8758" y="1924"/>
                    <a:pt x="5316" y="5349"/>
                  </a:cubicBezTo>
                  <a:cubicBezTo>
                    <a:pt x="1907" y="8826"/>
                    <a:pt x="-17" y="13483"/>
                    <a:pt x="0" y="18343"/>
                  </a:cubicBezTo>
                  <a:cubicBezTo>
                    <a:pt x="34" y="28536"/>
                    <a:pt x="51" y="37395"/>
                    <a:pt x="51" y="3739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22144475" y="6585703"/>
              <a:ext cx="523125" cy="405000"/>
            </a:xfrm>
            <a:custGeom>
              <a:avLst/>
              <a:gdLst>
                <a:gd name="connsiteX0" fmla="*/ 520090 w 523125"/>
                <a:gd name="connsiteY0" fmla="*/ 414467 h 405000"/>
                <a:gd name="connsiteX1" fmla="*/ 533286 w 523125"/>
                <a:gd name="connsiteY1" fmla="*/ 408763 h 405000"/>
                <a:gd name="connsiteX2" fmla="*/ 538282 w 523125"/>
                <a:gd name="connsiteY2" fmla="*/ 395280 h 405000"/>
                <a:gd name="connsiteX3" fmla="*/ 521136 w 523125"/>
                <a:gd name="connsiteY3" fmla="*/ 53781 h 405000"/>
                <a:gd name="connsiteX4" fmla="*/ 515466 w 523125"/>
                <a:gd name="connsiteY4" fmla="*/ 45394 h 405000"/>
                <a:gd name="connsiteX5" fmla="*/ 393511 w 523125"/>
                <a:gd name="connsiteY5" fmla="*/ 0 h 405000"/>
                <a:gd name="connsiteX6" fmla="*/ 271353 w 523125"/>
                <a:gd name="connsiteY6" fmla="*/ 39707 h 405000"/>
                <a:gd name="connsiteX7" fmla="*/ 149178 w 523125"/>
                <a:gd name="connsiteY7" fmla="*/ 68 h 405000"/>
                <a:gd name="connsiteX8" fmla="*/ 27222 w 523125"/>
                <a:gd name="connsiteY8" fmla="*/ 45394 h 405000"/>
                <a:gd name="connsiteX9" fmla="*/ 20793 w 523125"/>
                <a:gd name="connsiteY9" fmla="*/ 58843 h 405000"/>
                <a:gd name="connsiteX10" fmla="*/ 36 w 523125"/>
                <a:gd name="connsiteY10" fmla="*/ 396799 h 405000"/>
                <a:gd name="connsiteX11" fmla="*/ 4998 w 523125"/>
                <a:gd name="connsiteY11" fmla="*/ 410468 h 405000"/>
                <a:gd name="connsiteX12" fmla="*/ 18346 w 523125"/>
                <a:gd name="connsiteY12" fmla="*/ 416188 h 405000"/>
                <a:gd name="connsiteX13" fmla="*/ 520090 w 523125"/>
                <a:gd name="connsiteY13" fmla="*/ 414467 h 405000"/>
                <a:gd name="connsiteX14" fmla="*/ 248690 w 523125"/>
                <a:gd name="connsiteY14" fmla="*/ 376211 h 405000"/>
                <a:gd name="connsiteX15" fmla="*/ 150612 w 523125"/>
                <a:gd name="connsiteY15" fmla="*/ 355607 h 405000"/>
                <a:gd name="connsiteX16" fmla="*/ 55960 w 523125"/>
                <a:gd name="connsiteY16" fmla="*/ 375908 h 405000"/>
                <a:gd name="connsiteX17" fmla="*/ 55960 w 523125"/>
                <a:gd name="connsiteY17" fmla="*/ 67618 h 405000"/>
                <a:gd name="connsiteX18" fmla="*/ 149903 w 523125"/>
                <a:gd name="connsiteY18" fmla="*/ 34965 h 405000"/>
                <a:gd name="connsiteX19" fmla="*/ 248690 w 523125"/>
                <a:gd name="connsiteY19" fmla="*/ 65796 h 405000"/>
                <a:gd name="connsiteX20" fmla="*/ 248690 w 523125"/>
                <a:gd name="connsiteY20" fmla="*/ 376211 h 405000"/>
                <a:gd name="connsiteX21" fmla="*/ 487454 w 523125"/>
                <a:gd name="connsiteY21" fmla="*/ 375908 h 405000"/>
                <a:gd name="connsiteX22" fmla="*/ 392819 w 523125"/>
                <a:gd name="connsiteY22" fmla="*/ 355607 h 405000"/>
                <a:gd name="connsiteX23" fmla="*/ 294741 w 523125"/>
                <a:gd name="connsiteY23" fmla="*/ 376211 h 405000"/>
                <a:gd name="connsiteX24" fmla="*/ 294741 w 523125"/>
                <a:gd name="connsiteY24" fmla="*/ 65796 h 405000"/>
                <a:gd name="connsiteX25" fmla="*/ 393528 w 523125"/>
                <a:gd name="connsiteY25" fmla="*/ 34965 h 405000"/>
                <a:gd name="connsiteX26" fmla="*/ 487437 w 523125"/>
                <a:gd name="connsiteY26" fmla="*/ 67618 h 405000"/>
                <a:gd name="connsiteX27" fmla="*/ 487437 w 523125"/>
                <a:gd name="connsiteY27" fmla="*/ 375908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3125" h="405000">
                  <a:moveTo>
                    <a:pt x="520090" y="414467"/>
                  </a:moveTo>
                  <a:cubicBezTo>
                    <a:pt x="525085" y="414433"/>
                    <a:pt x="529844" y="412391"/>
                    <a:pt x="533286" y="408763"/>
                  </a:cubicBezTo>
                  <a:cubicBezTo>
                    <a:pt x="536712" y="405135"/>
                    <a:pt x="538535" y="400258"/>
                    <a:pt x="538282" y="395280"/>
                  </a:cubicBezTo>
                  <a:lnTo>
                    <a:pt x="521136" y="53781"/>
                  </a:lnTo>
                  <a:cubicBezTo>
                    <a:pt x="520141" y="50895"/>
                    <a:pt x="518200" y="47621"/>
                    <a:pt x="515466" y="45394"/>
                  </a:cubicBezTo>
                  <a:cubicBezTo>
                    <a:pt x="478325" y="15221"/>
                    <a:pt x="437285" y="0"/>
                    <a:pt x="393511" y="0"/>
                  </a:cubicBezTo>
                  <a:cubicBezTo>
                    <a:pt x="332896" y="0"/>
                    <a:pt x="285730" y="29582"/>
                    <a:pt x="271353" y="39707"/>
                  </a:cubicBezTo>
                  <a:cubicBezTo>
                    <a:pt x="256958" y="29582"/>
                    <a:pt x="209776" y="68"/>
                    <a:pt x="149178" y="68"/>
                  </a:cubicBezTo>
                  <a:cubicBezTo>
                    <a:pt x="105404" y="68"/>
                    <a:pt x="64313" y="15154"/>
                    <a:pt x="27222" y="45394"/>
                  </a:cubicBezTo>
                  <a:cubicBezTo>
                    <a:pt x="21198" y="50321"/>
                    <a:pt x="20810" y="58219"/>
                    <a:pt x="20793" y="58843"/>
                  </a:cubicBezTo>
                  <a:lnTo>
                    <a:pt x="36" y="396799"/>
                  </a:lnTo>
                  <a:cubicBezTo>
                    <a:pt x="-284" y="401861"/>
                    <a:pt x="1521" y="406806"/>
                    <a:pt x="4998" y="410468"/>
                  </a:cubicBezTo>
                  <a:cubicBezTo>
                    <a:pt x="8457" y="414129"/>
                    <a:pt x="13300" y="416205"/>
                    <a:pt x="18346" y="416188"/>
                  </a:cubicBezTo>
                  <a:cubicBezTo>
                    <a:pt x="102771" y="415918"/>
                    <a:pt x="436340" y="414754"/>
                    <a:pt x="520090" y="414467"/>
                  </a:cubicBezTo>
                  <a:close/>
                  <a:moveTo>
                    <a:pt x="248690" y="376211"/>
                  </a:moveTo>
                  <a:cubicBezTo>
                    <a:pt x="214180" y="362543"/>
                    <a:pt x="183316" y="355607"/>
                    <a:pt x="150612" y="355607"/>
                  </a:cubicBezTo>
                  <a:cubicBezTo>
                    <a:pt x="110180" y="355607"/>
                    <a:pt x="76109" y="366204"/>
                    <a:pt x="55960" y="375908"/>
                  </a:cubicBezTo>
                  <a:lnTo>
                    <a:pt x="55960" y="67618"/>
                  </a:lnTo>
                  <a:cubicBezTo>
                    <a:pt x="84732" y="45951"/>
                    <a:pt x="116795" y="34965"/>
                    <a:pt x="149903" y="34965"/>
                  </a:cubicBezTo>
                  <a:cubicBezTo>
                    <a:pt x="195837" y="34965"/>
                    <a:pt x="231443" y="56194"/>
                    <a:pt x="248690" y="65796"/>
                  </a:cubicBezTo>
                  <a:lnTo>
                    <a:pt x="248690" y="376211"/>
                  </a:lnTo>
                  <a:close/>
                  <a:moveTo>
                    <a:pt x="487454" y="375908"/>
                  </a:moveTo>
                  <a:cubicBezTo>
                    <a:pt x="464470" y="366204"/>
                    <a:pt x="433235" y="355607"/>
                    <a:pt x="392819" y="355607"/>
                  </a:cubicBezTo>
                  <a:cubicBezTo>
                    <a:pt x="360115" y="355607"/>
                    <a:pt x="326365" y="362543"/>
                    <a:pt x="294741" y="376211"/>
                  </a:cubicBezTo>
                  <a:lnTo>
                    <a:pt x="294741" y="65796"/>
                  </a:lnTo>
                  <a:cubicBezTo>
                    <a:pt x="309153" y="56194"/>
                    <a:pt x="347611" y="34965"/>
                    <a:pt x="393528" y="34965"/>
                  </a:cubicBezTo>
                  <a:cubicBezTo>
                    <a:pt x="426620" y="34965"/>
                    <a:pt x="458665" y="45951"/>
                    <a:pt x="487437" y="67618"/>
                  </a:cubicBezTo>
                  <a:lnTo>
                    <a:pt x="487437" y="37590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51" name="图形 185"/>
          <p:cNvSpPr/>
          <p:nvPr/>
        </p:nvSpPr>
        <p:spPr>
          <a:xfrm>
            <a:off x="4398617" y="3167067"/>
            <a:ext cx="388125" cy="523125"/>
          </a:xfrm>
          <a:custGeom>
            <a:avLst/>
            <a:gdLst>
              <a:gd name="connsiteX0" fmla="*/ 398064 w 388125"/>
              <a:gd name="connsiteY0" fmla="*/ 56903 h 523125"/>
              <a:gd name="connsiteX1" fmla="*/ 340706 w 388125"/>
              <a:gd name="connsiteY1" fmla="*/ 0 h 523125"/>
              <a:gd name="connsiteX2" fmla="*/ 59282 w 388125"/>
              <a:gd name="connsiteY2" fmla="*/ 0 h 523125"/>
              <a:gd name="connsiteX3" fmla="*/ 0 w 388125"/>
              <a:gd name="connsiteY3" fmla="*/ 56903 h 523125"/>
              <a:gd name="connsiteX4" fmla="*/ 0 w 388125"/>
              <a:gd name="connsiteY4" fmla="*/ 475791 h 523125"/>
              <a:gd name="connsiteX5" fmla="*/ 59282 w 388125"/>
              <a:gd name="connsiteY5" fmla="*/ 535545 h 523125"/>
              <a:gd name="connsiteX6" fmla="*/ 340706 w 388125"/>
              <a:gd name="connsiteY6" fmla="*/ 535545 h 523125"/>
              <a:gd name="connsiteX7" fmla="*/ 398064 w 388125"/>
              <a:gd name="connsiteY7" fmla="*/ 475791 h 523125"/>
              <a:gd name="connsiteX8" fmla="*/ 398064 w 388125"/>
              <a:gd name="connsiteY8" fmla="*/ 56903 h 523125"/>
              <a:gd name="connsiteX9" fmla="*/ 130899 w 388125"/>
              <a:gd name="connsiteY9" fmla="*/ 108827 h 523125"/>
              <a:gd name="connsiteX10" fmla="*/ 180428 w 388125"/>
              <a:gd name="connsiteY10" fmla="*/ 108827 h 523125"/>
              <a:gd name="connsiteX11" fmla="*/ 180428 w 388125"/>
              <a:gd name="connsiteY11" fmla="*/ 73322 h 523125"/>
              <a:gd name="connsiteX12" fmla="*/ 200458 w 388125"/>
              <a:gd name="connsiteY12" fmla="*/ 52802 h 523125"/>
              <a:gd name="connsiteX13" fmla="*/ 220523 w 388125"/>
              <a:gd name="connsiteY13" fmla="*/ 73322 h 523125"/>
              <a:gd name="connsiteX14" fmla="*/ 220523 w 388125"/>
              <a:gd name="connsiteY14" fmla="*/ 108827 h 523125"/>
              <a:gd name="connsiteX15" fmla="*/ 269207 w 388125"/>
              <a:gd name="connsiteY15" fmla="*/ 108827 h 523125"/>
              <a:gd name="connsiteX16" fmla="*/ 289744 w 388125"/>
              <a:gd name="connsiteY16" fmla="*/ 130309 h 523125"/>
              <a:gd name="connsiteX17" fmla="*/ 269207 w 388125"/>
              <a:gd name="connsiteY17" fmla="*/ 151808 h 523125"/>
              <a:gd name="connsiteX18" fmla="*/ 220523 w 388125"/>
              <a:gd name="connsiteY18" fmla="*/ 151808 h 523125"/>
              <a:gd name="connsiteX19" fmla="*/ 220523 w 388125"/>
              <a:gd name="connsiteY19" fmla="*/ 275856 h 523125"/>
              <a:gd name="connsiteX20" fmla="*/ 200458 w 388125"/>
              <a:gd name="connsiteY20" fmla="*/ 296409 h 523125"/>
              <a:gd name="connsiteX21" fmla="*/ 180428 w 388125"/>
              <a:gd name="connsiteY21" fmla="*/ 275856 h 523125"/>
              <a:gd name="connsiteX22" fmla="*/ 180428 w 388125"/>
              <a:gd name="connsiteY22" fmla="*/ 151808 h 523125"/>
              <a:gd name="connsiteX23" fmla="*/ 130899 w 388125"/>
              <a:gd name="connsiteY23" fmla="*/ 151808 h 523125"/>
              <a:gd name="connsiteX24" fmla="*/ 110363 w 388125"/>
              <a:gd name="connsiteY24" fmla="*/ 130309 h 523125"/>
              <a:gd name="connsiteX25" fmla="*/ 130899 w 388125"/>
              <a:gd name="connsiteY25" fmla="*/ 108827 h 523125"/>
              <a:gd name="connsiteX26" fmla="*/ 357986 w 388125"/>
              <a:gd name="connsiteY26" fmla="*/ 472719 h 523125"/>
              <a:gd name="connsiteX27" fmla="*/ 338108 w 388125"/>
              <a:gd name="connsiteY27" fmla="*/ 492632 h 523125"/>
              <a:gd name="connsiteX28" fmla="*/ 62826 w 388125"/>
              <a:gd name="connsiteY28" fmla="*/ 492632 h 523125"/>
              <a:gd name="connsiteX29" fmla="*/ 42947 w 388125"/>
              <a:gd name="connsiteY29" fmla="*/ 472719 h 523125"/>
              <a:gd name="connsiteX30" fmla="*/ 42947 w 388125"/>
              <a:gd name="connsiteY30" fmla="*/ 452351 h 523125"/>
              <a:gd name="connsiteX31" fmla="*/ 62826 w 388125"/>
              <a:gd name="connsiteY31" fmla="*/ 432456 h 523125"/>
              <a:gd name="connsiteX32" fmla="*/ 338108 w 388125"/>
              <a:gd name="connsiteY32" fmla="*/ 432456 h 523125"/>
              <a:gd name="connsiteX33" fmla="*/ 357986 w 388125"/>
              <a:gd name="connsiteY33" fmla="*/ 452351 h 523125"/>
              <a:gd name="connsiteX34" fmla="*/ 357986 w 388125"/>
              <a:gd name="connsiteY34" fmla="*/ 472719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88125" h="523125">
                <a:moveTo>
                  <a:pt x="398064" y="56903"/>
                </a:moveTo>
                <a:cubicBezTo>
                  <a:pt x="398064" y="24688"/>
                  <a:pt x="372904" y="0"/>
                  <a:pt x="340706" y="0"/>
                </a:cubicBezTo>
                <a:lnTo>
                  <a:pt x="59282" y="0"/>
                </a:lnTo>
                <a:cubicBezTo>
                  <a:pt x="27068" y="0"/>
                  <a:pt x="0" y="24688"/>
                  <a:pt x="0" y="56903"/>
                </a:cubicBezTo>
                <a:lnTo>
                  <a:pt x="0" y="475791"/>
                </a:lnTo>
                <a:cubicBezTo>
                  <a:pt x="0" y="508005"/>
                  <a:pt x="27068" y="535545"/>
                  <a:pt x="59282" y="535545"/>
                </a:cubicBezTo>
                <a:lnTo>
                  <a:pt x="340706" y="535545"/>
                </a:lnTo>
                <a:cubicBezTo>
                  <a:pt x="372921" y="535545"/>
                  <a:pt x="398064" y="508005"/>
                  <a:pt x="398064" y="475791"/>
                </a:cubicBezTo>
                <a:lnTo>
                  <a:pt x="398064" y="56903"/>
                </a:lnTo>
                <a:close/>
                <a:moveTo>
                  <a:pt x="130899" y="108827"/>
                </a:moveTo>
                <a:lnTo>
                  <a:pt x="180428" y="108827"/>
                </a:lnTo>
                <a:lnTo>
                  <a:pt x="180428" y="73322"/>
                </a:lnTo>
                <a:cubicBezTo>
                  <a:pt x="180428" y="61999"/>
                  <a:pt x="189152" y="52802"/>
                  <a:pt x="200458" y="52802"/>
                </a:cubicBezTo>
                <a:cubicBezTo>
                  <a:pt x="211798" y="52802"/>
                  <a:pt x="220523" y="61999"/>
                  <a:pt x="220523" y="73322"/>
                </a:cubicBezTo>
                <a:lnTo>
                  <a:pt x="220523" y="108827"/>
                </a:lnTo>
                <a:lnTo>
                  <a:pt x="269207" y="108827"/>
                </a:lnTo>
                <a:cubicBezTo>
                  <a:pt x="280547" y="108827"/>
                  <a:pt x="289744" y="118952"/>
                  <a:pt x="289744" y="130309"/>
                </a:cubicBezTo>
                <a:cubicBezTo>
                  <a:pt x="289744" y="141649"/>
                  <a:pt x="280547" y="151808"/>
                  <a:pt x="269207" y="151808"/>
                </a:cubicBezTo>
                <a:lnTo>
                  <a:pt x="220523" y="151808"/>
                </a:lnTo>
                <a:lnTo>
                  <a:pt x="220523" y="275856"/>
                </a:lnTo>
                <a:cubicBezTo>
                  <a:pt x="220523" y="287213"/>
                  <a:pt x="211781" y="296409"/>
                  <a:pt x="200458" y="296409"/>
                </a:cubicBezTo>
                <a:cubicBezTo>
                  <a:pt x="189169" y="296409"/>
                  <a:pt x="180428" y="287213"/>
                  <a:pt x="180428" y="275856"/>
                </a:cubicBezTo>
                <a:lnTo>
                  <a:pt x="180428" y="151808"/>
                </a:lnTo>
                <a:lnTo>
                  <a:pt x="130899" y="151808"/>
                </a:lnTo>
                <a:cubicBezTo>
                  <a:pt x="119559" y="151808"/>
                  <a:pt x="110363" y="141649"/>
                  <a:pt x="110363" y="130309"/>
                </a:cubicBezTo>
                <a:cubicBezTo>
                  <a:pt x="110379" y="118952"/>
                  <a:pt x="119559" y="108827"/>
                  <a:pt x="130899" y="108827"/>
                </a:cubicBezTo>
                <a:close/>
                <a:moveTo>
                  <a:pt x="357986" y="472719"/>
                </a:moveTo>
                <a:cubicBezTo>
                  <a:pt x="357986" y="483705"/>
                  <a:pt x="349093" y="492632"/>
                  <a:pt x="338108" y="492632"/>
                </a:cubicBezTo>
                <a:lnTo>
                  <a:pt x="62826" y="492632"/>
                </a:lnTo>
                <a:cubicBezTo>
                  <a:pt x="51857" y="492632"/>
                  <a:pt x="42947" y="483756"/>
                  <a:pt x="42947" y="472719"/>
                </a:cubicBezTo>
                <a:lnTo>
                  <a:pt x="42947" y="452351"/>
                </a:lnTo>
                <a:cubicBezTo>
                  <a:pt x="42947" y="441399"/>
                  <a:pt x="51857" y="432456"/>
                  <a:pt x="62826" y="432456"/>
                </a:cubicBezTo>
                <a:lnTo>
                  <a:pt x="338108" y="432456"/>
                </a:lnTo>
                <a:cubicBezTo>
                  <a:pt x="349059" y="432456"/>
                  <a:pt x="357986" y="441349"/>
                  <a:pt x="357986" y="452351"/>
                </a:cubicBezTo>
                <a:lnTo>
                  <a:pt x="357986" y="472719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152" name="组合 151"/>
          <p:cNvGrpSpPr/>
          <p:nvPr/>
        </p:nvGrpSpPr>
        <p:grpSpPr>
          <a:xfrm>
            <a:off x="5406425" y="3164274"/>
            <a:ext cx="348224" cy="528711"/>
            <a:chOff x="18998800" y="7601105"/>
            <a:chExt cx="348224" cy="528711"/>
          </a:xfrm>
          <a:solidFill>
            <a:schemeClr val="accent1"/>
          </a:solidFill>
        </p:grpSpPr>
        <p:sp>
          <p:nvSpPr>
            <p:cNvPr id="153" name="任意多边形: 形状 152"/>
            <p:cNvSpPr/>
            <p:nvPr/>
          </p:nvSpPr>
          <p:spPr>
            <a:xfrm>
              <a:off x="18998800" y="7925764"/>
              <a:ext cx="101250" cy="185625"/>
            </a:xfrm>
            <a:custGeom>
              <a:avLst/>
              <a:gdLst>
                <a:gd name="connsiteX0" fmla="*/ 13171 w 101250"/>
                <a:gd name="connsiteY0" fmla="*/ 180056 h 185625"/>
                <a:gd name="connsiteX1" fmla="*/ 29810 w 101250"/>
                <a:gd name="connsiteY1" fmla="*/ 192746 h 185625"/>
                <a:gd name="connsiteX2" fmla="*/ 48457 w 101250"/>
                <a:gd name="connsiteY2" fmla="*/ 183195 h 185625"/>
                <a:gd name="connsiteX3" fmla="*/ 102980 w 101250"/>
                <a:gd name="connsiteY3" fmla="*/ 132064 h 185625"/>
                <a:gd name="connsiteX4" fmla="*/ 58515 w 101250"/>
                <a:gd name="connsiteY4" fmla="*/ 0 h 185625"/>
                <a:gd name="connsiteX5" fmla="*/ 13171 w 101250"/>
                <a:gd name="connsiteY5" fmla="*/ 180056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250" h="185625">
                  <a:moveTo>
                    <a:pt x="13171" y="180056"/>
                  </a:moveTo>
                  <a:cubicBezTo>
                    <a:pt x="15804" y="187144"/>
                    <a:pt x="22284" y="192088"/>
                    <a:pt x="29810" y="192746"/>
                  </a:cubicBezTo>
                  <a:cubicBezTo>
                    <a:pt x="37336" y="193421"/>
                    <a:pt x="44593" y="189709"/>
                    <a:pt x="48457" y="183195"/>
                  </a:cubicBezTo>
                  <a:cubicBezTo>
                    <a:pt x="59865" y="163890"/>
                    <a:pt x="77583" y="142189"/>
                    <a:pt x="102980" y="132064"/>
                  </a:cubicBezTo>
                  <a:cubicBezTo>
                    <a:pt x="80131" y="81557"/>
                    <a:pt x="66547" y="36585"/>
                    <a:pt x="58515" y="0"/>
                  </a:cubicBezTo>
                  <a:cubicBezTo>
                    <a:pt x="28291" y="22174"/>
                    <a:pt x="-24764" y="78148"/>
                    <a:pt x="13171" y="18005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19245774" y="7926051"/>
              <a:ext cx="101250" cy="185625"/>
            </a:xfrm>
            <a:custGeom>
              <a:avLst/>
              <a:gdLst>
                <a:gd name="connsiteX0" fmla="*/ 44482 w 101250"/>
                <a:gd name="connsiteY0" fmla="*/ 0 h 185625"/>
                <a:gd name="connsiteX1" fmla="*/ 0 w 101250"/>
                <a:gd name="connsiteY1" fmla="*/ 131861 h 185625"/>
                <a:gd name="connsiteX2" fmla="*/ 54186 w 101250"/>
                <a:gd name="connsiteY2" fmla="*/ 182874 h 185625"/>
                <a:gd name="connsiteX3" fmla="*/ 72816 w 101250"/>
                <a:gd name="connsiteY3" fmla="*/ 192426 h 185625"/>
                <a:gd name="connsiteX4" fmla="*/ 89437 w 101250"/>
                <a:gd name="connsiteY4" fmla="*/ 179702 h 185625"/>
                <a:gd name="connsiteX5" fmla="*/ 44482 w 101250"/>
                <a:gd name="connsiteY5" fmla="*/ 0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250" h="185625">
                  <a:moveTo>
                    <a:pt x="44482" y="0"/>
                  </a:moveTo>
                  <a:cubicBezTo>
                    <a:pt x="36416" y="36517"/>
                    <a:pt x="22866" y="81439"/>
                    <a:pt x="0" y="131861"/>
                  </a:cubicBezTo>
                  <a:cubicBezTo>
                    <a:pt x="25211" y="142054"/>
                    <a:pt x="42812" y="163671"/>
                    <a:pt x="54186" y="182874"/>
                  </a:cubicBezTo>
                  <a:cubicBezTo>
                    <a:pt x="58033" y="189405"/>
                    <a:pt x="65289" y="193084"/>
                    <a:pt x="72816" y="192426"/>
                  </a:cubicBezTo>
                  <a:cubicBezTo>
                    <a:pt x="80342" y="191734"/>
                    <a:pt x="86805" y="186789"/>
                    <a:pt x="89437" y="179702"/>
                  </a:cubicBezTo>
                  <a:cubicBezTo>
                    <a:pt x="127187" y="78317"/>
                    <a:pt x="74722" y="22427"/>
                    <a:pt x="44482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19066152" y="7601105"/>
              <a:ext cx="202500" cy="455625"/>
            </a:xfrm>
            <a:custGeom>
              <a:avLst/>
              <a:gdLst>
                <a:gd name="connsiteX0" fmla="*/ 215161 w 202500"/>
                <a:gd name="connsiteY0" fmla="*/ 225603 h 455625"/>
                <a:gd name="connsiteX1" fmla="*/ 123665 w 202500"/>
                <a:gd name="connsiteY1" fmla="*/ 7223 h 455625"/>
                <a:gd name="connsiteX2" fmla="*/ 105828 w 202500"/>
                <a:gd name="connsiteY2" fmla="*/ 1 h 455625"/>
                <a:gd name="connsiteX3" fmla="*/ 88160 w 202500"/>
                <a:gd name="connsiteY3" fmla="*/ 7561 h 455625"/>
                <a:gd name="connsiteX4" fmla="*/ 106 w 202500"/>
                <a:gd name="connsiteY4" fmla="*/ 225586 h 455625"/>
                <a:gd name="connsiteX5" fmla="*/ 64771 w 202500"/>
                <a:gd name="connsiteY5" fmla="*/ 470830 h 455625"/>
                <a:gd name="connsiteX6" fmla="*/ 106908 w 202500"/>
                <a:gd name="connsiteY6" fmla="*/ 470830 h 455625"/>
                <a:gd name="connsiteX7" fmla="*/ 108359 w 202500"/>
                <a:gd name="connsiteY7" fmla="*/ 470830 h 455625"/>
                <a:gd name="connsiteX8" fmla="*/ 150513 w 202500"/>
                <a:gd name="connsiteY8" fmla="*/ 470830 h 455625"/>
                <a:gd name="connsiteX9" fmla="*/ 215161 w 202500"/>
                <a:gd name="connsiteY9" fmla="*/ 225603 h 455625"/>
                <a:gd name="connsiteX10" fmla="*/ 79587 w 202500"/>
                <a:gd name="connsiteY10" fmla="*/ 135153 h 455625"/>
                <a:gd name="connsiteX11" fmla="*/ 67859 w 202500"/>
                <a:gd name="connsiteY11" fmla="*/ 217469 h 455625"/>
                <a:gd name="connsiteX12" fmla="*/ 50832 w 202500"/>
                <a:gd name="connsiteY12" fmla="*/ 240672 h 455625"/>
                <a:gd name="connsiteX13" fmla="*/ 47727 w 202500"/>
                <a:gd name="connsiteY13" fmla="*/ 240908 h 455625"/>
                <a:gd name="connsiteX14" fmla="*/ 27663 w 202500"/>
                <a:gd name="connsiteY14" fmla="*/ 223696 h 455625"/>
                <a:gd name="connsiteX15" fmla="*/ 45128 w 202500"/>
                <a:gd name="connsiteY15" fmla="*/ 113569 h 455625"/>
                <a:gd name="connsiteX16" fmla="*/ 73192 w 202500"/>
                <a:gd name="connsiteY16" fmla="*/ 107241 h 455625"/>
                <a:gd name="connsiteX17" fmla="*/ 79587 w 202500"/>
                <a:gd name="connsiteY17" fmla="*/ 135153 h 455625"/>
                <a:gd name="connsiteX18" fmla="*/ 97441 w 202500"/>
                <a:gd name="connsiteY18" fmla="*/ 39303 h 455625"/>
                <a:gd name="connsiteX19" fmla="*/ 120087 w 202500"/>
                <a:gd name="connsiteY19" fmla="*/ 61949 h 455625"/>
                <a:gd name="connsiteX20" fmla="*/ 97441 w 202500"/>
                <a:gd name="connsiteY20" fmla="*/ 84612 h 455625"/>
                <a:gd name="connsiteX21" fmla="*/ 74761 w 202500"/>
                <a:gd name="connsiteY21" fmla="*/ 61949 h 455625"/>
                <a:gd name="connsiteX22" fmla="*/ 97441 w 202500"/>
                <a:gd name="connsiteY22" fmla="*/ 39303 h 45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2500" h="455625">
                  <a:moveTo>
                    <a:pt x="215161" y="225603"/>
                  </a:moveTo>
                  <a:cubicBezTo>
                    <a:pt x="216292" y="113316"/>
                    <a:pt x="154985" y="38223"/>
                    <a:pt x="123665" y="7223"/>
                  </a:cubicBezTo>
                  <a:cubicBezTo>
                    <a:pt x="118923" y="2549"/>
                    <a:pt x="112510" y="-50"/>
                    <a:pt x="105828" y="1"/>
                  </a:cubicBezTo>
                  <a:cubicBezTo>
                    <a:pt x="99179" y="68"/>
                    <a:pt x="92817" y="2785"/>
                    <a:pt x="88160" y="7561"/>
                  </a:cubicBezTo>
                  <a:cubicBezTo>
                    <a:pt x="57802" y="38729"/>
                    <a:pt x="-1008" y="113721"/>
                    <a:pt x="106" y="225586"/>
                  </a:cubicBezTo>
                  <a:cubicBezTo>
                    <a:pt x="106" y="225586"/>
                    <a:pt x="-5497" y="328911"/>
                    <a:pt x="64771" y="470830"/>
                  </a:cubicBezTo>
                  <a:lnTo>
                    <a:pt x="106908" y="470830"/>
                  </a:lnTo>
                  <a:lnTo>
                    <a:pt x="108359" y="470830"/>
                  </a:lnTo>
                  <a:lnTo>
                    <a:pt x="150513" y="470830"/>
                  </a:lnTo>
                  <a:cubicBezTo>
                    <a:pt x="220747" y="328928"/>
                    <a:pt x="215161" y="225603"/>
                    <a:pt x="215161" y="225603"/>
                  </a:cubicBezTo>
                  <a:close/>
                  <a:moveTo>
                    <a:pt x="79587" y="135153"/>
                  </a:moveTo>
                  <a:cubicBezTo>
                    <a:pt x="78558" y="136840"/>
                    <a:pt x="60215" y="168076"/>
                    <a:pt x="67859" y="217469"/>
                  </a:cubicBezTo>
                  <a:cubicBezTo>
                    <a:pt x="69563" y="228573"/>
                    <a:pt x="61936" y="238951"/>
                    <a:pt x="50832" y="240672"/>
                  </a:cubicBezTo>
                  <a:cubicBezTo>
                    <a:pt x="49803" y="240824"/>
                    <a:pt x="48773" y="240908"/>
                    <a:pt x="47727" y="240908"/>
                  </a:cubicBezTo>
                  <a:cubicBezTo>
                    <a:pt x="37872" y="240908"/>
                    <a:pt x="29215" y="233736"/>
                    <a:pt x="27663" y="223696"/>
                  </a:cubicBezTo>
                  <a:cubicBezTo>
                    <a:pt x="17538" y="158221"/>
                    <a:pt x="44015" y="115358"/>
                    <a:pt x="45128" y="113569"/>
                  </a:cubicBezTo>
                  <a:cubicBezTo>
                    <a:pt x="51136" y="104086"/>
                    <a:pt x="63708" y="101251"/>
                    <a:pt x="73192" y="107241"/>
                  </a:cubicBezTo>
                  <a:cubicBezTo>
                    <a:pt x="82608" y="113198"/>
                    <a:pt x="85493" y="125686"/>
                    <a:pt x="79587" y="135153"/>
                  </a:cubicBezTo>
                  <a:close/>
                  <a:moveTo>
                    <a:pt x="97441" y="39303"/>
                  </a:moveTo>
                  <a:cubicBezTo>
                    <a:pt x="109928" y="39303"/>
                    <a:pt x="120087" y="49428"/>
                    <a:pt x="120087" y="61949"/>
                  </a:cubicBezTo>
                  <a:cubicBezTo>
                    <a:pt x="120087" y="74470"/>
                    <a:pt x="109928" y="84612"/>
                    <a:pt x="97441" y="84612"/>
                  </a:cubicBezTo>
                  <a:cubicBezTo>
                    <a:pt x="84903" y="84612"/>
                    <a:pt x="74761" y="74470"/>
                    <a:pt x="74761" y="61949"/>
                  </a:cubicBezTo>
                  <a:cubicBezTo>
                    <a:pt x="74761" y="49428"/>
                    <a:pt x="84903" y="39303"/>
                    <a:pt x="97441" y="3930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19113339" y="8096066"/>
              <a:ext cx="118125" cy="33750"/>
            </a:xfrm>
            <a:custGeom>
              <a:avLst/>
              <a:gdLst>
                <a:gd name="connsiteX0" fmla="*/ 0 w 118125"/>
                <a:gd name="connsiteY0" fmla="*/ 0 h 33750"/>
                <a:gd name="connsiteX1" fmla="*/ 122411 w 118125"/>
                <a:gd name="connsiteY1" fmla="*/ 0 h 33750"/>
                <a:gd name="connsiteX2" fmla="*/ 122411 w 118125"/>
                <a:gd name="connsiteY2" fmla="*/ 37091 h 33750"/>
                <a:gd name="connsiteX3" fmla="*/ 0 w 118125"/>
                <a:gd name="connsiteY3" fmla="*/ 37091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125" h="33750">
                  <a:moveTo>
                    <a:pt x="0" y="0"/>
                  </a:moveTo>
                  <a:lnTo>
                    <a:pt x="122411" y="0"/>
                  </a:lnTo>
                  <a:lnTo>
                    <a:pt x="122411" y="37091"/>
                  </a:lnTo>
                  <a:lnTo>
                    <a:pt x="0" y="3709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374332" y="3167067"/>
            <a:ext cx="523125" cy="523125"/>
            <a:chOff x="19983599" y="7598605"/>
            <a:chExt cx="523125" cy="523125"/>
          </a:xfrm>
          <a:solidFill>
            <a:schemeClr val="accent1"/>
          </a:solidFill>
        </p:grpSpPr>
        <p:sp>
          <p:nvSpPr>
            <p:cNvPr id="158" name="任意多边形: 形状 157"/>
            <p:cNvSpPr/>
            <p:nvPr/>
          </p:nvSpPr>
          <p:spPr>
            <a:xfrm>
              <a:off x="19983599" y="7598605"/>
              <a:ext cx="523125" cy="523125"/>
            </a:xfrm>
            <a:custGeom>
              <a:avLst/>
              <a:gdLst>
                <a:gd name="connsiteX0" fmla="*/ 533284 w 523125"/>
                <a:gd name="connsiteY0" fmla="*/ 135475 h 523125"/>
                <a:gd name="connsiteX1" fmla="*/ 407582 w 523125"/>
                <a:gd name="connsiteY1" fmla="*/ 5133 h 523125"/>
                <a:gd name="connsiteX2" fmla="*/ 384109 w 523125"/>
                <a:gd name="connsiteY2" fmla="*/ 4525 h 523125"/>
                <a:gd name="connsiteX3" fmla="*/ 4928 w 523125"/>
                <a:gd name="connsiteY3" fmla="*/ 370274 h 523125"/>
                <a:gd name="connsiteX4" fmla="*/ 4692 w 523125"/>
                <a:gd name="connsiteY4" fmla="*/ 393781 h 523125"/>
                <a:gd name="connsiteX5" fmla="*/ 130427 w 523125"/>
                <a:gd name="connsiteY5" fmla="*/ 524107 h 523125"/>
                <a:gd name="connsiteX6" fmla="*/ 153884 w 523125"/>
                <a:gd name="connsiteY6" fmla="*/ 524731 h 523125"/>
                <a:gd name="connsiteX7" fmla="*/ 533082 w 523125"/>
                <a:gd name="connsiteY7" fmla="*/ 158965 h 523125"/>
                <a:gd name="connsiteX8" fmla="*/ 533284 w 523125"/>
                <a:gd name="connsiteY8" fmla="*/ 135475 h 523125"/>
                <a:gd name="connsiteX9" fmla="*/ 157545 w 523125"/>
                <a:gd name="connsiteY9" fmla="*/ 475203 h 523125"/>
                <a:gd name="connsiteX10" fmla="*/ 143050 w 523125"/>
                <a:gd name="connsiteY10" fmla="*/ 480923 h 523125"/>
                <a:gd name="connsiteX11" fmla="*/ 128774 w 523125"/>
                <a:gd name="connsiteY11" fmla="*/ 474697 h 523125"/>
                <a:gd name="connsiteX12" fmla="*/ 53984 w 523125"/>
                <a:gd name="connsiteY12" fmla="*/ 397156 h 523125"/>
                <a:gd name="connsiteX13" fmla="*/ 54490 w 523125"/>
                <a:gd name="connsiteY13" fmla="*/ 368384 h 523125"/>
                <a:gd name="connsiteX14" fmla="*/ 88898 w 523125"/>
                <a:gd name="connsiteY14" fmla="*/ 404041 h 523125"/>
                <a:gd name="connsiteX15" fmla="*/ 106313 w 523125"/>
                <a:gd name="connsiteY15" fmla="*/ 404395 h 523125"/>
                <a:gd name="connsiteX16" fmla="*/ 106583 w 523125"/>
                <a:gd name="connsiteY16" fmla="*/ 386947 h 523125"/>
                <a:gd name="connsiteX17" fmla="*/ 72209 w 523125"/>
                <a:gd name="connsiteY17" fmla="*/ 351323 h 523125"/>
                <a:gd name="connsiteX18" fmla="*/ 81372 w 523125"/>
                <a:gd name="connsiteY18" fmla="*/ 342498 h 523125"/>
                <a:gd name="connsiteX19" fmla="*/ 115746 w 523125"/>
                <a:gd name="connsiteY19" fmla="*/ 378121 h 523125"/>
                <a:gd name="connsiteX20" fmla="*/ 133178 w 523125"/>
                <a:gd name="connsiteY20" fmla="*/ 378475 h 523125"/>
                <a:gd name="connsiteX21" fmla="*/ 133448 w 523125"/>
                <a:gd name="connsiteY21" fmla="*/ 361077 h 523125"/>
                <a:gd name="connsiteX22" fmla="*/ 99074 w 523125"/>
                <a:gd name="connsiteY22" fmla="*/ 325454 h 523125"/>
                <a:gd name="connsiteX23" fmla="*/ 108220 w 523125"/>
                <a:gd name="connsiteY23" fmla="*/ 316628 h 523125"/>
                <a:gd name="connsiteX24" fmla="*/ 142611 w 523125"/>
                <a:gd name="connsiteY24" fmla="*/ 352268 h 523125"/>
                <a:gd name="connsiteX25" fmla="*/ 160026 w 523125"/>
                <a:gd name="connsiteY25" fmla="*/ 352623 h 523125"/>
                <a:gd name="connsiteX26" fmla="*/ 160296 w 523125"/>
                <a:gd name="connsiteY26" fmla="*/ 335191 h 523125"/>
                <a:gd name="connsiteX27" fmla="*/ 125922 w 523125"/>
                <a:gd name="connsiteY27" fmla="*/ 299585 h 523125"/>
                <a:gd name="connsiteX28" fmla="*/ 135068 w 523125"/>
                <a:gd name="connsiteY28" fmla="*/ 290776 h 523125"/>
                <a:gd name="connsiteX29" fmla="*/ 169459 w 523125"/>
                <a:gd name="connsiteY29" fmla="*/ 326416 h 523125"/>
                <a:gd name="connsiteX30" fmla="*/ 186891 w 523125"/>
                <a:gd name="connsiteY30" fmla="*/ 326770 h 523125"/>
                <a:gd name="connsiteX31" fmla="*/ 187161 w 523125"/>
                <a:gd name="connsiteY31" fmla="*/ 309338 h 523125"/>
                <a:gd name="connsiteX32" fmla="*/ 152787 w 523125"/>
                <a:gd name="connsiteY32" fmla="*/ 273715 h 523125"/>
                <a:gd name="connsiteX33" fmla="*/ 161950 w 523125"/>
                <a:gd name="connsiteY33" fmla="*/ 264890 h 523125"/>
                <a:gd name="connsiteX34" fmla="*/ 219207 w 523125"/>
                <a:gd name="connsiteY34" fmla="*/ 324222 h 523125"/>
                <a:gd name="connsiteX35" fmla="*/ 236639 w 523125"/>
                <a:gd name="connsiteY35" fmla="*/ 324593 h 523125"/>
                <a:gd name="connsiteX36" fmla="*/ 236909 w 523125"/>
                <a:gd name="connsiteY36" fmla="*/ 307162 h 523125"/>
                <a:gd name="connsiteX37" fmla="*/ 179669 w 523125"/>
                <a:gd name="connsiteY37" fmla="*/ 247795 h 523125"/>
                <a:gd name="connsiteX38" fmla="*/ 188815 w 523125"/>
                <a:gd name="connsiteY38" fmla="*/ 238953 h 523125"/>
                <a:gd name="connsiteX39" fmla="*/ 223206 w 523125"/>
                <a:gd name="connsiteY39" fmla="*/ 274593 h 523125"/>
                <a:gd name="connsiteX40" fmla="*/ 240621 w 523125"/>
                <a:gd name="connsiteY40" fmla="*/ 274947 h 523125"/>
                <a:gd name="connsiteX41" fmla="*/ 240908 w 523125"/>
                <a:gd name="connsiteY41" fmla="*/ 257532 h 523125"/>
                <a:gd name="connsiteX42" fmla="*/ 206517 w 523125"/>
                <a:gd name="connsiteY42" fmla="*/ 221892 h 523125"/>
                <a:gd name="connsiteX43" fmla="*/ 215680 w 523125"/>
                <a:gd name="connsiteY43" fmla="*/ 213067 h 523125"/>
                <a:gd name="connsiteX44" fmla="*/ 250071 w 523125"/>
                <a:gd name="connsiteY44" fmla="*/ 248707 h 523125"/>
                <a:gd name="connsiteX45" fmla="*/ 267503 w 523125"/>
                <a:gd name="connsiteY45" fmla="*/ 249061 h 523125"/>
                <a:gd name="connsiteX46" fmla="*/ 267773 w 523125"/>
                <a:gd name="connsiteY46" fmla="*/ 231629 h 523125"/>
                <a:gd name="connsiteX47" fmla="*/ 233399 w 523125"/>
                <a:gd name="connsiteY47" fmla="*/ 195972 h 523125"/>
                <a:gd name="connsiteX48" fmla="*/ 242545 w 523125"/>
                <a:gd name="connsiteY48" fmla="*/ 187147 h 523125"/>
                <a:gd name="connsiteX49" fmla="*/ 276919 w 523125"/>
                <a:gd name="connsiteY49" fmla="*/ 222787 h 523125"/>
                <a:gd name="connsiteX50" fmla="*/ 294351 w 523125"/>
                <a:gd name="connsiteY50" fmla="*/ 223141 h 523125"/>
                <a:gd name="connsiteX51" fmla="*/ 294621 w 523125"/>
                <a:gd name="connsiteY51" fmla="*/ 205709 h 523125"/>
                <a:gd name="connsiteX52" fmla="*/ 260247 w 523125"/>
                <a:gd name="connsiteY52" fmla="*/ 170069 h 523125"/>
                <a:gd name="connsiteX53" fmla="*/ 269393 w 523125"/>
                <a:gd name="connsiteY53" fmla="*/ 161243 h 523125"/>
                <a:gd name="connsiteX54" fmla="*/ 303750 w 523125"/>
                <a:gd name="connsiteY54" fmla="*/ 196799 h 523125"/>
                <a:gd name="connsiteX55" fmla="*/ 321165 w 523125"/>
                <a:gd name="connsiteY55" fmla="*/ 197137 h 523125"/>
                <a:gd name="connsiteX56" fmla="*/ 321469 w 523125"/>
                <a:gd name="connsiteY56" fmla="*/ 179705 h 523125"/>
                <a:gd name="connsiteX57" fmla="*/ 287078 w 523125"/>
                <a:gd name="connsiteY57" fmla="*/ 144065 h 523125"/>
                <a:gd name="connsiteX58" fmla="*/ 296241 w 523125"/>
                <a:gd name="connsiteY58" fmla="*/ 135239 h 523125"/>
                <a:gd name="connsiteX59" fmla="*/ 353464 w 523125"/>
                <a:gd name="connsiteY59" fmla="*/ 194588 h 523125"/>
                <a:gd name="connsiteX60" fmla="*/ 371234 w 523125"/>
                <a:gd name="connsiteY60" fmla="*/ 194656 h 523125"/>
                <a:gd name="connsiteX61" fmla="*/ 371824 w 523125"/>
                <a:gd name="connsiteY61" fmla="*/ 176937 h 523125"/>
                <a:gd name="connsiteX62" fmla="*/ 314534 w 523125"/>
                <a:gd name="connsiteY62" fmla="*/ 117588 h 523125"/>
                <a:gd name="connsiteX63" fmla="*/ 380464 w 523125"/>
                <a:gd name="connsiteY63" fmla="*/ 53986 h 523125"/>
                <a:gd name="connsiteX64" fmla="*/ 394943 w 523125"/>
                <a:gd name="connsiteY64" fmla="*/ 48282 h 523125"/>
                <a:gd name="connsiteX65" fmla="*/ 409236 w 523125"/>
                <a:gd name="connsiteY65" fmla="*/ 54509 h 523125"/>
                <a:gd name="connsiteX66" fmla="*/ 484043 w 523125"/>
                <a:gd name="connsiteY66" fmla="*/ 132033 h 523125"/>
                <a:gd name="connsiteX67" fmla="*/ 489747 w 523125"/>
                <a:gd name="connsiteY67" fmla="*/ 146528 h 523125"/>
                <a:gd name="connsiteX68" fmla="*/ 483520 w 523125"/>
                <a:gd name="connsiteY68" fmla="*/ 160805 h 523125"/>
                <a:gd name="connsiteX69" fmla="*/ 157545 w 523125"/>
                <a:gd name="connsiteY69" fmla="*/ 475203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23125" h="523125">
                  <a:moveTo>
                    <a:pt x="533284" y="135475"/>
                  </a:moveTo>
                  <a:lnTo>
                    <a:pt x="407582" y="5133"/>
                  </a:lnTo>
                  <a:cubicBezTo>
                    <a:pt x="401254" y="-1415"/>
                    <a:pt x="390674" y="-1786"/>
                    <a:pt x="384109" y="4525"/>
                  </a:cubicBezTo>
                  <a:lnTo>
                    <a:pt x="4928" y="370274"/>
                  </a:lnTo>
                  <a:cubicBezTo>
                    <a:pt x="-1603" y="376602"/>
                    <a:pt x="-1603" y="387217"/>
                    <a:pt x="4692" y="393781"/>
                  </a:cubicBezTo>
                  <a:lnTo>
                    <a:pt x="130427" y="524107"/>
                  </a:lnTo>
                  <a:cubicBezTo>
                    <a:pt x="136739" y="530705"/>
                    <a:pt x="147336" y="531076"/>
                    <a:pt x="153884" y="524731"/>
                  </a:cubicBezTo>
                  <a:lnTo>
                    <a:pt x="533082" y="158965"/>
                  </a:lnTo>
                  <a:cubicBezTo>
                    <a:pt x="539612" y="152637"/>
                    <a:pt x="539646" y="142040"/>
                    <a:pt x="533284" y="135475"/>
                  </a:cubicBezTo>
                  <a:close/>
                  <a:moveTo>
                    <a:pt x="157545" y="475203"/>
                  </a:moveTo>
                  <a:cubicBezTo>
                    <a:pt x="153664" y="478966"/>
                    <a:pt x="148450" y="481025"/>
                    <a:pt x="143050" y="480923"/>
                  </a:cubicBezTo>
                  <a:cubicBezTo>
                    <a:pt x="137650" y="480805"/>
                    <a:pt x="132520" y="478561"/>
                    <a:pt x="128774" y="474697"/>
                  </a:cubicBezTo>
                  <a:lnTo>
                    <a:pt x="53984" y="397156"/>
                  </a:lnTo>
                  <a:cubicBezTo>
                    <a:pt x="46187" y="389073"/>
                    <a:pt x="46407" y="376180"/>
                    <a:pt x="54490" y="368384"/>
                  </a:cubicBezTo>
                  <a:lnTo>
                    <a:pt x="88898" y="404041"/>
                  </a:lnTo>
                  <a:cubicBezTo>
                    <a:pt x="93623" y="408952"/>
                    <a:pt x="101402" y="409087"/>
                    <a:pt x="106313" y="404395"/>
                  </a:cubicBezTo>
                  <a:cubicBezTo>
                    <a:pt x="111224" y="399653"/>
                    <a:pt x="111325" y="391891"/>
                    <a:pt x="106583" y="386947"/>
                  </a:cubicBezTo>
                  <a:lnTo>
                    <a:pt x="72209" y="351323"/>
                  </a:lnTo>
                  <a:lnTo>
                    <a:pt x="81372" y="342498"/>
                  </a:lnTo>
                  <a:lnTo>
                    <a:pt x="115746" y="378121"/>
                  </a:lnTo>
                  <a:cubicBezTo>
                    <a:pt x="120471" y="383032"/>
                    <a:pt x="128267" y="383217"/>
                    <a:pt x="133178" y="378475"/>
                  </a:cubicBezTo>
                  <a:cubicBezTo>
                    <a:pt x="138089" y="373767"/>
                    <a:pt x="138173" y="366022"/>
                    <a:pt x="133448" y="361077"/>
                  </a:cubicBezTo>
                  <a:lnTo>
                    <a:pt x="99074" y="325454"/>
                  </a:lnTo>
                  <a:lnTo>
                    <a:pt x="108220" y="316628"/>
                  </a:lnTo>
                  <a:lnTo>
                    <a:pt x="142611" y="352268"/>
                  </a:lnTo>
                  <a:cubicBezTo>
                    <a:pt x="147336" y="357162"/>
                    <a:pt x="155132" y="357331"/>
                    <a:pt x="160026" y="352623"/>
                  </a:cubicBezTo>
                  <a:cubicBezTo>
                    <a:pt x="164937" y="347881"/>
                    <a:pt x="165038" y="340135"/>
                    <a:pt x="160296" y="335191"/>
                  </a:cubicBezTo>
                  <a:lnTo>
                    <a:pt x="125922" y="299585"/>
                  </a:lnTo>
                  <a:lnTo>
                    <a:pt x="135068" y="290776"/>
                  </a:lnTo>
                  <a:lnTo>
                    <a:pt x="169459" y="326416"/>
                  </a:lnTo>
                  <a:cubicBezTo>
                    <a:pt x="174201" y="331327"/>
                    <a:pt x="181980" y="331478"/>
                    <a:pt x="186891" y="326770"/>
                  </a:cubicBezTo>
                  <a:cubicBezTo>
                    <a:pt x="191785" y="322028"/>
                    <a:pt x="191903" y="314249"/>
                    <a:pt x="187161" y="309338"/>
                  </a:cubicBezTo>
                  <a:lnTo>
                    <a:pt x="152787" y="273715"/>
                  </a:lnTo>
                  <a:lnTo>
                    <a:pt x="161950" y="264890"/>
                  </a:lnTo>
                  <a:lnTo>
                    <a:pt x="219207" y="324222"/>
                  </a:lnTo>
                  <a:cubicBezTo>
                    <a:pt x="223932" y="329150"/>
                    <a:pt x="231711" y="329302"/>
                    <a:pt x="236639" y="324593"/>
                  </a:cubicBezTo>
                  <a:cubicBezTo>
                    <a:pt x="241549" y="319852"/>
                    <a:pt x="241650" y="312072"/>
                    <a:pt x="236909" y="307162"/>
                  </a:cubicBezTo>
                  <a:lnTo>
                    <a:pt x="179669" y="247795"/>
                  </a:lnTo>
                  <a:lnTo>
                    <a:pt x="188815" y="238953"/>
                  </a:lnTo>
                  <a:lnTo>
                    <a:pt x="223206" y="274593"/>
                  </a:lnTo>
                  <a:cubicBezTo>
                    <a:pt x="227948" y="279503"/>
                    <a:pt x="235710" y="279689"/>
                    <a:pt x="240621" y="274947"/>
                  </a:cubicBezTo>
                  <a:cubicBezTo>
                    <a:pt x="245532" y="270205"/>
                    <a:pt x="245633" y="262426"/>
                    <a:pt x="240908" y="257532"/>
                  </a:cubicBezTo>
                  <a:lnTo>
                    <a:pt x="206517" y="221892"/>
                  </a:lnTo>
                  <a:lnTo>
                    <a:pt x="215680" y="213067"/>
                  </a:lnTo>
                  <a:lnTo>
                    <a:pt x="250071" y="248707"/>
                  </a:lnTo>
                  <a:cubicBezTo>
                    <a:pt x="254813" y="253600"/>
                    <a:pt x="262592" y="253786"/>
                    <a:pt x="267503" y="249061"/>
                  </a:cubicBezTo>
                  <a:cubicBezTo>
                    <a:pt x="272414" y="244336"/>
                    <a:pt x="272498" y="236540"/>
                    <a:pt x="267773" y="231629"/>
                  </a:cubicBezTo>
                  <a:lnTo>
                    <a:pt x="233399" y="195972"/>
                  </a:lnTo>
                  <a:lnTo>
                    <a:pt x="242545" y="187147"/>
                  </a:lnTo>
                  <a:lnTo>
                    <a:pt x="276919" y="222787"/>
                  </a:lnTo>
                  <a:cubicBezTo>
                    <a:pt x="281627" y="227697"/>
                    <a:pt x="289440" y="227866"/>
                    <a:pt x="294351" y="223141"/>
                  </a:cubicBezTo>
                  <a:cubicBezTo>
                    <a:pt x="299262" y="218399"/>
                    <a:pt x="299329" y="210620"/>
                    <a:pt x="294621" y="205709"/>
                  </a:cubicBezTo>
                  <a:lnTo>
                    <a:pt x="260247" y="170069"/>
                  </a:lnTo>
                  <a:lnTo>
                    <a:pt x="269393" y="161243"/>
                  </a:lnTo>
                  <a:lnTo>
                    <a:pt x="303750" y="196799"/>
                  </a:lnTo>
                  <a:cubicBezTo>
                    <a:pt x="308492" y="201693"/>
                    <a:pt x="316255" y="201878"/>
                    <a:pt x="321165" y="197137"/>
                  </a:cubicBezTo>
                  <a:cubicBezTo>
                    <a:pt x="326076" y="192412"/>
                    <a:pt x="326177" y="184632"/>
                    <a:pt x="321469" y="179705"/>
                  </a:cubicBezTo>
                  <a:lnTo>
                    <a:pt x="287078" y="144065"/>
                  </a:lnTo>
                  <a:lnTo>
                    <a:pt x="296241" y="135239"/>
                  </a:lnTo>
                  <a:lnTo>
                    <a:pt x="353464" y="194588"/>
                  </a:lnTo>
                  <a:cubicBezTo>
                    <a:pt x="358206" y="199499"/>
                    <a:pt x="366306" y="199381"/>
                    <a:pt x="371234" y="194656"/>
                  </a:cubicBezTo>
                  <a:cubicBezTo>
                    <a:pt x="376144" y="189897"/>
                    <a:pt x="376532" y="181831"/>
                    <a:pt x="371824" y="176937"/>
                  </a:cubicBezTo>
                  <a:lnTo>
                    <a:pt x="314534" y="117588"/>
                  </a:lnTo>
                  <a:lnTo>
                    <a:pt x="380464" y="53986"/>
                  </a:lnTo>
                  <a:cubicBezTo>
                    <a:pt x="384329" y="50240"/>
                    <a:pt x="389560" y="48181"/>
                    <a:pt x="394943" y="48282"/>
                  </a:cubicBezTo>
                  <a:cubicBezTo>
                    <a:pt x="400343" y="48383"/>
                    <a:pt x="405490" y="50611"/>
                    <a:pt x="409236" y="54509"/>
                  </a:cubicBezTo>
                  <a:lnTo>
                    <a:pt x="484043" y="132033"/>
                  </a:lnTo>
                  <a:cubicBezTo>
                    <a:pt x="487772" y="135914"/>
                    <a:pt x="489848" y="141128"/>
                    <a:pt x="489747" y="146528"/>
                  </a:cubicBezTo>
                  <a:cubicBezTo>
                    <a:pt x="489645" y="151928"/>
                    <a:pt x="487401" y="157058"/>
                    <a:pt x="483520" y="160805"/>
                  </a:cubicBezTo>
                  <a:lnTo>
                    <a:pt x="157545" y="47520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20349179" y="7683394"/>
              <a:ext cx="67500" cy="67500"/>
            </a:xfrm>
            <a:custGeom>
              <a:avLst/>
              <a:gdLst>
                <a:gd name="connsiteX0" fmla="*/ 11576 w 67500"/>
                <a:gd name="connsiteY0" fmla="*/ 70025 h 67500"/>
                <a:gd name="connsiteX1" fmla="*/ 70015 w 67500"/>
                <a:gd name="connsiteY1" fmla="*/ 71072 h 67500"/>
                <a:gd name="connsiteX2" fmla="*/ 71061 w 67500"/>
                <a:gd name="connsiteY2" fmla="*/ 12617 h 67500"/>
                <a:gd name="connsiteX3" fmla="*/ 12623 w 67500"/>
                <a:gd name="connsiteY3" fmla="*/ 11570 h 67500"/>
                <a:gd name="connsiteX4" fmla="*/ 11576 w 67500"/>
                <a:gd name="connsiteY4" fmla="*/ 70025 h 67500"/>
                <a:gd name="connsiteX5" fmla="*/ 29768 w 67500"/>
                <a:gd name="connsiteY5" fmla="*/ 29357 h 67500"/>
                <a:gd name="connsiteX6" fmla="*/ 53325 w 67500"/>
                <a:gd name="connsiteY6" fmla="*/ 29778 h 67500"/>
                <a:gd name="connsiteX7" fmla="*/ 52886 w 67500"/>
                <a:gd name="connsiteY7" fmla="*/ 53319 h 67500"/>
                <a:gd name="connsiteX8" fmla="*/ 29329 w 67500"/>
                <a:gd name="connsiteY8" fmla="*/ 52897 h 67500"/>
                <a:gd name="connsiteX9" fmla="*/ 29768 w 67500"/>
                <a:gd name="connsiteY9" fmla="*/ 29357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500" h="67500">
                  <a:moveTo>
                    <a:pt x="11576" y="70025"/>
                  </a:moveTo>
                  <a:cubicBezTo>
                    <a:pt x="27405" y="86428"/>
                    <a:pt x="53612" y="86900"/>
                    <a:pt x="70015" y="71072"/>
                  </a:cubicBezTo>
                  <a:cubicBezTo>
                    <a:pt x="86468" y="55243"/>
                    <a:pt x="86890" y="29019"/>
                    <a:pt x="71061" y="12617"/>
                  </a:cubicBezTo>
                  <a:cubicBezTo>
                    <a:pt x="55232" y="-3786"/>
                    <a:pt x="29025" y="-4258"/>
                    <a:pt x="12623" y="11570"/>
                  </a:cubicBezTo>
                  <a:cubicBezTo>
                    <a:pt x="-3797" y="27399"/>
                    <a:pt x="-4252" y="53640"/>
                    <a:pt x="11576" y="70025"/>
                  </a:cubicBezTo>
                  <a:close/>
                  <a:moveTo>
                    <a:pt x="29768" y="29357"/>
                  </a:moveTo>
                  <a:cubicBezTo>
                    <a:pt x="36366" y="22995"/>
                    <a:pt x="46946" y="23197"/>
                    <a:pt x="53325" y="29778"/>
                  </a:cubicBezTo>
                  <a:cubicBezTo>
                    <a:pt x="59670" y="36393"/>
                    <a:pt x="59468" y="46940"/>
                    <a:pt x="52886" y="53319"/>
                  </a:cubicBezTo>
                  <a:cubicBezTo>
                    <a:pt x="46238" y="59681"/>
                    <a:pt x="35691" y="59495"/>
                    <a:pt x="29329" y="52897"/>
                  </a:cubicBezTo>
                  <a:cubicBezTo>
                    <a:pt x="22967" y="46282"/>
                    <a:pt x="23170" y="35718"/>
                    <a:pt x="29768" y="2935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7517140" y="3201449"/>
            <a:ext cx="524843" cy="454360"/>
            <a:chOff x="21063624" y="7635024"/>
            <a:chExt cx="524843" cy="454360"/>
          </a:xfrm>
          <a:solidFill>
            <a:schemeClr val="accent1"/>
          </a:solidFill>
        </p:grpSpPr>
        <p:sp>
          <p:nvSpPr>
            <p:cNvPr id="161" name="任意多边形: 形状 160"/>
            <p:cNvSpPr/>
            <p:nvPr/>
          </p:nvSpPr>
          <p:spPr>
            <a:xfrm>
              <a:off x="21063624" y="7886884"/>
              <a:ext cx="523125" cy="202500"/>
            </a:xfrm>
            <a:custGeom>
              <a:avLst/>
              <a:gdLst>
                <a:gd name="connsiteX0" fmla="*/ 434778 w 523125"/>
                <a:gd name="connsiteY0" fmla="*/ 34543 h 202500"/>
                <a:gd name="connsiteX1" fmla="*/ 243938 w 523125"/>
                <a:gd name="connsiteY1" fmla="*/ 164160 h 202500"/>
                <a:gd name="connsiteX2" fmla="*/ 217495 w 523125"/>
                <a:gd name="connsiteY2" fmla="*/ 172733 h 202500"/>
                <a:gd name="connsiteX3" fmla="*/ 186074 w 523125"/>
                <a:gd name="connsiteY3" fmla="*/ 161123 h 202500"/>
                <a:gd name="connsiteX4" fmla="*/ 2474 w 523125"/>
                <a:gd name="connsiteY4" fmla="*/ 0 h 202500"/>
                <a:gd name="connsiteX5" fmla="*/ 516 w 523125"/>
                <a:gd name="connsiteY5" fmla="*/ 22258 h 202500"/>
                <a:gd name="connsiteX6" fmla="*/ 7789 w 523125"/>
                <a:gd name="connsiteY6" fmla="*/ 38104 h 202500"/>
                <a:gd name="connsiteX7" fmla="*/ 196739 w 523125"/>
                <a:gd name="connsiteY7" fmla="*/ 203867 h 202500"/>
                <a:gd name="connsiteX8" fmla="*/ 235264 w 523125"/>
                <a:gd name="connsiteY8" fmla="*/ 204272 h 202500"/>
                <a:gd name="connsiteX9" fmla="*/ 427521 w 523125"/>
                <a:gd name="connsiteY9" fmla="*/ 73659 h 202500"/>
                <a:gd name="connsiteX10" fmla="*/ 474974 w 523125"/>
                <a:gd name="connsiteY10" fmla="*/ 78958 h 202500"/>
                <a:gd name="connsiteX11" fmla="*/ 532383 w 523125"/>
                <a:gd name="connsiteY11" fmla="*/ 37007 h 202500"/>
                <a:gd name="connsiteX12" fmla="*/ 536601 w 523125"/>
                <a:gd name="connsiteY12" fmla="*/ 12487 h 202500"/>
                <a:gd name="connsiteX13" fmla="*/ 480880 w 523125"/>
                <a:gd name="connsiteY13" fmla="*/ 37142 h 202500"/>
                <a:gd name="connsiteX14" fmla="*/ 434778 w 523125"/>
                <a:gd name="connsiteY14" fmla="*/ 34543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3125" h="202500">
                  <a:moveTo>
                    <a:pt x="434778" y="34543"/>
                  </a:moveTo>
                  <a:lnTo>
                    <a:pt x="243938" y="164160"/>
                  </a:lnTo>
                  <a:cubicBezTo>
                    <a:pt x="236176" y="169762"/>
                    <a:pt x="227013" y="172733"/>
                    <a:pt x="217495" y="172733"/>
                  </a:cubicBezTo>
                  <a:cubicBezTo>
                    <a:pt x="206189" y="172733"/>
                    <a:pt x="194494" y="168413"/>
                    <a:pt x="186074" y="161123"/>
                  </a:cubicBezTo>
                  <a:lnTo>
                    <a:pt x="2474" y="0"/>
                  </a:lnTo>
                  <a:cubicBezTo>
                    <a:pt x="-699" y="5349"/>
                    <a:pt x="-159" y="11610"/>
                    <a:pt x="516" y="22258"/>
                  </a:cubicBezTo>
                  <a:cubicBezTo>
                    <a:pt x="921" y="28957"/>
                    <a:pt x="3486" y="34324"/>
                    <a:pt x="7789" y="38104"/>
                  </a:cubicBezTo>
                  <a:lnTo>
                    <a:pt x="196739" y="203867"/>
                  </a:lnTo>
                  <a:cubicBezTo>
                    <a:pt x="204889" y="211089"/>
                    <a:pt x="226743" y="210431"/>
                    <a:pt x="235264" y="204272"/>
                  </a:cubicBezTo>
                  <a:lnTo>
                    <a:pt x="427521" y="73659"/>
                  </a:lnTo>
                  <a:cubicBezTo>
                    <a:pt x="438558" y="77018"/>
                    <a:pt x="457981" y="81405"/>
                    <a:pt x="474974" y="78958"/>
                  </a:cubicBezTo>
                  <a:cubicBezTo>
                    <a:pt x="496422" y="75904"/>
                    <a:pt x="524283" y="63112"/>
                    <a:pt x="532383" y="37007"/>
                  </a:cubicBezTo>
                  <a:cubicBezTo>
                    <a:pt x="533547" y="33193"/>
                    <a:pt x="536568" y="24351"/>
                    <a:pt x="536601" y="12487"/>
                  </a:cubicBezTo>
                  <a:cubicBezTo>
                    <a:pt x="519861" y="26713"/>
                    <a:pt x="498768" y="34611"/>
                    <a:pt x="480880" y="37142"/>
                  </a:cubicBezTo>
                  <a:cubicBezTo>
                    <a:pt x="465068" y="39488"/>
                    <a:pt x="447586" y="37328"/>
                    <a:pt x="434778" y="3454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21065342" y="7635024"/>
              <a:ext cx="523125" cy="388125"/>
            </a:xfrm>
            <a:custGeom>
              <a:avLst/>
              <a:gdLst>
                <a:gd name="connsiteX0" fmla="*/ 7843 w 523125"/>
                <a:gd name="connsiteY0" fmla="*/ 219173 h 388125"/>
                <a:gd name="connsiteX1" fmla="*/ 192473 w 523125"/>
                <a:gd name="connsiteY1" fmla="*/ 379823 h 388125"/>
                <a:gd name="connsiteX2" fmla="*/ 244937 w 523125"/>
                <a:gd name="connsiteY2" fmla="*/ 378827 h 388125"/>
                <a:gd name="connsiteX3" fmla="*/ 427542 w 523125"/>
                <a:gd name="connsiteY3" fmla="*/ 254762 h 388125"/>
                <a:gd name="connsiteX4" fmla="*/ 474994 w 523125"/>
                <a:gd name="connsiteY4" fmla="*/ 260027 h 388125"/>
                <a:gd name="connsiteX5" fmla="*/ 532420 w 523125"/>
                <a:gd name="connsiteY5" fmla="*/ 218076 h 388125"/>
                <a:gd name="connsiteX6" fmla="*/ 503850 w 523125"/>
                <a:gd name="connsiteY6" fmla="*/ 130191 h 388125"/>
                <a:gd name="connsiteX7" fmla="*/ 269878 w 523125"/>
                <a:gd name="connsiteY7" fmla="*/ 0 h 388125"/>
                <a:gd name="connsiteX8" fmla="*/ 209466 w 523125"/>
                <a:gd name="connsiteY8" fmla="*/ 61779 h 388125"/>
                <a:gd name="connsiteX9" fmla="*/ 8687 w 523125"/>
                <a:gd name="connsiteY9" fmla="*/ 174437 h 388125"/>
                <a:gd name="connsiteX10" fmla="*/ 587 w 523125"/>
                <a:gd name="connsiteY10" fmla="*/ 203378 h 388125"/>
                <a:gd name="connsiteX11" fmla="*/ 7843 w 523125"/>
                <a:gd name="connsiteY11" fmla="*/ 219173 h 388125"/>
                <a:gd name="connsiteX12" fmla="*/ 76288 w 523125"/>
                <a:gd name="connsiteY12" fmla="*/ 192375 h 388125"/>
                <a:gd name="connsiteX13" fmla="*/ 84085 w 523125"/>
                <a:gd name="connsiteY13" fmla="*/ 180529 h 388125"/>
                <a:gd name="connsiteX14" fmla="*/ 237934 w 523125"/>
                <a:gd name="connsiteY14" fmla="*/ 94382 h 388125"/>
                <a:gd name="connsiteX15" fmla="*/ 246355 w 523125"/>
                <a:gd name="connsiteY15" fmla="*/ 80055 h 388125"/>
                <a:gd name="connsiteX16" fmla="*/ 270216 w 523125"/>
                <a:gd name="connsiteY16" fmla="*/ 45478 h 388125"/>
                <a:gd name="connsiteX17" fmla="*/ 466590 w 523125"/>
                <a:gd name="connsiteY17" fmla="*/ 158608 h 388125"/>
                <a:gd name="connsiteX18" fmla="*/ 483651 w 523125"/>
                <a:gd name="connsiteY18" fmla="*/ 189827 h 388125"/>
                <a:gd name="connsiteX19" fmla="*/ 456853 w 523125"/>
                <a:gd name="connsiteY19" fmla="*/ 206162 h 388125"/>
                <a:gd name="connsiteX20" fmla="*/ 420758 w 523125"/>
                <a:gd name="connsiteY20" fmla="*/ 200323 h 388125"/>
                <a:gd name="connsiteX21" fmla="*/ 414767 w 523125"/>
                <a:gd name="connsiteY21" fmla="*/ 199176 h 388125"/>
                <a:gd name="connsiteX22" fmla="*/ 405520 w 523125"/>
                <a:gd name="connsiteY22" fmla="*/ 201977 h 388125"/>
                <a:gd name="connsiteX23" fmla="*/ 235993 w 523125"/>
                <a:gd name="connsiteY23" fmla="*/ 317183 h 388125"/>
                <a:gd name="connsiteX24" fmla="*/ 206496 w 523125"/>
                <a:gd name="connsiteY24" fmla="*/ 315360 h 388125"/>
                <a:gd name="connsiteX25" fmla="*/ 81452 w 523125"/>
                <a:gd name="connsiteY25" fmla="*/ 205588 h 388125"/>
                <a:gd name="connsiteX26" fmla="*/ 76288 w 523125"/>
                <a:gd name="connsiteY26" fmla="*/ 192375 h 38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23125" h="388125">
                  <a:moveTo>
                    <a:pt x="7843" y="219173"/>
                  </a:moveTo>
                  <a:lnTo>
                    <a:pt x="192473" y="379823"/>
                  </a:lnTo>
                  <a:cubicBezTo>
                    <a:pt x="200185" y="387551"/>
                    <a:pt x="225818" y="397913"/>
                    <a:pt x="244937" y="378827"/>
                  </a:cubicBezTo>
                  <a:lnTo>
                    <a:pt x="427542" y="254762"/>
                  </a:lnTo>
                  <a:cubicBezTo>
                    <a:pt x="438612" y="258103"/>
                    <a:pt x="457984" y="262491"/>
                    <a:pt x="474994" y="260027"/>
                  </a:cubicBezTo>
                  <a:cubicBezTo>
                    <a:pt x="496442" y="256989"/>
                    <a:pt x="524286" y="244198"/>
                    <a:pt x="532420" y="218076"/>
                  </a:cubicBezTo>
                  <a:cubicBezTo>
                    <a:pt x="535272" y="208913"/>
                    <a:pt x="549362" y="169914"/>
                    <a:pt x="503850" y="130191"/>
                  </a:cubicBezTo>
                  <a:cubicBezTo>
                    <a:pt x="487870" y="116488"/>
                    <a:pt x="349258" y="0"/>
                    <a:pt x="269878" y="0"/>
                  </a:cubicBezTo>
                  <a:cubicBezTo>
                    <a:pt x="252632" y="0"/>
                    <a:pt x="213820" y="6294"/>
                    <a:pt x="209466" y="61779"/>
                  </a:cubicBezTo>
                  <a:lnTo>
                    <a:pt x="8687" y="174437"/>
                  </a:lnTo>
                  <a:cubicBezTo>
                    <a:pt x="-1472" y="181896"/>
                    <a:pt x="-358" y="188139"/>
                    <a:pt x="587" y="203378"/>
                  </a:cubicBezTo>
                  <a:cubicBezTo>
                    <a:pt x="975" y="210060"/>
                    <a:pt x="3557" y="215409"/>
                    <a:pt x="7843" y="219173"/>
                  </a:cubicBezTo>
                  <a:close/>
                  <a:moveTo>
                    <a:pt x="76288" y="192375"/>
                  </a:moveTo>
                  <a:cubicBezTo>
                    <a:pt x="76795" y="187380"/>
                    <a:pt x="79714" y="182959"/>
                    <a:pt x="84085" y="180529"/>
                  </a:cubicBezTo>
                  <a:lnTo>
                    <a:pt x="237934" y="94382"/>
                  </a:lnTo>
                  <a:cubicBezTo>
                    <a:pt x="243148" y="91479"/>
                    <a:pt x="246355" y="86029"/>
                    <a:pt x="246355" y="80055"/>
                  </a:cubicBezTo>
                  <a:cubicBezTo>
                    <a:pt x="246355" y="45478"/>
                    <a:pt x="261306" y="45478"/>
                    <a:pt x="270216" y="45478"/>
                  </a:cubicBezTo>
                  <a:cubicBezTo>
                    <a:pt x="322663" y="45478"/>
                    <a:pt x="429752" y="127153"/>
                    <a:pt x="466590" y="158608"/>
                  </a:cubicBezTo>
                  <a:cubicBezTo>
                    <a:pt x="479685" y="170623"/>
                    <a:pt x="486013" y="182166"/>
                    <a:pt x="483651" y="189827"/>
                  </a:cubicBezTo>
                  <a:cubicBezTo>
                    <a:pt x="481322" y="197303"/>
                    <a:pt x="469813" y="204306"/>
                    <a:pt x="456853" y="206162"/>
                  </a:cubicBezTo>
                  <a:cubicBezTo>
                    <a:pt x="441160" y="208373"/>
                    <a:pt x="420943" y="200374"/>
                    <a:pt x="420758" y="200323"/>
                  </a:cubicBezTo>
                  <a:cubicBezTo>
                    <a:pt x="418817" y="199530"/>
                    <a:pt x="416775" y="199176"/>
                    <a:pt x="414767" y="199176"/>
                  </a:cubicBezTo>
                  <a:cubicBezTo>
                    <a:pt x="411510" y="199176"/>
                    <a:pt x="408270" y="200121"/>
                    <a:pt x="405520" y="201977"/>
                  </a:cubicBezTo>
                  <a:lnTo>
                    <a:pt x="235993" y="317183"/>
                  </a:lnTo>
                  <a:cubicBezTo>
                    <a:pt x="226881" y="323359"/>
                    <a:pt x="214765" y="322599"/>
                    <a:pt x="206496" y="315360"/>
                  </a:cubicBezTo>
                  <a:lnTo>
                    <a:pt x="81452" y="205588"/>
                  </a:lnTo>
                  <a:cubicBezTo>
                    <a:pt x="77689" y="202264"/>
                    <a:pt x="75748" y="197353"/>
                    <a:pt x="76288" y="19237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21202194" y="7810980"/>
              <a:ext cx="33750" cy="16875"/>
            </a:xfrm>
            <a:custGeom>
              <a:avLst/>
              <a:gdLst>
                <a:gd name="connsiteX0" fmla="*/ 35134 w 33750"/>
                <a:gd name="connsiteY0" fmla="*/ 12791 h 16875"/>
                <a:gd name="connsiteX1" fmla="*/ 17567 w 33750"/>
                <a:gd name="connsiteY1" fmla="*/ 25583 h 16875"/>
                <a:gd name="connsiteX2" fmla="*/ 0 w 33750"/>
                <a:gd name="connsiteY2" fmla="*/ 12791 h 16875"/>
                <a:gd name="connsiteX3" fmla="*/ 17567 w 33750"/>
                <a:gd name="connsiteY3" fmla="*/ 0 h 16875"/>
                <a:gd name="connsiteX4" fmla="*/ 35134 w 33750"/>
                <a:gd name="connsiteY4" fmla="*/ 1279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16875">
                  <a:moveTo>
                    <a:pt x="35134" y="12791"/>
                  </a:moveTo>
                  <a:cubicBezTo>
                    <a:pt x="35134" y="19856"/>
                    <a:pt x="27269" y="25583"/>
                    <a:pt x="17567" y="25583"/>
                  </a:cubicBezTo>
                  <a:cubicBezTo>
                    <a:pt x="7865" y="25583"/>
                    <a:pt x="0" y="19856"/>
                    <a:pt x="0" y="12791"/>
                  </a:cubicBezTo>
                  <a:cubicBezTo>
                    <a:pt x="0" y="5727"/>
                    <a:pt x="7865" y="0"/>
                    <a:pt x="17567" y="0"/>
                  </a:cubicBezTo>
                  <a:cubicBezTo>
                    <a:pt x="27269" y="0"/>
                    <a:pt x="35134" y="5727"/>
                    <a:pt x="35134" y="127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21299698" y="7869469"/>
              <a:ext cx="33750" cy="16875"/>
            </a:xfrm>
            <a:custGeom>
              <a:avLst/>
              <a:gdLst>
                <a:gd name="connsiteX0" fmla="*/ 35134 w 33750"/>
                <a:gd name="connsiteY0" fmla="*/ 12791 h 16875"/>
                <a:gd name="connsiteX1" fmla="*/ 17567 w 33750"/>
                <a:gd name="connsiteY1" fmla="*/ 25582 h 16875"/>
                <a:gd name="connsiteX2" fmla="*/ 0 w 33750"/>
                <a:gd name="connsiteY2" fmla="*/ 12791 h 16875"/>
                <a:gd name="connsiteX3" fmla="*/ 17567 w 33750"/>
                <a:gd name="connsiteY3" fmla="*/ 0 h 16875"/>
                <a:gd name="connsiteX4" fmla="*/ 35134 w 33750"/>
                <a:gd name="connsiteY4" fmla="*/ 1279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16875">
                  <a:moveTo>
                    <a:pt x="35134" y="12791"/>
                  </a:moveTo>
                  <a:cubicBezTo>
                    <a:pt x="35134" y="19856"/>
                    <a:pt x="27269" y="25582"/>
                    <a:pt x="17567" y="25582"/>
                  </a:cubicBezTo>
                  <a:cubicBezTo>
                    <a:pt x="7865" y="25582"/>
                    <a:pt x="0" y="19856"/>
                    <a:pt x="0" y="12791"/>
                  </a:cubicBezTo>
                  <a:cubicBezTo>
                    <a:pt x="0" y="5727"/>
                    <a:pt x="7865" y="0"/>
                    <a:pt x="17567" y="0"/>
                  </a:cubicBezTo>
                  <a:cubicBezTo>
                    <a:pt x="27269" y="0"/>
                    <a:pt x="35134" y="5727"/>
                    <a:pt x="35134" y="127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21338696" y="7732950"/>
              <a:ext cx="33750" cy="16875"/>
            </a:xfrm>
            <a:custGeom>
              <a:avLst/>
              <a:gdLst>
                <a:gd name="connsiteX0" fmla="*/ 35134 w 33750"/>
                <a:gd name="connsiteY0" fmla="*/ 12808 h 16875"/>
                <a:gd name="connsiteX1" fmla="*/ 17567 w 33750"/>
                <a:gd name="connsiteY1" fmla="*/ 25616 h 16875"/>
                <a:gd name="connsiteX2" fmla="*/ 0 w 33750"/>
                <a:gd name="connsiteY2" fmla="*/ 12808 h 16875"/>
                <a:gd name="connsiteX3" fmla="*/ 17567 w 33750"/>
                <a:gd name="connsiteY3" fmla="*/ 0 h 16875"/>
                <a:gd name="connsiteX4" fmla="*/ 35134 w 33750"/>
                <a:gd name="connsiteY4" fmla="*/ 12808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16875">
                  <a:moveTo>
                    <a:pt x="35134" y="12808"/>
                  </a:moveTo>
                  <a:cubicBezTo>
                    <a:pt x="35134" y="19882"/>
                    <a:pt x="27269" y="25616"/>
                    <a:pt x="17567" y="25616"/>
                  </a:cubicBezTo>
                  <a:cubicBezTo>
                    <a:pt x="7865" y="25616"/>
                    <a:pt x="0" y="19882"/>
                    <a:pt x="0" y="12808"/>
                  </a:cubicBezTo>
                  <a:cubicBezTo>
                    <a:pt x="0" y="5734"/>
                    <a:pt x="7865" y="0"/>
                    <a:pt x="17567" y="0"/>
                  </a:cubicBezTo>
                  <a:cubicBezTo>
                    <a:pt x="27269" y="0"/>
                    <a:pt x="35134" y="5734"/>
                    <a:pt x="35134" y="1280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21418414" y="7773214"/>
              <a:ext cx="16875" cy="16875"/>
            </a:xfrm>
            <a:custGeom>
              <a:avLst/>
              <a:gdLst>
                <a:gd name="connsiteX0" fmla="*/ 31725 w 16875"/>
                <a:gd name="connsiteY0" fmla="*/ 11559 h 16875"/>
                <a:gd name="connsiteX1" fmla="*/ 15862 w 16875"/>
                <a:gd name="connsiteY1" fmla="*/ 23119 h 16875"/>
                <a:gd name="connsiteX2" fmla="*/ 0 w 16875"/>
                <a:gd name="connsiteY2" fmla="*/ 11559 h 16875"/>
                <a:gd name="connsiteX3" fmla="*/ 15862 w 16875"/>
                <a:gd name="connsiteY3" fmla="*/ 0 h 16875"/>
                <a:gd name="connsiteX4" fmla="*/ 31725 w 16875"/>
                <a:gd name="connsiteY4" fmla="*/ 11559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1725" y="11559"/>
                  </a:moveTo>
                  <a:cubicBezTo>
                    <a:pt x="31725" y="17943"/>
                    <a:pt x="24623" y="23119"/>
                    <a:pt x="15862" y="23119"/>
                  </a:cubicBezTo>
                  <a:cubicBezTo>
                    <a:pt x="7102" y="23119"/>
                    <a:pt x="0" y="17943"/>
                    <a:pt x="0" y="11559"/>
                  </a:cubicBezTo>
                  <a:cubicBezTo>
                    <a:pt x="0" y="5175"/>
                    <a:pt x="7102" y="0"/>
                    <a:pt x="15862" y="0"/>
                  </a:cubicBezTo>
                  <a:cubicBezTo>
                    <a:pt x="24623" y="0"/>
                    <a:pt x="31725" y="5175"/>
                    <a:pt x="31725" y="1155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21320859" y="7792671"/>
              <a:ext cx="16875" cy="16875"/>
            </a:xfrm>
            <a:custGeom>
              <a:avLst/>
              <a:gdLst>
                <a:gd name="connsiteX0" fmla="*/ 31792 w 16875"/>
                <a:gd name="connsiteY0" fmla="*/ 11593 h 16875"/>
                <a:gd name="connsiteX1" fmla="*/ 15896 w 16875"/>
                <a:gd name="connsiteY1" fmla="*/ 23186 h 16875"/>
                <a:gd name="connsiteX2" fmla="*/ 0 w 16875"/>
                <a:gd name="connsiteY2" fmla="*/ 11593 h 16875"/>
                <a:gd name="connsiteX3" fmla="*/ 15896 w 16875"/>
                <a:gd name="connsiteY3" fmla="*/ 0 h 16875"/>
                <a:gd name="connsiteX4" fmla="*/ 31792 w 16875"/>
                <a:gd name="connsiteY4" fmla="*/ 11593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1792" y="11593"/>
                  </a:moveTo>
                  <a:cubicBezTo>
                    <a:pt x="31792" y="17996"/>
                    <a:pt x="24676" y="23186"/>
                    <a:pt x="15896" y="23186"/>
                  </a:cubicBezTo>
                  <a:cubicBezTo>
                    <a:pt x="7117" y="23186"/>
                    <a:pt x="0" y="17996"/>
                    <a:pt x="0" y="11593"/>
                  </a:cubicBezTo>
                  <a:cubicBezTo>
                    <a:pt x="0" y="5190"/>
                    <a:pt x="7117" y="0"/>
                    <a:pt x="15896" y="0"/>
                  </a:cubicBezTo>
                  <a:cubicBezTo>
                    <a:pt x="24676" y="0"/>
                    <a:pt x="31792" y="5190"/>
                    <a:pt x="31792" y="1159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68" name="组合 167"/>
          <p:cNvGrpSpPr/>
          <p:nvPr/>
        </p:nvGrpSpPr>
        <p:grpSpPr>
          <a:xfrm>
            <a:off x="8661666" y="3261896"/>
            <a:ext cx="523125" cy="333467"/>
            <a:chOff x="22143566" y="7671204"/>
            <a:chExt cx="523125" cy="333467"/>
          </a:xfrm>
          <a:solidFill>
            <a:schemeClr val="accent1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22279342" y="7954046"/>
              <a:ext cx="253125" cy="50625"/>
            </a:xfrm>
            <a:custGeom>
              <a:avLst/>
              <a:gdLst>
                <a:gd name="connsiteX0" fmla="*/ 0 w 253125"/>
                <a:gd name="connsiteY0" fmla="*/ 0 h 50625"/>
                <a:gd name="connsiteX1" fmla="*/ 133093 w 253125"/>
                <a:gd name="connsiteY1" fmla="*/ 62589 h 50625"/>
                <a:gd name="connsiteX2" fmla="*/ 266153 w 253125"/>
                <a:gd name="connsiteY2" fmla="*/ 0 h 50625"/>
                <a:gd name="connsiteX3" fmla="*/ 133093 w 253125"/>
                <a:gd name="connsiteY3" fmla="*/ 13196 h 50625"/>
                <a:gd name="connsiteX4" fmla="*/ 0 w 253125"/>
                <a:gd name="connsiteY4" fmla="*/ 0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125" h="50625">
                  <a:moveTo>
                    <a:pt x="0" y="0"/>
                  </a:moveTo>
                  <a:cubicBezTo>
                    <a:pt x="31691" y="38205"/>
                    <a:pt x="79566" y="62589"/>
                    <a:pt x="133093" y="62589"/>
                  </a:cubicBezTo>
                  <a:cubicBezTo>
                    <a:pt x="186621" y="62589"/>
                    <a:pt x="234478" y="38205"/>
                    <a:pt x="266153" y="0"/>
                  </a:cubicBezTo>
                  <a:cubicBezTo>
                    <a:pt x="226935" y="8404"/>
                    <a:pt x="181474" y="13196"/>
                    <a:pt x="133093" y="13196"/>
                  </a:cubicBezTo>
                  <a:cubicBezTo>
                    <a:pt x="84662" y="13196"/>
                    <a:pt x="39251" y="8404"/>
                    <a:pt x="0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22143566" y="7671204"/>
              <a:ext cx="523125" cy="253125"/>
            </a:xfrm>
            <a:custGeom>
              <a:avLst/>
              <a:gdLst>
                <a:gd name="connsiteX0" fmla="*/ 443138 w 523125"/>
                <a:gd name="connsiteY0" fmla="*/ 99174 h 253125"/>
                <a:gd name="connsiteX1" fmla="*/ 450782 w 523125"/>
                <a:gd name="connsiteY1" fmla="*/ 120656 h 253125"/>
                <a:gd name="connsiteX2" fmla="*/ 479571 w 523125"/>
                <a:gd name="connsiteY2" fmla="*/ 144686 h 253125"/>
                <a:gd name="connsiteX3" fmla="*/ 441568 w 523125"/>
                <a:gd name="connsiteY3" fmla="*/ 172007 h 253125"/>
                <a:gd name="connsiteX4" fmla="*/ 268869 w 523125"/>
                <a:gd name="connsiteY4" fmla="*/ 0 h 253125"/>
                <a:gd name="connsiteX5" fmla="*/ 96171 w 523125"/>
                <a:gd name="connsiteY5" fmla="*/ 172024 h 253125"/>
                <a:gd name="connsiteX6" fmla="*/ 58151 w 523125"/>
                <a:gd name="connsiteY6" fmla="*/ 144686 h 253125"/>
                <a:gd name="connsiteX7" fmla="*/ 86940 w 523125"/>
                <a:gd name="connsiteY7" fmla="*/ 120656 h 253125"/>
                <a:gd name="connsiteX8" fmla="*/ 94601 w 523125"/>
                <a:gd name="connsiteY8" fmla="*/ 99158 h 253125"/>
                <a:gd name="connsiteX9" fmla="*/ 0 w 523125"/>
                <a:gd name="connsiteY9" fmla="*/ 172716 h 253125"/>
                <a:gd name="connsiteX10" fmla="*/ 1806 w 523125"/>
                <a:gd name="connsiteY10" fmla="*/ 184005 h 253125"/>
                <a:gd name="connsiteX11" fmla="*/ 268869 w 523125"/>
                <a:gd name="connsiteY11" fmla="*/ 269393 h 253125"/>
                <a:gd name="connsiteX12" fmla="*/ 535967 w 523125"/>
                <a:gd name="connsiteY12" fmla="*/ 184005 h 253125"/>
                <a:gd name="connsiteX13" fmla="*/ 537756 w 523125"/>
                <a:gd name="connsiteY13" fmla="*/ 172716 h 253125"/>
                <a:gd name="connsiteX14" fmla="*/ 443138 w 523125"/>
                <a:gd name="connsiteY14" fmla="*/ 99174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3125" h="253125">
                  <a:moveTo>
                    <a:pt x="443138" y="99174"/>
                  </a:moveTo>
                  <a:cubicBezTo>
                    <a:pt x="446108" y="106144"/>
                    <a:pt x="448673" y="113299"/>
                    <a:pt x="450782" y="120656"/>
                  </a:cubicBezTo>
                  <a:cubicBezTo>
                    <a:pt x="468956" y="127727"/>
                    <a:pt x="479571" y="135911"/>
                    <a:pt x="479571" y="144686"/>
                  </a:cubicBezTo>
                  <a:cubicBezTo>
                    <a:pt x="479571" y="154879"/>
                    <a:pt x="465514" y="164278"/>
                    <a:pt x="441568" y="172007"/>
                  </a:cubicBezTo>
                  <a:cubicBezTo>
                    <a:pt x="441197" y="76950"/>
                    <a:pt x="363994" y="0"/>
                    <a:pt x="268869" y="0"/>
                  </a:cubicBezTo>
                  <a:cubicBezTo>
                    <a:pt x="173711" y="0"/>
                    <a:pt x="96542" y="76950"/>
                    <a:pt x="96171" y="172024"/>
                  </a:cubicBezTo>
                  <a:cubicBezTo>
                    <a:pt x="72208" y="164278"/>
                    <a:pt x="58151" y="154862"/>
                    <a:pt x="58151" y="144686"/>
                  </a:cubicBezTo>
                  <a:cubicBezTo>
                    <a:pt x="58151" y="135928"/>
                    <a:pt x="68783" y="127710"/>
                    <a:pt x="86940" y="120656"/>
                  </a:cubicBezTo>
                  <a:cubicBezTo>
                    <a:pt x="89066" y="113299"/>
                    <a:pt x="91648" y="106144"/>
                    <a:pt x="94601" y="99158"/>
                  </a:cubicBezTo>
                  <a:cubicBezTo>
                    <a:pt x="36754" y="116893"/>
                    <a:pt x="0" y="143252"/>
                    <a:pt x="0" y="172716"/>
                  </a:cubicBezTo>
                  <a:cubicBezTo>
                    <a:pt x="0" y="176546"/>
                    <a:pt x="608" y="180309"/>
                    <a:pt x="1806" y="184005"/>
                  </a:cubicBezTo>
                  <a:cubicBezTo>
                    <a:pt x="17348" y="232099"/>
                    <a:pt x="131001" y="269393"/>
                    <a:pt x="268869" y="269393"/>
                  </a:cubicBezTo>
                  <a:cubicBezTo>
                    <a:pt x="406704" y="269393"/>
                    <a:pt x="520391" y="232099"/>
                    <a:pt x="535967" y="184005"/>
                  </a:cubicBezTo>
                  <a:cubicBezTo>
                    <a:pt x="537131" y="180293"/>
                    <a:pt x="537756" y="176546"/>
                    <a:pt x="537756" y="172716"/>
                  </a:cubicBezTo>
                  <a:cubicBezTo>
                    <a:pt x="537722" y="143252"/>
                    <a:pt x="500985" y="116910"/>
                    <a:pt x="443138" y="9917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9804474" y="3161920"/>
            <a:ext cx="253125" cy="533418"/>
            <a:chOff x="23382056" y="3279773"/>
            <a:chExt cx="253125" cy="533418"/>
          </a:xfrm>
          <a:solidFill>
            <a:schemeClr val="accent1"/>
          </a:solidFill>
        </p:grpSpPr>
        <p:sp>
          <p:nvSpPr>
            <p:cNvPr id="105" name="任意多边形: 形状 104"/>
            <p:cNvSpPr/>
            <p:nvPr/>
          </p:nvSpPr>
          <p:spPr>
            <a:xfrm>
              <a:off x="23382056" y="3357566"/>
              <a:ext cx="253125" cy="455625"/>
            </a:xfrm>
            <a:custGeom>
              <a:avLst/>
              <a:gdLst>
                <a:gd name="connsiteX0" fmla="*/ 229939 w 253125"/>
                <a:gd name="connsiteY0" fmla="*/ 0 h 455625"/>
                <a:gd name="connsiteX1" fmla="*/ 37614 w 253125"/>
                <a:gd name="connsiteY1" fmla="*/ 0 h 455625"/>
                <a:gd name="connsiteX2" fmla="*/ 0 w 253125"/>
                <a:gd name="connsiteY2" fmla="*/ 37479 h 455625"/>
                <a:gd name="connsiteX3" fmla="*/ 0 w 253125"/>
                <a:gd name="connsiteY3" fmla="*/ 78671 h 455625"/>
                <a:gd name="connsiteX4" fmla="*/ 26511 w 253125"/>
                <a:gd name="connsiteY4" fmla="*/ 115239 h 455625"/>
                <a:gd name="connsiteX5" fmla="*/ 26511 w 253125"/>
                <a:gd name="connsiteY5" fmla="*/ 374507 h 455625"/>
                <a:gd name="connsiteX6" fmla="*/ 26848 w 253125"/>
                <a:gd name="connsiteY6" fmla="*/ 376701 h 455625"/>
                <a:gd name="connsiteX7" fmla="*/ 133667 w 253125"/>
                <a:gd name="connsiteY7" fmla="*/ 457464 h 455625"/>
                <a:gd name="connsiteX8" fmla="*/ 240266 w 253125"/>
                <a:gd name="connsiteY8" fmla="*/ 380261 h 455625"/>
                <a:gd name="connsiteX9" fmla="*/ 241042 w 253125"/>
                <a:gd name="connsiteY9" fmla="*/ 374507 h 455625"/>
                <a:gd name="connsiteX10" fmla="*/ 241042 w 253125"/>
                <a:gd name="connsiteY10" fmla="*/ 115256 h 455625"/>
                <a:gd name="connsiteX11" fmla="*/ 267570 w 253125"/>
                <a:gd name="connsiteY11" fmla="*/ 78688 h 455625"/>
                <a:gd name="connsiteX12" fmla="*/ 267570 w 253125"/>
                <a:gd name="connsiteY12" fmla="*/ 37479 h 455625"/>
                <a:gd name="connsiteX13" fmla="*/ 229939 w 253125"/>
                <a:gd name="connsiteY13" fmla="*/ 0 h 455625"/>
                <a:gd name="connsiteX14" fmla="*/ 229500 w 253125"/>
                <a:gd name="connsiteY14" fmla="*/ 65475 h 455625"/>
                <a:gd name="connsiteX15" fmla="*/ 216540 w 253125"/>
                <a:gd name="connsiteY15" fmla="*/ 78435 h 455625"/>
                <a:gd name="connsiteX16" fmla="*/ 215949 w 253125"/>
                <a:gd name="connsiteY16" fmla="*/ 78435 h 455625"/>
                <a:gd name="connsiteX17" fmla="*/ 202956 w 253125"/>
                <a:gd name="connsiteY17" fmla="*/ 91395 h 455625"/>
                <a:gd name="connsiteX18" fmla="*/ 202956 w 253125"/>
                <a:gd name="connsiteY18" fmla="*/ 374541 h 455625"/>
                <a:gd name="connsiteX19" fmla="*/ 133734 w 253125"/>
                <a:gd name="connsiteY19" fmla="*/ 419445 h 455625"/>
                <a:gd name="connsiteX20" fmla="*/ 64513 w 253125"/>
                <a:gd name="connsiteY20" fmla="*/ 374541 h 455625"/>
                <a:gd name="connsiteX21" fmla="*/ 64513 w 253125"/>
                <a:gd name="connsiteY21" fmla="*/ 91378 h 455625"/>
                <a:gd name="connsiteX22" fmla="*/ 51553 w 253125"/>
                <a:gd name="connsiteY22" fmla="*/ 78418 h 455625"/>
                <a:gd name="connsiteX23" fmla="*/ 50946 w 253125"/>
                <a:gd name="connsiteY23" fmla="*/ 78418 h 455625"/>
                <a:gd name="connsiteX24" fmla="*/ 37986 w 253125"/>
                <a:gd name="connsiteY24" fmla="*/ 65458 h 455625"/>
                <a:gd name="connsiteX25" fmla="*/ 37986 w 253125"/>
                <a:gd name="connsiteY25" fmla="*/ 51013 h 455625"/>
                <a:gd name="connsiteX26" fmla="*/ 50946 w 253125"/>
                <a:gd name="connsiteY26" fmla="*/ 38053 h 455625"/>
                <a:gd name="connsiteX27" fmla="*/ 216489 w 253125"/>
                <a:gd name="connsiteY27" fmla="*/ 38053 h 455625"/>
                <a:gd name="connsiteX28" fmla="*/ 229449 w 253125"/>
                <a:gd name="connsiteY28" fmla="*/ 51013 h 455625"/>
                <a:gd name="connsiteX29" fmla="*/ 229449 w 253125"/>
                <a:gd name="connsiteY29" fmla="*/ 65475 h 455625"/>
                <a:gd name="connsiteX30" fmla="*/ 229500 w 253125"/>
                <a:gd name="connsiteY30" fmla="*/ 65475 h 45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3125" h="455625">
                  <a:moveTo>
                    <a:pt x="229939" y="0"/>
                  </a:moveTo>
                  <a:lnTo>
                    <a:pt x="37614" y="0"/>
                  </a:lnTo>
                  <a:cubicBezTo>
                    <a:pt x="16622" y="0"/>
                    <a:pt x="0" y="16470"/>
                    <a:pt x="0" y="37479"/>
                  </a:cubicBezTo>
                  <a:lnTo>
                    <a:pt x="0" y="78671"/>
                  </a:lnTo>
                  <a:cubicBezTo>
                    <a:pt x="0" y="96019"/>
                    <a:pt x="11509" y="110666"/>
                    <a:pt x="26511" y="115239"/>
                  </a:cubicBezTo>
                  <a:lnTo>
                    <a:pt x="26511" y="374507"/>
                  </a:lnTo>
                  <a:cubicBezTo>
                    <a:pt x="26511" y="375233"/>
                    <a:pt x="26814" y="375958"/>
                    <a:pt x="26848" y="376701"/>
                  </a:cubicBezTo>
                  <a:cubicBezTo>
                    <a:pt x="28485" y="404612"/>
                    <a:pt x="52971" y="457464"/>
                    <a:pt x="133667" y="457464"/>
                  </a:cubicBezTo>
                  <a:cubicBezTo>
                    <a:pt x="208389" y="457464"/>
                    <a:pt x="236199" y="406974"/>
                    <a:pt x="240266" y="380261"/>
                  </a:cubicBezTo>
                  <a:cubicBezTo>
                    <a:pt x="240553" y="378354"/>
                    <a:pt x="241042" y="376431"/>
                    <a:pt x="241042" y="374507"/>
                  </a:cubicBezTo>
                  <a:lnTo>
                    <a:pt x="241042" y="115256"/>
                  </a:lnTo>
                  <a:cubicBezTo>
                    <a:pt x="256044" y="110683"/>
                    <a:pt x="267570" y="96036"/>
                    <a:pt x="267570" y="78688"/>
                  </a:cubicBezTo>
                  <a:lnTo>
                    <a:pt x="267570" y="37479"/>
                  </a:lnTo>
                  <a:cubicBezTo>
                    <a:pt x="267570" y="16470"/>
                    <a:pt x="250931" y="0"/>
                    <a:pt x="229939" y="0"/>
                  </a:cubicBezTo>
                  <a:close/>
                  <a:moveTo>
                    <a:pt x="229500" y="65475"/>
                  </a:moveTo>
                  <a:cubicBezTo>
                    <a:pt x="229500" y="72630"/>
                    <a:pt x="223695" y="78435"/>
                    <a:pt x="216540" y="78435"/>
                  </a:cubicBezTo>
                  <a:lnTo>
                    <a:pt x="215949" y="78435"/>
                  </a:lnTo>
                  <a:cubicBezTo>
                    <a:pt x="208794" y="78435"/>
                    <a:pt x="202956" y="84240"/>
                    <a:pt x="202956" y="91395"/>
                  </a:cubicBezTo>
                  <a:lnTo>
                    <a:pt x="202956" y="374541"/>
                  </a:lnTo>
                  <a:cubicBezTo>
                    <a:pt x="202956" y="374541"/>
                    <a:pt x="195564" y="419445"/>
                    <a:pt x="133734" y="419445"/>
                  </a:cubicBezTo>
                  <a:cubicBezTo>
                    <a:pt x="67652" y="419445"/>
                    <a:pt x="64513" y="374541"/>
                    <a:pt x="64513" y="374541"/>
                  </a:cubicBezTo>
                  <a:lnTo>
                    <a:pt x="64513" y="91378"/>
                  </a:lnTo>
                  <a:cubicBezTo>
                    <a:pt x="64513" y="84223"/>
                    <a:pt x="58708" y="78418"/>
                    <a:pt x="51553" y="78418"/>
                  </a:cubicBezTo>
                  <a:lnTo>
                    <a:pt x="50946" y="78418"/>
                  </a:lnTo>
                  <a:cubicBezTo>
                    <a:pt x="43791" y="78418"/>
                    <a:pt x="37986" y="72613"/>
                    <a:pt x="37986" y="65458"/>
                  </a:cubicBezTo>
                  <a:lnTo>
                    <a:pt x="37986" y="51013"/>
                  </a:lnTo>
                  <a:cubicBezTo>
                    <a:pt x="37986" y="43858"/>
                    <a:pt x="43791" y="38053"/>
                    <a:pt x="50946" y="38053"/>
                  </a:cubicBezTo>
                  <a:lnTo>
                    <a:pt x="216489" y="38053"/>
                  </a:lnTo>
                  <a:cubicBezTo>
                    <a:pt x="223644" y="38053"/>
                    <a:pt x="229449" y="43858"/>
                    <a:pt x="229449" y="51013"/>
                  </a:cubicBezTo>
                  <a:lnTo>
                    <a:pt x="229449" y="65475"/>
                  </a:lnTo>
                  <a:lnTo>
                    <a:pt x="229500" y="6547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23467359" y="3602119"/>
              <a:ext cx="84375" cy="151875"/>
            </a:xfrm>
            <a:custGeom>
              <a:avLst/>
              <a:gdLst>
                <a:gd name="connsiteX0" fmla="*/ 48448 w 84375"/>
                <a:gd name="connsiteY0" fmla="*/ 156296 h 151875"/>
                <a:gd name="connsiteX1" fmla="*/ 96896 w 84375"/>
                <a:gd name="connsiteY1" fmla="*/ 120032 h 151875"/>
                <a:gd name="connsiteX2" fmla="*/ 96896 w 84375"/>
                <a:gd name="connsiteY2" fmla="*/ 0 h 151875"/>
                <a:gd name="connsiteX3" fmla="*/ 0 w 84375"/>
                <a:gd name="connsiteY3" fmla="*/ 0 h 151875"/>
                <a:gd name="connsiteX4" fmla="*/ 0 w 84375"/>
                <a:gd name="connsiteY4" fmla="*/ 120032 h 151875"/>
                <a:gd name="connsiteX5" fmla="*/ 48448 w 84375"/>
                <a:gd name="connsiteY5" fmla="*/ 156296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75" h="151875">
                  <a:moveTo>
                    <a:pt x="48448" y="156296"/>
                  </a:moveTo>
                  <a:cubicBezTo>
                    <a:pt x="91817" y="156296"/>
                    <a:pt x="96896" y="120032"/>
                    <a:pt x="96896" y="120032"/>
                  </a:cubicBezTo>
                  <a:lnTo>
                    <a:pt x="96896" y="0"/>
                  </a:lnTo>
                  <a:lnTo>
                    <a:pt x="0" y="0"/>
                  </a:lnTo>
                  <a:lnTo>
                    <a:pt x="0" y="120032"/>
                  </a:lnTo>
                  <a:cubicBezTo>
                    <a:pt x="34" y="119981"/>
                    <a:pt x="2126" y="156296"/>
                    <a:pt x="48448" y="15629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3498342" y="3500126"/>
              <a:ext cx="33750" cy="33750"/>
            </a:xfrm>
            <a:custGeom>
              <a:avLst/>
              <a:gdLst>
                <a:gd name="connsiteX0" fmla="*/ 48127 w 33750"/>
                <a:gd name="connsiteY0" fmla="*/ 24064 h 33750"/>
                <a:gd name="connsiteX1" fmla="*/ 24064 w 33750"/>
                <a:gd name="connsiteY1" fmla="*/ 48127 h 33750"/>
                <a:gd name="connsiteX2" fmla="*/ 0 w 33750"/>
                <a:gd name="connsiteY2" fmla="*/ 24064 h 33750"/>
                <a:gd name="connsiteX3" fmla="*/ 24064 w 33750"/>
                <a:gd name="connsiteY3" fmla="*/ 0 h 33750"/>
                <a:gd name="connsiteX4" fmla="*/ 48127 w 33750"/>
                <a:gd name="connsiteY4" fmla="*/ 24064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33750">
                  <a:moveTo>
                    <a:pt x="48127" y="24064"/>
                  </a:moveTo>
                  <a:cubicBezTo>
                    <a:pt x="48127" y="37354"/>
                    <a:pt x="37354" y="48127"/>
                    <a:pt x="24064" y="48127"/>
                  </a:cubicBezTo>
                  <a:cubicBezTo>
                    <a:pt x="10774" y="48127"/>
                    <a:pt x="0" y="37354"/>
                    <a:pt x="0" y="24064"/>
                  </a:cubicBezTo>
                  <a:cubicBezTo>
                    <a:pt x="0" y="10774"/>
                    <a:pt x="10774" y="0"/>
                    <a:pt x="24064" y="0"/>
                  </a:cubicBezTo>
                  <a:cubicBezTo>
                    <a:pt x="37354" y="0"/>
                    <a:pt x="48127" y="10774"/>
                    <a:pt x="48127" y="2406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3467663" y="3416933"/>
              <a:ext cx="33750" cy="33750"/>
            </a:xfrm>
            <a:custGeom>
              <a:avLst/>
              <a:gdLst>
                <a:gd name="connsiteX0" fmla="*/ 48161 w 33750"/>
                <a:gd name="connsiteY0" fmla="*/ 24081 h 33750"/>
                <a:gd name="connsiteX1" fmla="*/ 24081 w 33750"/>
                <a:gd name="connsiteY1" fmla="*/ 48161 h 33750"/>
                <a:gd name="connsiteX2" fmla="*/ 0 w 33750"/>
                <a:gd name="connsiteY2" fmla="*/ 24081 h 33750"/>
                <a:gd name="connsiteX3" fmla="*/ 24081 w 33750"/>
                <a:gd name="connsiteY3" fmla="*/ 0 h 33750"/>
                <a:gd name="connsiteX4" fmla="*/ 48161 w 33750"/>
                <a:gd name="connsiteY4" fmla="*/ 24081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33750">
                  <a:moveTo>
                    <a:pt x="48161" y="24081"/>
                  </a:moveTo>
                  <a:cubicBezTo>
                    <a:pt x="48161" y="37380"/>
                    <a:pt x="37380" y="48161"/>
                    <a:pt x="24081" y="48161"/>
                  </a:cubicBezTo>
                  <a:cubicBezTo>
                    <a:pt x="10781" y="48161"/>
                    <a:pt x="0" y="37380"/>
                    <a:pt x="0" y="24081"/>
                  </a:cubicBezTo>
                  <a:cubicBezTo>
                    <a:pt x="0" y="10781"/>
                    <a:pt x="10781" y="0"/>
                    <a:pt x="24081" y="0"/>
                  </a:cubicBezTo>
                  <a:cubicBezTo>
                    <a:pt x="37380" y="0"/>
                    <a:pt x="48161" y="10781"/>
                    <a:pt x="48161" y="2408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23540631" y="3289982"/>
              <a:ext cx="33750" cy="33750"/>
            </a:xfrm>
            <a:custGeom>
              <a:avLst/>
              <a:gdLst>
                <a:gd name="connsiteX0" fmla="*/ 46710 w 33750"/>
                <a:gd name="connsiteY0" fmla="*/ 23355 h 33750"/>
                <a:gd name="connsiteX1" fmla="*/ 23355 w 33750"/>
                <a:gd name="connsiteY1" fmla="*/ 46710 h 33750"/>
                <a:gd name="connsiteX2" fmla="*/ 0 w 33750"/>
                <a:gd name="connsiteY2" fmla="*/ 23355 h 33750"/>
                <a:gd name="connsiteX3" fmla="*/ 23355 w 33750"/>
                <a:gd name="connsiteY3" fmla="*/ 0 h 33750"/>
                <a:gd name="connsiteX4" fmla="*/ 46710 w 33750"/>
                <a:gd name="connsiteY4" fmla="*/ 23355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" h="33750">
                  <a:moveTo>
                    <a:pt x="46710" y="23355"/>
                  </a:moveTo>
                  <a:cubicBezTo>
                    <a:pt x="46710" y="36254"/>
                    <a:pt x="36254" y="46710"/>
                    <a:pt x="23355" y="46710"/>
                  </a:cubicBezTo>
                  <a:cubicBezTo>
                    <a:pt x="10456" y="46710"/>
                    <a:pt x="0" y="36254"/>
                    <a:pt x="0" y="23355"/>
                  </a:cubicBezTo>
                  <a:cubicBezTo>
                    <a:pt x="0" y="10456"/>
                    <a:pt x="10456" y="0"/>
                    <a:pt x="23355" y="0"/>
                  </a:cubicBezTo>
                  <a:cubicBezTo>
                    <a:pt x="36254" y="0"/>
                    <a:pt x="46710" y="10456"/>
                    <a:pt x="46710" y="2335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23467646" y="3279773"/>
              <a:ext cx="16875" cy="16875"/>
            </a:xfrm>
            <a:custGeom>
              <a:avLst/>
              <a:gdLst>
                <a:gd name="connsiteX0" fmla="*/ 27743 w 16875"/>
                <a:gd name="connsiteY0" fmla="*/ 13871 h 16875"/>
                <a:gd name="connsiteX1" fmla="*/ 13871 w 16875"/>
                <a:gd name="connsiteY1" fmla="*/ 27743 h 16875"/>
                <a:gd name="connsiteX2" fmla="*/ 0 w 16875"/>
                <a:gd name="connsiteY2" fmla="*/ 13871 h 16875"/>
                <a:gd name="connsiteX3" fmla="*/ 13871 w 16875"/>
                <a:gd name="connsiteY3" fmla="*/ 0 h 16875"/>
                <a:gd name="connsiteX4" fmla="*/ 27743 w 16875"/>
                <a:gd name="connsiteY4" fmla="*/ 1387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27743" y="13871"/>
                  </a:moveTo>
                  <a:cubicBezTo>
                    <a:pt x="27743" y="21532"/>
                    <a:pt x="21532" y="27743"/>
                    <a:pt x="13871" y="27743"/>
                  </a:cubicBezTo>
                  <a:cubicBezTo>
                    <a:pt x="6210" y="27743"/>
                    <a:pt x="0" y="21532"/>
                    <a:pt x="0" y="13871"/>
                  </a:cubicBezTo>
                  <a:cubicBezTo>
                    <a:pt x="0" y="6210"/>
                    <a:pt x="6210" y="0"/>
                    <a:pt x="13871" y="0"/>
                  </a:cubicBezTo>
                  <a:cubicBezTo>
                    <a:pt x="21532" y="0"/>
                    <a:pt x="27743" y="6210"/>
                    <a:pt x="27743" y="1387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10677285" y="3209254"/>
            <a:ext cx="531765" cy="438750"/>
            <a:chOff x="24306485" y="3294353"/>
            <a:chExt cx="531765" cy="438750"/>
          </a:xfrm>
          <a:solidFill>
            <a:schemeClr val="accent1"/>
          </a:solidFill>
        </p:grpSpPr>
        <p:sp>
          <p:nvSpPr>
            <p:cNvPr id="112" name="任意多边形: 形状 111"/>
            <p:cNvSpPr/>
            <p:nvPr/>
          </p:nvSpPr>
          <p:spPr>
            <a:xfrm>
              <a:off x="24571557" y="3398927"/>
              <a:ext cx="151875" cy="151875"/>
            </a:xfrm>
            <a:custGeom>
              <a:avLst/>
              <a:gdLst>
                <a:gd name="connsiteX0" fmla="*/ 82316 w 151875"/>
                <a:gd name="connsiteY0" fmla="*/ 0 h 151875"/>
                <a:gd name="connsiteX1" fmla="*/ 60531 w 151875"/>
                <a:gd name="connsiteY1" fmla="*/ 2936 h 151875"/>
                <a:gd name="connsiteX2" fmla="*/ 82299 w 151875"/>
                <a:gd name="connsiteY2" fmla="*/ 36028 h 151875"/>
                <a:gd name="connsiteX3" fmla="*/ 46254 w 151875"/>
                <a:gd name="connsiteY3" fmla="*/ 72056 h 151875"/>
                <a:gd name="connsiteX4" fmla="*/ 10682 w 151875"/>
                <a:gd name="connsiteY4" fmla="*/ 41766 h 151875"/>
                <a:gd name="connsiteX5" fmla="*/ 0 w 151875"/>
                <a:gd name="connsiteY5" fmla="*/ 82283 h 151875"/>
                <a:gd name="connsiteX6" fmla="*/ 82316 w 151875"/>
                <a:gd name="connsiteY6" fmla="*/ 164565 h 151875"/>
                <a:gd name="connsiteX7" fmla="*/ 164582 w 151875"/>
                <a:gd name="connsiteY7" fmla="*/ 82283 h 151875"/>
                <a:gd name="connsiteX8" fmla="*/ 82316 w 151875"/>
                <a:gd name="connsiteY8" fmla="*/ 0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875" h="151875">
                  <a:moveTo>
                    <a:pt x="82316" y="0"/>
                  </a:moveTo>
                  <a:cubicBezTo>
                    <a:pt x="74756" y="0"/>
                    <a:pt x="67449" y="1029"/>
                    <a:pt x="60531" y="2936"/>
                  </a:cubicBezTo>
                  <a:cubicBezTo>
                    <a:pt x="73339" y="8454"/>
                    <a:pt x="82299" y="21195"/>
                    <a:pt x="82299" y="36028"/>
                  </a:cubicBezTo>
                  <a:cubicBezTo>
                    <a:pt x="82299" y="55941"/>
                    <a:pt x="66167" y="72056"/>
                    <a:pt x="46254" y="72056"/>
                  </a:cubicBezTo>
                  <a:cubicBezTo>
                    <a:pt x="28316" y="72056"/>
                    <a:pt x="13432" y="58928"/>
                    <a:pt x="10682" y="41766"/>
                  </a:cubicBezTo>
                  <a:cubicBezTo>
                    <a:pt x="3898" y="53730"/>
                    <a:pt x="0" y="67568"/>
                    <a:pt x="0" y="82283"/>
                  </a:cubicBezTo>
                  <a:cubicBezTo>
                    <a:pt x="0" y="127710"/>
                    <a:pt x="36855" y="164565"/>
                    <a:pt x="82316" y="164565"/>
                  </a:cubicBezTo>
                  <a:cubicBezTo>
                    <a:pt x="127744" y="164565"/>
                    <a:pt x="164582" y="127710"/>
                    <a:pt x="164582" y="82283"/>
                  </a:cubicBezTo>
                  <a:cubicBezTo>
                    <a:pt x="164582" y="36855"/>
                    <a:pt x="127744" y="0"/>
                    <a:pt x="8231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24467000" y="3294353"/>
              <a:ext cx="371250" cy="438750"/>
            </a:xfrm>
            <a:custGeom>
              <a:avLst/>
              <a:gdLst>
                <a:gd name="connsiteX0" fmla="*/ 268819 w 371250"/>
                <a:gd name="connsiteY0" fmla="*/ 354763 h 438750"/>
                <a:gd name="connsiteX1" fmla="*/ 373714 w 371250"/>
                <a:gd name="connsiteY1" fmla="*/ 186874 h 438750"/>
                <a:gd name="connsiteX2" fmla="*/ 186874 w 371250"/>
                <a:gd name="connsiteY2" fmla="*/ 0 h 438750"/>
                <a:gd name="connsiteX3" fmla="*/ 0 w 371250"/>
                <a:gd name="connsiteY3" fmla="*/ 186874 h 438750"/>
                <a:gd name="connsiteX4" fmla="*/ 110768 w 371250"/>
                <a:gd name="connsiteY4" fmla="*/ 357531 h 438750"/>
                <a:gd name="connsiteX5" fmla="*/ 110700 w 371250"/>
                <a:gd name="connsiteY5" fmla="*/ 357548 h 438750"/>
                <a:gd name="connsiteX6" fmla="*/ 11694 w 371250"/>
                <a:gd name="connsiteY6" fmla="*/ 403363 h 438750"/>
                <a:gd name="connsiteX7" fmla="*/ 11694 w 371250"/>
                <a:gd name="connsiteY7" fmla="*/ 448774 h 438750"/>
                <a:gd name="connsiteX8" fmla="*/ 371993 w 371250"/>
                <a:gd name="connsiteY8" fmla="*/ 448774 h 438750"/>
                <a:gd name="connsiteX9" fmla="*/ 371993 w 371250"/>
                <a:gd name="connsiteY9" fmla="*/ 403363 h 438750"/>
                <a:gd name="connsiteX10" fmla="*/ 268988 w 371250"/>
                <a:gd name="connsiteY10" fmla="*/ 354797 h 438750"/>
                <a:gd name="connsiteX11" fmla="*/ 268819 w 371250"/>
                <a:gd name="connsiteY11" fmla="*/ 354763 h 438750"/>
                <a:gd name="connsiteX12" fmla="*/ 186874 w 371250"/>
                <a:gd name="connsiteY12" fmla="*/ 302079 h 438750"/>
                <a:gd name="connsiteX13" fmla="*/ 71668 w 371250"/>
                <a:gd name="connsiteY13" fmla="*/ 186874 h 438750"/>
                <a:gd name="connsiteX14" fmla="*/ 186874 w 371250"/>
                <a:gd name="connsiteY14" fmla="*/ 71668 h 438750"/>
                <a:gd name="connsiteX15" fmla="*/ 302012 w 371250"/>
                <a:gd name="connsiteY15" fmla="*/ 186874 h 438750"/>
                <a:gd name="connsiteX16" fmla="*/ 186874 w 371250"/>
                <a:gd name="connsiteY16" fmla="*/ 302079 h 4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1250" h="438750">
                  <a:moveTo>
                    <a:pt x="268819" y="354763"/>
                  </a:moveTo>
                  <a:cubicBezTo>
                    <a:pt x="330885" y="324321"/>
                    <a:pt x="373714" y="260516"/>
                    <a:pt x="373714" y="186874"/>
                  </a:cubicBezTo>
                  <a:cubicBezTo>
                    <a:pt x="373714" y="83835"/>
                    <a:pt x="289879" y="0"/>
                    <a:pt x="186874" y="0"/>
                  </a:cubicBezTo>
                  <a:cubicBezTo>
                    <a:pt x="83835" y="0"/>
                    <a:pt x="0" y="83835"/>
                    <a:pt x="0" y="186874"/>
                  </a:cubicBezTo>
                  <a:cubicBezTo>
                    <a:pt x="0" y="262828"/>
                    <a:pt x="45546" y="328320"/>
                    <a:pt x="110768" y="357531"/>
                  </a:cubicBezTo>
                  <a:lnTo>
                    <a:pt x="110700" y="357548"/>
                  </a:lnTo>
                  <a:lnTo>
                    <a:pt x="11694" y="403363"/>
                  </a:lnTo>
                  <a:lnTo>
                    <a:pt x="11694" y="448774"/>
                  </a:lnTo>
                  <a:lnTo>
                    <a:pt x="371993" y="448774"/>
                  </a:lnTo>
                  <a:lnTo>
                    <a:pt x="371993" y="403363"/>
                  </a:lnTo>
                  <a:lnTo>
                    <a:pt x="268988" y="354797"/>
                  </a:lnTo>
                  <a:lnTo>
                    <a:pt x="268819" y="354763"/>
                  </a:lnTo>
                  <a:close/>
                  <a:moveTo>
                    <a:pt x="186874" y="302079"/>
                  </a:moveTo>
                  <a:cubicBezTo>
                    <a:pt x="123339" y="302079"/>
                    <a:pt x="71668" y="250408"/>
                    <a:pt x="71668" y="186874"/>
                  </a:cubicBezTo>
                  <a:cubicBezTo>
                    <a:pt x="71668" y="123339"/>
                    <a:pt x="123339" y="71668"/>
                    <a:pt x="186874" y="71668"/>
                  </a:cubicBezTo>
                  <a:cubicBezTo>
                    <a:pt x="250374" y="71668"/>
                    <a:pt x="302012" y="123339"/>
                    <a:pt x="302012" y="186874"/>
                  </a:cubicBezTo>
                  <a:cubicBezTo>
                    <a:pt x="302012" y="250408"/>
                    <a:pt x="250374" y="302079"/>
                    <a:pt x="186874" y="30207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24306485" y="3605411"/>
              <a:ext cx="185625" cy="118125"/>
            </a:xfrm>
            <a:custGeom>
              <a:avLst/>
              <a:gdLst>
                <a:gd name="connsiteX0" fmla="*/ 194957 w 185625"/>
                <a:gd name="connsiteY0" fmla="*/ 41511 h 118125"/>
                <a:gd name="connsiteX1" fmla="*/ 187093 w 185625"/>
                <a:gd name="connsiteY1" fmla="*/ 4352 h 118125"/>
                <a:gd name="connsiteX2" fmla="*/ 149900 w 185625"/>
                <a:gd name="connsiteY2" fmla="*/ 12199 h 118125"/>
                <a:gd name="connsiteX3" fmla="*/ 23422 w 185625"/>
                <a:gd name="connsiteY3" fmla="*/ 78501 h 118125"/>
                <a:gd name="connsiteX4" fmla="*/ 219 w 185625"/>
                <a:gd name="connsiteY4" fmla="*/ 108623 h 118125"/>
                <a:gd name="connsiteX5" fmla="*/ 26831 w 185625"/>
                <a:gd name="connsiteY5" fmla="*/ 132062 h 118125"/>
                <a:gd name="connsiteX6" fmla="*/ 30307 w 185625"/>
                <a:gd name="connsiteY6" fmla="*/ 131809 h 118125"/>
                <a:gd name="connsiteX7" fmla="*/ 194957 w 185625"/>
                <a:gd name="connsiteY7" fmla="*/ 41511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625" h="118125">
                  <a:moveTo>
                    <a:pt x="194957" y="41511"/>
                  </a:moveTo>
                  <a:cubicBezTo>
                    <a:pt x="203073" y="29074"/>
                    <a:pt x="199547" y="12435"/>
                    <a:pt x="187093" y="4352"/>
                  </a:cubicBezTo>
                  <a:cubicBezTo>
                    <a:pt x="174690" y="-3731"/>
                    <a:pt x="158017" y="-238"/>
                    <a:pt x="149900" y="12199"/>
                  </a:cubicBezTo>
                  <a:cubicBezTo>
                    <a:pt x="149580" y="12739"/>
                    <a:pt x="113383" y="66824"/>
                    <a:pt x="23422" y="78501"/>
                  </a:cubicBezTo>
                  <a:cubicBezTo>
                    <a:pt x="8690" y="80391"/>
                    <a:pt x="-1654" y="93891"/>
                    <a:pt x="219" y="108623"/>
                  </a:cubicBezTo>
                  <a:cubicBezTo>
                    <a:pt x="1957" y="122174"/>
                    <a:pt x="13533" y="132062"/>
                    <a:pt x="26831" y="132062"/>
                  </a:cubicBezTo>
                  <a:cubicBezTo>
                    <a:pt x="27978" y="132062"/>
                    <a:pt x="29143" y="131995"/>
                    <a:pt x="30307" y="131809"/>
                  </a:cubicBezTo>
                  <a:cubicBezTo>
                    <a:pt x="144602" y="116976"/>
                    <a:pt x="192965" y="44599"/>
                    <a:pt x="194957" y="4151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953318" y="4334547"/>
            <a:ext cx="523125" cy="523125"/>
            <a:chOff x="25383599" y="3276600"/>
            <a:chExt cx="523125" cy="523125"/>
          </a:xfrm>
          <a:solidFill>
            <a:schemeClr val="accent1"/>
          </a:solidFill>
        </p:grpSpPr>
        <p:sp>
          <p:nvSpPr>
            <p:cNvPr id="139" name="任意多边形: 形状 138"/>
            <p:cNvSpPr/>
            <p:nvPr/>
          </p:nvSpPr>
          <p:spPr>
            <a:xfrm>
              <a:off x="25383599" y="3276600"/>
              <a:ext cx="523125" cy="523125"/>
            </a:xfrm>
            <a:custGeom>
              <a:avLst/>
              <a:gdLst>
                <a:gd name="connsiteX0" fmla="*/ 269426 w 523125"/>
                <a:gd name="connsiteY0" fmla="*/ 0 h 523125"/>
                <a:gd name="connsiteX1" fmla="*/ 0 w 523125"/>
                <a:gd name="connsiteY1" fmla="*/ 269409 h 523125"/>
                <a:gd name="connsiteX2" fmla="*/ 269426 w 523125"/>
                <a:gd name="connsiteY2" fmla="*/ 538819 h 523125"/>
                <a:gd name="connsiteX3" fmla="*/ 538819 w 523125"/>
                <a:gd name="connsiteY3" fmla="*/ 269409 h 523125"/>
                <a:gd name="connsiteX4" fmla="*/ 269426 w 523125"/>
                <a:gd name="connsiteY4" fmla="*/ 0 h 523125"/>
                <a:gd name="connsiteX5" fmla="*/ 269426 w 523125"/>
                <a:gd name="connsiteY5" fmla="*/ 475605 h 523125"/>
                <a:gd name="connsiteX6" fmla="*/ 63180 w 523125"/>
                <a:gd name="connsiteY6" fmla="*/ 269409 h 523125"/>
                <a:gd name="connsiteX7" fmla="*/ 269426 w 523125"/>
                <a:gd name="connsiteY7" fmla="*/ 63197 h 523125"/>
                <a:gd name="connsiteX8" fmla="*/ 475639 w 523125"/>
                <a:gd name="connsiteY8" fmla="*/ 269409 h 523125"/>
                <a:gd name="connsiteX9" fmla="*/ 269426 w 523125"/>
                <a:gd name="connsiteY9" fmla="*/ 475605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3125" h="523125">
                  <a:moveTo>
                    <a:pt x="269426" y="0"/>
                  </a:moveTo>
                  <a:cubicBezTo>
                    <a:pt x="120859" y="0"/>
                    <a:pt x="0" y="120859"/>
                    <a:pt x="0" y="269409"/>
                  </a:cubicBezTo>
                  <a:cubicBezTo>
                    <a:pt x="0" y="417960"/>
                    <a:pt x="120859" y="538819"/>
                    <a:pt x="269426" y="538819"/>
                  </a:cubicBezTo>
                  <a:cubicBezTo>
                    <a:pt x="417960" y="538819"/>
                    <a:pt x="538819" y="417960"/>
                    <a:pt x="538819" y="269409"/>
                  </a:cubicBezTo>
                  <a:cubicBezTo>
                    <a:pt x="538819" y="120859"/>
                    <a:pt x="417960" y="0"/>
                    <a:pt x="269426" y="0"/>
                  </a:cubicBezTo>
                  <a:close/>
                  <a:moveTo>
                    <a:pt x="269426" y="475605"/>
                  </a:moveTo>
                  <a:cubicBezTo>
                    <a:pt x="155689" y="475605"/>
                    <a:pt x="63180" y="383147"/>
                    <a:pt x="63180" y="269409"/>
                  </a:cubicBezTo>
                  <a:cubicBezTo>
                    <a:pt x="63180" y="155706"/>
                    <a:pt x="155689" y="63197"/>
                    <a:pt x="269426" y="63197"/>
                  </a:cubicBezTo>
                  <a:cubicBezTo>
                    <a:pt x="383113" y="63197"/>
                    <a:pt x="475639" y="155689"/>
                    <a:pt x="475639" y="269409"/>
                  </a:cubicBezTo>
                  <a:cubicBezTo>
                    <a:pt x="475639" y="383096"/>
                    <a:pt x="383113" y="475605"/>
                    <a:pt x="269426" y="47560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25636235" y="3360789"/>
              <a:ext cx="16875" cy="16875"/>
            </a:xfrm>
            <a:custGeom>
              <a:avLst/>
              <a:gdLst>
                <a:gd name="connsiteX0" fmla="*/ 33581 w 16875"/>
                <a:gd name="connsiteY0" fmla="*/ 16791 h 16875"/>
                <a:gd name="connsiteX1" fmla="*/ 16791 w 16875"/>
                <a:gd name="connsiteY1" fmla="*/ 33581 h 16875"/>
                <a:gd name="connsiteX2" fmla="*/ 0 w 16875"/>
                <a:gd name="connsiteY2" fmla="*/ 16791 h 16875"/>
                <a:gd name="connsiteX3" fmla="*/ 16791 w 16875"/>
                <a:gd name="connsiteY3" fmla="*/ 0 h 16875"/>
                <a:gd name="connsiteX4" fmla="*/ 33581 w 16875"/>
                <a:gd name="connsiteY4" fmla="*/ 1679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581" y="16791"/>
                  </a:moveTo>
                  <a:cubicBezTo>
                    <a:pt x="33581" y="26064"/>
                    <a:pt x="26064" y="33581"/>
                    <a:pt x="16791" y="33581"/>
                  </a:cubicBezTo>
                  <a:cubicBezTo>
                    <a:pt x="7517" y="33581"/>
                    <a:pt x="0" y="26064"/>
                    <a:pt x="0" y="16791"/>
                  </a:cubicBezTo>
                  <a:cubicBezTo>
                    <a:pt x="0" y="7517"/>
                    <a:pt x="7517" y="0"/>
                    <a:pt x="16791" y="0"/>
                  </a:cubicBezTo>
                  <a:cubicBezTo>
                    <a:pt x="26064" y="0"/>
                    <a:pt x="33581" y="7517"/>
                    <a:pt x="33581" y="167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25636218" y="3695522"/>
              <a:ext cx="16875" cy="16875"/>
            </a:xfrm>
            <a:custGeom>
              <a:avLst/>
              <a:gdLst>
                <a:gd name="connsiteX0" fmla="*/ 33615 w 16875"/>
                <a:gd name="connsiteY0" fmla="*/ 16807 h 16875"/>
                <a:gd name="connsiteX1" fmla="*/ 16807 w 16875"/>
                <a:gd name="connsiteY1" fmla="*/ 33615 h 16875"/>
                <a:gd name="connsiteX2" fmla="*/ 0 w 16875"/>
                <a:gd name="connsiteY2" fmla="*/ 16807 h 16875"/>
                <a:gd name="connsiteX3" fmla="*/ 16807 w 16875"/>
                <a:gd name="connsiteY3" fmla="*/ 0 h 16875"/>
                <a:gd name="connsiteX4" fmla="*/ 33615 w 16875"/>
                <a:gd name="connsiteY4" fmla="*/ 16807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615" y="16807"/>
                  </a:moveTo>
                  <a:cubicBezTo>
                    <a:pt x="33615" y="26090"/>
                    <a:pt x="26090" y="33615"/>
                    <a:pt x="16807" y="33615"/>
                  </a:cubicBezTo>
                  <a:cubicBezTo>
                    <a:pt x="7525" y="33615"/>
                    <a:pt x="0" y="26090"/>
                    <a:pt x="0" y="16807"/>
                  </a:cubicBezTo>
                  <a:cubicBezTo>
                    <a:pt x="0" y="7525"/>
                    <a:pt x="7525" y="0"/>
                    <a:pt x="16807" y="0"/>
                  </a:cubicBezTo>
                  <a:cubicBezTo>
                    <a:pt x="26090" y="0"/>
                    <a:pt x="33615" y="7525"/>
                    <a:pt x="33615" y="1680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25803567" y="3528156"/>
              <a:ext cx="16875" cy="16875"/>
            </a:xfrm>
            <a:custGeom>
              <a:avLst/>
              <a:gdLst>
                <a:gd name="connsiteX0" fmla="*/ 33615 w 16875"/>
                <a:gd name="connsiteY0" fmla="*/ 16807 h 16875"/>
                <a:gd name="connsiteX1" fmla="*/ 16807 w 16875"/>
                <a:gd name="connsiteY1" fmla="*/ 33615 h 16875"/>
                <a:gd name="connsiteX2" fmla="*/ 0 w 16875"/>
                <a:gd name="connsiteY2" fmla="*/ 16807 h 16875"/>
                <a:gd name="connsiteX3" fmla="*/ 16807 w 16875"/>
                <a:gd name="connsiteY3" fmla="*/ 0 h 16875"/>
                <a:gd name="connsiteX4" fmla="*/ 33615 w 16875"/>
                <a:gd name="connsiteY4" fmla="*/ 16807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615" y="16807"/>
                  </a:moveTo>
                  <a:cubicBezTo>
                    <a:pt x="33615" y="26090"/>
                    <a:pt x="26090" y="33615"/>
                    <a:pt x="16807" y="33615"/>
                  </a:cubicBezTo>
                  <a:cubicBezTo>
                    <a:pt x="7525" y="33615"/>
                    <a:pt x="0" y="26090"/>
                    <a:pt x="0" y="16807"/>
                  </a:cubicBezTo>
                  <a:cubicBezTo>
                    <a:pt x="0" y="7525"/>
                    <a:pt x="7525" y="0"/>
                    <a:pt x="16807" y="0"/>
                  </a:cubicBezTo>
                  <a:cubicBezTo>
                    <a:pt x="26090" y="0"/>
                    <a:pt x="33615" y="7525"/>
                    <a:pt x="33615" y="1680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25468801" y="3528156"/>
              <a:ext cx="16875" cy="16875"/>
            </a:xfrm>
            <a:custGeom>
              <a:avLst/>
              <a:gdLst>
                <a:gd name="connsiteX0" fmla="*/ 33615 w 16875"/>
                <a:gd name="connsiteY0" fmla="*/ 16807 h 16875"/>
                <a:gd name="connsiteX1" fmla="*/ 16808 w 16875"/>
                <a:gd name="connsiteY1" fmla="*/ 33615 h 16875"/>
                <a:gd name="connsiteX2" fmla="*/ 0 w 16875"/>
                <a:gd name="connsiteY2" fmla="*/ 16807 h 16875"/>
                <a:gd name="connsiteX3" fmla="*/ 16808 w 16875"/>
                <a:gd name="connsiteY3" fmla="*/ 0 h 16875"/>
                <a:gd name="connsiteX4" fmla="*/ 33615 w 16875"/>
                <a:gd name="connsiteY4" fmla="*/ 16807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615" y="16807"/>
                  </a:moveTo>
                  <a:cubicBezTo>
                    <a:pt x="33615" y="26090"/>
                    <a:pt x="26090" y="33615"/>
                    <a:pt x="16808" y="33615"/>
                  </a:cubicBezTo>
                  <a:cubicBezTo>
                    <a:pt x="7525" y="33615"/>
                    <a:pt x="0" y="26090"/>
                    <a:pt x="0" y="16807"/>
                  </a:cubicBezTo>
                  <a:cubicBezTo>
                    <a:pt x="0" y="7525"/>
                    <a:pt x="7525" y="0"/>
                    <a:pt x="16808" y="0"/>
                  </a:cubicBezTo>
                  <a:cubicBezTo>
                    <a:pt x="26090" y="0"/>
                    <a:pt x="33615" y="7525"/>
                    <a:pt x="33615" y="1680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25754562" y="3409845"/>
              <a:ext cx="16875" cy="16875"/>
            </a:xfrm>
            <a:custGeom>
              <a:avLst/>
              <a:gdLst>
                <a:gd name="connsiteX0" fmla="*/ 33548 w 16875"/>
                <a:gd name="connsiteY0" fmla="*/ 16774 h 16875"/>
                <a:gd name="connsiteX1" fmla="*/ 16774 w 16875"/>
                <a:gd name="connsiteY1" fmla="*/ 33548 h 16875"/>
                <a:gd name="connsiteX2" fmla="*/ 0 w 16875"/>
                <a:gd name="connsiteY2" fmla="*/ 16774 h 16875"/>
                <a:gd name="connsiteX3" fmla="*/ 16774 w 16875"/>
                <a:gd name="connsiteY3" fmla="*/ 0 h 16875"/>
                <a:gd name="connsiteX4" fmla="*/ 33548 w 16875"/>
                <a:gd name="connsiteY4" fmla="*/ 16774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548" y="16774"/>
                  </a:moveTo>
                  <a:cubicBezTo>
                    <a:pt x="33548" y="26038"/>
                    <a:pt x="26038" y="33548"/>
                    <a:pt x="16774" y="33548"/>
                  </a:cubicBezTo>
                  <a:cubicBezTo>
                    <a:pt x="7510" y="33548"/>
                    <a:pt x="0" y="26038"/>
                    <a:pt x="0" y="16774"/>
                  </a:cubicBezTo>
                  <a:cubicBezTo>
                    <a:pt x="0" y="7510"/>
                    <a:pt x="7510" y="0"/>
                    <a:pt x="16774" y="0"/>
                  </a:cubicBezTo>
                  <a:cubicBezTo>
                    <a:pt x="26038" y="0"/>
                    <a:pt x="33548" y="7510"/>
                    <a:pt x="33548" y="1677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25517857" y="3646517"/>
              <a:ext cx="16875" cy="16875"/>
            </a:xfrm>
            <a:custGeom>
              <a:avLst/>
              <a:gdLst>
                <a:gd name="connsiteX0" fmla="*/ 33581 w 16875"/>
                <a:gd name="connsiteY0" fmla="*/ 16791 h 16875"/>
                <a:gd name="connsiteX1" fmla="*/ 16791 w 16875"/>
                <a:gd name="connsiteY1" fmla="*/ 33581 h 16875"/>
                <a:gd name="connsiteX2" fmla="*/ 0 w 16875"/>
                <a:gd name="connsiteY2" fmla="*/ 16791 h 16875"/>
                <a:gd name="connsiteX3" fmla="*/ 16791 w 16875"/>
                <a:gd name="connsiteY3" fmla="*/ 0 h 16875"/>
                <a:gd name="connsiteX4" fmla="*/ 33581 w 16875"/>
                <a:gd name="connsiteY4" fmla="*/ 1679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581" y="16791"/>
                  </a:moveTo>
                  <a:cubicBezTo>
                    <a:pt x="33581" y="26064"/>
                    <a:pt x="26064" y="33581"/>
                    <a:pt x="16791" y="33581"/>
                  </a:cubicBezTo>
                  <a:cubicBezTo>
                    <a:pt x="7517" y="33581"/>
                    <a:pt x="0" y="26064"/>
                    <a:pt x="0" y="16791"/>
                  </a:cubicBezTo>
                  <a:cubicBezTo>
                    <a:pt x="0" y="7517"/>
                    <a:pt x="7517" y="0"/>
                    <a:pt x="16791" y="0"/>
                  </a:cubicBezTo>
                  <a:cubicBezTo>
                    <a:pt x="26064" y="0"/>
                    <a:pt x="33581" y="7517"/>
                    <a:pt x="33581" y="167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25754545" y="3646517"/>
              <a:ext cx="16875" cy="16875"/>
            </a:xfrm>
            <a:custGeom>
              <a:avLst/>
              <a:gdLst>
                <a:gd name="connsiteX0" fmla="*/ 33581 w 16875"/>
                <a:gd name="connsiteY0" fmla="*/ 16791 h 16875"/>
                <a:gd name="connsiteX1" fmla="*/ 16791 w 16875"/>
                <a:gd name="connsiteY1" fmla="*/ 33581 h 16875"/>
                <a:gd name="connsiteX2" fmla="*/ 0 w 16875"/>
                <a:gd name="connsiteY2" fmla="*/ 16791 h 16875"/>
                <a:gd name="connsiteX3" fmla="*/ 16791 w 16875"/>
                <a:gd name="connsiteY3" fmla="*/ 0 h 16875"/>
                <a:gd name="connsiteX4" fmla="*/ 33581 w 16875"/>
                <a:gd name="connsiteY4" fmla="*/ 1679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581" y="16791"/>
                  </a:moveTo>
                  <a:cubicBezTo>
                    <a:pt x="33581" y="26064"/>
                    <a:pt x="26064" y="33581"/>
                    <a:pt x="16791" y="33581"/>
                  </a:cubicBezTo>
                  <a:cubicBezTo>
                    <a:pt x="7517" y="33581"/>
                    <a:pt x="0" y="26064"/>
                    <a:pt x="0" y="16791"/>
                  </a:cubicBezTo>
                  <a:cubicBezTo>
                    <a:pt x="0" y="7517"/>
                    <a:pt x="7517" y="0"/>
                    <a:pt x="16791" y="0"/>
                  </a:cubicBezTo>
                  <a:cubicBezTo>
                    <a:pt x="26064" y="0"/>
                    <a:pt x="33581" y="7517"/>
                    <a:pt x="33581" y="167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25517857" y="3409828"/>
              <a:ext cx="16875" cy="16875"/>
            </a:xfrm>
            <a:custGeom>
              <a:avLst/>
              <a:gdLst>
                <a:gd name="connsiteX0" fmla="*/ 33581 w 16875"/>
                <a:gd name="connsiteY0" fmla="*/ 16791 h 16875"/>
                <a:gd name="connsiteX1" fmla="*/ 16791 w 16875"/>
                <a:gd name="connsiteY1" fmla="*/ 33581 h 16875"/>
                <a:gd name="connsiteX2" fmla="*/ 0 w 16875"/>
                <a:gd name="connsiteY2" fmla="*/ 16791 h 16875"/>
                <a:gd name="connsiteX3" fmla="*/ 16791 w 16875"/>
                <a:gd name="connsiteY3" fmla="*/ 0 h 16875"/>
                <a:gd name="connsiteX4" fmla="*/ 33581 w 16875"/>
                <a:gd name="connsiteY4" fmla="*/ 16791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3581" y="16791"/>
                  </a:moveTo>
                  <a:cubicBezTo>
                    <a:pt x="33581" y="26064"/>
                    <a:pt x="26064" y="33581"/>
                    <a:pt x="16791" y="33581"/>
                  </a:cubicBezTo>
                  <a:cubicBezTo>
                    <a:pt x="7517" y="33581"/>
                    <a:pt x="0" y="26064"/>
                    <a:pt x="0" y="16791"/>
                  </a:cubicBezTo>
                  <a:cubicBezTo>
                    <a:pt x="0" y="7517"/>
                    <a:pt x="7517" y="0"/>
                    <a:pt x="16791" y="0"/>
                  </a:cubicBezTo>
                  <a:cubicBezTo>
                    <a:pt x="26064" y="0"/>
                    <a:pt x="33581" y="7517"/>
                    <a:pt x="33581" y="167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25606923" y="3422332"/>
              <a:ext cx="168750" cy="168750"/>
            </a:xfrm>
            <a:custGeom>
              <a:avLst/>
              <a:gdLst>
                <a:gd name="connsiteX0" fmla="*/ 160751 w 168750"/>
                <a:gd name="connsiteY0" fmla="*/ 107291 h 168750"/>
                <a:gd name="connsiteX1" fmla="*/ 88931 w 168750"/>
                <a:gd name="connsiteY1" fmla="*/ 107291 h 168750"/>
                <a:gd name="connsiteX2" fmla="*/ 67044 w 168750"/>
                <a:gd name="connsiteY2" fmla="*/ 82637 h 168750"/>
                <a:gd name="connsiteX3" fmla="*/ 67044 w 168750"/>
                <a:gd name="connsiteY3" fmla="*/ 21077 h 168750"/>
                <a:gd name="connsiteX4" fmla="*/ 46086 w 168750"/>
                <a:gd name="connsiteY4" fmla="*/ 0 h 168750"/>
                <a:gd name="connsiteX5" fmla="*/ 25110 w 168750"/>
                <a:gd name="connsiteY5" fmla="*/ 21077 h 168750"/>
                <a:gd name="connsiteX6" fmla="*/ 25110 w 168750"/>
                <a:gd name="connsiteY6" fmla="*/ 82603 h 168750"/>
                <a:gd name="connsiteX7" fmla="*/ 0 w 168750"/>
                <a:gd name="connsiteY7" fmla="*/ 123660 h 168750"/>
                <a:gd name="connsiteX8" fmla="*/ 46119 w 168750"/>
                <a:gd name="connsiteY8" fmla="*/ 170033 h 168750"/>
                <a:gd name="connsiteX9" fmla="*/ 84797 w 168750"/>
                <a:gd name="connsiteY9" fmla="*/ 149192 h 168750"/>
                <a:gd name="connsiteX10" fmla="*/ 160785 w 168750"/>
                <a:gd name="connsiteY10" fmla="*/ 149192 h 168750"/>
                <a:gd name="connsiteX11" fmla="*/ 181828 w 168750"/>
                <a:gd name="connsiteY11" fmla="*/ 128233 h 168750"/>
                <a:gd name="connsiteX12" fmla="*/ 160751 w 168750"/>
                <a:gd name="connsiteY12" fmla="*/ 107291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750" h="168750">
                  <a:moveTo>
                    <a:pt x="160751" y="107291"/>
                  </a:moveTo>
                  <a:lnTo>
                    <a:pt x="88931" y="107291"/>
                  </a:lnTo>
                  <a:cubicBezTo>
                    <a:pt x="84797" y="96120"/>
                    <a:pt x="76798" y="87716"/>
                    <a:pt x="67044" y="82637"/>
                  </a:cubicBezTo>
                  <a:lnTo>
                    <a:pt x="67044" y="21077"/>
                  </a:lnTo>
                  <a:cubicBezTo>
                    <a:pt x="67044" y="9433"/>
                    <a:pt x="57712" y="0"/>
                    <a:pt x="46086" y="0"/>
                  </a:cubicBezTo>
                  <a:cubicBezTo>
                    <a:pt x="34425" y="0"/>
                    <a:pt x="25110" y="9433"/>
                    <a:pt x="25110" y="21077"/>
                  </a:cubicBezTo>
                  <a:lnTo>
                    <a:pt x="25110" y="82603"/>
                  </a:lnTo>
                  <a:cubicBezTo>
                    <a:pt x="9754" y="90264"/>
                    <a:pt x="0" y="105773"/>
                    <a:pt x="0" y="123660"/>
                  </a:cubicBezTo>
                  <a:cubicBezTo>
                    <a:pt x="0" y="149124"/>
                    <a:pt x="20638" y="170033"/>
                    <a:pt x="46119" y="170033"/>
                  </a:cubicBezTo>
                  <a:cubicBezTo>
                    <a:pt x="62319" y="170033"/>
                    <a:pt x="76579" y="161781"/>
                    <a:pt x="84797" y="149192"/>
                  </a:cubicBezTo>
                  <a:lnTo>
                    <a:pt x="160785" y="149192"/>
                  </a:lnTo>
                  <a:cubicBezTo>
                    <a:pt x="172395" y="149192"/>
                    <a:pt x="181828" y="139894"/>
                    <a:pt x="181828" y="128233"/>
                  </a:cubicBezTo>
                  <a:cubicBezTo>
                    <a:pt x="181811" y="116623"/>
                    <a:pt x="172378" y="107291"/>
                    <a:pt x="160751" y="1072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2172518" y="4334547"/>
            <a:ext cx="523125" cy="523125"/>
            <a:chOff x="26464916" y="3276600"/>
            <a:chExt cx="523125" cy="523125"/>
          </a:xfrm>
          <a:solidFill>
            <a:schemeClr val="accent1"/>
          </a:solidFill>
        </p:grpSpPr>
        <p:sp>
          <p:nvSpPr>
            <p:cNvPr id="150" name="任意多边形: 形状 149"/>
            <p:cNvSpPr/>
            <p:nvPr/>
          </p:nvSpPr>
          <p:spPr>
            <a:xfrm>
              <a:off x="26464916" y="3276600"/>
              <a:ext cx="523125" cy="523125"/>
            </a:xfrm>
            <a:custGeom>
              <a:avLst/>
              <a:gdLst>
                <a:gd name="connsiteX0" fmla="*/ 269258 w 523125"/>
                <a:gd name="connsiteY0" fmla="*/ 0 h 523125"/>
                <a:gd name="connsiteX1" fmla="*/ 217451 w 523125"/>
                <a:gd name="connsiteY1" fmla="*/ 11728 h 523125"/>
                <a:gd name="connsiteX2" fmla="*/ 231390 w 523125"/>
                <a:gd name="connsiteY2" fmla="*/ 60716 h 523125"/>
                <a:gd name="connsiteX3" fmla="*/ 268920 w 523125"/>
                <a:gd name="connsiteY3" fmla="*/ 52161 h 523125"/>
                <a:gd name="connsiteX4" fmla="*/ 267519 w 523125"/>
                <a:gd name="connsiteY4" fmla="*/ 268971 h 523125"/>
                <a:gd name="connsiteX5" fmla="*/ 52920 w 523125"/>
                <a:gd name="connsiteY5" fmla="*/ 269224 h 523125"/>
                <a:gd name="connsiteX6" fmla="*/ 54118 w 523125"/>
                <a:gd name="connsiteY6" fmla="*/ 242848 h 523125"/>
                <a:gd name="connsiteX7" fmla="*/ 3156 w 523125"/>
                <a:gd name="connsiteY7" fmla="*/ 238089 h 523125"/>
                <a:gd name="connsiteX8" fmla="*/ 0 w 523125"/>
                <a:gd name="connsiteY8" fmla="*/ 270169 h 523125"/>
                <a:gd name="connsiteX9" fmla="*/ 269274 w 523125"/>
                <a:gd name="connsiteY9" fmla="*/ 539021 h 523125"/>
                <a:gd name="connsiteX10" fmla="*/ 538566 w 523125"/>
                <a:gd name="connsiteY10" fmla="*/ 269528 h 523125"/>
                <a:gd name="connsiteX11" fmla="*/ 269258 w 523125"/>
                <a:gd name="connsiteY11" fmla="*/ 0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3125" h="523125">
                  <a:moveTo>
                    <a:pt x="269258" y="0"/>
                  </a:moveTo>
                  <a:cubicBezTo>
                    <a:pt x="269258" y="0"/>
                    <a:pt x="229483" y="8336"/>
                    <a:pt x="217451" y="11728"/>
                  </a:cubicBezTo>
                  <a:lnTo>
                    <a:pt x="231390" y="60716"/>
                  </a:lnTo>
                  <a:cubicBezTo>
                    <a:pt x="248687" y="55806"/>
                    <a:pt x="262305" y="53207"/>
                    <a:pt x="268920" y="52161"/>
                  </a:cubicBezTo>
                  <a:lnTo>
                    <a:pt x="267519" y="268971"/>
                  </a:lnTo>
                  <a:lnTo>
                    <a:pt x="52920" y="269224"/>
                  </a:lnTo>
                  <a:cubicBezTo>
                    <a:pt x="52886" y="260162"/>
                    <a:pt x="53258" y="251319"/>
                    <a:pt x="54118" y="242848"/>
                  </a:cubicBezTo>
                  <a:lnTo>
                    <a:pt x="3156" y="238089"/>
                  </a:lnTo>
                  <a:cubicBezTo>
                    <a:pt x="2143" y="248198"/>
                    <a:pt x="0" y="270169"/>
                    <a:pt x="0" y="270169"/>
                  </a:cubicBezTo>
                  <a:cubicBezTo>
                    <a:pt x="0" y="416897"/>
                    <a:pt x="120555" y="539021"/>
                    <a:pt x="269274" y="539021"/>
                  </a:cubicBezTo>
                  <a:cubicBezTo>
                    <a:pt x="418011" y="539021"/>
                    <a:pt x="538566" y="418247"/>
                    <a:pt x="538566" y="269528"/>
                  </a:cubicBezTo>
                  <a:cubicBezTo>
                    <a:pt x="538566" y="120808"/>
                    <a:pt x="417994" y="0"/>
                    <a:pt x="269258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26567246" y="3315463"/>
              <a:ext cx="50625" cy="67500"/>
            </a:xfrm>
            <a:custGeom>
              <a:avLst/>
              <a:gdLst>
                <a:gd name="connsiteX0" fmla="*/ 66892 w 50625"/>
                <a:gd name="connsiteY0" fmla="*/ 45630 h 67500"/>
                <a:gd name="connsiteX1" fmla="*/ 43622 w 50625"/>
                <a:gd name="connsiteY1" fmla="*/ 0 h 67500"/>
                <a:gd name="connsiteX2" fmla="*/ 0 w 50625"/>
                <a:gd name="connsiteY2" fmla="*/ 26730 h 67500"/>
                <a:gd name="connsiteX3" fmla="*/ 30274 w 50625"/>
                <a:gd name="connsiteY3" fmla="*/ 68040 h 67500"/>
                <a:gd name="connsiteX4" fmla="*/ 66892 w 50625"/>
                <a:gd name="connsiteY4" fmla="*/ 4563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5" h="67500">
                  <a:moveTo>
                    <a:pt x="66892" y="45630"/>
                  </a:moveTo>
                  <a:lnTo>
                    <a:pt x="43622" y="0"/>
                  </a:lnTo>
                  <a:cubicBezTo>
                    <a:pt x="29042" y="7459"/>
                    <a:pt x="14242" y="16284"/>
                    <a:pt x="0" y="26730"/>
                  </a:cubicBezTo>
                  <a:lnTo>
                    <a:pt x="30274" y="68040"/>
                  </a:lnTo>
                  <a:cubicBezTo>
                    <a:pt x="41344" y="59923"/>
                    <a:pt x="53662" y="52363"/>
                    <a:pt x="66892" y="4563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26487107" y="3395889"/>
              <a:ext cx="50625" cy="50625"/>
            </a:xfrm>
            <a:custGeom>
              <a:avLst/>
              <a:gdLst>
                <a:gd name="connsiteX0" fmla="*/ 66774 w 50625"/>
                <a:gd name="connsiteY0" fmla="*/ 30459 h 50625"/>
                <a:gd name="connsiteX1" fmla="*/ 25599 w 50625"/>
                <a:gd name="connsiteY1" fmla="*/ 0 h 50625"/>
                <a:gd name="connsiteX2" fmla="*/ 0 w 50625"/>
                <a:gd name="connsiteY2" fmla="*/ 44246 h 50625"/>
                <a:gd name="connsiteX3" fmla="*/ 46929 w 50625"/>
                <a:gd name="connsiteY3" fmla="*/ 64733 h 50625"/>
                <a:gd name="connsiteX4" fmla="*/ 66774 w 50625"/>
                <a:gd name="connsiteY4" fmla="*/ 3045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5" h="50625">
                  <a:moveTo>
                    <a:pt x="66774" y="30459"/>
                  </a:moveTo>
                  <a:lnTo>
                    <a:pt x="25599" y="0"/>
                  </a:lnTo>
                  <a:cubicBezTo>
                    <a:pt x="15812" y="13247"/>
                    <a:pt x="7104" y="27945"/>
                    <a:pt x="0" y="44246"/>
                  </a:cubicBezTo>
                  <a:lnTo>
                    <a:pt x="46929" y="64733"/>
                  </a:lnTo>
                  <a:cubicBezTo>
                    <a:pt x="52228" y="52667"/>
                    <a:pt x="58877" y="41124"/>
                    <a:pt x="66774" y="3045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3391718" y="4327780"/>
            <a:ext cx="470694" cy="536659"/>
            <a:chOff x="23262261" y="4356954"/>
            <a:chExt cx="470694" cy="536659"/>
          </a:xfrm>
          <a:solidFill>
            <a:schemeClr val="accent1"/>
          </a:solidFill>
        </p:grpSpPr>
        <p:sp>
          <p:nvSpPr>
            <p:cNvPr id="174" name="任意多边形: 形状 173"/>
            <p:cNvSpPr/>
            <p:nvPr/>
          </p:nvSpPr>
          <p:spPr>
            <a:xfrm>
              <a:off x="23306524" y="4356954"/>
              <a:ext cx="388125" cy="236250"/>
            </a:xfrm>
            <a:custGeom>
              <a:avLst/>
              <a:gdLst>
                <a:gd name="connsiteX0" fmla="*/ 45529 w 388125"/>
                <a:gd name="connsiteY0" fmla="*/ 78806 h 236250"/>
                <a:gd name="connsiteX1" fmla="*/ 79363 w 388125"/>
                <a:gd name="connsiteY1" fmla="*/ 44246 h 236250"/>
                <a:gd name="connsiteX2" fmla="*/ 320456 w 388125"/>
                <a:gd name="connsiteY2" fmla="*/ 44246 h 236250"/>
                <a:gd name="connsiteX3" fmla="*/ 355354 w 388125"/>
                <a:gd name="connsiteY3" fmla="*/ 78806 h 236250"/>
                <a:gd name="connsiteX4" fmla="*/ 355354 w 388125"/>
                <a:gd name="connsiteY4" fmla="*/ 245869 h 236250"/>
                <a:gd name="connsiteX5" fmla="*/ 399566 w 388125"/>
                <a:gd name="connsiteY5" fmla="*/ 213823 h 236250"/>
                <a:gd name="connsiteX6" fmla="*/ 399566 w 388125"/>
                <a:gd name="connsiteY6" fmla="*/ 45731 h 236250"/>
                <a:gd name="connsiteX7" fmla="*/ 354729 w 388125"/>
                <a:gd name="connsiteY7" fmla="*/ 0 h 236250"/>
                <a:gd name="connsiteX8" fmla="*/ 43284 w 388125"/>
                <a:gd name="connsiteY8" fmla="*/ 0 h 236250"/>
                <a:gd name="connsiteX9" fmla="*/ 0 w 388125"/>
                <a:gd name="connsiteY9" fmla="*/ 43909 h 236250"/>
                <a:gd name="connsiteX10" fmla="*/ 0 w 388125"/>
                <a:gd name="connsiteY10" fmla="*/ 215528 h 236250"/>
                <a:gd name="connsiteX11" fmla="*/ 45546 w 388125"/>
                <a:gd name="connsiteY11" fmla="*/ 248451 h 236250"/>
                <a:gd name="connsiteX12" fmla="*/ 45529 w 388125"/>
                <a:gd name="connsiteY12" fmla="*/ 78806 h 236250"/>
                <a:gd name="connsiteX13" fmla="*/ 45529 w 388125"/>
                <a:gd name="connsiteY13" fmla="*/ 78806 h 23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8125" h="236250">
                  <a:moveTo>
                    <a:pt x="45529" y="78806"/>
                  </a:moveTo>
                  <a:cubicBezTo>
                    <a:pt x="45529" y="59788"/>
                    <a:pt x="60345" y="44246"/>
                    <a:pt x="79363" y="44246"/>
                  </a:cubicBezTo>
                  <a:lnTo>
                    <a:pt x="320456" y="44246"/>
                  </a:lnTo>
                  <a:cubicBezTo>
                    <a:pt x="339474" y="44246"/>
                    <a:pt x="355354" y="59754"/>
                    <a:pt x="355354" y="78806"/>
                  </a:cubicBezTo>
                  <a:lnTo>
                    <a:pt x="355354" y="245869"/>
                  </a:lnTo>
                  <a:lnTo>
                    <a:pt x="399566" y="213823"/>
                  </a:lnTo>
                  <a:lnTo>
                    <a:pt x="399566" y="45731"/>
                  </a:lnTo>
                  <a:cubicBezTo>
                    <a:pt x="399566" y="20739"/>
                    <a:pt x="379704" y="0"/>
                    <a:pt x="354729" y="0"/>
                  </a:cubicBezTo>
                  <a:lnTo>
                    <a:pt x="43284" y="0"/>
                  </a:lnTo>
                  <a:cubicBezTo>
                    <a:pt x="19271" y="0"/>
                    <a:pt x="0" y="19913"/>
                    <a:pt x="0" y="43909"/>
                  </a:cubicBezTo>
                  <a:lnTo>
                    <a:pt x="0" y="215528"/>
                  </a:lnTo>
                  <a:lnTo>
                    <a:pt x="45546" y="248451"/>
                  </a:lnTo>
                  <a:lnTo>
                    <a:pt x="45529" y="78806"/>
                  </a:lnTo>
                  <a:lnTo>
                    <a:pt x="45529" y="7880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23386275" y="4459386"/>
              <a:ext cx="236250" cy="33750"/>
            </a:xfrm>
            <a:custGeom>
              <a:avLst/>
              <a:gdLst>
                <a:gd name="connsiteX0" fmla="*/ 222126 w 236250"/>
                <a:gd name="connsiteY0" fmla="*/ 0 h 33750"/>
                <a:gd name="connsiteX1" fmla="*/ 22224 w 236250"/>
                <a:gd name="connsiteY1" fmla="*/ 0 h 33750"/>
                <a:gd name="connsiteX2" fmla="*/ 0 w 236250"/>
                <a:gd name="connsiteY2" fmla="*/ 22140 h 33750"/>
                <a:gd name="connsiteX3" fmla="*/ 22224 w 236250"/>
                <a:gd name="connsiteY3" fmla="*/ 44263 h 33750"/>
                <a:gd name="connsiteX4" fmla="*/ 222126 w 236250"/>
                <a:gd name="connsiteY4" fmla="*/ 44263 h 33750"/>
                <a:gd name="connsiteX5" fmla="*/ 244316 w 236250"/>
                <a:gd name="connsiteY5" fmla="*/ 22140 h 33750"/>
                <a:gd name="connsiteX6" fmla="*/ 222126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22126" y="0"/>
                  </a:moveTo>
                  <a:lnTo>
                    <a:pt x="22224" y="0"/>
                  </a:lnTo>
                  <a:cubicBezTo>
                    <a:pt x="9922" y="0"/>
                    <a:pt x="0" y="9855"/>
                    <a:pt x="0" y="22140"/>
                  </a:cubicBezTo>
                  <a:cubicBezTo>
                    <a:pt x="0" y="34391"/>
                    <a:pt x="9922" y="44263"/>
                    <a:pt x="22224" y="44263"/>
                  </a:cubicBezTo>
                  <a:lnTo>
                    <a:pt x="222126" y="44263"/>
                  </a:lnTo>
                  <a:cubicBezTo>
                    <a:pt x="234427" y="44263"/>
                    <a:pt x="244316" y="34391"/>
                    <a:pt x="244316" y="22140"/>
                  </a:cubicBezTo>
                  <a:cubicBezTo>
                    <a:pt x="244316" y="9855"/>
                    <a:pt x="234377" y="0"/>
                    <a:pt x="22212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23386275" y="4532724"/>
              <a:ext cx="236250" cy="33750"/>
            </a:xfrm>
            <a:custGeom>
              <a:avLst/>
              <a:gdLst>
                <a:gd name="connsiteX0" fmla="*/ 222126 w 236250"/>
                <a:gd name="connsiteY0" fmla="*/ 0 h 33750"/>
                <a:gd name="connsiteX1" fmla="*/ 22224 w 236250"/>
                <a:gd name="connsiteY1" fmla="*/ 0 h 33750"/>
                <a:gd name="connsiteX2" fmla="*/ 0 w 236250"/>
                <a:gd name="connsiteY2" fmla="*/ 22140 h 33750"/>
                <a:gd name="connsiteX3" fmla="*/ 22224 w 236250"/>
                <a:gd name="connsiteY3" fmla="*/ 44280 h 33750"/>
                <a:gd name="connsiteX4" fmla="*/ 222126 w 236250"/>
                <a:gd name="connsiteY4" fmla="*/ 44280 h 33750"/>
                <a:gd name="connsiteX5" fmla="*/ 244316 w 236250"/>
                <a:gd name="connsiteY5" fmla="*/ 22140 h 33750"/>
                <a:gd name="connsiteX6" fmla="*/ 222126 w 236250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50" h="33750">
                  <a:moveTo>
                    <a:pt x="222126" y="0"/>
                  </a:moveTo>
                  <a:lnTo>
                    <a:pt x="22224" y="0"/>
                  </a:lnTo>
                  <a:cubicBezTo>
                    <a:pt x="9922" y="0"/>
                    <a:pt x="0" y="9855"/>
                    <a:pt x="0" y="22140"/>
                  </a:cubicBezTo>
                  <a:cubicBezTo>
                    <a:pt x="0" y="34374"/>
                    <a:pt x="9922" y="44280"/>
                    <a:pt x="22224" y="44280"/>
                  </a:cubicBezTo>
                  <a:lnTo>
                    <a:pt x="222126" y="44280"/>
                  </a:lnTo>
                  <a:cubicBezTo>
                    <a:pt x="234427" y="44280"/>
                    <a:pt x="244316" y="34357"/>
                    <a:pt x="244316" y="22140"/>
                  </a:cubicBezTo>
                  <a:cubicBezTo>
                    <a:pt x="244316" y="9855"/>
                    <a:pt x="234377" y="0"/>
                    <a:pt x="222126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23386275" y="4607362"/>
              <a:ext cx="236250" cy="33750"/>
            </a:xfrm>
            <a:custGeom>
              <a:avLst/>
              <a:gdLst>
                <a:gd name="connsiteX0" fmla="*/ 243979 w 236250"/>
                <a:gd name="connsiteY0" fmla="*/ 17685 h 33750"/>
                <a:gd name="connsiteX1" fmla="*/ 222126 w 236250"/>
                <a:gd name="connsiteY1" fmla="*/ 0 h 33750"/>
                <a:gd name="connsiteX2" fmla="*/ 22224 w 236250"/>
                <a:gd name="connsiteY2" fmla="*/ 0 h 33750"/>
                <a:gd name="connsiteX3" fmla="*/ 0 w 236250"/>
                <a:gd name="connsiteY3" fmla="*/ 21701 h 33750"/>
                <a:gd name="connsiteX4" fmla="*/ 101 w 236250"/>
                <a:gd name="connsiteY4" fmla="*/ 23473 h 33750"/>
                <a:gd name="connsiteX5" fmla="*/ 27304 w 236250"/>
                <a:gd name="connsiteY5" fmla="*/ 42998 h 33750"/>
                <a:gd name="connsiteX6" fmla="*/ 207765 w 236250"/>
                <a:gd name="connsiteY6" fmla="*/ 42998 h 33750"/>
                <a:gd name="connsiteX7" fmla="*/ 243979 w 236250"/>
                <a:gd name="connsiteY7" fmla="*/ 17685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250" h="33750">
                  <a:moveTo>
                    <a:pt x="243979" y="17685"/>
                  </a:moveTo>
                  <a:cubicBezTo>
                    <a:pt x="242224" y="7273"/>
                    <a:pt x="233094" y="0"/>
                    <a:pt x="222126" y="0"/>
                  </a:cubicBezTo>
                  <a:lnTo>
                    <a:pt x="22224" y="0"/>
                  </a:lnTo>
                  <a:cubicBezTo>
                    <a:pt x="9922" y="0"/>
                    <a:pt x="0" y="9433"/>
                    <a:pt x="0" y="21701"/>
                  </a:cubicBezTo>
                  <a:cubicBezTo>
                    <a:pt x="0" y="22410"/>
                    <a:pt x="34" y="22764"/>
                    <a:pt x="101" y="23473"/>
                  </a:cubicBezTo>
                  <a:lnTo>
                    <a:pt x="27304" y="42998"/>
                  </a:lnTo>
                  <a:lnTo>
                    <a:pt x="207765" y="42998"/>
                  </a:lnTo>
                  <a:lnTo>
                    <a:pt x="243979" y="1768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23451007" y="4678153"/>
              <a:ext cx="101250" cy="16875"/>
            </a:xfrm>
            <a:custGeom>
              <a:avLst/>
              <a:gdLst>
                <a:gd name="connsiteX0" fmla="*/ 43132 w 101250"/>
                <a:gd name="connsiteY0" fmla="*/ 29312 h 16875"/>
                <a:gd name="connsiteX1" fmla="*/ 62033 w 101250"/>
                <a:gd name="connsiteY1" fmla="*/ 29261 h 16875"/>
                <a:gd name="connsiteX2" fmla="*/ 104558 w 101250"/>
                <a:gd name="connsiteY2" fmla="*/ 0 h 16875"/>
                <a:gd name="connsiteX3" fmla="*/ 0 w 101250"/>
                <a:gd name="connsiteY3" fmla="*/ 0 h 16875"/>
                <a:gd name="connsiteX4" fmla="*/ 43132 w 101250"/>
                <a:gd name="connsiteY4" fmla="*/ 29312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" h="16875">
                  <a:moveTo>
                    <a:pt x="43132" y="29312"/>
                  </a:moveTo>
                  <a:cubicBezTo>
                    <a:pt x="48853" y="33176"/>
                    <a:pt x="56329" y="33159"/>
                    <a:pt x="62033" y="29261"/>
                  </a:cubicBezTo>
                  <a:lnTo>
                    <a:pt x="104558" y="0"/>
                  </a:lnTo>
                  <a:lnTo>
                    <a:pt x="0" y="0"/>
                  </a:lnTo>
                  <a:lnTo>
                    <a:pt x="43132" y="29312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23262261" y="4575984"/>
              <a:ext cx="202500" cy="286875"/>
            </a:xfrm>
            <a:custGeom>
              <a:avLst/>
              <a:gdLst>
                <a:gd name="connsiteX0" fmla="*/ 18512 w 202500"/>
                <a:gd name="connsiteY0" fmla="*/ 2235 h 286875"/>
                <a:gd name="connsiteX1" fmla="*/ 6362 w 202500"/>
                <a:gd name="connsiteY1" fmla="*/ 1257 h 286875"/>
                <a:gd name="connsiteX2" fmla="*/ 0 w 202500"/>
                <a:gd name="connsiteY2" fmla="*/ 11652 h 286875"/>
                <a:gd name="connsiteX3" fmla="*/ 0 w 202500"/>
                <a:gd name="connsiteY3" fmla="*/ 278800 h 286875"/>
                <a:gd name="connsiteX4" fmla="*/ 7965 w 202500"/>
                <a:gd name="connsiteY4" fmla="*/ 291962 h 286875"/>
                <a:gd name="connsiteX5" fmla="*/ 23321 w 202500"/>
                <a:gd name="connsiteY5" fmla="*/ 290916 h 286875"/>
                <a:gd name="connsiteX6" fmla="*/ 209048 w 202500"/>
                <a:gd name="connsiteY6" fmla="*/ 160320 h 286875"/>
                <a:gd name="connsiteX7" fmla="*/ 213992 w 202500"/>
                <a:gd name="connsiteY7" fmla="*/ 150870 h 286875"/>
                <a:gd name="connsiteX8" fmla="*/ 209216 w 202500"/>
                <a:gd name="connsiteY8" fmla="*/ 141387 h 286875"/>
                <a:gd name="connsiteX9" fmla="*/ 18512 w 202500"/>
                <a:gd name="connsiteY9" fmla="*/ 2235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500" h="286875">
                  <a:moveTo>
                    <a:pt x="18512" y="2235"/>
                  </a:moveTo>
                  <a:cubicBezTo>
                    <a:pt x="14968" y="-346"/>
                    <a:pt x="10260" y="-718"/>
                    <a:pt x="6362" y="1257"/>
                  </a:cubicBezTo>
                  <a:cubicBezTo>
                    <a:pt x="2464" y="3248"/>
                    <a:pt x="0" y="7264"/>
                    <a:pt x="0" y="11652"/>
                  </a:cubicBezTo>
                  <a:lnTo>
                    <a:pt x="0" y="278800"/>
                  </a:lnTo>
                  <a:cubicBezTo>
                    <a:pt x="0" y="284335"/>
                    <a:pt x="3088" y="289414"/>
                    <a:pt x="7965" y="291962"/>
                  </a:cubicBezTo>
                  <a:cubicBezTo>
                    <a:pt x="12876" y="294494"/>
                    <a:pt x="18799" y="294122"/>
                    <a:pt x="23321" y="290916"/>
                  </a:cubicBezTo>
                  <a:lnTo>
                    <a:pt x="209048" y="160320"/>
                  </a:lnTo>
                  <a:cubicBezTo>
                    <a:pt x="212136" y="158144"/>
                    <a:pt x="213975" y="154634"/>
                    <a:pt x="213992" y="150870"/>
                  </a:cubicBezTo>
                  <a:cubicBezTo>
                    <a:pt x="214026" y="147090"/>
                    <a:pt x="212237" y="143513"/>
                    <a:pt x="209216" y="141387"/>
                  </a:cubicBezTo>
                  <a:lnTo>
                    <a:pt x="18512" y="2235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23298225" y="4741738"/>
              <a:ext cx="405000" cy="151875"/>
            </a:xfrm>
            <a:custGeom>
              <a:avLst/>
              <a:gdLst>
                <a:gd name="connsiteX0" fmla="*/ 3658 w 405000"/>
                <a:gd name="connsiteY0" fmla="*/ 138341 h 151875"/>
                <a:gd name="connsiteX1" fmla="*/ 401 w 405000"/>
                <a:gd name="connsiteY1" fmla="*/ 147909 h 151875"/>
                <a:gd name="connsiteX2" fmla="*/ 8568 w 405000"/>
                <a:gd name="connsiteY2" fmla="*/ 153883 h 151875"/>
                <a:gd name="connsiteX3" fmla="*/ 396120 w 405000"/>
                <a:gd name="connsiteY3" fmla="*/ 153883 h 151875"/>
                <a:gd name="connsiteX4" fmla="*/ 407257 w 405000"/>
                <a:gd name="connsiteY4" fmla="*/ 145716 h 151875"/>
                <a:gd name="connsiteX5" fmla="*/ 402718 w 405000"/>
                <a:gd name="connsiteY5" fmla="*/ 132705 h 151875"/>
                <a:gd name="connsiteX6" fmla="*/ 215051 w 405000"/>
                <a:gd name="connsiteY6" fmla="*/ 2717 h 151875"/>
                <a:gd name="connsiteX7" fmla="*/ 197602 w 405000"/>
                <a:gd name="connsiteY7" fmla="*/ 2751 h 151875"/>
                <a:gd name="connsiteX8" fmla="*/ 3658 w 405000"/>
                <a:gd name="connsiteY8" fmla="*/ 138341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5000" h="151875">
                  <a:moveTo>
                    <a:pt x="3658" y="138341"/>
                  </a:moveTo>
                  <a:cubicBezTo>
                    <a:pt x="586" y="140451"/>
                    <a:pt x="-730" y="144332"/>
                    <a:pt x="401" y="147909"/>
                  </a:cubicBezTo>
                  <a:cubicBezTo>
                    <a:pt x="1515" y="151453"/>
                    <a:pt x="4822" y="153883"/>
                    <a:pt x="8568" y="153883"/>
                  </a:cubicBezTo>
                  <a:lnTo>
                    <a:pt x="396120" y="153883"/>
                  </a:lnTo>
                  <a:cubicBezTo>
                    <a:pt x="401233" y="153883"/>
                    <a:pt x="405671" y="150593"/>
                    <a:pt x="407257" y="145716"/>
                  </a:cubicBezTo>
                  <a:cubicBezTo>
                    <a:pt x="408742" y="140856"/>
                    <a:pt x="406903" y="135557"/>
                    <a:pt x="402718" y="132705"/>
                  </a:cubicBezTo>
                  <a:lnTo>
                    <a:pt x="215051" y="2717"/>
                  </a:lnTo>
                  <a:cubicBezTo>
                    <a:pt x="209786" y="-911"/>
                    <a:pt x="202833" y="-911"/>
                    <a:pt x="197602" y="2751"/>
                  </a:cubicBezTo>
                  <a:lnTo>
                    <a:pt x="3658" y="13834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23530455" y="4575602"/>
              <a:ext cx="202500" cy="286875"/>
            </a:xfrm>
            <a:custGeom>
              <a:avLst/>
              <a:gdLst>
                <a:gd name="connsiteX0" fmla="*/ 4911 w 202500"/>
                <a:gd name="connsiteY0" fmla="*/ 140959 h 286875"/>
                <a:gd name="connsiteX1" fmla="*/ 0 w 202500"/>
                <a:gd name="connsiteY1" fmla="*/ 150493 h 286875"/>
                <a:gd name="connsiteX2" fmla="*/ 5046 w 202500"/>
                <a:gd name="connsiteY2" fmla="*/ 159994 h 286875"/>
                <a:gd name="connsiteX3" fmla="*/ 200391 w 202500"/>
                <a:gd name="connsiteY3" fmla="*/ 295078 h 286875"/>
                <a:gd name="connsiteX4" fmla="*/ 212422 w 202500"/>
                <a:gd name="connsiteY4" fmla="*/ 295821 h 286875"/>
                <a:gd name="connsiteX5" fmla="*/ 218649 w 202500"/>
                <a:gd name="connsiteY5" fmla="*/ 285561 h 286875"/>
                <a:gd name="connsiteX6" fmla="*/ 218649 w 202500"/>
                <a:gd name="connsiteY6" fmla="*/ 11663 h 286875"/>
                <a:gd name="connsiteX7" fmla="*/ 212355 w 202500"/>
                <a:gd name="connsiteY7" fmla="*/ 1302 h 286875"/>
                <a:gd name="connsiteX8" fmla="*/ 200273 w 202500"/>
                <a:gd name="connsiteY8" fmla="*/ 2162 h 286875"/>
                <a:gd name="connsiteX9" fmla="*/ 4911 w 202500"/>
                <a:gd name="connsiteY9" fmla="*/ 140959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500" h="286875">
                  <a:moveTo>
                    <a:pt x="4911" y="140959"/>
                  </a:moveTo>
                  <a:cubicBezTo>
                    <a:pt x="1822" y="143187"/>
                    <a:pt x="0" y="146713"/>
                    <a:pt x="0" y="150493"/>
                  </a:cubicBezTo>
                  <a:cubicBezTo>
                    <a:pt x="34" y="154307"/>
                    <a:pt x="1890" y="157885"/>
                    <a:pt x="5046" y="159994"/>
                  </a:cubicBezTo>
                  <a:lnTo>
                    <a:pt x="200391" y="295078"/>
                  </a:lnTo>
                  <a:cubicBezTo>
                    <a:pt x="203951" y="297542"/>
                    <a:pt x="208592" y="297863"/>
                    <a:pt x="212422" y="295821"/>
                  </a:cubicBezTo>
                  <a:cubicBezTo>
                    <a:pt x="216287" y="293863"/>
                    <a:pt x="218649" y="289847"/>
                    <a:pt x="218649" y="285561"/>
                  </a:cubicBezTo>
                  <a:lnTo>
                    <a:pt x="218649" y="11663"/>
                  </a:lnTo>
                  <a:cubicBezTo>
                    <a:pt x="218649" y="7309"/>
                    <a:pt x="216219" y="3310"/>
                    <a:pt x="212355" y="1302"/>
                  </a:cubicBezTo>
                  <a:cubicBezTo>
                    <a:pt x="208491" y="-707"/>
                    <a:pt x="203816" y="-369"/>
                    <a:pt x="200273" y="2162"/>
                  </a:cubicBezTo>
                  <a:lnTo>
                    <a:pt x="4911" y="14095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4610918" y="4418169"/>
            <a:ext cx="523125" cy="355880"/>
            <a:chOff x="24304139" y="4436739"/>
            <a:chExt cx="523125" cy="355880"/>
          </a:xfrm>
          <a:solidFill>
            <a:schemeClr val="accent1"/>
          </a:solidFill>
        </p:grpSpPr>
        <p:sp>
          <p:nvSpPr>
            <p:cNvPr id="183" name="任意多边形: 形状 182"/>
            <p:cNvSpPr/>
            <p:nvPr/>
          </p:nvSpPr>
          <p:spPr>
            <a:xfrm>
              <a:off x="24304139" y="4623869"/>
              <a:ext cx="523125" cy="168750"/>
            </a:xfrm>
            <a:custGeom>
              <a:avLst/>
              <a:gdLst>
                <a:gd name="connsiteX0" fmla="*/ 517472 w 523125"/>
                <a:gd name="connsiteY0" fmla="*/ 3609 h 168750"/>
                <a:gd name="connsiteX1" fmla="*/ 500462 w 523125"/>
                <a:gd name="connsiteY1" fmla="*/ 3609 h 168750"/>
                <a:gd name="connsiteX2" fmla="*/ 490084 w 523125"/>
                <a:gd name="connsiteY2" fmla="*/ 757 h 168750"/>
                <a:gd name="connsiteX3" fmla="*/ 325873 w 523125"/>
                <a:gd name="connsiteY3" fmla="*/ 757 h 168750"/>
                <a:gd name="connsiteX4" fmla="*/ 309673 w 523125"/>
                <a:gd name="connsiteY4" fmla="*/ 7777 h 168750"/>
                <a:gd name="connsiteX5" fmla="*/ 228015 w 523125"/>
                <a:gd name="connsiteY5" fmla="*/ 8435 h 168750"/>
                <a:gd name="connsiteX6" fmla="*/ 227576 w 523125"/>
                <a:gd name="connsiteY6" fmla="*/ 7895 h 168750"/>
                <a:gd name="connsiteX7" fmla="*/ 211241 w 523125"/>
                <a:gd name="connsiteY7" fmla="*/ 757 h 168750"/>
                <a:gd name="connsiteX8" fmla="*/ 47014 w 523125"/>
                <a:gd name="connsiteY8" fmla="*/ 757 h 168750"/>
                <a:gd name="connsiteX9" fmla="*/ 36636 w 523125"/>
                <a:gd name="connsiteY9" fmla="*/ 3609 h 168750"/>
                <a:gd name="connsiteX10" fmla="*/ 19626 w 523125"/>
                <a:gd name="connsiteY10" fmla="*/ 3609 h 168750"/>
                <a:gd name="connsiteX11" fmla="*/ 0 w 523125"/>
                <a:gd name="connsiteY11" fmla="*/ 22880 h 168750"/>
                <a:gd name="connsiteX12" fmla="*/ 19626 w 523125"/>
                <a:gd name="connsiteY12" fmla="*/ 42151 h 168750"/>
                <a:gd name="connsiteX13" fmla="*/ 24317 w 523125"/>
                <a:gd name="connsiteY13" fmla="*/ 42151 h 168750"/>
                <a:gd name="connsiteX14" fmla="*/ 24317 w 523125"/>
                <a:gd name="connsiteY14" fmla="*/ 150776 h 168750"/>
                <a:gd name="connsiteX15" fmla="*/ 47014 w 523125"/>
                <a:gd name="connsiteY15" fmla="*/ 173388 h 168750"/>
                <a:gd name="connsiteX16" fmla="*/ 200981 w 523125"/>
                <a:gd name="connsiteY16" fmla="*/ 173388 h 168750"/>
                <a:gd name="connsiteX17" fmla="*/ 223104 w 523125"/>
                <a:gd name="connsiteY17" fmla="*/ 152750 h 168750"/>
                <a:gd name="connsiteX18" fmla="*/ 230783 w 523125"/>
                <a:gd name="connsiteY18" fmla="*/ 56917 h 168750"/>
                <a:gd name="connsiteX19" fmla="*/ 306281 w 523125"/>
                <a:gd name="connsiteY19" fmla="*/ 56563 h 168750"/>
                <a:gd name="connsiteX20" fmla="*/ 313993 w 523125"/>
                <a:gd name="connsiteY20" fmla="*/ 152733 h 168750"/>
                <a:gd name="connsiteX21" fmla="*/ 336133 w 523125"/>
                <a:gd name="connsiteY21" fmla="*/ 173338 h 168750"/>
                <a:gd name="connsiteX22" fmla="*/ 490101 w 523125"/>
                <a:gd name="connsiteY22" fmla="*/ 173338 h 168750"/>
                <a:gd name="connsiteX23" fmla="*/ 512089 w 523125"/>
                <a:gd name="connsiteY23" fmla="*/ 150725 h 168750"/>
                <a:gd name="connsiteX24" fmla="*/ 512089 w 523125"/>
                <a:gd name="connsiteY24" fmla="*/ 42118 h 168750"/>
                <a:gd name="connsiteX25" fmla="*/ 517455 w 523125"/>
                <a:gd name="connsiteY25" fmla="*/ 42118 h 168750"/>
                <a:gd name="connsiteX26" fmla="*/ 537064 w 523125"/>
                <a:gd name="connsiteY26" fmla="*/ 22863 h 168750"/>
                <a:gd name="connsiteX27" fmla="*/ 517472 w 523125"/>
                <a:gd name="connsiteY27" fmla="*/ 3609 h 168750"/>
                <a:gd name="connsiteX28" fmla="*/ 182199 w 523125"/>
                <a:gd name="connsiteY28" fmla="*/ 107424 h 168750"/>
                <a:gd name="connsiteX29" fmla="*/ 158709 w 523125"/>
                <a:gd name="connsiteY29" fmla="*/ 129108 h 168750"/>
                <a:gd name="connsiteX30" fmla="*/ 92087 w 523125"/>
                <a:gd name="connsiteY30" fmla="*/ 129108 h 168750"/>
                <a:gd name="connsiteX31" fmla="*/ 68529 w 523125"/>
                <a:gd name="connsiteY31" fmla="*/ 105551 h 168750"/>
                <a:gd name="connsiteX32" fmla="*/ 68529 w 523125"/>
                <a:gd name="connsiteY32" fmla="*/ 68527 h 168750"/>
                <a:gd name="connsiteX33" fmla="*/ 92087 w 523125"/>
                <a:gd name="connsiteY33" fmla="*/ 44970 h 168750"/>
                <a:gd name="connsiteX34" fmla="*/ 161663 w 523125"/>
                <a:gd name="connsiteY34" fmla="*/ 44970 h 168750"/>
                <a:gd name="connsiteX35" fmla="*/ 178959 w 523125"/>
                <a:gd name="connsiteY35" fmla="*/ 52546 h 168750"/>
                <a:gd name="connsiteX36" fmla="*/ 185136 w 523125"/>
                <a:gd name="connsiteY36" fmla="*/ 70400 h 168750"/>
                <a:gd name="connsiteX37" fmla="*/ 182199 w 523125"/>
                <a:gd name="connsiteY37" fmla="*/ 107424 h 168750"/>
                <a:gd name="connsiteX38" fmla="*/ 467859 w 523125"/>
                <a:gd name="connsiteY38" fmla="*/ 105551 h 168750"/>
                <a:gd name="connsiteX39" fmla="*/ 444302 w 523125"/>
                <a:gd name="connsiteY39" fmla="*/ 129108 h 168750"/>
                <a:gd name="connsiteX40" fmla="*/ 378388 w 523125"/>
                <a:gd name="connsiteY40" fmla="*/ 129108 h 168750"/>
                <a:gd name="connsiteX41" fmla="*/ 354881 w 523125"/>
                <a:gd name="connsiteY41" fmla="*/ 107424 h 168750"/>
                <a:gd name="connsiteX42" fmla="*/ 351945 w 523125"/>
                <a:gd name="connsiteY42" fmla="*/ 70400 h 168750"/>
                <a:gd name="connsiteX43" fmla="*/ 358088 w 523125"/>
                <a:gd name="connsiteY43" fmla="*/ 52546 h 168750"/>
                <a:gd name="connsiteX44" fmla="*/ 375367 w 523125"/>
                <a:gd name="connsiteY44" fmla="*/ 44970 h 168750"/>
                <a:gd name="connsiteX45" fmla="*/ 444218 w 523125"/>
                <a:gd name="connsiteY45" fmla="*/ 44970 h 168750"/>
                <a:gd name="connsiteX46" fmla="*/ 467775 w 523125"/>
                <a:gd name="connsiteY46" fmla="*/ 68527 h 168750"/>
                <a:gd name="connsiteX47" fmla="*/ 467859 w 523125"/>
                <a:gd name="connsiteY47" fmla="*/ 105551 h 168750"/>
                <a:gd name="connsiteX48" fmla="*/ 467859 w 523125"/>
                <a:gd name="connsiteY48" fmla="*/ 105551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23125" h="168750">
                  <a:moveTo>
                    <a:pt x="517472" y="3609"/>
                  </a:moveTo>
                  <a:lnTo>
                    <a:pt x="500462" y="3609"/>
                  </a:lnTo>
                  <a:cubicBezTo>
                    <a:pt x="497323" y="2191"/>
                    <a:pt x="493796" y="757"/>
                    <a:pt x="490084" y="757"/>
                  </a:cubicBezTo>
                  <a:lnTo>
                    <a:pt x="325873" y="757"/>
                  </a:lnTo>
                  <a:cubicBezTo>
                    <a:pt x="319731" y="757"/>
                    <a:pt x="313875" y="3288"/>
                    <a:pt x="309673" y="7777"/>
                  </a:cubicBezTo>
                  <a:cubicBezTo>
                    <a:pt x="279788" y="-4592"/>
                    <a:pt x="250560" y="-559"/>
                    <a:pt x="228015" y="8435"/>
                  </a:cubicBezTo>
                  <a:cubicBezTo>
                    <a:pt x="227846" y="8250"/>
                    <a:pt x="227728" y="8081"/>
                    <a:pt x="227576" y="7895"/>
                  </a:cubicBezTo>
                  <a:cubicBezTo>
                    <a:pt x="223374" y="3339"/>
                    <a:pt x="217434" y="757"/>
                    <a:pt x="211241" y="757"/>
                  </a:cubicBezTo>
                  <a:lnTo>
                    <a:pt x="47014" y="757"/>
                  </a:lnTo>
                  <a:cubicBezTo>
                    <a:pt x="43251" y="757"/>
                    <a:pt x="39724" y="2191"/>
                    <a:pt x="36636" y="3609"/>
                  </a:cubicBezTo>
                  <a:lnTo>
                    <a:pt x="19626" y="3609"/>
                  </a:lnTo>
                  <a:cubicBezTo>
                    <a:pt x="8775" y="3609"/>
                    <a:pt x="0" y="12013"/>
                    <a:pt x="0" y="22880"/>
                  </a:cubicBezTo>
                  <a:cubicBezTo>
                    <a:pt x="0" y="33748"/>
                    <a:pt x="8792" y="42151"/>
                    <a:pt x="19626" y="42151"/>
                  </a:cubicBezTo>
                  <a:lnTo>
                    <a:pt x="24317" y="42151"/>
                  </a:lnTo>
                  <a:lnTo>
                    <a:pt x="24317" y="150776"/>
                  </a:lnTo>
                  <a:cubicBezTo>
                    <a:pt x="24317" y="163044"/>
                    <a:pt x="34729" y="173388"/>
                    <a:pt x="47014" y="173388"/>
                  </a:cubicBezTo>
                  <a:lnTo>
                    <a:pt x="200981" y="173388"/>
                  </a:lnTo>
                  <a:cubicBezTo>
                    <a:pt x="212558" y="173388"/>
                    <a:pt x="222176" y="164293"/>
                    <a:pt x="223104" y="152750"/>
                  </a:cubicBezTo>
                  <a:lnTo>
                    <a:pt x="230783" y="56917"/>
                  </a:lnTo>
                  <a:cubicBezTo>
                    <a:pt x="242882" y="49020"/>
                    <a:pt x="273864" y="33596"/>
                    <a:pt x="306281" y="56563"/>
                  </a:cubicBezTo>
                  <a:lnTo>
                    <a:pt x="313993" y="152733"/>
                  </a:lnTo>
                  <a:cubicBezTo>
                    <a:pt x="314921" y="164293"/>
                    <a:pt x="324540" y="173338"/>
                    <a:pt x="336133" y="173338"/>
                  </a:cubicBezTo>
                  <a:lnTo>
                    <a:pt x="490101" y="173338"/>
                  </a:lnTo>
                  <a:cubicBezTo>
                    <a:pt x="502386" y="173338"/>
                    <a:pt x="512089" y="163010"/>
                    <a:pt x="512089" y="150725"/>
                  </a:cubicBezTo>
                  <a:lnTo>
                    <a:pt x="512089" y="42118"/>
                  </a:lnTo>
                  <a:lnTo>
                    <a:pt x="517455" y="42118"/>
                  </a:lnTo>
                  <a:cubicBezTo>
                    <a:pt x="528323" y="42118"/>
                    <a:pt x="537064" y="33714"/>
                    <a:pt x="537064" y="22863"/>
                  </a:cubicBezTo>
                  <a:cubicBezTo>
                    <a:pt x="537081" y="12013"/>
                    <a:pt x="528323" y="3609"/>
                    <a:pt x="517472" y="3609"/>
                  </a:cubicBezTo>
                  <a:close/>
                  <a:moveTo>
                    <a:pt x="182199" y="107424"/>
                  </a:moveTo>
                  <a:cubicBezTo>
                    <a:pt x="181221" y="119675"/>
                    <a:pt x="170994" y="129108"/>
                    <a:pt x="158709" y="129108"/>
                  </a:cubicBezTo>
                  <a:lnTo>
                    <a:pt x="92087" y="129108"/>
                  </a:lnTo>
                  <a:cubicBezTo>
                    <a:pt x="79076" y="129108"/>
                    <a:pt x="68529" y="118561"/>
                    <a:pt x="68529" y="105551"/>
                  </a:cubicBezTo>
                  <a:lnTo>
                    <a:pt x="68529" y="68527"/>
                  </a:lnTo>
                  <a:cubicBezTo>
                    <a:pt x="68529" y="55516"/>
                    <a:pt x="79076" y="44970"/>
                    <a:pt x="92087" y="44970"/>
                  </a:cubicBezTo>
                  <a:lnTo>
                    <a:pt x="161663" y="44970"/>
                  </a:lnTo>
                  <a:cubicBezTo>
                    <a:pt x="168244" y="44970"/>
                    <a:pt x="174521" y="47720"/>
                    <a:pt x="178959" y="52546"/>
                  </a:cubicBezTo>
                  <a:cubicBezTo>
                    <a:pt x="183431" y="57390"/>
                    <a:pt x="185676" y="63853"/>
                    <a:pt x="185136" y="70400"/>
                  </a:cubicBezTo>
                  <a:lnTo>
                    <a:pt x="182199" y="107424"/>
                  </a:lnTo>
                  <a:close/>
                  <a:moveTo>
                    <a:pt x="467859" y="105551"/>
                  </a:moveTo>
                  <a:cubicBezTo>
                    <a:pt x="467859" y="118561"/>
                    <a:pt x="457313" y="129108"/>
                    <a:pt x="444302" y="129108"/>
                  </a:cubicBezTo>
                  <a:lnTo>
                    <a:pt x="378388" y="129108"/>
                  </a:lnTo>
                  <a:cubicBezTo>
                    <a:pt x="366086" y="129108"/>
                    <a:pt x="355877" y="119658"/>
                    <a:pt x="354881" y="107424"/>
                  </a:cubicBezTo>
                  <a:lnTo>
                    <a:pt x="351945" y="70400"/>
                  </a:lnTo>
                  <a:cubicBezTo>
                    <a:pt x="351422" y="63836"/>
                    <a:pt x="353666" y="57390"/>
                    <a:pt x="358088" y="52546"/>
                  </a:cubicBezTo>
                  <a:cubicBezTo>
                    <a:pt x="362559" y="47703"/>
                    <a:pt x="368854" y="44970"/>
                    <a:pt x="375367" y="44970"/>
                  </a:cubicBezTo>
                  <a:lnTo>
                    <a:pt x="444218" y="44970"/>
                  </a:lnTo>
                  <a:cubicBezTo>
                    <a:pt x="457228" y="44970"/>
                    <a:pt x="467775" y="55516"/>
                    <a:pt x="467775" y="68527"/>
                  </a:cubicBezTo>
                  <a:lnTo>
                    <a:pt x="467859" y="105551"/>
                  </a:lnTo>
                  <a:lnTo>
                    <a:pt x="467859" y="10555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24334244" y="4436781"/>
              <a:ext cx="202500" cy="168750"/>
            </a:xfrm>
            <a:custGeom>
              <a:avLst/>
              <a:gdLst>
                <a:gd name="connsiteX0" fmla="*/ 118091 w 202500"/>
                <a:gd name="connsiteY0" fmla="*/ 68623 h 168750"/>
                <a:gd name="connsiteX1" fmla="*/ 164886 w 202500"/>
                <a:gd name="connsiteY1" fmla="*/ 41791 h 168750"/>
                <a:gd name="connsiteX2" fmla="*/ 173053 w 202500"/>
                <a:gd name="connsiteY2" fmla="*/ 87371 h 168750"/>
                <a:gd name="connsiteX3" fmla="*/ 172074 w 202500"/>
                <a:gd name="connsiteY3" fmla="*/ 94121 h 168750"/>
                <a:gd name="connsiteX4" fmla="*/ 189068 w 202500"/>
                <a:gd name="connsiteY4" fmla="*/ 116092 h 168750"/>
                <a:gd name="connsiteX5" fmla="*/ 211022 w 202500"/>
                <a:gd name="connsiteY5" fmla="*/ 99116 h 168750"/>
                <a:gd name="connsiteX6" fmla="*/ 211883 w 202500"/>
                <a:gd name="connsiteY6" fmla="*/ 93159 h 168750"/>
                <a:gd name="connsiteX7" fmla="*/ 181710 w 202500"/>
                <a:gd name="connsiteY7" fmla="*/ 6354 h 168750"/>
                <a:gd name="connsiteX8" fmla="*/ 84544 w 202500"/>
                <a:gd name="connsiteY8" fmla="*/ 48288 h 168750"/>
                <a:gd name="connsiteX9" fmla="*/ 0 w 202500"/>
                <a:gd name="connsiteY9" fmla="*/ 175003 h 168750"/>
                <a:gd name="connsiteX10" fmla="*/ 47166 w 202500"/>
                <a:gd name="connsiteY10" fmla="*/ 175003 h 168750"/>
                <a:gd name="connsiteX11" fmla="*/ 118091 w 202500"/>
                <a:gd name="connsiteY11" fmla="*/ 68623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500" h="168750">
                  <a:moveTo>
                    <a:pt x="118091" y="68623"/>
                  </a:moveTo>
                  <a:cubicBezTo>
                    <a:pt x="118311" y="68235"/>
                    <a:pt x="139759" y="29861"/>
                    <a:pt x="164886" y="41791"/>
                  </a:cubicBezTo>
                  <a:cubicBezTo>
                    <a:pt x="176614" y="47343"/>
                    <a:pt x="176783" y="62109"/>
                    <a:pt x="173053" y="87371"/>
                  </a:cubicBezTo>
                  <a:lnTo>
                    <a:pt x="172074" y="94121"/>
                  </a:lnTo>
                  <a:cubicBezTo>
                    <a:pt x="170708" y="104853"/>
                    <a:pt x="178301" y="114708"/>
                    <a:pt x="189068" y="116092"/>
                  </a:cubicBezTo>
                  <a:cubicBezTo>
                    <a:pt x="199851" y="117493"/>
                    <a:pt x="209655" y="109865"/>
                    <a:pt x="211022" y="99116"/>
                  </a:cubicBezTo>
                  <a:lnTo>
                    <a:pt x="211883" y="93159"/>
                  </a:lnTo>
                  <a:cubicBezTo>
                    <a:pt x="215139" y="71171"/>
                    <a:pt x="221923" y="25423"/>
                    <a:pt x="181710" y="6354"/>
                  </a:cubicBezTo>
                  <a:cubicBezTo>
                    <a:pt x="135051" y="-15735"/>
                    <a:pt x="97200" y="25035"/>
                    <a:pt x="84544" y="48288"/>
                  </a:cubicBezTo>
                  <a:lnTo>
                    <a:pt x="0" y="175003"/>
                  </a:lnTo>
                  <a:lnTo>
                    <a:pt x="47166" y="175003"/>
                  </a:lnTo>
                  <a:lnTo>
                    <a:pt x="118091" y="6862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>
            <a:xfrm>
              <a:off x="24591026" y="4436739"/>
              <a:ext cx="202500" cy="168750"/>
            </a:xfrm>
            <a:custGeom>
              <a:avLst/>
              <a:gdLst>
                <a:gd name="connsiteX0" fmla="*/ 3464 w 202500"/>
                <a:gd name="connsiteY0" fmla="*/ 99158 h 168750"/>
                <a:gd name="connsiteX1" fmla="*/ 25436 w 202500"/>
                <a:gd name="connsiteY1" fmla="*/ 116118 h 168750"/>
                <a:gd name="connsiteX2" fmla="*/ 42395 w 202500"/>
                <a:gd name="connsiteY2" fmla="*/ 94146 h 168750"/>
                <a:gd name="connsiteX3" fmla="*/ 41433 w 202500"/>
                <a:gd name="connsiteY3" fmla="*/ 87430 h 168750"/>
                <a:gd name="connsiteX4" fmla="*/ 49601 w 202500"/>
                <a:gd name="connsiteY4" fmla="*/ 41868 h 168750"/>
                <a:gd name="connsiteX5" fmla="*/ 97256 w 202500"/>
                <a:gd name="connsiteY5" fmla="*/ 70083 h 168750"/>
                <a:gd name="connsiteX6" fmla="*/ 167253 w 202500"/>
                <a:gd name="connsiteY6" fmla="*/ 175028 h 168750"/>
                <a:gd name="connsiteX7" fmla="*/ 214452 w 202500"/>
                <a:gd name="connsiteY7" fmla="*/ 175028 h 168750"/>
                <a:gd name="connsiteX8" fmla="*/ 130820 w 202500"/>
                <a:gd name="connsiteY8" fmla="*/ 49748 h 168750"/>
                <a:gd name="connsiteX9" fmla="*/ 32742 w 202500"/>
                <a:gd name="connsiteY9" fmla="*/ 6329 h 168750"/>
                <a:gd name="connsiteX10" fmla="*/ 2553 w 202500"/>
                <a:gd name="connsiteY10" fmla="*/ 93168 h 168750"/>
                <a:gd name="connsiteX11" fmla="*/ 3464 w 202500"/>
                <a:gd name="connsiteY11" fmla="*/ 99158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500" h="168750">
                  <a:moveTo>
                    <a:pt x="3464" y="99158"/>
                  </a:moveTo>
                  <a:cubicBezTo>
                    <a:pt x="4848" y="109908"/>
                    <a:pt x="14602" y="117569"/>
                    <a:pt x="25436" y="116118"/>
                  </a:cubicBezTo>
                  <a:cubicBezTo>
                    <a:pt x="36185" y="114734"/>
                    <a:pt x="43796" y="104896"/>
                    <a:pt x="42395" y="94146"/>
                  </a:cubicBezTo>
                  <a:lnTo>
                    <a:pt x="41433" y="87430"/>
                  </a:lnTo>
                  <a:cubicBezTo>
                    <a:pt x="37670" y="62168"/>
                    <a:pt x="37906" y="47419"/>
                    <a:pt x="49601" y="41868"/>
                  </a:cubicBezTo>
                  <a:cubicBezTo>
                    <a:pt x="74508" y="30004"/>
                    <a:pt x="95585" y="67146"/>
                    <a:pt x="97256" y="70083"/>
                  </a:cubicBezTo>
                  <a:lnTo>
                    <a:pt x="167253" y="175028"/>
                  </a:lnTo>
                  <a:lnTo>
                    <a:pt x="214452" y="175028"/>
                  </a:lnTo>
                  <a:lnTo>
                    <a:pt x="130820" y="49748"/>
                  </a:lnTo>
                  <a:cubicBezTo>
                    <a:pt x="117253" y="25077"/>
                    <a:pt x="79216" y="-15744"/>
                    <a:pt x="32742" y="6329"/>
                  </a:cubicBezTo>
                  <a:cubicBezTo>
                    <a:pt x="-7487" y="25398"/>
                    <a:pt x="-687" y="71163"/>
                    <a:pt x="2553" y="93168"/>
                  </a:cubicBezTo>
                  <a:lnTo>
                    <a:pt x="3464" y="99158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5830118" y="4331054"/>
            <a:ext cx="487013" cy="530111"/>
            <a:chOff x="25407865" y="4360245"/>
            <a:chExt cx="487013" cy="530111"/>
          </a:xfrm>
          <a:solidFill>
            <a:schemeClr val="accent1"/>
          </a:solidFill>
        </p:grpSpPr>
        <p:sp>
          <p:nvSpPr>
            <p:cNvPr id="187" name="任意多边形: 形状 186"/>
            <p:cNvSpPr/>
            <p:nvPr/>
          </p:nvSpPr>
          <p:spPr>
            <a:xfrm>
              <a:off x="25407865" y="4360245"/>
              <a:ext cx="320625" cy="489375"/>
            </a:xfrm>
            <a:custGeom>
              <a:avLst/>
              <a:gdLst>
                <a:gd name="connsiteX0" fmla="*/ 97234 w 320625"/>
                <a:gd name="connsiteY0" fmla="*/ 391989 h 489375"/>
                <a:gd name="connsiteX1" fmla="*/ 74689 w 320625"/>
                <a:gd name="connsiteY1" fmla="*/ 391989 h 489375"/>
                <a:gd name="connsiteX2" fmla="*/ 58084 w 320625"/>
                <a:gd name="connsiteY2" fmla="*/ 409101 h 489375"/>
                <a:gd name="connsiteX3" fmla="*/ 58084 w 320625"/>
                <a:gd name="connsiteY3" fmla="*/ 421048 h 489375"/>
                <a:gd name="connsiteX4" fmla="*/ 50574 w 320625"/>
                <a:gd name="connsiteY4" fmla="*/ 421048 h 489375"/>
                <a:gd name="connsiteX5" fmla="*/ 34847 w 320625"/>
                <a:gd name="connsiteY5" fmla="*/ 404781 h 489375"/>
                <a:gd name="connsiteX6" fmla="*/ 34847 w 320625"/>
                <a:gd name="connsiteY6" fmla="*/ 386826 h 489375"/>
                <a:gd name="connsiteX7" fmla="*/ 50574 w 320625"/>
                <a:gd name="connsiteY7" fmla="*/ 368769 h 489375"/>
                <a:gd name="connsiteX8" fmla="*/ 86316 w 320625"/>
                <a:gd name="connsiteY8" fmla="*/ 368769 h 489375"/>
                <a:gd name="connsiteX9" fmla="*/ 72849 w 320625"/>
                <a:gd name="connsiteY9" fmla="*/ 300510 h 489375"/>
                <a:gd name="connsiteX10" fmla="*/ 254745 w 320625"/>
                <a:gd name="connsiteY10" fmla="*/ 118176 h 489375"/>
                <a:gd name="connsiteX11" fmla="*/ 336859 w 320625"/>
                <a:gd name="connsiteY11" fmla="*/ 138308 h 489375"/>
                <a:gd name="connsiteX12" fmla="*/ 336859 w 320625"/>
                <a:gd name="connsiteY12" fmla="*/ 50490 h 489375"/>
                <a:gd name="connsiteX13" fmla="*/ 288495 w 320625"/>
                <a:gd name="connsiteY13" fmla="*/ 0 h 489375"/>
                <a:gd name="connsiteX14" fmla="*/ 48330 w 320625"/>
                <a:gd name="connsiteY14" fmla="*/ 0 h 489375"/>
                <a:gd name="connsiteX15" fmla="*/ 0 w 320625"/>
                <a:gd name="connsiteY15" fmla="*/ 50490 h 489375"/>
                <a:gd name="connsiteX16" fmla="*/ 0 w 320625"/>
                <a:gd name="connsiteY16" fmla="*/ 407025 h 489375"/>
                <a:gd name="connsiteX17" fmla="*/ 48330 w 320625"/>
                <a:gd name="connsiteY17" fmla="*/ 455895 h 489375"/>
                <a:gd name="connsiteX18" fmla="*/ 58084 w 320625"/>
                <a:gd name="connsiteY18" fmla="*/ 455895 h 489375"/>
                <a:gd name="connsiteX19" fmla="*/ 58084 w 320625"/>
                <a:gd name="connsiteY19" fmla="*/ 482963 h 489375"/>
                <a:gd name="connsiteX20" fmla="*/ 62201 w 320625"/>
                <a:gd name="connsiteY20" fmla="*/ 490354 h 489375"/>
                <a:gd name="connsiteX21" fmla="*/ 70639 w 320625"/>
                <a:gd name="connsiteY21" fmla="*/ 490320 h 489375"/>
                <a:gd name="connsiteX22" fmla="*/ 110582 w 320625"/>
                <a:gd name="connsiteY22" fmla="*/ 467049 h 489375"/>
                <a:gd name="connsiteX23" fmla="*/ 150542 w 320625"/>
                <a:gd name="connsiteY23" fmla="*/ 490320 h 489375"/>
                <a:gd name="connsiteX24" fmla="*/ 158709 w 320625"/>
                <a:gd name="connsiteY24" fmla="*/ 490354 h 489375"/>
                <a:gd name="connsiteX25" fmla="*/ 162624 w 320625"/>
                <a:gd name="connsiteY25" fmla="*/ 482963 h 489375"/>
                <a:gd name="connsiteX26" fmla="*/ 162624 w 320625"/>
                <a:gd name="connsiteY26" fmla="*/ 458646 h 489375"/>
                <a:gd name="connsiteX27" fmla="*/ 97234 w 320625"/>
                <a:gd name="connsiteY27" fmla="*/ 391989 h 4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20625" h="489375">
                  <a:moveTo>
                    <a:pt x="97234" y="391989"/>
                  </a:moveTo>
                  <a:lnTo>
                    <a:pt x="74689" y="391989"/>
                  </a:lnTo>
                  <a:cubicBezTo>
                    <a:pt x="65357" y="391989"/>
                    <a:pt x="58084" y="399735"/>
                    <a:pt x="58084" y="409101"/>
                  </a:cubicBezTo>
                  <a:lnTo>
                    <a:pt x="58084" y="421048"/>
                  </a:lnTo>
                  <a:lnTo>
                    <a:pt x="50574" y="421048"/>
                  </a:lnTo>
                  <a:cubicBezTo>
                    <a:pt x="41209" y="421048"/>
                    <a:pt x="34847" y="414129"/>
                    <a:pt x="34847" y="404781"/>
                  </a:cubicBezTo>
                  <a:lnTo>
                    <a:pt x="34847" y="386826"/>
                  </a:lnTo>
                  <a:cubicBezTo>
                    <a:pt x="34847" y="377443"/>
                    <a:pt x="41209" y="368769"/>
                    <a:pt x="50574" y="368769"/>
                  </a:cubicBezTo>
                  <a:lnTo>
                    <a:pt x="86316" y="368769"/>
                  </a:lnTo>
                  <a:cubicBezTo>
                    <a:pt x="77659" y="348486"/>
                    <a:pt x="72849" y="324844"/>
                    <a:pt x="72849" y="300510"/>
                  </a:cubicBezTo>
                  <a:cubicBezTo>
                    <a:pt x="72849" y="199631"/>
                    <a:pt x="153934" y="118176"/>
                    <a:pt x="254745" y="118176"/>
                  </a:cubicBezTo>
                  <a:cubicBezTo>
                    <a:pt x="284563" y="118176"/>
                    <a:pt x="313622" y="125634"/>
                    <a:pt x="336859" y="138308"/>
                  </a:cubicBezTo>
                  <a:lnTo>
                    <a:pt x="336859" y="50490"/>
                  </a:lnTo>
                  <a:cubicBezTo>
                    <a:pt x="336859" y="23085"/>
                    <a:pt x="315934" y="0"/>
                    <a:pt x="288495" y="0"/>
                  </a:cubicBezTo>
                  <a:lnTo>
                    <a:pt x="48330" y="0"/>
                  </a:lnTo>
                  <a:cubicBezTo>
                    <a:pt x="20908" y="0"/>
                    <a:pt x="0" y="23085"/>
                    <a:pt x="0" y="50490"/>
                  </a:cubicBezTo>
                  <a:lnTo>
                    <a:pt x="0" y="407025"/>
                  </a:lnTo>
                  <a:cubicBezTo>
                    <a:pt x="0" y="434464"/>
                    <a:pt x="20908" y="455895"/>
                    <a:pt x="48330" y="455895"/>
                  </a:cubicBezTo>
                  <a:lnTo>
                    <a:pt x="58084" y="455895"/>
                  </a:lnTo>
                  <a:lnTo>
                    <a:pt x="58084" y="482963"/>
                  </a:lnTo>
                  <a:cubicBezTo>
                    <a:pt x="58084" y="486034"/>
                    <a:pt x="59552" y="488835"/>
                    <a:pt x="62201" y="490354"/>
                  </a:cubicBezTo>
                  <a:cubicBezTo>
                    <a:pt x="64834" y="491889"/>
                    <a:pt x="67989" y="491839"/>
                    <a:pt x="70639" y="490320"/>
                  </a:cubicBezTo>
                  <a:lnTo>
                    <a:pt x="110582" y="467049"/>
                  </a:lnTo>
                  <a:lnTo>
                    <a:pt x="150542" y="490320"/>
                  </a:lnTo>
                  <a:cubicBezTo>
                    <a:pt x="153174" y="491839"/>
                    <a:pt x="156077" y="491889"/>
                    <a:pt x="158709" y="490354"/>
                  </a:cubicBezTo>
                  <a:cubicBezTo>
                    <a:pt x="161342" y="488835"/>
                    <a:pt x="162624" y="486034"/>
                    <a:pt x="162624" y="482963"/>
                  </a:cubicBezTo>
                  <a:lnTo>
                    <a:pt x="162624" y="458646"/>
                  </a:lnTo>
                  <a:cubicBezTo>
                    <a:pt x="136485" y="442547"/>
                    <a:pt x="113130" y="421048"/>
                    <a:pt x="97234" y="39198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25567757" y="4656994"/>
              <a:ext cx="84375" cy="84375"/>
            </a:xfrm>
            <a:custGeom>
              <a:avLst/>
              <a:gdLst>
                <a:gd name="connsiteX0" fmla="*/ 82467 w 84375"/>
                <a:gd name="connsiteY0" fmla="*/ 60646 h 84375"/>
                <a:gd name="connsiteX1" fmla="*/ 30999 w 84375"/>
                <a:gd name="connsiteY1" fmla="*/ 12030 h 84375"/>
                <a:gd name="connsiteX2" fmla="*/ 12132 w 84375"/>
                <a:gd name="connsiteY2" fmla="*/ 403 h 84375"/>
                <a:gd name="connsiteX3" fmla="*/ 421 w 84375"/>
                <a:gd name="connsiteY3" fmla="*/ 19252 h 84375"/>
                <a:gd name="connsiteX4" fmla="*/ 76865 w 84375"/>
                <a:gd name="connsiteY4" fmla="*/ 91561 h 84375"/>
                <a:gd name="connsiteX5" fmla="*/ 79683 w 84375"/>
                <a:gd name="connsiteY5" fmla="*/ 91848 h 84375"/>
                <a:gd name="connsiteX6" fmla="*/ 95157 w 84375"/>
                <a:gd name="connsiteY6" fmla="*/ 78905 h 84375"/>
                <a:gd name="connsiteX7" fmla="*/ 82467 w 84375"/>
                <a:gd name="connsiteY7" fmla="*/ 60646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375" h="84375">
                  <a:moveTo>
                    <a:pt x="82467" y="60646"/>
                  </a:moveTo>
                  <a:cubicBezTo>
                    <a:pt x="41664" y="53238"/>
                    <a:pt x="31437" y="13869"/>
                    <a:pt x="30999" y="12030"/>
                  </a:cubicBezTo>
                  <a:cubicBezTo>
                    <a:pt x="28990" y="3626"/>
                    <a:pt x="20604" y="-1521"/>
                    <a:pt x="12132" y="403"/>
                  </a:cubicBezTo>
                  <a:cubicBezTo>
                    <a:pt x="3695" y="2377"/>
                    <a:pt x="-1570" y="10815"/>
                    <a:pt x="421" y="19252"/>
                  </a:cubicBezTo>
                  <a:cubicBezTo>
                    <a:pt x="995" y="21750"/>
                    <a:pt x="15406" y="80424"/>
                    <a:pt x="76865" y="91561"/>
                  </a:cubicBezTo>
                  <a:cubicBezTo>
                    <a:pt x="77827" y="91781"/>
                    <a:pt x="78755" y="91848"/>
                    <a:pt x="79683" y="91848"/>
                  </a:cubicBezTo>
                  <a:cubicBezTo>
                    <a:pt x="87142" y="91848"/>
                    <a:pt x="93774" y="86533"/>
                    <a:pt x="95157" y="78905"/>
                  </a:cubicBezTo>
                  <a:cubicBezTo>
                    <a:pt x="96693" y="70366"/>
                    <a:pt x="90989" y="62182"/>
                    <a:pt x="82467" y="60646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25506753" y="4502231"/>
              <a:ext cx="388125" cy="388125"/>
            </a:xfrm>
            <a:custGeom>
              <a:avLst/>
              <a:gdLst>
                <a:gd name="connsiteX0" fmla="*/ 385172 w 388125"/>
                <a:gd name="connsiteY0" fmla="*/ 318549 h 388125"/>
                <a:gd name="connsiteX1" fmla="*/ 325181 w 388125"/>
                <a:gd name="connsiteY1" fmla="*/ 258576 h 388125"/>
                <a:gd name="connsiteX2" fmla="*/ 313470 w 388125"/>
                <a:gd name="connsiteY2" fmla="*/ 252180 h 388125"/>
                <a:gd name="connsiteX3" fmla="*/ 308543 w 388125"/>
                <a:gd name="connsiteY3" fmla="*/ 251640 h 388125"/>
                <a:gd name="connsiteX4" fmla="*/ 291870 w 388125"/>
                <a:gd name="connsiteY4" fmla="*/ 258576 h 388125"/>
                <a:gd name="connsiteX5" fmla="*/ 275552 w 388125"/>
                <a:gd name="connsiteY5" fmla="*/ 242224 h 388125"/>
                <a:gd name="connsiteX6" fmla="*/ 260196 w 388125"/>
                <a:gd name="connsiteY6" fmla="*/ 44651 h 388125"/>
                <a:gd name="connsiteX7" fmla="*/ 152415 w 388125"/>
                <a:gd name="connsiteY7" fmla="*/ 0 h 388125"/>
                <a:gd name="connsiteX8" fmla="*/ 44634 w 388125"/>
                <a:gd name="connsiteY8" fmla="*/ 44651 h 388125"/>
                <a:gd name="connsiteX9" fmla="*/ 0 w 388125"/>
                <a:gd name="connsiteY9" fmla="*/ 152432 h 388125"/>
                <a:gd name="connsiteX10" fmla="*/ 44634 w 388125"/>
                <a:gd name="connsiteY10" fmla="*/ 260196 h 388125"/>
                <a:gd name="connsiteX11" fmla="*/ 152415 w 388125"/>
                <a:gd name="connsiteY11" fmla="*/ 304847 h 388125"/>
                <a:gd name="connsiteX12" fmla="*/ 242224 w 388125"/>
                <a:gd name="connsiteY12" fmla="*/ 275603 h 388125"/>
                <a:gd name="connsiteX13" fmla="*/ 258542 w 388125"/>
                <a:gd name="connsiteY13" fmla="*/ 291904 h 388125"/>
                <a:gd name="connsiteX14" fmla="*/ 258542 w 388125"/>
                <a:gd name="connsiteY14" fmla="*/ 291938 h 388125"/>
                <a:gd name="connsiteX15" fmla="*/ 252383 w 388125"/>
                <a:gd name="connsiteY15" fmla="*/ 314348 h 388125"/>
                <a:gd name="connsiteX16" fmla="*/ 258542 w 388125"/>
                <a:gd name="connsiteY16" fmla="*/ 325249 h 388125"/>
                <a:gd name="connsiteX17" fmla="*/ 318533 w 388125"/>
                <a:gd name="connsiteY17" fmla="*/ 385239 h 388125"/>
                <a:gd name="connsiteX18" fmla="*/ 336302 w 388125"/>
                <a:gd name="connsiteY18" fmla="*/ 392631 h 388125"/>
                <a:gd name="connsiteX19" fmla="*/ 354122 w 388125"/>
                <a:gd name="connsiteY19" fmla="*/ 385239 h 388125"/>
                <a:gd name="connsiteX20" fmla="*/ 385239 w 388125"/>
                <a:gd name="connsiteY20" fmla="*/ 354105 h 388125"/>
                <a:gd name="connsiteX21" fmla="*/ 385172 w 388125"/>
                <a:gd name="connsiteY21" fmla="*/ 318549 h 388125"/>
                <a:gd name="connsiteX22" fmla="*/ 226851 w 388125"/>
                <a:gd name="connsiteY22" fmla="*/ 226901 h 388125"/>
                <a:gd name="connsiteX23" fmla="*/ 152398 w 388125"/>
                <a:gd name="connsiteY23" fmla="*/ 257715 h 388125"/>
                <a:gd name="connsiteX24" fmla="*/ 77979 w 388125"/>
                <a:gd name="connsiteY24" fmla="*/ 226901 h 388125"/>
                <a:gd name="connsiteX25" fmla="*/ 47149 w 388125"/>
                <a:gd name="connsiteY25" fmla="*/ 152466 h 388125"/>
                <a:gd name="connsiteX26" fmla="*/ 77979 w 388125"/>
                <a:gd name="connsiteY26" fmla="*/ 77996 h 388125"/>
                <a:gd name="connsiteX27" fmla="*/ 152398 w 388125"/>
                <a:gd name="connsiteY27" fmla="*/ 47182 h 388125"/>
                <a:gd name="connsiteX28" fmla="*/ 226851 w 388125"/>
                <a:gd name="connsiteY28" fmla="*/ 77996 h 388125"/>
                <a:gd name="connsiteX29" fmla="*/ 226851 w 388125"/>
                <a:gd name="connsiteY29" fmla="*/ 226901 h 38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88125" h="388125">
                  <a:moveTo>
                    <a:pt x="385172" y="318549"/>
                  </a:moveTo>
                  <a:lnTo>
                    <a:pt x="325181" y="258576"/>
                  </a:lnTo>
                  <a:cubicBezTo>
                    <a:pt x="321958" y="255319"/>
                    <a:pt x="317841" y="253142"/>
                    <a:pt x="313470" y="252180"/>
                  </a:cubicBezTo>
                  <a:cubicBezTo>
                    <a:pt x="311867" y="251843"/>
                    <a:pt x="310230" y="251640"/>
                    <a:pt x="308543" y="251640"/>
                  </a:cubicBezTo>
                  <a:cubicBezTo>
                    <a:pt x="302282" y="251640"/>
                    <a:pt x="296274" y="254104"/>
                    <a:pt x="291870" y="258576"/>
                  </a:cubicBezTo>
                  <a:lnTo>
                    <a:pt x="275552" y="242224"/>
                  </a:lnTo>
                  <a:cubicBezTo>
                    <a:pt x="319073" y="182689"/>
                    <a:pt x="313943" y="98415"/>
                    <a:pt x="260196" y="44651"/>
                  </a:cubicBezTo>
                  <a:cubicBezTo>
                    <a:pt x="231424" y="15846"/>
                    <a:pt x="193118" y="0"/>
                    <a:pt x="152415" y="0"/>
                  </a:cubicBezTo>
                  <a:cubicBezTo>
                    <a:pt x="111713" y="0"/>
                    <a:pt x="73440" y="15846"/>
                    <a:pt x="44634" y="44651"/>
                  </a:cubicBezTo>
                  <a:cubicBezTo>
                    <a:pt x="15846" y="73440"/>
                    <a:pt x="0" y="111729"/>
                    <a:pt x="0" y="152432"/>
                  </a:cubicBezTo>
                  <a:cubicBezTo>
                    <a:pt x="-17" y="193117"/>
                    <a:pt x="15846" y="231407"/>
                    <a:pt x="44634" y="260196"/>
                  </a:cubicBezTo>
                  <a:cubicBezTo>
                    <a:pt x="73440" y="289001"/>
                    <a:pt x="111696" y="304847"/>
                    <a:pt x="152415" y="304847"/>
                  </a:cubicBezTo>
                  <a:cubicBezTo>
                    <a:pt x="185136" y="304847"/>
                    <a:pt x="216321" y="294604"/>
                    <a:pt x="242224" y="275603"/>
                  </a:cubicBezTo>
                  <a:lnTo>
                    <a:pt x="258542" y="291904"/>
                  </a:lnTo>
                  <a:lnTo>
                    <a:pt x="258542" y="291938"/>
                  </a:lnTo>
                  <a:cubicBezTo>
                    <a:pt x="252467" y="297979"/>
                    <a:pt x="250408" y="306602"/>
                    <a:pt x="252383" y="314348"/>
                  </a:cubicBezTo>
                  <a:cubicBezTo>
                    <a:pt x="253412" y="318330"/>
                    <a:pt x="255454" y="322127"/>
                    <a:pt x="258542" y="325249"/>
                  </a:cubicBezTo>
                  <a:lnTo>
                    <a:pt x="318533" y="385239"/>
                  </a:lnTo>
                  <a:cubicBezTo>
                    <a:pt x="323241" y="389964"/>
                    <a:pt x="329636" y="392631"/>
                    <a:pt x="336302" y="392631"/>
                  </a:cubicBezTo>
                  <a:cubicBezTo>
                    <a:pt x="342984" y="392631"/>
                    <a:pt x="349380" y="390015"/>
                    <a:pt x="354122" y="385239"/>
                  </a:cubicBezTo>
                  <a:lnTo>
                    <a:pt x="385239" y="354105"/>
                  </a:lnTo>
                  <a:cubicBezTo>
                    <a:pt x="395010" y="344267"/>
                    <a:pt x="395010" y="328354"/>
                    <a:pt x="385172" y="318549"/>
                  </a:cubicBezTo>
                  <a:close/>
                  <a:moveTo>
                    <a:pt x="226851" y="226901"/>
                  </a:moveTo>
                  <a:cubicBezTo>
                    <a:pt x="206955" y="246746"/>
                    <a:pt x="180512" y="257715"/>
                    <a:pt x="152398" y="257715"/>
                  </a:cubicBezTo>
                  <a:cubicBezTo>
                    <a:pt x="124284" y="257715"/>
                    <a:pt x="97841" y="246746"/>
                    <a:pt x="77979" y="226901"/>
                  </a:cubicBezTo>
                  <a:cubicBezTo>
                    <a:pt x="58101" y="206955"/>
                    <a:pt x="47149" y="180563"/>
                    <a:pt x="47149" y="152466"/>
                  </a:cubicBezTo>
                  <a:cubicBezTo>
                    <a:pt x="47149" y="124318"/>
                    <a:pt x="58101" y="97926"/>
                    <a:pt x="77979" y="77996"/>
                  </a:cubicBezTo>
                  <a:cubicBezTo>
                    <a:pt x="97841" y="58151"/>
                    <a:pt x="124301" y="47182"/>
                    <a:pt x="152398" y="47182"/>
                  </a:cubicBezTo>
                  <a:cubicBezTo>
                    <a:pt x="180512" y="47182"/>
                    <a:pt x="206955" y="58151"/>
                    <a:pt x="226851" y="77996"/>
                  </a:cubicBezTo>
                  <a:cubicBezTo>
                    <a:pt x="267874" y="119070"/>
                    <a:pt x="267874" y="185878"/>
                    <a:pt x="226851" y="22690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25571350" y="4610164"/>
              <a:ext cx="16875" cy="16875"/>
            </a:xfrm>
            <a:custGeom>
              <a:avLst/>
              <a:gdLst>
                <a:gd name="connsiteX0" fmla="*/ 30780 w 16875"/>
                <a:gd name="connsiteY0" fmla="*/ 15390 h 16875"/>
                <a:gd name="connsiteX1" fmla="*/ 15390 w 16875"/>
                <a:gd name="connsiteY1" fmla="*/ 30780 h 16875"/>
                <a:gd name="connsiteX2" fmla="*/ 0 w 16875"/>
                <a:gd name="connsiteY2" fmla="*/ 15390 h 16875"/>
                <a:gd name="connsiteX3" fmla="*/ 15390 w 16875"/>
                <a:gd name="connsiteY3" fmla="*/ 0 h 16875"/>
                <a:gd name="connsiteX4" fmla="*/ 30780 w 16875"/>
                <a:gd name="connsiteY4" fmla="*/ 15390 h 1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5" h="16875">
                  <a:moveTo>
                    <a:pt x="30780" y="15390"/>
                  </a:moveTo>
                  <a:cubicBezTo>
                    <a:pt x="30780" y="23890"/>
                    <a:pt x="23890" y="30780"/>
                    <a:pt x="15390" y="30780"/>
                  </a:cubicBezTo>
                  <a:cubicBezTo>
                    <a:pt x="6890" y="30780"/>
                    <a:pt x="0" y="23890"/>
                    <a:pt x="0" y="15390"/>
                  </a:cubicBezTo>
                  <a:cubicBezTo>
                    <a:pt x="0" y="6890"/>
                    <a:pt x="6890" y="0"/>
                    <a:pt x="15390" y="0"/>
                  </a:cubicBezTo>
                  <a:cubicBezTo>
                    <a:pt x="23890" y="0"/>
                    <a:pt x="30780" y="6890"/>
                    <a:pt x="30780" y="1539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7049318" y="4332437"/>
            <a:ext cx="399313" cy="527344"/>
            <a:chOff x="26552295" y="4362135"/>
            <a:chExt cx="399313" cy="527344"/>
          </a:xfrm>
          <a:solidFill>
            <a:schemeClr val="accent1"/>
          </a:solidFill>
        </p:grpSpPr>
        <p:sp>
          <p:nvSpPr>
            <p:cNvPr id="192" name="任意多边形: 形状 191"/>
            <p:cNvSpPr/>
            <p:nvPr/>
          </p:nvSpPr>
          <p:spPr>
            <a:xfrm>
              <a:off x="26552295" y="4720729"/>
              <a:ext cx="168750" cy="168750"/>
            </a:xfrm>
            <a:custGeom>
              <a:avLst/>
              <a:gdLst>
                <a:gd name="connsiteX0" fmla="*/ 45968 w 168750"/>
                <a:gd name="connsiteY0" fmla="*/ 0 h 168750"/>
                <a:gd name="connsiteX1" fmla="*/ 0 w 168750"/>
                <a:gd name="connsiteY1" fmla="*/ 130224 h 168750"/>
                <a:gd name="connsiteX2" fmla="*/ 83312 w 168750"/>
                <a:gd name="connsiteY2" fmla="*/ 102431 h 168750"/>
                <a:gd name="connsiteX3" fmla="*/ 130697 w 168750"/>
                <a:gd name="connsiteY3" fmla="*/ 176361 h 168750"/>
                <a:gd name="connsiteX4" fmla="*/ 177238 w 168750"/>
                <a:gd name="connsiteY4" fmla="*/ 44533 h 168750"/>
                <a:gd name="connsiteX5" fmla="*/ 133026 w 168750"/>
                <a:gd name="connsiteY5" fmla="*/ 6041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8750" h="168750">
                  <a:moveTo>
                    <a:pt x="45968" y="0"/>
                  </a:moveTo>
                  <a:lnTo>
                    <a:pt x="0" y="130224"/>
                  </a:lnTo>
                  <a:lnTo>
                    <a:pt x="83312" y="102431"/>
                  </a:lnTo>
                  <a:lnTo>
                    <a:pt x="130697" y="176361"/>
                  </a:lnTo>
                  <a:lnTo>
                    <a:pt x="177238" y="44533"/>
                  </a:lnTo>
                  <a:lnTo>
                    <a:pt x="133026" y="604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26782858" y="4720729"/>
              <a:ext cx="168750" cy="168750"/>
            </a:xfrm>
            <a:custGeom>
              <a:avLst/>
              <a:gdLst>
                <a:gd name="connsiteX0" fmla="*/ 131271 w 168750"/>
                <a:gd name="connsiteY0" fmla="*/ 0 h 168750"/>
                <a:gd name="connsiteX1" fmla="*/ 44229 w 168750"/>
                <a:gd name="connsiteY1" fmla="*/ 6041 h 168750"/>
                <a:gd name="connsiteX2" fmla="*/ 0 w 168750"/>
                <a:gd name="connsiteY2" fmla="*/ 44533 h 168750"/>
                <a:gd name="connsiteX3" fmla="*/ 46541 w 168750"/>
                <a:gd name="connsiteY3" fmla="*/ 176361 h 168750"/>
                <a:gd name="connsiteX4" fmla="*/ 93909 w 168750"/>
                <a:gd name="connsiteY4" fmla="*/ 102431 h 168750"/>
                <a:gd name="connsiteX5" fmla="*/ 177238 w 168750"/>
                <a:gd name="connsiteY5" fmla="*/ 130224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8750" h="168750">
                  <a:moveTo>
                    <a:pt x="131271" y="0"/>
                  </a:moveTo>
                  <a:lnTo>
                    <a:pt x="44229" y="6041"/>
                  </a:lnTo>
                  <a:lnTo>
                    <a:pt x="0" y="44533"/>
                  </a:lnTo>
                  <a:lnTo>
                    <a:pt x="46541" y="176361"/>
                  </a:lnTo>
                  <a:lnTo>
                    <a:pt x="93909" y="102431"/>
                  </a:lnTo>
                  <a:lnTo>
                    <a:pt x="177238" y="130224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26562741" y="4362135"/>
              <a:ext cx="371250" cy="371250"/>
            </a:xfrm>
            <a:custGeom>
              <a:avLst/>
              <a:gdLst>
                <a:gd name="connsiteX0" fmla="*/ 330244 w 371250"/>
                <a:gd name="connsiteY0" fmla="*/ 330278 h 371250"/>
                <a:gd name="connsiteX1" fmla="*/ 335644 w 371250"/>
                <a:gd name="connsiteY1" fmla="*/ 252366 h 371250"/>
                <a:gd name="connsiteX2" fmla="*/ 386927 w 371250"/>
                <a:gd name="connsiteY2" fmla="*/ 193489 h 371250"/>
                <a:gd name="connsiteX3" fmla="*/ 335644 w 371250"/>
                <a:gd name="connsiteY3" fmla="*/ 134595 h 371250"/>
                <a:gd name="connsiteX4" fmla="*/ 330244 w 371250"/>
                <a:gd name="connsiteY4" fmla="*/ 56683 h 371250"/>
                <a:gd name="connsiteX5" fmla="*/ 252366 w 371250"/>
                <a:gd name="connsiteY5" fmla="*/ 51283 h 371250"/>
                <a:gd name="connsiteX6" fmla="*/ 193472 w 371250"/>
                <a:gd name="connsiteY6" fmla="*/ 0 h 371250"/>
                <a:gd name="connsiteX7" fmla="*/ 134561 w 371250"/>
                <a:gd name="connsiteY7" fmla="*/ 51283 h 371250"/>
                <a:gd name="connsiteX8" fmla="*/ 56666 w 371250"/>
                <a:gd name="connsiteY8" fmla="*/ 56683 h 371250"/>
                <a:gd name="connsiteX9" fmla="*/ 51266 w 371250"/>
                <a:gd name="connsiteY9" fmla="*/ 134612 h 371250"/>
                <a:gd name="connsiteX10" fmla="*/ 0 w 371250"/>
                <a:gd name="connsiteY10" fmla="*/ 193506 h 371250"/>
                <a:gd name="connsiteX11" fmla="*/ 51266 w 371250"/>
                <a:gd name="connsiteY11" fmla="*/ 252383 h 371250"/>
                <a:gd name="connsiteX12" fmla="*/ 56666 w 371250"/>
                <a:gd name="connsiteY12" fmla="*/ 330278 h 371250"/>
                <a:gd name="connsiteX13" fmla="*/ 134578 w 371250"/>
                <a:gd name="connsiteY13" fmla="*/ 335678 h 371250"/>
                <a:gd name="connsiteX14" fmla="*/ 193489 w 371250"/>
                <a:gd name="connsiteY14" fmla="*/ 386927 h 371250"/>
                <a:gd name="connsiteX15" fmla="*/ 252382 w 371250"/>
                <a:gd name="connsiteY15" fmla="*/ 335678 h 371250"/>
                <a:gd name="connsiteX16" fmla="*/ 330244 w 371250"/>
                <a:gd name="connsiteY16" fmla="*/ 330278 h 371250"/>
                <a:gd name="connsiteX17" fmla="*/ 192442 w 371250"/>
                <a:gd name="connsiteY17" fmla="*/ 300814 h 371250"/>
                <a:gd name="connsiteX18" fmla="*/ 84071 w 371250"/>
                <a:gd name="connsiteY18" fmla="*/ 192476 h 371250"/>
                <a:gd name="connsiteX19" fmla="*/ 192442 w 371250"/>
                <a:gd name="connsiteY19" fmla="*/ 84105 h 371250"/>
                <a:gd name="connsiteX20" fmla="*/ 300814 w 371250"/>
                <a:gd name="connsiteY20" fmla="*/ 192476 h 371250"/>
                <a:gd name="connsiteX21" fmla="*/ 192442 w 371250"/>
                <a:gd name="connsiteY21" fmla="*/ 300814 h 37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71250" h="371250">
                  <a:moveTo>
                    <a:pt x="330244" y="330278"/>
                  </a:moveTo>
                  <a:lnTo>
                    <a:pt x="335644" y="252366"/>
                  </a:lnTo>
                  <a:lnTo>
                    <a:pt x="386927" y="193489"/>
                  </a:lnTo>
                  <a:lnTo>
                    <a:pt x="335644" y="134595"/>
                  </a:lnTo>
                  <a:lnTo>
                    <a:pt x="330244" y="56683"/>
                  </a:lnTo>
                  <a:lnTo>
                    <a:pt x="252366" y="51283"/>
                  </a:lnTo>
                  <a:lnTo>
                    <a:pt x="193472" y="0"/>
                  </a:lnTo>
                  <a:lnTo>
                    <a:pt x="134561" y="51283"/>
                  </a:lnTo>
                  <a:lnTo>
                    <a:pt x="56666" y="56683"/>
                  </a:lnTo>
                  <a:lnTo>
                    <a:pt x="51266" y="134612"/>
                  </a:lnTo>
                  <a:lnTo>
                    <a:pt x="0" y="193506"/>
                  </a:lnTo>
                  <a:lnTo>
                    <a:pt x="51266" y="252383"/>
                  </a:lnTo>
                  <a:lnTo>
                    <a:pt x="56666" y="330278"/>
                  </a:lnTo>
                  <a:lnTo>
                    <a:pt x="134578" y="335678"/>
                  </a:lnTo>
                  <a:lnTo>
                    <a:pt x="193489" y="386927"/>
                  </a:lnTo>
                  <a:lnTo>
                    <a:pt x="252382" y="335678"/>
                  </a:lnTo>
                  <a:lnTo>
                    <a:pt x="330244" y="330278"/>
                  </a:lnTo>
                  <a:close/>
                  <a:moveTo>
                    <a:pt x="192442" y="300814"/>
                  </a:moveTo>
                  <a:cubicBezTo>
                    <a:pt x="132604" y="300814"/>
                    <a:pt x="84071" y="252298"/>
                    <a:pt x="84071" y="192476"/>
                  </a:cubicBezTo>
                  <a:cubicBezTo>
                    <a:pt x="84071" y="132654"/>
                    <a:pt x="132587" y="84105"/>
                    <a:pt x="192442" y="84105"/>
                  </a:cubicBezTo>
                  <a:cubicBezTo>
                    <a:pt x="252298" y="84105"/>
                    <a:pt x="300814" y="132638"/>
                    <a:pt x="300814" y="192476"/>
                  </a:cubicBezTo>
                  <a:cubicBezTo>
                    <a:pt x="300814" y="252315"/>
                    <a:pt x="252281" y="300814"/>
                    <a:pt x="192442" y="30081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26719341" y="4493709"/>
              <a:ext cx="50625" cy="118125"/>
            </a:xfrm>
            <a:custGeom>
              <a:avLst/>
              <a:gdLst>
                <a:gd name="connsiteX0" fmla="*/ 0 w 50625"/>
                <a:gd name="connsiteY0" fmla="*/ 15086 h 118125"/>
                <a:gd name="connsiteX1" fmla="*/ 4658 w 50625"/>
                <a:gd name="connsiteY1" fmla="*/ 36399 h 118125"/>
                <a:gd name="connsiteX2" fmla="*/ 27726 w 50625"/>
                <a:gd name="connsiteY2" fmla="*/ 25549 h 118125"/>
                <a:gd name="connsiteX3" fmla="*/ 27996 w 50625"/>
                <a:gd name="connsiteY3" fmla="*/ 25549 h 118125"/>
                <a:gd name="connsiteX4" fmla="*/ 27996 w 50625"/>
                <a:gd name="connsiteY4" fmla="*/ 120909 h 118125"/>
                <a:gd name="connsiteX5" fmla="*/ 55519 w 50625"/>
                <a:gd name="connsiteY5" fmla="*/ 120909 h 118125"/>
                <a:gd name="connsiteX6" fmla="*/ 55519 w 50625"/>
                <a:gd name="connsiteY6" fmla="*/ 0 h 118125"/>
                <a:gd name="connsiteX7" fmla="*/ 31995 w 50625"/>
                <a:gd name="connsiteY7" fmla="*/ 0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25" h="118125">
                  <a:moveTo>
                    <a:pt x="0" y="15086"/>
                  </a:moveTo>
                  <a:lnTo>
                    <a:pt x="4658" y="36399"/>
                  </a:lnTo>
                  <a:lnTo>
                    <a:pt x="27726" y="25549"/>
                  </a:lnTo>
                  <a:lnTo>
                    <a:pt x="27996" y="25549"/>
                  </a:lnTo>
                  <a:lnTo>
                    <a:pt x="27996" y="120909"/>
                  </a:lnTo>
                  <a:lnTo>
                    <a:pt x="55519" y="120909"/>
                  </a:lnTo>
                  <a:lnTo>
                    <a:pt x="55519" y="0"/>
                  </a:lnTo>
                  <a:lnTo>
                    <a:pt x="31995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8268518" y="4334547"/>
            <a:ext cx="455625" cy="523125"/>
            <a:chOff x="23263509" y="5436600"/>
            <a:chExt cx="455625" cy="523125"/>
          </a:xfrm>
          <a:solidFill>
            <a:schemeClr val="accent1"/>
          </a:solidFill>
        </p:grpSpPr>
        <p:sp>
          <p:nvSpPr>
            <p:cNvPr id="197" name="任意多边形: 形状 196"/>
            <p:cNvSpPr/>
            <p:nvPr/>
          </p:nvSpPr>
          <p:spPr>
            <a:xfrm>
              <a:off x="23263509" y="5436600"/>
              <a:ext cx="455625" cy="523125"/>
            </a:xfrm>
            <a:custGeom>
              <a:avLst/>
              <a:gdLst>
                <a:gd name="connsiteX0" fmla="*/ 408156 w 455625"/>
                <a:gd name="connsiteY0" fmla="*/ 0 h 523125"/>
                <a:gd name="connsiteX1" fmla="*/ 50169 w 455625"/>
                <a:gd name="connsiteY1" fmla="*/ 0 h 523125"/>
                <a:gd name="connsiteX2" fmla="*/ 0 w 455625"/>
                <a:gd name="connsiteY2" fmla="*/ 50102 h 523125"/>
                <a:gd name="connsiteX3" fmla="*/ 0 w 455625"/>
                <a:gd name="connsiteY3" fmla="*/ 484515 h 523125"/>
                <a:gd name="connsiteX4" fmla="*/ 52279 w 455625"/>
                <a:gd name="connsiteY4" fmla="*/ 536878 h 523125"/>
                <a:gd name="connsiteX5" fmla="*/ 408156 w 455625"/>
                <a:gd name="connsiteY5" fmla="*/ 536878 h 523125"/>
                <a:gd name="connsiteX6" fmla="*/ 460164 w 455625"/>
                <a:gd name="connsiteY6" fmla="*/ 484515 h 523125"/>
                <a:gd name="connsiteX7" fmla="*/ 460164 w 455625"/>
                <a:gd name="connsiteY7" fmla="*/ 52211 h 523125"/>
                <a:gd name="connsiteX8" fmla="*/ 408156 w 455625"/>
                <a:gd name="connsiteY8" fmla="*/ 0 h 523125"/>
                <a:gd name="connsiteX9" fmla="*/ 408071 w 455625"/>
                <a:gd name="connsiteY9" fmla="*/ 445179 h 523125"/>
                <a:gd name="connsiteX10" fmla="*/ 368499 w 455625"/>
                <a:gd name="connsiteY10" fmla="*/ 484802 h 523125"/>
                <a:gd name="connsiteX11" fmla="*/ 91665 w 455625"/>
                <a:gd name="connsiteY11" fmla="*/ 484802 h 523125"/>
                <a:gd name="connsiteX12" fmla="*/ 52093 w 455625"/>
                <a:gd name="connsiteY12" fmla="*/ 445179 h 523125"/>
                <a:gd name="connsiteX13" fmla="*/ 52093 w 455625"/>
                <a:gd name="connsiteY13" fmla="*/ 90248 h 523125"/>
                <a:gd name="connsiteX14" fmla="*/ 91665 w 455625"/>
                <a:gd name="connsiteY14" fmla="*/ 50642 h 523125"/>
                <a:gd name="connsiteX15" fmla="*/ 368499 w 455625"/>
                <a:gd name="connsiteY15" fmla="*/ 50642 h 523125"/>
                <a:gd name="connsiteX16" fmla="*/ 408071 w 455625"/>
                <a:gd name="connsiteY16" fmla="*/ 90248 h 523125"/>
                <a:gd name="connsiteX17" fmla="*/ 408071 w 455625"/>
                <a:gd name="connsiteY17" fmla="*/ 445179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5625" h="523125">
                  <a:moveTo>
                    <a:pt x="408156" y="0"/>
                  </a:moveTo>
                  <a:lnTo>
                    <a:pt x="50169" y="0"/>
                  </a:lnTo>
                  <a:cubicBezTo>
                    <a:pt x="22545" y="0"/>
                    <a:pt x="0" y="22494"/>
                    <a:pt x="0" y="50102"/>
                  </a:cubicBezTo>
                  <a:lnTo>
                    <a:pt x="0" y="484515"/>
                  </a:lnTo>
                  <a:cubicBezTo>
                    <a:pt x="0" y="513253"/>
                    <a:pt x="23507" y="536878"/>
                    <a:pt x="52279" y="536878"/>
                  </a:cubicBezTo>
                  <a:lnTo>
                    <a:pt x="408156" y="536878"/>
                  </a:lnTo>
                  <a:cubicBezTo>
                    <a:pt x="436894" y="536878"/>
                    <a:pt x="460164" y="513304"/>
                    <a:pt x="460164" y="484515"/>
                  </a:cubicBezTo>
                  <a:lnTo>
                    <a:pt x="460164" y="52211"/>
                  </a:lnTo>
                  <a:cubicBezTo>
                    <a:pt x="460164" y="23439"/>
                    <a:pt x="436894" y="0"/>
                    <a:pt x="408156" y="0"/>
                  </a:cubicBezTo>
                  <a:close/>
                  <a:moveTo>
                    <a:pt x="408071" y="445179"/>
                  </a:moveTo>
                  <a:cubicBezTo>
                    <a:pt x="408071" y="467066"/>
                    <a:pt x="390336" y="484802"/>
                    <a:pt x="368499" y="484802"/>
                  </a:cubicBezTo>
                  <a:lnTo>
                    <a:pt x="91665" y="484802"/>
                  </a:lnTo>
                  <a:cubicBezTo>
                    <a:pt x="69829" y="484802"/>
                    <a:pt x="52093" y="467066"/>
                    <a:pt x="52093" y="445179"/>
                  </a:cubicBezTo>
                  <a:lnTo>
                    <a:pt x="52093" y="90248"/>
                  </a:lnTo>
                  <a:cubicBezTo>
                    <a:pt x="52093" y="68361"/>
                    <a:pt x="69829" y="50642"/>
                    <a:pt x="91665" y="50642"/>
                  </a:cubicBezTo>
                  <a:lnTo>
                    <a:pt x="368499" y="50642"/>
                  </a:lnTo>
                  <a:cubicBezTo>
                    <a:pt x="390336" y="50642"/>
                    <a:pt x="408071" y="68361"/>
                    <a:pt x="408071" y="90248"/>
                  </a:cubicBezTo>
                  <a:lnTo>
                    <a:pt x="408071" y="445179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23352289" y="5591631"/>
              <a:ext cx="101250" cy="118125"/>
            </a:xfrm>
            <a:custGeom>
              <a:avLst/>
              <a:gdLst>
                <a:gd name="connsiteX0" fmla="*/ 39504 w 101250"/>
                <a:gd name="connsiteY0" fmla="*/ 127744 h 118125"/>
                <a:gd name="connsiteX1" fmla="*/ 74486 w 101250"/>
                <a:gd name="connsiteY1" fmla="*/ 112691 h 118125"/>
                <a:gd name="connsiteX2" fmla="*/ 75246 w 101250"/>
                <a:gd name="connsiteY2" fmla="*/ 112691 h 118125"/>
                <a:gd name="connsiteX3" fmla="*/ 77490 w 101250"/>
                <a:gd name="connsiteY3" fmla="*/ 124993 h 118125"/>
                <a:gd name="connsiteX4" fmla="*/ 111780 w 101250"/>
                <a:gd name="connsiteY4" fmla="*/ 124993 h 118125"/>
                <a:gd name="connsiteX5" fmla="*/ 110194 w 101250"/>
                <a:gd name="connsiteY5" fmla="*/ 95310 h 118125"/>
                <a:gd name="connsiteX6" fmla="*/ 110194 w 101250"/>
                <a:gd name="connsiteY6" fmla="*/ 52768 h 118125"/>
                <a:gd name="connsiteX7" fmla="*/ 56312 w 101250"/>
                <a:gd name="connsiteY7" fmla="*/ 0 h 118125"/>
                <a:gd name="connsiteX8" fmla="*/ 8708 w 101250"/>
                <a:gd name="connsiteY8" fmla="*/ 10749 h 118125"/>
                <a:gd name="connsiteX9" fmla="*/ 15744 w 101250"/>
                <a:gd name="connsiteY9" fmla="*/ 35252 h 118125"/>
                <a:gd name="connsiteX10" fmla="*/ 49511 w 101250"/>
                <a:gd name="connsiteY10" fmla="*/ 26021 h 118125"/>
                <a:gd name="connsiteX11" fmla="*/ 71837 w 101250"/>
                <a:gd name="connsiteY11" fmla="*/ 41782 h 118125"/>
                <a:gd name="connsiteX12" fmla="*/ 71837 w 101250"/>
                <a:gd name="connsiteY12" fmla="*/ 43504 h 118125"/>
                <a:gd name="connsiteX13" fmla="*/ 0 w 101250"/>
                <a:gd name="connsiteY13" fmla="*/ 90298 h 118125"/>
                <a:gd name="connsiteX14" fmla="*/ 39504 w 101250"/>
                <a:gd name="connsiteY14" fmla="*/ 127744 h 118125"/>
                <a:gd name="connsiteX15" fmla="*/ 73288 w 101250"/>
                <a:gd name="connsiteY15" fmla="*/ 67247 h 118125"/>
                <a:gd name="connsiteX16" fmla="*/ 73288 w 101250"/>
                <a:gd name="connsiteY16" fmla="*/ 80477 h 118125"/>
                <a:gd name="connsiteX17" fmla="*/ 72394 w 101250"/>
                <a:gd name="connsiteY17" fmla="*/ 87058 h 118125"/>
                <a:gd name="connsiteX18" fmla="*/ 52549 w 101250"/>
                <a:gd name="connsiteY18" fmla="*/ 101031 h 118125"/>
                <a:gd name="connsiteX19" fmla="*/ 37631 w 101250"/>
                <a:gd name="connsiteY19" fmla="*/ 86552 h 118125"/>
                <a:gd name="connsiteX20" fmla="*/ 73288 w 101250"/>
                <a:gd name="connsiteY20" fmla="*/ 67247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1250" h="118125">
                  <a:moveTo>
                    <a:pt x="39504" y="127744"/>
                  </a:moveTo>
                  <a:cubicBezTo>
                    <a:pt x="53983" y="127744"/>
                    <a:pt x="66504" y="122816"/>
                    <a:pt x="74486" y="112691"/>
                  </a:cubicBezTo>
                  <a:lnTo>
                    <a:pt x="75246" y="112691"/>
                  </a:lnTo>
                  <a:lnTo>
                    <a:pt x="77490" y="124993"/>
                  </a:lnTo>
                  <a:lnTo>
                    <a:pt x="111780" y="124993"/>
                  </a:lnTo>
                  <a:cubicBezTo>
                    <a:pt x="110514" y="118496"/>
                    <a:pt x="110194" y="107038"/>
                    <a:pt x="110194" y="95310"/>
                  </a:cubicBezTo>
                  <a:lnTo>
                    <a:pt x="110194" y="52768"/>
                  </a:lnTo>
                  <a:cubicBezTo>
                    <a:pt x="110194" y="23996"/>
                    <a:pt x="97065" y="0"/>
                    <a:pt x="56312" y="0"/>
                  </a:cubicBezTo>
                  <a:cubicBezTo>
                    <a:pt x="34020" y="0"/>
                    <a:pt x="17246" y="5974"/>
                    <a:pt x="8708" y="10749"/>
                  </a:cubicBezTo>
                  <a:lnTo>
                    <a:pt x="15744" y="35252"/>
                  </a:lnTo>
                  <a:cubicBezTo>
                    <a:pt x="23743" y="30240"/>
                    <a:pt x="37007" y="26021"/>
                    <a:pt x="49511" y="26021"/>
                  </a:cubicBezTo>
                  <a:cubicBezTo>
                    <a:pt x="68259" y="26021"/>
                    <a:pt x="71837" y="35252"/>
                    <a:pt x="71837" y="41782"/>
                  </a:cubicBezTo>
                  <a:lnTo>
                    <a:pt x="71837" y="43504"/>
                  </a:lnTo>
                  <a:cubicBezTo>
                    <a:pt x="28451" y="43268"/>
                    <a:pt x="0" y="58539"/>
                    <a:pt x="0" y="90298"/>
                  </a:cubicBezTo>
                  <a:cubicBezTo>
                    <a:pt x="0" y="109755"/>
                    <a:pt x="14698" y="127744"/>
                    <a:pt x="39504" y="127744"/>
                  </a:cubicBezTo>
                  <a:close/>
                  <a:moveTo>
                    <a:pt x="73288" y="67247"/>
                  </a:moveTo>
                  <a:lnTo>
                    <a:pt x="73288" y="80477"/>
                  </a:lnTo>
                  <a:cubicBezTo>
                    <a:pt x="73288" y="82789"/>
                    <a:pt x="72883" y="85033"/>
                    <a:pt x="72394" y="87058"/>
                  </a:cubicBezTo>
                  <a:cubicBezTo>
                    <a:pt x="69863" y="94787"/>
                    <a:pt x="62066" y="101031"/>
                    <a:pt x="52549" y="101031"/>
                  </a:cubicBezTo>
                  <a:cubicBezTo>
                    <a:pt x="44027" y="101031"/>
                    <a:pt x="37631" y="96306"/>
                    <a:pt x="37631" y="86552"/>
                  </a:cubicBezTo>
                  <a:cubicBezTo>
                    <a:pt x="37631" y="71753"/>
                    <a:pt x="53038" y="66994"/>
                    <a:pt x="73288" y="67247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23481366" y="5548026"/>
              <a:ext cx="151875" cy="151875"/>
            </a:xfrm>
            <a:custGeom>
              <a:avLst/>
              <a:gdLst>
                <a:gd name="connsiteX0" fmla="*/ 51519 w 151875"/>
                <a:gd name="connsiteY0" fmla="*/ 125179 h 151875"/>
                <a:gd name="connsiteX1" fmla="*/ 99799 w 151875"/>
                <a:gd name="connsiteY1" fmla="*/ 125179 h 151875"/>
                <a:gd name="connsiteX2" fmla="*/ 112809 w 151875"/>
                <a:gd name="connsiteY2" fmla="*/ 168581 h 151875"/>
                <a:gd name="connsiteX3" fmla="*/ 153833 w 151875"/>
                <a:gd name="connsiteY3" fmla="*/ 168581 h 151875"/>
                <a:gd name="connsiteX4" fmla="*/ 101554 w 151875"/>
                <a:gd name="connsiteY4" fmla="*/ 0 h 151875"/>
                <a:gd name="connsiteX5" fmla="*/ 51503 w 151875"/>
                <a:gd name="connsiteY5" fmla="*/ 0 h 151875"/>
                <a:gd name="connsiteX6" fmla="*/ 0 w 151875"/>
                <a:gd name="connsiteY6" fmla="*/ 168581 h 151875"/>
                <a:gd name="connsiteX7" fmla="*/ 39488 w 151875"/>
                <a:gd name="connsiteY7" fmla="*/ 168581 h 151875"/>
                <a:gd name="connsiteX8" fmla="*/ 51519 w 151875"/>
                <a:gd name="connsiteY8" fmla="*/ 125179 h 151875"/>
                <a:gd name="connsiteX9" fmla="*/ 67044 w 151875"/>
                <a:gd name="connsiteY9" fmla="*/ 60953 h 151875"/>
                <a:gd name="connsiteX10" fmla="*/ 74790 w 151875"/>
                <a:gd name="connsiteY10" fmla="*/ 28232 h 151875"/>
                <a:gd name="connsiteX11" fmla="*/ 75279 w 151875"/>
                <a:gd name="connsiteY11" fmla="*/ 28232 h 151875"/>
                <a:gd name="connsiteX12" fmla="*/ 83801 w 151875"/>
                <a:gd name="connsiteY12" fmla="*/ 60953 h 151875"/>
                <a:gd name="connsiteX13" fmla="*/ 94298 w 151875"/>
                <a:gd name="connsiteY13" fmla="*/ 96964 h 151875"/>
                <a:gd name="connsiteX14" fmla="*/ 56987 w 151875"/>
                <a:gd name="connsiteY14" fmla="*/ 96964 h 151875"/>
                <a:gd name="connsiteX15" fmla="*/ 67044 w 151875"/>
                <a:gd name="connsiteY15" fmla="*/ 60953 h 15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875" h="151875">
                  <a:moveTo>
                    <a:pt x="51519" y="125179"/>
                  </a:moveTo>
                  <a:lnTo>
                    <a:pt x="99799" y="125179"/>
                  </a:lnTo>
                  <a:lnTo>
                    <a:pt x="112809" y="168581"/>
                  </a:lnTo>
                  <a:lnTo>
                    <a:pt x="153833" y="168581"/>
                  </a:lnTo>
                  <a:lnTo>
                    <a:pt x="101554" y="0"/>
                  </a:lnTo>
                  <a:lnTo>
                    <a:pt x="51503" y="0"/>
                  </a:lnTo>
                  <a:lnTo>
                    <a:pt x="0" y="168581"/>
                  </a:lnTo>
                  <a:lnTo>
                    <a:pt x="39488" y="168581"/>
                  </a:lnTo>
                  <a:lnTo>
                    <a:pt x="51519" y="125179"/>
                  </a:lnTo>
                  <a:close/>
                  <a:moveTo>
                    <a:pt x="67044" y="60953"/>
                  </a:moveTo>
                  <a:cubicBezTo>
                    <a:pt x="69778" y="51199"/>
                    <a:pt x="72309" y="38340"/>
                    <a:pt x="74790" y="28232"/>
                  </a:cubicBezTo>
                  <a:lnTo>
                    <a:pt x="75279" y="28232"/>
                  </a:lnTo>
                  <a:cubicBezTo>
                    <a:pt x="77743" y="38357"/>
                    <a:pt x="80747" y="50979"/>
                    <a:pt x="83801" y="60953"/>
                  </a:cubicBezTo>
                  <a:lnTo>
                    <a:pt x="94298" y="96964"/>
                  </a:lnTo>
                  <a:lnTo>
                    <a:pt x="56987" y="96964"/>
                  </a:lnTo>
                  <a:lnTo>
                    <a:pt x="67044" y="60953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23342619" y="5749142"/>
              <a:ext cx="286875" cy="33750"/>
            </a:xfrm>
            <a:custGeom>
              <a:avLst/>
              <a:gdLst>
                <a:gd name="connsiteX0" fmla="*/ 273881 w 286875"/>
                <a:gd name="connsiteY0" fmla="*/ 0 h 33750"/>
                <a:gd name="connsiteX1" fmla="*/ 21060 w 286875"/>
                <a:gd name="connsiteY1" fmla="*/ 0 h 33750"/>
                <a:gd name="connsiteX2" fmla="*/ 0 w 286875"/>
                <a:gd name="connsiteY2" fmla="*/ 20992 h 33750"/>
                <a:gd name="connsiteX3" fmla="*/ 21060 w 286875"/>
                <a:gd name="connsiteY3" fmla="*/ 41951 h 33750"/>
                <a:gd name="connsiteX4" fmla="*/ 273881 w 286875"/>
                <a:gd name="connsiteY4" fmla="*/ 41951 h 33750"/>
                <a:gd name="connsiteX5" fmla="*/ 294941 w 286875"/>
                <a:gd name="connsiteY5" fmla="*/ 20992 h 33750"/>
                <a:gd name="connsiteX6" fmla="*/ 273881 w 2868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875" h="33750">
                  <a:moveTo>
                    <a:pt x="273881" y="0"/>
                  </a:moveTo>
                  <a:lnTo>
                    <a:pt x="21060" y="0"/>
                  </a:lnTo>
                  <a:cubicBezTo>
                    <a:pt x="9416" y="0"/>
                    <a:pt x="0" y="9349"/>
                    <a:pt x="0" y="20992"/>
                  </a:cubicBezTo>
                  <a:cubicBezTo>
                    <a:pt x="0" y="32619"/>
                    <a:pt x="9433" y="41951"/>
                    <a:pt x="21060" y="41951"/>
                  </a:cubicBezTo>
                  <a:lnTo>
                    <a:pt x="273881" y="41951"/>
                  </a:lnTo>
                  <a:cubicBezTo>
                    <a:pt x="285508" y="41951"/>
                    <a:pt x="294941" y="32619"/>
                    <a:pt x="294941" y="20992"/>
                  </a:cubicBezTo>
                  <a:cubicBezTo>
                    <a:pt x="294941" y="9349"/>
                    <a:pt x="285559" y="0"/>
                    <a:pt x="27388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23342619" y="5812828"/>
              <a:ext cx="286875" cy="33750"/>
            </a:xfrm>
            <a:custGeom>
              <a:avLst/>
              <a:gdLst>
                <a:gd name="connsiteX0" fmla="*/ 273881 w 286875"/>
                <a:gd name="connsiteY0" fmla="*/ 0 h 33750"/>
                <a:gd name="connsiteX1" fmla="*/ 21060 w 286875"/>
                <a:gd name="connsiteY1" fmla="*/ 0 h 33750"/>
                <a:gd name="connsiteX2" fmla="*/ 0 w 286875"/>
                <a:gd name="connsiteY2" fmla="*/ 20992 h 33750"/>
                <a:gd name="connsiteX3" fmla="*/ 21060 w 286875"/>
                <a:gd name="connsiteY3" fmla="*/ 41951 h 33750"/>
                <a:gd name="connsiteX4" fmla="*/ 273881 w 286875"/>
                <a:gd name="connsiteY4" fmla="*/ 41951 h 33750"/>
                <a:gd name="connsiteX5" fmla="*/ 294941 w 286875"/>
                <a:gd name="connsiteY5" fmla="*/ 20992 h 33750"/>
                <a:gd name="connsiteX6" fmla="*/ 273881 w 286875"/>
                <a:gd name="connsiteY6" fmla="*/ 0 h 3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875" h="33750">
                  <a:moveTo>
                    <a:pt x="273881" y="0"/>
                  </a:moveTo>
                  <a:lnTo>
                    <a:pt x="21060" y="0"/>
                  </a:lnTo>
                  <a:cubicBezTo>
                    <a:pt x="9416" y="0"/>
                    <a:pt x="0" y="9366"/>
                    <a:pt x="0" y="20992"/>
                  </a:cubicBezTo>
                  <a:cubicBezTo>
                    <a:pt x="0" y="32619"/>
                    <a:pt x="9433" y="41951"/>
                    <a:pt x="21060" y="41951"/>
                  </a:cubicBezTo>
                  <a:lnTo>
                    <a:pt x="273881" y="41951"/>
                  </a:lnTo>
                  <a:cubicBezTo>
                    <a:pt x="285508" y="41951"/>
                    <a:pt x="294941" y="32619"/>
                    <a:pt x="294941" y="20992"/>
                  </a:cubicBezTo>
                  <a:cubicBezTo>
                    <a:pt x="294941" y="9366"/>
                    <a:pt x="285559" y="0"/>
                    <a:pt x="27388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02" name="图形 117"/>
          <p:cNvSpPr/>
          <p:nvPr/>
        </p:nvSpPr>
        <p:spPr>
          <a:xfrm>
            <a:off x="9487718" y="4435797"/>
            <a:ext cx="523125" cy="320625"/>
          </a:xfrm>
          <a:custGeom>
            <a:avLst/>
            <a:gdLst>
              <a:gd name="connsiteX0" fmla="*/ 537346 w 523125"/>
              <a:gd name="connsiteY0" fmla="*/ 24891 h 320625"/>
              <a:gd name="connsiteX1" fmla="*/ 530293 w 523125"/>
              <a:gd name="connsiteY1" fmla="*/ 7307 h 320625"/>
              <a:gd name="connsiteX2" fmla="*/ 512827 w 523125"/>
              <a:gd name="connsiteY2" fmla="*/ 0 h 320625"/>
              <a:gd name="connsiteX3" fmla="*/ 404895 w 523125"/>
              <a:gd name="connsiteY3" fmla="*/ 0 h 320625"/>
              <a:gd name="connsiteX4" fmla="*/ 397925 w 523125"/>
              <a:gd name="connsiteY4" fmla="*/ 4658 h 320625"/>
              <a:gd name="connsiteX5" fmla="*/ 399579 w 523125"/>
              <a:gd name="connsiteY5" fmla="*/ 12876 h 320625"/>
              <a:gd name="connsiteX6" fmla="*/ 420403 w 523125"/>
              <a:gd name="connsiteY6" fmla="*/ 33666 h 320625"/>
              <a:gd name="connsiteX7" fmla="*/ 425550 w 523125"/>
              <a:gd name="connsiteY7" fmla="*/ 46018 h 320625"/>
              <a:gd name="connsiteX8" fmla="*/ 420420 w 523125"/>
              <a:gd name="connsiteY8" fmla="*/ 58371 h 320625"/>
              <a:gd name="connsiteX9" fmla="*/ 314782 w 523125"/>
              <a:gd name="connsiteY9" fmla="*/ 163958 h 320625"/>
              <a:gd name="connsiteX10" fmla="*/ 282045 w 523125"/>
              <a:gd name="connsiteY10" fmla="*/ 163958 h 320625"/>
              <a:gd name="connsiteX11" fmla="*/ 213886 w 523125"/>
              <a:gd name="connsiteY11" fmla="*/ 95799 h 320625"/>
              <a:gd name="connsiteX12" fmla="*/ 198699 w 523125"/>
              <a:gd name="connsiteY12" fmla="*/ 89505 h 320625"/>
              <a:gd name="connsiteX13" fmla="*/ 183495 w 523125"/>
              <a:gd name="connsiteY13" fmla="*/ 95799 h 320625"/>
              <a:gd name="connsiteX14" fmla="*/ 6290 w 523125"/>
              <a:gd name="connsiteY14" fmla="*/ 272936 h 320625"/>
              <a:gd name="connsiteX15" fmla="*/ 6290 w 523125"/>
              <a:gd name="connsiteY15" fmla="*/ 303345 h 320625"/>
              <a:gd name="connsiteX16" fmla="*/ 29122 w 523125"/>
              <a:gd name="connsiteY16" fmla="*/ 326177 h 320625"/>
              <a:gd name="connsiteX17" fmla="*/ 44310 w 523125"/>
              <a:gd name="connsiteY17" fmla="*/ 332471 h 320625"/>
              <a:gd name="connsiteX18" fmla="*/ 59514 w 523125"/>
              <a:gd name="connsiteY18" fmla="*/ 326211 h 320625"/>
              <a:gd name="connsiteX19" fmla="*/ 182313 w 523125"/>
              <a:gd name="connsiteY19" fmla="*/ 203411 h 320625"/>
              <a:gd name="connsiteX20" fmla="*/ 215068 w 523125"/>
              <a:gd name="connsiteY20" fmla="*/ 203411 h 320625"/>
              <a:gd name="connsiteX21" fmla="*/ 282011 w 523125"/>
              <a:gd name="connsiteY21" fmla="*/ 270388 h 320625"/>
              <a:gd name="connsiteX22" fmla="*/ 298396 w 523125"/>
              <a:gd name="connsiteY22" fmla="*/ 277138 h 320625"/>
              <a:gd name="connsiteX23" fmla="*/ 314816 w 523125"/>
              <a:gd name="connsiteY23" fmla="*/ 270388 h 320625"/>
              <a:gd name="connsiteX24" fmla="*/ 473711 w 523125"/>
              <a:gd name="connsiteY24" fmla="*/ 111493 h 320625"/>
              <a:gd name="connsiteX25" fmla="*/ 486030 w 523125"/>
              <a:gd name="connsiteY25" fmla="*/ 106380 h 320625"/>
              <a:gd name="connsiteX26" fmla="*/ 498382 w 523125"/>
              <a:gd name="connsiteY26" fmla="*/ 111510 h 320625"/>
              <a:gd name="connsiteX27" fmla="*/ 522901 w 523125"/>
              <a:gd name="connsiteY27" fmla="*/ 136097 h 320625"/>
              <a:gd name="connsiteX28" fmla="*/ 531069 w 523125"/>
              <a:gd name="connsiteY28" fmla="*/ 137768 h 320625"/>
              <a:gd name="connsiteX29" fmla="*/ 535777 w 523125"/>
              <a:gd name="connsiteY29" fmla="*/ 130899 h 320625"/>
              <a:gd name="connsiteX30" fmla="*/ 537346 w 523125"/>
              <a:gd name="connsiteY30" fmla="*/ 24891 h 32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3125" h="320625">
                <a:moveTo>
                  <a:pt x="537346" y="24891"/>
                </a:moveTo>
                <a:cubicBezTo>
                  <a:pt x="537448" y="18326"/>
                  <a:pt x="534900" y="11998"/>
                  <a:pt x="530293" y="7307"/>
                </a:cubicBezTo>
                <a:cubicBezTo>
                  <a:pt x="525720" y="2633"/>
                  <a:pt x="519408" y="0"/>
                  <a:pt x="512827" y="0"/>
                </a:cubicBezTo>
                <a:lnTo>
                  <a:pt x="404895" y="0"/>
                </a:lnTo>
                <a:cubicBezTo>
                  <a:pt x="401840" y="0"/>
                  <a:pt x="399090" y="1839"/>
                  <a:pt x="397925" y="4658"/>
                </a:cubicBezTo>
                <a:cubicBezTo>
                  <a:pt x="396778" y="7476"/>
                  <a:pt x="397436" y="10716"/>
                  <a:pt x="399579" y="12876"/>
                </a:cubicBezTo>
                <a:lnTo>
                  <a:pt x="420403" y="33666"/>
                </a:lnTo>
                <a:cubicBezTo>
                  <a:pt x="423693" y="36939"/>
                  <a:pt x="425550" y="41378"/>
                  <a:pt x="425550" y="46018"/>
                </a:cubicBezTo>
                <a:cubicBezTo>
                  <a:pt x="425550" y="50642"/>
                  <a:pt x="423727" y="55097"/>
                  <a:pt x="420420" y="58371"/>
                </a:cubicBezTo>
                <a:lnTo>
                  <a:pt x="314782" y="163958"/>
                </a:lnTo>
                <a:cubicBezTo>
                  <a:pt x="305737" y="173019"/>
                  <a:pt x="291073" y="173019"/>
                  <a:pt x="282045" y="163958"/>
                </a:cubicBezTo>
                <a:lnTo>
                  <a:pt x="213886" y="95799"/>
                </a:lnTo>
                <a:cubicBezTo>
                  <a:pt x="209853" y="91766"/>
                  <a:pt x="204403" y="89505"/>
                  <a:pt x="198699" y="89505"/>
                </a:cubicBezTo>
                <a:cubicBezTo>
                  <a:pt x="192995" y="89505"/>
                  <a:pt x="187528" y="91766"/>
                  <a:pt x="183495" y="95799"/>
                </a:cubicBezTo>
                <a:lnTo>
                  <a:pt x="6290" y="272936"/>
                </a:lnTo>
                <a:cubicBezTo>
                  <a:pt x="-2097" y="281340"/>
                  <a:pt x="-2097" y="294958"/>
                  <a:pt x="6290" y="303345"/>
                </a:cubicBezTo>
                <a:lnTo>
                  <a:pt x="29122" y="326177"/>
                </a:lnTo>
                <a:cubicBezTo>
                  <a:pt x="33155" y="330210"/>
                  <a:pt x="38606" y="332471"/>
                  <a:pt x="44310" y="332471"/>
                </a:cubicBezTo>
                <a:cubicBezTo>
                  <a:pt x="50013" y="332471"/>
                  <a:pt x="55481" y="330210"/>
                  <a:pt x="59514" y="326211"/>
                </a:cubicBezTo>
                <a:lnTo>
                  <a:pt x="182313" y="203411"/>
                </a:lnTo>
                <a:cubicBezTo>
                  <a:pt x="191358" y="194400"/>
                  <a:pt x="206023" y="194400"/>
                  <a:pt x="215068" y="203411"/>
                </a:cubicBezTo>
                <a:lnTo>
                  <a:pt x="282011" y="270388"/>
                </a:lnTo>
                <a:cubicBezTo>
                  <a:pt x="286365" y="274725"/>
                  <a:pt x="292237" y="277138"/>
                  <a:pt x="298396" y="277138"/>
                </a:cubicBezTo>
                <a:cubicBezTo>
                  <a:pt x="304556" y="277138"/>
                  <a:pt x="310462" y="274691"/>
                  <a:pt x="314816" y="270388"/>
                </a:cubicBezTo>
                <a:lnTo>
                  <a:pt x="473711" y="111493"/>
                </a:lnTo>
                <a:cubicBezTo>
                  <a:pt x="476968" y="108219"/>
                  <a:pt x="481423" y="106380"/>
                  <a:pt x="486030" y="106380"/>
                </a:cubicBezTo>
                <a:cubicBezTo>
                  <a:pt x="490670" y="106380"/>
                  <a:pt x="495125" y="108219"/>
                  <a:pt x="498382" y="111510"/>
                </a:cubicBezTo>
                <a:lnTo>
                  <a:pt x="522901" y="136097"/>
                </a:lnTo>
                <a:cubicBezTo>
                  <a:pt x="525045" y="138240"/>
                  <a:pt x="528234" y="138898"/>
                  <a:pt x="531069" y="137768"/>
                </a:cubicBezTo>
                <a:cubicBezTo>
                  <a:pt x="533870" y="136637"/>
                  <a:pt x="535693" y="133920"/>
                  <a:pt x="535777" y="130899"/>
                </a:cubicBezTo>
                <a:lnTo>
                  <a:pt x="537346" y="24891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03" name="组合 202"/>
          <p:cNvGrpSpPr/>
          <p:nvPr/>
        </p:nvGrpSpPr>
        <p:grpSpPr>
          <a:xfrm>
            <a:off x="10706918" y="4427359"/>
            <a:ext cx="516342" cy="337500"/>
            <a:chOff x="25387463" y="5539943"/>
            <a:chExt cx="516342" cy="337500"/>
          </a:xfrm>
          <a:solidFill>
            <a:schemeClr val="accent1"/>
          </a:solidFill>
        </p:grpSpPr>
        <p:sp>
          <p:nvSpPr>
            <p:cNvPr id="204" name="任意多边形: 形状 203"/>
            <p:cNvSpPr/>
            <p:nvPr/>
          </p:nvSpPr>
          <p:spPr>
            <a:xfrm>
              <a:off x="25633805" y="5585892"/>
              <a:ext cx="270000" cy="270000"/>
            </a:xfrm>
            <a:custGeom>
              <a:avLst/>
              <a:gdLst>
                <a:gd name="connsiteX0" fmla="*/ 278100 w 270000"/>
                <a:gd name="connsiteY0" fmla="*/ 5789 h 270000"/>
                <a:gd name="connsiteX1" fmla="*/ 277796 w 270000"/>
                <a:gd name="connsiteY1" fmla="*/ 5553 h 270000"/>
                <a:gd name="connsiteX2" fmla="*/ 261107 w 270000"/>
                <a:gd name="connsiteY2" fmla="*/ 254 h 270000"/>
                <a:gd name="connsiteX3" fmla="*/ 193573 w 270000"/>
                <a:gd name="connsiteY3" fmla="*/ 1131 h 270000"/>
                <a:gd name="connsiteX4" fmla="*/ 174471 w 270000"/>
                <a:gd name="connsiteY4" fmla="*/ 20723 h 270000"/>
                <a:gd name="connsiteX5" fmla="*/ 194046 w 270000"/>
                <a:gd name="connsiteY5" fmla="*/ 39792 h 270000"/>
                <a:gd name="connsiteX6" fmla="*/ 216675 w 270000"/>
                <a:gd name="connsiteY6" fmla="*/ 39505 h 270000"/>
                <a:gd name="connsiteX7" fmla="*/ 183566 w 270000"/>
                <a:gd name="connsiteY7" fmla="*/ 72597 h 270000"/>
                <a:gd name="connsiteX8" fmla="*/ 115273 w 270000"/>
                <a:gd name="connsiteY8" fmla="*/ 50238 h 270000"/>
                <a:gd name="connsiteX9" fmla="*/ 33716 w 270000"/>
                <a:gd name="connsiteY9" fmla="*/ 84021 h 270000"/>
                <a:gd name="connsiteX10" fmla="*/ 33716 w 270000"/>
                <a:gd name="connsiteY10" fmla="*/ 247152 h 270000"/>
                <a:gd name="connsiteX11" fmla="*/ 115273 w 270000"/>
                <a:gd name="connsiteY11" fmla="*/ 280936 h 270000"/>
                <a:gd name="connsiteX12" fmla="*/ 196864 w 270000"/>
                <a:gd name="connsiteY12" fmla="*/ 247152 h 270000"/>
                <a:gd name="connsiteX13" fmla="*/ 210532 w 270000"/>
                <a:gd name="connsiteY13" fmla="*/ 100407 h 270000"/>
                <a:gd name="connsiteX14" fmla="*/ 245278 w 270000"/>
                <a:gd name="connsiteY14" fmla="*/ 65763 h 270000"/>
                <a:gd name="connsiteX15" fmla="*/ 245278 w 270000"/>
                <a:gd name="connsiteY15" fmla="*/ 91058 h 270000"/>
                <a:gd name="connsiteX16" fmla="*/ 264617 w 270000"/>
                <a:gd name="connsiteY16" fmla="*/ 110380 h 270000"/>
                <a:gd name="connsiteX17" fmla="*/ 283956 w 270000"/>
                <a:gd name="connsiteY17" fmla="*/ 91058 h 270000"/>
                <a:gd name="connsiteX18" fmla="*/ 283956 w 270000"/>
                <a:gd name="connsiteY18" fmla="*/ 19525 h 270000"/>
                <a:gd name="connsiteX19" fmla="*/ 278100 w 270000"/>
                <a:gd name="connsiteY19" fmla="*/ 5789 h 270000"/>
                <a:gd name="connsiteX20" fmla="*/ 169509 w 270000"/>
                <a:gd name="connsiteY20" fmla="*/ 219815 h 270000"/>
                <a:gd name="connsiteX21" fmla="*/ 61054 w 270000"/>
                <a:gd name="connsiteY21" fmla="*/ 219815 h 270000"/>
                <a:gd name="connsiteX22" fmla="*/ 61054 w 270000"/>
                <a:gd name="connsiteY22" fmla="*/ 111359 h 270000"/>
                <a:gd name="connsiteX23" fmla="*/ 115273 w 270000"/>
                <a:gd name="connsiteY23" fmla="*/ 88898 h 270000"/>
                <a:gd name="connsiteX24" fmla="*/ 169526 w 270000"/>
                <a:gd name="connsiteY24" fmla="*/ 111359 h 270000"/>
                <a:gd name="connsiteX25" fmla="*/ 169509 w 270000"/>
                <a:gd name="connsiteY25" fmla="*/ 219815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0000" h="270000">
                  <a:moveTo>
                    <a:pt x="278100" y="5789"/>
                  </a:moveTo>
                  <a:cubicBezTo>
                    <a:pt x="278016" y="5705"/>
                    <a:pt x="277881" y="5637"/>
                    <a:pt x="277796" y="5553"/>
                  </a:cubicBezTo>
                  <a:cubicBezTo>
                    <a:pt x="273257" y="1064"/>
                    <a:pt x="266946" y="-708"/>
                    <a:pt x="261107" y="254"/>
                  </a:cubicBezTo>
                  <a:lnTo>
                    <a:pt x="193573" y="1131"/>
                  </a:lnTo>
                  <a:cubicBezTo>
                    <a:pt x="182891" y="1283"/>
                    <a:pt x="174353" y="10041"/>
                    <a:pt x="174471" y="20723"/>
                  </a:cubicBezTo>
                  <a:cubicBezTo>
                    <a:pt x="174606" y="31371"/>
                    <a:pt x="182706" y="39320"/>
                    <a:pt x="194046" y="39792"/>
                  </a:cubicBezTo>
                  <a:lnTo>
                    <a:pt x="216675" y="39505"/>
                  </a:lnTo>
                  <a:lnTo>
                    <a:pt x="183566" y="72597"/>
                  </a:lnTo>
                  <a:cubicBezTo>
                    <a:pt x="163907" y="58085"/>
                    <a:pt x="140198" y="50238"/>
                    <a:pt x="115273" y="50238"/>
                  </a:cubicBezTo>
                  <a:cubicBezTo>
                    <a:pt x="84459" y="50238"/>
                    <a:pt x="55502" y="62236"/>
                    <a:pt x="33716" y="84021"/>
                  </a:cubicBezTo>
                  <a:cubicBezTo>
                    <a:pt x="-11239" y="128993"/>
                    <a:pt x="-11239" y="202180"/>
                    <a:pt x="33716" y="247152"/>
                  </a:cubicBezTo>
                  <a:cubicBezTo>
                    <a:pt x="55502" y="268938"/>
                    <a:pt x="84459" y="280936"/>
                    <a:pt x="115273" y="280936"/>
                  </a:cubicBezTo>
                  <a:cubicBezTo>
                    <a:pt x="146087" y="280936"/>
                    <a:pt x="175061" y="268938"/>
                    <a:pt x="196864" y="247152"/>
                  </a:cubicBezTo>
                  <a:cubicBezTo>
                    <a:pt x="236689" y="207293"/>
                    <a:pt x="241296" y="145311"/>
                    <a:pt x="210532" y="100407"/>
                  </a:cubicBezTo>
                  <a:lnTo>
                    <a:pt x="245278" y="65763"/>
                  </a:lnTo>
                  <a:lnTo>
                    <a:pt x="245278" y="91058"/>
                  </a:lnTo>
                  <a:cubicBezTo>
                    <a:pt x="245278" y="101740"/>
                    <a:pt x="253952" y="110380"/>
                    <a:pt x="264617" y="110380"/>
                  </a:cubicBezTo>
                  <a:cubicBezTo>
                    <a:pt x="275333" y="110380"/>
                    <a:pt x="283956" y="101723"/>
                    <a:pt x="283956" y="91058"/>
                  </a:cubicBezTo>
                  <a:lnTo>
                    <a:pt x="283956" y="19525"/>
                  </a:lnTo>
                  <a:cubicBezTo>
                    <a:pt x="283956" y="14378"/>
                    <a:pt x="281779" y="9417"/>
                    <a:pt x="278100" y="5789"/>
                  </a:cubicBezTo>
                  <a:close/>
                  <a:moveTo>
                    <a:pt x="169509" y="219815"/>
                  </a:moveTo>
                  <a:cubicBezTo>
                    <a:pt x="140552" y="248772"/>
                    <a:pt x="90028" y="248772"/>
                    <a:pt x="61054" y="219815"/>
                  </a:cubicBezTo>
                  <a:cubicBezTo>
                    <a:pt x="31151" y="189929"/>
                    <a:pt x="31151" y="141261"/>
                    <a:pt x="61054" y="111359"/>
                  </a:cubicBezTo>
                  <a:cubicBezTo>
                    <a:pt x="75549" y="96880"/>
                    <a:pt x="94804" y="88898"/>
                    <a:pt x="115273" y="88898"/>
                  </a:cubicBezTo>
                  <a:cubicBezTo>
                    <a:pt x="135776" y="88898"/>
                    <a:pt x="155014" y="96880"/>
                    <a:pt x="169526" y="111359"/>
                  </a:cubicBezTo>
                  <a:cubicBezTo>
                    <a:pt x="199429" y="141261"/>
                    <a:pt x="199429" y="189929"/>
                    <a:pt x="169509" y="21981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25387463" y="5539943"/>
              <a:ext cx="219375" cy="337500"/>
            </a:xfrm>
            <a:custGeom>
              <a:avLst/>
              <a:gdLst>
                <a:gd name="connsiteX0" fmla="*/ 115408 w 219375"/>
                <a:gd name="connsiteY0" fmla="*/ 0 h 337500"/>
                <a:gd name="connsiteX1" fmla="*/ 0 w 219375"/>
                <a:gd name="connsiteY1" fmla="*/ 115358 h 337500"/>
                <a:gd name="connsiteX2" fmla="*/ 94095 w 219375"/>
                <a:gd name="connsiteY2" fmla="*/ 228758 h 337500"/>
                <a:gd name="connsiteX3" fmla="*/ 94095 w 219375"/>
                <a:gd name="connsiteY3" fmla="*/ 263638 h 337500"/>
                <a:gd name="connsiteX4" fmla="*/ 63855 w 219375"/>
                <a:gd name="connsiteY4" fmla="*/ 263638 h 337500"/>
                <a:gd name="connsiteX5" fmla="*/ 44533 w 219375"/>
                <a:gd name="connsiteY5" fmla="*/ 282994 h 337500"/>
                <a:gd name="connsiteX6" fmla="*/ 63855 w 219375"/>
                <a:gd name="connsiteY6" fmla="*/ 302333 h 337500"/>
                <a:gd name="connsiteX7" fmla="*/ 94095 w 219375"/>
                <a:gd name="connsiteY7" fmla="*/ 302333 h 337500"/>
                <a:gd name="connsiteX8" fmla="*/ 94095 w 219375"/>
                <a:gd name="connsiteY8" fmla="*/ 324051 h 337500"/>
                <a:gd name="connsiteX9" fmla="*/ 113451 w 219375"/>
                <a:gd name="connsiteY9" fmla="*/ 343389 h 337500"/>
                <a:gd name="connsiteX10" fmla="*/ 132823 w 219375"/>
                <a:gd name="connsiteY10" fmla="*/ 324051 h 337500"/>
                <a:gd name="connsiteX11" fmla="*/ 132823 w 219375"/>
                <a:gd name="connsiteY11" fmla="*/ 302333 h 337500"/>
                <a:gd name="connsiteX12" fmla="*/ 164582 w 219375"/>
                <a:gd name="connsiteY12" fmla="*/ 302333 h 337500"/>
                <a:gd name="connsiteX13" fmla="*/ 183921 w 219375"/>
                <a:gd name="connsiteY13" fmla="*/ 282994 h 337500"/>
                <a:gd name="connsiteX14" fmla="*/ 164582 w 219375"/>
                <a:gd name="connsiteY14" fmla="*/ 263638 h 337500"/>
                <a:gd name="connsiteX15" fmla="*/ 132823 w 219375"/>
                <a:gd name="connsiteY15" fmla="*/ 263638 h 337500"/>
                <a:gd name="connsiteX16" fmla="*/ 132823 w 219375"/>
                <a:gd name="connsiteY16" fmla="*/ 229399 h 337500"/>
                <a:gd name="connsiteX17" fmla="*/ 230749 w 219375"/>
                <a:gd name="connsiteY17" fmla="*/ 115358 h 337500"/>
                <a:gd name="connsiteX18" fmla="*/ 115408 w 219375"/>
                <a:gd name="connsiteY18" fmla="*/ 0 h 337500"/>
                <a:gd name="connsiteX19" fmla="*/ 115408 w 219375"/>
                <a:gd name="connsiteY19" fmla="*/ 192038 h 337500"/>
                <a:gd name="connsiteX20" fmla="*/ 38711 w 219375"/>
                <a:gd name="connsiteY20" fmla="*/ 115341 h 337500"/>
                <a:gd name="connsiteX21" fmla="*/ 115408 w 219375"/>
                <a:gd name="connsiteY21" fmla="*/ 38644 h 337500"/>
                <a:gd name="connsiteX22" fmla="*/ 192088 w 219375"/>
                <a:gd name="connsiteY22" fmla="*/ 115341 h 337500"/>
                <a:gd name="connsiteX23" fmla="*/ 115408 w 219375"/>
                <a:gd name="connsiteY23" fmla="*/ 192038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9375" h="337500">
                  <a:moveTo>
                    <a:pt x="115408" y="0"/>
                  </a:moveTo>
                  <a:cubicBezTo>
                    <a:pt x="51789" y="0"/>
                    <a:pt x="0" y="51739"/>
                    <a:pt x="0" y="115358"/>
                  </a:cubicBezTo>
                  <a:cubicBezTo>
                    <a:pt x="0" y="171720"/>
                    <a:pt x="40753" y="218767"/>
                    <a:pt x="94095" y="228758"/>
                  </a:cubicBezTo>
                  <a:lnTo>
                    <a:pt x="94095" y="263638"/>
                  </a:lnTo>
                  <a:lnTo>
                    <a:pt x="63855" y="263638"/>
                  </a:lnTo>
                  <a:cubicBezTo>
                    <a:pt x="53173" y="263638"/>
                    <a:pt x="44533" y="272312"/>
                    <a:pt x="44533" y="282994"/>
                  </a:cubicBezTo>
                  <a:cubicBezTo>
                    <a:pt x="44533" y="293676"/>
                    <a:pt x="53173" y="302333"/>
                    <a:pt x="63855" y="302333"/>
                  </a:cubicBezTo>
                  <a:lnTo>
                    <a:pt x="94095" y="302333"/>
                  </a:lnTo>
                  <a:lnTo>
                    <a:pt x="94095" y="324051"/>
                  </a:lnTo>
                  <a:cubicBezTo>
                    <a:pt x="94095" y="334732"/>
                    <a:pt x="102769" y="343389"/>
                    <a:pt x="113451" y="343389"/>
                  </a:cubicBezTo>
                  <a:cubicBezTo>
                    <a:pt x="124133" y="343389"/>
                    <a:pt x="132823" y="334716"/>
                    <a:pt x="132823" y="324051"/>
                  </a:cubicBezTo>
                  <a:lnTo>
                    <a:pt x="132823" y="302333"/>
                  </a:lnTo>
                  <a:lnTo>
                    <a:pt x="164582" y="302333"/>
                  </a:lnTo>
                  <a:cubicBezTo>
                    <a:pt x="175264" y="302333"/>
                    <a:pt x="183921" y="293642"/>
                    <a:pt x="183921" y="282994"/>
                  </a:cubicBezTo>
                  <a:cubicBezTo>
                    <a:pt x="183921" y="272278"/>
                    <a:pt x="175264" y="263638"/>
                    <a:pt x="164582" y="263638"/>
                  </a:cubicBezTo>
                  <a:lnTo>
                    <a:pt x="132823" y="263638"/>
                  </a:lnTo>
                  <a:lnTo>
                    <a:pt x="132823" y="229399"/>
                  </a:lnTo>
                  <a:cubicBezTo>
                    <a:pt x="188359" y="220961"/>
                    <a:pt x="230749" y="173036"/>
                    <a:pt x="230749" y="115358"/>
                  </a:cubicBezTo>
                  <a:cubicBezTo>
                    <a:pt x="230749" y="51739"/>
                    <a:pt x="179027" y="0"/>
                    <a:pt x="115408" y="0"/>
                  </a:cubicBezTo>
                  <a:close/>
                  <a:moveTo>
                    <a:pt x="115408" y="192038"/>
                  </a:moveTo>
                  <a:cubicBezTo>
                    <a:pt x="73103" y="192038"/>
                    <a:pt x="38711" y="157629"/>
                    <a:pt x="38711" y="115341"/>
                  </a:cubicBezTo>
                  <a:cubicBezTo>
                    <a:pt x="38711" y="73052"/>
                    <a:pt x="73103" y="38644"/>
                    <a:pt x="115408" y="38644"/>
                  </a:cubicBezTo>
                  <a:cubicBezTo>
                    <a:pt x="157680" y="38644"/>
                    <a:pt x="192088" y="73052"/>
                    <a:pt x="192088" y="115341"/>
                  </a:cubicBezTo>
                  <a:cubicBezTo>
                    <a:pt x="192088" y="157629"/>
                    <a:pt x="157697" y="192038"/>
                    <a:pt x="115408" y="19203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06" name="图形 121"/>
          <p:cNvSpPr/>
          <p:nvPr/>
        </p:nvSpPr>
        <p:spPr>
          <a:xfrm>
            <a:off x="953318" y="5575095"/>
            <a:ext cx="523125" cy="371250"/>
          </a:xfrm>
          <a:custGeom>
            <a:avLst/>
            <a:gdLst>
              <a:gd name="connsiteX0" fmla="*/ 529453 w 523125"/>
              <a:gd name="connsiteY0" fmla="*/ 4383 h 371250"/>
              <a:gd name="connsiteX1" fmla="*/ 510418 w 523125"/>
              <a:gd name="connsiteY1" fmla="*/ 823 h 371250"/>
              <a:gd name="connsiteX2" fmla="*/ 365411 w 523125"/>
              <a:gd name="connsiteY2" fmla="*/ 41356 h 371250"/>
              <a:gd name="connsiteX3" fmla="*/ 198939 w 523125"/>
              <a:gd name="connsiteY3" fmla="*/ 620 h 371250"/>
              <a:gd name="connsiteX4" fmla="*/ 188663 w 523125"/>
              <a:gd name="connsiteY4" fmla="*/ 620 h 371250"/>
              <a:gd name="connsiteX5" fmla="*/ 16639 w 523125"/>
              <a:gd name="connsiteY5" fmla="*/ 42706 h 371250"/>
              <a:gd name="connsiteX6" fmla="*/ 0 w 523125"/>
              <a:gd name="connsiteY6" fmla="*/ 63581 h 371250"/>
              <a:gd name="connsiteX7" fmla="*/ 0 w 523125"/>
              <a:gd name="connsiteY7" fmla="*/ 364428 h 371250"/>
              <a:gd name="connsiteX8" fmla="*/ 8505 w 523125"/>
              <a:gd name="connsiteY8" fmla="*/ 381320 h 371250"/>
              <a:gd name="connsiteX9" fmla="*/ 21971 w 523125"/>
              <a:gd name="connsiteY9" fmla="*/ 385910 h 371250"/>
              <a:gd name="connsiteX10" fmla="*/ 27219 w 523125"/>
              <a:gd name="connsiteY10" fmla="*/ 385235 h 371250"/>
              <a:gd name="connsiteX11" fmla="*/ 193928 w 523125"/>
              <a:gd name="connsiteY11" fmla="*/ 343554 h 371250"/>
              <a:gd name="connsiteX12" fmla="*/ 360653 w 523125"/>
              <a:gd name="connsiteY12" fmla="*/ 385235 h 371250"/>
              <a:gd name="connsiteX13" fmla="*/ 371841 w 523125"/>
              <a:gd name="connsiteY13" fmla="*/ 385083 h 371250"/>
              <a:gd name="connsiteX14" fmla="*/ 522383 w 523125"/>
              <a:gd name="connsiteY14" fmla="*/ 342086 h 371250"/>
              <a:gd name="connsiteX15" fmla="*/ 538211 w 523125"/>
              <a:gd name="connsiteY15" fmla="*/ 321414 h 371250"/>
              <a:gd name="connsiteX16" fmla="*/ 538211 w 523125"/>
              <a:gd name="connsiteY16" fmla="*/ 21511 h 371250"/>
              <a:gd name="connsiteX17" fmla="*/ 529453 w 523125"/>
              <a:gd name="connsiteY17" fmla="*/ 4383 h 371250"/>
              <a:gd name="connsiteX18" fmla="*/ 215055 w 523125"/>
              <a:gd name="connsiteY18" fmla="*/ 79916 h 371250"/>
              <a:gd name="connsiteX19" fmla="*/ 224387 w 523125"/>
              <a:gd name="connsiteY19" fmla="*/ 60712 h 371250"/>
              <a:gd name="connsiteX20" fmla="*/ 245261 w 523125"/>
              <a:gd name="connsiteY20" fmla="*/ 56190 h 371250"/>
              <a:gd name="connsiteX21" fmla="*/ 325468 w 523125"/>
              <a:gd name="connsiteY21" fmla="*/ 75798 h 371250"/>
              <a:gd name="connsiteX22" fmla="*/ 344098 w 523125"/>
              <a:gd name="connsiteY22" fmla="*/ 99508 h 371250"/>
              <a:gd name="connsiteX23" fmla="*/ 344098 w 523125"/>
              <a:gd name="connsiteY23" fmla="*/ 305518 h 371250"/>
              <a:gd name="connsiteX24" fmla="*/ 334699 w 523125"/>
              <a:gd name="connsiteY24" fmla="*/ 324755 h 371250"/>
              <a:gd name="connsiteX25" fmla="*/ 313757 w 523125"/>
              <a:gd name="connsiteY25" fmla="*/ 329193 h 371250"/>
              <a:gd name="connsiteX26" fmla="*/ 233550 w 523125"/>
              <a:gd name="connsiteY26" fmla="*/ 309163 h 371250"/>
              <a:gd name="connsiteX27" fmla="*/ 215055 w 523125"/>
              <a:gd name="connsiteY27" fmla="*/ 285487 h 371250"/>
              <a:gd name="connsiteX28" fmla="*/ 215055 w 523125"/>
              <a:gd name="connsiteY28" fmla="*/ 79916 h 371250"/>
              <a:gd name="connsiteX29" fmla="*/ 43014 w 523125"/>
              <a:gd name="connsiteY29" fmla="*/ 99592 h 371250"/>
              <a:gd name="connsiteX30" fmla="*/ 61628 w 523125"/>
              <a:gd name="connsiteY30" fmla="*/ 75883 h 371250"/>
              <a:gd name="connsiteX31" fmla="*/ 141834 w 523125"/>
              <a:gd name="connsiteY31" fmla="*/ 56308 h 371250"/>
              <a:gd name="connsiteX32" fmla="*/ 162692 w 523125"/>
              <a:gd name="connsiteY32" fmla="*/ 60830 h 371250"/>
              <a:gd name="connsiteX33" fmla="*/ 172024 w 523125"/>
              <a:gd name="connsiteY33" fmla="*/ 80034 h 371250"/>
              <a:gd name="connsiteX34" fmla="*/ 172024 w 523125"/>
              <a:gd name="connsiteY34" fmla="*/ 285656 h 371250"/>
              <a:gd name="connsiteX35" fmla="*/ 153529 w 523125"/>
              <a:gd name="connsiteY35" fmla="*/ 309331 h 371250"/>
              <a:gd name="connsiteX36" fmla="*/ 73322 w 523125"/>
              <a:gd name="connsiteY36" fmla="*/ 329362 h 371250"/>
              <a:gd name="connsiteX37" fmla="*/ 52380 w 523125"/>
              <a:gd name="connsiteY37" fmla="*/ 324907 h 371250"/>
              <a:gd name="connsiteX38" fmla="*/ 42998 w 523125"/>
              <a:gd name="connsiteY38" fmla="*/ 305653 h 371250"/>
              <a:gd name="connsiteX39" fmla="*/ 43014 w 523125"/>
              <a:gd name="connsiteY39" fmla="*/ 99592 h 371250"/>
              <a:gd name="connsiteX40" fmla="*/ 43014 w 523125"/>
              <a:gd name="connsiteY40" fmla="*/ 99592 h 371250"/>
              <a:gd name="connsiteX41" fmla="*/ 495214 w 523125"/>
              <a:gd name="connsiteY41" fmla="*/ 286820 h 371250"/>
              <a:gd name="connsiteX42" fmla="*/ 477478 w 523125"/>
              <a:gd name="connsiteY42" fmla="*/ 310310 h 371250"/>
              <a:gd name="connsiteX43" fmla="*/ 418213 w 523125"/>
              <a:gd name="connsiteY43" fmla="*/ 327185 h 371250"/>
              <a:gd name="connsiteX44" fmla="*/ 396816 w 523125"/>
              <a:gd name="connsiteY44" fmla="*/ 323236 h 371250"/>
              <a:gd name="connsiteX45" fmla="*/ 387096 w 523125"/>
              <a:gd name="connsiteY45" fmla="*/ 303746 h 371250"/>
              <a:gd name="connsiteX46" fmla="*/ 387096 w 523125"/>
              <a:gd name="connsiteY46" fmla="*/ 98546 h 371250"/>
              <a:gd name="connsiteX47" fmla="*/ 404966 w 523125"/>
              <a:gd name="connsiteY47" fmla="*/ 75022 h 371250"/>
              <a:gd name="connsiteX48" fmla="*/ 464265 w 523125"/>
              <a:gd name="connsiteY48" fmla="*/ 58468 h 371250"/>
              <a:gd name="connsiteX49" fmla="*/ 485595 w 523125"/>
              <a:gd name="connsiteY49" fmla="*/ 62535 h 371250"/>
              <a:gd name="connsiteX50" fmla="*/ 495248 w 523125"/>
              <a:gd name="connsiteY50" fmla="*/ 81975 h 371250"/>
              <a:gd name="connsiteX51" fmla="*/ 495248 w 523125"/>
              <a:gd name="connsiteY51" fmla="*/ 286820 h 371250"/>
              <a:gd name="connsiteX52" fmla="*/ 495214 w 523125"/>
              <a:gd name="connsiteY52" fmla="*/ 286820 h 37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3125" h="371250">
                <a:moveTo>
                  <a:pt x="529453" y="4383"/>
                </a:moveTo>
                <a:cubicBezTo>
                  <a:pt x="524121" y="333"/>
                  <a:pt x="516864" y="-1034"/>
                  <a:pt x="510418" y="823"/>
                </a:cubicBezTo>
                <a:lnTo>
                  <a:pt x="365411" y="41356"/>
                </a:lnTo>
                <a:lnTo>
                  <a:pt x="198939" y="620"/>
                </a:lnTo>
                <a:cubicBezTo>
                  <a:pt x="195581" y="-207"/>
                  <a:pt x="192021" y="-207"/>
                  <a:pt x="188663" y="620"/>
                </a:cubicBezTo>
                <a:lnTo>
                  <a:pt x="16639" y="42706"/>
                </a:lnTo>
                <a:cubicBezTo>
                  <a:pt x="7020" y="45052"/>
                  <a:pt x="0" y="53658"/>
                  <a:pt x="0" y="63581"/>
                </a:cubicBezTo>
                <a:lnTo>
                  <a:pt x="0" y="364428"/>
                </a:lnTo>
                <a:cubicBezTo>
                  <a:pt x="0" y="371043"/>
                  <a:pt x="3308" y="377270"/>
                  <a:pt x="8505" y="381320"/>
                </a:cubicBezTo>
                <a:cubicBezTo>
                  <a:pt x="12319" y="384341"/>
                  <a:pt x="17246" y="385910"/>
                  <a:pt x="21971" y="385910"/>
                </a:cubicBezTo>
                <a:cubicBezTo>
                  <a:pt x="23709" y="385910"/>
                  <a:pt x="25498" y="385657"/>
                  <a:pt x="27219" y="385235"/>
                </a:cubicBezTo>
                <a:lnTo>
                  <a:pt x="193928" y="343554"/>
                </a:lnTo>
                <a:lnTo>
                  <a:pt x="360653" y="385235"/>
                </a:lnTo>
                <a:cubicBezTo>
                  <a:pt x="364281" y="386163"/>
                  <a:pt x="368213" y="386130"/>
                  <a:pt x="371841" y="385083"/>
                </a:cubicBezTo>
                <a:lnTo>
                  <a:pt x="522383" y="342086"/>
                </a:lnTo>
                <a:cubicBezTo>
                  <a:pt x="531596" y="339453"/>
                  <a:pt x="538211" y="331016"/>
                  <a:pt x="538211" y="321414"/>
                </a:cubicBezTo>
                <a:lnTo>
                  <a:pt x="538211" y="21511"/>
                </a:lnTo>
                <a:cubicBezTo>
                  <a:pt x="538228" y="14778"/>
                  <a:pt x="534819" y="8450"/>
                  <a:pt x="529453" y="4383"/>
                </a:cubicBezTo>
                <a:close/>
                <a:moveTo>
                  <a:pt x="215055" y="79916"/>
                </a:moveTo>
                <a:cubicBezTo>
                  <a:pt x="215055" y="72423"/>
                  <a:pt x="218498" y="65336"/>
                  <a:pt x="224387" y="60712"/>
                </a:cubicBezTo>
                <a:cubicBezTo>
                  <a:pt x="230293" y="56071"/>
                  <a:pt x="237971" y="54418"/>
                  <a:pt x="245261" y="56190"/>
                </a:cubicBezTo>
                <a:lnTo>
                  <a:pt x="325468" y="75798"/>
                </a:lnTo>
                <a:cubicBezTo>
                  <a:pt x="336403" y="78465"/>
                  <a:pt x="344098" y="88269"/>
                  <a:pt x="344098" y="99508"/>
                </a:cubicBezTo>
                <a:lnTo>
                  <a:pt x="344098" y="305518"/>
                </a:lnTo>
                <a:cubicBezTo>
                  <a:pt x="344098" y="313027"/>
                  <a:pt x="340639" y="320115"/>
                  <a:pt x="334699" y="324755"/>
                </a:cubicBezTo>
                <a:cubicBezTo>
                  <a:pt x="328759" y="329396"/>
                  <a:pt x="321047" y="331016"/>
                  <a:pt x="313757" y="329193"/>
                </a:cubicBezTo>
                <a:lnTo>
                  <a:pt x="233550" y="309163"/>
                </a:lnTo>
                <a:cubicBezTo>
                  <a:pt x="222683" y="306446"/>
                  <a:pt x="215055" y="296675"/>
                  <a:pt x="215055" y="285487"/>
                </a:cubicBezTo>
                <a:lnTo>
                  <a:pt x="215055" y="79916"/>
                </a:lnTo>
                <a:close/>
                <a:moveTo>
                  <a:pt x="43014" y="99592"/>
                </a:moveTo>
                <a:cubicBezTo>
                  <a:pt x="43014" y="88336"/>
                  <a:pt x="50709" y="78549"/>
                  <a:pt x="61628" y="75883"/>
                </a:cubicBezTo>
                <a:lnTo>
                  <a:pt x="141834" y="56308"/>
                </a:lnTo>
                <a:cubicBezTo>
                  <a:pt x="149108" y="54536"/>
                  <a:pt x="156803" y="56190"/>
                  <a:pt x="162692" y="60830"/>
                </a:cubicBezTo>
                <a:cubicBezTo>
                  <a:pt x="168581" y="65454"/>
                  <a:pt x="172024" y="72525"/>
                  <a:pt x="172024" y="80034"/>
                </a:cubicBezTo>
                <a:lnTo>
                  <a:pt x="172024" y="285656"/>
                </a:lnTo>
                <a:cubicBezTo>
                  <a:pt x="172024" y="296861"/>
                  <a:pt x="164396" y="306648"/>
                  <a:pt x="153529" y="309331"/>
                </a:cubicBezTo>
                <a:lnTo>
                  <a:pt x="73322" y="329362"/>
                </a:lnTo>
                <a:cubicBezTo>
                  <a:pt x="66032" y="331168"/>
                  <a:pt x="58303" y="329565"/>
                  <a:pt x="52380" y="324907"/>
                </a:cubicBezTo>
                <a:cubicBezTo>
                  <a:pt x="46457" y="320283"/>
                  <a:pt x="42998" y="313179"/>
                  <a:pt x="42998" y="305653"/>
                </a:cubicBezTo>
                <a:lnTo>
                  <a:pt x="43014" y="99592"/>
                </a:lnTo>
                <a:lnTo>
                  <a:pt x="43014" y="99592"/>
                </a:lnTo>
                <a:close/>
                <a:moveTo>
                  <a:pt x="495214" y="286820"/>
                </a:moveTo>
                <a:cubicBezTo>
                  <a:pt x="495214" y="297721"/>
                  <a:pt x="487958" y="307306"/>
                  <a:pt x="477478" y="310310"/>
                </a:cubicBezTo>
                <a:lnTo>
                  <a:pt x="418213" y="327185"/>
                </a:lnTo>
                <a:cubicBezTo>
                  <a:pt x="410856" y="329295"/>
                  <a:pt x="402924" y="327810"/>
                  <a:pt x="396816" y="323236"/>
                </a:cubicBezTo>
                <a:cubicBezTo>
                  <a:pt x="390690" y="318663"/>
                  <a:pt x="387096" y="311407"/>
                  <a:pt x="387096" y="303746"/>
                </a:cubicBezTo>
                <a:lnTo>
                  <a:pt x="387096" y="98546"/>
                </a:lnTo>
                <a:cubicBezTo>
                  <a:pt x="387096" y="87594"/>
                  <a:pt x="394419" y="77975"/>
                  <a:pt x="404966" y="75022"/>
                </a:cubicBezTo>
                <a:lnTo>
                  <a:pt x="464265" y="58468"/>
                </a:lnTo>
                <a:cubicBezTo>
                  <a:pt x="471639" y="56409"/>
                  <a:pt x="479486" y="57911"/>
                  <a:pt x="485595" y="62535"/>
                </a:cubicBezTo>
                <a:cubicBezTo>
                  <a:pt x="491653" y="67158"/>
                  <a:pt x="495248" y="74347"/>
                  <a:pt x="495248" y="81975"/>
                </a:cubicBezTo>
                <a:lnTo>
                  <a:pt x="495248" y="286820"/>
                </a:lnTo>
                <a:lnTo>
                  <a:pt x="495214" y="286820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07" name="组合 206"/>
          <p:cNvGrpSpPr/>
          <p:nvPr/>
        </p:nvGrpSpPr>
        <p:grpSpPr>
          <a:xfrm>
            <a:off x="2172518" y="5499158"/>
            <a:ext cx="438750" cy="523125"/>
            <a:chOff x="23267340" y="6521983"/>
            <a:chExt cx="438750" cy="523125"/>
          </a:xfrm>
          <a:solidFill>
            <a:schemeClr val="accent1"/>
          </a:solidFill>
        </p:grpSpPr>
        <p:sp>
          <p:nvSpPr>
            <p:cNvPr id="208" name="任意多边形: 形状 207"/>
            <p:cNvSpPr/>
            <p:nvPr/>
          </p:nvSpPr>
          <p:spPr>
            <a:xfrm>
              <a:off x="23267340" y="6521983"/>
              <a:ext cx="438750" cy="523125"/>
            </a:xfrm>
            <a:custGeom>
              <a:avLst/>
              <a:gdLst>
                <a:gd name="connsiteX0" fmla="*/ 453144 w 438750"/>
                <a:gd name="connsiteY0" fmla="*/ 195767 h 523125"/>
                <a:gd name="connsiteX1" fmla="*/ 432304 w 438750"/>
                <a:gd name="connsiteY1" fmla="*/ 114733 h 523125"/>
                <a:gd name="connsiteX2" fmla="*/ 444893 w 438750"/>
                <a:gd name="connsiteY2" fmla="*/ 61965 h 523125"/>
                <a:gd name="connsiteX3" fmla="*/ 440117 w 438750"/>
                <a:gd name="connsiteY3" fmla="*/ 40298 h 523125"/>
                <a:gd name="connsiteX4" fmla="*/ 420154 w 438750"/>
                <a:gd name="connsiteY4" fmla="*/ 30628 h 523125"/>
                <a:gd name="connsiteX5" fmla="*/ 345077 w 438750"/>
                <a:gd name="connsiteY5" fmla="*/ 30628 h 523125"/>
                <a:gd name="connsiteX6" fmla="*/ 344081 w 438750"/>
                <a:gd name="connsiteY6" fmla="*/ 30156 h 523125"/>
                <a:gd name="connsiteX7" fmla="*/ 226986 w 438750"/>
                <a:gd name="connsiteY7" fmla="*/ 17 h 523125"/>
                <a:gd name="connsiteX8" fmla="*/ 226986 w 438750"/>
                <a:gd name="connsiteY8" fmla="*/ 0 h 523125"/>
                <a:gd name="connsiteX9" fmla="*/ 226462 w 438750"/>
                <a:gd name="connsiteY9" fmla="*/ 17 h 523125"/>
                <a:gd name="connsiteX10" fmla="*/ 225973 w 438750"/>
                <a:gd name="connsiteY10" fmla="*/ 0 h 523125"/>
                <a:gd name="connsiteX11" fmla="*/ 225973 w 438750"/>
                <a:gd name="connsiteY11" fmla="*/ 34 h 523125"/>
                <a:gd name="connsiteX12" fmla="*/ 109029 w 438750"/>
                <a:gd name="connsiteY12" fmla="*/ 30173 h 523125"/>
                <a:gd name="connsiteX13" fmla="*/ 108270 w 438750"/>
                <a:gd name="connsiteY13" fmla="*/ 30645 h 523125"/>
                <a:gd name="connsiteX14" fmla="*/ 33210 w 438750"/>
                <a:gd name="connsiteY14" fmla="*/ 30645 h 523125"/>
                <a:gd name="connsiteX15" fmla="*/ 13247 w 438750"/>
                <a:gd name="connsiteY15" fmla="*/ 40314 h 523125"/>
                <a:gd name="connsiteX16" fmla="*/ 8471 w 438750"/>
                <a:gd name="connsiteY16" fmla="*/ 61965 h 523125"/>
                <a:gd name="connsiteX17" fmla="*/ 21026 w 438750"/>
                <a:gd name="connsiteY17" fmla="*/ 114750 h 523125"/>
                <a:gd name="connsiteX18" fmla="*/ 0 w 438750"/>
                <a:gd name="connsiteY18" fmla="*/ 195784 h 523125"/>
                <a:gd name="connsiteX19" fmla="*/ 225990 w 438750"/>
                <a:gd name="connsiteY19" fmla="*/ 528053 h 523125"/>
                <a:gd name="connsiteX20" fmla="*/ 225990 w 438750"/>
                <a:gd name="connsiteY20" fmla="*/ 528103 h 523125"/>
                <a:gd name="connsiteX21" fmla="*/ 226479 w 438750"/>
                <a:gd name="connsiteY21" fmla="*/ 528086 h 523125"/>
                <a:gd name="connsiteX22" fmla="*/ 227003 w 438750"/>
                <a:gd name="connsiteY22" fmla="*/ 528086 h 523125"/>
                <a:gd name="connsiteX23" fmla="*/ 227003 w 438750"/>
                <a:gd name="connsiteY23" fmla="*/ 528053 h 523125"/>
                <a:gd name="connsiteX24" fmla="*/ 453144 w 438750"/>
                <a:gd name="connsiteY24" fmla="*/ 195767 h 523125"/>
                <a:gd name="connsiteX25" fmla="*/ 294570 w 438750"/>
                <a:gd name="connsiteY25" fmla="*/ 279653 h 523125"/>
                <a:gd name="connsiteX26" fmla="*/ 240013 w 438750"/>
                <a:gd name="connsiteY26" fmla="*/ 342411 h 523125"/>
                <a:gd name="connsiteX27" fmla="*/ 226665 w 438750"/>
                <a:gd name="connsiteY27" fmla="*/ 348469 h 523125"/>
                <a:gd name="connsiteX28" fmla="*/ 213317 w 438750"/>
                <a:gd name="connsiteY28" fmla="*/ 342377 h 523125"/>
                <a:gd name="connsiteX29" fmla="*/ 158811 w 438750"/>
                <a:gd name="connsiteY29" fmla="*/ 279653 h 523125"/>
                <a:gd name="connsiteX30" fmla="*/ 144079 w 438750"/>
                <a:gd name="connsiteY30" fmla="*/ 280665 h 523125"/>
                <a:gd name="connsiteX31" fmla="*/ 34560 w 438750"/>
                <a:gd name="connsiteY31" fmla="*/ 171113 h 523125"/>
                <a:gd name="connsiteX32" fmla="*/ 143961 w 438750"/>
                <a:gd name="connsiteY32" fmla="*/ 61560 h 523125"/>
                <a:gd name="connsiteX33" fmla="*/ 225973 w 438750"/>
                <a:gd name="connsiteY33" fmla="*/ 98584 h 523125"/>
                <a:gd name="connsiteX34" fmla="*/ 225973 w 438750"/>
                <a:gd name="connsiteY34" fmla="*/ 99748 h 523125"/>
                <a:gd name="connsiteX35" fmla="*/ 226462 w 438750"/>
                <a:gd name="connsiteY35" fmla="*/ 99158 h 523125"/>
                <a:gd name="connsiteX36" fmla="*/ 226986 w 438750"/>
                <a:gd name="connsiteY36" fmla="*/ 99748 h 523125"/>
                <a:gd name="connsiteX37" fmla="*/ 226986 w 438750"/>
                <a:gd name="connsiteY37" fmla="*/ 98567 h 523125"/>
                <a:gd name="connsiteX38" fmla="*/ 309167 w 438750"/>
                <a:gd name="connsiteY38" fmla="*/ 61543 h 523125"/>
                <a:gd name="connsiteX39" fmla="*/ 418736 w 438750"/>
                <a:gd name="connsiteY39" fmla="*/ 171096 h 523125"/>
                <a:gd name="connsiteX40" fmla="*/ 309251 w 438750"/>
                <a:gd name="connsiteY40" fmla="*/ 280648 h 523125"/>
                <a:gd name="connsiteX41" fmla="*/ 294570 w 438750"/>
                <a:gd name="connsiteY41" fmla="*/ 279653 h 52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38750" h="523125">
                  <a:moveTo>
                    <a:pt x="453144" y="195767"/>
                  </a:moveTo>
                  <a:cubicBezTo>
                    <a:pt x="453144" y="166877"/>
                    <a:pt x="445703" y="139421"/>
                    <a:pt x="432304" y="114733"/>
                  </a:cubicBezTo>
                  <a:lnTo>
                    <a:pt x="444893" y="61965"/>
                  </a:lnTo>
                  <a:cubicBezTo>
                    <a:pt x="446681" y="54388"/>
                    <a:pt x="444943" y="46406"/>
                    <a:pt x="440117" y="40298"/>
                  </a:cubicBezTo>
                  <a:cubicBezTo>
                    <a:pt x="435324" y="34189"/>
                    <a:pt x="427933" y="30628"/>
                    <a:pt x="420154" y="30628"/>
                  </a:cubicBezTo>
                  <a:lnTo>
                    <a:pt x="345077" y="30628"/>
                  </a:lnTo>
                  <a:cubicBezTo>
                    <a:pt x="344739" y="30459"/>
                    <a:pt x="344402" y="30308"/>
                    <a:pt x="344081" y="30156"/>
                  </a:cubicBezTo>
                  <a:cubicBezTo>
                    <a:pt x="309994" y="12116"/>
                    <a:pt x="270321" y="1232"/>
                    <a:pt x="226986" y="17"/>
                  </a:cubicBezTo>
                  <a:lnTo>
                    <a:pt x="226986" y="0"/>
                  </a:lnTo>
                  <a:cubicBezTo>
                    <a:pt x="226986" y="0"/>
                    <a:pt x="226631" y="17"/>
                    <a:pt x="226462" y="17"/>
                  </a:cubicBezTo>
                  <a:cubicBezTo>
                    <a:pt x="226277" y="17"/>
                    <a:pt x="225973" y="0"/>
                    <a:pt x="225973" y="0"/>
                  </a:cubicBezTo>
                  <a:lnTo>
                    <a:pt x="225973" y="34"/>
                  </a:lnTo>
                  <a:cubicBezTo>
                    <a:pt x="183617" y="1232"/>
                    <a:pt x="143117" y="12116"/>
                    <a:pt x="109029" y="30173"/>
                  </a:cubicBezTo>
                  <a:cubicBezTo>
                    <a:pt x="108776" y="30324"/>
                    <a:pt x="108574" y="30476"/>
                    <a:pt x="108270" y="30645"/>
                  </a:cubicBezTo>
                  <a:lnTo>
                    <a:pt x="33210" y="30645"/>
                  </a:lnTo>
                  <a:cubicBezTo>
                    <a:pt x="25431" y="30645"/>
                    <a:pt x="18090" y="34206"/>
                    <a:pt x="13247" y="40314"/>
                  </a:cubicBezTo>
                  <a:cubicBezTo>
                    <a:pt x="8438" y="46423"/>
                    <a:pt x="6666" y="54405"/>
                    <a:pt x="8471" y="61965"/>
                  </a:cubicBezTo>
                  <a:lnTo>
                    <a:pt x="21026" y="114750"/>
                  </a:lnTo>
                  <a:cubicBezTo>
                    <a:pt x="7594" y="139438"/>
                    <a:pt x="0" y="166877"/>
                    <a:pt x="0" y="195784"/>
                  </a:cubicBezTo>
                  <a:cubicBezTo>
                    <a:pt x="0" y="302400"/>
                    <a:pt x="42188" y="521826"/>
                    <a:pt x="225990" y="528053"/>
                  </a:cubicBezTo>
                  <a:lnTo>
                    <a:pt x="225990" y="528103"/>
                  </a:lnTo>
                  <a:cubicBezTo>
                    <a:pt x="225990" y="528103"/>
                    <a:pt x="226311" y="528086"/>
                    <a:pt x="226479" y="528086"/>
                  </a:cubicBezTo>
                  <a:cubicBezTo>
                    <a:pt x="226648" y="528086"/>
                    <a:pt x="227003" y="528086"/>
                    <a:pt x="227003" y="528086"/>
                  </a:cubicBezTo>
                  <a:lnTo>
                    <a:pt x="227003" y="528053"/>
                  </a:lnTo>
                  <a:cubicBezTo>
                    <a:pt x="410805" y="521826"/>
                    <a:pt x="453144" y="302400"/>
                    <a:pt x="453144" y="195767"/>
                  </a:cubicBezTo>
                  <a:close/>
                  <a:moveTo>
                    <a:pt x="294570" y="279653"/>
                  </a:moveTo>
                  <a:lnTo>
                    <a:pt x="240013" y="342411"/>
                  </a:lnTo>
                  <a:cubicBezTo>
                    <a:pt x="236706" y="346275"/>
                    <a:pt x="231846" y="348469"/>
                    <a:pt x="226665" y="348469"/>
                  </a:cubicBezTo>
                  <a:cubicBezTo>
                    <a:pt x="221535" y="348469"/>
                    <a:pt x="216675" y="346241"/>
                    <a:pt x="213317" y="342377"/>
                  </a:cubicBezTo>
                  <a:lnTo>
                    <a:pt x="158811" y="279653"/>
                  </a:lnTo>
                  <a:cubicBezTo>
                    <a:pt x="154001" y="280277"/>
                    <a:pt x="149091" y="280665"/>
                    <a:pt x="144079" y="280665"/>
                  </a:cubicBezTo>
                  <a:cubicBezTo>
                    <a:pt x="83599" y="280665"/>
                    <a:pt x="34560" y="231609"/>
                    <a:pt x="34560" y="171113"/>
                  </a:cubicBezTo>
                  <a:cubicBezTo>
                    <a:pt x="34560" y="110633"/>
                    <a:pt x="83481" y="61560"/>
                    <a:pt x="143961" y="61560"/>
                  </a:cubicBezTo>
                  <a:cubicBezTo>
                    <a:pt x="176648" y="61560"/>
                    <a:pt x="206348" y="75887"/>
                    <a:pt x="225973" y="98584"/>
                  </a:cubicBezTo>
                  <a:lnTo>
                    <a:pt x="225973" y="99748"/>
                  </a:lnTo>
                  <a:cubicBezTo>
                    <a:pt x="225973" y="99546"/>
                    <a:pt x="226294" y="99360"/>
                    <a:pt x="226462" y="99158"/>
                  </a:cubicBezTo>
                  <a:cubicBezTo>
                    <a:pt x="226631" y="99360"/>
                    <a:pt x="226986" y="99546"/>
                    <a:pt x="226986" y="99748"/>
                  </a:cubicBezTo>
                  <a:lnTo>
                    <a:pt x="226986" y="98567"/>
                  </a:lnTo>
                  <a:cubicBezTo>
                    <a:pt x="247658" y="75870"/>
                    <a:pt x="276497" y="61543"/>
                    <a:pt x="309167" y="61543"/>
                  </a:cubicBezTo>
                  <a:cubicBezTo>
                    <a:pt x="369664" y="61543"/>
                    <a:pt x="418736" y="110599"/>
                    <a:pt x="418736" y="171096"/>
                  </a:cubicBezTo>
                  <a:cubicBezTo>
                    <a:pt x="418736" y="231593"/>
                    <a:pt x="369765" y="280648"/>
                    <a:pt x="309251" y="280648"/>
                  </a:cubicBezTo>
                  <a:cubicBezTo>
                    <a:pt x="304239" y="280631"/>
                    <a:pt x="299379" y="280311"/>
                    <a:pt x="294570" y="279653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23448443" y="6764426"/>
              <a:ext cx="84375" cy="67500"/>
            </a:xfrm>
            <a:custGeom>
              <a:avLst/>
              <a:gdLst>
                <a:gd name="connsiteX0" fmla="*/ 44871 w 84375"/>
                <a:gd name="connsiteY0" fmla="*/ 0 h 67500"/>
                <a:gd name="connsiteX1" fmla="*/ 0 w 84375"/>
                <a:gd name="connsiteY1" fmla="*/ 31691 h 67500"/>
                <a:gd name="connsiteX2" fmla="*/ 30071 w 84375"/>
                <a:gd name="connsiteY2" fmla="*/ 66302 h 67500"/>
                <a:gd name="connsiteX3" fmla="*/ 44921 w 84375"/>
                <a:gd name="connsiteY3" fmla="*/ 73119 h 67500"/>
                <a:gd name="connsiteX4" fmla="*/ 59856 w 84375"/>
                <a:gd name="connsiteY4" fmla="*/ 66437 h 67500"/>
                <a:gd name="connsiteX5" fmla="*/ 90720 w 84375"/>
                <a:gd name="connsiteY5" fmla="*/ 31658 h 67500"/>
                <a:gd name="connsiteX6" fmla="*/ 44871 w 84375"/>
                <a:gd name="connsiteY6" fmla="*/ 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375" h="67500">
                  <a:moveTo>
                    <a:pt x="44871" y="0"/>
                  </a:moveTo>
                  <a:cubicBezTo>
                    <a:pt x="44871" y="0"/>
                    <a:pt x="17449" y="25397"/>
                    <a:pt x="0" y="31691"/>
                  </a:cubicBezTo>
                  <a:lnTo>
                    <a:pt x="30071" y="66302"/>
                  </a:lnTo>
                  <a:cubicBezTo>
                    <a:pt x="33817" y="70605"/>
                    <a:pt x="39217" y="73086"/>
                    <a:pt x="44921" y="73119"/>
                  </a:cubicBezTo>
                  <a:cubicBezTo>
                    <a:pt x="50625" y="73119"/>
                    <a:pt x="56076" y="70673"/>
                    <a:pt x="59856" y="66437"/>
                  </a:cubicBezTo>
                  <a:lnTo>
                    <a:pt x="90720" y="31658"/>
                  </a:lnTo>
                  <a:cubicBezTo>
                    <a:pt x="73288" y="25397"/>
                    <a:pt x="44871" y="203"/>
                    <a:pt x="44871" y="0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23321829" y="6603439"/>
              <a:ext cx="337500" cy="168750"/>
            </a:xfrm>
            <a:custGeom>
              <a:avLst/>
              <a:gdLst>
                <a:gd name="connsiteX0" fmla="*/ 254796 w 337500"/>
                <a:gd name="connsiteY0" fmla="*/ 0 h 168750"/>
                <a:gd name="connsiteX1" fmla="*/ 182031 w 337500"/>
                <a:gd name="connsiteY1" fmla="*/ 37344 h 168750"/>
                <a:gd name="connsiteX2" fmla="*/ 172192 w 337500"/>
                <a:gd name="connsiteY2" fmla="*/ 54877 h 168750"/>
                <a:gd name="connsiteX3" fmla="*/ 162354 w 337500"/>
                <a:gd name="connsiteY3" fmla="*/ 37344 h 168750"/>
                <a:gd name="connsiteX4" fmla="*/ 89606 w 337500"/>
                <a:gd name="connsiteY4" fmla="*/ 0 h 168750"/>
                <a:gd name="connsiteX5" fmla="*/ 0 w 337500"/>
                <a:gd name="connsiteY5" fmla="*/ 89623 h 168750"/>
                <a:gd name="connsiteX6" fmla="*/ 89606 w 337500"/>
                <a:gd name="connsiteY6" fmla="*/ 179246 h 168750"/>
                <a:gd name="connsiteX7" fmla="*/ 112607 w 337500"/>
                <a:gd name="connsiteY7" fmla="*/ 176243 h 168750"/>
                <a:gd name="connsiteX8" fmla="*/ 162371 w 337500"/>
                <a:gd name="connsiteY8" fmla="*/ 141885 h 168750"/>
                <a:gd name="connsiteX9" fmla="*/ 172209 w 337500"/>
                <a:gd name="connsiteY9" fmla="*/ 124352 h 168750"/>
                <a:gd name="connsiteX10" fmla="*/ 182047 w 337500"/>
                <a:gd name="connsiteY10" fmla="*/ 141885 h 168750"/>
                <a:gd name="connsiteX11" fmla="*/ 231812 w 337500"/>
                <a:gd name="connsiteY11" fmla="*/ 176243 h 168750"/>
                <a:gd name="connsiteX12" fmla="*/ 254779 w 337500"/>
                <a:gd name="connsiteY12" fmla="*/ 179246 h 168750"/>
                <a:gd name="connsiteX13" fmla="*/ 344419 w 337500"/>
                <a:gd name="connsiteY13" fmla="*/ 89623 h 168750"/>
                <a:gd name="connsiteX14" fmla="*/ 254796 w 337500"/>
                <a:gd name="connsiteY14" fmla="*/ 0 h 168750"/>
                <a:gd name="connsiteX15" fmla="*/ 89589 w 337500"/>
                <a:gd name="connsiteY15" fmla="*/ 138088 h 168750"/>
                <a:gd name="connsiteX16" fmla="*/ 41158 w 337500"/>
                <a:gd name="connsiteY16" fmla="*/ 89623 h 168750"/>
                <a:gd name="connsiteX17" fmla="*/ 89589 w 337500"/>
                <a:gd name="connsiteY17" fmla="*/ 41175 h 168750"/>
                <a:gd name="connsiteX18" fmla="*/ 138038 w 337500"/>
                <a:gd name="connsiteY18" fmla="*/ 89623 h 168750"/>
                <a:gd name="connsiteX19" fmla="*/ 89589 w 337500"/>
                <a:gd name="connsiteY19" fmla="*/ 138088 h 168750"/>
                <a:gd name="connsiteX20" fmla="*/ 254796 w 337500"/>
                <a:gd name="connsiteY20" fmla="*/ 138088 h 168750"/>
                <a:gd name="connsiteX21" fmla="*/ 206331 w 337500"/>
                <a:gd name="connsiteY21" fmla="*/ 89623 h 168750"/>
                <a:gd name="connsiteX22" fmla="*/ 254796 w 337500"/>
                <a:gd name="connsiteY22" fmla="*/ 41175 h 168750"/>
                <a:gd name="connsiteX23" fmla="*/ 303244 w 337500"/>
                <a:gd name="connsiteY23" fmla="*/ 89623 h 168750"/>
                <a:gd name="connsiteX24" fmla="*/ 254796 w 337500"/>
                <a:gd name="connsiteY24" fmla="*/ 138088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7500" h="168750">
                  <a:moveTo>
                    <a:pt x="254796" y="0"/>
                  </a:moveTo>
                  <a:cubicBezTo>
                    <a:pt x="224910" y="0"/>
                    <a:pt x="198332" y="14749"/>
                    <a:pt x="182031" y="37344"/>
                  </a:cubicBezTo>
                  <a:cubicBezTo>
                    <a:pt x="178166" y="42778"/>
                    <a:pt x="174859" y="48651"/>
                    <a:pt x="172192" y="54877"/>
                  </a:cubicBezTo>
                  <a:cubicBezTo>
                    <a:pt x="169577" y="48651"/>
                    <a:pt x="166269" y="42778"/>
                    <a:pt x="162354" y="37344"/>
                  </a:cubicBezTo>
                  <a:cubicBezTo>
                    <a:pt x="146070" y="14749"/>
                    <a:pt x="119542" y="0"/>
                    <a:pt x="89606" y="0"/>
                  </a:cubicBezTo>
                  <a:cubicBezTo>
                    <a:pt x="40179" y="0"/>
                    <a:pt x="0" y="40213"/>
                    <a:pt x="0" y="89623"/>
                  </a:cubicBezTo>
                  <a:cubicBezTo>
                    <a:pt x="0" y="139050"/>
                    <a:pt x="40179" y="179246"/>
                    <a:pt x="89606" y="179246"/>
                  </a:cubicBezTo>
                  <a:cubicBezTo>
                    <a:pt x="97116" y="179246"/>
                    <a:pt x="112607" y="176243"/>
                    <a:pt x="112607" y="176243"/>
                  </a:cubicBezTo>
                  <a:cubicBezTo>
                    <a:pt x="132924" y="170859"/>
                    <a:pt x="150441" y="158507"/>
                    <a:pt x="162371" y="141885"/>
                  </a:cubicBezTo>
                  <a:cubicBezTo>
                    <a:pt x="166269" y="136468"/>
                    <a:pt x="169594" y="130579"/>
                    <a:pt x="172209" y="124352"/>
                  </a:cubicBezTo>
                  <a:cubicBezTo>
                    <a:pt x="174842" y="130579"/>
                    <a:pt x="178149" y="136468"/>
                    <a:pt x="182047" y="141885"/>
                  </a:cubicBezTo>
                  <a:cubicBezTo>
                    <a:pt x="194012" y="158490"/>
                    <a:pt x="211545" y="170859"/>
                    <a:pt x="231812" y="176243"/>
                  </a:cubicBezTo>
                  <a:cubicBezTo>
                    <a:pt x="231812" y="176243"/>
                    <a:pt x="247303" y="179246"/>
                    <a:pt x="254779" y="179246"/>
                  </a:cubicBezTo>
                  <a:cubicBezTo>
                    <a:pt x="304223" y="179246"/>
                    <a:pt x="344419" y="139050"/>
                    <a:pt x="344419" y="89623"/>
                  </a:cubicBezTo>
                  <a:cubicBezTo>
                    <a:pt x="344402" y="40213"/>
                    <a:pt x="304239" y="0"/>
                    <a:pt x="254796" y="0"/>
                  </a:cubicBezTo>
                  <a:close/>
                  <a:moveTo>
                    <a:pt x="89589" y="138088"/>
                  </a:moveTo>
                  <a:cubicBezTo>
                    <a:pt x="62910" y="138088"/>
                    <a:pt x="41158" y="116336"/>
                    <a:pt x="41158" y="89623"/>
                  </a:cubicBezTo>
                  <a:cubicBezTo>
                    <a:pt x="41158" y="62910"/>
                    <a:pt x="62910" y="41175"/>
                    <a:pt x="89589" y="41175"/>
                  </a:cubicBezTo>
                  <a:cubicBezTo>
                    <a:pt x="116319" y="41175"/>
                    <a:pt x="138038" y="62910"/>
                    <a:pt x="138038" y="89623"/>
                  </a:cubicBezTo>
                  <a:cubicBezTo>
                    <a:pt x="138038" y="116336"/>
                    <a:pt x="116319" y="138088"/>
                    <a:pt x="89589" y="138088"/>
                  </a:cubicBezTo>
                  <a:close/>
                  <a:moveTo>
                    <a:pt x="254796" y="138088"/>
                  </a:moveTo>
                  <a:cubicBezTo>
                    <a:pt x="228083" y="138088"/>
                    <a:pt x="206331" y="116336"/>
                    <a:pt x="206331" y="89623"/>
                  </a:cubicBezTo>
                  <a:cubicBezTo>
                    <a:pt x="206331" y="62910"/>
                    <a:pt x="228083" y="41175"/>
                    <a:pt x="254796" y="41175"/>
                  </a:cubicBezTo>
                  <a:cubicBezTo>
                    <a:pt x="281492" y="41175"/>
                    <a:pt x="303244" y="62910"/>
                    <a:pt x="303244" y="89623"/>
                  </a:cubicBezTo>
                  <a:cubicBezTo>
                    <a:pt x="303244" y="116336"/>
                    <a:pt x="281492" y="138088"/>
                    <a:pt x="254796" y="13808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3391718" y="5499964"/>
            <a:ext cx="523043" cy="521512"/>
            <a:chOff x="24311595" y="6516593"/>
            <a:chExt cx="523043" cy="521512"/>
          </a:xfrm>
          <a:solidFill>
            <a:schemeClr val="accent1"/>
          </a:solidFill>
        </p:grpSpPr>
        <p:sp>
          <p:nvSpPr>
            <p:cNvPr id="212" name="任意多边形: 形状 211"/>
            <p:cNvSpPr/>
            <p:nvPr/>
          </p:nvSpPr>
          <p:spPr>
            <a:xfrm>
              <a:off x="24311595" y="6516593"/>
              <a:ext cx="405000" cy="405000"/>
            </a:xfrm>
            <a:custGeom>
              <a:avLst/>
              <a:gdLst>
                <a:gd name="connsiteX0" fmla="*/ 415280 w 405000"/>
                <a:gd name="connsiteY0" fmla="*/ 104716 h 405000"/>
                <a:gd name="connsiteX1" fmla="*/ 261262 w 405000"/>
                <a:gd name="connsiteY1" fmla="*/ 1981 h 405000"/>
                <a:gd name="connsiteX2" fmla="*/ 13216 w 405000"/>
                <a:gd name="connsiteY2" fmla="*/ 197411 h 405000"/>
                <a:gd name="connsiteX3" fmla="*/ 92967 w 405000"/>
                <a:gd name="connsiteY3" fmla="*/ 408888 h 405000"/>
                <a:gd name="connsiteX4" fmla="*/ 142664 w 405000"/>
                <a:gd name="connsiteY4" fmla="*/ 380774 h 405000"/>
                <a:gd name="connsiteX5" fmla="*/ 415280 w 405000"/>
                <a:gd name="connsiteY5" fmla="*/ 104716 h 405000"/>
                <a:gd name="connsiteX6" fmla="*/ 194285 w 405000"/>
                <a:gd name="connsiteY6" fmla="*/ 94541 h 405000"/>
                <a:gd name="connsiteX7" fmla="*/ 254748 w 405000"/>
                <a:gd name="connsiteY7" fmla="*/ 48826 h 405000"/>
                <a:gd name="connsiteX8" fmla="*/ 300462 w 405000"/>
                <a:gd name="connsiteY8" fmla="*/ 109289 h 405000"/>
                <a:gd name="connsiteX9" fmla="*/ 239999 w 405000"/>
                <a:gd name="connsiteY9" fmla="*/ 155004 h 405000"/>
                <a:gd name="connsiteX10" fmla="*/ 194285 w 405000"/>
                <a:gd name="connsiteY10" fmla="*/ 94541 h 405000"/>
                <a:gd name="connsiteX11" fmla="*/ 83602 w 405000"/>
                <a:gd name="connsiteY11" fmla="*/ 152641 h 405000"/>
                <a:gd name="connsiteX12" fmla="*/ 128388 w 405000"/>
                <a:gd name="connsiteY12" fmla="*/ 118807 h 405000"/>
                <a:gd name="connsiteX13" fmla="*/ 162290 w 405000"/>
                <a:gd name="connsiteY13" fmla="*/ 163576 h 405000"/>
                <a:gd name="connsiteX14" fmla="*/ 117470 w 405000"/>
                <a:gd name="connsiteY14" fmla="*/ 197444 h 405000"/>
                <a:gd name="connsiteX15" fmla="*/ 83602 w 405000"/>
                <a:gd name="connsiteY15" fmla="*/ 152641 h 405000"/>
                <a:gd name="connsiteX16" fmla="*/ 94824 w 405000"/>
                <a:gd name="connsiteY16" fmla="*/ 330875 h 405000"/>
                <a:gd name="connsiteX17" fmla="*/ 60939 w 405000"/>
                <a:gd name="connsiteY17" fmla="*/ 286072 h 405000"/>
                <a:gd name="connsiteX18" fmla="*/ 105759 w 405000"/>
                <a:gd name="connsiteY18" fmla="*/ 252238 h 405000"/>
                <a:gd name="connsiteX19" fmla="*/ 139627 w 405000"/>
                <a:gd name="connsiteY19" fmla="*/ 297007 h 405000"/>
                <a:gd name="connsiteX20" fmla="*/ 94824 w 405000"/>
                <a:gd name="connsiteY20" fmla="*/ 330875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5000" h="405000">
                  <a:moveTo>
                    <a:pt x="415280" y="104716"/>
                  </a:moveTo>
                  <a:cubicBezTo>
                    <a:pt x="382374" y="50413"/>
                    <a:pt x="327496" y="11195"/>
                    <a:pt x="261262" y="1981"/>
                  </a:cubicBezTo>
                  <a:cubicBezTo>
                    <a:pt x="141567" y="-14607"/>
                    <a:pt x="41566" y="74915"/>
                    <a:pt x="13216" y="197411"/>
                  </a:cubicBezTo>
                  <a:cubicBezTo>
                    <a:pt x="-22609" y="352374"/>
                    <a:pt x="17857" y="406644"/>
                    <a:pt x="92967" y="408888"/>
                  </a:cubicBezTo>
                  <a:cubicBezTo>
                    <a:pt x="106754" y="396401"/>
                    <a:pt x="123849" y="386579"/>
                    <a:pt x="142664" y="380774"/>
                  </a:cubicBezTo>
                  <a:lnTo>
                    <a:pt x="415280" y="104716"/>
                  </a:lnTo>
                  <a:close/>
                  <a:moveTo>
                    <a:pt x="194285" y="94541"/>
                  </a:moveTo>
                  <a:cubicBezTo>
                    <a:pt x="198352" y="65229"/>
                    <a:pt x="225419" y="44759"/>
                    <a:pt x="254748" y="48826"/>
                  </a:cubicBezTo>
                  <a:cubicBezTo>
                    <a:pt x="284060" y="52910"/>
                    <a:pt x="304529" y="79994"/>
                    <a:pt x="300462" y="109289"/>
                  </a:cubicBezTo>
                  <a:cubicBezTo>
                    <a:pt x="296379" y="138601"/>
                    <a:pt x="269311" y="159088"/>
                    <a:pt x="239999" y="155004"/>
                  </a:cubicBezTo>
                  <a:cubicBezTo>
                    <a:pt x="210671" y="150920"/>
                    <a:pt x="190218" y="123886"/>
                    <a:pt x="194285" y="94541"/>
                  </a:cubicBezTo>
                  <a:close/>
                  <a:moveTo>
                    <a:pt x="83602" y="152641"/>
                  </a:moveTo>
                  <a:cubicBezTo>
                    <a:pt x="86606" y="130940"/>
                    <a:pt x="106687" y="115736"/>
                    <a:pt x="128388" y="118807"/>
                  </a:cubicBezTo>
                  <a:cubicBezTo>
                    <a:pt x="150140" y="121777"/>
                    <a:pt x="165311" y="141824"/>
                    <a:pt x="162290" y="163576"/>
                  </a:cubicBezTo>
                  <a:cubicBezTo>
                    <a:pt x="159269" y="185294"/>
                    <a:pt x="139188" y="200499"/>
                    <a:pt x="117470" y="197444"/>
                  </a:cubicBezTo>
                  <a:cubicBezTo>
                    <a:pt x="95752" y="194458"/>
                    <a:pt x="80581" y="174410"/>
                    <a:pt x="83602" y="152641"/>
                  </a:cubicBezTo>
                  <a:close/>
                  <a:moveTo>
                    <a:pt x="94824" y="330875"/>
                  </a:moveTo>
                  <a:cubicBezTo>
                    <a:pt x="73089" y="327871"/>
                    <a:pt x="57918" y="307841"/>
                    <a:pt x="60939" y="286072"/>
                  </a:cubicBezTo>
                  <a:cubicBezTo>
                    <a:pt x="63959" y="264388"/>
                    <a:pt x="84041" y="249166"/>
                    <a:pt x="105759" y="252238"/>
                  </a:cubicBezTo>
                  <a:cubicBezTo>
                    <a:pt x="127477" y="255224"/>
                    <a:pt x="142664" y="275272"/>
                    <a:pt x="139627" y="297007"/>
                  </a:cubicBezTo>
                  <a:cubicBezTo>
                    <a:pt x="136606" y="318759"/>
                    <a:pt x="116542" y="333929"/>
                    <a:pt x="94824" y="330875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24564638" y="6581083"/>
              <a:ext cx="270000" cy="286875"/>
            </a:xfrm>
            <a:custGeom>
              <a:avLst/>
              <a:gdLst>
                <a:gd name="connsiteX0" fmla="*/ 68293 w 270000"/>
                <a:gd name="connsiteY0" fmla="*/ 295191 h 286875"/>
                <a:gd name="connsiteX1" fmla="*/ 73761 w 270000"/>
                <a:gd name="connsiteY1" fmla="*/ 288272 h 286875"/>
                <a:gd name="connsiteX2" fmla="*/ 275231 w 270000"/>
                <a:gd name="connsiteY2" fmla="*/ 25663 h 286875"/>
                <a:gd name="connsiteX3" fmla="*/ 264938 w 270000"/>
                <a:gd name="connsiteY3" fmla="*/ 8484 h 286875"/>
                <a:gd name="connsiteX4" fmla="*/ 240182 w 270000"/>
                <a:gd name="connsiteY4" fmla="*/ 1616 h 286875"/>
                <a:gd name="connsiteX5" fmla="*/ 5991 w 270000"/>
                <a:gd name="connsiteY5" fmla="*/ 227961 h 286875"/>
                <a:gd name="connsiteX6" fmla="*/ 0 w 270000"/>
                <a:gd name="connsiteY6" fmla="*/ 233732 h 286875"/>
                <a:gd name="connsiteX7" fmla="*/ 68293 w 270000"/>
                <a:gd name="connsiteY7" fmla="*/ 295191 h 28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000" h="286875">
                  <a:moveTo>
                    <a:pt x="68293" y="295191"/>
                  </a:moveTo>
                  <a:lnTo>
                    <a:pt x="73761" y="288272"/>
                  </a:lnTo>
                  <a:lnTo>
                    <a:pt x="275231" y="25663"/>
                  </a:lnTo>
                  <a:cubicBezTo>
                    <a:pt x="274793" y="21360"/>
                    <a:pt x="272498" y="15319"/>
                    <a:pt x="264938" y="8484"/>
                  </a:cubicBezTo>
                  <a:cubicBezTo>
                    <a:pt x="250003" y="-4982"/>
                    <a:pt x="240182" y="1616"/>
                    <a:pt x="240182" y="1616"/>
                  </a:cubicBezTo>
                  <a:lnTo>
                    <a:pt x="5991" y="227961"/>
                  </a:lnTo>
                  <a:lnTo>
                    <a:pt x="0" y="233732"/>
                  </a:lnTo>
                  <a:lnTo>
                    <a:pt x="68293" y="295191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24483756" y="6828366"/>
              <a:ext cx="135000" cy="135000"/>
            </a:xfrm>
            <a:custGeom>
              <a:avLst/>
              <a:gdLst>
                <a:gd name="connsiteX0" fmla="*/ 68276 w 135000"/>
                <a:gd name="connsiteY0" fmla="*/ 137734 h 135000"/>
                <a:gd name="connsiteX1" fmla="*/ 74048 w 135000"/>
                <a:gd name="connsiteY1" fmla="*/ 131287 h 135000"/>
                <a:gd name="connsiteX2" fmla="*/ 137042 w 135000"/>
                <a:gd name="connsiteY2" fmla="*/ 61138 h 135000"/>
                <a:gd name="connsiteX3" fmla="*/ 68344 w 135000"/>
                <a:gd name="connsiteY3" fmla="*/ 0 h 135000"/>
                <a:gd name="connsiteX4" fmla="*/ 5788 w 135000"/>
                <a:gd name="connsiteY4" fmla="*/ 69744 h 135000"/>
                <a:gd name="connsiteX5" fmla="*/ 0 w 135000"/>
                <a:gd name="connsiteY5" fmla="*/ 76224 h 135000"/>
                <a:gd name="connsiteX6" fmla="*/ 68276 w 135000"/>
                <a:gd name="connsiteY6" fmla="*/ 137734 h 135000"/>
                <a:gd name="connsiteX7" fmla="*/ 30729 w 135000"/>
                <a:gd name="connsiteY7" fmla="*/ 65998 h 135000"/>
                <a:gd name="connsiteX8" fmla="*/ 62049 w 135000"/>
                <a:gd name="connsiteY8" fmla="*/ 30493 h 135000"/>
                <a:gd name="connsiteX9" fmla="*/ 73238 w 135000"/>
                <a:gd name="connsiteY9" fmla="*/ 29784 h 135000"/>
                <a:gd name="connsiteX10" fmla="*/ 77271 w 135000"/>
                <a:gd name="connsiteY10" fmla="*/ 33345 h 135000"/>
                <a:gd name="connsiteX11" fmla="*/ 79937 w 135000"/>
                <a:gd name="connsiteY11" fmla="*/ 38745 h 135000"/>
                <a:gd name="connsiteX12" fmla="*/ 77963 w 135000"/>
                <a:gd name="connsiteY12" fmla="*/ 44516 h 135000"/>
                <a:gd name="connsiteX13" fmla="*/ 46643 w 135000"/>
                <a:gd name="connsiteY13" fmla="*/ 80021 h 135000"/>
                <a:gd name="connsiteX14" fmla="*/ 35454 w 135000"/>
                <a:gd name="connsiteY14" fmla="*/ 80696 h 135000"/>
                <a:gd name="connsiteX15" fmla="*/ 31438 w 135000"/>
                <a:gd name="connsiteY15" fmla="*/ 77169 h 135000"/>
                <a:gd name="connsiteX16" fmla="*/ 28755 w 135000"/>
                <a:gd name="connsiteY16" fmla="*/ 71752 h 135000"/>
                <a:gd name="connsiteX17" fmla="*/ 30729 w 135000"/>
                <a:gd name="connsiteY17" fmla="*/ 65998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5000" h="135000">
                  <a:moveTo>
                    <a:pt x="68276" y="137734"/>
                  </a:moveTo>
                  <a:lnTo>
                    <a:pt x="74048" y="131287"/>
                  </a:lnTo>
                  <a:lnTo>
                    <a:pt x="137042" y="61138"/>
                  </a:lnTo>
                  <a:lnTo>
                    <a:pt x="68344" y="0"/>
                  </a:lnTo>
                  <a:lnTo>
                    <a:pt x="5788" y="69744"/>
                  </a:lnTo>
                  <a:lnTo>
                    <a:pt x="0" y="76224"/>
                  </a:lnTo>
                  <a:lnTo>
                    <a:pt x="68276" y="137734"/>
                  </a:lnTo>
                  <a:close/>
                  <a:moveTo>
                    <a:pt x="30729" y="65998"/>
                  </a:moveTo>
                  <a:lnTo>
                    <a:pt x="62049" y="30493"/>
                  </a:lnTo>
                  <a:cubicBezTo>
                    <a:pt x="64952" y="27219"/>
                    <a:pt x="69947" y="26848"/>
                    <a:pt x="73238" y="29784"/>
                  </a:cubicBezTo>
                  <a:lnTo>
                    <a:pt x="77271" y="33345"/>
                  </a:lnTo>
                  <a:cubicBezTo>
                    <a:pt x="78840" y="34729"/>
                    <a:pt x="79802" y="36636"/>
                    <a:pt x="79937" y="38745"/>
                  </a:cubicBezTo>
                  <a:cubicBezTo>
                    <a:pt x="80055" y="40888"/>
                    <a:pt x="79363" y="42930"/>
                    <a:pt x="77963" y="44516"/>
                  </a:cubicBezTo>
                  <a:lnTo>
                    <a:pt x="46643" y="80021"/>
                  </a:lnTo>
                  <a:cubicBezTo>
                    <a:pt x="43740" y="83278"/>
                    <a:pt x="38745" y="83649"/>
                    <a:pt x="35454" y="80696"/>
                  </a:cubicBezTo>
                  <a:lnTo>
                    <a:pt x="31438" y="77169"/>
                  </a:lnTo>
                  <a:cubicBezTo>
                    <a:pt x="29852" y="75769"/>
                    <a:pt x="28907" y="73862"/>
                    <a:pt x="28755" y="71752"/>
                  </a:cubicBezTo>
                  <a:cubicBezTo>
                    <a:pt x="28637" y="69643"/>
                    <a:pt x="29346" y="67567"/>
                    <a:pt x="30729" y="65998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24396445" y="6919980"/>
              <a:ext cx="135000" cy="118125"/>
            </a:xfrm>
            <a:custGeom>
              <a:avLst/>
              <a:gdLst>
                <a:gd name="connsiteX0" fmla="*/ 137177 w 135000"/>
                <a:gd name="connsiteY0" fmla="*/ 64665 h 118125"/>
                <a:gd name="connsiteX1" fmla="*/ 137177 w 135000"/>
                <a:gd name="connsiteY1" fmla="*/ 64665 h 118125"/>
                <a:gd name="connsiteX2" fmla="*/ 141294 w 135000"/>
                <a:gd name="connsiteY2" fmla="*/ 57898 h 118125"/>
                <a:gd name="connsiteX3" fmla="*/ 77304 w 135000"/>
                <a:gd name="connsiteY3" fmla="*/ 0 h 118125"/>
                <a:gd name="connsiteX4" fmla="*/ 73035 w 135000"/>
                <a:gd name="connsiteY4" fmla="*/ 911 h 118125"/>
                <a:gd name="connsiteX5" fmla="*/ 72647 w 135000"/>
                <a:gd name="connsiteY5" fmla="*/ 1029 h 118125"/>
                <a:gd name="connsiteX6" fmla="*/ 21246 w 135000"/>
                <a:gd name="connsiteY6" fmla="*/ 130967 h 118125"/>
                <a:gd name="connsiteX7" fmla="*/ 31016 w 135000"/>
                <a:gd name="connsiteY7" fmla="*/ 134123 h 118125"/>
                <a:gd name="connsiteX8" fmla="*/ 38019 w 135000"/>
                <a:gd name="connsiteY8" fmla="*/ 126681 h 118125"/>
                <a:gd name="connsiteX9" fmla="*/ 49343 w 135000"/>
                <a:gd name="connsiteY9" fmla="*/ 103005 h 118125"/>
                <a:gd name="connsiteX10" fmla="*/ 137177 w 135000"/>
                <a:gd name="connsiteY10" fmla="*/ 64665 h 118125"/>
                <a:gd name="connsiteX11" fmla="*/ 74655 w 135000"/>
                <a:gd name="connsiteY11" fmla="*/ 80291 h 118125"/>
                <a:gd name="connsiteX12" fmla="*/ 38340 w 135000"/>
                <a:gd name="connsiteY12" fmla="*/ 90906 h 118125"/>
                <a:gd name="connsiteX13" fmla="*/ 33041 w 135000"/>
                <a:gd name="connsiteY13" fmla="*/ 96812 h 118125"/>
                <a:gd name="connsiteX14" fmla="*/ 25397 w 135000"/>
                <a:gd name="connsiteY14" fmla="*/ 99816 h 118125"/>
                <a:gd name="connsiteX15" fmla="*/ 19204 w 135000"/>
                <a:gd name="connsiteY15" fmla="*/ 94433 h 118125"/>
                <a:gd name="connsiteX16" fmla="*/ 18411 w 135000"/>
                <a:gd name="connsiteY16" fmla="*/ 66201 h 118125"/>
                <a:gd name="connsiteX17" fmla="*/ 26038 w 135000"/>
                <a:gd name="connsiteY17" fmla="*/ 50271 h 118125"/>
                <a:gd name="connsiteX18" fmla="*/ 71499 w 135000"/>
                <a:gd name="connsiteY18" fmla="*/ 70672 h 118125"/>
                <a:gd name="connsiteX19" fmla="*/ 107966 w 135000"/>
                <a:gd name="connsiteY19" fmla="*/ 73018 h 118125"/>
                <a:gd name="connsiteX20" fmla="*/ 74655 w 135000"/>
                <a:gd name="connsiteY20" fmla="*/ 80291 h 11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5000" h="118125">
                  <a:moveTo>
                    <a:pt x="137177" y="64665"/>
                  </a:moveTo>
                  <a:lnTo>
                    <a:pt x="137177" y="64665"/>
                  </a:lnTo>
                  <a:cubicBezTo>
                    <a:pt x="137177" y="64631"/>
                    <a:pt x="140738" y="58995"/>
                    <a:pt x="141294" y="57898"/>
                  </a:cubicBezTo>
                  <a:lnTo>
                    <a:pt x="77304" y="0"/>
                  </a:lnTo>
                  <a:cubicBezTo>
                    <a:pt x="75853" y="270"/>
                    <a:pt x="74486" y="591"/>
                    <a:pt x="73035" y="911"/>
                  </a:cubicBezTo>
                  <a:cubicBezTo>
                    <a:pt x="72900" y="945"/>
                    <a:pt x="72799" y="996"/>
                    <a:pt x="72647" y="1029"/>
                  </a:cubicBezTo>
                  <a:cubicBezTo>
                    <a:pt x="20925" y="13230"/>
                    <a:pt x="-29919" y="68732"/>
                    <a:pt x="21246" y="130967"/>
                  </a:cubicBezTo>
                  <a:cubicBezTo>
                    <a:pt x="23608" y="133819"/>
                    <a:pt x="27422" y="135068"/>
                    <a:pt x="31016" y="134123"/>
                  </a:cubicBezTo>
                  <a:cubicBezTo>
                    <a:pt x="34611" y="133194"/>
                    <a:pt x="37344" y="130258"/>
                    <a:pt x="38019" y="126681"/>
                  </a:cubicBezTo>
                  <a:cubicBezTo>
                    <a:pt x="39504" y="118479"/>
                    <a:pt x="42458" y="109502"/>
                    <a:pt x="49343" y="103005"/>
                  </a:cubicBezTo>
                  <a:cubicBezTo>
                    <a:pt x="65070" y="88104"/>
                    <a:pt x="109148" y="112134"/>
                    <a:pt x="137177" y="64665"/>
                  </a:cubicBezTo>
                  <a:close/>
                  <a:moveTo>
                    <a:pt x="74655" y="80291"/>
                  </a:moveTo>
                  <a:cubicBezTo>
                    <a:pt x="61779" y="80781"/>
                    <a:pt x="48482" y="81287"/>
                    <a:pt x="38340" y="90906"/>
                  </a:cubicBezTo>
                  <a:cubicBezTo>
                    <a:pt x="36383" y="92745"/>
                    <a:pt x="34611" y="94770"/>
                    <a:pt x="33041" y="96812"/>
                  </a:cubicBezTo>
                  <a:cubicBezTo>
                    <a:pt x="31253" y="99158"/>
                    <a:pt x="28299" y="100305"/>
                    <a:pt x="25397" y="99816"/>
                  </a:cubicBezTo>
                  <a:cubicBezTo>
                    <a:pt x="22494" y="99326"/>
                    <a:pt x="20098" y="97251"/>
                    <a:pt x="19204" y="94433"/>
                  </a:cubicBezTo>
                  <a:cubicBezTo>
                    <a:pt x="16318" y="85573"/>
                    <a:pt x="15626" y="76005"/>
                    <a:pt x="18411" y="66201"/>
                  </a:cubicBezTo>
                  <a:cubicBezTo>
                    <a:pt x="20014" y="60446"/>
                    <a:pt x="22663" y="55114"/>
                    <a:pt x="26038" y="50271"/>
                  </a:cubicBezTo>
                  <a:cubicBezTo>
                    <a:pt x="39083" y="64479"/>
                    <a:pt x="50456" y="72563"/>
                    <a:pt x="71499" y="70672"/>
                  </a:cubicBezTo>
                  <a:cubicBezTo>
                    <a:pt x="84662" y="69525"/>
                    <a:pt x="96761" y="70014"/>
                    <a:pt x="107966" y="73018"/>
                  </a:cubicBezTo>
                  <a:cubicBezTo>
                    <a:pt x="97639" y="79397"/>
                    <a:pt x="86333" y="79836"/>
                    <a:pt x="74655" y="80291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4610918" y="5499900"/>
            <a:ext cx="320625" cy="521640"/>
            <a:chOff x="25503209" y="6518692"/>
            <a:chExt cx="320625" cy="521640"/>
          </a:xfrm>
          <a:solidFill>
            <a:schemeClr val="accent1"/>
          </a:solidFill>
        </p:grpSpPr>
        <p:sp>
          <p:nvSpPr>
            <p:cNvPr id="217" name="任意多边形: 形状 216"/>
            <p:cNvSpPr/>
            <p:nvPr/>
          </p:nvSpPr>
          <p:spPr>
            <a:xfrm>
              <a:off x="25514795" y="6635332"/>
              <a:ext cx="303750" cy="405000"/>
            </a:xfrm>
            <a:custGeom>
              <a:avLst/>
              <a:gdLst>
                <a:gd name="connsiteX0" fmla="*/ 227279 w 303750"/>
                <a:gd name="connsiteY0" fmla="*/ 0 h 405000"/>
                <a:gd name="connsiteX1" fmla="*/ 81361 w 303750"/>
                <a:gd name="connsiteY1" fmla="*/ 0 h 405000"/>
                <a:gd name="connsiteX2" fmla="*/ 12342 w 303750"/>
                <a:gd name="connsiteY2" fmla="*/ 126461 h 405000"/>
                <a:gd name="connsiteX3" fmla="*/ 11684 w 303750"/>
                <a:gd name="connsiteY3" fmla="*/ 221974 h 405000"/>
                <a:gd name="connsiteX4" fmla="*/ 110116 w 303750"/>
                <a:gd name="connsiteY4" fmla="*/ 408493 h 405000"/>
                <a:gd name="connsiteX5" fmla="*/ 127835 w 303750"/>
                <a:gd name="connsiteY5" fmla="*/ 419192 h 405000"/>
                <a:gd name="connsiteX6" fmla="*/ 127835 w 303750"/>
                <a:gd name="connsiteY6" fmla="*/ 235997 h 405000"/>
                <a:gd name="connsiteX7" fmla="*/ 106842 w 303750"/>
                <a:gd name="connsiteY7" fmla="*/ 198096 h 405000"/>
                <a:gd name="connsiteX8" fmla="*/ 148692 w 303750"/>
                <a:gd name="connsiteY8" fmla="*/ 153731 h 405000"/>
                <a:gd name="connsiteX9" fmla="*/ 159914 w 303750"/>
                <a:gd name="connsiteY9" fmla="*/ 153731 h 405000"/>
                <a:gd name="connsiteX10" fmla="*/ 201747 w 303750"/>
                <a:gd name="connsiteY10" fmla="*/ 198096 h 405000"/>
                <a:gd name="connsiteX11" fmla="*/ 180755 w 303750"/>
                <a:gd name="connsiteY11" fmla="*/ 235997 h 405000"/>
                <a:gd name="connsiteX12" fmla="*/ 180755 w 303750"/>
                <a:gd name="connsiteY12" fmla="*/ 419158 h 405000"/>
                <a:gd name="connsiteX13" fmla="*/ 198490 w 303750"/>
                <a:gd name="connsiteY13" fmla="*/ 408459 h 405000"/>
                <a:gd name="connsiteX14" fmla="*/ 296939 w 303750"/>
                <a:gd name="connsiteY14" fmla="*/ 221873 h 405000"/>
                <a:gd name="connsiteX15" fmla="*/ 296281 w 303750"/>
                <a:gd name="connsiteY15" fmla="*/ 126377 h 405000"/>
                <a:gd name="connsiteX16" fmla="*/ 227279 w 303750"/>
                <a:gd name="connsiteY16" fmla="*/ 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3750" h="405000">
                  <a:moveTo>
                    <a:pt x="227279" y="0"/>
                  </a:moveTo>
                  <a:lnTo>
                    <a:pt x="81361" y="0"/>
                  </a:lnTo>
                  <a:lnTo>
                    <a:pt x="12342" y="126461"/>
                  </a:lnTo>
                  <a:cubicBezTo>
                    <a:pt x="-3875" y="156178"/>
                    <a:pt x="-4128" y="192021"/>
                    <a:pt x="11684" y="221974"/>
                  </a:cubicBezTo>
                  <a:lnTo>
                    <a:pt x="110116" y="408493"/>
                  </a:lnTo>
                  <a:cubicBezTo>
                    <a:pt x="113575" y="415091"/>
                    <a:pt x="120393" y="419192"/>
                    <a:pt x="127835" y="419192"/>
                  </a:cubicBezTo>
                  <a:lnTo>
                    <a:pt x="127835" y="235997"/>
                  </a:lnTo>
                  <a:cubicBezTo>
                    <a:pt x="115229" y="228049"/>
                    <a:pt x="106842" y="214076"/>
                    <a:pt x="106842" y="198096"/>
                  </a:cubicBezTo>
                  <a:cubicBezTo>
                    <a:pt x="106842" y="174420"/>
                    <a:pt x="125371" y="155199"/>
                    <a:pt x="148692" y="153731"/>
                  </a:cubicBezTo>
                  <a:lnTo>
                    <a:pt x="159914" y="153731"/>
                  </a:lnTo>
                  <a:cubicBezTo>
                    <a:pt x="183235" y="155216"/>
                    <a:pt x="201747" y="174420"/>
                    <a:pt x="201747" y="198096"/>
                  </a:cubicBezTo>
                  <a:cubicBezTo>
                    <a:pt x="201747" y="214076"/>
                    <a:pt x="193377" y="228049"/>
                    <a:pt x="180755" y="235997"/>
                  </a:cubicBezTo>
                  <a:lnTo>
                    <a:pt x="180755" y="419158"/>
                  </a:lnTo>
                  <a:cubicBezTo>
                    <a:pt x="188163" y="419158"/>
                    <a:pt x="195031" y="415058"/>
                    <a:pt x="198490" y="408459"/>
                  </a:cubicBezTo>
                  <a:lnTo>
                    <a:pt x="296939" y="221873"/>
                  </a:lnTo>
                  <a:cubicBezTo>
                    <a:pt x="312768" y="191987"/>
                    <a:pt x="312498" y="156128"/>
                    <a:pt x="296281" y="126377"/>
                  </a:cubicBezTo>
                  <a:lnTo>
                    <a:pt x="227279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25503209" y="6518692"/>
              <a:ext cx="320625" cy="84375"/>
            </a:xfrm>
            <a:custGeom>
              <a:avLst/>
              <a:gdLst>
                <a:gd name="connsiteX0" fmla="*/ 0 w 320625"/>
                <a:gd name="connsiteY0" fmla="*/ 0 h 84375"/>
                <a:gd name="connsiteX1" fmla="*/ 0 w 320625"/>
                <a:gd name="connsiteY1" fmla="*/ 46474 h 84375"/>
                <a:gd name="connsiteX2" fmla="*/ 22798 w 320625"/>
                <a:gd name="connsiteY2" fmla="*/ 46474 h 84375"/>
                <a:gd name="connsiteX3" fmla="*/ 22798 w 320625"/>
                <a:gd name="connsiteY3" fmla="*/ 46491 h 84375"/>
                <a:gd name="connsiteX4" fmla="*/ 69272 w 320625"/>
                <a:gd name="connsiteY4" fmla="*/ 92964 h 84375"/>
                <a:gd name="connsiteX5" fmla="*/ 262524 w 320625"/>
                <a:gd name="connsiteY5" fmla="*/ 92964 h 84375"/>
                <a:gd name="connsiteX6" fmla="*/ 308998 w 320625"/>
                <a:gd name="connsiteY6" fmla="*/ 46491 h 84375"/>
                <a:gd name="connsiteX7" fmla="*/ 308998 w 320625"/>
                <a:gd name="connsiteY7" fmla="*/ 46474 h 84375"/>
                <a:gd name="connsiteX8" fmla="*/ 331847 w 320625"/>
                <a:gd name="connsiteY8" fmla="*/ 46474 h 84375"/>
                <a:gd name="connsiteX9" fmla="*/ 331847 w 320625"/>
                <a:gd name="connsiteY9" fmla="*/ 0 h 84375"/>
                <a:gd name="connsiteX10" fmla="*/ 0 w 320625"/>
                <a:gd name="connsiteY10" fmla="*/ 0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0625" h="84375">
                  <a:moveTo>
                    <a:pt x="0" y="0"/>
                  </a:moveTo>
                  <a:lnTo>
                    <a:pt x="0" y="46474"/>
                  </a:lnTo>
                  <a:lnTo>
                    <a:pt x="22798" y="46474"/>
                  </a:lnTo>
                  <a:lnTo>
                    <a:pt x="22798" y="46491"/>
                  </a:lnTo>
                  <a:cubicBezTo>
                    <a:pt x="22798" y="72158"/>
                    <a:pt x="43605" y="92964"/>
                    <a:pt x="69272" y="92964"/>
                  </a:cubicBezTo>
                  <a:lnTo>
                    <a:pt x="262524" y="92964"/>
                  </a:lnTo>
                  <a:cubicBezTo>
                    <a:pt x="288191" y="92964"/>
                    <a:pt x="308998" y="72158"/>
                    <a:pt x="308998" y="46491"/>
                  </a:cubicBezTo>
                  <a:lnTo>
                    <a:pt x="308998" y="46474"/>
                  </a:lnTo>
                  <a:lnTo>
                    <a:pt x="331847" y="46474"/>
                  </a:lnTo>
                  <a:lnTo>
                    <a:pt x="3318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19" name="图形 161"/>
          <p:cNvSpPr/>
          <p:nvPr/>
        </p:nvSpPr>
        <p:spPr>
          <a:xfrm>
            <a:off x="5830118" y="5499158"/>
            <a:ext cx="489375" cy="523125"/>
          </a:xfrm>
          <a:custGeom>
            <a:avLst/>
            <a:gdLst>
              <a:gd name="connsiteX0" fmla="*/ 51845 w 489375"/>
              <a:gd name="connsiteY0" fmla="*/ 366375 h 523125"/>
              <a:gd name="connsiteX1" fmla="*/ 162343 w 489375"/>
              <a:gd name="connsiteY1" fmla="*/ 465448 h 523125"/>
              <a:gd name="connsiteX2" fmla="*/ 396703 w 489375"/>
              <a:gd name="connsiteY2" fmla="*/ 204240 h 523125"/>
              <a:gd name="connsiteX3" fmla="*/ 286205 w 489375"/>
              <a:gd name="connsiteY3" fmla="*/ 105116 h 523125"/>
              <a:gd name="connsiteX4" fmla="*/ 51845 w 489375"/>
              <a:gd name="connsiteY4" fmla="*/ 366375 h 523125"/>
              <a:gd name="connsiteX5" fmla="*/ 258513 w 489375"/>
              <a:gd name="connsiteY5" fmla="*/ 226380 h 523125"/>
              <a:gd name="connsiteX6" fmla="*/ 126922 w 489375"/>
              <a:gd name="connsiteY6" fmla="*/ 373057 h 523125"/>
              <a:gd name="connsiteX7" fmla="*/ 120509 w 489375"/>
              <a:gd name="connsiteY7" fmla="*/ 376145 h 523125"/>
              <a:gd name="connsiteX8" fmla="*/ 113793 w 489375"/>
              <a:gd name="connsiteY8" fmla="*/ 373766 h 523125"/>
              <a:gd name="connsiteX9" fmla="*/ 107263 w 489375"/>
              <a:gd name="connsiteY9" fmla="*/ 367910 h 523125"/>
              <a:gd name="connsiteX10" fmla="*/ 106554 w 489375"/>
              <a:gd name="connsiteY10" fmla="*/ 354781 h 523125"/>
              <a:gd name="connsiteX11" fmla="*/ 238145 w 489375"/>
              <a:gd name="connsiteY11" fmla="*/ 208104 h 523125"/>
              <a:gd name="connsiteX12" fmla="*/ 244558 w 489375"/>
              <a:gd name="connsiteY12" fmla="*/ 205016 h 523125"/>
              <a:gd name="connsiteX13" fmla="*/ 251274 w 489375"/>
              <a:gd name="connsiteY13" fmla="*/ 207378 h 523125"/>
              <a:gd name="connsiteX14" fmla="*/ 257804 w 489375"/>
              <a:gd name="connsiteY14" fmla="*/ 213234 h 523125"/>
              <a:gd name="connsiteX15" fmla="*/ 258513 w 489375"/>
              <a:gd name="connsiteY15" fmla="*/ 226380 h 523125"/>
              <a:gd name="connsiteX16" fmla="*/ 296786 w 489375"/>
              <a:gd name="connsiteY16" fmla="*/ 156635 h 523125"/>
              <a:gd name="connsiteX17" fmla="*/ 303299 w 489375"/>
              <a:gd name="connsiteY17" fmla="*/ 162474 h 523125"/>
              <a:gd name="connsiteX18" fmla="*/ 304025 w 489375"/>
              <a:gd name="connsiteY18" fmla="*/ 175603 h 523125"/>
              <a:gd name="connsiteX19" fmla="*/ 292584 w 489375"/>
              <a:gd name="connsiteY19" fmla="*/ 188360 h 523125"/>
              <a:gd name="connsiteX20" fmla="*/ 286154 w 489375"/>
              <a:gd name="connsiteY20" fmla="*/ 191448 h 523125"/>
              <a:gd name="connsiteX21" fmla="*/ 279438 w 489375"/>
              <a:gd name="connsiteY21" fmla="*/ 189086 h 523125"/>
              <a:gd name="connsiteX22" fmla="*/ 272908 w 489375"/>
              <a:gd name="connsiteY22" fmla="*/ 183230 h 523125"/>
              <a:gd name="connsiteX23" fmla="*/ 269819 w 489375"/>
              <a:gd name="connsiteY23" fmla="*/ 176801 h 523125"/>
              <a:gd name="connsiteX24" fmla="*/ 272199 w 489375"/>
              <a:gd name="connsiteY24" fmla="*/ 170085 h 523125"/>
              <a:gd name="connsiteX25" fmla="*/ 283640 w 489375"/>
              <a:gd name="connsiteY25" fmla="*/ 157327 h 523125"/>
              <a:gd name="connsiteX26" fmla="*/ 296786 w 489375"/>
              <a:gd name="connsiteY26" fmla="*/ 156635 h 523125"/>
              <a:gd name="connsiteX27" fmla="*/ 324039 w 489375"/>
              <a:gd name="connsiteY27" fmla="*/ 62979 h 523125"/>
              <a:gd name="connsiteX28" fmla="*/ 434503 w 489375"/>
              <a:gd name="connsiteY28" fmla="*/ 162086 h 523125"/>
              <a:gd name="connsiteX29" fmla="*/ 407368 w 489375"/>
              <a:gd name="connsiteY29" fmla="*/ 192343 h 523125"/>
              <a:gd name="connsiteX30" fmla="*/ 296904 w 489375"/>
              <a:gd name="connsiteY30" fmla="*/ 93236 h 523125"/>
              <a:gd name="connsiteX31" fmla="*/ 324039 w 489375"/>
              <a:gd name="connsiteY31" fmla="*/ 62979 h 523125"/>
              <a:gd name="connsiteX32" fmla="*/ 478934 w 489375"/>
              <a:gd name="connsiteY32" fmla="*/ 64413 h 523125"/>
              <a:gd name="connsiteX33" fmla="*/ 416311 w 489375"/>
              <a:gd name="connsiteY33" fmla="*/ 8220 h 523125"/>
              <a:gd name="connsiteX34" fmla="*/ 370951 w 489375"/>
              <a:gd name="connsiteY34" fmla="*/ 10683 h 523125"/>
              <a:gd name="connsiteX35" fmla="*/ 334029 w 489375"/>
              <a:gd name="connsiteY35" fmla="*/ 51858 h 523125"/>
              <a:gd name="connsiteX36" fmla="*/ 444526 w 489375"/>
              <a:gd name="connsiteY36" fmla="*/ 150948 h 523125"/>
              <a:gd name="connsiteX37" fmla="*/ 481449 w 489375"/>
              <a:gd name="connsiteY37" fmla="*/ 109807 h 523125"/>
              <a:gd name="connsiteX38" fmla="*/ 489583 w 489375"/>
              <a:gd name="connsiteY38" fmla="*/ 86604 h 523125"/>
              <a:gd name="connsiteX39" fmla="*/ 478934 w 489375"/>
              <a:gd name="connsiteY39" fmla="*/ 64413 h 523125"/>
              <a:gd name="connsiteX40" fmla="*/ 442248 w 489375"/>
              <a:gd name="connsiteY40" fmla="*/ 109655 h 523125"/>
              <a:gd name="connsiteX41" fmla="*/ 375288 w 489375"/>
              <a:gd name="connsiteY41" fmla="*/ 49597 h 523125"/>
              <a:gd name="connsiteX42" fmla="*/ 394627 w 489375"/>
              <a:gd name="connsiteY42" fmla="*/ 28065 h 523125"/>
              <a:gd name="connsiteX43" fmla="*/ 461587 w 489375"/>
              <a:gd name="connsiteY43" fmla="*/ 88106 h 523125"/>
              <a:gd name="connsiteX44" fmla="*/ 442248 w 489375"/>
              <a:gd name="connsiteY44" fmla="*/ 109655 h 523125"/>
              <a:gd name="connsiteX45" fmla="*/ 629 w 489375"/>
              <a:gd name="connsiteY45" fmla="*/ 513035 h 523125"/>
              <a:gd name="connsiteX46" fmla="*/ 5304 w 489375"/>
              <a:gd name="connsiteY46" fmla="*/ 529370 h 523125"/>
              <a:gd name="connsiteX47" fmla="*/ 22044 w 489375"/>
              <a:gd name="connsiteY47" fmla="*/ 532290 h 523125"/>
              <a:gd name="connsiteX48" fmla="*/ 149096 w 489375"/>
              <a:gd name="connsiteY48" fmla="*/ 480247 h 523125"/>
              <a:gd name="connsiteX49" fmla="*/ 38632 w 489375"/>
              <a:gd name="connsiteY49" fmla="*/ 381140 h 523125"/>
              <a:gd name="connsiteX50" fmla="*/ 629 w 489375"/>
              <a:gd name="connsiteY50" fmla="*/ 513035 h 523125"/>
              <a:gd name="connsiteX51" fmla="*/ 112916 w 489375"/>
              <a:gd name="connsiteY51" fmla="*/ 473986 h 523125"/>
              <a:gd name="connsiteX52" fmla="*/ 62999 w 489375"/>
              <a:gd name="connsiteY52" fmla="*/ 494422 h 523125"/>
              <a:gd name="connsiteX53" fmla="*/ 33806 w 489375"/>
              <a:gd name="connsiteY53" fmla="*/ 468232 h 523125"/>
              <a:gd name="connsiteX54" fmla="*/ 48740 w 489375"/>
              <a:gd name="connsiteY54" fmla="*/ 416409 h 523125"/>
              <a:gd name="connsiteX55" fmla="*/ 112916 w 489375"/>
              <a:gd name="connsiteY55" fmla="*/ 473986 h 52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89375" h="523125">
                <a:moveTo>
                  <a:pt x="51845" y="366375"/>
                </a:moveTo>
                <a:lnTo>
                  <a:pt x="162343" y="465448"/>
                </a:lnTo>
                <a:lnTo>
                  <a:pt x="396703" y="204240"/>
                </a:lnTo>
                <a:lnTo>
                  <a:pt x="286205" y="105116"/>
                </a:lnTo>
                <a:lnTo>
                  <a:pt x="51845" y="366375"/>
                </a:lnTo>
                <a:close/>
                <a:moveTo>
                  <a:pt x="258513" y="226380"/>
                </a:moveTo>
                <a:lnTo>
                  <a:pt x="126922" y="373057"/>
                </a:lnTo>
                <a:cubicBezTo>
                  <a:pt x="125268" y="374896"/>
                  <a:pt x="122973" y="376010"/>
                  <a:pt x="120509" y="376145"/>
                </a:cubicBezTo>
                <a:cubicBezTo>
                  <a:pt x="118046" y="376297"/>
                  <a:pt x="115616" y="375436"/>
                  <a:pt x="113793" y="373766"/>
                </a:cubicBezTo>
                <a:lnTo>
                  <a:pt x="107263" y="367910"/>
                </a:lnTo>
                <a:cubicBezTo>
                  <a:pt x="103449" y="364485"/>
                  <a:pt x="103128" y="358612"/>
                  <a:pt x="106554" y="354781"/>
                </a:cubicBezTo>
                <a:lnTo>
                  <a:pt x="238145" y="208104"/>
                </a:lnTo>
                <a:cubicBezTo>
                  <a:pt x="239799" y="206265"/>
                  <a:pt x="242094" y="205151"/>
                  <a:pt x="244558" y="205016"/>
                </a:cubicBezTo>
                <a:cubicBezTo>
                  <a:pt x="247021" y="204881"/>
                  <a:pt x="249451" y="205741"/>
                  <a:pt x="251274" y="207378"/>
                </a:cubicBezTo>
                <a:lnTo>
                  <a:pt x="257804" y="213234"/>
                </a:lnTo>
                <a:cubicBezTo>
                  <a:pt x="261618" y="216676"/>
                  <a:pt x="261922" y="222549"/>
                  <a:pt x="258513" y="226380"/>
                </a:cubicBezTo>
                <a:close/>
                <a:moveTo>
                  <a:pt x="296786" y="156635"/>
                </a:moveTo>
                <a:lnTo>
                  <a:pt x="303299" y="162474"/>
                </a:lnTo>
                <a:cubicBezTo>
                  <a:pt x="307147" y="165900"/>
                  <a:pt x="307451" y="171789"/>
                  <a:pt x="304025" y="175603"/>
                </a:cubicBezTo>
                <a:lnTo>
                  <a:pt x="292584" y="188360"/>
                </a:lnTo>
                <a:cubicBezTo>
                  <a:pt x="290913" y="190200"/>
                  <a:pt x="288618" y="191296"/>
                  <a:pt x="286154" y="191448"/>
                </a:cubicBezTo>
                <a:cubicBezTo>
                  <a:pt x="283691" y="191583"/>
                  <a:pt x="281278" y="190740"/>
                  <a:pt x="279438" y="189086"/>
                </a:cubicBezTo>
                <a:lnTo>
                  <a:pt x="272908" y="183230"/>
                </a:lnTo>
                <a:cubicBezTo>
                  <a:pt x="271085" y="181576"/>
                  <a:pt x="269971" y="179281"/>
                  <a:pt x="269819" y="176801"/>
                </a:cubicBezTo>
                <a:cubicBezTo>
                  <a:pt x="269684" y="174337"/>
                  <a:pt x="270545" y="171907"/>
                  <a:pt x="272199" y="170085"/>
                </a:cubicBezTo>
                <a:lnTo>
                  <a:pt x="283640" y="157327"/>
                </a:lnTo>
                <a:cubicBezTo>
                  <a:pt x="287083" y="153513"/>
                  <a:pt x="292972" y="153193"/>
                  <a:pt x="296786" y="156635"/>
                </a:cubicBezTo>
                <a:close/>
                <a:moveTo>
                  <a:pt x="324039" y="62979"/>
                </a:moveTo>
                <a:lnTo>
                  <a:pt x="434503" y="162086"/>
                </a:lnTo>
                <a:lnTo>
                  <a:pt x="407368" y="192343"/>
                </a:lnTo>
                <a:lnTo>
                  <a:pt x="296904" y="93236"/>
                </a:lnTo>
                <a:lnTo>
                  <a:pt x="324039" y="62979"/>
                </a:lnTo>
                <a:close/>
                <a:moveTo>
                  <a:pt x="478934" y="64413"/>
                </a:moveTo>
                <a:lnTo>
                  <a:pt x="416311" y="8220"/>
                </a:lnTo>
                <a:cubicBezTo>
                  <a:pt x="403098" y="-3644"/>
                  <a:pt x="382798" y="-2530"/>
                  <a:pt x="370951" y="10683"/>
                </a:cubicBezTo>
                <a:lnTo>
                  <a:pt x="334029" y="51858"/>
                </a:lnTo>
                <a:lnTo>
                  <a:pt x="444526" y="150948"/>
                </a:lnTo>
                <a:lnTo>
                  <a:pt x="481449" y="109807"/>
                </a:lnTo>
                <a:cubicBezTo>
                  <a:pt x="487119" y="103462"/>
                  <a:pt x="490089" y="95109"/>
                  <a:pt x="489583" y="86604"/>
                </a:cubicBezTo>
                <a:cubicBezTo>
                  <a:pt x="489110" y="78082"/>
                  <a:pt x="485279" y="70100"/>
                  <a:pt x="478934" y="64413"/>
                </a:cubicBezTo>
                <a:close/>
                <a:moveTo>
                  <a:pt x="442248" y="109655"/>
                </a:moveTo>
                <a:lnTo>
                  <a:pt x="375288" y="49597"/>
                </a:lnTo>
                <a:lnTo>
                  <a:pt x="394627" y="28065"/>
                </a:lnTo>
                <a:lnTo>
                  <a:pt x="461587" y="88106"/>
                </a:lnTo>
                <a:lnTo>
                  <a:pt x="442248" y="109655"/>
                </a:lnTo>
                <a:close/>
                <a:moveTo>
                  <a:pt x="629" y="513035"/>
                </a:moveTo>
                <a:cubicBezTo>
                  <a:pt x="-1075" y="518941"/>
                  <a:pt x="748" y="525303"/>
                  <a:pt x="5304" y="529370"/>
                </a:cubicBezTo>
                <a:cubicBezTo>
                  <a:pt x="9860" y="533471"/>
                  <a:pt x="16374" y="534601"/>
                  <a:pt x="22044" y="532290"/>
                </a:cubicBezTo>
                <a:lnTo>
                  <a:pt x="149096" y="480247"/>
                </a:lnTo>
                <a:lnTo>
                  <a:pt x="38632" y="381140"/>
                </a:lnTo>
                <a:lnTo>
                  <a:pt x="629" y="513035"/>
                </a:lnTo>
                <a:close/>
                <a:moveTo>
                  <a:pt x="112916" y="473986"/>
                </a:moveTo>
                <a:lnTo>
                  <a:pt x="62999" y="494422"/>
                </a:lnTo>
                <a:lnTo>
                  <a:pt x="33806" y="468232"/>
                </a:lnTo>
                <a:lnTo>
                  <a:pt x="48740" y="416409"/>
                </a:lnTo>
                <a:lnTo>
                  <a:pt x="112916" y="473986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220" name="图形 195"/>
          <p:cNvSpPr/>
          <p:nvPr/>
        </p:nvSpPr>
        <p:spPr>
          <a:xfrm>
            <a:off x="7049318" y="5558220"/>
            <a:ext cx="523125" cy="405000"/>
          </a:xfrm>
          <a:custGeom>
            <a:avLst/>
            <a:gdLst>
              <a:gd name="connsiteX0" fmla="*/ 370761 w 523125"/>
              <a:gd name="connsiteY0" fmla="*/ 91386 h 405000"/>
              <a:gd name="connsiteX1" fmla="*/ 455102 w 523125"/>
              <a:gd name="connsiteY1" fmla="*/ 173770 h 405000"/>
              <a:gd name="connsiteX2" fmla="*/ 539477 w 523125"/>
              <a:gd name="connsiteY2" fmla="*/ 91977 h 405000"/>
              <a:gd name="connsiteX3" fmla="*/ 538853 w 523125"/>
              <a:gd name="connsiteY3" fmla="*/ 87522 h 405000"/>
              <a:gd name="connsiteX4" fmla="*/ 533318 w 523125"/>
              <a:gd name="connsiteY4" fmla="*/ 87809 h 405000"/>
              <a:gd name="connsiteX5" fmla="*/ 466290 w 523125"/>
              <a:gd name="connsiteY5" fmla="*/ 8699 h 405000"/>
              <a:gd name="connsiteX6" fmla="*/ 439476 w 523125"/>
              <a:gd name="connsiteY6" fmla="*/ 1358 h 405000"/>
              <a:gd name="connsiteX7" fmla="*/ 323848 w 523125"/>
              <a:gd name="connsiteY7" fmla="*/ 41470 h 405000"/>
              <a:gd name="connsiteX8" fmla="*/ 275940 w 523125"/>
              <a:gd name="connsiteY8" fmla="*/ 17457 h 405000"/>
              <a:gd name="connsiteX9" fmla="*/ 216186 w 523125"/>
              <a:gd name="connsiteY9" fmla="*/ 77161 h 405000"/>
              <a:gd name="connsiteX10" fmla="*/ 216236 w 523125"/>
              <a:gd name="connsiteY10" fmla="*/ 78747 h 405000"/>
              <a:gd name="connsiteX11" fmla="*/ 99259 w 523125"/>
              <a:gd name="connsiteY11" fmla="*/ 119264 h 405000"/>
              <a:gd name="connsiteX12" fmla="*/ 74183 w 523125"/>
              <a:gd name="connsiteY12" fmla="*/ 136527 h 405000"/>
              <a:gd name="connsiteX13" fmla="*/ 6750 w 523125"/>
              <a:gd name="connsiteY13" fmla="*/ 216869 h 405000"/>
              <a:gd name="connsiteX14" fmla="*/ 641 w 523125"/>
              <a:gd name="connsiteY14" fmla="*/ 216869 h 405000"/>
              <a:gd name="connsiteX15" fmla="*/ 0 w 523125"/>
              <a:gd name="connsiteY15" fmla="*/ 220345 h 405000"/>
              <a:gd name="connsiteX16" fmla="*/ 84358 w 523125"/>
              <a:gd name="connsiteY16" fmla="*/ 302577 h 405000"/>
              <a:gd name="connsiteX17" fmla="*/ 168699 w 523125"/>
              <a:gd name="connsiteY17" fmla="*/ 221037 h 405000"/>
              <a:gd name="connsiteX18" fmla="*/ 168058 w 523125"/>
              <a:gd name="connsiteY18" fmla="*/ 216835 h 405000"/>
              <a:gd name="connsiteX19" fmla="*/ 162388 w 523125"/>
              <a:gd name="connsiteY19" fmla="*/ 216835 h 405000"/>
              <a:gd name="connsiteX20" fmla="*/ 109384 w 523125"/>
              <a:gd name="connsiteY20" fmla="*/ 153807 h 405000"/>
              <a:gd name="connsiteX21" fmla="*/ 227644 w 523125"/>
              <a:gd name="connsiteY21" fmla="*/ 112868 h 405000"/>
              <a:gd name="connsiteX22" fmla="*/ 239844 w 523125"/>
              <a:gd name="connsiteY22" fmla="*/ 124715 h 405000"/>
              <a:gd name="connsiteX23" fmla="*/ 239844 w 523125"/>
              <a:gd name="connsiteY23" fmla="*/ 374616 h 405000"/>
              <a:gd name="connsiteX24" fmla="*/ 126664 w 523125"/>
              <a:gd name="connsiteY24" fmla="*/ 374616 h 405000"/>
              <a:gd name="connsiteX25" fmla="*/ 90804 w 523125"/>
              <a:gd name="connsiteY25" fmla="*/ 410476 h 405000"/>
              <a:gd name="connsiteX26" fmla="*/ 90804 w 523125"/>
              <a:gd name="connsiteY26" fmla="*/ 420651 h 405000"/>
              <a:gd name="connsiteX27" fmla="*/ 461160 w 523125"/>
              <a:gd name="connsiteY27" fmla="*/ 420651 h 405000"/>
              <a:gd name="connsiteX28" fmla="*/ 461160 w 523125"/>
              <a:gd name="connsiteY28" fmla="*/ 410459 h 405000"/>
              <a:gd name="connsiteX29" fmla="*/ 425301 w 523125"/>
              <a:gd name="connsiteY29" fmla="*/ 374600 h 405000"/>
              <a:gd name="connsiteX30" fmla="*/ 312137 w 523125"/>
              <a:gd name="connsiteY30" fmla="*/ 374600 h 405000"/>
              <a:gd name="connsiteX31" fmla="*/ 312137 w 523125"/>
              <a:gd name="connsiteY31" fmla="*/ 124731 h 405000"/>
              <a:gd name="connsiteX32" fmla="*/ 335694 w 523125"/>
              <a:gd name="connsiteY32" fmla="*/ 77144 h 405000"/>
              <a:gd name="connsiteX33" fmla="*/ 335661 w 523125"/>
              <a:gd name="connsiteY33" fmla="*/ 75490 h 405000"/>
              <a:gd name="connsiteX34" fmla="*/ 409843 w 523125"/>
              <a:gd name="connsiteY34" fmla="*/ 49806 h 405000"/>
              <a:gd name="connsiteX35" fmla="*/ 377393 w 523125"/>
              <a:gd name="connsiteY35" fmla="*/ 87826 h 405000"/>
              <a:gd name="connsiteX36" fmla="*/ 371402 w 523125"/>
              <a:gd name="connsiteY36" fmla="*/ 87539 h 405000"/>
              <a:gd name="connsiteX37" fmla="*/ 370761 w 523125"/>
              <a:gd name="connsiteY37" fmla="*/ 91386 h 405000"/>
              <a:gd name="connsiteX38" fmla="*/ 53646 w 523125"/>
              <a:gd name="connsiteY38" fmla="*/ 216852 h 405000"/>
              <a:gd name="connsiteX39" fmla="*/ 84578 w 523125"/>
              <a:gd name="connsiteY39" fmla="*/ 180183 h 405000"/>
              <a:gd name="connsiteX40" fmla="*/ 115526 w 523125"/>
              <a:gd name="connsiteY40" fmla="*/ 216852 h 405000"/>
              <a:gd name="connsiteX41" fmla="*/ 53646 w 523125"/>
              <a:gd name="connsiteY41" fmla="*/ 216852 h 405000"/>
              <a:gd name="connsiteX42" fmla="*/ 455321 w 523125"/>
              <a:gd name="connsiteY42" fmla="*/ 50886 h 405000"/>
              <a:gd name="connsiteX43" fmla="*/ 486270 w 523125"/>
              <a:gd name="connsiteY43" fmla="*/ 87539 h 405000"/>
              <a:gd name="connsiteX44" fmla="*/ 424406 w 523125"/>
              <a:gd name="connsiteY44" fmla="*/ 87539 h 405000"/>
              <a:gd name="connsiteX45" fmla="*/ 455321 w 523125"/>
              <a:gd name="connsiteY45" fmla="*/ 50886 h 4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23125" h="405000">
                <a:moveTo>
                  <a:pt x="370761" y="91386"/>
                </a:moveTo>
                <a:cubicBezTo>
                  <a:pt x="370761" y="137556"/>
                  <a:pt x="408527" y="173770"/>
                  <a:pt x="455102" y="173770"/>
                </a:cubicBezTo>
                <a:cubicBezTo>
                  <a:pt x="501711" y="173770"/>
                  <a:pt x="539477" y="138164"/>
                  <a:pt x="539477" y="91977"/>
                </a:cubicBezTo>
                <a:cubicBezTo>
                  <a:pt x="539477" y="89834"/>
                  <a:pt x="539021" y="87522"/>
                  <a:pt x="538853" y="87522"/>
                </a:cubicBezTo>
                <a:lnTo>
                  <a:pt x="533318" y="87809"/>
                </a:lnTo>
                <a:lnTo>
                  <a:pt x="466290" y="8699"/>
                </a:lnTo>
                <a:cubicBezTo>
                  <a:pt x="459726" y="936"/>
                  <a:pt x="449061" y="-1966"/>
                  <a:pt x="439476" y="1358"/>
                </a:cubicBezTo>
                <a:lnTo>
                  <a:pt x="323848" y="41470"/>
                </a:lnTo>
                <a:cubicBezTo>
                  <a:pt x="312947" y="26890"/>
                  <a:pt x="295498" y="17457"/>
                  <a:pt x="275940" y="17457"/>
                </a:cubicBezTo>
                <a:cubicBezTo>
                  <a:pt x="242966" y="17457"/>
                  <a:pt x="216186" y="44187"/>
                  <a:pt x="216186" y="77161"/>
                </a:cubicBezTo>
                <a:cubicBezTo>
                  <a:pt x="216186" y="77684"/>
                  <a:pt x="216219" y="78207"/>
                  <a:pt x="216236" y="78747"/>
                </a:cubicBezTo>
                <a:lnTo>
                  <a:pt x="99259" y="119264"/>
                </a:lnTo>
                <a:cubicBezTo>
                  <a:pt x="89488" y="122639"/>
                  <a:pt x="80831" y="128613"/>
                  <a:pt x="74183" y="136527"/>
                </a:cubicBezTo>
                <a:lnTo>
                  <a:pt x="6750" y="216869"/>
                </a:lnTo>
                <a:lnTo>
                  <a:pt x="641" y="216869"/>
                </a:lnTo>
                <a:cubicBezTo>
                  <a:pt x="473" y="216852"/>
                  <a:pt x="0" y="218219"/>
                  <a:pt x="0" y="220345"/>
                </a:cubicBezTo>
                <a:cubicBezTo>
                  <a:pt x="0" y="266515"/>
                  <a:pt x="37766" y="302577"/>
                  <a:pt x="84358" y="302577"/>
                </a:cubicBezTo>
                <a:cubicBezTo>
                  <a:pt x="130933" y="302577"/>
                  <a:pt x="168699" y="267207"/>
                  <a:pt x="168699" y="221037"/>
                </a:cubicBezTo>
                <a:cubicBezTo>
                  <a:pt x="168699" y="218877"/>
                  <a:pt x="168244" y="216835"/>
                  <a:pt x="168058" y="216835"/>
                </a:cubicBezTo>
                <a:lnTo>
                  <a:pt x="162388" y="216835"/>
                </a:lnTo>
                <a:lnTo>
                  <a:pt x="109384" y="153807"/>
                </a:lnTo>
                <a:lnTo>
                  <a:pt x="227644" y="112868"/>
                </a:lnTo>
                <a:cubicBezTo>
                  <a:pt x="231019" y="117323"/>
                  <a:pt x="235086" y="121340"/>
                  <a:pt x="239844" y="124715"/>
                </a:cubicBezTo>
                <a:lnTo>
                  <a:pt x="239844" y="374616"/>
                </a:lnTo>
                <a:lnTo>
                  <a:pt x="126664" y="374616"/>
                </a:lnTo>
                <a:cubicBezTo>
                  <a:pt x="106869" y="374616"/>
                  <a:pt x="90804" y="390665"/>
                  <a:pt x="90804" y="410476"/>
                </a:cubicBezTo>
                <a:lnTo>
                  <a:pt x="90804" y="420651"/>
                </a:lnTo>
                <a:lnTo>
                  <a:pt x="461160" y="420651"/>
                </a:lnTo>
                <a:lnTo>
                  <a:pt x="461160" y="410459"/>
                </a:lnTo>
                <a:cubicBezTo>
                  <a:pt x="461160" y="390681"/>
                  <a:pt x="445112" y="374600"/>
                  <a:pt x="425301" y="374600"/>
                </a:cubicBezTo>
                <a:lnTo>
                  <a:pt x="312137" y="374600"/>
                </a:lnTo>
                <a:lnTo>
                  <a:pt x="312137" y="124731"/>
                </a:lnTo>
                <a:cubicBezTo>
                  <a:pt x="325266" y="113830"/>
                  <a:pt x="335694" y="96584"/>
                  <a:pt x="335694" y="77144"/>
                </a:cubicBezTo>
                <a:cubicBezTo>
                  <a:pt x="335694" y="76587"/>
                  <a:pt x="335661" y="76047"/>
                  <a:pt x="335661" y="75490"/>
                </a:cubicBezTo>
                <a:lnTo>
                  <a:pt x="409843" y="49806"/>
                </a:lnTo>
                <a:lnTo>
                  <a:pt x="377393" y="87826"/>
                </a:lnTo>
                <a:lnTo>
                  <a:pt x="371402" y="87539"/>
                </a:lnTo>
                <a:cubicBezTo>
                  <a:pt x="371233" y="87539"/>
                  <a:pt x="370761" y="89243"/>
                  <a:pt x="370761" y="91386"/>
                </a:cubicBezTo>
                <a:close/>
                <a:moveTo>
                  <a:pt x="53646" y="216852"/>
                </a:moveTo>
                <a:lnTo>
                  <a:pt x="84578" y="180183"/>
                </a:lnTo>
                <a:lnTo>
                  <a:pt x="115526" y="216852"/>
                </a:lnTo>
                <a:lnTo>
                  <a:pt x="53646" y="216852"/>
                </a:lnTo>
                <a:close/>
                <a:moveTo>
                  <a:pt x="455321" y="50886"/>
                </a:moveTo>
                <a:lnTo>
                  <a:pt x="486270" y="87539"/>
                </a:lnTo>
                <a:lnTo>
                  <a:pt x="424406" y="87539"/>
                </a:lnTo>
                <a:lnTo>
                  <a:pt x="455321" y="50886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21" name="组合 220"/>
          <p:cNvGrpSpPr/>
          <p:nvPr/>
        </p:nvGrpSpPr>
        <p:grpSpPr>
          <a:xfrm>
            <a:off x="8268518" y="5493640"/>
            <a:ext cx="488514" cy="534161"/>
            <a:chOff x="24309033" y="7598946"/>
            <a:chExt cx="488514" cy="534161"/>
          </a:xfrm>
          <a:solidFill>
            <a:schemeClr val="accent1"/>
          </a:solidFill>
        </p:grpSpPr>
        <p:sp>
          <p:nvSpPr>
            <p:cNvPr id="222" name="任意多边形: 形状 221"/>
            <p:cNvSpPr/>
            <p:nvPr/>
          </p:nvSpPr>
          <p:spPr>
            <a:xfrm>
              <a:off x="24341922" y="7728107"/>
              <a:ext cx="455625" cy="405000"/>
            </a:xfrm>
            <a:custGeom>
              <a:avLst/>
              <a:gdLst>
                <a:gd name="connsiteX0" fmla="*/ 470931 w 455625"/>
                <a:gd name="connsiteY0" fmla="*/ 0 h 405000"/>
                <a:gd name="connsiteX1" fmla="*/ 418433 w 455625"/>
                <a:gd name="connsiteY1" fmla="*/ 0 h 405000"/>
                <a:gd name="connsiteX2" fmla="*/ 385746 w 455625"/>
                <a:gd name="connsiteY2" fmla="*/ 32670 h 405000"/>
                <a:gd name="connsiteX3" fmla="*/ 385746 w 455625"/>
                <a:gd name="connsiteY3" fmla="*/ 53696 h 405000"/>
                <a:gd name="connsiteX4" fmla="*/ 418433 w 455625"/>
                <a:gd name="connsiteY4" fmla="*/ 86383 h 405000"/>
                <a:gd name="connsiteX5" fmla="*/ 428355 w 455625"/>
                <a:gd name="connsiteY5" fmla="*/ 86383 h 405000"/>
                <a:gd name="connsiteX6" fmla="*/ 428355 w 455625"/>
                <a:gd name="connsiteY6" fmla="*/ 190384 h 405000"/>
                <a:gd name="connsiteX7" fmla="*/ 321840 w 455625"/>
                <a:gd name="connsiteY7" fmla="*/ 310838 h 405000"/>
                <a:gd name="connsiteX8" fmla="*/ 321840 w 455625"/>
                <a:gd name="connsiteY8" fmla="*/ 235372 h 405000"/>
                <a:gd name="connsiteX9" fmla="*/ 160144 w 455625"/>
                <a:gd name="connsiteY9" fmla="*/ 299700 h 405000"/>
                <a:gd name="connsiteX10" fmla="*/ 0 w 455625"/>
                <a:gd name="connsiteY10" fmla="*/ 236841 h 405000"/>
                <a:gd name="connsiteX11" fmla="*/ 0 w 455625"/>
                <a:gd name="connsiteY11" fmla="*/ 377038 h 405000"/>
                <a:gd name="connsiteX12" fmla="*/ 30004 w 455625"/>
                <a:gd name="connsiteY12" fmla="*/ 407042 h 405000"/>
                <a:gd name="connsiteX13" fmla="*/ 291870 w 455625"/>
                <a:gd name="connsiteY13" fmla="*/ 407042 h 405000"/>
                <a:gd name="connsiteX14" fmla="*/ 321857 w 455625"/>
                <a:gd name="connsiteY14" fmla="*/ 377038 h 405000"/>
                <a:gd name="connsiteX15" fmla="*/ 321857 w 455625"/>
                <a:gd name="connsiteY15" fmla="*/ 375536 h 405000"/>
                <a:gd name="connsiteX16" fmla="*/ 470964 w 455625"/>
                <a:gd name="connsiteY16" fmla="*/ 206618 h 405000"/>
                <a:gd name="connsiteX17" fmla="*/ 470964 w 455625"/>
                <a:gd name="connsiteY17" fmla="*/ 0 h 405000"/>
                <a:gd name="connsiteX18" fmla="*/ 470931 w 455625"/>
                <a:gd name="connsiteY18" fmla="*/ 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625" h="405000">
                  <a:moveTo>
                    <a:pt x="470931" y="0"/>
                  </a:moveTo>
                  <a:lnTo>
                    <a:pt x="418433" y="0"/>
                  </a:lnTo>
                  <a:cubicBezTo>
                    <a:pt x="400427" y="0"/>
                    <a:pt x="385746" y="14631"/>
                    <a:pt x="385746" y="32670"/>
                  </a:cubicBezTo>
                  <a:lnTo>
                    <a:pt x="385746" y="53696"/>
                  </a:lnTo>
                  <a:cubicBezTo>
                    <a:pt x="385746" y="71736"/>
                    <a:pt x="400376" y="86383"/>
                    <a:pt x="418433" y="86383"/>
                  </a:cubicBezTo>
                  <a:lnTo>
                    <a:pt x="428355" y="86383"/>
                  </a:lnTo>
                  <a:lnTo>
                    <a:pt x="428355" y="190384"/>
                  </a:lnTo>
                  <a:lnTo>
                    <a:pt x="321840" y="310838"/>
                  </a:lnTo>
                  <a:lnTo>
                    <a:pt x="321840" y="235372"/>
                  </a:lnTo>
                  <a:cubicBezTo>
                    <a:pt x="279568" y="275198"/>
                    <a:pt x="222666" y="299700"/>
                    <a:pt x="160144" y="299700"/>
                  </a:cubicBezTo>
                  <a:cubicBezTo>
                    <a:pt x="98364" y="299700"/>
                    <a:pt x="42103" y="275839"/>
                    <a:pt x="0" y="236841"/>
                  </a:cubicBezTo>
                  <a:lnTo>
                    <a:pt x="0" y="377038"/>
                  </a:lnTo>
                  <a:cubicBezTo>
                    <a:pt x="0" y="393609"/>
                    <a:pt x="13433" y="407042"/>
                    <a:pt x="30004" y="407042"/>
                  </a:cubicBezTo>
                  <a:lnTo>
                    <a:pt x="291870" y="407042"/>
                  </a:lnTo>
                  <a:cubicBezTo>
                    <a:pt x="308424" y="407042"/>
                    <a:pt x="321857" y="393609"/>
                    <a:pt x="321857" y="377038"/>
                  </a:cubicBezTo>
                  <a:lnTo>
                    <a:pt x="321857" y="375536"/>
                  </a:lnTo>
                  <a:lnTo>
                    <a:pt x="470964" y="206618"/>
                  </a:lnTo>
                  <a:lnTo>
                    <a:pt x="470964" y="0"/>
                  </a:lnTo>
                  <a:lnTo>
                    <a:pt x="470931" y="0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24309033" y="7598946"/>
              <a:ext cx="371250" cy="371250"/>
            </a:xfrm>
            <a:custGeom>
              <a:avLst/>
              <a:gdLst>
                <a:gd name="connsiteX0" fmla="*/ 193016 w 371250"/>
                <a:gd name="connsiteY0" fmla="*/ 386016 h 371250"/>
                <a:gd name="connsiteX1" fmla="*/ 386033 w 371250"/>
                <a:gd name="connsiteY1" fmla="*/ 192999 h 371250"/>
                <a:gd name="connsiteX2" fmla="*/ 193016 w 371250"/>
                <a:gd name="connsiteY2" fmla="*/ 0 h 371250"/>
                <a:gd name="connsiteX3" fmla="*/ 0 w 371250"/>
                <a:gd name="connsiteY3" fmla="*/ 192999 h 371250"/>
                <a:gd name="connsiteX4" fmla="*/ 193016 w 371250"/>
                <a:gd name="connsiteY4" fmla="*/ 386016 h 371250"/>
                <a:gd name="connsiteX5" fmla="*/ 177086 w 371250"/>
                <a:gd name="connsiteY5" fmla="*/ 35488 h 371250"/>
                <a:gd name="connsiteX6" fmla="*/ 198096 w 371250"/>
                <a:gd name="connsiteY6" fmla="*/ 56481 h 371250"/>
                <a:gd name="connsiteX7" fmla="*/ 177086 w 371250"/>
                <a:gd name="connsiteY7" fmla="*/ 77456 h 371250"/>
                <a:gd name="connsiteX8" fmla="*/ 156111 w 371250"/>
                <a:gd name="connsiteY8" fmla="*/ 56481 h 371250"/>
                <a:gd name="connsiteX9" fmla="*/ 177086 w 371250"/>
                <a:gd name="connsiteY9" fmla="*/ 35488 h 371250"/>
                <a:gd name="connsiteX10" fmla="*/ 193016 w 371250"/>
                <a:gd name="connsiteY10" fmla="*/ 144079 h 371250"/>
                <a:gd name="connsiteX11" fmla="*/ 239372 w 371250"/>
                <a:gd name="connsiteY11" fmla="*/ 190451 h 371250"/>
                <a:gd name="connsiteX12" fmla="*/ 193016 w 371250"/>
                <a:gd name="connsiteY12" fmla="*/ 236790 h 371250"/>
                <a:gd name="connsiteX13" fmla="*/ 146627 w 371250"/>
                <a:gd name="connsiteY13" fmla="*/ 190451 h 371250"/>
                <a:gd name="connsiteX14" fmla="*/ 193016 w 371250"/>
                <a:gd name="connsiteY14" fmla="*/ 144079 h 371250"/>
                <a:gd name="connsiteX15" fmla="*/ 34965 w 371250"/>
                <a:gd name="connsiteY15" fmla="*/ 188544 h 371250"/>
                <a:gd name="connsiteX16" fmla="*/ 103646 w 371250"/>
                <a:gd name="connsiteY16" fmla="*/ 62539 h 371250"/>
                <a:gd name="connsiteX17" fmla="*/ 132621 w 371250"/>
                <a:gd name="connsiteY17" fmla="*/ 71432 h 371250"/>
                <a:gd name="connsiteX18" fmla="*/ 123846 w 371250"/>
                <a:gd name="connsiteY18" fmla="*/ 100339 h 371250"/>
                <a:gd name="connsiteX19" fmla="*/ 77693 w 371250"/>
                <a:gd name="connsiteY19" fmla="*/ 185153 h 371250"/>
                <a:gd name="connsiteX20" fmla="*/ 58033 w 371250"/>
                <a:gd name="connsiteY20" fmla="*/ 208204 h 371250"/>
                <a:gd name="connsiteX21" fmla="*/ 56312 w 371250"/>
                <a:gd name="connsiteY21" fmla="*/ 208254 h 371250"/>
                <a:gd name="connsiteX22" fmla="*/ 34965 w 371250"/>
                <a:gd name="connsiteY22" fmla="*/ 188544 h 37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71250" h="371250">
                  <a:moveTo>
                    <a:pt x="193016" y="386016"/>
                  </a:moveTo>
                  <a:cubicBezTo>
                    <a:pt x="299447" y="386016"/>
                    <a:pt x="386033" y="299430"/>
                    <a:pt x="386033" y="192999"/>
                  </a:cubicBezTo>
                  <a:cubicBezTo>
                    <a:pt x="386033" y="86586"/>
                    <a:pt x="299430" y="0"/>
                    <a:pt x="193016" y="0"/>
                  </a:cubicBezTo>
                  <a:cubicBezTo>
                    <a:pt x="86569" y="0"/>
                    <a:pt x="0" y="86586"/>
                    <a:pt x="0" y="192999"/>
                  </a:cubicBezTo>
                  <a:cubicBezTo>
                    <a:pt x="0" y="299430"/>
                    <a:pt x="86569" y="386016"/>
                    <a:pt x="193016" y="386016"/>
                  </a:cubicBezTo>
                  <a:close/>
                  <a:moveTo>
                    <a:pt x="177086" y="35488"/>
                  </a:moveTo>
                  <a:cubicBezTo>
                    <a:pt x="188696" y="35488"/>
                    <a:pt x="198096" y="44888"/>
                    <a:pt x="198096" y="56481"/>
                  </a:cubicBezTo>
                  <a:cubicBezTo>
                    <a:pt x="198096" y="68074"/>
                    <a:pt x="188679" y="77456"/>
                    <a:pt x="177086" y="77456"/>
                  </a:cubicBezTo>
                  <a:cubicBezTo>
                    <a:pt x="165510" y="77456"/>
                    <a:pt x="156111" y="68057"/>
                    <a:pt x="156111" y="56481"/>
                  </a:cubicBezTo>
                  <a:cubicBezTo>
                    <a:pt x="156111" y="44888"/>
                    <a:pt x="165510" y="35488"/>
                    <a:pt x="177086" y="35488"/>
                  </a:cubicBezTo>
                  <a:close/>
                  <a:moveTo>
                    <a:pt x="193016" y="144079"/>
                  </a:moveTo>
                  <a:cubicBezTo>
                    <a:pt x="218616" y="144079"/>
                    <a:pt x="239372" y="164818"/>
                    <a:pt x="239372" y="190451"/>
                  </a:cubicBezTo>
                  <a:cubicBezTo>
                    <a:pt x="239372" y="216051"/>
                    <a:pt x="218616" y="236790"/>
                    <a:pt x="193016" y="236790"/>
                  </a:cubicBezTo>
                  <a:cubicBezTo>
                    <a:pt x="167417" y="236790"/>
                    <a:pt x="146627" y="216051"/>
                    <a:pt x="146627" y="190451"/>
                  </a:cubicBezTo>
                  <a:cubicBezTo>
                    <a:pt x="146627" y="164818"/>
                    <a:pt x="167417" y="144079"/>
                    <a:pt x="193016" y="144079"/>
                  </a:cubicBezTo>
                  <a:close/>
                  <a:moveTo>
                    <a:pt x="34965" y="188544"/>
                  </a:moveTo>
                  <a:cubicBezTo>
                    <a:pt x="28249" y="103629"/>
                    <a:pt x="100558" y="64176"/>
                    <a:pt x="103646" y="62539"/>
                  </a:cubicBezTo>
                  <a:cubicBezTo>
                    <a:pt x="114092" y="56953"/>
                    <a:pt x="127035" y="60936"/>
                    <a:pt x="132621" y="71432"/>
                  </a:cubicBezTo>
                  <a:cubicBezTo>
                    <a:pt x="138173" y="81844"/>
                    <a:pt x="134241" y="94770"/>
                    <a:pt x="123846" y="100339"/>
                  </a:cubicBezTo>
                  <a:cubicBezTo>
                    <a:pt x="121551" y="101604"/>
                    <a:pt x="73238" y="128807"/>
                    <a:pt x="77693" y="185153"/>
                  </a:cubicBezTo>
                  <a:cubicBezTo>
                    <a:pt x="78621" y="196965"/>
                    <a:pt x="69829" y="207276"/>
                    <a:pt x="58033" y="208204"/>
                  </a:cubicBezTo>
                  <a:cubicBezTo>
                    <a:pt x="57459" y="208238"/>
                    <a:pt x="56869" y="208254"/>
                    <a:pt x="56312" y="208254"/>
                  </a:cubicBezTo>
                  <a:cubicBezTo>
                    <a:pt x="45225" y="208271"/>
                    <a:pt x="35859" y="199766"/>
                    <a:pt x="34965" y="188544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24472130" y="7759461"/>
              <a:ext cx="50625" cy="50625"/>
            </a:xfrm>
            <a:custGeom>
              <a:avLst/>
              <a:gdLst>
                <a:gd name="connsiteX0" fmla="*/ 59839 w 50625"/>
                <a:gd name="connsiteY0" fmla="*/ 29919 h 50625"/>
                <a:gd name="connsiteX1" fmla="*/ 29919 w 50625"/>
                <a:gd name="connsiteY1" fmla="*/ 59839 h 50625"/>
                <a:gd name="connsiteX2" fmla="*/ 0 w 50625"/>
                <a:gd name="connsiteY2" fmla="*/ 29919 h 50625"/>
                <a:gd name="connsiteX3" fmla="*/ 29919 w 50625"/>
                <a:gd name="connsiteY3" fmla="*/ 0 h 50625"/>
                <a:gd name="connsiteX4" fmla="*/ 59839 w 50625"/>
                <a:gd name="connsiteY4" fmla="*/ 29919 h 5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5" h="50625">
                  <a:moveTo>
                    <a:pt x="59839" y="29919"/>
                  </a:moveTo>
                  <a:cubicBezTo>
                    <a:pt x="59839" y="46443"/>
                    <a:pt x="46443" y="59839"/>
                    <a:pt x="29919" y="59839"/>
                  </a:cubicBezTo>
                  <a:cubicBezTo>
                    <a:pt x="13395" y="59839"/>
                    <a:pt x="0" y="46443"/>
                    <a:pt x="0" y="29919"/>
                  </a:cubicBezTo>
                  <a:cubicBezTo>
                    <a:pt x="0" y="13395"/>
                    <a:pt x="13395" y="0"/>
                    <a:pt x="29919" y="0"/>
                  </a:cubicBezTo>
                  <a:cubicBezTo>
                    <a:pt x="46443" y="0"/>
                    <a:pt x="59839" y="13395"/>
                    <a:pt x="59839" y="2991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25" name="图形 199"/>
          <p:cNvSpPr/>
          <p:nvPr/>
        </p:nvSpPr>
        <p:spPr>
          <a:xfrm>
            <a:off x="9487718" y="5516033"/>
            <a:ext cx="523125" cy="489375"/>
          </a:xfrm>
          <a:custGeom>
            <a:avLst/>
            <a:gdLst>
              <a:gd name="connsiteX0" fmla="*/ 517573 w 523125"/>
              <a:gd name="connsiteY0" fmla="*/ 440235 h 489375"/>
              <a:gd name="connsiteX1" fmla="*/ 517573 w 523125"/>
              <a:gd name="connsiteY1" fmla="*/ 222564 h 489375"/>
              <a:gd name="connsiteX2" fmla="*/ 294621 w 523125"/>
              <a:gd name="connsiteY2" fmla="*/ 128925 h 489375"/>
              <a:gd name="connsiteX3" fmla="*/ 294621 w 523125"/>
              <a:gd name="connsiteY3" fmla="*/ 86451 h 489375"/>
              <a:gd name="connsiteX4" fmla="*/ 316221 w 523125"/>
              <a:gd name="connsiteY4" fmla="*/ 86451 h 489375"/>
              <a:gd name="connsiteX5" fmla="*/ 316221 w 523125"/>
              <a:gd name="connsiteY5" fmla="*/ 105806 h 489375"/>
              <a:gd name="connsiteX6" fmla="*/ 392462 w 523125"/>
              <a:gd name="connsiteY6" fmla="*/ 105806 h 489375"/>
              <a:gd name="connsiteX7" fmla="*/ 392462 w 523125"/>
              <a:gd name="connsiteY7" fmla="*/ 38694 h 489375"/>
              <a:gd name="connsiteX8" fmla="*/ 353768 w 523125"/>
              <a:gd name="connsiteY8" fmla="*/ 38694 h 489375"/>
              <a:gd name="connsiteX9" fmla="*/ 353768 w 523125"/>
              <a:gd name="connsiteY9" fmla="*/ 19356 h 489375"/>
              <a:gd name="connsiteX10" fmla="*/ 294621 w 523125"/>
              <a:gd name="connsiteY10" fmla="*/ 19356 h 489375"/>
              <a:gd name="connsiteX11" fmla="*/ 294621 w 523125"/>
              <a:gd name="connsiteY11" fmla="*/ 19187 h 489375"/>
              <a:gd name="connsiteX12" fmla="*/ 275282 w 523125"/>
              <a:gd name="connsiteY12" fmla="*/ 0 h 489375"/>
              <a:gd name="connsiteX13" fmla="*/ 255926 w 523125"/>
              <a:gd name="connsiteY13" fmla="*/ 19187 h 489375"/>
              <a:gd name="connsiteX14" fmla="*/ 255926 w 523125"/>
              <a:gd name="connsiteY14" fmla="*/ 126900 h 489375"/>
              <a:gd name="connsiteX15" fmla="*/ 19339 w 523125"/>
              <a:gd name="connsiteY15" fmla="*/ 222564 h 489375"/>
              <a:gd name="connsiteX16" fmla="*/ 19339 w 523125"/>
              <a:gd name="connsiteY16" fmla="*/ 440235 h 489375"/>
              <a:gd name="connsiteX17" fmla="*/ 0 w 523125"/>
              <a:gd name="connsiteY17" fmla="*/ 440235 h 489375"/>
              <a:gd name="connsiteX18" fmla="*/ 0 w 523125"/>
              <a:gd name="connsiteY18" fmla="*/ 498251 h 489375"/>
              <a:gd name="connsiteX19" fmla="*/ 227509 w 523125"/>
              <a:gd name="connsiteY19" fmla="*/ 498251 h 489375"/>
              <a:gd name="connsiteX20" fmla="*/ 227509 w 523125"/>
              <a:gd name="connsiteY20" fmla="*/ 354915 h 489375"/>
              <a:gd name="connsiteX21" fmla="*/ 323038 w 523125"/>
              <a:gd name="connsiteY21" fmla="*/ 354915 h 489375"/>
              <a:gd name="connsiteX22" fmla="*/ 323038 w 523125"/>
              <a:gd name="connsiteY22" fmla="*/ 498251 h 489375"/>
              <a:gd name="connsiteX23" fmla="*/ 536912 w 523125"/>
              <a:gd name="connsiteY23" fmla="*/ 498251 h 489375"/>
              <a:gd name="connsiteX24" fmla="*/ 536912 w 523125"/>
              <a:gd name="connsiteY24" fmla="*/ 440235 h 489375"/>
              <a:gd name="connsiteX25" fmla="*/ 517573 w 523125"/>
              <a:gd name="connsiteY25" fmla="*/ 440235 h 489375"/>
              <a:gd name="connsiteX26" fmla="*/ 129684 w 523125"/>
              <a:gd name="connsiteY26" fmla="*/ 354898 h 489375"/>
              <a:gd name="connsiteX27" fmla="*/ 182014 w 523125"/>
              <a:gd name="connsiteY27" fmla="*/ 354898 h 489375"/>
              <a:gd name="connsiteX28" fmla="*/ 182014 w 523125"/>
              <a:gd name="connsiteY28" fmla="*/ 406114 h 489375"/>
              <a:gd name="connsiteX29" fmla="*/ 129684 w 523125"/>
              <a:gd name="connsiteY29" fmla="*/ 406114 h 489375"/>
              <a:gd name="connsiteX30" fmla="*/ 129684 w 523125"/>
              <a:gd name="connsiteY30" fmla="*/ 354898 h 489375"/>
              <a:gd name="connsiteX31" fmla="*/ 46659 w 523125"/>
              <a:gd name="connsiteY31" fmla="*/ 354898 h 489375"/>
              <a:gd name="connsiteX32" fmla="*/ 100102 w 523125"/>
              <a:gd name="connsiteY32" fmla="*/ 354898 h 489375"/>
              <a:gd name="connsiteX33" fmla="*/ 100102 w 523125"/>
              <a:gd name="connsiteY33" fmla="*/ 406114 h 489375"/>
              <a:gd name="connsiteX34" fmla="*/ 46659 w 523125"/>
              <a:gd name="connsiteY34" fmla="*/ 406114 h 489375"/>
              <a:gd name="connsiteX35" fmla="*/ 46659 w 523125"/>
              <a:gd name="connsiteY35" fmla="*/ 354898 h 489375"/>
              <a:gd name="connsiteX36" fmla="*/ 268431 w 523125"/>
              <a:gd name="connsiteY36" fmla="*/ 278117 h 489375"/>
              <a:gd name="connsiteX37" fmla="*/ 230867 w 523125"/>
              <a:gd name="connsiteY37" fmla="*/ 240519 h 489375"/>
              <a:gd name="connsiteX38" fmla="*/ 268431 w 523125"/>
              <a:gd name="connsiteY38" fmla="*/ 202973 h 489375"/>
              <a:gd name="connsiteX39" fmla="*/ 306011 w 523125"/>
              <a:gd name="connsiteY39" fmla="*/ 240519 h 489375"/>
              <a:gd name="connsiteX40" fmla="*/ 268431 w 523125"/>
              <a:gd name="connsiteY40" fmla="*/ 278117 h 489375"/>
              <a:gd name="connsiteX41" fmla="*/ 441366 w 523125"/>
              <a:gd name="connsiteY41" fmla="*/ 354898 h 489375"/>
              <a:gd name="connsiteX42" fmla="*/ 494826 w 523125"/>
              <a:gd name="connsiteY42" fmla="*/ 354898 h 489375"/>
              <a:gd name="connsiteX43" fmla="*/ 494826 w 523125"/>
              <a:gd name="connsiteY43" fmla="*/ 406114 h 489375"/>
              <a:gd name="connsiteX44" fmla="*/ 441366 w 523125"/>
              <a:gd name="connsiteY44" fmla="*/ 406114 h 489375"/>
              <a:gd name="connsiteX45" fmla="*/ 441366 w 523125"/>
              <a:gd name="connsiteY45" fmla="*/ 354898 h 489375"/>
              <a:gd name="connsiteX46" fmla="*/ 358324 w 523125"/>
              <a:gd name="connsiteY46" fmla="*/ 354898 h 489375"/>
              <a:gd name="connsiteX47" fmla="*/ 411801 w 523125"/>
              <a:gd name="connsiteY47" fmla="*/ 354898 h 489375"/>
              <a:gd name="connsiteX48" fmla="*/ 411801 w 523125"/>
              <a:gd name="connsiteY48" fmla="*/ 406114 h 489375"/>
              <a:gd name="connsiteX49" fmla="*/ 358324 w 523125"/>
              <a:gd name="connsiteY49" fmla="*/ 406114 h 489375"/>
              <a:gd name="connsiteX50" fmla="*/ 358324 w 523125"/>
              <a:gd name="connsiteY50" fmla="*/ 354898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23125" h="489375">
                <a:moveTo>
                  <a:pt x="517573" y="440235"/>
                </a:moveTo>
                <a:lnTo>
                  <a:pt x="517573" y="222564"/>
                </a:lnTo>
                <a:lnTo>
                  <a:pt x="294621" y="128925"/>
                </a:lnTo>
                <a:lnTo>
                  <a:pt x="294621" y="86451"/>
                </a:lnTo>
                <a:lnTo>
                  <a:pt x="316221" y="86451"/>
                </a:lnTo>
                <a:lnTo>
                  <a:pt x="316221" y="105806"/>
                </a:lnTo>
                <a:lnTo>
                  <a:pt x="392462" y="105806"/>
                </a:lnTo>
                <a:lnTo>
                  <a:pt x="392462" y="38694"/>
                </a:lnTo>
                <a:lnTo>
                  <a:pt x="353768" y="38694"/>
                </a:lnTo>
                <a:lnTo>
                  <a:pt x="353768" y="19356"/>
                </a:lnTo>
                <a:lnTo>
                  <a:pt x="294621" y="19356"/>
                </a:lnTo>
                <a:lnTo>
                  <a:pt x="294621" y="19187"/>
                </a:lnTo>
                <a:cubicBezTo>
                  <a:pt x="294621" y="8573"/>
                  <a:pt x="285829" y="0"/>
                  <a:pt x="275282" y="0"/>
                </a:cubicBezTo>
                <a:cubicBezTo>
                  <a:pt x="264701" y="0"/>
                  <a:pt x="255926" y="8573"/>
                  <a:pt x="255926" y="19187"/>
                </a:cubicBezTo>
                <a:lnTo>
                  <a:pt x="255926" y="126900"/>
                </a:lnTo>
                <a:lnTo>
                  <a:pt x="19339" y="222564"/>
                </a:lnTo>
                <a:lnTo>
                  <a:pt x="19339" y="440235"/>
                </a:lnTo>
                <a:lnTo>
                  <a:pt x="0" y="440235"/>
                </a:lnTo>
                <a:lnTo>
                  <a:pt x="0" y="498251"/>
                </a:lnTo>
                <a:lnTo>
                  <a:pt x="227509" y="498251"/>
                </a:lnTo>
                <a:lnTo>
                  <a:pt x="227509" y="354915"/>
                </a:lnTo>
                <a:lnTo>
                  <a:pt x="323038" y="354915"/>
                </a:lnTo>
                <a:lnTo>
                  <a:pt x="323038" y="498251"/>
                </a:lnTo>
                <a:lnTo>
                  <a:pt x="536912" y="498251"/>
                </a:lnTo>
                <a:lnTo>
                  <a:pt x="536912" y="440235"/>
                </a:lnTo>
                <a:lnTo>
                  <a:pt x="517573" y="440235"/>
                </a:lnTo>
                <a:close/>
                <a:moveTo>
                  <a:pt x="129684" y="354898"/>
                </a:moveTo>
                <a:lnTo>
                  <a:pt x="182014" y="354898"/>
                </a:lnTo>
                <a:lnTo>
                  <a:pt x="182014" y="406114"/>
                </a:lnTo>
                <a:lnTo>
                  <a:pt x="129684" y="406114"/>
                </a:lnTo>
                <a:lnTo>
                  <a:pt x="129684" y="354898"/>
                </a:lnTo>
                <a:close/>
                <a:moveTo>
                  <a:pt x="46659" y="354898"/>
                </a:moveTo>
                <a:lnTo>
                  <a:pt x="100102" y="354898"/>
                </a:lnTo>
                <a:lnTo>
                  <a:pt x="100102" y="406114"/>
                </a:lnTo>
                <a:lnTo>
                  <a:pt x="46659" y="406114"/>
                </a:lnTo>
                <a:lnTo>
                  <a:pt x="46659" y="354898"/>
                </a:lnTo>
                <a:close/>
                <a:moveTo>
                  <a:pt x="268431" y="278117"/>
                </a:moveTo>
                <a:cubicBezTo>
                  <a:pt x="247708" y="278117"/>
                  <a:pt x="230867" y="261292"/>
                  <a:pt x="230867" y="240519"/>
                </a:cubicBezTo>
                <a:cubicBezTo>
                  <a:pt x="230867" y="219780"/>
                  <a:pt x="247691" y="202973"/>
                  <a:pt x="268431" y="202973"/>
                </a:cubicBezTo>
                <a:cubicBezTo>
                  <a:pt x="289187" y="202973"/>
                  <a:pt x="306011" y="219763"/>
                  <a:pt x="306011" y="240519"/>
                </a:cubicBezTo>
                <a:cubicBezTo>
                  <a:pt x="306011" y="261276"/>
                  <a:pt x="289204" y="278117"/>
                  <a:pt x="268431" y="278117"/>
                </a:cubicBezTo>
                <a:close/>
                <a:moveTo>
                  <a:pt x="441366" y="354898"/>
                </a:moveTo>
                <a:lnTo>
                  <a:pt x="494826" y="354898"/>
                </a:lnTo>
                <a:lnTo>
                  <a:pt x="494826" y="406114"/>
                </a:lnTo>
                <a:lnTo>
                  <a:pt x="441366" y="406114"/>
                </a:lnTo>
                <a:lnTo>
                  <a:pt x="441366" y="354898"/>
                </a:lnTo>
                <a:close/>
                <a:moveTo>
                  <a:pt x="358324" y="354898"/>
                </a:moveTo>
                <a:lnTo>
                  <a:pt x="411801" y="354898"/>
                </a:lnTo>
                <a:lnTo>
                  <a:pt x="411801" y="406114"/>
                </a:lnTo>
                <a:lnTo>
                  <a:pt x="358324" y="406114"/>
                </a:lnTo>
                <a:lnTo>
                  <a:pt x="358324" y="354898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226" name="组合 225"/>
          <p:cNvGrpSpPr/>
          <p:nvPr/>
        </p:nvGrpSpPr>
        <p:grpSpPr>
          <a:xfrm>
            <a:off x="10706918" y="5558220"/>
            <a:ext cx="523125" cy="405000"/>
            <a:chOff x="26466615" y="7661130"/>
            <a:chExt cx="523125" cy="405000"/>
          </a:xfrm>
          <a:solidFill>
            <a:schemeClr val="accent1"/>
          </a:solidFill>
        </p:grpSpPr>
        <p:sp>
          <p:nvSpPr>
            <p:cNvPr id="227" name="任意多边形: 形状 226"/>
            <p:cNvSpPr/>
            <p:nvPr/>
          </p:nvSpPr>
          <p:spPr>
            <a:xfrm>
              <a:off x="26466615" y="7661130"/>
              <a:ext cx="523125" cy="405000"/>
            </a:xfrm>
            <a:custGeom>
              <a:avLst/>
              <a:gdLst>
                <a:gd name="connsiteX0" fmla="*/ 498712 w 523125"/>
                <a:gd name="connsiteY0" fmla="*/ 76039 h 405000"/>
                <a:gd name="connsiteX1" fmla="*/ 534437 w 523125"/>
                <a:gd name="connsiteY1" fmla="*/ 38121 h 405000"/>
                <a:gd name="connsiteX2" fmla="*/ 498813 w 523125"/>
                <a:gd name="connsiteY2" fmla="*/ 0 h 405000"/>
                <a:gd name="connsiteX3" fmla="*/ 245402 w 523125"/>
                <a:gd name="connsiteY3" fmla="*/ 4016 h 405000"/>
                <a:gd name="connsiteX4" fmla="*/ 245283 w 523125"/>
                <a:gd name="connsiteY4" fmla="*/ 4016 h 405000"/>
                <a:gd name="connsiteX5" fmla="*/ 210555 w 523125"/>
                <a:gd name="connsiteY5" fmla="*/ 26544 h 405000"/>
                <a:gd name="connsiteX6" fmla="*/ 147408 w 523125"/>
                <a:gd name="connsiteY6" fmla="*/ 282167 h 405000"/>
                <a:gd name="connsiteX7" fmla="*/ 65632 w 523125"/>
                <a:gd name="connsiteY7" fmla="*/ 156819 h 405000"/>
                <a:gd name="connsiteX8" fmla="*/ 16205 w 523125"/>
                <a:gd name="connsiteY8" fmla="*/ 146408 h 405000"/>
                <a:gd name="connsiteX9" fmla="*/ 5810 w 523125"/>
                <a:gd name="connsiteY9" fmla="*/ 195851 h 405000"/>
                <a:gd name="connsiteX10" fmla="*/ 132727 w 523125"/>
                <a:gd name="connsiteY10" fmla="*/ 390420 h 405000"/>
                <a:gd name="connsiteX11" fmla="*/ 162647 w 523125"/>
                <a:gd name="connsiteY11" fmla="*/ 406637 h 405000"/>
                <a:gd name="connsiteX12" fmla="*/ 168688 w 523125"/>
                <a:gd name="connsiteY12" fmla="*/ 407295 h 405000"/>
                <a:gd name="connsiteX13" fmla="*/ 197375 w 523125"/>
                <a:gd name="connsiteY13" fmla="*/ 381662 h 405000"/>
                <a:gd name="connsiteX14" fmla="*/ 271524 w 523125"/>
                <a:gd name="connsiteY14" fmla="*/ 78182 h 405000"/>
                <a:gd name="connsiteX15" fmla="*/ 498594 w 523125"/>
                <a:gd name="connsiteY15" fmla="*/ 76039 h 405000"/>
                <a:gd name="connsiteX16" fmla="*/ 498712 w 523125"/>
                <a:gd name="connsiteY16" fmla="*/ 76039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3125" h="405000">
                  <a:moveTo>
                    <a:pt x="498712" y="76039"/>
                  </a:moveTo>
                  <a:cubicBezTo>
                    <a:pt x="518355" y="76039"/>
                    <a:pt x="534369" y="57831"/>
                    <a:pt x="534437" y="38121"/>
                  </a:cubicBezTo>
                  <a:cubicBezTo>
                    <a:pt x="534504" y="18394"/>
                    <a:pt x="518557" y="68"/>
                    <a:pt x="498813" y="0"/>
                  </a:cubicBezTo>
                  <a:lnTo>
                    <a:pt x="245402" y="4016"/>
                  </a:lnTo>
                  <a:cubicBezTo>
                    <a:pt x="245351" y="4016"/>
                    <a:pt x="245334" y="4016"/>
                    <a:pt x="245283" y="4016"/>
                  </a:cubicBezTo>
                  <a:cubicBezTo>
                    <a:pt x="228797" y="4016"/>
                    <a:pt x="214436" y="10513"/>
                    <a:pt x="210555" y="26544"/>
                  </a:cubicBezTo>
                  <a:lnTo>
                    <a:pt x="147408" y="282167"/>
                  </a:lnTo>
                  <a:lnTo>
                    <a:pt x="65632" y="156819"/>
                  </a:lnTo>
                  <a:cubicBezTo>
                    <a:pt x="54849" y="140299"/>
                    <a:pt x="32692" y="135641"/>
                    <a:pt x="16205" y="146408"/>
                  </a:cubicBezTo>
                  <a:cubicBezTo>
                    <a:pt x="-315" y="157191"/>
                    <a:pt x="-4973" y="179331"/>
                    <a:pt x="5810" y="195851"/>
                  </a:cubicBezTo>
                  <a:lnTo>
                    <a:pt x="132727" y="390420"/>
                  </a:lnTo>
                  <a:cubicBezTo>
                    <a:pt x="139376" y="400646"/>
                    <a:pt x="150699" y="406637"/>
                    <a:pt x="162647" y="406637"/>
                  </a:cubicBezTo>
                  <a:cubicBezTo>
                    <a:pt x="164655" y="406637"/>
                    <a:pt x="166663" y="407649"/>
                    <a:pt x="168688" y="407295"/>
                  </a:cubicBezTo>
                  <a:cubicBezTo>
                    <a:pt x="182745" y="404865"/>
                    <a:pt x="193983" y="395516"/>
                    <a:pt x="197375" y="381662"/>
                  </a:cubicBezTo>
                  <a:lnTo>
                    <a:pt x="271524" y="78182"/>
                  </a:lnTo>
                  <a:lnTo>
                    <a:pt x="498594" y="76039"/>
                  </a:lnTo>
                  <a:cubicBezTo>
                    <a:pt x="498662" y="76039"/>
                    <a:pt x="498662" y="76039"/>
                    <a:pt x="498712" y="76039"/>
                  </a:cubicBez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26744265" y="7756491"/>
              <a:ext cx="236250" cy="270000"/>
            </a:xfrm>
            <a:custGeom>
              <a:avLst/>
              <a:gdLst>
                <a:gd name="connsiteX0" fmla="*/ 210853 w 236250"/>
                <a:gd name="connsiteY0" fmla="*/ 0 h 270000"/>
                <a:gd name="connsiteX1" fmla="*/ 142391 w 236250"/>
                <a:gd name="connsiteY1" fmla="*/ 0 h 270000"/>
                <a:gd name="connsiteX2" fmla="*/ 0 w 236250"/>
                <a:gd name="connsiteY2" fmla="*/ 169459 h 270000"/>
                <a:gd name="connsiteX3" fmla="*/ 0 w 236250"/>
                <a:gd name="connsiteY3" fmla="*/ 233634 h 270000"/>
                <a:gd name="connsiteX4" fmla="*/ 142341 w 236250"/>
                <a:gd name="connsiteY4" fmla="*/ 233634 h 270000"/>
                <a:gd name="connsiteX5" fmla="*/ 142341 w 236250"/>
                <a:gd name="connsiteY5" fmla="*/ 286335 h 270000"/>
                <a:gd name="connsiteX6" fmla="*/ 210853 w 236250"/>
                <a:gd name="connsiteY6" fmla="*/ 286335 h 270000"/>
                <a:gd name="connsiteX7" fmla="*/ 210853 w 236250"/>
                <a:gd name="connsiteY7" fmla="*/ 233634 h 270000"/>
                <a:gd name="connsiteX8" fmla="*/ 245987 w 236250"/>
                <a:gd name="connsiteY8" fmla="*/ 233634 h 270000"/>
                <a:gd name="connsiteX9" fmla="*/ 245987 w 236250"/>
                <a:gd name="connsiteY9" fmla="*/ 173019 h 270000"/>
                <a:gd name="connsiteX10" fmla="*/ 210853 w 236250"/>
                <a:gd name="connsiteY10" fmla="*/ 173019 h 270000"/>
                <a:gd name="connsiteX11" fmla="*/ 210853 w 236250"/>
                <a:gd name="connsiteY11" fmla="*/ 0 h 270000"/>
                <a:gd name="connsiteX12" fmla="*/ 210853 w 236250"/>
                <a:gd name="connsiteY12" fmla="*/ 0 h 270000"/>
                <a:gd name="connsiteX13" fmla="*/ 142324 w 236250"/>
                <a:gd name="connsiteY13" fmla="*/ 173036 h 270000"/>
                <a:gd name="connsiteX14" fmla="*/ 67179 w 236250"/>
                <a:gd name="connsiteY14" fmla="*/ 173036 h 270000"/>
                <a:gd name="connsiteX15" fmla="*/ 142324 w 236250"/>
                <a:gd name="connsiteY15" fmla="*/ 84645 h 270000"/>
                <a:gd name="connsiteX16" fmla="*/ 142324 w 236250"/>
                <a:gd name="connsiteY16" fmla="*/ 173036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250" h="270000">
                  <a:moveTo>
                    <a:pt x="210853" y="0"/>
                  </a:moveTo>
                  <a:lnTo>
                    <a:pt x="142391" y="0"/>
                  </a:lnTo>
                  <a:lnTo>
                    <a:pt x="0" y="169459"/>
                  </a:lnTo>
                  <a:lnTo>
                    <a:pt x="0" y="233634"/>
                  </a:lnTo>
                  <a:lnTo>
                    <a:pt x="142341" y="233634"/>
                  </a:lnTo>
                  <a:lnTo>
                    <a:pt x="142341" y="286335"/>
                  </a:lnTo>
                  <a:lnTo>
                    <a:pt x="210853" y="286335"/>
                  </a:lnTo>
                  <a:lnTo>
                    <a:pt x="210853" y="233634"/>
                  </a:lnTo>
                  <a:lnTo>
                    <a:pt x="245987" y="233634"/>
                  </a:lnTo>
                  <a:lnTo>
                    <a:pt x="245987" y="173019"/>
                  </a:lnTo>
                  <a:lnTo>
                    <a:pt x="210853" y="173019"/>
                  </a:lnTo>
                  <a:lnTo>
                    <a:pt x="210853" y="0"/>
                  </a:lnTo>
                  <a:lnTo>
                    <a:pt x="210853" y="0"/>
                  </a:lnTo>
                  <a:close/>
                  <a:moveTo>
                    <a:pt x="142324" y="173036"/>
                  </a:moveTo>
                  <a:lnTo>
                    <a:pt x="67179" y="173036"/>
                  </a:lnTo>
                  <a:lnTo>
                    <a:pt x="142324" y="84645"/>
                  </a:lnTo>
                  <a:lnTo>
                    <a:pt x="142324" y="173036"/>
                  </a:lnTo>
                  <a:close/>
                </a:path>
              </a:pathLst>
            </a:custGeom>
            <a:grpFill/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33" name="图形 225"/>
          <p:cNvSpPr/>
          <p:nvPr/>
        </p:nvSpPr>
        <p:spPr>
          <a:xfrm>
            <a:off x="953318" y="3175504"/>
            <a:ext cx="523125" cy="506250"/>
          </a:xfrm>
          <a:custGeom>
            <a:avLst/>
            <a:gdLst>
              <a:gd name="connsiteX0" fmla="*/ 528122 w 523125"/>
              <a:gd name="connsiteY0" fmla="*/ 317058 h 506250"/>
              <a:gd name="connsiteX1" fmla="*/ 495215 w 523125"/>
              <a:gd name="connsiteY1" fmla="*/ 318475 h 506250"/>
              <a:gd name="connsiteX2" fmla="*/ 453821 w 523125"/>
              <a:gd name="connsiteY2" fmla="*/ 363599 h 506250"/>
              <a:gd name="connsiteX3" fmla="*/ 400952 w 523125"/>
              <a:gd name="connsiteY3" fmla="*/ 315084 h 506250"/>
              <a:gd name="connsiteX4" fmla="*/ 454445 w 523125"/>
              <a:gd name="connsiteY4" fmla="*/ 256780 h 506250"/>
              <a:gd name="connsiteX5" fmla="*/ 453028 w 523125"/>
              <a:gd name="connsiteY5" fmla="*/ 223857 h 506250"/>
              <a:gd name="connsiteX6" fmla="*/ 447797 w 523125"/>
              <a:gd name="connsiteY6" fmla="*/ 219082 h 506250"/>
              <a:gd name="connsiteX7" fmla="*/ 414890 w 523125"/>
              <a:gd name="connsiteY7" fmla="*/ 220482 h 506250"/>
              <a:gd name="connsiteX8" fmla="*/ 408107 w 523125"/>
              <a:gd name="connsiteY8" fmla="*/ 227857 h 506250"/>
              <a:gd name="connsiteX9" fmla="*/ 217588 w 523125"/>
              <a:gd name="connsiteY9" fmla="*/ 53065 h 506250"/>
              <a:gd name="connsiteX10" fmla="*/ 198317 w 523125"/>
              <a:gd name="connsiteY10" fmla="*/ 48459 h 506250"/>
              <a:gd name="connsiteX11" fmla="*/ 119358 w 523125"/>
              <a:gd name="connsiteY11" fmla="*/ 70565 h 506250"/>
              <a:gd name="connsiteX12" fmla="*/ 51217 w 523125"/>
              <a:gd name="connsiteY12" fmla="*/ 8026 h 506250"/>
              <a:gd name="connsiteX13" fmla="*/ 8034 w 523125"/>
              <a:gd name="connsiteY13" fmla="*/ 9899 h 506250"/>
              <a:gd name="connsiteX14" fmla="*/ 9907 w 523125"/>
              <a:gd name="connsiteY14" fmla="*/ 53082 h 506250"/>
              <a:gd name="connsiteX15" fmla="*/ 78875 w 523125"/>
              <a:gd name="connsiteY15" fmla="*/ 116347 h 506250"/>
              <a:gd name="connsiteX16" fmla="*/ 79888 w 523125"/>
              <a:gd name="connsiteY16" fmla="*/ 116954 h 506250"/>
              <a:gd name="connsiteX17" fmla="*/ 62912 w 523125"/>
              <a:gd name="connsiteY17" fmla="*/ 195676 h 506250"/>
              <a:gd name="connsiteX18" fmla="*/ 69054 w 523125"/>
              <a:gd name="connsiteY18" fmla="*/ 214981 h 506250"/>
              <a:gd name="connsiteX19" fmla="*/ 259556 w 523125"/>
              <a:gd name="connsiteY19" fmla="*/ 389739 h 506250"/>
              <a:gd name="connsiteX20" fmla="*/ 252806 w 523125"/>
              <a:gd name="connsiteY20" fmla="*/ 397130 h 506250"/>
              <a:gd name="connsiteX21" fmla="*/ 254223 w 523125"/>
              <a:gd name="connsiteY21" fmla="*/ 430053 h 506250"/>
              <a:gd name="connsiteX22" fmla="*/ 259455 w 523125"/>
              <a:gd name="connsiteY22" fmla="*/ 434829 h 506250"/>
              <a:gd name="connsiteX23" fmla="*/ 276212 w 523125"/>
              <a:gd name="connsiteY23" fmla="*/ 440937 h 506250"/>
              <a:gd name="connsiteX24" fmla="*/ 292378 w 523125"/>
              <a:gd name="connsiteY24" fmla="*/ 433411 h 506250"/>
              <a:gd name="connsiteX25" fmla="*/ 345855 w 523125"/>
              <a:gd name="connsiteY25" fmla="*/ 375125 h 506250"/>
              <a:gd name="connsiteX26" fmla="*/ 398724 w 523125"/>
              <a:gd name="connsiteY26" fmla="*/ 423640 h 506250"/>
              <a:gd name="connsiteX27" fmla="*/ 357363 w 523125"/>
              <a:gd name="connsiteY27" fmla="*/ 468747 h 506250"/>
              <a:gd name="connsiteX28" fmla="*/ 351255 w 523125"/>
              <a:gd name="connsiteY28" fmla="*/ 485487 h 506250"/>
              <a:gd name="connsiteX29" fmla="*/ 358798 w 523125"/>
              <a:gd name="connsiteY29" fmla="*/ 501654 h 506250"/>
              <a:gd name="connsiteX30" fmla="*/ 362325 w 523125"/>
              <a:gd name="connsiteY30" fmla="*/ 504894 h 506250"/>
              <a:gd name="connsiteX31" fmla="*/ 395248 w 523125"/>
              <a:gd name="connsiteY31" fmla="*/ 503476 h 506250"/>
              <a:gd name="connsiteX32" fmla="*/ 533117 w 523125"/>
              <a:gd name="connsiteY32" fmla="*/ 353238 h 506250"/>
              <a:gd name="connsiteX33" fmla="*/ 539225 w 523125"/>
              <a:gd name="connsiteY33" fmla="*/ 336481 h 506250"/>
              <a:gd name="connsiteX34" fmla="*/ 531699 w 523125"/>
              <a:gd name="connsiteY34" fmla="*/ 320332 h 506250"/>
              <a:gd name="connsiteX35" fmla="*/ 528122 w 523125"/>
              <a:gd name="connsiteY35" fmla="*/ 317058 h 506250"/>
              <a:gd name="connsiteX36" fmla="*/ 122109 w 523125"/>
              <a:gd name="connsiteY36" fmla="*/ 114339 h 506250"/>
              <a:gd name="connsiteX37" fmla="*/ 123729 w 523125"/>
              <a:gd name="connsiteY37" fmla="*/ 111655 h 506250"/>
              <a:gd name="connsiteX38" fmla="*/ 198401 w 523125"/>
              <a:gd name="connsiteY38" fmla="*/ 90764 h 506250"/>
              <a:gd name="connsiteX39" fmla="*/ 378761 w 523125"/>
              <a:gd name="connsiteY39" fmla="*/ 256224 h 506250"/>
              <a:gd name="connsiteX40" fmla="*/ 285307 w 523125"/>
              <a:gd name="connsiteY40" fmla="*/ 358081 h 506250"/>
              <a:gd name="connsiteX41" fmla="*/ 239053 w 523125"/>
              <a:gd name="connsiteY41" fmla="*/ 315640 h 506250"/>
              <a:gd name="connsiteX42" fmla="*/ 272010 w 523125"/>
              <a:gd name="connsiteY42" fmla="*/ 279714 h 506250"/>
              <a:gd name="connsiteX43" fmla="*/ 271385 w 523125"/>
              <a:gd name="connsiteY43" fmla="*/ 265319 h 506250"/>
              <a:gd name="connsiteX44" fmla="*/ 256991 w 523125"/>
              <a:gd name="connsiteY44" fmla="*/ 265944 h 506250"/>
              <a:gd name="connsiteX45" fmla="*/ 224051 w 523125"/>
              <a:gd name="connsiteY45" fmla="*/ 301854 h 506250"/>
              <a:gd name="connsiteX46" fmla="*/ 209032 w 523125"/>
              <a:gd name="connsiteY46" fmla="*/ 288117 h 506250"/>
              <a:gd name="connsiteX47" fmla="*/ 241955 w 523125"/>
              <a:gd name="connsiteY47" fmla="*/ 252190 h 506250"/>
              <a:gd name="connsiteX48" fmla="*/ 241365 w 523125"/>
              <a:gd name="connsiteY48" fmla="*/ 237813 h 506250"/>
              <a:gd name="connsiteX49" fmla="*/ 226987 w 523125"/>
              <a:gd name="connsiteY49" fmla="*/ 238437 h 506250"/>
              <a:gd name="connsiteX50" fmla="*/ 194030 w 523125"/>
              <a:gd name="connsiteY50" fmla="*/ 274330 h 506250"/>
              <a:gd name="connsiteX51" fmla="*/ 179012 w 523125"/>
              <a:gd name="connsiteY51" fmla="*/ 260577 h 506250"/>
              <a:gd name="connsiteX52" fmla="*/ 211952 w 523125"/>
              <a:gd name="connsiteY52" fmla="*/ 224667 h 506250"/>
              <a:gd name="connsiteX53" fmla="*/ 211327 w 523125"/>
              <a:gd name="connsiteY53" fmla="*/ 210290 h 506250"/>
              <a:gd name="connsiteX54" fmla="*/ 196933 w 523125"/>
              <a:gd name="connsiteY54" fmla="*/ 210914 h 506250"/>
              <a:gd name="connsiteX55" fmla="*/ 164010 w 523125"/>
              <a:gd name="connsiteY55" fmla="*/ 246824 h 506250"/>
              <a:gd name="connsiteX56" fmla="*/ 148974 w 523125"/>
              <a:gd name="connsiteY56" fmla="*/ 233037 h 506250"/>
              <a:gd name="connsiteX57" fmla="*/ 181931 w 523125"/>
              <a:gd name="connsiteY57" fmla="*/ 197144 h 506250"/>
              <a:gd name="connsiteX58" fmla="*/ 181307 w 523125"/>
              <a:gd name="connsiteY58" fmla="*/ 182733 h 506250"/>
              <a:gd name="connsiteX59" fmla="*/ 166929 w 523125"/>
              <a:gd name="connsiteY59" fmla="*/ 183357 h 506250"/>
              <a:gd name="connsiteX60" fmla="*/ 133972 w 523125"/>
              <a:gd name="connsiteY60" fmla="*/ 219267 h 506250"/>
              <a:gd name="connsiteX61" fmla="*/ 105217 w 523125"/>
              <a:gd name="connsiteY61" fmla="*/ 192875 h 506250"/>
              <a:gd name="connsiteX62" fmla="*/ 122109 w 523125"/>
              <a:gd name="connsiteY62" fmla="*/ 114339 h 50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23125" h="506250">
                <a:moveTo>
                  <a:pt x="528122" y="317058"/>
                </a:moveTo>
                <a:cubicBezTo>
                  <a:pt x="518638" y="308350"/>
                  <a:pt x="503906" y="308975"/>
                  <a:pt x="495215" y="318475"/>
                </a:cubicBezTo>
                <a:lnTo>
                  <a:pt x="453821" y="363599"/>
                </a:lnTo>
                <a:lnTo>
                  <a:pt x="400952" y="315084"/>
                </a:lnTo>
                <a:lnTo>
                  <a:pt x="454445" y="256780"/>
                </a:lnTo>
                <a:cubicBezTo>
                  <a:pt x="463153" y="247280"/>
                  <a:pt x="462528" y="232548"/>
                  <a:pt x="453028" y="223857"/>
                </a:cubicBezTo>
                <a:lnTo>
                  <a:pt x="447797" y="219082"/>
                </a:lnTo>
                <a:cubicBezTo>
                  <a:pt x="438313" y="210374"/>
                  <a:pt x="423581" y="210999"/>
                  <a:pt x="414890" y="220482"/>
                </a:cubicBezTo>
                <a:lnTo>
                  <a:pt x="408107" y="227857"/>
                </a:lnTo>
                <a:lnTo>
                  <a:pt x="217588" y="53065"/>
                </a:lnTo>
                <a:cubicBezTo>
                  <a:pt x="212373" y="48324"/>
                  <a:pt x="205100" y="46518"/>
                  <a:pt x="198317" y="48459"/>
                </a:cubicBezTo>
                <a:lnTo>
                  <a:pt x="119358" y="70565"/>
                </a:lnTo>
                <a:lnTo>
                  <a:pt x="51217" y="8026"/>
                </a:lnTo>
                <a:cubicBezTo>
                  <a:pt x="38780" y="-3331"/>
                  <a:pt x="19458" y="-2571"/>
                  <a:pt x="8034" y="9899"/>
                </a:cubicBezTo>
                <a:cubicBezTo>
                  <a:pt x="-3373" y="22319"/>
                  <a:pt x="-2530" y="41658"/>
                  <a:pt x="9907" y="53082"/>
                </a:cubicBezTo>
                <a:lnTo>
                  <a:pt x="78875" y="116347"/>
                </a:lnTo>
                <a:cubicBezTo>
                  <a:pt x="79179" y="116634"/>
                  <a:pt x="79550" y="116718"/>
                  <a:pt x="79888" y="116954"/>
                </a:cubicBezTo>
                <a:lnTo>
                  <a:pt x="62912" y="195676"/>
                </a:lnTo>
                <a:cubicBezTo>
                  <a:pt x="61376" y="202747"/>
                  <a:pt x="63738" y="210087"/>
                  <a:pt x="69054" y="214981"/>
                </a:cubicBezTo>
                <a:lnTo>
                  <a:pt x="259556" y="389739"/>
                </a:lnTo>
                <a:lnTo>
                  <a:pt x="252806" y="397130"/>
                </a:lnTo>
                <a:cubicBezTo>
                  <a:pt x="244098" y="406614"/>
                  <a:pt x="244740" y="421379"/>
                  <a:pt x="254223" y="430053"/>
                </a:cubicBezTo>
                <a:lnTo>
                  <a:pt x="259455" y="434829"/>
                </a:lnTo>
                <a:cubicBezTo>
                  <a:pt x="264011" y="439014"/>
                  <a:pt x="270035" y="441207"/>
                  <a:pt x="276212" y="440937"/>
                </a:cubicBezTo>
                <a:cubicBezTo>
                  <a:pt x="282354" y="440650"/>
                  <a:pt x="288193" y="437950"/>
                  <a:pt x="292378" y="433411"/>
                </a:cubicBezTo>
                <a:lnTo>
                  <a:pt x="345855" y="375125"/>
                </a:lnTo>
                <a:lnTo>
                  <a:pt x="398724" y="423640"/>
                </a:lnTo>
                <a:lnTo>
                  <a:pt x="357363" y="468747"/>
                </a:lnTo>
                <a:cubicBezTo>
                  <a:pt x="353195" y="473320"/>
                  <a:pt x="350985" y="479328"/>
                  <a:pt x="351255" y="485487"/>
                </a:cubicBezTo>
                <a:cubicBezTo>
                  <a:pt x="351558" y="491647"/>
                  <a:pt x="354275" y="497469"/>
                  <a:pt x="358798" y="501654"/>
                </a:cubicBezTo>
                <a:lnTo>
                  <a:pt x="362325" y="504894"/>
                </a:lnTo>
                <a:cubicBezTo>
                  <a:pt x="371808" y="513601"/>
                  <a:pt x="386591" y="512977"/>
                  <a:pt x="395248" y="503476"/>
                </a:cubicBezTo>
                <a:lnTo>
                  <a:pt x="533117" y="353238"/>
                </a:lnTo>
                <a:cubicBezTo>
                  <a:pt x="537302" y="348665"/>
                  <a:pt x="539512" y="342657"/>
                  <a:pt x="539225" y="336481"/>
                </a:cubicBezTo>
                <a:cubicBezTo>
                  <a:pt x="538938" y="330322"/>
                  <a:pt x="536238" y="324500"/>
                  <a:pt x="531699" y="320332"/>
                </a:cubicBezTo>
                <a:lnTo>
                  <a:pt x="528122" y="317058"/>
                </a:lnTo>
                <a:close/>
                <a:moveTo>
                  <a:pt x="122109" y="114339"/>
                </a:moveTo>
                <a:cubicBezTo>
                  <a:pt x="122852" y="113529"/>
                  <a:pt x="123122" y="112516"/>
                  <a:pt x="123729" y="111655"/>
                </a:cubicBezTo>
                <a:lnTo>
                  <a:pt x="198401" y="90764"/>
                </a:lnTo>
                <a:lnTo>
                  <a:pt x="378761" y="256224"/>
                </a:lnTo>
                <a:lnTo>
                  <a:pt x="285307" y="358081"/>
                </a:lnTo>
                <a:lnTo>
                  <a:pt x="239053" y="315640"/>
                </a:lnTo>
                <a:lnTo>
                  <a:pt x="272010" y="279714"/>
                </a:lnTo>
                <a:cubicBezTo>
                  <a:pt x="275807" y="275596"/>
                  <a:pt x="275553" y="269133"/>
                  <a:pt x="271385" y="265319"/>
                </a:cubicBezTo>
                <a:cubicBezTo>
                  <a:pt x="267285" y="261539"/>
                  <a:pt x="260822" y="261792"/>
                  <a:pt x="256991" y="265944"/>
                </a:cubicBezTo>
                <a:lnTo>
                  <a:pt x="224051" y="301854"/>
                </a:lnTo>
                <a:lnTo>
                  <a:pt x="209032" y="288117"/>
                </a:lnTo>
                <a:lnTo>
                  <a:pt x="241955" y="252190"/>
                </a:lnTo>
                <a:cubicBezTo>
                  <a:pt x="245786" y="248056"/>
                  <a:pt x="245482" y="241610"/>
                  <a:pt x="241365" y="237813"/>
                </a:cubicBezTo>
                <a:cubicBezTo>
                  <a:pt x="237264" y="234033"/>
                  <a:pt x="230818" y="234286"/>
                  <a:pt x="226987" y="238437"/>
                </a:cubicBezTo>
                <a:lnTo>
                  <a:pt x="194030" y="274330"/>
                </a:lnTo>
                <a:lnTo>
                  <a:pt x="179012" y="260577"/>
                </a:lnTo>
                <a:lnTo>
                  <a:pt x="211952" y="224667"/>
                </a:lnTo>
                <a:cubicBezTo>
                  <a:pt x="215765" y="220533"/>
                  <a:pt x="215495" y="214087"/>
                  <a:pt x="211327" y="210290"/>
                </a:cubicBezTo>
                <a:cubicBezTo>
                  <a:pt x="207227" y="206510"/>
                  <a:pt x="200780" y="206780"/>
                  <a:pt x="196933" y="210914"/>
                </a:cubicBezTo>
                <a:lnTo>
                  <a:pt x="164010" y="246824"/>
                </a:lnTo>
                <a:lnTo>
                  <a:pt x="148974" y="233037"/>
                </a:lnTo>
                <a:lnTo>
                  <a:pt x="181931" y="197144"/>
                </a:lnTo>
                <a:cubicBezTo>
                  <a:pt x="185728" y="192993"/>
                  <a:pt x="185441" y="186547"/>
                  <a:pt x="181307" y="182733"/>
                </a:cubicBezTo>
                <a:cubicBezTo>
                  <a:pt x="177206" y="178953"/>
                  <a:pt x="170743" y="179223"/>
                  <a:pt x="166929" y="183357"/>
                </a:cubicBezTo>
                <a:lnTo>
                  <a:pt x="133972" y="219267"/>
                </a:lnTo>
                <a:lnTo>
                  <a:pt x="105217" y="192875"/>
                </a:lnTo>
                <a:lnTo>
                  <a:pt x="122109" y="114339"/>
                </a:lnTo>
                <a:close/>
              </a:path>
            </a:pathLst>
          </a:custGeom>
          <a:solidFill>
            <a:schemeClr val="accent1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98250" y="803275"/>
            <a:ext cx="10595500" cy="5080000"/>
            <a:chOff x="798250" y="1193800"/>
            <a:chExt cx="10595500" cy="5080000"/>
          </a:xfrm>
          <a:solidFill>
            <a:schemeClr val="accent1"/>
          </a:solidFill>
        </p:grpSpPr>
        <p:sp>
          <p:nvSpPr>
            <p:cNvPr id="3" name="Freeform 55"/>
            <p:cNvSpPr>
              <a:spLocks noEditPoints="1"/>
            </p:cNvSpPr>
            <p:nvPr/>
          </p:nvSpPr>
          <p:spPr bwMode="auto">
            <a:xfrm>
              <a:off x="818745" y="1265529"/>
              <a:ext cx="432941" cy="473929"/>
            </a:xfrm>
            <a:custGeom>
              <a:avLst/>
              <a:gdLst>
                <a:gd name="T0" fmla="*/ 65 w 128"/>
                <a:gd name="T1" fmla="*/ 0 h 140"/>
                <a:gd name="T2" fmla="*/ 52 w 128"/>
                <a:gd name="T3" fmla="*/ 12 h 140"/>
                <a:gd name="T4" fmla="*/ 65 w 128"/>
                <a:gd name="T5" fmla="*/ 25 h 140"/>
                <a:gd name="T6" fmla="*/ 77 w 128"/>
                <a:gd name="T7" fmla="*/ 12 h 140"/>
                <a:gd name="T8" fmla="*/ 65 w 128"/>
                <a:gd name="T9" fmla="*/ 0 h 140"/>
                <a:gd name="T10" fmla="*/ 26 w 128"/>
                <a:gd name="T11" fmla="*/ 92 h 140"/>
                <a:gd name="T12" fmla="*/ 8 w 128"/>
                <a:gd name="T13" fmla="*/ 88 h 140"/>
                <a:gd name="T14" fmla="*/ 3 w 128"/>
                <a:gd name="T15" fmla="*/ 105 h 140"/>
                <a:gd name="T16" fmla="*/ 21 w 128"/>
                <a:gd name="T17" fmla="*/ 109 h 140"/>
                <a:gd name="T18" fmla="*/ 26 w 128"/>
                <a:gd name="T19" fmla="*/ 92 h 140"/>
                <a:gd name="T20" fmla="*/ 120 w 128"/>
                <a:gd name="T21" fmla="*/ 88 h 140"/>
                <a:gd name="T22" fmla="*/ 104 w 128"/>
                <a:gd name="T23" fmla="*/ 92 h 140"/>
                <a:gd name="T24" fmla="*/ 108 w 128"/>
                <a:gd name="T25" fmla="*/ 109 h 140"/>
                <a:gd name="T26" fmla="*/ 125 w 128"/>
                <a:gd name="T27" fmla="*/ 105 h 140"/>
                <a:gd name="T28" fmla="*/ 120 w 128"/>
                <a:gd name="T29" fmla="*/ 88 h 140"/>
                <a:gd name="T30" fmla="*/ 114 w 128"/>
                <a:gd name="T31" fmla="*/ 78 h 140"/>
                <a:gd name="T32" fmla="*/ 122 w 128"/>
                <a:gd name="T33" fmla="*/ 80 h 140"/>
                <a:gd name="T34" fmla="*/ 122 w 128"/>
                <a:gd name="T35" fmla="*/ 60 h 140"/>
                <a:gd name="T36" fmla="*/ 114 w 128"/>
                <a:gd name="T37" fmla="*/ 61 h 140"/>
                <a:gd name="T38" fmla="*/ 114 w 128"/>
                <a:gd name="T39" fmla="*/ 78 h 140"/>
                <a:gd name="T40" fmla="*/ 120 w 128"/>
                <a:gd name="T41" fmla="*/ 52 h 140"/>
                <a:gd name="T42" fmla="*/ 125 w 128"/>
                <a:gd name="T43" fmla="*/ 35 h 140"/>
                <a:gd name="T44" fmla="*/ 108 w 128"/>
                <a:gd name="T45" fmla="*/ 30 h 140"/>
                <a:gd name="T46" fmla="*/ 104 w 128"/>
                <a:gd name="T47" fmla="*/ 47 h 140"/>
                <a:gd name="T48" fmla="*/ 120 w 128"/>
                <a:gd name="T49" fmla="*/ 52 h 140"/>
                <a:gd name="T50" fmla="*/ 28 w 128"/>
                <a:gd name="T51" fmla="*/ 25 h 140"/>
                <a:gd name="T52" fmla="*/ 33 w 128"/>
                <a:gd name="T53" fmla="*/ 31 h 140"/>
                <a:gd name="T54" fmla="*/ 47 w 128"/>
                <a:gd name="T55" fmla="*/ 23 h 140"/>
                <a:gd name="T56" fmla="*/ 45 w 128"/>
                <a:gd name="T57" fmla="*/ 15 h 140"/>
                <a:gd name="T58" fmla="*/ 28 w 128"/>
                <a:gd name="T59" fmla="*/ 25 h 140"/>
                <a:gd name="T60" fmla="*/ 65 w 128"/>
                <a:gd name="T61" fmla="*/ 115 h 140"/>
                <a:gd name="T62" fmla="*/ 52 w 128"/>
                <a:gd name="T63" fmla="*/ 127 h 140"/>
                <a:gd name="T64" fmla="*/ 65 w 128"/>
                <a:gd name="T65" fmla="*/ 140 h 140"/>
                <a:gd name="T66" fmla="*/ 77 w 128"/>
                <a:gd name="T67" fmla="*/ 127 h 140"/>
                <a:gd name="T68" fmla="*/ 65 w 128"/>
                <a:gd name="T69" fmla="*/ 115 h 140"/>
                <a:gd name="T70" fmla="*/ 7 w 128"/>
                <a:gd name="T71" fmla="*/ 80 h 140"/>
                <a:gd name="T72" fmla="*/ 15 w 128"/>
                <a:gd name="T73" fmla="*/ 78 h 140"/>
                <a:gd name="T74" fmla="*/ 15 w 128"/>
                <a:gd name="T75" fmla="*/ 61 h 140"/>
                <a:gd name="T76" fmla="*/ 7 w 128"/>
                <a:gd name="T77" fmla="*/ 60 h 140"/>
                <a:gd name="T78" fmla="*/ 7 w 128"/>
                <a:gd name="T79" fmla="*/ 80 h 140"/>
                <a:gd name="T80" fmla="*/ 8 w 128"/>
                <a:gd name="T81" fmla="*/ 52 h 140"/>
                <a:gd name="T82" fmla="*/ 26 w 128"/>
                <a:gd name="T83" fmla="*/ 47 h 140"/>
                <a:gd name="T84" fmla="*/ 21 w 128"/>
                <a:gd name="T85" fmla="*/ 30 h 140"/>
                <a:gd name="T86" fmla="*/ 3 w 128"/>
                <a:gd name="T87" fmla="*/ 35 h 140"/>
                <a:gd name="T88" fmla="*/ 8 w 128"/>
                <a:gd name="T89" fmla="*/ 52 h 140"/>
                <a:gd name="T90" fmla="*/ 27 w 128"/>
                <a:gd name="T91" fmla="*/ 115 h 140"/>
                <a:gd name="T92" fmla="*/ 45 w 128"/>
                <a:gd name="T93" fmla="*/ 124 h 140"/>
                <a:gd name="T94" fmla="*/ 47 w 128"/>
                <a:gd name="T95" fmla="*/ 117 h 140"/>
                <a:gd name="T96" fmla="*/ 33 w 128"/>
                <a:gd name="T97" fmla="*/ 109 h 140"/>
                <a:gd name="T98" fmla="*/ 27 w 128"/>
                <a:gd name="T99" fmla="*/ 115 h 140"/>
                <a:gd name="T100" fmla="*/ 82 w 128"/>
                <a:gd name="T101" fmla="*/ 22 h 140"/>
                <a:gd name="T102" fmla="*/ 97 w 128"/>
                <a:gd name="T103" fmla="*/ 31 h 140"/>
                <a:gd name="T104" fmla="*/ 102 w 128"/>
                <a:gd name="T105" fmla="*/ 25 h 140"/>
                <a:gd name="T106" fmla="*/ 85 w 128"/>
                <a:gd name="T107" fmla="*/ 15 h 140"/>
                <a:gd name="T108" fmla="*/ 82 w 128"/>
                <a:gd name="T109" fmla="*/ 22 h 140"/>
                <a:gd name="T110" fmla="*/ 82 w 128"/>
                <a:gd name="T111" fmla="*/ 117 h 140"/>
                <a:gd name="T112" fmla="*/ 84 w 128"/>
                <a:gd name="T113" fmla="*/ 124 h 140"/>
                <a:gd name="T114" fmla="*/ 102 w 128"/>
                <a:gd name="T115" fmla="*/ 114 h 140"/>
                <a:gd name="T116" fmla="*/ 97 w 128"/>
                <a:gd name="T117" fmla="*/ 108 h 140"/>
                <a:gd name="T118" fmla="*/ 82 w 128"/>
                <a:gd name="T119" fmla="*/ 11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8" h="140">
                  <a:moveTo>
                    <a:pt x="65" y="0"/>
                  </a:moveTo>
                  <a:cubicBezTo>
                    <a:pt x="58" y="0"/>
                    <a:pt x="52" y="5"/>
                    <a:pt x="52" y="12"/>
                  </a:cubicBezTo>
                  <a:cubicBezTo>
                    <a:pt x="52" y="19"/>
                    <a:pt x="58" y="25"/>
                    <a:pt x="65" y="25"/>
                  </a:cubicBezTo>
                  <a:cubicBezTo>
                    <a:pt x="71" y="25"/>
                    <a:pt x="77" y="19"/>
                    <a:pt x="77" y="12"/>
                  </a:cubicBezTo>
                  <a:cubicBezTo>
                    <a:pt x="77" y="5"/>
                    <a:pt x="71" y="0"/>
                    <a:pt x="65" y="0"/>
                  </a:cubicBezTo>
                  <a:close/>
                  <a:moveTo>
                    <a:pt x="26" y="92"/>
                  </a:moveTo>
                  <a:cubicBezTo>
                    <a:pt x="22" y="86"/>
                    <a:pt x="14" y="84"/>
                    <a:pt x="8" y="88"/>
                  </a:cubicBezTo>
                  <a:cubicBezTo>
                    <a:pt x="2" y="91"/>
                    <a:pt x="0" y="99"/>
                    <a:pt x="3" y="105"/>
                  </a:cubicBezTo>
                  <a:cubicBezTo>
                    <a:pt x="7" y="111"/>
                    <a:pt x="15" y="113"/>
                    <a:pt x="21" y="109"/>
                  </a:cubicBezTo>
                  <a:cubicBezTo>
                    <a:pt x="27" y="106"/>
                    <a:pt x="29" y="98"/>
                    <a:pt x="26" y="92"/>
                  </a:cubicBezTo>
                  <a:close/>
                  <a:moveTo>
                    <a:pt x="120" y="88"/>
                  </a:moveTo>
                  <a:cubicBezTo>
                    <a:pt x="115" y="84"/>
                    <a:pt x="107" y="86"/>
                    <a:pt x="104" y="92"/>
                  </a:cubicBezTo>
                  <a:cubicBezTo>
                    <a:pt x="101" y="98"/>
                    <a:pt x="103" y="106"/>
                    <a:pt x="108" y="109"/>
                  </a:cubicBezTo>
                  <a:cubicBezTo>
                    <a:pt x="114" y="113"/>
                    <a:pt x="121" y="111"/>
                    <a:pt x="125" y="105"/>
                  </a:cubicBezTo>
                  <a:cubicBezTo>
                    <a:pt x="128" y="99"/>
                    <a:pt x="126" y="91"/>
                    <a:pt x="120" y="88"/>
                  </a:cubicBezTo>
                  <a:close/>
                  <a:moveTo>
                    <a:pt x="114" y="78"/>
                  </a:moveTo>
                  <a:cubicBezTo>
                    <a:pt x="117" y="78"/>
                    <a:pt x="119" y="79"/>
                    <a:pt x="122" y="80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19" y="61"/>
                    <a:pt x="117" y="61"/>
                    <a:pt x="114" y="61"/>
                  </a:cubicBezTo>
                  <a:lnTo>
                    <a:pt x="114" y="78"/>
                  </a:lnTo>
                  <a:close/>
                  <a:moveTo>
                    <a:pt x="120" y="52"/>
                  </a:moveTo>
                  <a:cubicBezTo>
                    <a:pt x="126" y="48"/>
                    <a:pt x="128" y="41"/>
                    <a:pt x="125" y="35"/>
                  </a:cubicBezTo>
                  <a:cubicBezTo>
                    <a:pt x="121" y="29"/>
                    <a:pt x="114" y="27"/>
                    <a:pt x="108" y="30"/>
                  </a:cubicBezTo>
                  <a:cubicBezTo>
                    <a:pt x="103" y="34"/>
                    <a:pt x="101" y="41"/>
                    <a:pt x="104" y="47"/>
                  </a:cubicBezTo>
                  <a:cubicBezTo>
                    <a:pt x="107" y="53"/>
                    <a:pt x="115" y="55"/>
                    <a:pt x="120" y="52"/>
                  </a:cubicBezTo>
                  <a:close/>
                  <a:moveTo>
                    <a:pt x="28" y="25"/>
                  </a:moveTo>
                  <a:cubicBezTo>
                    <a:pt x="30" y="27"/>
                    <a:pt x="32" y="29"/>
                    <a:pt x="33" y="31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6" y="21"/>
                    <a:pt x="45" y="18"/>
                    <a:pt x="45" y="15"/>
                  </a:cubicBezTo>
                  <a:lnTo>
                    <a:pt x="28" y="25"/>
                  </a:lnTo>
                  <a:close/>
                  <a:moveTo>
                    <a:pt x="65" y="115"/>
                  </a:moveTo>
                  <a:cubicBezTo>
                    <a:pt x="58" y="115"/>
                    <a:pt x="52" y="121"/>
                    <a:pt x="52" y="127"/>
                  </a:cubicBezTo>
                  <a:cubicBezTo>
                    <a:pt x="52" y="134"/>
                    <a:pt x="58" y="140"/>
                    <a:pt x="65" y="140"/>
                  </a:cubicBezTo>
                  <a:cubicBezTo>
                    <a:pt x="71" y="140"/>
                    <a:pt x="77" y="134"/>
                    <a:pt x="77" y="127"/>
                  </a:cubicBezTo>
                  <a:cubicBezTo>
                    <a:pt x="77" y="121"/>
                    <a:pt x="71" y="115"/>
                    <a:pt x="65" y="115"/>
                  </a:cubicBezTo>
                  <a:close/>
                  <a:moveTo>
                    <a:pt x="7" y="80"/>
                  </a:moveTo>
                  <a:cubicBezTo>
                    <a:pt x="10" y="79"/>
                    <a:pt x="12" y="78"/>
                    <a:pt x="15" y="78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2" y="61"/>
                    <a:pt x="10" y="61"/>
                    <a:pt x="7" y="60"/>
                  </a:cubicBezTo>
                  <a:lnTo>
                    <a:pt x="7" y="80"/>
                  </a:lnTo>
                  <a:close/>
                  <a:moveTo>
                    <a:pt x="8" y="52"/>
                  </a:moveTo>
                  <a:cubicBezTo>
                    <a:pt x="14" y="55"/>
                    <a:pt x="22" y="53"/>
                    <a:pt x="26" y="47"/>
                  </a:cubicBezTo>
                  <a:cubicBezTo>
                    <a:pt x="29" y="41"/>
                    <a:pt x="27" y="34"/>
                    <a:pt x="21" y="30"/>
                  </a:cubicBezTo>
                  <a:cubicBezTo>
                    <a:pt x="15" y="27"/>
                    <a:pt x="7" y="29"/>
                    <a:pt x="3" y="35"/>
                  </a:cubicBezTo>
                  <a:cubicBezTo>
                    <a:pt x="0" y="41"/>
                    <a:pt x="2" y="48"/>
                    <a:pt x="8" y="52"/>
                  </a:cubicBezTo>
                  <a:close/>
                  <a:moveTo>
                    <a:pt x="27" y="115"/>
                  </a:moveTo>
                  <a:cubicBezTo>
                    <a:pt x="45" y="124"/>
                    <a:pt x="45" y="124"/>
                    <a:pt x="45" y="124"/>
                  </a:cubicBezTo>
                  <a:cubicBezTo>
                    <a:pt x="45" y="122"/>
                    <a:pt x="46" y="119"/>
                    <a:pt x="47" y="117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31" y="111"/>
                    <a:pt x="29" y="113"/>
                    <a:pt x="27" y="115"/>
                  </a:cubicBezTo>
                  <a:close/>
                  <a:moveTo>
                    <a:pt x="82" y="22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8" y="29"/>
                    <a:pt x="100" y="27"/>
                    <a:pt x="102" y="2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18"/>
                    <a:pt x="83" y="20"/>
                    <a:pt x="82" y="22"/>
                  </a:cubicBezTo>
                  <a:close/>
                  <a:moveTo>
                    <a:pt x="82" y="117"/>
                  </a:moveTo>
                  <a:cubicBezTo>
                    <a:pt x="83" y="119"/>
                    <a:pt x="84" y="121"/>
                    <a:pt x="84" y="124"/>
                  </a:cubicBezTo>
                  <a:cubicBezTo>
                    <a:pt x="102" y="114"/>
                    <a:pt x="102" y="114"/>
                    <a:pt x="102" y="114"/>
                  </a:cubicBezTo>
                  <a:cubicBezTo>
                    <a:pt x="100" y="112"/>
                    <a:pt x="98" y="110"/>
                    <a:pt x="97" y="108"/>
                  </a:cubicBezTo>
                  <a:lnTo>
                    <a:pt x="82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" name="Freeform 56"/>
            <p:cNvSpPr>
              <a:spLocks noEditPoints="1"/>
            </p:cNvSpPr>
            <p:nvPr/>
          </p:nvSpPr>
          <p:spPr bwMode="auto">
            <a:xfrm>
              <a:off x="1912621" y="1278337"/>
              <a:ext cx="522602" cy="512355"/>
            </a:xfrm>
            <a:custGeom>
              <a:avLst/>
              <a:gdLst>
                <a:gd name="T0" fmla="*/ 106 w 154"/>
                <a:gd name="T1" fmla="*/ 83 h 151"/>
                <a:gd name="T2" fmla="*/ 127 w 154"/>
                <a:gd name="T3" fmla="*/ 61 h 151"/>
                <a:gd name="T4" fmla="*/ 123 w 154"/>
                <a:gd name="T5" fmla="*/ 59 h 151"/>
                <a:gd name="T6" fmla="*/ 103 w 154"/>
                <a:gd name="T7" fmla="*/ 79 h 151"/>
                <a:gd name="T8" fmla="*/ 106 w 154"/>
                <a:gd name="T9" fmla="*/ 83 h 151"/>
                <a:gd name="T10" fmla="*/ 150 w 154"/>
                <a:gd name="T11" fmla="*/ 73 h 151"/>
                <a:gd name="T12" fmla="*/ 117 w 154"/>
                <a:gd name="T13" fmla="*/ 106 h 151"/>
                <a:gd name="T14" fmla="*/ 120 w 154"/>
                <a:gd name="T15" fmla="*/ 110 h 151"/>
                <a:gd name="T16" fmla="*/ 154 w 154"/>
                <a:gd name="T17" fmla="*/ 76 h 151"/>
                <a:gd name="T18" fmla="*/ 150 w 154"/>
                <a:gd name="T19" fmla="*/ 73 h 151"/>
                <a:gd name="T20" fmla="*/ 76 w 154"/>
                <a:gd name="T21" fmla="*/ 147 h 151"/>
                <a:gd name="T22" fmla="*/ 78 w 154"/>
                <a:gd name="T23" fmla="*/ 151 h 151"/>
                <a:gd name="T24" fmla="*/ 112 w 154"/>
                <a:gd name="T25" fmla="*/ 117 h 151"/>
                <a:gd name="T26" fmla="*/ 108 w 154"/>
                <a:gd name="T27" fmla="*/ 114 h 151"/>
                <a:gd name="T28" fmla="*/ 76 w 154"/>
                <a:gd name="T29" fmla="*/ 147 h 151"/>
                <a:gd name="T30" fmla="*/ 98 w 154"/>
                <a:gd name="T31" fmla="*/ 108 h 151"/>
                <a:gd name="T32" fmla="*/ 94 w 154"/>
                <a:gd name="T33" fmla="*/ 106 h 151"/>
                <a:gd name="T34" fmla="*/ 67 w 154"/>
                <a:gd name="T35" fmla="*/ 133 h 151"/>
                <a:gd name="T36" fmla="*/ 69 w 154"/>
                <a:gd name="T37" fmla="*/ 137 h 151"/>
                <a:gd name="T38" fmla="*/ 98 w 154"/>
                <a:gd name="T39" fmla="*/ 108 h 151"/>
                <a:gd name="T40" fmla="*/ 85 w 154"/>
                <a:gd name="T41" fmla="*/ 103 h 151"/>
                <a:gd name="T42" fmla="*/ 81 w 154"/>
                <a:gd name="T43" fmla="*/ 100 h 151"/>
                <a:gd name="T44" fmla="*/ 61 w 154"/>
                <a:gd name="T45" fmla="*/ 120 h 151"/>
                <a:gd name="T46" fmla="*/ 64 w 154"/>
                <a:gd name="T47" fmla="*/ 124 h 151"/>
                <a:gd name="T48" fmla="*/ 85 w 154"/>
                <a:gd name="T49" fmla="*/ 103 h 151"/>
                <a:gd name="T50" fmla="*/ 109 w 154"/>
                <a:gd name="T51" fmla="*/ 92 h 151"/>
                <a:gd name="T52" fmla="*/ 111 w 154"/>
                <a:gd name="T53" fmla="*/ 95 h 151"/>
                <a:gd name="T54" fmla="*/ 140 w 154"/>
                <a:gd name="T55" fmla="*/ 67 h 151"/>
                <a:gd name="T56" fmla="*/ 136 w 154"/>
                <a:gd name="T57" fmla="*/ 65 h 151"/>
                <a:gd name="T58" fmla="*/ 109 w 154"/>
                <a:gd name="T59" fmla="*/ 92 h 151"/>
                <a:gd name="T60" fmla="*/ 64 w 154"/>
                <a:gd name="T61" fmla="*/ 30 h 151"/>
                <a:gd name="T62" fmla="*/ 99 w 154"/>
                <a:gd name="T63" fmla="*/ 64 h 151"/>
                <a:gd name="T64" fmla="*/ 112 w 154"/>
                <a:gd name="T65" fmla="*/ 51 h 151"/>
                <a:gd name="T66" fmla="*/ 77 w 154"/>
                <a:gd name="T67" fmla="*/ 17 h 151"/>
                <a:gd name="T68" fmla="*/ 19 w 154"/>
                <a:gd name="T69" fmla="*/ 14 h 151"/>
                <a:gd name="T70" fmla="*/ 32 w 154"/>
                <a:gd name="T71" fmla="*/ 27 h 151"/>
                <a:gd name="T72" fmla="*/ 64 w 154"/>
                <a:gd name="T73" fmla="*/ 30 h 151"/>
                <a:gd name="T74" fmla="*/ 95 w 154"/>
                <a:gd name="T75" fmla="*/ 41 h 151"/>
                <a:gd name="T76" fmla="*/ 105 w 154"/>
                <a:gd name="T77" fmla="*/ 51 h 151"/>
                <a:gd name="T78" fmla="*/ 98 w 154"/>
                <a:gd name="T79" fmla="*/ 57 h 151"/>
                <a:gd name="T80" fmla="*/ 89 w 154"/>
                <a:gd name="T81" fmla="*/ 48 h 151"/>
                <a:gd name="T82" fmla="*/ 95 w 154"/>
                <a:gd name="T83" fmla="*/ 41 h 151"/>
                <a:gd name="T84" fmla="*/ 31 w 154"/>
                <a:gd name="T85" fmla="*/ 64 h 151"/>
                <a:gd name="T86" fmla="*/ 28 w 154"/>
                <a:gd name="T87" fmla="*/ 31 h 151"/>
                <a:gd name="T88" fmla="*/ 15 w 154"/>
                <a:gd name="T89" fmla="*/ 18 h 151"/>
                <a:gd name="T90" fmla="*/ 18 w 154"/>
                <a:gd name="T91" fmla="*/ 76 h 151"/>
                <a:gd name="T92" fmla="*/ 52 w 154"/>
                <a:gd name="T93" fmla="*/ 111 h 151"/>
                <a:gd name="T94" fmla="*/ 65 w 154"/>
                <a:gd name="T95" fmla="*/ 98 h 151"/>
                <a:gd name="T96" fmla="*/ 31 w 154"/>
                <a:gd name="T97" fmla="*/ 64 h 151"/>
                <a:gd name="T98" fmla="*/ 51 w 154"/>
                <a:gd name="T99" fmla="*/ 105 h 151"/>
                <a:gd name="T100" fmla="*/ 42 w 154"/>
                <a:gd name="T101" fmla="*/ 94 h 151"/>
                <a:gd name="T102" fmla="*/ 49 w 154"/>
                <a:gd name="T103" fmla="*/ 87 h 151"/>
                <a:gd name="T104" fmla="*/ 58 w 154"/>
                <a:gd name="T105" fmla="*/ 97 h 151"/>
                <a:gd name="T106" fmla="*/ 51 w 154"/>
                <a:gd name="T107" fmla="*/ 10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4" h="151">
                  <a:moveTo>
                    <a:pt x="106" y="83"/>
                  </a:moveTo>
                  <a:cubicBezTo>
                    <a:pt x="115" y="78"/>
                    <a:pt x="123" y="71"/>
                    <a:pt x="127" y="61"/>
                  </a:cubicBezTo>
                  <a:cubicBezTo>
                    <a:pt x="126" y="61"/>
                    <a:pt x="124" y="59"/>
                    <a:pt x="123" y="59"/>
                  </a:cubicBezTo>
                  <a:cubicBezTo>
                    <a:pt x="119" y="68"/>
                    <a:pt x="112" y="75"/>
                    <a:pt x="103" y="79"/>
                  </a:cubicBezTo>
                  <a:cubicBezTo>
                    <a:pt x="104" y="80"/>
                    <a:pt x="105" y="82"/>
                    <a:pt x="106" y="83"/>
                  </a:cubicBezTo>
                  <a:close/>
                  <a:moveTo>
                    <a:pt x="150" y="73"/>
                  </a:moveTo>
                  <a:cubicBezTo>
                    <a:pt x="144" y="88"/>
                    <a:pt x="132" y="100"/>
                    <a:pt x="117" y="106"/>
                  </a:cubicBezTo>
                  <a:cubicBezTo>
                    <a:pt x="118" y="107"/>
                    <a:pt x="119" y="109"/>
                    <a:pt x="120" y="110"/>
                  </a:cubicBezTo>
                  <a:cubicBezTo>
                    <a:pt x="135" y="103"/>
                    <a:pt x="147" y="91"/>
                    <a:pt x="154" y="76"/>
                  </a:cubicBezTo>
                  <a:cubicBezTo>
                    <a:pt x="153" y="75"/>
                    <a:pt x="151" y="74"/>
                    <a:pt x="150" y="73"/>
                  </a:cubicBezTo>
                  <a:close/>
                  <a:moveTo>
                    <a:pt x="76" y="147"/>
                  </a:moveTo>
                  <a:cubicBezTo>
                    <a:pt x="76" y="148"/>
                    <a:pt x="78" y="150"/>
                    <a:pt x="78" y="151"/>
                  </a:cubicBezTo>
                  <a:cubicBezTo>
                    <a:pt x="93" y="144"/>
                    <a:pt x="106" y="132"/>
                    <a:pt x="112" y="117"/>
                  </a:cubicBezTo>
                  <a:cubicBezTo>
                    <a:pt x="111" y="116"/>
                    <a:pt x="109" y="115"/>
                    <a:pt x="108" y="114"/>
                  </a:cubicBezTo>
                  <a:cubicBezTo>
                    <a:pt x="102" y="129"/>
                    <a:pt x="90" y="141"/>
                    <a:pt x="76" y="147"/>
                  </a:cubicBezTo>
                  <a:close/>
                  <a:moveTo>
                    <a:pt x="98" y="108"/>
                  </a:moveTo>
                  <a:cubicBezTo>
                    <a:pt x="97" y="108"/>
                    <a:pt x="95" y="106"/>
                    <a:pt x="94" y="106"/>
                  </a:cubicBezTo>
                  <a:cubicBezTo>
                    <a:pt x="89" y="118"/>
                    <a:pt x="79" y="127"/>
                    <a:pt x="67" y="133"/>
                  </a:cubicBezTo>
                  <a:cubicBezTo>
                    <a:pt x="67" y="134"/>
                    <a:pt x="69" y="136"/>
                    <a:pt x="69" y="137"/>
                  </a:cubicBezTo>
                  <a:cubicBezTo>
                    <a:pt x="82" y="131"/>
                    <a:pt x="92" y="121"/>
                    <a:pt x="98" y="108"/>
                  </a:cubicBezTo>
                  <a:close/>
                  <a:moveTo>
                    <a:pt x="85" y="103"/>
                  </a:moveTo>
                  <a:cubicBezTo>
                    <a:pt x="84" y="102"/>
                    <a:pt x="82" y="101"/>
                    <a:pt x="81" y="100"/>
                  </a:cubicBezTo>
                  <a:cubicBezTo>
                    <a:pt x="77" y="109"/>
                    <a:pt x="70" y="116"/>
                    <a:pt x="61" y="120"/>
                  </a:cubicBezTo>
                  <a:cubicBezTo>
                    <a:pt x="62" y="121"/>
                    <a:pt x="63" y="123"/>
                    <a:pt x="64" y="124"/>
                  </a:cubicBezTo>
                  <a:cubicBezTo>
                    <a:pt x="73" y="120"/>
                    <a:pt x="81" y="112"/>
                    <a:pt x="85" y="103"/>
                  </a:cubicBezTo>
                  <a:close/>
                  <a:moveTo>
                    <a:pt x="109" y="92"/>
                  </a:moveTo>
                  <a:cubicBezTo>
                    <a:pt x="109" y="92"/>
                    <a:pt x="111" y="95"/>
                    <a:pt x="111" y="95"/>
                  </a:cubicBezTo>
                  <a:cubicBezTo>
                    <a:pt x="124" y="90"/>
                    <a:pt x="134" y="80"/>
                    <a:pt x="140" y="67"/>
                  </a:cubicBezTo>
                  <a:cubicBezTo>
                    <a:pt x="139" y="67"/>
                    <a:pt x="137" y="65"/>
                    <a:pt x="136" y="65"/>
                  </a:cubicBezTo>
                  <a:cubicBezTo>
                    <a:pt x="130" y="77"/>
                    <a:pt x="121" y="86"/>
                    <a:pt x="109" y="92"/>
                  </a:cubicBezTo>
                  <a:close/>
                  <a:moveTo>
                    <a:pt x="64" y="30"/>
                  </a:moveTo>
                  <a:cubicBezTo>
                    <a:pt x="99" y="64"/>
                    <a:pt x="99" y="64"/>
                    <a:pt x="99" y="64"/>
                  </a:cubicBezTo>
                  <a:cubicBezTo>
                    <a:pt x="112" y="51"/>
                    <a:pt x="112" y="51"/>
                    <a:pt x="112" y="51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61" y="0"/>
                    <a:pt x="35" y="0"/>
                    <a:pt x="19" y="1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41" y="20"/>
                    <a:pt x="55" y="21"/>
                    <a:pt x="64" y="30"/>
                  </a:cubicBezTo>
                  <a:close/>
                  <a:moveTo>
                    <a:pt x="95" y="41"/>
                  </a:moveTo>
                  <a:cubicBezTo>
                    <a:pt x="105" y="51"/>
                    <a:pt x="105" y="51"/>
                    <a:pt x="105" y="51"/>
                  </a:cubicBezTo>
                  <a:cubicBezTo>
                    <a:pt x="98" y="57"/>
                    <a:pt x="98" y="57"/>
                    <a:pt x="98" y="57"/>
                  </a:cubicBezTo>
                  <a:cubicBezTo>
                    <a:pt x="89" y="48"/>
                    <a:pt x="89" y="48"/>
                    <a:pt x="89" y="48"/>
                  </a:cubicBezTo>
                  <a:lnTo>
                    <a:pt x="95" y="41"/>
                  </a:lnTo>
                  <a:close/>
                  <a:moveTo>
                    <a:pt x="31" y="64"/>
                  </a:moveTo>
                  <a:cubicBezTo>
                    <a:pt x="22" y="54"/>
                    <a:pt x="21" y="40"/>
                    <a:pt x="28" y="31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34"/>
                    <a:pt x="1" y="60"/>
                    <a:pt x="18" y="76"/>
                  </a:cubicBezTo>
                  <a:cubicBezTo>
                    <a:pt x="52" y="111"/>
                    <a:pt x="52" y="111"/>
                    <a:pt x="52" y="111"/>
                  </a:cubicBezTo>
                  <a:cubicBezTo>
                    <a:pt x="65" y="98"/>
                    <a:pt x="65" y="98"/>
                    <a:pt x="65" y="98"/>
                  </a:cubicBezTo>
                  <a:lnTo>
                    <a:pt x="31" y="64"/>
                  </a:lnTo>
                  <a:close/>
                  <a:moveTo>
                    <a:pt x="51" y="105"/>
                  </a:moveTo>
                  <a:cubicBezTo>
                    <a:pt x="42" y="94"/>
                    <a:pt x="42" y="94"/>
                    <a:pt x="42" y="94"/>
                  </a:cubicBezTo>
                  <a:cubicBezTo>
                    <a:pt x="49" y="87"/>
                    <a:pt x="49" y="87"/>
                    <a:pt x="49" y="87"/>
                  </a:cubicBezTo>
                  <a:cubicBezTo>
                    <a:pt x="58" y="97"/>
                    <a:pt x="58" y="97"/>
                    <a:pt x="58" y="97"/>
                  </a:cubicBezTo>
                  <a:lnTo>
                    <a:pt x="51" y="10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" name="Freeform 57"/>
            <p:cNvSpPr>
              <a:spLocks noEditPoints="1"/>
            </p:cNvSpPr>
            <p:nvPr/>
          </p:nvSpPr>
          <p:spPr bwMode="auto">
            <a:xfrm>
              <a:off x="2980882" y="1278337"/>
              <a:ext cx="578961" cy="489300"/>
            </a:xfrm>
            <a:custGeom>
              <a:avLst/>
              <a:gdLst>
                <a:gd name="T0" fmla="*/ 144 w 171"/>
                <a:gd name="T1" fmla="*/ 95 h 144"/>
                <a:gd name="T2" fmla="*/ 166 w 171"/>
                <a:gd name="T3" fmla="*/ 41 h 144"/>
                <a:gd name="T4" fmla="*/ 160 w 171"/>
                <a:gd name="T5" fmla="*/ 38 h 144"/>
                <a:gd name="T6" fmla="*/ 138 w 171"/>
                <a:gd name="T7" fmla="*/ 95 h 144"/>
                <a:gd name="T8" fmla="*/ 93 w 171"/>
                <a:gd name="T9" fmla="*/ 95 h 144"/>
                <a:gd name="T10" fmla="*/ 71 w 171"/>
                <a:gd name="T11" fmla="*/ 38 h 144"/>
                <a:gd name="T12" fmla="*/ 71 w 171"/>
                <a:gd name="T13" fmla="*/ 39 h 144"/>
                <a:gd name="T14" fmla="*/ 40 w 171"/>
                <a:gd name="T15" fmla="*/ 27 h 144"/>
                <a:gd name="T16" fmla="*/ 40 w 171"/>
                <a:gd name="T17" fmla="*/ 0 h 144"/>
                <a:gd name="T18" fmla="*/ 31 w 171"/>
                <a:gd name="T19" fmla="*/ 0 h 144"/>
                <a:gd name="T20" fmla="*/ 31 w 171"/>
                <a:gd name="T21" fmla="*/ 34 h 144"/>
                <a:gd name="T22" fmla="*/ 29 w 171"/>
                <a:gd name="T23" fmla="*/ 39 h 144"/>
                <a:gd name="T24" fmla="*/ 29 w 171"/>
                <a:gd name="T25" fmla="*/ 38 h 144"/>
                <a:gd name="T26" fmla="*/ 0 w 171"/>
                <a:gd name="T27" fmla="*/ 112 h 144"/>
                <a:gd name="T28" fmla="*/ 5 w 171"/>
                <a:gd name="T29" fmla="*/ 114 h 144"/>
                <a:gd name="T30" fmla="*/ 10 w 171"/>
                <a:gd name="T31" fmla="*/ 103 h 144"/>
                <a:gd name="T32" fmla="*/ 31 w 171"/>
                <a:gd name="T33" fmla="*/ 103 h 144"/>
                <a:gd name="T34" fmla="*/ 31 w 171"/>
                <a:gd name="T35" fmla="*/ 144 h 144"/>
                <a:gd name="T36" fmla="*/ 40 w 171"/>
                <a:gd name="T37" fmla="*/ 144 h 144"/>
                <a:gd name="T38" fmla="*/ 40 w 171"/>
                <a:gd name="T39" fmla="*/ 103 h 144"/>
                <a:gd name="T40" fmla="*/ 90 w 171"/>
                <a:gd name="T41" fmla="*/ 103 h 144"/>
                <a:gd name="T42" fmla="*/ 94 w 171"/>
                <a:gd name="T43" fmla="*/ 113 h 144"/>
                <a:gd name="T44" fmla="*/ 94 w 171"/>
                <a:gd name="T45" fmla="*/ 113 h 144"/>
                <a:gd name="T46" fmla="*/ 94 w 171"/>
                <a:gd name="T47" fmla="*/ 113 h 144"/>
                <a:gd name="T48" fmla="*/ 94 w 171"/>
                <a:gd name="T49" fmla="*/ 114 h 144"/>
                <a:gd name="T50" fmla="*/ 95 w 171"/>
                <a:gd name="T51" fmla="*/ 114 h 144"/>
                <a:gd name="T52" fmla="*/ 137 w 171"/>
                <a:gd name="T53" fmla="*/ 114 h 144"/>
                <a:gd name="T54" fmla="*/ 137 w 171"/>
                <a:gd name="T55" fmla="*/ 114 h 144"/>
                <a:gd name="T56" fmla="*/ 141 w 171"/>
                <a:gd name="T57" fmla="*/ 103 h 144"/>
                <a:gd name="T58" fmla="*/ 171 w 171"/>
                <a:gd name="T59" fmla="*/ 103 h 144"/>
                <a:gd name="T60" fmla="*/ 171 w 171"/>
                <a:gd name="T61" fmla="*/ 95 h 144"/>
                <a:gd name="T62" fmla="*/ 144 w 171"/>
                <a:gd name="T63" fmla="*/ 95 h 144"/>
                <a:gd name="T64" fmla="*/ 31 w 171"/>
                <a:gd name="T65" fmla="*/ 95 h 144"/>
                <a:gd name="T66" fmla="*/ 13 w 171"/>
                <a:gd name="T67" fmla="*/ 95 h 144"/>
                <a:gd name="T68" fmla="*/ 31 w 171"/>
                <a:gd name="T69" fmla="*/ 48 h 144"/>
                <a:gd name="T70" fmla="*/ 31 w 171"/>
                <a:gd name="T71" fmla="*/ 95 h 144"/>
                <a:gd name="T72" fmla="*/ 40 w 171"/>
                <a:gd name="T73" fmla="*/ 95 h 144"/>
                <a:gd name="T74" fmla="*/ 40 w 171"/>
                <a:gd name="T75" fmla="*/ 34 h 144"/>
                <a:gd name="T76" fmla="*/ 66 w 171"/>
                <a:gd name="T77" fmla="*/ 41 h 144"/>
                <a:gd name="T78" fmla="*/ 66 w 171"/>
                <a:gd name="T79" fmla="*/ 41 h 144"/>
                <a:gd name="T80" fmla="*/ 87 w 171"/>
                <a:gd name="T81" fmla="*/ 95 h 144"/>
                <a:gd name="T82" fmla="*/ 40 w 171"/>
                <a:gd name="T83" fmla="*/ 95 h 144"/>
                <a:gd name="T84" fmla="*/ 132 w 171"/>
                <a:gd name="T85" fmla="*/ 111 h 144"/>
                <a:gd name="T86" fmla="*/ 132 w 171"/>
                <a:gd name="T87" fmla="*/ 111 h 144"/>
                <a:gd name="T88" fmla="*/ 100 w 171"/>
                <a:gd name="T89" fmla="*/ 111 h 144"/>
                <a:gd name="T90" fmla="*/ 96 w 171"/>
                <a:gd name="T91" fmla="*/ 103 h 144"/>
                <a:gd name="T92" fmla="*/ 135 w 171"/>
                <a:gd name="T93" fmla="*/ 103 h 144"/>
                <a:gd name="T94" fmla="*/ 132 w 171"/>
                <a:gd name="T95" fmla="*/ 11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144">
                  <a:moveTo>
                    <a:pt x="144" y="95"/>
                  </a:moveTo>
                  <a:cubicBezTo>
                    <a:pt x="166" y="41"/>
                    <a:pt x="166" y="41"/>
                    <a:pt x="166" y="41"/>
                  </a:cubicBezTo>
                  <a:cubicBezTo>
                    <a:pt x="160" y="38"/>
                    <a:pt x="160" y="38"/>
                    <a:pt x="160" y="38"/>
                  </a:cubicBezTo>
                  <a:cubicBezTo>
                    <a:pt x="138" y="95"/>
                    <a:pt x="138" y="95"/>
                    <a:pt x="138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5" y="25"/>
                    <a:pt x="51" y="22"/>
                    <a:pt x="40" y="27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29" y="37"/>
                    <a:pt x="29" y="39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5" y="114"/>
                    <a:pt x="5" y="114"/>
                    <a:pt x="5" y="114"/>
                  </a:cubicBezTo>
                  <a:cubicBezTo>
                    <a:pt x="10" y="103"/>
                    <a:pt x="10" y="103"/>
                    <a:pt x="10" y="103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40" y="103"/>
                    <a:pt x="40" y="103"/>
                    <a:pt x="40" y="103"/>
                  </a:cubicBezTo>
                  <a:cubicBezTo>
                    <a:pt x="90" y="103"/>
                    <a:pt x="90" y="103"/>
                    <a:pt x="90" y="103"/>
                  </a:cubicBezTo>
                  <a:cubicBezTo>
                    <a:pt x="94" y="113"/>
                    <a:pt x="94" y="113"/>
                    <a:pt x="94" y="113"/>
                  </a:cubicBezTo>
                  <a:cubicBezTo>
                    <a:pt x="94" y="113"/>
                    <a:pt x="94" y="113"/>
                    <a:pt x="94" y="113"/>
                  </a:cubicBezTo>
                  <a:cubicBezTo>
                    <a:pt x="94" y="113"/>
                    <a:pt x="94" y="113"/>
                    <a:pt x="94" y="113"/>
                  </a:cubicBezTo>
                  <a:cubicBezTo>
                    <a:pt x="94" y="114"/>
                    <a:pt x="94" y="114"/>
                    <a:pt x="94" y="114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102" y="132"/>
                    <a:pt x="129" y="132"/>
                    <a:pt x="137" y="114"/>
                  </a:cubicBezTo>
                  <a:cubicBezTo>
                    <a:pt x="137" y="114"/>
                    <a:pt x="137" y="114"/>
                    <a:pt x="137" y="114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1" y="95"/>
                    <a:pt x="171" y="95"/>
                    <a:pt x="171" y="95"/>
                  </a:cubicBezTo>
                  <a:lnTo>
                    <a:pt x="144" y="95"/>
                  </a:lnTo>
                  <a:close/>
                  <a:moveTo>
                    <a:pt x="31" y="95"/>
                  </a:moveTo>
                  <a:cubicBezTo>
                    <a:pt x="13" y="95"/>
                    <a:pt x="13" y="95"/>
                    <a:pt x="13" y="95"/>
                  </a:cubicBezTo>
                  <a:cubicBezTo>
                    <a:pt x="31" y="48"/>
                    <a:pt x="31" y="48"/>
                    <a:pt x="31" y="48"/>
                  </a:cubicBezTo>
                  <a:lnTo>
                    <a:pt x="31" y="95"/>
                  </a:lnTo>
                  <a:close/>
                  <a:moveTo>
                    <a:pt x="40" y="95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8" y="28"/>
                    <a:pt x="61" y="30"/>
                    <a:pt x="66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87" y="95"/>
                    <a:pt x="87" y="95"/>
                    <a:pt x="87" y="95"/>
                  </a:cubicBezTo>
                  <a:lnTo>
                    <a:pt x="40" y="95"/>
                  </a:lnTo>
                  <a:close/>
                  <a:moveTo>
                    <a:pt x="132" y="111"/>
                  </a:moveTo>
                  <a:cubicBezTo>
                    <a:pt x="132" y="111"/>
                    <a:pt x="132" y="111"/>
                    <a:pt x="132" y="111"/>
                  </a:cubicBezTo>
                  <a:cubicBezTo>
                    <a:pt x="126" y="125"/>
                    <a:pt x="105" y="125"/>
                    <a:pt x="100" y="111"/>
                  </a:cubicBezTo>
                  <a:cubicBezTo>
                    <a:pt x="96" y="103"/>
                    <a:pt x="96" y="103"/>
                    <a:pt x="96" y="103"/>
                  </a:cubicBezTo>
                  <a:cubicBezTo>
                    <a:pt x="135" y="103"/>
                    <a:pt x="135" y="103"/>
                    <a:pt x="135" y="103"/>
                  </a:cubicBezTo>
                  <a:lnTo>
                    <a:pt x="132" y="1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" name="Freeform 58"/>
            <p:cNvSpPr>
              <a:spLocks noEditPoints="1"/>
            </p:cNvSpPr>
            <p:nvPr/>
          </p:nvSpPr>
          <p:spPr bwMode="auto">
            <a:xfrm>
              <a:off x="4133680" y="1250159"/>
              <a:ext cx="502108" cy="502108"/>
            </a:xfrm>
            <a:custGeom>
              <a:avLst/>
              <a:gdLst>
                <a:gd name="T0" fmla="*/ 74 w 148"/>
                <a:gd name="T1" fmla="*/ 94 h 148"/>
                <a:gd name="T2" fmla="*/ 64 w 148"/>
                <a:gd name="T3" fmla="*/ 91 h 148"/>
                <a:gd name="T4" fmla="*/ 47 w 148"/>
                <a:gd name="T5" fmla="*/ 121 h 148"/>
                <a:gd name="T6" fmla="*/ 74 w 148"/>
                <a:gd name="T7" fmla="*/ 128 h 148"/>
                <a:gd name="T8" fmla="*/ 101 w 148"/>
                <a:gd name="T9" fmla="*/ 121 h 148"/>
                <a:gd name="T10" fmla="*/ 84 w 148"/>
                <a:gd name="T11" fmla="*/ 91 h 148"/>
                <a:gd name="T12" fmla="*/ 74 w 148"/>
                <a:gd name="T13" fmla="*/ 94 h 148"/>
                <a:gd name="T14" fmla="*/ 101 w 148"/>
                <a:gd name="T15" fmla="*/ 27 h 148"/>
                <a:gd name="T16" fmla="*/ 84 w 148"/>
                <a:gd name="T17" fmla="*/ 56 h 148"/>
                <a:gd name="T18" fmla="*/ 95 w 148"/>
                <a:gd name="T19" fmla="*/ 74 h 148"/>
                <a:gd name="T20" fmla="*/ 128 w 148"/>
                <a:gd name="T21" fmla="*/ 74 h 148"/>
                <a:gd name="T22" fmla="*/ 101 w 148"/>
                <a:gd name="T23" fmla="*/ 27 h 148"/>
                <a:gd name="T24" fmla="*/ 74 w 148"/>
                <a:gd name="T25" fmla="*/ 86 h 148"/>
                <a:gd name="T26" fmla="*/ 86 w 148"/>
                <a:gd name="T27" fmla="*/ 74 h 148"/>
                <a:gd name="T28" fmla="*/ 74 w 148"/>
                <a:gd name="T29" fmla="*/ 61 h 148"/>
                <a:gd name="T30" fmla="*/ 62 w 148"/>
                <a:gd name="T31" fmla="*/ 74 h 148"/>
                <a:gd name="T32" fmla="*/ 74 w 148"/>
                <a:gd name="T33" fmla="*/ 86 h 148"/>
                <a:gd name="T34" fmla="*/ 64 w 148"/>
                <a:gd name="T35" fmla="*/ 56 h 148"/>
                <a:gd name="T36" fmla="*/ 47 w 148"/>
                <a:gd name="T37" fmla="*/ 27 h 148"/>
                <a:gd name="T38" fmla="*/ 20 w 148"/>
                <a:gd name="T39" fmla="*/ 74 h 148"/>
                <a:gd name="T40" fmla="*/ 53 w 148"/>
                <a:gd name="T41" fmla="*/ 74 h 148"/>
                <a:gd name="T42" fmla="*/ 64 w 148"/>
                <a:gd name="T43" fmla="*/ 56 h 148"/>
                <a:gd name="T44" fmla="*/ 74 w 148"/>
                <a:gd name="T45" fmla="*/ 0 h 148"/>
                <a:gd name="T46" fmla="*/ 0 w 148"/>
                <a:gd name="T47" fmla="*/ 74 h 148"/>
                <a:gd name="T48" fmla="*/ 74 w 148"/>
                <a:gd name="T49" fmla="*/ 148 h 148"/>
                <a:gd name="T50" fmla="*/ 148 w 148"/>
                <a:gd name="T51" fmla="*/ 74 h 148"/>
                <a:gd name="T52" fmla="*/ 74 w 148"/>
                <a:gd name="T53" fmla="*/ 0 h 148"/>
                <a:gd name="T54" fmla="*/ 74 w 148"/>
                <a:gd name="T55" fmla="*/ 140 h 148"/>
                <a:gd name="T56" fmla="*/ 8 w 148"/>
                <a:gd name="T57" fmla="*/ 74 h 148"/>
                <a:gd name="T58" fmla="*/ 74 w 148"/>
                <a:gd name="T59" fmla="*/ 8 h 148"/>
                <a:gd name="T60" fmla="*/ 140 w 148"/>
                <a:gd name="T61" fmla="*/ 74 h 148"/>
                <a:gd name="T62" fmla="*/ 74 w 148"/>
                <a:gd name="T63" fmla="*/ 14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8" h="148">
                  <a:moveTo>
                    <a:pt x="74" y="94"/>
                  </a:moveTo>
                  <a:cubicBezTo>
                    <a:pt x="70" y="94"/>
                    <a:pt x="67" y="93"/>
                    <a:pt x="64" y="91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55" y="125"/>
                    <a:pt x="64" y="128"/>
                    <a:pt x="74" y="128"/>
                  </a:cubicBezTo>
                  <a:cubicBezTo>
                    <a:pt x="84" y="128"/>
                    <a:pt x="93" y="125"/>
                    <a:pt x="101" y="121"/>
                  </a:cubicBezTo>
                  <a:cubicBezTo>
                    <a:pt x="84" y="91"/>
                    <a:pt x="84" y="91"/>
                    <a:pt x="84" y="91"/>
                  </a:cubicBezTo>
                  <a:cubicBezTo>
                    <a:pt x="81" y="93"/>
                    <a:pt x="78" y="94"/>
                    <a:pt x="74" y="94"/>
                  </a:cubicBezTo>
                  <a:close/>
                  <a:moveTo>
                    <a:pt x="101" y="27"/>
                  </a:moveTo>
                  <a:cubicBezTo>
                    <a:pt x="84" y="56"/>
                    <a:pt x="84" y="56"/>
                    <a:pt x="84" y="56"/>
                  </a:cubicBezTo>
                  <a:cubicBezTo>
                    <a:pt x="90" y="60"/>
                    <a:pt x="95" y="66"/>
                    <a:pt x="95" y="74"/>
                  </a:cubicBezTo>
                  <a:cubicBezTo>
                    <a:pt x="128" y="74"/>
                    <a:pt x="128" y="74"/>
                    <a:pt x="128" y="74"/>
                  </a:cubicBezTo>
                  <a:cubicBezTo>
                    <a:pt x="128" y="54"/>
                    <a:pt x="117" y="36"/>
                    <a:pt x="101" y="27"/>
                  </a:cubicBezTo>
                  <a:close/>
                  <a:moveTo>
                    <a:pt x="74" y="86"/>
                  </a:moveTo>
                  <a:cubicBezTo>
                    <a:pt x="81" y="86"/>
                    <a:pt x="86" y="81"/>
                    <a:pt x="86" y="74"/>
                  </a:cubicBezTo>
                  <a:cubicBezTo>
                    <a:pt x="86" y="67"/>
                    <a:pt x="81" y="61"/>
                    <a:pt x="74" y="61"/>
                  </a:cubicBezTo>
                  <a:cubicBezTo>
                    <a:pt x="67" y="61"/>
                    <a:pt x="62" y="67"/>
                    <a:pt x="62" y="74"/>
                  </a:cubicBezTo>
                  <a:cubicBezTo>
                    <a:pt x="62" y="81"/>
                    <a:pt x="67" y="86"/>
                    <a:pt x="74" y="86"/>
                  </a:cubicBezTo>
                  <a:close/>
                  <a:moveTo>
                    <a:pt x="64" y="56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31" y="36"/>
                    <a:pt x="20" y="54"/>
                    <a:pt x="20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66"/>
                    <a:pt x="58" y="60"/>
                    <a:pt x="64" y="56"/>
                  </a:cubicBezTo>
                  <a:close/>
                  <a:moveTo>
                    <a:pt x="74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8"/>
                    <a:pt x="74" y="148"/>
                  </a:cubicBezTo>
                  <a:cubicBezTo>
                    <a:pt x="115" y="148"/>
                    <a:pt x="148" y="115"/>
                    <a:pt x="148" y="74"/>
                  </a:cubicBezTo>
                  <a:cubicBezTo>
                    <a:pt x="148" y="33"/>
                    <a:pt x="115" y="0"/>
                    <a:pt x="74" y="0"/>
                  </a:cubicBezTo>
                  <a:close/>
                  <a:moveTo>
                    <a:pt x="74" y="140"/>
                  </a:moveTo>
                  <a:cubicBezTo>
                    <a:pt x="38" y="140"/>
                    <a:pt x="8" y="110"/>
                    <a:pt x="8" y="74"/>
                  </a:cubicBezTo>
                  <a:cubicBezTo>
                    <a:pt x="8" y="37"/>
                    <a:pt x="38" y="8"/>
                    <a:pt x="74" y="8"/>
                  </a:cubicBezTo>
                  <a:cubicBezTo>
                    <a:pt x="110" y="8"/>
                    <a:pt x="140" y="37"/>
                    <a:pt x="140" y="74"/>
                  </a:cubicBezTo>
                  <a:cubicBezTo>
                    <a:pt x="140" y="110"/>
                    <a:pt x="110" y="140"/>
                    <a:pt x="74" y="1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59"/>
            <p:cNvSpPr>
              <a:spLocks noEditPoints="1"/>
            </p:cNvSpPr>
            <p:nvPr/>
          </p:nvSpPr>
          <p:spPr bwMode="auto">
            <a:xfrm>
              <a:off x="5201940" y="1204047"/>
              <a:ext cx="596895" cy="543096"/>
            </a:xfrm>
            <a:custGeom>
              <a:avLst/>
              <a:gdLst>
                <a:gd name="T0" fmla="*/ 153 w 176"/>
                <a:gd name="T1" fmla="*/ 73 h 160"/>
                <a:gd name="T2" fmla="*/ 122 w 176"/>
                <a:gd name="T3" fmla="*/ 68 h 160"/>
                <a:gd name="T4" fmla="*/ 133 w 176"/>
                <a:gd name="T5" fmla="*/ 38 h 160"/>
                <a:gd name="T6" fmla="*/ 112 w 176"/>
                <a:gd name="T7" fmla="*/ 0 h 160"/>
                <a:gd name="T8" fmla="*/ 123 w 176"/>
                <a:gd name="T9" fmla="*/ 30 h 160"/>
                <a:gd name="T10" fmla="*/ 88 w 176"/>
                <a:gd name="T11" fmla="*/ 71 h 160"/>
                <a:gd name="T12" fmla="*/ 52 w 176"/>
                <a:gd name="T13" fmla="*/ 30 h 160"/>
                <a:gd name="T14" fmla="*/ 64 w 176"/>
                <a:gd name="T15" fmla="*/ 0 h 160"/>
                <a:gd name="T16" fmla="*/ 43 w 176"/>
                <a:gd name="T17" fmla="*/ 38 h 160"/>
                <a:gd name="T18" fmla="*/ 54 w 176"/>
                <a:gd name="T19" fmla="*/ 68 h 160"/>
                <a:gd name="T20" fmla="*/ 22 w 176"/>
                <a:gd name="T21" fmla="*/ 73 h 160"/>
                <a:gd name="T22" fmla="*/ 0 w 176"/>
                <a:gd name="T23" fmla="*/ 110 h 160"/>
                <a:gd name="T24" fmla="*/ 20 w 176"/>
                <a:gd name="T25" fmla="*/ 86 h 160"/>
                <a:gd name="T26" fmla="*/ 74 w 176"/>
                <a:gd name="T27" fmla="*/ 96 h 160"/>
                <a:gd name="T28" fmla="*/ 56 w 176"/>
                <a:gd name="T29" fmla="*/ 147 h 160"/>
                <a:gd name="T30" fmla="*/ 24 w 176"/>
                <a:gd name="T31" fmla="*/ 153 h 160"/>
                <a:gd name="T32" fmla="*/ 68 w 176"/>
                <a:gd name="T33" fmla="*/ 152 h 160"/>
                <a:gd name="T34" fmla="*/ 88 w 176"/>
                <a:gd name="T35" fmla="*/ 127 h 160"/>
                <a:gd name="T36" fmla="*/ 108 w 176"/>
                <a:gd name="T37" fmla="*/ 152 h 160"/>
                <a:gd name="T38" fmla="*/ 151 w 176"/>
                <a:gd name="T39" fmla="*/ 153 h 160"/>
                <a:gd name="T40" fmla="*/ 120 w 176"/>
                <a:gd name="T41" fmla="*/ 147 h 160"/>
                <a:gd name="T42" fmla="*/ 102 w 176"/>
                <a:gd name="T43" fmla="*/ 96 h 160"/>
                <a:gd name="T44" fmla="*/ 155 w 176"/>
                <a:gd name="T45" fmla="*/ 86 h 160"/>
                <a:gd name="T46" fmla="*/ 176 w 176"/>
                <a:gd name="T47" fmla="*/ 110 h 160"/>
                <a:gd name="T48" fmla="*/ 153 w 176"/>
                <a:gd name="T49" fmla="*/ 73 h 160"/>
                <a:gd name="T50" fmla="*/ 88 w 176"/>
                <a:gd name="T51" fmla="*/ 98 h 160"/>
                <a:gd name="T52" fmla="*/ 78 w 176"/>
                <a:gd name="T53" fmla="*/ 87 h 160"/>
                <a:gd name="T54" fmla="*/ 88 w 176"/>
                <a:gd name="T55" fmla="*/ 77 h 160"/>
                <a:gd name="T56" fmla="*/ 98 w 176"/>
                <a:gd name="T57" fmla="*/ 87 h 160"/>
                <a:gd name="T58" fmla="*/ 88 w 176"/>
                <a:gd name="T59" fmla="*/ 98 h 160"/>
                <a:gd name="T60" fmla="*/ 73 w 176"/>
                <a:gd name="T61" fmla="*/ 58 h 160"/>
                <a:gd name="T62" fmla="*/ 88 w 176"/>
                <a:gd name="T63" fmla="*/ 55 h 160"/>
                <a:gd name="T64" fmla="*/ 103 w 176"/>
                <a:gd name="T65" fmla="*/ 58 h 160"/>
                <a:gd name="T66" fmla="*/ 111 w 176"/>
                <a:gd name="T67" fmla="*/ 49 h 160"/>
                <a:gd name="T68" fmla="*/ 88 w 176"/>
                <a:gd name="T69" fmla="*/ 42 h 160"/>
                <a:gd name="T70" fmla="*/ 65 w 176"/>
                <a:gd name="T71" fmla="*/ 49 h 160"/>
                <a:gd name="T72" fmla="*/ 73 w 176"/>
                <a:gd name="T73" fmla="*/ 58 h 160"/>
                <a:gd name="T74" fmla="*/ 66 w 176"/>
                <a:gd name="T75" fmla="*/ 127 h 160"/>
                <a:gd name="T76" fmla="*/ 70 w 176"/>
                <a:gd name="T77" fmla="*/ 115 h 160"/>
                <a:gd name="T78" fmla="*/ 55 w 176"/>
                <a:gd name="T79" fmla="*/ 89 h 160"/>
                <a:gd name="T80" fmla="*/ 43 w 176"/>
                <a:gd name="T81" fmla="*/ 87 h 160"/>
                <a:gd name="T82" fmla="*/ 43 w 176"/>
                <a:gd name="T83" fmla="*/ 88 h 160"/>
                <a:gd name="T84" fmla="*/ 66 w 176"/>
                <a:gd name="T85" fmla="*/ 127 h 160"/>
                <a:gd name="T86" fmla="*/ 106 w 176"/>
                <a:gd name="T87" fmla="*/ 115 h 160"/>
                <a:gd name="T88" fmla="*/ 110 w 176"/>
                <a:gd name="T89" fmla="*/ 127 h 160"/>
                <a:gd name="T90" fmla="*/ 133 w 176"/>
                <a:gd name="T91" fmla="*/ 88 h 160"/>
                <a:gd name="T92" fmla="*/ 133 w 176"/>
                <a:gd name="T93" fmla="*/ 87 h 160"/>
                <a:gd name="T94" fmla="*/ 121 w 176"/>
                <a:gd name="T95" fmla="*/ 89 h 160"/>
                <a:gd name="T96" fmla="*/ 106 w 176"/>
                <a:gd name="T97" fmla="*/ 11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6" h="160">
                  <a:moveTo>
                    <a:pt x="153" y="73"/>
                  </a:moveTo>
                  <a:cubicBezTo>
                    <a:pt x="143" y="67"/>
                    <a:pt x="132" y="66"/>
                    <a:pt x="122" y="68"/>
                  </a:cubicBezTo>
                  <a:cubicBezTo>
                    <a:pt x="129" y="60"/>
                    <a:pt x="133" y="50"/>
                    <a:pt x="133" y="38"/>
                  </a:cubicBezTo>
                  <a:cubicBezTo>
                    <a:pt x="133" y="22"/>
                    <a:pt x="125" y="8"/>
                    <a:pt x="112" y="0"/>
                  </a:cubicBezTo>
                  <a:cubicBezTo>
                    <a:pt x="119" y="8"/>
                    <a:pt x="123" y="18"/>
                    <a:pt x="123" y="30"/>
                  </a:cubicBezTo>
                  <a:cubicBezTo>
                    <a:pt x="123" y="53"/>
                    <a:pt x="107" y="71"/>
                    <a:pt x="88" y="71"/>
                  </a:cubicBezTo>
                  <a:cubicBezTo>
                    <a:pt x="68" y="71"/>
                    <a:pt x="52" y="53"/>
                    <a:pt x="52" y="30"/>
                  </a:cubicBezTo>
                  <a:cubicBezTo>
                    <a:pt x="52" y="18"/>
                    <a:pt x="57" y="8"/>
                    <a:pt x="64" y="0"/>
                  </a:cubicBezTo>
                  <a:cubicBezTo>
                    <a:pt x="51" y="8"/>
                    <a:pt x="43" y="22"/>
                    <a:pt x="43" y="38"/>
                  </a:cubicBezTo>
                  <a:cubicBezTo>
                    <a:pt x="43" y="50"/>
                    <a:pt x="47" y="60"/>
                    <a:pt x="54" y="68"/>
                  </a:cubicBezTo>
                  <a:cubicBezTo>
                    <a:pt x="44" y="66"/>
                    <a:pt x="32" y="67"/>
                    <a:pt x="22" y="73"/>
                  </a:cubicBezTo>
                  <a:cubicBezTo>
                    <a:pt x="9" y="81"/>
                    <a:pt x="1" y="95"/>
                    <a:pt x="0" y="110"/>
                  </a:cubicBezTo>
                  <a:cubicBezTo>
                    <a:pt x="3" y="101"/>
                    <a:pt x="10" y="92"/>
                    <a:pt x="20" y="86"/>
                  </a:cubicBezTo>
                  <a:cubicBezTo>
                    <a:pt x="40" y="74"/>
                    <a:pt x="64" y="79"/>
                    <a:pt x="74" y="96"/>
                  </a:cubicBezTo>
                  <a:cubicBezTo>
                    <a:pt x="83" y="113"/>
                    <a:pt x="75" y="136"/>
                    <a:pt x="56" y="147"/>
                  </a:cubicBezTo>
                  <a:cubicBezTo>
                    <a:pt x="46" y="153"/>
                    <a:pt x="34" y="155"/>
                    <a:pt x="24" y="153"/>
                  </a:cubicBezTo>
                  <a:cubicBezTo>
                    <a:pt x="38" y="159"/>
                    <a:pt x="54" y="160"/>
                    <a:pt x="68" y="152"/>
                  </a:cubicBezTo>
                  <a:cubicBezTo>
                    <a:pt x="78" y="146"/>
                    <a:pt x="84" y="137"/>
                    <a:pt x="88" y="127"/>
                  </a:cubicBezTo>
                  <a:cubicBezTo>
                    <a:pt x="91" y="137"/>
                    <a:pt x="98" y="146"/>
                    <a:pt x="108" y="152"/>
                  </a:cubicBezTo>
                  <a:cubicBezTo>
                    <a:pt x="122" y="160"/>
                    <a:pt x="138" y="159"/>
                    <a:pt x="151" y="153"/>
                  </a:cubicBezTo>
                  <a:cubicBezTo>
                    <a:pt x="141" y="155"/>
                    <a:pt x="130" y="153"/>
                    <a:pt x="120" y="147"/>
                  </a:cubicBezTo>
                  <a:cubicBezTo>
                    <a:pt x="100" y="136"/>
                    <a:pt x="92" y="113"/>
                    <a:pt x="102" y="96"/>
                  </a:cubicBezTo>
                  <a:cubicBezTo>
                    <a:pt x="112" y="79"/>
                    <a:pt x="136" y="74"/>
                    <a:pt x="155" y="86"/>
                  </a:cubicBezTo>
                  <a:cubicBezTo>
                    <a:pt x="166" y="92"/>
                    <a:pt x="173" y="101"/>
                    <a:pt x="176" y="110"/>
                  </a:cubicBezTo>
                  <a:cubicBezTo>
                    <a:pt x="175" y="95"/>
                    <a:pt x="167" y="81"/>
                    <a:pt x="153" y="73"/>
                  </a:cubicBezTo>
                  <a:close/>
                  <a:moveTo>
                    <a:pt x="88" y="98"/>
                  </a:moveTo>
                  <a:cubicBezTo>
                    <a:pt x="82" y="98"/>
                    <a:pt x="78" y="93"/>
                    <a:pt x="78" y="87"/>
                  </a:cubicBezTo>
                  <a:cubicBezTo>
                    <a:pt x="78" y="82"/>
                    <a:pt x="82" y="77"/>
                    <a:pt x="88" y="77"/>
                  </a:cubicBezTo>
                  <a:cubicBezTo>
                    <a:pt x="94" y="77"/>
                    <a:pt x="98" y="82"/>
                    <a:pt x="98" y="87"/>
                  </a:cubicBezTo>
                  <a:cubicBezTo>
                    <a:pt x="98" y="93"/>
                    <a:pt x="94" y="98"/>
                    <a:pt x="88" y="98"/>
                  </a:cubicBezTo>
                  <a:close/>
                  <a:moveTo>
                    <a:pt x="73" y="58"/>
                  </a:moveTo>
                  <a:cubicBezTo>
                    <a:pt x="77" y="56"/>
                    <a:pt x="82" y="55"/>
                    <a:pt x="88" y="55"/>
                  </a:cubicBezTo>
                  <a:cubicBezTo>
                    <a:pt x="93" y="55"/>
                    <a:pt x="98" y="56"/>
                    <a:pt x="103" y="58"/>
                  </a:cubicBezTo>
                  <a:cubicBezTo>
                    <a:pt x="106" y="56"/>
                    <a:pt x="109" y="53"/>
                    <a:pt x="111" y="49"/>
                  </a:cubicBezTo>
                  <a:cubicBezTo>
                    <a:pt x="104" y="45"/>
                    <a:pt x="96" y="42"/>
                    <a:pt x="88" y="42"/>
                  </a:cubicBezTo>
                  <a:cubicBezTo>
                    <a:pt x="79" y="42"/>
                    <a:pt x="71" y="45"/>
                    <a:pt x="65" y="49"/>
                  </a:cubicBezTo>
                  <a:cubicBezTo>
                    <a:pt x="67" y="53"/>
                    <a:pt x="70" y="56"/>
                    <a:pt x="73" y="58"/>
                  </a:cubicBezTo>
                  <a:close/>
                  <a:moveTo>
                    <a:pt x="66" y="127"/>
                  </a:moveTo>
                  <a:cubicBezTo>
                    <a:pt x="68" y="124"/>
                    <a:pt x="70" y="120"/>
                    <a:pt x="70" y="115"/>
                  </a:cubicBezTo>
                  <a:cubicBezTo>
                    <a:pt x="61" y="110"/>
                    <a:pt x="56" y="100"/>
                    <a:pt x="55" y="89"/>
                  </a:cubicBezTo>
                  <a:cubicBezTo>
                    <a:pt x="51" y="88"/>
                    <a:pt x="47" y="87"/>
                    <a:pt x="43" y="87"/>
                  </a:cubicBezTo>
                  <a:cubicBezTo>
                    <a:pt x="43" y="87"/>
                    <a:pt x="43" y="87"/>
                    <a:pt x="43" y="88"/>
                  </a:cubicBezTo>
                  <a:cubicBezTo>
                    <a:pt x="43" y="105"/>
                    <a:pt x="52" y="119"/>
                    <a:pt x="66" y="127"/>
                  </a:cubicBezTo>
                  <a:close/>
                  <a:moveTo>
                    <a:pt x="106" y="115"/>
                  </a:moveTo>
                  <a:cubicBezTo>
                    <a:pt x="106" y="120"/>
                    <a:pt x="108" y="124"/>
                    <a:pt x="110" y="127"/>
                  </a:cubicBezTo>
                  <a:cubicBezTo>
                    <a:pt x="124" y="119"/>
                    <a:pt x="133" y="105"/>
                    <a:pt x="133" y="88"/>
                  </a:cubicBezTo>
                  <a:cubicBezTo>
                    <a:pt x="133" y="87"/>
                    <a:pt x="133" y="87"/>
                    <a:pt x="133" y="87"/>
                  </a:cubicBezTo>
                  <a:cubicBezTo>
                    <a:pt x="129" y="87"/>
                    <a:pt x="125" y="88"/>
                    <a:pt x="121" y="89"/>
                  </a:cubicBezTo>
                  <a:cubicBezTo>
                    <a:pt x="120" y="100"/>
                    <a:pt x="114" y="110"/>
                    <a:pt x="106" y="1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60"/>
            <p:cNvSpPr>
              <a:spLocks noEditPoints="1"/>
            </p:cNvSpPr>
            <p:nvPr/>
          </p:nvSpPr>
          <p:spPr bwMode="auto">
            <a:xfrm>
              <a:off x="6357301" y="1265529"/>
              <a:ext cx="502108" cy="502108"/>
            </a:xfrm>
            <a:custGeom>
              <a:avLst/>
              <a:gdLst>
                <a:gd name="T0" fmla="*/ 0 w 196"/>
                <a:gd name="T1" fmla="*/ 30 h 196"/>
                <a:gd name="T2" fmla="*/ 196 w 196"/>
                <a:gd name="T3" fmla="*/ 165 h 196"/>
                <a:gd name="T4" fmla="*/ 8 w 196"/>
                <a:gd name="T5" fmla="*/ 30 h 196"/>
                <a:gd name="T6" fmla="*/ 26 w 196"/>
                <a:gd name="T7" fmla="*/ 18 h 196"/>
                <a:gd name="T8" fmla="*/ 8 w 196"/>
                <a:gd name="T9" fmla="*/ 30 h 196"/>
                <a:gd name="T10" fmla="*/ 22 w 196"/>
                <a:gd name="T11" fmla="*/ 30 h 196"/>
                <a:gd name="T12" fmla="*/ 20 w 196"/>
                <a:gd name="T13" fmla="*/ 42 h 196"/>
                <a:gd name="T14" fmla="*/ 22 w 196"/>
                <a:gd name="T15" fmla="*/ 46 h 196"/>
                <a:gd name="T16" fmla="*/ 42 w 196"/>
                <a:gd name="T17" fmla="*/ 34 h 196"/>
                <a:gd name="T18" fmla="*/ 22 w 196"/>
                <a:gd name="T19" fmla="*/ 46 h 196"/>
                <a:gd name="T20" fmla="*/ 38 w 196"/>
                <a:gd name="T21" fmla="*/ 46 h 196"/>
                <a:gd name="T22" fmla="*/ 34 w 196"/>
                <a:gd name="T23" fmla="*/ 57 h 196"/>
                <a:gd name="T24" fmla="*/ 38 w 196"/>
                <a:gd name="T25" fmla="*/ 61 h 196"/>
                <a:gd name="T26" fmla="*/ 58 w 196"/>
                <a:gd name="T27" fmla="*/ 49 h 196"/>
                <a:gd name="T28" fmla="*/ 38 w 196"/>
                <a:gd name="T29" fmla="*/ 61 h 196"/>
                <a:gd name="T30" fmla="*/ 54 w 196"/>
                <a:gd name="T31" fmla="*/ 61 h 196"/>
                <a:gd name="T32" fmla="*/ 50 w 196"/>
                <a:gd name="T33" fmla="*/ 73 h 196"/>
                <a:gd name="T34" fmla="*/ 54 w 196"/>
                <a:gd name="T35" fmla="*/ 76 h 196"/>
                <a:gd name="T36" fmla="*/ 73 w 196"/>
                <a:gd name="T37" fmla="*/ 65 h 196"/>
                <a:gd name="T38" fmla="*/ 54 w 196"/>
                <a:gd name="T39" fmla="*/ 76 h 196"/>
                <a:gd name="T40" fmla="*/ 69 w 196"/>
                <a:gd name="T41" fmla="*/ 76 h 196"/>
                <a:gd name="T42" fmla="*/ 65 w 196"/>
                <a:gd name="T43" fmla="*/ 88 h 196"/>
                <a:gd name="T44" fmla="*/ 69 w 196"/>
                <a:gd name="T45" fmla="*/ 91 h 196"/>
                <a:gd name="T46" fmla="*/ 89 w 196"/>
                <a:gd name="T47" fmla="*/ 80 h 196"/>
                <a:gd name="T48" fmla="*/ 69 w 196"/>
                <a:gd name="T49" fmla="*/ 91 h 196"/>
                <a:gd name="T50" fmla="*/ 85 w 196"/>
                <a:gd name="T51" fmla="*/ 91 h 196"/>
                <a:gd name="T52" fmla="*/ 81 w 196"/>
                <a:gd name="T53" fmla="*/ 103 h 196"/>
                <a:gd name="T54" fmla="*/ 85 w 196"/>
                <a:gd name="T55" fmla="*/ 107 h 196"/>
                <a:gd name="T56" fmla="*/ 104 w 196"/>
                <a:gd name="T57" fmla="*/ 95 h 196"/>
                <a:gd name="T58" fmla="*/ 85 w 196"/>
                <a:gd name="T59" fmla="*/ 107 h 196"/>
                <a:gd name="T60" fmla="*/ 100 w 196"/>
                <a:gd name="T61" fmla="*/ 107 h 196"/>
                <a:gd name="T62" fmla="*/ 96 w 196"/>
                <a:gd name="T63" fmla="*/ 119 h 196"/>
                <a:gd name="T64" fmla="*/ 100 w 196"/>
                <a:gd name="T65" fmla="*/ 123 h 196"/>
                <a:gd name="T66" fmla="*/ 119 w 196"/>
                <a:gd name="T67" fmla="*/ 111 h 196"/>
                <a:gd name="T68" fmla="*/ 100 w 196"/>
                <a:gd name="T69" fmla="*/ 123 h 196"/>
                <a:gd name="T70" fmla="*/ 115 w 196"/>
                <a:gd name="T71" fmla="*/ 123 h 196"/>
                <a:gd name="T72" fmla="*/ 111 w 196"/>
                <a:gd name="T73" fmla="*/ 133 h 196"/>
                <a:gd name="T74" fmla="*/ 115 w 196"/>
                <a:gd name="T75" fmla="*/ 137 h 196"/>
                <a:gd name="T76" fmla="*/ 135 w 196"/>
                <a:gd name="T77" fmla="*/ 127 h 196"/>
                <a:gd name="T78" fmla="*/ 115 w 196"/>
                <a:gd name="T79" fmla="*/ 137 h 196"/>
                <a:gd name="T80" fmla="*/ 131 w 196"/>
                <a:gd name="T81" fmla="*/ 137 h 196"/>
                <a:gd name="T82" fmla="*/ 127 w 196"/>
                <a:gd name="T83" fmla="*/ 149 h 196"/>
                <a:gd name="T84" fmla="*/ 131 w 196"/>
                <a:gd name="T85" fmla="*/ 153 h 196"/>
                <a:gd name="T86" fmla="*/ 149 w 196"/>
                <a:gd name="T87" fmla="*/ 141 h 196"/>
                <a:gd name="T88" fmla="*/ 131 w 196"/>
                <a:gd name="T89" fmla="*/ 153 h 196"/>
                <a:gd name="T90" fmla="*/ 147 w 196"/>
                <a:gd name="T91" fmla="*/ 153 h 196"/>
                <a:gd name="T92" fmla="*/ 143 w 196"/>
                <a:gd name="T93" fmla="*/ 165 h 196"/>
                <a:gd name="T94" fmla="*/ 147 w 196"/>
                <a:gd name="T95" fmla="*/ 169 h 196"/>
                <a:gd name="T96" fmla="*/ 165 w 196"/>
                <a:gd name="T97" fmla="*/ 157 h 196"/>
                <a:gd name="T98" fmla="*/ 147 w 196"/>
                <a:gd name="T99" fmla="*/ 169 h 196"/>
                <a:gd name="T100" fmla="*/ 161 w 196"/>
                <a:gd name="T101" fmla="*/ 169 h 196"/>
                <a:gd name="T102" fmla="*/ 157 w 196"/>
                <a:gd name="T103" fmla="*/ 180 h 196"/>
                <a:gd name="T104" fmla="*/ 161 w 196"/>
                <a:gd name="T105" fmla="*/ 184 h 196"/>
                <a:gd name="T106" fmla="*/ 181 w 196"/>
                <a:gd name="T107" fmla="*/ 173 h 196"/>
                <a:gd name="T108" fmla="*/ 161 w 196"/>
                <a:gd name="T109" fmla="*/ 18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6" h="196">
                  <a:moveTo>
                    <a:pt x="30" y="0"/>
                  </a:moveTo>
                  <a:lnTo>
                    <a:pt x="0" y="30"/>
                  </a:lnTo>
                  <a:lnTo>
                    <a:pt x="165" y="196"/>
                  </a:lnTo>
                  <a:lnTo>
                    <a:pt x="196" y="165"/>
                  </a:lnTo>
                  <a:lnTo>
                    <a:pt x="30" y="0"/>
                  </a:lnTo>
                  <a:close/>
                  <a:moveTo>
                    <a:pt x="8" y="30"/>
                  </a:moveTo>
                  <a:lnTo>
                    <a:pt x="22" y="14"/>
                  </a:lnTo>
                  <a:lnTo>
                    <a:pt x="26" y="18"/>
                  </a:lnTo>
                  <a:lnTo>
                    <a:pt x="12" y="34"/>
                  </a:lnTo>
                  <a:lnTo>
                    <a:pt x="8" y="30"/>
                  </a:lnTo>
                  <a:close/>
                  <a:moveTo>
                    <a:pt x="16" y="38"/>
                  </a:moveTo>
                  <a:lnTo>
                    <a:pt x="22" y="30"/>
                  </a:lnTo>
                  <a:lnTo>
                    <a:pt x="26" y="34"/>
                  </a:lnTo>
                  <a:lnTo>
                    <a:pt x="20" y="42"/>
                  </a:lnTo>
                  <a:lnTo>
                    <a:pt x="16" y="38"/>
                  </a:lnTo>
                  <a:close/>
                  <a:moveTo>
                    <a:pt x="22" y="46"/>
                  </a:moveTo>
                  <a:lnTo>
                    <a:pt x="38" y="30"/>
                  </a:lnTo>
                  <a:lnTo>
                    <a:pt x="42" y="34"/>
                  </a:lnTo>
                  <a:lnTo>
                    <a:pt x="26" y="49"/>
                  </a:lnTo>
                  <a:lnTo>
                    <a:pt x="22" y="46"/>
                  </a:lnTo>
                  <a:close/>
                  <a:moveTo>
                    <a:pt x="30" y="53"/>
                  </a:moveTo>
                  <a:lnTo>
                    <a:pt x="38" y="46"/>
                  </a:lnTo>
                  <a:lnTo>
                    <a:pt x="42" y="49"/>
                  </a:lnTo>
                  <a:lnTo>
                    <a:pt x="34" y="57"/>
                  </a:lnTo>
                  <a:lnTo>
                    <a:pt x="30" y="53"/>
                  </a:lnTo>
                  <a:close/>
                  <a:moveTo>
                    <a:pt x="38" y="61"/>
                  </a:moveTo>
                  <a:lnTo>
                    <a:pt x="54" y="46"/>
                  </a:lnTo>
                  <a:lnTo>
                    <a:pt x="58" y="49"/>
                  </a:lnTo>
                  <a:lnTo>
                    <a:pt x="42" y="65"/>
                  </a:lnTo>
                  <a:lnTo>
                    <a:pt x="38" y="61"/>
                  </a:lnTo>
                  <a:close/>
                  <a:moveTo>
                    <a:pt x="46" y="69"/>
                  </a:moveTo>
                  <a:lnTo>
                    <a:pt x="54" y="61"/>
                  </a:lnTo>
                  <a:lnTo>
                    <a:pt x="58" y="65"/>
                  </a:lnTo>
                  <a:lnTo>
                    <a:pt x="50" y="73"/>
                  </a:lnTo>
                  <a:lnTo>
                    <a:pt x="46" y="69"/>
                  </a:lnTo>
                  <a:close/>
                  <a:moveTo>
                    <a:pt x="54" y="76"/>
                  </a:moveTo>
                  <a:lnTo>
                    <a:pt x="69" y="61"/>
                  </a:lnTo>
                  <a:lnTo>
                    <a:pt x="73" y="65"/>
                  </a:lnTo>
                  <a:lnTo>
                    <a:pt x="58" y="80"/>
                  </a:lnTo>
                  <a:lnTo>
                    <a:pt x="54" y="76"/>
                  </a:lnTo>
                  <a:close/>
                  <a:moveTo>
                    <a:pt x="62" y="84"/>
                  </a:moveTo>
                  <a:lnTo>
                    <a:pt x="69" y="76"/>
                  </a:lnTo>
                  <a:lnTo>
                    <a:pt x="73" y="80"/>
                  </a:lnTo>
                  <a:lnTo>
                    <a:pt x="65" y="88"/>
                  </a:lnTo>
                  <a:lnTo>
                    <a:pt x="62" y="84"/>
                  </a:lnTo>
                  <a:close/>
                  <a:moveTo>
                    <a:pt x="69" y="91"/>
                  </a:moveTo>
                  <a:lnTo>
                    <a:pt x="85" y="76"/>
                  </a:lnTo>
                  <a:lnTo>
                    <a:pt x="89" y="80"/>
                  </a:lnTo>
                  <a:lnTo>
                    <a:pt x="73" y="95"/>
                  </a:lnTo>
                  <a:lnTo>
                    <a:pt x="69" y="91"/>
                  </a:lnTo>
                  <a:close/>
                  <a:moveTo>
                    <a:pt x="77" y="99"/>
                  </a:moveTo>
                  <a:lnTo>
                    <a:pt x="85" y="91"/>
                  </a:lnTo>
                  <a:lnTo>
                    <a:pt x="89" y="95"/>
                  </a:lnTo>
                  <a:lnTo>
                    <a:pt x="81" y="103"/>
                  </a:lnTo>
                  <a:lnTo>
                    <a:pt x="77" y="99"/>
                  </a:lnTo>
                  <a:close/>
                  <a:moveTo>
                    <a:pt x="85" y="107"/>
                  </a:moveTo>
                  <a:lnTo>
                    <a:pt x="100" y="91"/>
                  </a:lnTo>
                  <a:lnTo>
                    <a:pt x="104" y="95"/>
                  </a:lnTo>
                  <a:lnTo>
                    <a:pt x="89" y="111"/>
                  </a:lnTo>
                  <a:lnTo>
                    <a:pt x="85" y="107"/>
                  </a:lnTo>
                  <a:close/>
                  <a:moveTo>
                    <a:pt x="93" y="115"/>
                  </a:moveTo>
                  <a:lnTo>
                    <a:pt x="100" y="107"/>
                  </a:lnTo>
                  <a:lnTo>
                    <a:pt x="104" y="111"/>
                  </a:lnTo>
                  <a:lnTo>
                    <a:pt x="96" y="119"/>
                  </a:lnTo>
                  <a:lnTo>
                    <a:pt x="93" y="115"/>
                  </a:lnTo>
                  <a:close/>
                  <a:moveTo>
                    <a:pt x="100" y="123"/>
                  </a:moveTo>
                  <a:lnTo>
                    <a:pt x="115" y="107"/>
                  </a:lnTo>
                  <a:lnTo>
                    <a:pt x="119" y="111"/>
                  </a:lnTo>
                  <a:lnTo>
                    <a:pt x="104" y="127"/>
                  </a:lnTo>
                  <a:lnTo>
                    <a:pt x="100" y="123"/>
                  </a:lnTo>
                  <a:close/>
                  <a:moveTo>
                    <a:pt x="108" y="131"/>
                  </a:moveTo>
                  <a:lnTo>
                    <a:pt x="115" y="123"/>
                  </a:lnTo>
                  <a:lnTo>
                    <a:pt x="119" y="127"/>
                  </a:lnTo>
                  <a:lnTo>
                    <a:pt x="111" y="133"/>
                  </a:lnTo>
                  <a:lnTo>
                    <a:pt x="108" y="131"/>
                  </a:lnTo>
                  <a:close/>
                  <a:moveTo>
                    <a:pt x="115" y="137"/>
                  </a:moveTo>
                  <a:lnTo>
                    <a:pt x="131" y="123"/>
                  </a:lnTo>
                  <a:lnTo>
                    <a:pt x="135" y="127"/>
                  </a:lnTo>
                  <a:lnTo>
                    <a:pt x="119" y="141"/>
                  </a:lnTo>
                  <a:lnTo>
                    <a:pt x="115" y="137"/>
                  </a:lnTo>
                  <a:close/>
                  <a:moveTo>
                    <a:pt x="123" y="145"/>
                  </a:moveTo>
                  <a:lnTo>
                    <a:pt x="131" y="137"/>
                  </a:lnTo>
                  <a:lnTo>
                    <a:pt x="135" y="141"/>
                  </a:lnTo>
                  <a:lnTo>
                    <a:pt x="127" y="149"/>
                  </a:lnTo>
                  <a:lnTo>
                    <a:pt x="123" y="145"/>
                  </a:lnTo>
                  <a:close/>
                  <a:moveTo>
                    <a:pt x="131" y="153"/>
                  </a:moveTo>
                  <a:lnTo>
                    <a:pt x="147" y="137"/>
                  </a:lnTo>
                  <a:lnTo>
                    <a:pt x="149" y="141"/>
                  </a:lnTo>
                  <a:lnTo>
                    <a:pt x="135" y="157"/>
                  </a:lnTo>
                  <a:lnTo>
                    <a:pt x="131" y="153"/>
                  </a:lnTo>
                  <a:close/>
                  <a:moveTo>
                    <a:pt x="139" y="161"/>
                  </a:moveTo>
                  <a:lnTo>
                    <a:pt x="147" y="153"/>
                  </a:lnTo>
                  <a:lnTo>
                    <a:pt x="149" y="157"/>
                  </a:lnTo>
                  <a:lnTo>
                    <a:pt x="143" y="165"/>
                  </a:lnTo>
                  <a:lnTo>
                    <a:pt x="139" y="161"/>
                  </a:lnTo>
                  <a:close/>
                  <a:moveTo>
                    <a:pt x="147" y="169"/>
                  </a:moveTo>
                  <a:lnTo>
                    <a:pt x="161" y="153"/>
                  </a:lnTo>
                  <a:lnTo>
                    <a:pt x="165" y="157"/>
                  </a:lnTo>
                  <a:lnTo>
                    <a:pt x="149" y="173"/>
                  </a:lnTo>
                  <a:lnTo>
                    <a:pt x="147" y="169"/>
                  </a:lnTo>
                  <a:close/>
                  <a:moveTo>
                    <a:pt x="153" y="176"/>
                  </a:moveTo>
                  <a:lnTo>
                    <a:pt x="161" y="169"/>
                  </a:lnTo>
                  <a:lnTo>
                    <a:pt x="165" y="173"/>
                  </a:lnTo>
                  <a:lnTo>
                    <a:pt x="157" y="180"/>
                  </a:lnTo>
                  <a:lnTo>
                    <a:pt x="153" y="176"/>
                  </a:lnTo>
                  <a:close/>
                  <a:moveTo>
                    <a:pt x="161" y="184"/>
                  </a:moveTo>
                  <a:lnTo>
                    <a:pt x="177" y="169"/>
                  </a:lnTo>
                  <a:lnTo>
                    <a:pt x="181" y="173"/>
                  </a:lnTo>
                  <a:lnTo>
                    <a:pt x="165" y="188"/>
                  </a:lnTo>
                  <a:lnTo>
                    <a:pt x="161" y="1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61"/>
            <p:cNvSpPr>
              <a:spLocks noEditPoints="1"/>
            </p:cNvSpPr>
            <p:nvPr/>
          </p:nvSpPr>
          <p:spPr bwMode="auto">
            <a:xfrm>
              <a:off x="7451178" y="1306518"/>
              <a:ext cx="561029" cy="320222"/>
            </a:xfrm>
            <a:custGeom>
              <a:avLst/>
              <a:gdLst>
                <a:gd name="T0" fmla="*/ 148 w 165"/>
                <a:gd name="T1" fmla="*/ 66 h 95"/>
                <a:gd name="T2" fmla="*/ 82 w 165"/>
                <a:gd name="T3" fmla="*/ 0 h 95"/>
                <a:gd name="T4" fmla="*/ 17 w 165"/>
                <a:gd name="T5" fmla="*/ 66 h 95"/>
                <a:gd name="T6" fmla="*/ 0 w 165"/>
                <a:gd name="T7" fmla="*/ 66 h 95"/>
                <a:gd name="T8" fmla="*/ 0 w 165"/>
                <a:gd name="T9" fmla="*/ 95 h 95"/>
                <a:gd name="T10" fmla="*/ 165 w 165"/>
                <a:gd name="T11" fmla="*/ 95 h 95"/>
                <a:gd name="T12" fmla="*/ 165 w 165"/>
                <a:gd name="T13" fmla="*/ 66 h 95"/>
                <a:gd name="T14" fmla="*/ 148 w 165"/>
                <a:gd name="T15" fmla="*/ 66 h 95"/>
                <a:gd name="T16" fmla="*/ 41 w 165"/>
                <a:gd name="T17" fmla="*/ 66 h 95"/>
                <a:gd name="T18" fmla="*/ 82 w 165"/>
                <a:gd name="T19" fmla="*/ 25 h 95"/>
                <a:gd name="T20" fmla="*/ 124 w 165"/>
                <a:gd name="T21" fmla="*/ 66 h 95"/>
                <a:gd name="T22" fmla="*/ 41 w 165"/>
                <a:gd name="T23" fmla="*/ 6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5" h="95">
                  <a:moveTo>
                    <a:pt x="148" y="66"/>
                  </a:moveTo>
                  <a:cubicBezTo>
                    <a:pt x="148" y="30"/>
                    <a:pt x="119" y="0"/>
                    <a:pt x="82" y="0"/>
                  </a:cubicBezTo>
                  <a:cubicBezTo>
                    <a:pt x="46" y="0"/>
                    <a:pt x="17" y="30"/>
                    <a:pt x="17" y="6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165" y="95"/>
                    <a:pt x="165" y="95"/>
                    <a:pt x="165" y="95"/>
                  </a:cubicBezTo>
                  <a:cubicBezTo>
                    <a:pt x="165" y="66"/>
                    <a:pt x="165" y="66"/>
                    <a:pt x="165" y="66"/>
                  </a:cubicBezTo>
                  <a:lnTo>
                    <a:pt x="148" y="66"/>
                  </a:lnTo>
                  <a:close/>
                  <a:moveTo>
                    <a:pt x="41" y="66"/>
                  </a:moveTo>
                  <a:cubicBezTo>
                    <a:pt x="41" y="43"/>
                    <a:pt x="60" y="25"/>
                    <a:pt x="82" y="25"/>
                  </a:cubicBezTo>
                  <a:cubicBezTo>
                    <a:pt x="105" y="25"/>
                    <a:pt x="124" y="43"/>
                    <a:pt x="124" y="66"/>
                  </a:cubicBezTo>
                  <a:lnTo>
                    <a:pt x="41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62"/>
            <p:cNvSpPr>
              <a:spLocks noEditPoints="1"/>
            </p:cNvSpPr>
            <p:nvPr/>
          </p:nvSpPr>
          <p:spPr bwMode="auto">
            <a:xfrm>
              <a:off x="8578359" y="1327013"/>
              <a:ext cx="571277" cy="274111"/>
            </a:xfrm>
            <a:custGeom>
              <a:avLst/>
              <a:gdLst>
                <a:gd name="T0" fmla="*/ 68 w 223"/>
                <a:gd name="T1" fmla="*/ 0 h 107"/>
                <a:gd name="T2" fmla="*/ 0 w 223"/>
                <a:gd name="T3" fmla="*/ 107 h 107"/>
                <a:gd name="T4" fmla="*/ 223 w 223"/>
                <a:gd name="T5" fmla="*/ 107 h 107"/>
                <a:gd name="T6" fmla="*/ 68 w 223"/>
                <a:gd name="T7" fmla="*/ 0 h 107"/>
                <a:gd name="T8" fmla="*/ 74 w 223"/>
                <a:gd name="T9" fmla="*/ 31 h 107"/>
                <a:gd name="T10" fmla="*/ 154 w 223"/>
                <a:gd name="T11" fmla="*/ 84 h 107"/>
                <a:gd name="T12" fmla="*/ 39 w 223"/>
                <a:gd name="T13" fmla="*/ 84 h 107"/>
                <a:gd name="T14" fmla="*/ 74 w 223"/>
                <a:gd name="T15" fmla="*/ 3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3" h="107">
                  <a:moveTo>
                    <a:pt x="68" y="0"/>
                  </a:moveTo>
                  <a:lnTo>
                    <a:pt x="0" y="107"/>
                  </a:lnTo>
                  <a:lnTo>
                    <a:pt x="223" y="107"/>
                  </a:lnTo>
                  <a:lnTo>
                    <a:pt x="68" y="0"/>
                  </a:lnTo>
                  <a:close/>
                  <a:moveTo>
                    <a:pt x="74" y="31"/>
                  </a:moveTo>
                  <a:lnTo>
                    <a:pt x="154" y="84"/>
                  </a:lnTo>
                  <a:lnTo>
                    <a:pt x="39" y="84"/>
                  </a:lnTo>
                  <a:lnTo>
                    <a:pt x="74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63"/>
            <p:cNvSpPr>
              <a:spLocks noEditPoints="1"/>
            </p:cNvSpPr>
            <p:nvPr/>
          </p:nvSpPr>
          <p:spPr bwMode="auto">
            <a:xfrm>
              <a:off x="9738844" y="1193800"/>
              <a:ext cx="448312" cy="558467"/>
            </a:xfrm>
            <a:custGeom>
              <a:avLst/>
              <a:gdLst>
                <a:gd name="T0" fmla="*/ 130 w 132"/>
                <a:gd name="T1" fmla="*/ 156 h 165"/>
                <a:gd name="T2" fmla="*/ 122 w 132"/>
                <a:gd name="T3" fmla="*/ 140 h 165"/>
                <a:gd name="T4" fmla="*/ 109 w 132"/>
                <a:gd name="T5" fmla="*/ 107 h 165"/>
                <a:gd name="T6" fmla="*/ 119 w 132"/>
                <a:gd name="T7" fmla="*/ 99 h 165"/>
                <a:gd name="T8" fmla="*/ 81 w 132"/>
                <a:gd name="T9" fmla="*/ 51 h 165"/>
                <a:gd name="T10" fmla="*/ 70 w 132"/>
                <a:gd name="T11" fmla="*/ 30 h 165"/>
                <a:gd name="T12" fmla="*/ 74 w 132"/>
                <a:gd name="T13" fmla="*/ 21 h 165"/>
                <a:gd name="T14" fmla="*/ 70 w 132"/>
                <a:gd name="T15" fmla="*/ 0 h 165"/>
                <a:gd name="T16" fmla="*/ 58 w 132"/>
                <a:gd name="T17" fmla="*/ 4 h 165"/>
                <a:gd name="T18" fmla="*/ 62 w 132"/>
                <a:gd name="T19" fmla="*/ 25 h 165"/>
                <a:gd name="T20" fmla="*/ 49 w 132"/>
                <a:gd name="T21" fmla="*/ 45 h 165"/>
                <a:gd name="T22" fmla="*/ 27 w 132"/>
                <a:gd name="T23" fmla="*/ 99 h 165"/>
                <a:gd name="T24" fmla="*/ 12 w 132"/>
                <a:gd name="T25" fmla="*/ 107 h 165"/>
                <a:gd name="T26" fmla="*/ 6 w 132"/>
                <a:gd name="T27" fmla="*/ 139 h 165"/>
                <a:gd name="T28" fmla="*/ 2 w 132"/>
                <a:gd name="T29" fmla="*/ 156 h 165"/>
                <a:gd name="T30" fmla="*/ 0 w 132"/>
                <a:gd name="T31" fmla="*/ 165 h 165"/>
                <a:gd name="T32" fmla="*/ 5 w 132"/>
                <a:gd name="T33" fmla="*/ 158 h 165"/>
                <a:gd name="T34" fmla="*/ 18 w 132"/>
                <a:gd name="T35" fmla="*/ 142 h 165"/>
                <a:gd name="T36" fmla="*/ 58 w 132"/>
                <a:gd name="T37" fmla="*/ 107 h 165"/>
                <a:gd name="T38" fmla="*/ 62 w 132"/>
                <a:gd name="T39" fmla="*/ 120 h 165"/>
                <a:gd name="T40" fmla="*/ 74 w 132"/>
                <a:gd name="T41" fmla="*/ 115 h 165"/>
                <a:gd name="T42" fmla="*/ 96 w 132"/>
                <a:gd name="T43" fmla="*/ 107 h 165"/>
                <a:gd name="T44" fmla="*/ 118 w 132"/>
                <a:gd name="T45" fmla="*/ 141 h 165"/>
                <a:gd name="T46" fmla="*/ 127 w 132"/>
                <a:gd name="T47" fmla="*/ 158 h 165"/>
                <a:gd name="T48" fmla="*/ 66 w 132"/>
                <a:gd name="T49" fmla="*/ 37 h 165"/>
                <a:gd name="T50" fmla="*/ 66 w 132"/>
                <a:gd name="T51" fmla="*/ 54 h 165"/>
                <a:gd name="T52" fmla="*/ 66 w 132"/>
                <a:gd name="T53" fmla="*/ 37 h 165"/>
                <a:gd name="T54" fmla="*/ 74 w 132"/>
                <a:gd name="T55" fmla="*/ 91 h 165"/>
                <a:gd name="T56" fmla="*/ 62 w 132"/>
                <a:gd name="T57" fmla="*/ 87 h 165"/>
                <a:gd name="T58" fmla="*/ 58 w 132"/>
                <a:gd name="T59" fmla="*/ 99 h 165"/>
                <a:gd name="T60" fmla="*/ 59 w 132"/>
                <a:gd name="T61" fmla="*/ 60 h 165"/>
                <a:gd name="T62" fmla="*/ 73 w 132"/>
                <a:gd name="T63" fmla="*/ 60 h 165"/>
                <a:gd name="T64" fmla="*/ 74 w 132"/>
                <a:gd name="T65" fmla="*/ 99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2" h="165">
                  <a:moveTo>
                    <a:pt x="132" y="165"/>
                  </a:moveTo>
                  <a:cubicBezTo>
                    <a:pt x="130" y="156"/>
                    <a:pt x="130" y="156"/>
                    <a:pt x="130" y="156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6" y="139"/>
                    <a:pt x="126" y="139"/>
                    <a:pt x="126" y="139"/>
                  </a:cubicBezTo>
                  <a:cubicBezTo>
                    <a:pt x="109" y="107"/>
                    <a:pt x="109" y="107"/>
                    <a:pt x="109" y="107"/>
                  </a:cubicBezTo>
                  <a:cubicBezTo>
                    <a:pt x="119" y="107"/>
                    <a:pt x="119" y="107"/>
                    <a:pt x="119" y="107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2" y="49"/>
                    <a:pt x="82" y="47"/>
                    <a:pt x="82" y="45"/>
                  </a:cubicBezTo>
                  <a:cubicBezTo>
                    <a:pt x="82" y="38"/>
                    <a:pt x="77" y="32"/>
                    <a:pt x="70" y="30"/>
                  </a:cubicBezTo>
                  <a:cubicBezTo>
                    <a:pt x="70" y="25"/>
                    <a:pt x="70" y="25"/>
                    <a:pt x="70" y="25"/>
                  </a:cubicBezTo>
                  <a:cubicBezTo>
                    <a:pt x="72" y="25"/>
                    <a:pt x="74" y="23"/>
                    <a:pt x="74" y="21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2"/>
                    <a:pt x="72" y="0"/>
                    <a:pt x="70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9" y="0"/>
                    <a:pt x="58" y="2"/>
                    <a:pt x="58" y="4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8" y="23"/>
                    <a:pt x="59" y="25"/>
                    <a:pt x="62" y="25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55" y="32"/>
                    <a:pt x="49" y="38"/>
                    <a:pt x="49" y="45"/>
                  </a:cubicBezTo>
                  <a:cubicBezTo>
                    <a:pt x="49" y="48"/>
                    <a:pt x="50" y="50"/>
                    <a:pt x="50" y="5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12" y="99"/>
                    <a:pt x="12" y="99"/>
                    <a:pt x="12" y="99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10" y="140"/>
                    <a:pt x="10" y="140"/>
                    <a:pt x="10" y="140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8" y="142"/>
                    <a:pt x="18" y="142"/>
                    <a:pt x="18" y="142"/>
                  </a:cubicBezTo>
                  <a:cubicBezTo>
                    <a:pt x="35" y="107"/>
                    <a:pt x="35" y="107"/>
                    <a:pt x="35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15"/>
                    <a:pt x="58" y="115"/>
                    <a:pt x="58" y="115"/>
                  </a:cubicBezTo>
                  <a:cubicBezTo>
                    <a:pt x="58" y="118"/>
                    <a:pt x="59" y="120"/>
                    <a:pt x="62" y="120"/>
                  </a:cubicBezTo>
                  <a:cubicBezTo>
                    <a:pt x="70" y="120"/>
                    <a:pt x="70" y="120"/>
                    <a:pt x="70" y="120"/>
                  </a:cubicBezTo>
                  <a:cubicBezTo>
                    <a:pt x="72" y="120"/>
                    <a:pt x="74" y="118"/>
                    <a:pt x="74" y="115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96" y="107"/>
                    <a:pt x="96" y="107"/>
                    <a:pt x="96" y="107"/>
                  </a:cubicBezTo>
                  <a:cubicBezTo>
                    <a:pt x="114" y="142"/>
                    <a:pt x="114" y="142"/>
                    <a:pt x="114" y="142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27" y="158"/>
                    <a:pt x="127" y="158"/>
                    <a:pt x="127" y="158"/>
                  </a:cubicBezTo>
                  <a:cubicBezTo>
                    <a:pt x="127" y="158"/>
                    <a:pt x="127" y="158"/>
                    <a:pt x="127" y="158"/>
                  </a:cubicBezTo>
                  <a:lnTo>
                    <a:pt x="132" y="165"/>
                  </a:lnTo>
                  <a:close/>
                  <a:moveTo>
                    <a:pt x="66" y="37"/>
                  </a:moveTo>
                  <a:cubicBezTo>
                    <a:pt x="70" y="37"/>
                    <a:pt x="74" y="41"/>
                    <a:pt x="74" y="45"/>
                  </a:cubicBezTo>
                  <a:cubicBezTo>
                    <a:pt x="74" y="50"/>
                    <a:pt x="70" y="54"/>
                    <a:pt x="66" y="54"/>
                  </a:cubicBezTo>
                  <a:cubicBezTo>
                    <a:pt x="61" y="54"/>
                    <a:pt x="58" y="50"/>
                    <a:pt x="58" y="45"/>
                  </a:cubicBezTo>
                  <a:cubicBezTo>
                    <a:pt x="58" y="41"/>
                    <a:pt x="61" y="37"/>
                    <a:pt x="66" y="37"/>
                  </a:cubicBezTo>
                  <a:close/>
                  <a:moveTo>
                    <a:pt x="74" y="99"/>
                  </a:moveTo>
                  <a:cubicBezTo>
                    <a:pt x="74" y="91"/>
                    <a:pt x="74" y="91"/>
                    <a:pt x="74" y="91"/>
                  </a:cubicBezTo>
                  <a:cubicBezTo>
                    <a:pt x="74" y="88"/>
                    <a:pt x="72" y="87"/>
                    <a:pt x="70" y="87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59" y="87"/>
                    <a:pt x="58" y="88"/>
                    <a:pt x="58" y="91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39" y="99"/>
                    <a:pt x="39" y="99"/>
                    <a:pt x="39" y="99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1" y="61"/>
                    <a:pt x="63" y="62"/>
                    <a:pt x="66" y="62"/>
                  </a:cubicBezTo>
                  <a:cubicBezTo>
                    <a:pt x="68" y="62"/>
                    <a:pt x="71" y="61"/>
                    <a:pt x="73" y="60"/>
                  </a:cubicBezTo>
                  <a:cubicBezTo>
                    <a:pt x="92" y="99"/>
                    <a:pt x="92" y="99"/>
                    <a:pt x="92" y="99"/>
                  </a:cubicBezTo>
                  <a:lnTo>
                    <a:pt x="74" y="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64"/>
            <p:cNvSpPr>
              <a:spLocks noEditPoints="1"/>
            </p:cNvSpPr>
            <p:nvPr/>
          </p:nvSpPr>
          <p:spPr bwMode="auto">
            <a:xfrm>
              <a:off x="10868586" y="1291147"/>
              <a:ext cx="420131" cy="417570"/>
            </a:xfrm>
            <a:custGeom>
              <a:avLst/>
              <a:gdLst>
                <a:gd name="T0" fmla="*/ 107 w 124"/>
                <a:gd name="T1" fmla="*/ 8 h 123"/>
                <a:gd name="T2" fmla="*/ 70 w 124"/>
                <a:gd name="T3" fmla="*/ 25 h 123"/>
                <a:gd name="T4" fmla="*/ 64 w 124"/>
                <a:gd name="T5" fmla="*/ 16 h 123"/>
                <a:gd name="T6" fmla="*/ 58 w 124"/>
                <a:gd name="T7" fmla="*/ 25 h 123"/>
                <a:gd name="T8" fmla="*/ 54 w 124"/>
                <a:gd name="T9" fmla="*/ 23 h 123"/>
                <a:gd name="T10" fmla="*/ 41 w 124"/>
                <a:gd name="T11" fmla="*/ 23 h 123"/>
                <a:gd name="T12" fmla="*/ 37 w 124"/>
                <a:gd name="T13" fmla="*/ 25 h 123"/>
                <a:gd name="T14" fmla="*/ 31 w 124"/>
                <a:gd name="T15" fmla="*/ 16 h 123"/>
                <a:gd name="T16" fmla="*/ 25 w 124"/>
                <a:gd name="T17" fmla="*/ 25 h 123"/>
                <a:gd name="T18" fmla="*/ 17 w 124"/>
                <a:gd name="T19" fmla="*/ 8 h 123"/>
                <a:gd name="T20" fmla="*/ 0 w 124"/>
                <a:gd name="T21" fmla="*/ 8 h 123"/>
                <a:gd name="T22" fmla="*/ 8 w 124"/>
                <a:gd name="T23" fmla="*/ 123 h 123"/>
                <a:gd name="T24" fmla="*/ 17 w 124"/>
                <a:gd name="T25" fmla="*/ 99 h 123"/>
                <a:gd name="T26" fmla="*/ 54 w 124"/>
                <a:gd name="T27" fmla="*/ 101 h 123"/>
                <a:gd name="T28" fmla="*/ 66 w 124"/>
                <a:gd name="T29" fmla="*/ 101 h 123"/>
                <a:gd name="T30" fmla="*/ 107 w 124"/>
                <a:gd name="T31" fmla="*/ 99 h 123"/>
                <a:gd name="T32" fmla="*/ 115 w 124"/>
                <a:gd name="T33" fmla="*/ 123 h 123"/>
                <a:gd name="T34" fmla="*/ 124 w 124"/>
                <a:gd name="T35" fmla="*/ 8 h 123"/>
                <a:gd name="T36" fmla="*/ 107 w 124"/>
                <a:gd name="T37" fmla="*/ 91 h 123"/>
                <a:gd name="T38" fmla="*/ 66 w 124"/>
                <a:gd name="T39" fmla="*/ 88 h 123"/>
                <a:gd name="T40" fmla="*/ 54 w 124"/>
                <a:gd name="T41" fmla="*/ 88 h 123"/>
                <a:gd name="T42" fmla="*/ 17 w 124"/>
                <a:gd name="T43" fmla="*/ 91 h 123"/>
                <a:gd name="T44" fmla="*/ 74 w 124"/>
                <a:gd name="T45" fmla="*/ 66 h 123"/>
                <a:gd name="T46" fmla="*/ 80 w 124"/>
                <a:gd name="T47" fmla="*/ 74 h 123"/>
                <a:gd name="T48" fmla="*/ 87 w 124"/>
                <a:gd name="T49" fmla="*/ 66 h 123"/>
                <a:gd name="T50" fmla="*/ 91 w 124"/>
                <a:gd name="T51" fmla="*/ 68 h 123"/>
                <a:gd name="T52" fmla="*/ 103 w 124"/>
                <a:gd name="T53" fmla="*/ 68 h 123"/>
                <a:gd name="T54" fmla="*/ 107 w 124"/>
                <a:gd name="T55" fmla="*/ 66 h 123"/>
                <a:gd name="T56" fmla="*/ 107 w 124"/>
                <a:gd name="T57" fmla="*/ 58 h 123"/>
                <a:gd name="T58" fmla="*/ 103 w 124"/>
                <a:gd name="T59" fmla="*/ 56 h 123"/>
                <a:gd name="T60" fmla="*/ 91 w 124"/>
                <a:gd name="T61" fmla="*/ 56 h 123"/>
                <a:gd name="T62" fmla="*/ 87 w 124"/>
                <a:gd name="T63" fmla="*/ 58 h 123"/>
                <a:gd name="T64" fmla="*/ 80 w 124"/>
                <a:gd name="T65" fmla="*/ 49 h 123"/>
                <a:gd name="T66" fmla="*/ 74 w 124"/>
                <a:gd name="T67" fmla="*/ 58 h 123"/>
                <a:gd name="T68" fmla="*/ 17 w 124"/>
                <a:gd name="T69" fmla="*/ 33 h 123"/>
                <a:gd name="T70" fmla="*/ 25 w 124"/>
                <a:gd name="T71" fmla="*/ 35 h 123"/>
                <a:gd name="T72" fmla="*/ 37 w 124"/>
                <a:gd name="T73" fmla="*/ 35 h 123"/>
                <a:gd name="T74" fmla="*/ 41 w 124"/>
                <a:gd name="T75" fmla="*/ 33 h 123"/>
                <a:gd name="T76" fmla="*/ 47 w 124"/>
                <a:gd name="T77" fmla="*/ 41 h 123"/>
                <a:gd name="T78" fmla="*/ 54 w 124"/>
                <a:gd name="T79" fmla="*/ 33 h 123"/>
                <a:gd name="T80" fmla="*/ 58 w 124"/>
                <a:gd name="T81" fmla="*/ 35 h 123"/>
                <a:gd name="T82" fmla="*/ 70 w 124"/>
                <a:gd name="T83" fmla="*/ 35 h 123"/>
                <a:gd name="T84" fmla="*/ 107 w 124"/>
                <a:gd name="T85" fmla="*/ 3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4" h="123">
                  <a:moveTo>
                    <a:pt x="115" y="0"/>
                  </a:moveTo>
                  <a:cubicBezTo>
                    <a:pt x="111" y="0"/>
                    <a:pt x="107" y="4"/>
                    <a:pt x="107" y="8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70" y="25"/>
                    <a:pt x="70" y="25"/>
                    <a:pt x="70" y="25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0" y="19"/>
                    <a:pt x="67" y="16"/>
                    <a:pt x="64" y="16"/>
                  </a:cubicBezTo>
                  <a:cubicBezTo>
                    <a:pt x="61" y="16"/>
                    <a:pt x="58" y="19"/>
                    <a:pt x="58" y="23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19"/>
                    <a:pt x="51" y="16"/>
                    <a:pt x="47" y="16"/>
                  </a:cubicBezTo>
                  <a:cubicBezTo>
                    <a:pt x="44" y="16"/>
                    <a:pt x="41" y="19"/>
                    <a:pt x="41" y="23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19"/>
                    <a:pt x="34" y="16"/>
                    <a:pt x="31" y="16"/>
                  </a:cubicBezTo>
                  <a:cubicBezTo>
                    <a:pt x="28" y="16"/>
                    <a:pt x="25" y="19"/>
                    <a:pt x="25" y="2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3"/>
                    <a:pt x="8" y="123"/>
                  </a:cubicBezTo>
                  <a:cubicBezTo>
                    <a:pt x="13" y="123"/>
                    <a:pt x="17" y="120"/>
                    <a:pt x="17" y="115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54" y="99"/>
                    <a:pt x="54" y="99"/>
                    <a:pt x="54" y="99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54" y="104"/>
                    <a:pt x="56" y="107"/>
                    <a:pt x="60" y="107"/>
                  </a:cubicBezTo>
                  <a:cubicBezTo>
                    <a:pt x="63" y="107"/>
                    <a:pt x="66" y="104"/>
                    <a:pt x="66" y="101"/>
                  </a:cubicBezTo>
                  <a:cubicBezTo>
                    <a:pt x="66" y="99"/>
                    <a:pt x="66" y="99"/>
                    <a:pt x="66" y="99"/>
                  </a:cubicBezTo>
                  <a:cubicBezTo>
                    <a:pt x="107" y="99"/>
                    <a:pt x="107" y="99"/>
                    <a:pt x="107" y="99"/>
                  </a:cubicBezTo>
                  <a:cubicBezTo>
                    <a:pt x="107" y="115"/>
                    <a:pt x="107" y="115"/>
                    <a:pt x="107" y="115"/>
                  </a:cubicBezTo>
                  <a:cubicBezTo>
                    <a:pt x="107" y="120"/>
                    <a:pt x="111" y="123"/>
                    <a:pt x="115" y="123"/>
                  </a:cubicBezTo>
                  <a:cubicBezTo>
                    <a:pt x="120" y="123"/>
                    <a:pt x="124" y="120"/>
                    <a:pt x="124" y="115"/>
                  </a:cubicBezTo>
                  <a:cubicBezTo>
                    <a:pt x="124" y="8"/>
                    <a:pt x="124" y="8"/>
                    <a:pt x="124" y="8"/>
                  </a:cubicBezTo>
                  <a:cubicBezTo>
                    <a:pt x="124" y="4"/>
                    <a:pt x="120" y="0"/>
                    <a:pt x="115" y="0"/>
                  </a:cubicBezTo>
                  <a:close/>
                  <a:moveTo>
                    <a:pt x="107" y="91"/>
                  </a:moveTo>
                  <a:cubicBezTo>
                    <a:pt x="66" y="91"/>
                    <a:pt x="66" y="91"/>
                    <a:pt x="66" y="91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85"/>
                    <a:pt x="63" y="82"/>
                    <a:pt x="60" y="82"/>
                  </a:cubicBezTo>
                  <a:cubicBezTo>
                    <a:pt x="56" y="82"/>
                    <a:pt x="54" y="85"/>
                    <a:pt x="54" y="88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71"/>
                    <a:pt x="77" y="74"/>
                    <a:pt x="80" y="74"/>
                  </a:cubicBezTo>
                  <a:cubicBezTo>
                    <a:pt x="84" y="74"/>
                    <a:pt x="87" y="71"/>
                    <a:pt x="87" y="68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91" y="66"/>
                    <a:pt x="91" y="66"/>
                    <a:pt x="91" y="66"/>
                  </a:cubicBezTo>
                  <a:cubicBezTo>
                    <a:pt x="91" y="68"/>
                    <a:pt x="91" y="68"/>
                    <a:pt x="91" y="68"/>
                  </a:cubicBezTo>
                  <a:cubicBezTo>
                    <a:pt x="91" y="71"/>
                    <a:pt x="93" y="74"/>
                    <a:pt x="97" y="74"/>
                  </a:cubicBezTo>
                  <a:cubicBezTo>
                    <a:pt x="100" y="74"/>
                    <a:pt x="103" y="71"/>
                    <a:pt x="103" y="68"/>
                  </a:cubicBezTo>
                  <a:cubicBezTo>
                    <a:pt x="103" y="66"/>
                    <a:pt x="103" y="66"/>
                    <a:pt x="103" y="66"/>
                  </a:cubicBezTo>
                  <a:cubicBezTo>
                    <a:pt x="107" y="66"/>
                    <a:pt x="107" y="66"/>
                    <a:pt x="107" y="66"/>
                  </a:cubicBezTo>
                  <a:lnTo>
                    <a:pt x="107" y="91"/>
                  </a:lnTo>
                  <a:close/>
                  <a:moveTo>
                    <a:pt x="107" y="58"/>
                  </a:moveTo>
                  <a:cubicBezTo>
                    <a:pt x="103" y="58"/>
                    <a:pt x="103" y="58"/>
                    <a:pt x="103" y="58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03" y="52"/>
                    <a:pt x="100" y="49"/>
                    <a:pt x="97" y="49"/>
                  </a:cubicBezTo>
                  <a:cubicBezTo>
                    <a:pt x="93" y="49"/>
                    <a:pt x="91" y="52"/>
                    <a:pt x="91" y="56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52"/>
                    <a:pt x="84" y="49"/>
                    <a:pt x="80" y="49"/>
                  </a:cubicBezTo>
                  <a:cubicBezTo>
                    <a:pt x="77" y="49"/>
                    <a:pt x="74" y="52"/>
                    <a:pt x="74" y="56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8"/>
                    <a:pt x="28" y="41"/>
                    <a:pt x="31" y="41"/>
                  </a:cubicBezTo>
                  <a:cubicBezTo>
                    <a:pt x="34" y="41"/>
                    <a:pt x="37" y="38"/>
                    <a:pt x="37" y="35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8"/>
                    <a:pt x="44" y="41"/>
                    <a:pt x="47" y="41"/>
                  </a:cubicBezTo>
                  <a:cubicBezTo>
                    <a:pt x="51" y="41"/>
                    <a:pt x="54" y="38"/>
                    <a:pt x="54" y="35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8"/>
                    <a:pt x="61" y="41"/>
                    <a:pt x="64" y="41"/>
                  </a:cubicBezTo>
                  <a:cubicBezTo>
                    <a:pt x="67" y="41"/>
                    <a:pt x="70" y="38"/>
                    <a:pt x="70" y="35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107" y="33"/>
                    <a:pt x="107" y="33"/>
                    <a:pt x="107" y="33"/>
                  </a:cubicBezTo>
                  <a:lnTo>
                    <a:pt x="107" y="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65"/>
            <p:cNvSpPr>
              <a:spLocks noEditPoints="1"/>
            </p:cNvSpPr>
            <p:nvPr/>
          </p:nvSpPr>
          <p:spPr bwMode="auto">
            <a:xfrm>
              <a:off x="941710" y="2338913"/>
              <a:ext cx="192134" cy="568714"/>
            </a:xfrm>
            <a:custGeom>
              <a:avLst/>
              <a:gdLst>
                <a:gd name="T0" fmla="*/ 20 w 57"/>
                <a:gd name="T1" fmla="*/ 78 h 168"/>
                <a:gd name="T2" fmla="*/ 20 w 57"/>
                <a:gd name="T3" fmla="*/ 148 h 168"/>
                <a:gd name="T4" fmla="*/ 29 w 57"/>
                <a:gd name="T5" fmla="*/ 156 h 168"/>
                <a:gd name="T6" fmla="*/ 37 w 57"/>
                <a:gd name="T7" fmla="*/ 148 h 168"/>
                <a:gd name="T8" fmla="*/ 37 w 57"/>
                <a:gd name="T9" fmla="*/ 78 h 168"/>
                <a:gd name="T10" fmla="*/ 20 w 57"/>
                <a:gd name="T11" fmla="*/ 78 h 168"/>
                <a:gd name="T12" fmla="*/ 29 w 57"/>
                <a:gd name="T13" fmla="*/ 0 h 168"/>
                <a:gd name="T14" fmla="*/ 0 w 57"/>
                <a:gd name="T15" fmla="*/ 11 h 168"/>
                <a:gd name="T16" fmla="*/ 0 w 57"/>
                <a:gd name="T17" fmla="*/ 22 h 168"/>
                <a:gd name="T18" fmla="*/ 8 w 57"/>
                <a:gd name="T19" fmla="*/ 29 h 168"/>
                <a:gd name="T20" fmla="*/ 8 w 57"/>
                <a:gd name="T21" fmla="*/ 148 h 168"/>
                <a:gd name="T22" fmla="*/ 29 w 57"/>
                <a:gd name="T23" fmla="*/ 168 h 168"/>
                <a:gd name="T24" fmla="*/ 49 w 57"/>
                <a:gd name="T25" fmla="*/ 148 h 168"/>
                <a:gd name="T26" fmla="*/ 49 w 57"/>
                <a:gd name="T27" fmla="*/ 29 h 168"/>
                <a:gd name="T28" fmla="*/ 57 w 57"/>
                <a:gd name="T29" fmla="*/ 22 h 168"/>
                <a:gd name="T30" fmla="*/ 57 w 57"/>
                <a:gd name="T31" fmla="*/ 11 h 168"/>
                <a:gd name="T32" fmla="*/ 29 w 57"/>
                <a:gd name="T33" fmla="*/ 0 h 168"/>
                <a:gd name="T34" fmla="*/ 41 w 57"/>
                <a:gd name="T35" fmla="*/ 148 h 168"/>
                <a:gd name="T36" fmla="*/ 29 w 57"/>
                <a:gd name="T37" fmla="*/ 160 h 168"/>
                <a:gd name="T38" fmla="*/ 16 w 57"/>
                <a:gd name="T39" fmla="*/ 148 h 168"/>
                <a:gd name="T40" fmla="*/ 16 w 57"/>
                <a:gd name="T41" fmla="*/ 31 h 168"/>
                <a:gd name="T42" fmla="*/ 29 w 57"/>
                <a:gd name="T43" fmla="*/ 33 h 168"/>
                <a:gd name="T44" fmla="*/ 41 w 57"/>
                <a:gd name="T45" fmla="*/ 31 h 168"/>
                <a:gd name="T46" fmla="*/ 41 w 57"/>
                <a:gd name="T47" fmla="*/ 148 h 168"/>
                <a:gd name="T48" fmla="*/ 29 w 57"/>
                <a:gd name="T49" fmla="*/ 21 h 168"/>
                <a:gd name="T50" fmla="*/ 4 w 57"/>
                <a:gd name="T51" fmla="*/ 14 h 168"/>
                <a:gd name="T52" fmla="*/ 29 w 57"/>
                <a:gd name="T53" fmla="*/ 7 h 168"/>
                <a:gd name="T54" fmla="*/ 53 w 57"/>
                <a:gd name="T55" fmla="*/ 14 h 168"/>
                <a:gd name="T56" fmla="*/ 29 w 57"/>
                <a:gd name="T57" fmla="*/ 2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7" h="168">
                  <a:moveTo>
                    <a:pt x="20" y="78"/>
                  </a:moveTo>
                  <a:cubicBezTo>
                    <a:pt x="20" y="148"/>
                    <a:pt x="20" y="148"/>
                    <a:pt x="20" y="148"/>
                  </a:cubicBezTo>
                  <a:cubicBezTo>
                    <a:pt x="20" y="152"/>
                    <a:pt x="24" y="156"/>
                    <a:pt x="29" y="156"/>
                  </a:cubicBezTo>
                  <a:cubicBezTo>
                    <a:pt x="33" y="156"/>
                    <a:pt x="37" y="152"/>
                    <a:pt x="37" y="148"/>
                  </a:cubicBezTo>
                  <a:cubicBezTo>
                    <a:pt x="37" y="78"/>
                    <a:pt x="37" y="78"/>
                    <a:pt x="37" y="78"/>
                  </a:cubicBezTo>
                  <a:cubicBezTo>
                    <a:pt x="37" y="68"/>
                    <a:pt x="20" y="68"/>
                    <a:pt x="20" y="78"/>
                  </a:cubicBezTo>
                  <a:close/>
                  <a:moveTo>
                    <a:pt x="29" y="0"/>
                  </a:moveTo>
                  <a:cubicBezTo>
                    <a:pt x="13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3" y="27"/>
                    <a:pt x="8" y="29"/>
                  </a:cubicBezTo>
                  <a:cubicBezTo>
                    <a:pt x="8" y="148"/>
                    <a:pt x="8" y="148"/>
                    <a:pt x="8" y="148"/>
                  </a:cubicBezTo>
                  <a:cubicBezTo>
                    <a:pt x="8" y="159"/>
                    <a:pt x="17" y="168"/>
                    <a:pt x="29" y="168"/>
                  </a:cubicBezTo>
                  <a:cubicBezTo>
                    <a:pt x="40" y="168"/>
                    <a:pt x="49" y="159"/>
                    <a:pt x="49" y="148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54" y="27"/>
                    <a:pt x="57" y="25"/>
                    <a:pt x="57" y="22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5"/>
                    <a:pt x="44" y="0"/>
                    <a:pt x="29" y="0"/>
                  </a:cubicBezTo>
                  <a:close/>
                  <a:moveTo>
                    <a:pt x="41" y="148"/>
                  </a:moveTo>
                  <a:cubicBezTo>
                    <a:pt x="41" y="155"/>
                    <a:pt x="35" y="160"/>
                    <a:pt x="29" y="160"/>
                  </a:cubicBezTo>
                  <a:cubicBezTo>
                    <a:pt x="22" y="160"/>
                    <a:pt x="16" y="155"/>
                    <a:pt x="16" y="148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20" y="32"/>
                    <a:pt x="24" y="33"/>
                    <a:pt x="29" y="33"/>
                  </a:cubicBezTo>
                  <a:cubicBezTo>
                    <a:pt x="33" y="33"/>
                    <a:pt x="37" y="32"/>
                    <a:pt x="41" y="31"/>
                  </a:cubicBezTo>
                  <a:lnTo>
                    <a:pt x="41" y="148"/>
                  </a:lnTo>
                  <a:close/>
                  <a:moveTo>
                    <a:pt x="29" y="21"/>
                  </a:moveTo>
                  <a:cubicBezTo>
                    <a:pt x="15" y="21"/>
                    <a:pt x="4" y="17"/>
                    <a:pt x="4" y="14"/>
                  </a:cubicBezTo>
                  <a:cubicBezTo>
                    <a:pt x="4" y="10"/>
                    <a:pt x="15" y="7"/>
                    <a:pt x="29" y="7"/>
                  </a:cubicBezTo>
                  <a:cubicBezTo>
                    <a:pt x="42" y="7"/>
                    <a:pt x="53" y="10"/>
                    <a:pt x="53" y="14"/>
                  </a:cubicBezTo>
                  <a:cubicBezTo>
                    <a:pt x="53" y="17"/>
                    <a:pt x="42" y="21"/>
                    <a:pt x="29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66"/>
            <p:cNvSpPr>
              <a:spLocks noEditPoints="1"/>
            </p:cNvSpPr>
            <p:nvPr/>
          </p:nvSpPr>
          <p:spPr bwMode="auto">
            <a:xfrm>
              <a:off x="1953610" y="2323542"/>
              <a:ext cx="397076" cy="584085"/>
            </a:xfrm>
            <a:custGeom>
              <a:avLst/>
              <a:gdLst>
                <a:gd name="T0" fmla="*/ 94 w 117"/>
                <a:gd name="T1" fmla="*/ 142 h 173"/>
                <a:gd name="T2" fmla="*/ 93 w 117"/>
                <a:gd name="T3" fmla="*/ 141 h 173"/>
                <a:gd name="T4" fmla="*/ 71 w 117"/>
                <a:gd name="T5" fmla="*/ 90 h 173"/>
                <a:gd name="T6" fmla="*/ 59 w 117"/>
                <a:gd name="T7" fmla="*/ 87 h 173"/>
                <a:gd name="T8" fmla="*/ 46 w 117"/>
                <a:gd name="T9" fmla="*/ 90 h 173"/>
                <a:gd name="T10" fmla="*/ 24 w 117"/>
                <a:gd name="T11" fmla="*/ 141 h 173"/>
                <a:gd name="T12" fmla="*/ 24 w 117"/>
                <a:gd name="T13" fmla="*/ 142 h 173"/>
                <a:gd name="T14" fmla="*/ 23 w 117"/>
                <a:gd name="T15" fmla="*/ 144 h 173"/>
                <a:gd name="T16" fmla="*/ 23 w 117"/>
                <a:gd name="T17" fmla="*/ 144 h 173"/>
                <a:gd name="T18" fmla="*/ 23 w 117"/>
                <a:gd name="T19" fmla="*/ 144 h 173"/>
                <a:gd name="T20" fmla="*/ 59 w 117"/>
                <a:gd name="T21" fmla="*/ 157 h 173"/>
                <a:gd name="T22" fmla="*/ 95 w 117"/>
                <a:gd name="T23" fmla="*/ 144 h 173"/>
                <a:gd name="T24" fmla="*/ 95 w 117"/>
                <a:gd name="T25" fmla="*/ 144 h 173"/>
                <a:gd name="T26" fmla="*/ 95 w 117"/>
                <a:gd name="T27" fmla="*/ 144 h 173"/>
                <a:gd name="T28" fmla="*/ 94 w 117"/>
                <a:gd name="T29" fmla="*/ 142 h 173"/>
                <a:gd name="T30" fmla="*/ 116 w 117"/>
                <a:gd name="T31" fmla="*/ 152 h 173"/>
                <a:gd name="T32" fmla="*/ 115 w 117"/>
                <a:gd name="T33" fmla="*/ 149 h 173"/>
                <a:gd name="T34" fmla="*/ 114 w 117"/>
                <a:gd name="T35" fmla="*/ 147 h 173"/>
                <a:gd name="T36" fmla="*/ 78 w 117"/>
                <a:gd name="T37" fmla="*/ 66 h 173"/>
                <a:gd name="T38" fmla="*/ 79 w 117"/>
                <a:gd name="T39" fmla="*/ 66 h 173"/>
                <a:gd name="T40" fmla="*/ 79 w 117"/>
                <a:gd name="T41" fmla="*/ 30 h 173"/>
                <a:gd name="T42" fmla="*/ 87 w 117"/>
                <a:gd name="T43" fmla="*/ 22 h 173"/>
                <a:gd name="T44" fmla="*/ 87 w 117"/>
                <a:gd name="T45" fmla="*/ 11 h 173"/>
                <a:gd name="T46" fmla="*/ 59 w 117"/>
                <a:gd name="T47" fmla="*/ 0 h 173"/>
                <a:gd name="T48" fmla="*/ 30 w 117"/>
                <a:gd name="T49" fmla="*/ 11 h 173"/>
                <a:gd name="T50" fmla="*/ 30 w 117"/>
                <a:gd name="T51" fmla="*/ 22 h 173"/>
                <a:gd name="T52" fmla="*/ 38 w 117"/>
                <a:gd name="T53" fmla="*/ 30 h 173"/>
                <a:gd name="T54" fmla="*/ 38 w 117"/>
                <a:gd name="T55" fmla="*/ 66 h 173"/>
                <a:gd name="T56" fmla="*/ 39 w 117"/>
                <a:gd name="T57" fmla="*/ 66 h 173"/>
                <a:gd name="T58" fmla="*/ 4 w 117"/>
                <a:gd name="T59" fmla="*/ 147 h 173"/>
                <a:gd name="T60" fmla="*/ 2 w 117"/>
                <a:gd name="T61" fmla="*/ 149 h 173"/>
                <a:gd name="T62" fmla="*/ 1 w 117"/>
                <a:gd name="T63" fmla="*/ 152 h 173"/>
                <a:gd name="T64" fmla="*/ 1 w 117"/>
                <a:gd name="T65" fmla="*/ 153 h 173"/>
                <a:gd name="T66" fmla="*/ 1 w 117"/>
                <a:gd name="T67" fmla="*/ 153 h 173"/>
                <a:gd name="T68" fmla="*/ 59 w 117"/>
                <a:gd name="T69" fmla="*/ 173 h 173"/>
                <a:gd name="T70" fmla="*/ 116 w 117"/>
                <a:gd name="T71" fmla="*/ 153 h 173"/>
                <a:gd name="T72" fmla="*/ 116 w 117"/>
                <a:gd name="T73" fmla="*/ 153 h 173"/>
                <a:gd name="T74" fmla="*/ 116 w 117"/>
                <a:gd name="T75" fmla="*/ 152 h 173"/>
                <a:gd name="T76" fmla="*/ 34 w 117"/>
                <a:gd name="T77" fmla="*/ 15 h 173"/>
                <a:gd name="T78" fmla="*/ 59 w 117"/>
                <a:gd name="T79" fmla="*/ 8 h 173"/>
                <a:gd name="T80" fmla="*/ 83 w 117"/>
                <a:gd name="T81" fmla="*/ 15 h 173"/>
                <a:gd name="T82" fmla="*/ 59 w 117"/>
                <a:gd name="T83" fmla="*/ 21 h 173"/>
                <a:gd name="T84" fmla="*/ 34 w 117"/>
                <a:gd name="T85" fmla="*/ 15 h 173"/>
                <a:gd name="T86" fmla="*/ 104 w 117"/>
                <a:gd name="T87" fmla="*/ 149 h 173"/>
                <a:gd name="T88" fmla="*/ 59 w 117"/>
                <a:gd name="T89" fmla="*/ 165 h 173"/>
                <a:gd name="T90" fmla="*/ 13 w 117"/>
                <a:gd name="T91" fmla="*/ 149 h 173"/>
                <a:gd name="T92" fmla="*/ 13 w 117"/>
                <a:gd name="T93" fmla="*/ 149 h 173"/>
                <a:gd name="T94" fmla="*/ 13 w 117"/>
                <a:gd name="T95" fmla="*/ 149 h 173"/>
                <a:gd name="T96" fmla="*/ 14 w 117"/>
                <a:gd name="T97" fmla="*/ 146 h 173"/>
                <a:gd name="T98" fmla="*/ 15 w 117"/>
                <a:gd name="T99" fmla="*/ 144 h 173"/>
                <a:gd name="T100" fmla="*/ 46 w 117"/>
                <a:gd name="T101" fmla="*/ 71 h 173"/>
                <a:gd name="T102" fmla="*/ 46 w 117"/>
                <a:gd name="T103" fmla="*/ 32 h 173"/>
                <a:gd name="T104" fmla="*/ 59 w 117"/>
                <a:gd name="T105" fmla="*/ 33 h 173"/>
                <a:gd name="T106" fmla="*/ 71 w 117"/>
                <a:gd name="T107" fmla="*/ 32 h 173"/>
                <a:gd name="T108" fmla="*/ 71 w 117"/>
                <a:gd name="T109" fmla="*/ 71 h 173"/>
                <a:gd name="T110" fmla="*/ 102 w 117"/>
                <a:gd name="T111" fmla="*/ 144 h 173"/>
                <a:gd name="T112" fmla="*/ 103 w 117"/>
                <a:gd name="T113" fmla="*/ 146 h 173"/>
                <a:gd name="T114" fmla="*/ 104 w 117"/>
                <a:gd name="T115" fmla="*/ 149 h 173"/>
                <a:gd name="T116" fmla="*/ 104 w 117"/>
                <a:gd name="T117" fmla="*/ 149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7" h="173">
                  <a:moveTo>
                    <a:pt x="94" y="142"/>
                  </a:moveTo>
                  <a:cubicBezTo>
                    <a:pt x="94" y="141"/>
                    <a:pt x="93" y="141"/>
                    <a:pt x="93" y="141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71" y="90"/>
                    <a:pt x="65" y="87"/>
                    <a:pt x="59" y="87"/>
                  </a:cubicBezTo>
                  <a:cubicBezTo>
                    <a:pt x="53" y="87"/>
                    <a:pt x="46" y="90"/>
                    <a:pt x="46" y="90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4" y="141"/>
                    <a:pt x="24" y="141"/>
                    <a:pt x="24" y="142"/>
                  </a:cubicBezTo>
                  <a:cubicBezTo>
                    <a:pt x="23" y="142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51"/>
                    <a:pt x="37" y="157"/>
                    <a:pt x="59" y="157"/>
                  </a:cubicBezTo>
                  <a:cubicBezTo>
                    <a:pt x="80" y="157"/>
                    <a:pt x="95" y="151"/>
                    <a:pt x="95" y="144"/>
                  </a:cubicBezTo>
                  <a:cubicBezTo>
                    <a:pt x="95" y="144"/>
                    <a:pt x="95" y="144"/>
                    <a:pt x="95" y="144"/>
                  </a:cubicBezTo>
                  <a:cubicBezTo>
                    <a:pt x="95" y="144"/>
                    <a:pt x="95" y="144"/>
                    <a:pt x="95" y="144"/>
                  </a:cubicBezTo>
                  <a:cubicBezTo>
                    <a:pt x="94" y="143"/>
                    <a:pt x="94" y="142"/>
                    <a:pt x="94" y="142"/>
                  </a:cubicBezTo>
                  <a:close/>
                  <a:moveTo>
                    <a:pt x="116" y="152"/>
                  </a:moveTo>
                  <a:cubicBezTo>
                    <a:pt x="116" y="151"/>
                    <a:pt x="116" y="150"/>
                    <a:pt x="115" y="149"/>
                  </a:cubicBezTo>
                  <a:cubicBezTo>
                    <a:pt x="115" y="148"/>
                    <a:pt x="114" y="148"/>
                    <a:pt x="114" y="147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9" y="66"/>
                    <a:pt x="79" y="66"/>
                    <a:pt x="79" y="66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84" y="28"/>
                    <a:pt x="87" y="25"/>
                    <a:pt x="87" y="2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5"/>
                    <a:pt x="75" y="0"/>
                    <a:pt x="59" y="0"/>
                  </a:cubicBezTo>
                  <a:cubicBezTo>
                    <a:pt x="43" y="0"/>
                    <a:pt x="30" y="5"/>
                    <a:pt x="30" y="1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5"/>
                    <a:pt x="33" y="28"/>
                    <a:pt x="38" y="30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" y="147"/>
                    <a:pt x="4" y="147"/>
                    <a:pt x="4" y="147"/>
                  </a:cubicBezTo>
                  <a:cubicBezTo>
                    <a:pt x="3" y="148"/>
                    <a:pt x="3" y="148"/>
                    <a:pt x="2" y="149"/>
                  </a:cubicBezTo>
                  <a:cubicBezTo>
                    <a:pt x="2" y="150"/>
                    <a:pt x="1" y="151"/>
                    <a:pt x="1" y="152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0" y="164"/>
                    <a:pt x="24" y="173"/>
                    <a:pt x="59" y="173"/>
                  </a:cubicBezTo>
                  <a:cubicBezTo>
                    <a:pt x="94" y="173"/>
                    <a:pt x="117" y="164"/>
                    <a:pt x="116" y="153"/>
                  </a:cubicBezTo>
                  <a:cubicBezTo>
                    <a:pt x="116" y="153"/>
                    <a:pt x="116" y="153"/>
                    <a:pt x="116" y="153"/>
                  </a:cubicBezTo>
                  <a:lnTo>
                    <a:pt x="116" y="152"/>
                  </a:lnTo>
                  <a:close/>
                  <a:moveTo>
                    <a:pt x="34" y="15"/>
                  </a:moveTo>
                  <a:cubicBezTo>
                    <a:pt x="34" y="11"/>
                    <a:pt x="45" y="8"/>
                    <a:pt x="59" y="8"/>
                  </a:cubicBezTo>
                  <a:cubicBezTo>
                    <a:pt x="72" y="8"/>
                    <a:pt x="83" y="11"/>
                    <a:pt x="83" y="15"/>
                  </a:cubicBezTo>
                  <a:cubicBezTo>
                    <a:pt x="83" y="18"/>
                    <a:pt x="72" y="21"/>
                    <a:pt x="59" y="21"/>
                  </a:cubicBezTo>
                  <a:cubicBezTo>
                    <a:pt x="45" y="21"/>
                    <a:pt x="34" y="18"/>
                    <a:pt x="34" y="15"/>
                  </a:cubicBezTo>
                  <a:close/>
                  <a:moveTo>
                    <a:pt x="104" y="149"/>
                  </a:moveTo>
                  <a:cubicBezTo>
                    <a:pt x="105" y="158"/>
                    <a:pt x="86" y="165"/>
                    <a:pt x="59" y="165"/>
                  </a:cubicBezTo>
                  <a:cubicBezTo>
                    <a:pt x="31" y="165"/>
                    <a:pt x="13" y="158"/>
                    <a:pt x="13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3" y="148"/>
                    <a:pt x="14" y="147"/>
                    <a:pt x="14" y="146"/>
                  </a:cubicBezTo>
                  <a:cubicBezTo>
                    <a:pt x="14" y="145"/>
                    <a:pt x="15" y="145"/>
                    <a:pt x="15" y="14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50" y="33"/>
                    <a:pt x="54" y="33"/>
                    <a:pt x="59" y="33"/>
                  </a:cubicBezTo>
                  <a:cubicBezTo>
                    <a:pt x="63" y="33"/>
                    <a:pt x="67" y="33"/>
                    <a:pt x="71" y="3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102" y="144"/>
                    <a:pt x="102" y="144"/>
                    <a:pt x="102" y="144"/>
                  </a:cubicBezTo>
                  <a:cubicBezTo>
                    <a:pt x="103" y="145"/>
                    <a:pt x="103" y="145"/>
                    <a:pt x="103" y="146"/>
                  </a:cubicBezTo>
                  <a:cubicBezTo>
                    <a:pt x="104" y="147"/>
                    <a:pt x="104" y="148"/>
                    <a:pt x="104" y="149"/>
                  </a:cubicBezTo>
                  <a:cubicBezTo>
                    <a:pt x="104" y="149"/>
                    <a:pt x="104" y="149"/>
                    <a:pt x="104" y="1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" name="Freeform 67"/>
            <p:cNvSpPr>
              <a:spLocks noEditPoints="1"/>
            </p:cNvSpPr>
            <p:nvPr/>
          </p:nvSpPr>
          <p:spPr bwMode="auto">
            <a:xfrm>
              <a:off x="3039802" y="2379901"/>
              <a:ext cx="455996" cy="489300"/>
            </a:xfrm>
            <a:custGeom>
              <a:avLst/>
              <a:gdLst>
                <a:gd name="T0" fmla="*/ 55 w 135"/>
                <a:gd name="T1" fmla="*/ 70 h 144"/>
                <a:gd name="T2" fmla="*/ 80 w 135"/>
                <a:gd name="T3" fmla="*/ 70 h 144"/>
                <a:gd name="T4" fmla="*/ 119 w 135"/>
                <a:gd name="T5" fmla="*/ 72 h 144"/>
                <a:gd name="T6" fmla="*/ 94 w 135"/>
                <a:gd name="T7" fmla="*/ 27 h 144"/>
                <a:gd name="T8" fmla="*/ 42 w 135"/>
                <a:gd name="T9" fmla="*/ 27 h 144"/>
                <a:gd name="T10" fmla="*/ 16 w 135"/>
                <a:gd name="T11" fmla="*/ 72 h 144"/>
                <a:gd name="T12" fmla="*/ 42 w 135"/>
                <a:gd name="T13" fmla="*/ 116 h 144"/>
                <a:gd name="T14" fmla="*/ 93 w 135"/>
                <a:gd name="T15" fmla="*/ 116 h 144"/>
                <a:gd name="T16" fmla="*/ 119 w 135"/>
                <a:gd name="T17" fmla="*/ 72 h 144"/>
                <a:gd name="T18" fmla="*/ 115 w 135"/>
                <a:gd name="T19" fmla="*/ 67 h 144"/>
                <a:gd name="T20" fmla="*/ 96 w 135"/>
                <a:gd name="T21" fmla="*/ 34 h 144"/>
                <a:gd name="T22" fmla="*/ 100 w 135"/>
                <a:gd name="T23" fmla="*/ 60 h 144"/>
                <a:gd name="T24" fmla="*/ 100 w 135"/>
                <a:gd name="T25" fmla="*/ 84 h 144"/>
                <a:gd name="T26" fmla="*/ 100 w 135"/>
                <a:gd name="T27" fmla="*/ 60 h 144"/>
                <a:gd name="T28" fmla="*/ 84 w 135"/>
                <a:gd name="T29" fmla="*/ 43 h 144"/>
                <a:gd name="T30" fmla="*/ 90 w 135"/>
                <a:gd name="T31" fmla="*/ 34 h 144"/>
                <a:gd name="T32" fmla="*/ 68 w 135"/>
                <a:gd name="T33" fmla="*/ 12 h 144"/>
                <a:gd name="T34" fmla="*/ 68 w 135"/>
                <a:gd name="T35" fmla="*/ 35 h 144"/>
                <a:gd name="T36" fmla="*/ 68 w 135"/>
                <a:gd name="T37" fmla="*/ 12 h 144"/>
                <a:gd name="T38" fmla="*/ 62 w 135"/>
                <a:gd name="T39" fmla="*/ 38 h 144"/>
                <a:gd name="T40" fmla="*/ 41 w 135"/>
                <a:gd name="T41" fmla="*/ 50 h 144"/>
                <a:gd name="T42" fmla="*/ 16 w 135"/>
                <a:gd name="T43" fmla="*/ 42 h 144"/>
                <a:gd name="T44" fmla="*/ 36 w 135"/>
                <a:gd name="T45" fmla="*/ 54 h 144"/>
                <a:gd name="T46" fmla="*/ 16 w 135"/>
                <a:gd name="T47" fmla="*/ 42 h 144"/>
                <a:gd name="T48" fmla="*/ 24 w 135"/>
                <a:gd name="T49" fmla="*/ 72 h 144"/>
                <a:gd name="T50" fmla="*/ 35 w 135"/>
                <a:gd name="T51" fmla="*/ 72 h 144"/>
                <a:gd name="T52" fmla="*/ 16 w 135"/>
                <a:gd name="T53" fmla="*/ 102 h 144"/>
                <a:gd name="T54" fmla="*/ 36 w 135"/>
                <a:gd name="T55" fmla="*/ 90 h 144"/>
                <a:gd name="T56" fmla="*/ 16 w 135"/>
                <a:gd name="T57" fmla="*/ 102 h 144"/>
                <a:gd name="T58" fmla="*/ 51 w 135"/>
                <a:gd name="T59" fmla="*/ 100 h 144"/>
                <a:gd name="T60" fmla="*/ 46 w 135"/>
                <a:gd name="T61" fmla="*/ 110 h 144"/>
                <a:gd name="T62" fmla="*/ 68 w 135"/>
                <a:gd name="T63" fmla="*/ 131 h 144"/>
                <a:gd name="T64" fmla="*/ 68 w 135"/>
                <a:gd name="T65" fmla="*/ 109 h 144"/>
                <a:gd name="T66" fmla="*/ 68 w 135"/>
                <a:gd name="T67" fmla="*/ 131 h 144"/>
                <a:gd name="T68" fmla="*/ 74 w 135"/>
                <a:gd name="T69" fmla="*/ 106 h 144"/>
                <a:gd name="T70" fmla="*/ 94 w 135"/>
                <a:gd name="T71" fmla="*/ 94 h 144"/>
                <a:gd name="T72" fmla="*/ 82 w 135"/>
                <a:gd name="T73" fmla="*/ 97 h 144"/>
                <a:gd name="T74" fmla="*/ 54 w 135"/>
                <a:gd name="T75" fmla="*/ 97 h 144"/>
                <a:gd name="T76" fmla="*/ 39 w 135"/>
                <a:gd name="T77" fmla="*/ 72 h 144"/>
                <a:gd name="T78" fmla="*/ 54 w 135"/>
                <a:gd name="T79" fmla="*/ 47 h 144"/>
                <a:gd name="T80" fmla="*/ 82 w 135"/>
                <a:gd name="T81" fmla="*/ 47 h 144"/>
                <a:gd name="T82" fmla="*/ 96 w 135"/>
                <a:gd name="T83" fmla="*/ 72 h 144"/>
                <a:gd name="T84" fmla="*/ 82 w 135"/>
                <a:gd name="T85" fmla="*/ 97 h 144"/>
                <a:gd name="T86" fmla="*/ 95 w 135"/>
                <a:gd name="T87" fmla="*/ 110 h 144"/>
                <a:gd name="T88" fmla="*/ 115 w 135"/>
                <a:gd name="T89" fmla="*/ 7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5" h="144">
                  <a:moveTo>
                    <a:pt x="68" y="58"/>
                  </a:moveTo>
                  <a:cubicBezTo>
                    <a:pt x="61" y="58"/>
                    <a:pt x="55" y="63"/>
                    <a:pt x="55" y="70"/>
                  </a:cubicBezTo>
                  <a:cubicBezTo>
                    <a:pt x="55" y="77"/>
                    <a:pt x="61" y="82"/>
                    <a:pt x="68" y="82"/>
                  </a:cubicBezTo>
                  <a:cubicBezTo>
                    <a:pt x="75" y="82"/>
                    <a:pt x="80" y="77"/>
                    <a:pt x="80" y="70"/>
                  </a:cubicBezTo>
                  <a:cubicBezTo>
                    <a:pt x="80" y="63"/>
                    <a:pt x="75" y="58"/>
                    <a:pt x="68" y="58"/>
                  </a:cubicBezTo>
                  <a:close/>
                  <a:moveTo>
                    <a:pt x="119" y="72"/>
                  </a:moveTo>
                  <a:cubicBezTo>
                    <a:pt x="131" y="58"/>
                    <a:pt x="135" y="45"/>
                    <a:pt x="130" y="36"/>
                  </a:cubicBezTo>
                  <a:cubicBezTo>
                    <a:pt x="125" y="27"/>
                    <a:pt x="111" y="24"/>
                    <a:pt x="94" y="27"/>
                  </a:cubicBezTo>
                  <a:cubicBezTo>
                    <a:pt x="87" y="11"/>
                    <a:pt x="78" y="0"/>
                    <a:pt x="68" y="0"/>
                  </a:cubicBezTo>
                  <a:cubicBezTo>
                    <a:pt x="57" y="0"/>
                    <a:pt x="48" y="11"/>
                    <a:pt x="42" y="27"/>
                  </a:cubicBezTo>
                  <a:cubicBezTo>
                    <a:pt x="25" y="24"/>
                    <a:pt x="11" y="27"/>
                    <a:pt x="5" y="36"/>
                  </a:cubicBezTo>
                  <a:cubicBezTo>
                    <a:pt x="0" y="45"/>
                    <a:pt x="5" y="58"/>
                    <a:pt x="16" y="72"/>
                  </a:cubicBezTo>
                  <a:cubicBezTo>
                    <a:pt x="5" y="86"/>
                    <a:pt x="0" y="99"/>
                    <a:pt x="5" y="108"/>
                  </a:cubicBezTo>
                  <a:cubicBezTo>
                    <a:pt x="11" y="117"/>
                    <a:pt x="25" y="120"/>
                    <a:pt x="42" y="116"/>
                  </a:cubicBezTo>
                  <a:cubicBezTo>
                    <a:pt x="48" y="133"/>
                    <a:pt x="57" y="144"/>
                    <a:pt x="68" y="144"/>
                  </a:cubicBezTo>
                  <a:cubicBezTo>
                    <a:pt x="78" y="144"/>
                    <a:pt x="87" y="133"/>
                    <a:pt x="93" y="116"/>
                  </a:cubicBezTo>
                  <a:cubicBezTo>
                    <a:pt x="111" y="120"/>
                    <a:pt x="125" y="117"/>
                    <a:pt x="130" y="108"/>
                  </a:cubicBezTo>
                  <a:cubicBezTo>
                    <a:pt x="135" y="99"/>
                    <a:pt x="131" y="85"/>
                    <a:pt x="119" y="72"/>
                  </a:cubicBezTo>
                  <a:close/>
                  <a:moveTo>
                    <a:pt x="119" y="42"/>
                  </a:moveTo>
                  <a:cubicBezTo>
                    <a:pt x="123" y="49"/>
                    <a:pt x="121" y="58"/>
                    <a:pt x="115" y="67"/>
                  </a:cubicBezTo>
                  <a:cubicBezTo>
                    <a:pt x="111" y="63"/>
                    <a:pt x="105" y="58"/>
                    <a:pt x="99" y="54"/>
                  </a:cubicBezTo>
                  <a:cubicBezTo>
                    <a:pt x="99" y="46"/>
                    <a:pt x="97" y="40"/>
                    <a:pt x="96" y="34"/>
                  </a:cubicBezTo>
                  <a:cubicBezTo>
                    <a:pt x="107" y="33"/>
                    <a:pt x="116" y="36"/>
                    <a:pt x="119" y="42"/>
                  </a:cubicBezTo>
                  <a:close/>
                  <a:moveTo>
                    <a:pt x="100" y="60"/>
                  </a:moveTo>
                  <a:cubicBezTo>
                    <a:pt x="104" y="64"/>
                    <a:pt x="108" y="68"/>
                    <a:pt x="111" y="72"/>
                  </a:cubicBezTo>
                  <a:cubicBezTo>
                    <a:pt x="108" y="76"/>
                    <a:pt x="105" y="80"/>
                    <a:pt x="100" y="84"/>
                  </a:cubicBezTo>
                  <a:cubicBezTo>
                    <a:pt x="100" y="80"/>
                    <a:pt x="101" y="76"/>
                    <a:pt x="101" y="72"/>
                  </a:cubicBezTo>
                  <a:cubicBezTo>
                    <a:pt x="101" y="68"/>
                    <a:pt x="100" y="64"/>
                    <a:pt x="100" y="60"/>
                  </a:cubicBezTo>
                  <a:close/>
                  <a:moveTo>
                    <a:pt x="94" y="50"/>
                  </a:moveTo>
                  <a:cubicBezTo>
                    <a:pt x="91" y="48"/>
                    <a:pt x="88" y="45"/>
                    <a:pt x="84" y="43"/>
                  </a:cubicBezTo>
                  <a:cubicBezTo>
                    <a:pt x="81" y="41"/>
                    <a:pt x="77" y="40"/>
                    <a:pt x="74" y="38"/>
                  </a:cubicBezTo>
                  <a:cubicBezTo>
                    <a:pt x="79" y="36"/>
                    <a:pt x="85" y="35"/>
                    <a:pt x="90" y="34"/>
                  </a:cubicBezTo>
                  <a:cubicBezTo>
                    <a:pt x="91" y="39"/>
                    <a:pt x="93" y="44"/>
                    <a:pt x="94" y="50"/>
                  </a:cubicBezTo>
                  <a:close/>
                  <a:moveTo>
                    <a:pt x="68" y="12"/>
                  </a:moveTo>
                  <a:cubicBezTo>
                    <a:pt x="75" y="12"/>
                    <a:pt x="82" y="19"/>
                    <a:pt x="87" y="29"/>
                  </a:cubicBezTo>
                  <a:cubicBezTo>
                    <a:pt x="81" y="30"/>
                    <a:pt x="74" y="33"/>
                    <a:pt x="68" y="35"/>
                  </a:cubicBezTo>
                  <a:cubicBezTo>
                    <a:pt x="61" y="32"/>
                    <a:pt x="55" y="30"/>
                    <a:pt x="48" y="29"/>
                  </a:cubicBezTo>
                  <a:cubicBezTo>
                    <a:pt x="53" y="19"/>
                    <a:pt x="60" y="12"/>
                    <a:pt x="68" y="12"/>
                  </a:cubicBezTo>
                  <a:close/>
                  <a:moveTo>
                    <a:pt x="46" y="34"/>
                  </a:moveTo>
                  <a:cubicBezTo>
                    <a:pt x="51" y="35"/>
                    <a:pt x="56" y="36"/>
                    <a:pt x="62" y="38"/>
                  </a:cubicBezTo>
                  <a:cubicBezTo>
                    <a:pt x="59" y="40"/>
                    <a:pt x="55" y="41"/>
                    <a:pt x="51" y="43"/>
                  </a:cubicBezTo>
                  <a:cubicBezTo>
                    <a:pt x="48" y="45"/>
                    <a:pt x="45" y="48"/>
                    <a:pt x="41" y="50"/>
                  </a:cubicBezTo>
                  <a:cubicBezTo>
                    <a:pt x="43" y="44"/>
                    <a:pt x="44" y="39"/>
                    <a:pt x="46" y="34"/>
                  </a:cubicBezTo>
                  <a:close/>
                  <a:moveTo>
                    <a:pt x="16" y="42"/>
                  </a:moveTo>
                  <a:cubicBezTo>
                    <a:pt x="20" y="36"/>
                    <a:pt x="29" y="33"/>
                    <a:pt x="40" y="34"/>
                  </a:cubicBezTo>
                  <a:cubicBezTo>
                    <a:pt x="38" y="40"/>
                    <a:pt x="37" y="46"/>
                    <a:pt x="36" y="54"/>
                  </a:cubicBezTo>
                  <a:cubicBezTo>
                    <a:pt x="30" y="58"/>
                    <a:pt x="25" y="63"/>
                    <a:pt x="21" y="67"/>
                  </a:cubicBezTo>
                  <a:cubicBezTo>
                    <a:pt x="15" y="58"/>
                    <a:pt x="13" y="49"/>
                    <a:pt x="16" y="42"/>
                  </a:cubicBezTo>
                  <a:close/>
                  <a:moveTo>
                    <a:pt x="36" y="84"/>
                  </a:moveTo>
                  <a:cubicBezTo>
                    <a:pt x="31" y="80"/>
                    <a:pt x="27" y="76"/>
                    <a:pt x="24" y="72"/>
                  </a:cubicBezTo>
                  <a:cubicBezTo>
                    <a:pt x="27" y="68"/>
                    <a:pt x="31" y="64"/>
                    <a:pt x="35" y="60"/>
                  </a:cubicBezTo>
                  <a:cubicBezTo>
                    <a:pt x="35" y="64"/>
                    <a:pt x="35" y="68"/>
                    <a:pt x="35" y="72"/>
                  </a:cubicBezTo>
                  <a:cubicBezTo>
                    <a:pt x="35" y="76"/>
                    <a:pt x="35" y="80"/>
                    <a:pt x="36" y="84"/>
                  </a:cubicBezTo>
                  <a:close/>
                  <a:moveTo>
                    <a:pt x="16" y="102"/>
                  </a:moveTo>
                  <a:cubicBezTo>
                    <a:pt x="13" y="95"/>
                    <a:pt x="15" y="86"/>
                    <a:pt x="21" y="77"/>
                  </a:cubicBezTo>
                  <a:cubicBezTo>
                    <a:pt x="25" y="81"/>
                    <a:pt x="30" y="86"/>
                    <a:pt x="36" y="90"/>
                  </a:cubicBezTo>
                  <a:cubicBezTo>
                    <a:pt x="37" y="97"/>
                    <a:pt x="38" y="104"/>
                    <a:pt x="40" y="110"/>
                  </a:cubicBezTo>
                  <a:cubicBezTo>
                    <a:pt x="29" y="111"/>
                    <a:pt x="20" y="108"/>
                    <a:pt x="16" y="102"/>
                  </a:cubicBezTo>
                  <a:close/>
                  <a:moveTo>
                    <a:pt x="42" y="94"/>
                  </a:moveTo>
                  <a:cubicBezTo>
                    <a:pt x="45" y="96"/>
                    <a:pt x="48" y="98"/>
                    <a:pt x="51" y="100"/>
                  </a:cubicBezTo>
                  <a:cubicBezTo>
                    <a:pt x="55" y="102"/>
                    <a:pt x="58" y="104"/>
                    <a:pt x="62" y="106"/>
                  </a:cubicBezTo>
                  <a:cubicBezTo>
                    <a:pt x="56" y="108"/>
                    <a:pt x="51" y="109"/>
                    <a:pt x="46" y="110"/>
                  </a:cubicBezTo>
                  <a:cubicBezTo>
                    <a:pt x="44" y="105"/>
                    <a:pt x="43" y="100"/>
                    <a:pt x="42" y="94"/>
                  </a:cubicBezTo>
                  <a:close/>
                  <a:moveTo>
                    <a:pt x="68" y="131"/>
                  </a:moveTo>
                  <a:cubicBezTo>
                    <a:pt x="60" y="131"/>
                    <a:pt x="54" y="125"/>
                    <a:pt x="48" y="115"/>
                  </a:cubicBezTo>
                  <a:cubicBezTo>
                    <a:pt x="55" y="114"/>
                    <a:pt x="61" y="111"/>
                    <a:pt x="68" y="109"/>
                  </a:cubicBezTo>
                  <a:cubicBezTo>
                    <a:pt x="74" y="111"/>
                    <a:pt x="81" y="114"/>
                    <a:pt x="87" y="115"/>
                  </a:cubicBezTo>
                  <a:cubicBezTo>
                    <a:pt x="82" y="125"/>
                    <a:pt x="75" y="131"/>
                    <a:pt x="68" y="131"/>
                  </a:cubicBezTo>
                  <a:close/>
                  <a:moveTo>
                    <a:pt x="90" y="110"/>
                  </a:moveTo>
                  <a:cubicBezTo>
                    <a:pt x="85" y="109"/>
                    <a:pt x="79" y="108"/>
                    <a:pt x="74" y="106"/>
                  </a:cubicBezTo>
                  <a:cubicBezTo>
                    <a:pt x="77" y="104"/>
                    <a:pt x="81" y="103"/>
                    <a:pt x="84" y="100"/>
                  </a:cubicBezTo>
                  <a:cubicBezTo>
                    <a:pt x="88" y="98"/>
                    <a:pt x="91" y="96"/>
                    <a:pt x="94" y="94"/>
                  </a:cubicBezTo>
                  <a:cubicBezTo>
                    <a:pt x="93" y="100"/>
                    <a:pt x="92" y="105"/>
                    <a:pt x="90" y="110"/>
                  </a:cubicBezTo>
                  <a:close/>
                  <a:moveTo>
                    <a:pt x="82" y="97"/>
                  </a:moveTo>
                  <a:cubicBezTo>
                    <a:pt x="77" y="99"/>
                    <a:pt x="72" y="101"/>
                    <a:pt x="68" y="103"/>
                  </a:cubicBezTo>
                  <a:cubicBezTo>
                    <a:pt x="63" y="101"/>
                    <a:pt x="58" y="99"/>
                    <a:pt x="54" y="97"/>
                  </a:cubicBezTo>
                  <a:cubicBezTo>
                    <a:pt x="49" y="94"/>
                    <a:pt x="45" y="91"/>
                    <a:pt x="41" y="88"/>
                  </a:cubicBezTo>
                  <a:cubicBezTo>
                    <a:pt x="40" y="83"/>
                    <a:pt x="39" y="77"/>
                    <a:pt x="39" y="72"/>
                  </a:cubicBezTo>
                  <a:cubicBezTo>
                    <a:pt x="39" y="66"/>
                    <a:pt x="40" y="61"/>
                    <a:pt x="41" y="56"/>
                  </a:cubicBezTo>
                  <a:cubicBezTo>
                    <a:pt x="45" y="53"/>
                    <a:pt x="49" y="50"/>
                    <a:pt x="54" y="47"/>
                  </a:cubicBezTo>
                  <a:cubicBezTo>
                    <a:pt x="58" y="45"/>
                    <a:pt x="63" y="42"/>
                    <a:pt x="68" y="40"/>
                  </a:cubicBezTo>
                  <a:cubicBezTo>
                    <a:pt x="73" y="42"/>
                    <a:pt x="77" y="45"/>
                    <a:pt x="82" y="47"/>
                  </a:cubicBezTo>
                  <a:cubicBezTo>
                    <a:pt x="87" y="50"/>
                    <a:pt x="91" y="53"/>
                    <a:pt x="95" y="56"/>
                  </a:cubicBezTo>
                  <a:cubicBezTo>
                    <a:pt x="96" y="61"/>
                    <a:pt x="96" y="66"/>
                    <a:pt x="96" y="72"/>
                  </a:cubicBezTo>
                  <a:cubicBezTo>
                    <a:pt x="96" y="77"/>
                    <a:pt x="96" y="83"/>
                    <a:pt x="95" y="88"/>
                  </a:cubicBezTo>
                  <a:cubicBezTo>
                    <a:pt x="91" y="91"/>
                    <a:pt x="87" y="94"/>
                    <a:pt x="82" y="97"/>
                  </a:cubicBezTo>
                  <a:close/>
                  <a:moveTo>
                    <a:pt x="119" y="102"/>
                  </a:moveTo>
                  <a:cubicBezTo>
                    <a:pt x="116" y="108"/>
                    <a:pt x="107" y="111"/>
                    <a:pt x="95" y="110"/>
                  </a:cubicBezTo>
                  <a:cubicBezTo>
                    <a:pt x="97" y="104"/>
                    <a:pt x="99" y="97"/>
                    <a:pt x="100" y="90"/>
                  </a:cubicBezTo>
                  <a:cubicBezTo>
                    <a:pt x="105" y="86"/>
                    <a:pt x="110" y="81"/>
                    <a:pt x="115" y="77"/>
                  </a:cubicBezTo>
                  <a:cubicBezTo>
                    <a:pt x="121" y="86"/>
                    <a:pt x="123" y="95"/>
                    <a:pt x="119" y="1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Freeform 68"/>
            <p:cNvSpPr>
              <a:spLocks noEditPoints="1"/>
            </p:cNvSpPr>
            <p:nvPr/>
          </p:nvSpPr>
          <p:spPr bwMode="auto">
            <a:xfrm>
              <a:off x="4105500" y="2338913"/>
              <a:ext cx="555906" cy="555906"/>
            </a:xfrm>
            <a:custGeom>
              <a:avLst/>
              <a:gdLst>
                <a:gd name="T0" fmla="*/ 126 w 164"/>
                <a:gd name="T1" fmla="*/ 96 h 164"/>
                <a:gd name="T2" fmla="*/ 124 w 164"/>
                <a:gd name="T3" fmla="*/ 111 h 164"/>
                <a:gd name="T4" fmla="*/ 113 w 164"/>
                <a:gd name="T5" fmla="*/ 113 h 164"/>
                <a:gd name="T6" fmla="*/ 118 w 164"/>
                <a:gd name="T7" fmla="*/ 96 h 164"/>
                <a:gd name="T8" fmla="*/ 105 w 164"/>
                <a:gd name="T9" fmla="*/ 59 h 164"/>
                <a:gd name="T10" fmla="*/ 74 w 164"/>
                <a:gd name="T11" fmla="*/ 57 h 164"/>
                <a:gd name="T12" fmla="*/ 64 w 164"/>
                <a:gd name="T13" fmla="*/ 64 h 164"/>
                <a:gd name="T14" fmla="*/ 68 w 164"/>
                <a:gd name="T15" fmla="*/ 47 h 164"/>
                <a:gd name="T16" fmla="*/ 56 w 164"/>
                <a:gd name="T17" fmla="*/ 9 h 164"/>
                <a:gd name="T18" fmla="*/ 30 w 164"/>
                <a:gd name="T19" fmla="*/ 12 h 164"/>
                <a:gd name="T20" fmla="*/ 14 w 164"/>
                <a:gd name="T21" fmla="*/ 40 h 164"/>
                <a:gd name="T22" fmla="*/ 0 w 164"/>
                <a:gd name="T23" fmla="*/ 41 h 164"/>
                <a:gd name="T24" fmla="*/ 38 w 164"/>
                <a:gd name="T25" fmla="*/ 68 h 164"/>
                <a:gd name="T26" fmla="*/ 40 w 164"/>
                <a:gd name="T27" fmla="*/ 53 h 164"/>
                <a:gd name="T28" fmla="*/ 51 w 164"/>
                <a:gd name="T29" fmla="*/ 50 h 164"/>
                <a:gd name="T30" fmla="*/ 47 w 164"/>
                <a:gd name="T31" fmla="*/ 68 h 164"/>
                <a:gd name="T32" fmla="*/ 87 w 164"/>
                <a:gd name="T33" fmla="*/ 117 h 164"/>
                <a:gd name="T34" fmla="*/ 102 w 164"/>
                <a:gd name="T35" fmla="*/ 94 h 164"/>
                <a:gd name="T36" fmla="*/ 100 w 164"/>
                <a:gd name="T37" fmla="*/ 100 h 164"/>
                <a:gd name="T38" fmla="*/ 96 w 164"/>
                <a:gd name="T39" fmla="*/ 117 h 164"/>
                <a:gd name="T40" fmla="*/ 122 w 164"/>
                <a:gd name="T41" fmla="*/ 164 h 164"/>
                <a:gd name="T42" fmla="*/ 124 w 164"/>
                <a:gd name="T43" fmla="*/ 150 h 164"/>
                <a:gd name="T44" fmla="*/ 152 w 164"/>
                <a:gd name="T45" fmla="*/ 134 h 164"/>
                <a:gd name="T46" fmla="*/ 155 w 164"/>
                <a:gd name="T47" fmla="*/ 108 h 164"/>
                <a:gd name="T48" fmla="*/ 20 w 164"/>
                <a:gd name="T49" fmla="*/ 48 h 164"/>
                <a:gd name="T50" fmla="*/ 52 w 164"/>
                <a:gd name="T51" fmla="*/ 28 h 164"/>
                <a:gd name="T52" fmla="*/ 62 w 164"/>
                <a:gd name="T53" fmla="*/ 83 h 164"/>
                <a:gd name="T54" fmla="*/ 92 w 164"/>
                <a:gd name="T55" fmla="*/ 65 h 164"/>
                <a:gd name="T56" fmla="*/ 62 w 164"/>
                <a:gd name="T57" fmla="*/ 83 h 164"/>
                <a:gd name="T58" fmla="*/ 72 w 164"/>
                <a:gd name="T59" fmla="*/ 99 h 164"/>
                <a:gd name="T60" fmla="*/ 102 w 164"/>
                <a:gd name="T61" fmla="*/ 81 h 164"/>
                <a:gd name="T62" fmla="*/ 116 w 164"/>
                <a:gd name="T63" fmla="*/ 144 h 164"/>
                <a:gd name="T64" fmla="*/ 136 w 164"/>
                <a:gd name="T65" fmla="*/ 112 h 164"/>
                <a:gd name="T66" fmla="*/ 116 w 164"/>
                <a:gd name="T67" fmla="*/ 14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4" h="164">
                  <a:moveTo>
                    <a:pt x="155" y="108"/>
                  </a:moveTo>
                  <a:cubicBezTo>
                    <a:pt x="147" y="100"/>
                    <a:pt x="137" y="97"/>
                    <a:pt x="126" y="96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23" y="111"/>
                    <a:pt x="124" y="111"/>
                    <a:pt x="124" y="111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1" y="120"/>
                    <a:pt x="112" y="117"/>
                    <a:pt x="113" y="113"/>
                  </a:cubicBezTo>
                  <a:cubicBezTo>
                    <a:pt x="113" y="113"/>
                    <a:pt x="114" y="113"/>
                    <a:pt x="114" y="113"/>
                  </a:cubicBezTo>
                  <a:cubicBezTo>
                    <a:pt x="118" y="96"/>
                    <a:pt x="118" y="96"/>
                    <a:pt x="118" y="96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9" y="82"/>
                    <a:pt x="115" y="68"/>
                    <a:pt x="105" y="59"/>
                  </a:cubicBezTo>
                  <a:cubicBezTo>
                    <a:pt x="98" y="51"/>
                    <a:pt x="88" y="47"/>
                    <a:pt x="77" y="47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3" y="68"/>
                    <a:pt x="63" y="66"/>
                    <a:pt x="64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69" y="32"/>
                    <a:pt x="65" y="19"/>
                    <a:pt x="56" y="9"/>
                  </a:cubicBezTo>
                  <a:cubicBezTo>
                    <a:pt x="52" y="5"/>
                    <a:pt x="47" y="2"/>
                    <a:pt x="42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7" y="13"/>
                    <a:pt x="40" y="1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3" y="37"/>
                    <a:pt x="12" y="34"/>
                    <a:pt x="12" y="3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2" y="47"/>
                    <a:pt x="5" y="52"/>
                    <a:pt x="9" y="56"/>
                  </a:cubicBezTo>
                  <a:cubicBezTo>
                    <a:pt x="17" y="63"/>
                    <a:pt x="27" y="67"/>
                    <a:pt x="38" y="68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3"/>
                    <a:pt x="40" y="53"/>
                    <a:pt x="40" y="53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3" y="43"/>
                    <a:pt x="52" y="47"/>
                    <a:pt x="51" y="50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82"/>
                    <a:pt x="49" y="96"/>
                    <a:pt x="59" y="105"/>
                  </a:cubicBezTo>
                  <a:cubicBezTo>
                    <a:pt x="66" y="113"/>
                    <a:pt x="76" y="117"/>
                    <a:pt x="87" y="117"/>
                  </a:cubicBezTo>
                  <a:cubicBezTo>
                    <a:pt x="90" y="106"/>
                    <a:pt x="90" y="106"/>
                    <a:pt x="90" y="106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1" y="96"/>
                    <a:pt x="101" y="98"/>
                    <a:pt x="100" y="100"/>
                  </a:cubicBezTo>
                  <a:cubicBezTo>
                    <a:pt x="100" y="100"/>
                    <a:pt x="100" y="100"/>
                    <a:pt x="100" y="100"/>
                  </a:cubicBezTo>
                  <a:cubicBezTo>
                    <a:pt x="96" y="117"/>
                    <a:pt x="96" y="117"/>
                    <a:pt x="96" y="117"/>
                  </a:cubicBezTo>
                  <a:cubicBezTo>
                    <a:pt x="96" y="117"/>
                    <a:pt x="96" y="117"/>
                    <a:pt x="96" y="117"/>
                  </a:cubicBezTo>
                  <a:cubicBezTo>
                    <a:pt x="95" y="131"/>
                    <a:pt x="98" y="145"/>
                    <a:pt x="108" y="154"/>
                  </a:cubicBezTo>
                  <a:cubicBezTo>
                    <a:pt x="112" y="159"/>
                    <a:pt x="117" y="162"/>
                    <a:pt x="122" y="164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30" y="152"/>
                    <a:pt x="127" y="151"/>
                    <a:pt x="124" y="150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1" y="127"/>
                    <a:pt x="152" y="130"/>
                    <a:pt x="152" y="134"/>
                  </a:cubicBezTo>
                  <a:cubicBezTo>
                    <a:pt x="164" y="122"/>
                    <a:pt x="164" y="122"/>
                    <a:pt x="164" y="122"/>
                  </a:cubicBezTo>
                  <a:cubicBezTo>
                    <a:pt x="162" y="117"/>
                    <a:pt x="159" y="112"/>
                    <a:pt x="155" y="108"/>
                  </a:cubicBezTo>
                  <a:close/>
                  <a:moveTo>
                    <a:pt x="28" y="52"/>
                  </a:moveTo>
                  <a:cubicBezTo>
                    <a:pt x="25" y="51"/>
                    <a:pt x="22" y="50"/>
                    <a:pt x="20" y="48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50" y="22"/>
                    <a:pt x="51" y="25"/>
                    <a:pt x="52" y="28"/>
                  </a:cubicBezTo>
                  <a:lnTo>
                    <a:pt x="28" y="52"/>
                  </a:lnTo>
                  <a:close/>
                  <a:moveTo>
                    <a:pt x="62" y="83"/>
                  </a:moveTo>
                  <a:cubicBezTo>
                    <a:pt x="83" y="61"/>
                    <a:pt x="83" y="61"/>
                    <a:pt x="83" y="61"/>
                  </a:cubicBezTo>
                  <a:cubicBezTo>
                    <a:pt x="86" y="62"/>
                    <a:pt x="90" y="63"/>
                    <a:pt x="92" y="65"/>
                  </a:cubicBezTo>
                  <a:cubicBezTo>
                    <a:pt x="65" y="92"/>
                    <a:pt x="65" y="92"/>
                    <a:pt x="65" y="92"/>
                  </a:cubicBezTo>
                  <a:cubicBezTo>
                    <a:pt x="63" y="89"/>
                    <a:pt x="62" y="86"/>
                    <a:pt x="62" y="83"/>
                  </a:cubicBezTo>
                  <a:close/>
                  <a:moveTo>
                    <a:pt x="81" y="102"/>
                  </a:moveTo>
                  <a:cubicBezTo>
                    <a:pt x="77" y="102"/>
                    <a:pt x="74" y="101"/>
                    <a:pt x="72" y="99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1" y="74"/>
                    <a:pt x="102" y="77"/>
                    <a:pt x="102" y="81"/>
                  </a:cubicBezTo>
                  <a:lnTo>
                    <a:pt x="81" y="102"/>
                  </a:lnTo>
                  <a:close/>
                  <a:moveTo>
                    <a:pt x="116" y="144"/>
                  </a:moveTo>
                  <a:cubicBezTo>
                    <a:pt x="114" y="142"/>
                    <a:pt x="113" y="139"/>
                    <a:pt x="112" y="136"/>
                  </a:cubicBezTo>
                  <a:cubicBezTo>
                    <a:pt x="136" y="112"/>
                    <a:pt x="136" y="112"/>
                    <a:pt x="136" y="112"/>
                  </a:cubicBezTo>
                  <a:cubicBezTo>
                    <a:pt x="139" y="113"/>
                    <a:pt x="142" y="114"/>
                    <a:pt x="144" y="116"/>
                  </a:cubicBezTo>
                  <a:lnTo>
                    <a:pt x="116" y="1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69"/>
            <p:cNvSpPr/>
            <p:nvPr/>
          </p:nvSpPr>
          <p:spPr bwMode="auto">
            <a:xfrm>
              <a:off x="5350522" y="2341475"/>
              <a:ext cx="322784" cy="512355"/>
            </a:xfrm>
            <a:custGeom>
              <a:avLst/>
              <a:gdLst>
                <a:gd name="T0" fmla="*/ 20 w 95"/>
                <a:gd name="T1" fmla="*/ 58 h 151"/>
                <a:gd name="T2" fmla="*/ 3 w 95"/>
                <a:gd name="T3" fmla="*/ 106 h 151"/>
                <a:gd name="T4" fmla="*/ 48 w 95"/>
                <a:gd name="T5" fmla="*/ 151 h 151"/>
                <a:gd name="T6" fmla="*/ 93 w 95"/>
                <a:gd name="T7" fmla="*/ 106 h 151"/>
                <a:gd name="T8" fmla="*/ 60 w 95"/>
                <a:gd name="T9" fmla="*/ 47 h 151"/>
                <a:gd name="T10" fmla="*/ 37 w 95"/>
                <a:gd name="T11" fmla="*/ 35 h 151"/>
                <a:gd name="T12" fmla="*/ 35 w 95"/>
                <a:gd name="T13" fmla="*/ 36 h 151"/>
                <a:gd name="T14" fmla="*/ 35 w 95"/>
                <a:gd name="T15" fmla="*/ 33 h 151"/>
                <a:gd name="T16" fmla="*/ 31 w 95"/>
                <a:gd name="T17" fmla="*/ 3 h 151"/>
                <a:gd name="T18" fmla="*/ 21 w 95"/>
                <a:gd name="T19" fmla="*/ 4 h 151"/>
                <a:gd name="T20" fmla="*/ 31 w 95"/>
                <a:gd name="T21" fmla="*/ 38 h 151"/>
                <a:gd name="T22" fmla="*/ 20 w 95"/>
                <a:gd name="T23" fmla="*/ 58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5" h="151">
                  <a:moveTo>
                    <a:pt x="20" y="58"/>
                  </a:moveTo>
                  <a:cubicBezTo>
                    <a:pt x="17" y="85"/>
                    <a:pt x="6" y="81"/>
                    <a:pt x="3" y="106"/>
                  </a:cubicBezTo>
                  <a:cubicBezTo>
                    <a:pt x="0" y="130"/>
                    <a:pt x="22" y="151"/>
                    <a:pt x="48" y="151"/>
                  </a:cubicBezTo>
                  <a:cubicBezTo>
                    <a:pt x="74" y="151"/>
                    <a:pt x="95" y="130"/>
                    <a:pt x="93" y="106"/>
                  </a:cubicBezTo>
                  <a:cubicBezTo>
                    <a:pt x="92" y="83"/>
                    <a:pt x="82" y="86"/>
                    <a:pt x="60" y="47"/>
                  </a:cubicBezTo>
                  <a:cubicBezTo>
                    <a:pt x="51" y="32"/>
                    <a:pt x="45" y="31"/>
                    <a:pt x="37" y="35"/>
                  </a:cubicBezTo>
                  <a:cubicBezTo>
                    <a:pt x="36" y="35"/>
                    <a:pt x="36" y="35"/>
                    <a:pt x="35" y="36"/>
                  </a:cubicBezTo>
                  <a:cubicBezTo>
                    <a:pt x="35" y="35"/>
                    <a:pt x="35" y="34"/>
                    <a:pt x="35" y="33"/>
                  </a:cubicBezTo>
                  <a:cubicBezTo>
                    <a:pt x="29" y="19"/>
                    <a:pt x="31" y="3"/>
                    <a:pt x="31" y="3"/>
                  </a:cubicBezTo>
                  <a:cubicBezTo>
                    <a:pt x="31" y="3"/>
                    <a:pt x="27" y="0"/>
                    <a:pt x="21" y="4"/>
                  </a:cubicBezTo>
                  <a:cubicBezTo>
                    <a:pt x="19" y="12"/>
                    <a:pt x="26" y="27"/>
                    <a:pt x="31" y="38"/>
                  </a:cubicBezTo>
                  <a:cubicBezTo>
                    <a:pt x="25" y="40"/>
                    <a:pt x="21" y="44"/>
                    <a:pt x="20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70"/>
            <p:cNvSpPr>
              <a:spLocks noEditPoints="1"/>
            </p:cNvSpPr>
            <p:nvPr/>
          </p:nvSpPr>
          <p:spPr bwMode="auto">
            <a:xfrm>
              <a:off x="6408537" y="2328665"/>
              <a:ext cx="417570" cy="484176"/>
            </a:xfrm>
            <a:custGeom>
              <a:avLst/>
              <a:gdLst>
                <a:gd name="T0" fmla="*/ 85 w 123"/>
                <a:gd name="T1" fmla="*/ 53 h 143"/>
                <a:gd name="T2" fmla="*/ 62 w 123"/>
                <a:gd name="T3" fmla="*/ 58 h 143"/>
                <a:gd name="T4" fmla="*/ 59 w 123"/>
                <a:gd name="T5" fmla="*/ 59 h 143"/>
                <a:gd name="T6" fmla="*/ 56 w 123"/>
                <a:gd name="T7" fmla="*/ 50 h 143"/>
                <a:gd name="T8" fmla="*/ 52 w 123"/>
                <a:gd name="T9" fmla="*/ 20 h 143"/>
                <a:gd name="T10" fmla="*/ 42 w 123"/>
                <a:gd name="T11" fmla="*/ 21 h 143"/>
                <a:gd name="T12" fmla="*/ 54 w 123"/>
                <a:gd name="T13" fmla="*/ 59 h 143"/>
                <a:gd name="T14" fmla="*/ 45 w 123"/>
                <a:gd name="T15" fmla="*/ 52 h 143"/>
                <a:gd name="T16" fmla="*/ 12 w 123"/>
                <a:gd name="T17" fmla="*/ 112 h 143"/>
                <a:gd name="T18" fmla="*/ 49 w 123"/>
                <a:gd name="T19" fmla="*/ 142 h 143"/>
                <a:gd name="T20" fmla="*/ 60 w 123"/>
                <a:gd name="T21" fmla="*/ 139 h 143"/>
                <a:gd name="T22" fmla="*/ 71 w 123"/>
                <a:gd name="T23" fmla="*/ 142 h 143"/>
                <a:gd name="T24" fmla="*/ 107 w 123"/>
                <a:gd name="T25" fmla="*/ 118 h 143"/>
                <a:gd name="T26" fmla="*/ 85 w 123"/>
                <a:gd name="T27" fmla="*/ 53 h 143"/>
                <a:gd name="T28" fmla="*/ 99 w 123"/>
                <a:gd name="T29" fmla="*/ 0 h 143"/>
                <a:gd name="T30" fmla="*/ 73 w 123"/>
                <a:gd name="T31" fmla="*/ 12 h 143"/>
                <a:gd name="T32" fmla="*/ 61 w 123"/>
                <a:gd name="T33" fmla="*/ 38 h 143"/>
                <a:gd name="T34" fmla="*/ 88 w 123"/>
                <a:gd name="T35" fmla="*/ 26 h 143"/>
                <a:gd name="T36" fmla="*/ 99 w 123"/>
                <a:gd name="T37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3" h="143">
                  <a:moveTo>
                    <a:pt x="85" y="53"/>
                  </a:moveTo>
                  <a:cubicBezTo>
                    <a:pt x="77" y="52"/>
                    <a:pt x="75" y="54"/>
                    <a:pt x="62" y="58"/>
                  </a:cubicBezTo>
                  <a:cubicBezTo>
                    <a:pt x="61" y="59"/>
                    <a:pt x="60" y="59"/>
                    <a:pt x="59" y="59"/>
                  </a:cubicBezTo>
                  <a:cubicBezTo>
                    <a:pt x="58" y="57"/>
                    <a:pt x="57" y="54"/>
                    <a:pt x="56" y="50"/>
                  </a:cubicBezTo>
                  <a:cubicBezTo>
                    <a:pt x="51" y="35"/>
                    <a:pt x="52" y="20"/>
                    <a:pt x="52" y="20"/>
                  </a:cubicBezTo>
                  <a:cubicBezTo>
                    <a:pt x="52" y="20"/>
                    <a:pt x="48" y="16"/>
                    <a:pt x="42" y="21"/>
                  </a:cubicBezTo>
                  <a:cubicBezTo>
                    <a:pt x="40" y="29"/>
                    <a:pt x="49" y="49"/>
                    <a:pt x="54" y="59"/>
                  </a:cubicBezTo>
                  <a:cubicBezTo>
                    <a:pt x="50" y="57"/>
                    <a:pt x="49" y="52"/>
                    <a:pt x="45" y="52"/>
                  </a:cubicBezTo>
                  <a:cubicBezTo>
                    <a:pt x="15" y="50"/>
                    <a:pt x="0" y="84"/>
                    <a:pt x="12" y="112"/>
                  </a:cubicBezTo>
                  <a:cubicBezTo>
                    <a:pt x="19" y="130"/>
                    <a:pt x="35" y="141"/>
                    <a:pt x="49" y="142"/>
                  </a:cubicBezTo>
                  <a:cubicBezTo>
                    <a:pt x="53" y="143"/>
                    <a:pt x="56" y="139"/>
                    <a:pt x="60" y="139"/>
                  </a:cubicBezTo>
                  <a:cubicBezTo>
                    <a:pt x="64" y="139"/>
                    <a:pt x="69" y="142"/>
                    <a:pt x="71" y="142"/>
                  </a:cubicBezTo>
                  <a:cubicBezTo>
                    <a:pt x="85" y="143"/>
                    <a:pt x="97" y="134"/>
                    <a:pt x="107" y="118"/>
                  </a:cubicBezTo>
                  <a:cubicBezTo>
                    <a:pt x="123" y="91"/>
                    <a:pt x="114" y="55"/>
                    <a:pt x="85" y="53"/>
                  </a:cubicBezTo>
                  <a:close/>
                  <a:moveTo>
                    <a:pt x="99" y="0"/>
                  </a:moveTo>
                  <a:cubicBezTo>
                    <a:pt x="99" y="0"/>
                    <a:pt x="84" y="1"/>
                    <a:pt x="73" y="12"/>
                  </a:cubicBezTo>
                  <a:cubicBezTo>
                    <a:pt x="63" y="22"/>
                    <a:pt x="61" y="38"/>
                    <a:pt x="61" y="38"/>
                  </a:cubicBezTo>
                  <a:cubicBezTo>
                    <a:pt x="61" y="38"/>
                    <a:pt x="77" y="37"/>
                    <a:pt x="88" y="26"/>
                  </a:cubicBezTo>
                  <a:cubicBezTo>
                    <a:pt x="98" y="16"/>
                    <a:pt x="99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71"/>
            <p:cNvSpPr>
              <a:spLocks noEditPoints="1"/>
            </p:cNvSpPr>
            <p:nvPr/>
          </p:nvSpPr>
          <p:spPr bwMode="auto">
            <a:xfrm>
              <a:off x="7451178" y="2379901"/>
              <a:ext cx="545659" cy="502108"/>
            </a:xfrm>
            <a:custGeom>
              <a:avLst/>
              <a:gdLst>
                <a:gd name="T0" fmla="*/ 39 w 213"/>
                <a:gd name="T1" fmla="*/ 157 h 196"/>
                <a:gd name="T2" fmla="*/ 39 w 213"/>
                <a:gd name="T3" fmla="*/ 16 h 196"/>
                <a:gd name="T4" fmla="*/ 28 w 213"/>
                <a:gd name="T5" fmla="*/ 16 h 196"/>
                <a:gd name="T6" fmla="*/ 28 w 213"/>
                <a:gd name="T7" fmla="*/ 157 h 196"/>
                <a:gd name="T8" fmla="*/ 0 w 213"/>
                <a:gd name="T9" fmla="*/ 157 h 196"/>
                <a:gd name="T10" fmla="*/ 0 w 213"/>
                <a:gd name="T11" fmla="*/ 168 h 196"/>
                <a:gd name="T12" fmla="*/ 28 w 213"/>
                <a:gd name="T13" fmla="*/ 168 h 196"/>
                <a:gd name="T14" fmla="*/ 28 w 213"/>
                <a:gd name="T15" fmla="*/ 196 h 196"/>
                <a:gd name="T16" fmla="*/ 39 w 213"/>
                <a:gd name="T17" fmla="*/ 196 h 196"/>
                <a:gd name="T18" fmla="*/ 39 w 213"/>
                <a:gd name="T19" fmla="*/ 168 h 196"/>
                <a:gd name="T20" fmla="*/ 213 w 213"/>
                <a:gd name="T21" fmla="*/ 168 h 196"/>
                <a:gd name="T22" fmla="*/ 213 w 213"/>
                <a:gd name="T23" fmla="*/ 157 h 196"/>
                <a:gd name="T24" fmla="*/ 39 w 213"/>
                <a:gd name="T25" fmla="*/ 157 h 196"/>
                <a:gd name="T26" fmla="*/ 180 w 213"/>
                <a:gd name="T27" fmla="*/ 0 h 196"/>
                <a:gd name="T28" fmla="*/ 147 w 213"/>
                <a:gd name="T29" fmla="*/ 65 h 196"/>
                <a:gd name="T30" fmla="*/ 121 w 213"/>
                <a:gd name="T31" fmla="*/ 33 h 196"/>
                <a:gd name="T32" fmla="*/ 93 w 213"/>
                <a:gd name="T33" fmla="*/ 65 h 196"/>
                <a:gd name="T34" fmla="*/ 77 w 213"/>
                <a:gd name="T35" fmla="*/ 54 h 196"/>
                <a:gd name="T36" fmla="*/ 49 w 213"/>
                <a:gd name="T37" fmla="*/ 82 h 196"/>
                <a:gd name="T38" fmla="*/ 49 w 213"/>
                <a:gd name="T39" fmla="*/ 147 h 196"/>
                <a:gd name="T40" fmla="*/ 180 w 213"/>
                <a:gd name="T41" fmla="*/ 147 h 196"/>
                <a:gd name="T42" fmla="*/ 180 w 213"/>
                <a:gd name="T43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3" h="196">
                  <a:moveTo>
                    <a:pt x="39" y="157"/>
                  </a:moveTo>
                  <a:lnTo>
                    <a:pt x="39" y="16"/>
                  </a:lnTo>
                  <a:lnTo>
                    <a:pt x="28" y="16"/>
                  </a:lnTo>
                  <a:lnTo>
                    <a:pt x="28" y="157"/>
                  </a:lnTo>
                  <a:lnTo>
                    <a:pt x="0" y="157"/>
                  </a:lnTo>
                  <a:lnTo>
                    <a:pt x="0" y="168"/>
                  </a:lnTo>
                  <a:lnTo>
                    <a:pt x="28" y="168"/>
                  </a:lnTo>
                  <a:lnTo>
                    <a:pt x="28" y="196"/>
                  </a:lnTo>
                  <a:lnTo>
                    <a:pt x="39" y="196"/>
                  </a:lnTo>
                  <a:lnTo>
                    <a:pt x="39" y="168"/>
                  </a:lnTo>
                  <a:lnTo>
                    <a:pt x="213" y="168"/>
                  </a:lnTo>
                  <a:lnTo>
                    <a:pt x="213" y="157"/>
                  </a:lnTo>
                  <a:lnTo>
                    <a:pt x="39" y="157"/>
                  </a:lnTo>
                  <a:close/>
                  <a:moveTo>
                    <a:pt x="180" y="0"/>
                  </a:moveTo>
                  <a:lnTo>
                    <a:pt x="147" y="65"/>
                  </a:lnTo>
                  <a:lnTo>
                    <a:pt x="121" y="33"/>
                  </a:lnTo>
                  <a:lnTo>
                    <a:pt x="93" y="65"/>
                  </a:lnTo>
                  <a:lnTo>
                    <a:pt x="77" y="54"/>
                  </a:lnTo>
                  <a:lnTo>
                    <a:pt x="49" y="82"/>
                  </a:lnTo>
                  <a:lnTo>
                    <a:pt x="49" y="147"/>
                  </a:lnTo>
                  <a:lnTo>
                    <a:pt x="180" y="147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72"/>
            <p:cNvSpPr>
              <a:spLocks noEditPoints="1"/>
            </p:cNvSpPr>
            <p:nvPr/>
          </p:nvSpPr>
          <p:spPr bwMode="auto">
            <a:xfrm>
              <a:off x="8568112" y="2408081"/>
              <a:ext cx="545659" cy="473929"/>
            </a:xfrm>
            <a:custGeom>
              <a:avLst/>
              <a:gdLst>
                <a:gd name="T0" fmla="*/ 180 w 213"/>
                <a:gd name="T1" fmla="*/ 0 h 185"/>
                <a:gd name="T2" fmla="*/ 158 w 213"/>
                <a:gd name="T3" fmla="*/ 0 h 185"/>
                <a:gd name="T4" fmla="*/ 158 w 213"/>
                <a:gd name="T5" fmla="*/ 136 h 185"/>
                <a:gd name="T6" fmla="*/ 180 w 213"/>
                <a:gd name="T7" fmla="*/ 136 h 185"/>
                <a:gd name="T8" fmla="*/ 180 w 213"/>
                <a:gd name="T9" fmla="*/ 0 h 185"/>
                <a:gd name="T10" fmla="*/ 153 w 213"/>
                <a:gd name="T11" fmla="*/ 54 h 185"/>
                <a:gd name="T12" fmla="*/ 131 w 213"/>
                <a:gd name="T13" fmla="*/ 54 h 185"/>
                <a:gd name="T14" fmla="*/ 131 w 213"/>
                <a:gd name="T15" fmla="*/ 136 h 185"/>
                <a:gd name="T16" fmla="*/ 153 w 213"/>
                <a:gd name="T17" fmla="*/ 136 h 185"/>
                <a:gd name="T18" fmla="*/ 153 w 213"/>
                <a:gd name="T19" fmla="*/ 54 h 185"/>
                <a:gd name="T20" fmla="*/ 98 w 213"/>
                <a:gd name="T21" fmla="*/ 87 h 185"/>
                <a:gd name="T22" fmla="*/ 76 w 213"/>
                <a:gd name="T23" fmla="*/ 87 h 185"/>
                <a:gd name="T24" fmla="*/ 76 w 213"/>
                <a:gd name="T25" fmla="*/ 136 h 185"/>
                <a:gd name="T26" fmla="*/ 98 w 213"/>
                <a:gd name="T27" fmla="*/ 136 h 185"/>
                <a:gd name="T28" fmla="*/ 98 w 213"/>
                <a:gd name="T29" fmla="*/ 87 h 185"/>
                <a:gd name="T30" fmla="*/ 125 w 213"/>
                <a:gd name="T31" fmla="*/ 33 h 185"/>
                <a:gd name="T32" fmla="*/ 103 w 213"/>
                <a:gd name="T33" fmla="*/ 33 h 185"/>
                <a:gd name="T34" fmla="*/ 103 w 213"/>
                <a:gd name="T35" fmla="*/ 136 h 185"/>
                <a:gd name="T36" fmla="*/ 125 w 213"/>
                <a:gd name="T37" fmla="*/ 136 h 185"/>
                <a:gd name="T38" fmla="*/ 125 w 213"/>
                <a:gd name="T39" fmla="*/ 33 h 185"/>
                <a:gd name="T40" fmla="*/ 71 w 213"/>
                <a:gd name="T41" fmla="*/ 71 h 185"/>
                <a:gd name="T42" fmla="*/ 49 w 213"/>
                <a:gd name="T43" fmla="*/ 71 h 185"/>
                <a:gd name="T44" fmla="*/ 49 w 213"/>
                <a:gd name="T45" fmla="*/ 136 h 185"/>
                <a:gd name="T46" fmla="*/ 71 w 213"/>
                <a:gd name="T47" fmla="*/ 136 h 185"/>
                <a:gd name="T48" fmla="*/ 71 w 213"/>
                <a:gd name="T49" fmla="*/ 71 h 185"/>
                <a:gd name="T50" fmla="*/ 38 w 213"/>
                <a:gd name="T51" fmla="*/ 146 h 185"/>
                <a:gd name="T52" fmla="*/ 38 w 213"/>
                <a:gd name="T53" fmla="*/ 5 h 185"/>
                <a:gd name="T54" fmla="*/ 27 w 213"/>
                <a:gd name="T55" fmla="*/ 5 h 185"/>
                <a:gd name="T56" fmla="*/ 27 w 213"/>
                <a:gd name="T57" fmla="*/ 146 h 185"/>
                <a:gd name="T58" fmla="*/ 0 w 213"/>
                <a:gd name="T59" fmla="*/ 146 h 185"/>
                <a:gd name="T60" fmla="*/ 0 w 213"/>
                <a:gd name="T61" fmla="*/ 157 h 185"/>
                <a:gd name="T62" fmla="*/ 27 w 213"/>
                <a:gd name="T63" fmla="*/ 157 h 185"/>
                <a:gd name="T64" fmla="*/ 27 w 213"/>
                <a:gd name="T65" fmla="*/ 185 h 185"/>
                <a:gd name="T66" fmla="*/ 38 w 213"/>
                <a:gd name="T67" fmla="*/ 185 h 185"/>
                <a:gd name="T68" fmla="*/ 38 w 213"/>
                <a:gd name="T69" fmla="*/ 157 h 185"/>
                <a:gd name="T70" fmla="*/ 213 w 213"/>
                <a:gd name="T71" fmla="*/ 157 h 185"/>
                <a:gd name="T72" fmla="*/ 213 w 213"/>
                <a:gd name="T73" fmla="*/ 146 h 185"/>
                <a:gd name="T74" fmla="*/ 38 w 213"/>
                <a:gd name="T75" fmla="*/ 14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3" h="185">
                  <a:moveTo>
                    <a:pt x="180" y="0"/>
                  </a:moveTo>
                  <a:lnTo>
                    <a:pt x="158" y="0"/>
                  </a:lnTo>
                  <a:lnTo>
                    <a:pt x="158" y="136"/>
                  </a:lnTo>
                  <a:lnTo>
                    <a:pt x="180" y="136"/>
                  </a:lnTo>
                  <a:lnTo>
                    <a:pt x="180" y="0"/>
                  </a:lnTo>
                  <a:close/>
                  <a:moveTo>
                    <a:pt x="153" y="54"/>
                  </a:moveTo>
                  <a:lnTo>
                    <a:pt x="131" y="54"/>
                  </a:lnTo>
                  <a:lnTo>
                    <a:pt x="131" y="136"/>
                  </a:lnTo>
                  <a:lnTo>
                    <a:pt x="153" y="136"/>
                  </a:lnTo>
                  <a:lnTo>
                    <a:pt x="153" y="54"/>
                  </a:lnTo>
                  <a:close/>
                  <a:moveTo>
                    <a:pt x="98" y="87"/>
                  </a:moveTo>
                  <a:lnTo>
                    <a:pt x="76" y="87"/>
                  </a:lnTo>
                  <a:lnTo>
                    <a:pt x="76" y="136"/>
                  </a:lnTo>
                  <a:lnTo>
                    <a:pt x="98" y="136"/>
                  </a:lnTo>
                  <a:lnTo>
                    <a:pt x="98" y="87"/>
                  </a:lnTo>
                  <a:close/>
                  <a:moveTo>
                    <a:pt x="125" y="33"/>
                  </a:moveTo>
                  <a:lnTo>
                    <a:pt x="103" y="33"/>
                  </a:lnTo>
                  <a:lnTo>
                    <a:pt x="103" y="136"/>
                  </a:lnTo>
                  <a:lnTo>
                    <a:pt x="125" y="136"/>
                  </a:lnTo>
                  <a:lnTo>
                    <a:pt x="125" y="33"/>
                  </a:lnTo>
                  <a:close/>
                  <a:moveTo>
                    <a:pt x="71" y="71"/>
                  </a:moveTo>
                  <a:lnTo>
                    <a:pt x="49" y="71"/>
                  </a:lnTo>
                  <a:lnTo>
                    <a:pt x="49" y="136"/>
                  </a:lnTo>
                  <a:lnTo>
                    <a:pt x="71" y="136"/>
                  </a:lnTo>
                  <a:lnTo>
                    <a:pt x="71" y="71"/>
                  </a:lnTo>
                  <a:close/>
                  <a:moveTo>
                    <a:pt x="38" y="146"/>
                  </a:moveTo>
                  <a:lnTo>
                    <a:pt x="38" y="5"/>
                  </a:lnTo>
                  <a:lnTo>
                    <a:pt x="27" y="5"/>
                  </a:lnTo>
                  <a:lnTo>
                    <a:pt x="27" y="146"/>
                  </a:lnTo>
                  <a:lnTo>
                    <a:pt x="0" y="146"/>
                  </a:lnTo>
                  <a:lnTo>
                    <a:pt x="0" y="157"/>
                  </a:lnTo>
                  <a:lnTo>
                    <a:pt x="27" y="157"/>
                  </a:lnTo>
                  <a:lnTo>
                    <a:pt x="27" y="185"/>
                  </a:lnTo>
                  <a:lnTo>
                    <a:pt x="38" y="185"/>
                  </a:lnTo>
                  <a:lnTo>
                    <a:pt x="38" y="157"/>
                  </a:lnTo>
                  <a:lnTo>
                    <a:pt x="213" y="157"/>
                  </a:lnTo>
                  <a:lnTo>
                    <a:pt x="213" y="146"/>
                  </a:lnTo>
                  <a:lnTo>
                    <a:pt x="38" y="14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1" name="Freeform 73"/>
            <p:cNvSpPr>
              <a:spLocks noEditPoints="1"/>
            </p:cNvSpPr>
            <p:nvPr/>
          </p:nvSpPr>
          <p:spPr bwMode="auto">
            <a:xfrm>
              <a:off x="9682485" y="2367093"/>
              <a:ext cx="545659" cy="514918"/>
            </a:xfrm>
            <a:custGeom>
              <a:avLst/>
              <a:gdLst>
                <a:gd name="T0" fmla="*/ 136 w 161"/>
                <a:gd name="T1" fmla="*/ 115 h 152"/>
                <a:gd name="T2" fmla="*/ 132 w 161"/>
                <a:gd name="T3" fmla="*/ 107 h 152"/>
                <a:gd name="T4" fmla="*/ 136 w 161"/>
                <a:gd name="T5" fmla="*/ 90 h 152"/>
                <a:gd name="T6" fmla="*/ 132 w 161"/>
                <a:gd name="T7" fmla="*/ 99 h 152"/>
                <a:gd name="T8" fmla="*/ 136 w 161"/>
                <a:gd name="T9" fmla="*/ 90 h 152"/>
                <a:gd name="T10" fmla="*/ 99 w 161"/>
                <a:gd name="T11" fmla="*/ 115 h 152"/>
                <a:gd name="T12" fmla="*/ 95 w 161"/>
                <a:gd name="T13" fmla="*/ 107 h 152"/>
                <a:gd name="T14" fmla="*/ 136 w 161"/>
                <a:gd name="T15" fmla="*/ 74 h 152"/>
                <a:gd name="T16" fmla="*/ 132 w 161"/>
                <a:gd name="T17" fmla="*/ 82 h 152"/>
                <a:gd name="T18" fmla="*/ 136 w 161"/>
                <a:gd name="T19" fmla="*/ 74 h 152"/>
                <a:gd name="T20" fmla="*/ 95 w 161"/>
                <a:gd name="T21" fmla="*/ 82 h 152"/>
                <a:gd name="T22" fmla="*/ 99 w 161"/>
                <a:gd name="T23" fmla="*/ 78 h 152"/>
                <a:gd name="T24" fmla="*/ 97 w 161"/>
                <a:gd name="T25" fmla="*/ 66 h 152"/>
                <a:gd name="T26" fmla="*/ 95 w 161"/>
                <a:gd name="T27" fmla="*/ 78 h 152"/>
                <a:gd name="T28" fmla="*/ 132 w 161"/>
                <a:gd name="T29" fmla="*/ 41 h 152"/>
                <a:gd name="T30" fmla="*/ 136 w 161"/>
                <a:gd name="T31" fmla="*/ 49 h 152"/>
                <a:gd name="T32" fmla="*/ 136 w 161"/>
                <a:gd name="T33" fmla="*/ 57 h 152"/>
                <a:gd name="T34" fmla="*/ 132 w 161"/>
                <a:gd name="T35" fmla="*/ 66 h 152"/>
                <a:gd name="T36" fmla="*/ 136 w 161"/>
                <a:gd name="T37" fmla="*/ 57 h 152"/>
                <a:gd name="T38" fmla="*/ 153 w 161"/>
                <a:gd name="T39" fmla="*/ 18 h 152"/>
                <a:gd name="T40" fmla="*/ 116 w 161"/>
                <a:gd name="T41" fmla="*/ 18 h 152"/>
                <a:gd name="T42" fmla="*/ 99 w 161"/>
                <a:gd name="T43" fmla="*/ 90 h 152"/>
                <a:gd name="T44" fmla="*/ 95 w 161"/>
                <a:gd name="T45" fmla="*/ 99 h 152"/>
                <a:gd name="T46" fmla="*/ 99 w 161"/>
                <a:gd name="T47" fmla="*/ 90 h 152"/>
                <a:gd name="T48" fmla="*/ 58 w 161"/>
                <a:gd name="T49" fmla="*/ 90 h 152"/>
                <a:gd name="T50" fmla="*/ 62 w 161"/>
                <a:gd name="T51" fmla="*/ 99 h 152"/>
                <a:gd name="T52" fmla="*/ 58 w 161"/>
                <a:gd name="T53" fmla="*/ 115 h 152"/>
                <a:gd name="T54" fmla="*/ 62 w 161"/>
                <a:gd name="T55" fmla="*/ 107 h 152"/>
                <a:gd name="T56" fmla="*/ 58 w 161"/>
                <a:gd name="T57" fmla="*/ 115 h 152"/>
                <a:gd name="T58" fmla="*/ 29 w 161"/>
                <a:gd name="T59" fmla="*/ 16 h 152"/>
                <a:gd name="T60" fmla="*/ 21 w 161"/>
                <a:gd name="T61" fmla="*/ 123 h 152"/>
                <a:gd name="T62" fmla="*/ 0 w 161"/>
                <a:gd name="T63" fmla="*/ 131 h 152"/>
                <a:gd name="T64" fmla="*/ 21 w 161"/>
                <a:gd name="T65" fmla="*/ 152 h 152"/>
                <a:gd name="T66" fmla="*/ 29 w 161"/>
                <a:gd name="T67" fmla="*/ 131 h 152"/>
                <a:gd name="T68" fmla="*/ 161 w 161"/>
                <a:gd name="T69" fmla="*/ 123 h 152"/>
                <a:gd name="T70" fmla="*/ 62 w 161"/>
                <a:gd name="T71" fmla="*/ 74 h 152"/>
                <a:gd name="T72" fmla="*/ 58 w 161"/>
                <a:gd name="T73" fmla="*/ 82 h 152"/>
                <a:gd name="T74" fmla="*/ 62 w 161"/>
                <a:gd name="T75" fmla="*/ 74 h 152"/>
                <a:gd name="T76" fmla="*/ 58 w 161"/>
                <a:gd name="T77" fmla="*/ 66 h 152"/>
                <a:gd name="T78" fmla="*/ 62 w 161"/>
                <a:gd name="T79" fmla="*/ 65 h 152"/>
                <a:gd name="T80" fmla="*/ 60 w 161"/>
                <a:gd name="T81" fmla="*/ 37 h 152"/>
                <a:gd name="T82" fmla="*/ 58 w 161"/>
                <a:gd name="T83" fmla="*/ 6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61" h="152">
                  <a:moveTo>
                    <a:pt x="132" y="115"/>
                  </a:moveTo>
                  <a:cubicBezTo>
                    <a:pt x="136" y="115"/>
                    <a:pt x="136" y="115"/>
                    <a:pt x="136" y="115"/>
                  </a:cubicBezTo>
                  <a:cubicBezTo>
                    <a:pt x="136" y="107"/>
                    <a:pt x="136" y="107"/>
                    <a:pt x="136" y="107"/>
                  </a:cubicBezTo>
                  <a:cubicBezTo>
                    <a:pt x="132" y="107"/>
                    <a:pt x="132" y="107"/>
                    <a:pt x="132" y="107"/>
                  </a:cubicBezTo>
                  <a:lnTo>
                    <a:pt x="132" y="115"/>
                  </a:lnTo>
                  <a:close/>
                  <a:moveTo>
                    <a:pt x="136" y="90"/>
                  </a:moveTo>
                  <a:cubicBezTo>
                    <a:pt x="132" y="90"/>
                    <a:pt x="132" y="90"/>
                    <a:pt x="132" y="90"/>
                  </a:cubicBezTo>
                  <a:cubicBezTo>
                    <a:pt x="132" y="99"/>
                    <a:pt x="132" y="99"/>
                    <a:pt x="132" y="99"/>
                  </a:cubicBezTo>
                  <a:cubicBezTo>
                    <a:pt x="136" y="99"/>
                    <a:pt x="136" y="99"/>
                    <a:pt x="136" y="99"/>
                  </a:cubicBezTo>
                  <a:lnTo>
                    <a:pt x="136" y="90"/>
                  </a:lnTo>
                  <a:close/>
                  <a:moveTo>
                    <a:pt x="95" y="115"/>
                  </a:moveTo>
                  <a:cubicBezTo>
                    <a:pt x="99" y="115"/>
                    <a:pt x="99" y="115"/>
                    <a:pt x="99" y="115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95" y="107"/>
                    <a:pt x="95" y="107"/>
                    <a:pt x="95" y="107"/>
                  </a:cubicBezTo>
                  <a:lnTo>
                    <a:pt x="95" y="115"/>
                  </a:lnTo>
                  <a:close/>
                  <a:moveTo>
                    <a:pt x="136" y="74"/>
                  </a:moveTo>
                  <a:cubicBezTo>
                    <a:pt x="132" y="74"/>
                    <a:pt x="132" y="74"/>
                    <a:pt x="132" y="74"/>
                  </a:cubicBezTo>
                  <a:cubicBezTo>
                    <a:pt x="132" y="82"/>
                    <a:pt x="132" y="82"/>
                    <a:pt x="132" y="82"/>
                  </a:cubicBezTo>
                  <a:cubicBezTo>
                    <a:pt x="136" y="82"/>
                    <a:pt x="136" y="82"/>
                    <a:pt x="136" y="82"/>
                  </a:cubicBezTo>
                  <a:lnTo>
                    <a:pt x="136" y="74"/>
                  </a:lnTo>
                  <a:close/>
                  <a:moveTo>
                    <a:pt x="95" y="78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99" y="78"/>
                    <a:pt x="99" y="78"/>
                    <a:pt x="99" y="78"/>
                  </a:cubicBezTo>
                  <a:cubicBezTo>
                    <a:pt x="102" y="77"/>
                    <a:pt x="103" y="74"/>
                    <a:pt x="103" y="72"/>
                  </a:cubicBezTo>
                  <a:cubicBezTo>
                    <a:pt x="103" y="68"/>
                    <a:pt x="101" y="66"/>
                    <a:pt x="97" y="66"/>
                  </a:cubicBezTo>
                  <a:cubicBezTo>
                    <a:pt x="94" y="66"/>
                    <a:pt x="91" y="68"/>
                    <a:pt x="91" y="72"/>
                  </a:cubicBezTo>
                  <a:cubicBezTo>
                    <a:pt x="91" y="74"/>
                    <a:pt x="93" y="77"/>
                    <a:pt x="95" y="78"/>
                  </a:cubicBezTo>
                  <a:close/>
                  <a:moveTo>
                    <a:pt x="136" y="41"/>
                  </a:moveTo>
                  <a:cubicBezTo>
                    <a:pt x="132" y="41"/>
                    <a:pt x="132" y="41"/>
                    <a:pt x="132" y="41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36" y="49"/>
                    <a:pt x="136" y="49"/>
                    <a:pt x="136" y="49"/>
                  </a:cubicBezTo>
                  <a:lnTo>
                    <a:pt x="136" y="41"/>
                  </a:lnTo>
                  <a:close/>
                  <a:moveTo>
                    <a:pt x="136" y="57"/>
                  </a:moveTo>
                  <a:cubicBezTo>
                    <a:pt x="132" y="57"/>
                    <a:pt x="132" y="57"/>
                    <a:pt x="132" y="57"/>
                  </a:cubicBezTo>
                  <a:cubicBezTo>
                    <a:pt x="132" y="66"/>
                    <a:pt x="132" y="66"/>
                    <a:pt x="132" y="66"/>
                  </a:cubicBezTo>
                  <a:cubicBezTo>
                    <a:pt x="136" y="66"/>
                    <a:pt x="136" y="66"/>
                    <a:pt x="136" y="66"/>
                  </a:cubicBezTo>
                  <a:lnTo>
                    <a:pt x="136" y="57"/>
                  </a:lnTo>
                  <a:close/>
                  <a:moveTo>
                    <a:pt x="134" y="37"/>
                  </a:moveTo>
                  <a:cubicBezTo>
                    <a:pt x="144" y="37"/>
                    <a:pt x="153" y="29"/>
                    <a:pt x="153" y="18"/>
                  </a:cubicBezTo>
                  <a:cubicBezTo>
                    <a:pt x="153" y="8"/>
                    <a:pt x="144" y="0"/>
                    <a:pt x="134" y="0"/>
                  </a:cubicBezTo>
                  <a:cubicBezTo>
                    <a:pt x="124" y="0"/>
                    <a:pt x="116" y="8"/>
                    <a:pt x="116" y="18"/>
                  </a:cubicBezTo>
                  <a:cubicBezTo>
                    <a:pt x="116" y="29"/>
                    <a:pt x="124" y="37"/>
                    <a:pt x="134" y="37"/>
                  </a:cubicBezTo>
                  <a:close/>
                  <a:moveTo>
                    <a:pt x="99" y="90"/>
                  </a:moveTo>
                  <a:cubicBezTo>
                    <a:pt x="95" y="90"/>
                    <a:pt x="95" y="90"/>
                    <a:pt x="95" y="90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99" y="99"/>
                    <a:pt x="99" y="99"/>
                    <a:pt x="99" y="99"/>
                  </a:cubicBezTo>
                  <a:lnTo>
                    <a:pt x="99" y="90"/>
                  </a:lnTo>
                  <a:close/>
                  <a:moveTo>
                    <a:pt x="62" y="90"/>
                  </a:moveTo>
                  <a:cubicBezTo>
                    <a:pt x="58" y="90"/>
                    <a:pt x="58" y="90"/>
                    <a:pt x="58" y="90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2" y="99"/>
                    <a:pt x="62" y="99"/>
                    <a:pt x="62" y="99"/>
                  </a:cubicBezTo>
                  <a:lnTo>
                    <a:pt x="62" y="90"/>
                  </a:lnTo>
                  <a:close/>
                  <a:moveTo>
                    <a:pt x="58" y="115"/>
                  </a:moveTo>
                  <a:cubicBezTo>
                    <a:pt x="62" y="115"/>
                    <a:pt x="62" y="115"/>
                    <a:pt x="62" y="115"/>
                  </a:cubicBezTo>
                  <a:cubicBezTo>
                    <a:pt x="62" y="107"/>
                    <a:pt x="62" y="107"/>
                    <a:pt x="62" y="107"/>
                  </a:cubicBezTo>
                  <a:cubicBezTo>
                    <a:pt x="58" y="107"/>
                    <a:pt x="58" y="107"/>
                    <a:pt x="58" y="107"/>
                  </a:cubicBezTo>
                  <a:lnTo>
                    <a:pt x="58" y="115"/>
                  </a:lnTo>
                  <a:close/>
                  <a:moveTo>
                    <a:pt x="29" y="123"/>
                  </a:moveTo>
                  <a:cubicBezTo>
                    <a:pt x="29" y="16"/>
                    <a:pt x="29" y="16"/>
                    <a:pt x="29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23"/>
                    <a:pt x="21" y="123"/>
                    <a:pt x="21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21" y="131"/>
                    <a:pt x="21" y="131"/>
                    <a:pt x="21" y="131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29" y="131"/>
                    <a:pt x="29" y="131"/>
                    <a:pt x="29" y="131"/>
                  </a:cubicBezTo>
                  <a:cubicBezTo>
                    <a:pt x="161" y="131"/>
                    <a:pt x="161" y="131"/>
                    <a:pt x="161" y="131"/>
                  </a:cubicBezTo>
                  <a:cubicBezTo>
                    <a:pt x="161" y="123"/>
                    <a:pt x="161" y="123"/>
                    <a:pt x="161" y="123"/>
                  </a:cubicBezTo>
                  <a:lnTo>
                    <a:pt x="29" y="123"/>
                  </a:lnTo>
                  <a:close/>
                  <a:moveTo>
                    <a:pt x="62" y="74"/>
                  </a:moveTo>
                  <a:cubicBezTo>
                    <a:pt x="58" y="74"/>
                    <a:pt x="58" y="74"/>
                    <a:pt x="58" y="74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62" y="82"/>
                    <a:pt x="62" y="82"/>
                    <a:pt x="62" y="82"/>
                  </a:cubicBezTo>
                  <a:lnTo>
                    <a:pt x="62" y="74"/>
                  </a:lnTo>
                  <a:close/>
                  <a:moveTo>
                    <a:pt x="58" y="65"/>
                  </a:moveTo>
                  <a:cubicBezTo>
                    <a:pt x="58" y="66"/>
                    <a:pt x="58" y="66"/>
                    <a:pt x="58" y="66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62" y="65"/>
                    <a:pt x="62" y="65"/>
                    <a:pt x="62" y="65"/>
                  </a:cubicBezTo>
                  <a:cubicBezTo>
                    <a:pt x="69" y="64"/>
                    <a:pt x="75" y="58"/>
                    <a:pt x="75" y="51"/>
                  </a:cubicBezTo>
                  <a:cubicBezTo>
                    <a:pt x="75" y="43"/>
                    <a:pt x="68" y="37"/>
                    <a:pt x="60" y="37"/>
                  </a:cubicBezTo>
                  <a:cubicBezTo>
                    <a:pt x="52" y="37"/>
                    <a:pt x="46" y="43"/>
                    <a:pt x="46" y="51"/>
                  </a:cubicBezTo>
                  <a:cubicBezTo>
                    <a:pt x="46" y="58"/>
                    <a:pt x="51" y="64"/>
                    <a:pt x="58" y="6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2" name="Freeform 74"/>
            <p:cNvSpPr>
              <a:spLocks noEditPoints="1"/>
            </p:cNvSpPr>
            <p:nvPr/>
          </p:nvSpPr>
          <p:spPr bwMode="auto">
            <a:xfrm>
              <a:off x="10827597" y="2367093"/>
              <a:ext cx="566153" cy="502108"/>
            </a:xfrm>
            <a:custGeom>
              <a:avLst/>
              <a:gdLst>
                <a:gd name="T0" fmla="*/ 127 w 167"/>
                <a:gd name="T1" fmla="*/ 22 h 148"/>
                <a:gd name="T2" fmla="*/ 74 w 167"/>
                <a:gd name="T3" fmla="*/ 0 h 148"/>
                <a:gd name="T4" fmla="*/ 0 w 167"/>
                <a:gd name="T5" fmla="*/ 74 h 148"/>
                <a:gd name="T6" fmla="*/ 74 w 167"/>
                <a:gd name="T7" fmla="*/ 148 h 148"/>
                <a:gd name="T8" fmla="*/ 143 w 167"/>
                <a:gd name="T9" fmla="*/ 99 h 148"/>
                <a:gd name="T10" fmla="*/ 70 w 167"/>
                <a:gd name="T11" fmla="*/ 79 h 148"/>
                <a:gd name="T12" fmla="*/ 127 w 167"/>
                <a:gd name="T13" fmla="*/ 22 h 148"/>
                <a:gd name="T14" fmla="*/ 147 w 167"/>
                <a:gd name="T15" fmla="*/ 19 h 148"/>
                <a:gd name="T16" fmla="*/ 93 w 167"/>
                <a:gd name="T17" fmla="*/ 73 h 148"/>
                <a:gd name="T18" fmla="*/ 164 w 167"/>
                <a:gd name="T19" fmla="*/ 92 h 148"/>
                <a:gd name="T20" fmla="*/ 167 w 167"/>
                <a:gd name="T21" fmla="*/ 69 h 148"/>
                <a:gd name="T22" fmla="*/ 147 w 167"/>
                <a:gd name="T23" fmla="*/ 19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7" h="148">
                  <a:moveTo>
                    <a:pt x="127" y="22"/>
                  </a:moveTo>
                  <a:cubicBezTo>
                    <a:pt x="113" y="8"/>
                    <a:pt x="95" y="0"/>
                    <a:pt x="74" y="0"/>
                  </a:cubicBez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8"/>
                    <a:pt x="74" y="148"/>
                  </a:cubicBezTo>
                  <a:cubicBezTo>
                    <a:pt x="106" y="148"/>
                    <a:pt x="133" y="127"/>
                    <a:pt x="143" y="99"/>
                  </a:cubicBezTo>
                  <a:cubicBezTo>
                    <a:pt x="70" y="79"/>
                    <a:pt x="70" y="79"/>
                    <a:pt x="70" y="79"/>
                  </a:cubicBezTo>
                  <a:lnTo>
                    <a:pt x="127" y="22"/>
                  </a:lnTo>
                  <a:close/>
                  <a:moveTo>
                    <a:pt x="147" y="19"/>
                  </a:moveTo>
                  <a:cubicBezTo>
                    <a:pt x="93" y="73"/>
                    <a:pt x="93" y="73"/>
                    <a:pt x="93" y="73"/>
                  </a:cubicBezTo>
                  <a:cubicBezTo>
                    <a:pt x="164" y="92"/>
                    <a:pt x="164" y="92"/>
                    <a:pt x="164" y="92"/>
                  </a:cubicBezTo>
                  <a:cubicBezTo>
                    <a:pt x="166" y="85"/>
                    <a:pt x="167" y="77"/>
                    <a:pt x="167" y="69"/>
                  </a:cubicBezTo>
                  <a:cubicBezTo>
                    <a:pt x="167" y="50"/>
                    <a:pt x="160" y="32"/>
                    <a:pt x="147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" name="Freeform 75"/>
            <p:cNvSpPr>
              <a:spLocks noEditPoints="1"/>
            </p:cNvSpPr>
            <p:nvPr/>
          </p:nvSpPr>
          <p:spPr bwMode="auto">
            <a:xfrm>
              <a:off x="852046" y="3478903"/>
              <a:ext cx="420131" cy="517479"/>
            </a:xfrm>
            <a:custGeom>
              <a:avLst/>
              <a:gdLst>
                <a:gd name="T0" fmla="*/ 96 w 124"/>
                <a:gd name="T1" fmla="*/ 4 h 153"/>
                <a:gd name="T2" fmla="*/ 83 w 124"/>
                <a:gd name="T3" fmla="*/ 10 h 153"/>
                <a:gd name="T4" fmla="*/ 77 w 124"/>
                <a:gd name="T5" fmla="*/ 20 h 153"/>
                <a:gd name="T6" fmla="*/ 97 w 124"/>
                <a:gd name="T7" fmla="*/ 94 h 153"/>
                <a:gd name="T8" fmla="*/ 23 w 124"/>
                <a:gd name="T9" fmla="*/ 113 h 153"/>
                <a:gd name="T10" fmla="*/ 17 w 124"/>
                <a:gd name="T11" fmla="*/ 124 h 153"/>
                <a:gd name="T12" fmla="*/ 19 w 124"/>
                <a:gd name="T13" fmla="*/ 138 h 153"/>
                <a:gd name="T14" fmla="*/ 42 w 124"/>
                <a:gd name="T15" fmla="*/ 132 h 153"/>
                <a:gd name="T16" fmla="*/ 17 w 124"/>
                <a:gd name="T17" fmla="*/ 145 h 153"/>
                <a:gd name="T18" fmla="*/ 17 w 124"/>
                <a:gd name="T19" fmla="*/ 153 h 153"/>
                <a:gd name="T20" fmla="*/ 87 w 124"/>
                <a:gd name="T21" fmla="*/ 149 h 153"/>
                <a:gd name="T22" fmla="*/ 59 w 124"/>
                <a:gd name="T23" fmla="*/ 145 h 153"/>
                <a:gd name="T24" fmla="*/ 107 w 124"/>
                <a:gd name="T25" fmla="*/ 100 h 153"/>
                <a:gd name="T26" fmla="*/ 25 w 124"/>
                <a:gd name="T27" fmla="*/ 104 h 153"/>
                <a:gd name="T28" fmla="*/ 28 w 124"/>
                <a:gd name="T29" fmla="*/ 106 h 153"/>
                <a:gd name="T30" fmla="*/ 31 w 124"/>
                <a:gd name="T31" fmla="*/ 107 h 153"/>
                <a:gd name="T32" fmla="*/ 88 w 124"/>
                <a:gd name="T33" fmla="*/ 92 h 153"/>
                <a:gd name="T34" fmla="*/ 91 w 124"/>
                <a:gd name="T35" fmla="*/ 86 h 153"/>
                <a:gd name="T36" fmla="*/ 76 w 124"/>
                <a:gd name="T37" fmla="*/ 29 h 153"/>
                <a:gd name="T38" fmla="*/ 70 w 124"/>
                <a:gd name="T39" fmla="*/ 26 h 153"/>
                <a:gd name="T40" fmla="*/ 13 w 124"/>
                <a:gd name="T41" fmla="*/ 41 h 153"/>
                <a:gd name="T42" fmla="*/ 10 w 124"/>
                <a:gd name="T43" fmla="*/ 47 h 153"/>
                <a:gd name="T44" fmla="*/ 17 w 124"/>
                <a:gd name="T45" fmla="*/ 85 h 153"/>
                <a:gd name="T46" fmla="*/ 18 w 124"/>
                <a:gd name="T47" fmla="*/ 76 h 153"/>
                <a:gd name="T48" fmla="*/ 28 w 124"/>
                <a:gd name="T49" fmla="*/ 98 h 153"/>
                <a:gd name="T50" fmla="*/ 25 w 124"/>
                <a:gd name="T51" fmla="*/ 78 h 153"/>
                <a:gd name="T52" fmla="*/ 28 w 124"/>
                <a:gd name="T53" fmla="*/ 98 h 153"/>
                <a:gd name="T54" fmla="*/ 58 w 124"/>
                <a:gd name="T55" fmla="*/ 89 h 153"/>
                <a:gd name="T56" fmla="*/ 52 w 124"/>
                <a:gd name="T57" fmla="*/ 72 h 153"/>
                <a:gd name="T58" fmla="*/ 55 w 124"/>
                <a:gd name="T59" fmla="*/ 66 h 153"/>
                <a:gd name="T60" fmla="*/ 74 w 124"/>
                <a:gd name="T61" fmla="*/ 62 h 153"/>
                <a:gd name="T62" fmla="*/ 55 w 124"/>
                <a:gd name="T63" fmla="*/ 66 h 153"/>
                <a:gd name="T64" fmla="*/ 35 w 124"/>
                <a:gd name="T65" fmla="*/ 54 h 153"/>
                <a:gd name="T66" fmla="*/ 55 w 124"/>
                <a:gd name="T67" fmla="*/ 53 h 153"/>
                <a:gd name="T68" fmla="*/ 46 w 124"/>
                <a:gd name="T69" fmla="*/ 68 h 153"/>
                <a:gd name="T70" fmla="*/ 27 w 124"/>
                <a:gd name="T71" fmla="*/ 71 h 153"/>
                <a:gd name="T72" fmla="*/ 46 w 124"/>
                <a:gd name="T73" fmla="*/ 68 h 153"/>
                <a:gd name="T74" fmla="*/ 34 w 124"/>
                <a:gd name="T75" fmla="*/ 101 h 153"/>
                <a:gd name="T76" fmla="*/ 53 w 124"/>
                <a:gd name="T77" fmla="*/ 94 h 153"/>
                <a:gd name="T78" fmla="*/ 52 w 124"/>
                <a:gd name="T79" fmla="*/ 105 h 153"/>
                <a:gd name="T80" fmla="*/ 62 w 124"/>
                <a:gd name="T81" fmla="*/ 103 h 153"/>
                <a:gd name="T82" fmla="*/ 68 w 124"/>
                <a:gd name="T83" fmla="*/ 100 h 153"/>
                <a:gd name="T84" fmla="*/ 73 w 124"/>
                <a:gd name="T85" fmla="*/ 84 h 153"/>
                <a:gd name="T86" fmla="*/ 68 w 124"/>
                <a:gd name="T87" fmla="*/ 100 h 153"/>
                <a:gd name="T88" fmla="*/ 88 w 124"/>
                <a:gd name="T89" fmla="*/ 59 h 153"/>
                <a:gd name="T90" fmla="*/ 84 w 124"/>
                <a:gd name="T91" fmla="*/ 49 h 153"/>
                <a:gd name="T92" fmla="*/ 85 w 124"/>
                <a:gd name="T93" fmla="*/ 83 h 153"/>
                <a:gd name="T94" fmla="*/ 81 w 124"/>
                <a:gd name="T95" fmla="*/ 64 h 153"/>
                <a:gd name="T96" fmla="*/ 72 w 124"/>
                <a:gd name="T97" fmla="*/ 36 h 153"/>
                <a:gd name="T98" fmla="*/ 76 w 124"/>
                <a:gd name="T99" fmla="*/ 56 h 153"/>
                <a:gd name="T100" fmla="*/ 72 w 124"/>
                <a:gd name="T101" fmla="*/ 36 h 153"/>
                <a:gd name="T102" fmla="*/ 66 w 124"/>
                <a:gd name="T103" fmla="*/ 32 h 153"/>
                <a:gd name="T104" fmla="*/ 47 w 124"/>
                <a:gd name="T105" fmla="*/ 39 h 153"/>
                <a:gd name="T106" fmla="*/ 49 w 124"/>
                <a:gd name="T107" fmla="*/ 29 h 153"/>
                <a:gd name="T108" fmla="*/ 39 w 124"/>
                <a:gd name="T109" fmla="*/ 31 h 153"/>
                <a:gd name="T110" fmla="*/ 33 w 124"/>
                <a:gd name="T111" fmla="*/ 33 h 153"/>
                <a:gd name="T112" fmla="*/ 28 w 124"/>
                <a:gd name="T113" fmla="*/ 50 h 153"/>
                <a:gd name="T114" fmla="*/ 33 w 124"/>
                <a:gd name="T115" fmla="*/ 33 h 153"/>
                <a:gd name="T116" fmla="*/ 25 w 124"/>
                <a:gd name="T117" fmla="*/ 56 h 153"/>
                <a:gd name="T118" fmla="*/ 12 w 124"/>
                <a:gd name="T119" fmla="*/ 6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4" h="153">
                  <a:moveTo>
                    <a:pt x="90" y="14"/>
                  </a:moveTo>
                  <a:cubicBezTo>
                    <a:pt x="96" y="4"/>
                    <a:pt x="96" y="4"/>
                    <a:pt x="96" y="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103" y="35"/>
                    <a:pt x="111" y="68"/>
                    <a:pt x="97" y="94"/>
                  </a:cubicBezTo>
                  <a:cubicBezTo>
                    <a:pt x="82" y="119"/>
                    <a:pt x="49" y="128"/>
                    <a:pt x="24" y="113"/>
                  </a:cubicBezTo>
                  <a:cubicBezTo>
                    <a:pt x="24" y="113"/>
                    <a:pt x="24" y="113"/>
                    <a:pt x="23" y="113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25" y="127"/>
                    <a:pt x="25" y="127"/>
                    <a:pt x="25" y="127"/>
                  </a:cubicBezTo>
                  <a:cubicBezTo>
                    <a:pt x="30" y="130"/>
                    <a:pt x="36" y="131"/>
                    <a:pt x="42" y="132"/>
                  </a:cubicBezTo>
                  <a:cubicBezTo>
                    <a:pt x="42" y="145"/>
                    <a:pt x="42" y="145"/>
                    <a:pt x="42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5" y="145"/>
                    <a:pt x="13" y="147"/>
                    <a:pt x="13" y="149"/>
                  </a:cubicBezTo>
                  <a:cubicBezTo>
                    <a:pt x="13" y="151"/>
                    <a:pt x="15" y="153"/>
                    <a:pt x="17" y="153"/>
                  </a:cubicBezTo>
                  <a:cubicBezTo>
                    <a:pt x="83" y="153"/>
                    <a:pt x="83" y="153"/>
                    <a:pt x="83" y="153"/>
                  </a:cubicBezTo>
                  <a:cubicBezTo>
                    <a:pt x="86" y="153"/>
                    <a:pt x="87" y="151"/>
                    <a:pt x="87" y="149"/>
                  </a:cubicBezTo>
                  <a:cubicBezTo>
                    <a:pt x="87" y="147"/>
                    <a:pt x="86" y="145"/>
                    <a:pt x="83" y="145"/>
                  </a:cubicBezTo>
                  <a:cubicBezTo>
                    <a:pt x="59" y="145"/>
                    <a:pt x="59" y="145"/>
                    <a:pt x="59" y="145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78" y="130"/>
                    <a:pt x="97" y="118"/>
                    <a:pt x="107" y="100"/>
                  </a:cubicBezTo>
                  <a:cubicBezTo>
                    <a:pt x="124" y="71"/>
                    <a:pt x="116" y="34"/>
                    <a:pt x="90" y="14"/>
                  </a:cubicBezTo>
                  <a:close/>
                  <a:moveTo>
                    <a:pt x="25" y="104"/>
                  </a:moveTo>
                  <a:cubicBezTo>
                    <a:pt x="25" y="104"/>
                    <a:pt x="25" y="104"/>
                    <a:pt x="25" y="104"/>
                  </a:cubicBezTo>
                  <a:cubicBezTo>
                    <a:pt x="28" y="106"/>
                    <a:pt x="28" y="106"/>
                    <a:pt x="28" y="106"/>
                  </a:cubicBezTo>
                  <a:cubicBezTo>
                    <a:pt x="31" y="108"/>
                    <a:pt x="31" y="108"/>
                    <a:pt x="31" y="108"/>
                  </a:cubicBezTo>
                  <a:cubicBezTo>
                    <a:pt x="31" y="107"/>
                    <a:pt x="31" y="107"/>
                    <a:pt x="31" y="107"/>
                  </a:cubicBezTo>
                  <a:cubicBezTo>
                    <a:pt x="51" y="117"/>
                    <a:pt x="75" y="111"/>
                    <a:pt x="88" y="92"/>
                  </a:cubicBezTo>
                  <a:cubicBezTo>
                    <a:pt x="88" y="92"/>
                    <a:pt x="88" y="92"/>
                    <a:pt x="88" y="92"/>
                  </a:cubicBezTo>
                  <a:cubicBezTo>
                    <a:pt x="91" y="86"/>
                    <a:pt x="91" y="86"/>
                    <a:pt x="91" y="86"/>
                  </a:cubicBezTo>
                  <a:cubicBezTo>
                    <a:pt x="91" y="86"/>
                    <a:pt x="91" y="86"/>
                    <a:pt x="91" y="86"/>
                  </a:cubicBezTo>
                  <a:cubicBezTo>
                    <a:pt x="101" y="66"/>
                    <a:pt x="94" y="42"/>
                    <a:pt x="76" y="30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50" y="17"/>
                    <a:pt x="26" y="23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0" y="67"/>
                    <a:pt x="7" y="91"/>
                    <a:pt x="25" y="104"/>
                  </a:cubicBezTo>
                  <a:close/>
                  <a:moveTo>
                    <a:pt x="17" y="85"/>
                  </a:moveTo>
                  <a:cubicBezTo>
                    <a:pt x="15" y="82"/>
                    <a:pt x="14" y="78"/>
                    <a:pt x="13" y="75"/>
                  </a:cubicBezTo>
                  <a:cubicBezTo>
                    <a:pt x="15" y="75"/>
                    <a:pt x="17" y="76"/>
                    <a:pt x="18" y="76"/>
                  </a:cubicBezTo>
                  <a:cubicBezTo>
                    <a:pt x="18" y="79"/>
                    <a:pt x="17" y="82"/>
                    <a:pt x="17" y="85"/>
                  </a:cubicBezTo>
                  <a:close/>
                  <a:moveTo>
                    <a:pt x="28" y="98"/>
                  </a:moveTo>
                  <a:cubicBezTo>
                    <a:pt x="27" y="96"/>
                    <a:pt x="25" y="95"/>
                    <a:pt x="23" y="94"/>
                  </a:cubicBezTo>
                  <a:cubicBezTo>
                    <a:pt x="23" y="88"/>
                    <a:pt x="24" y="83"/>
                    <a:pt x="25" y="78"/>
                  </a:cubicBezTo>
                  <a:cubicBezTo>
                    <a:pt x="29" y="79"/>
                    <a:pt x="33" y="81"/>
                    <a:pt x="37" y="83"/>
                  </a:cubicBezTo>
                  <a:lnTo>
                    <a:pt x="28" y="98"/>
                  </a:lnTo>
                  <a:close/>
                  <a:moveTo>
                    <a:pt x="66" y="80"/>
                  </a:moveTo>
                  <a:cubicBezTo>
                    <a:pt x="64" y="83"/>
                    <a:pt x="61" y="86"/>
                    <a:pt x="58" y="89"/>
                  </a:cubicBezTo>
                  <a:cubicBezTo>
                    <a:pt x="54" y="86"/>
                    <a:pt x="50" y="83"/>
                    <a:pt x="46" y="81"/>
                  </a:cubicBezTo>
                  <a:cubicBezTo>
                    <a:pt x="52" y="72"/>
                    <a:pt x="52" y="72"/>
                    <a:pt x="52" y="72"/>
                  </a:cubicBezTo>
                  <a:lnTo>
                    <a:pt x="66" y="80"/>
                  </a:lnTo>
                  <a:close/>
                  <a:moveTo>
                    <a:pt x="55" y="66"/>
                  </a:moveTo>
                  <a:cubicBezTo>
                    <a:pt x="61" y="56"/>
                    <a:pt x="61" y="56"/>
                    <a:pt x="61" y="56"/>
                  </a:cubicBezTo>
                  <a:cubicBezTo>
                    <a:pt x="65" y="58"/>
                    <a:pt x="70" y="60"/>
                    <a:pt x="74" y="62"/>
                  </a:cubicBezTo>
                  <a:cubicBezTo>
                    <a:pt x="73" y="66"/>
                    <a:pt x="71" y="70"/>
                    <a:pt x="69" y="74"/>
                  </a:cubicBezTo>
                  <a:lnTo>
                    <a:pt x="55" y="66"/>
                  </a:lnTo>
                  <a:close/>
                  <a:moveTo>
                    <a:pt x="49" y="62"/>
                  </a:moveTo>
                  <a:cubicBezTo>
                    <a:pt x="35" y="54"/>
                    <a:pt x="35" y="54"/>
                    <a:pt x="35" y="54"/>
                  </a:cubicBezTo>
                  <a:cubicBezTo>
                    <a:pt x="37" y="50"/>
                    <a:pt x="40" y="47"/>
                    <a:pt x="43" y="44"/>
                  </a:cubicBezTo>
                  <a:cubicBezTo>
                    <a:pt x="46" y="47"/>
                    <a:pt x="50" y="50"/>
                    <a:pt x="55" y="53"/>
                  </a:cubicBezTo>
                  <a:lnTo>
                    <a:pt x="49" y="62"/>
                  </a:lnTo>
                  <a:close/>
                  <a:moveTo>
                    <a:pt x="46" y="68"/>
                  </a:moveTo>
                  <a:cubicBezTo>
                    <a:pt x="40" y="77"/>
                    <a:pt x="40" y="77"/>
                    <a:pt x="40" y="77"/>
                  </a:cubicBezTo>
                  <a:cubicBezTo>
                    <a:pt x="36" y="75"/>
                    <a:pt x="32" y="73"/>
                    <a:pt x="27" y="71"/>
                  </a:cubicBezTo>
                  <a:cubicBezTo>
                    <a:pt x="28" y="67"/>
                    <a:pt x="29" y="63"/>
                    <a:pt x="31" y="60"/>
                  </a:cubicBezTo>
                  <a:lnTo>
                    <a:pt x="46" y="68"/>
                  </a:lnTo>
                  <a:close/>
                  <a:moveTo>
                    <a:pt x="41" y="104"/>
                  </a:moveTo>
                  <a:cubicBezTo>
                    <a:pt x="38" y="103"/>
                    <a:pt x="36" y="102"/>
                    <a:pt x="34" y="101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7" y="89"/>
                    <a:pt x="50" y="91"/>
                    <a:pt x="53" y="94"/>
                  </a:cubicBezTo>
                  <a:cubicBezTo>
                    <a:pt x="50" y="98"/>
                    <a:pt x="45" y="101"/>
                    <a:pt x="41" y="104"/>
                  </a:cubicBezTo>
                  <a:close/>
                  <a:moveTo>
                    <a:pt x="52" y="105"/>
                  </a:moveTo>
                  <a:cubicBezTo>
                    <a:pt x="54" y="103"/>
                    <a:pt x="56" y="101"/>
                    <a:pt x="58" y="99"/>
                  </a:cubicBezTo>
                  <a:cubicBezTo>
                    <a:pt x="60" y="100"/>
                    <a:pt x="61" y="102"/>
                    <a:pt x="62" y="103"/>
                  </a:cubicBezTo>
                  <a:cubicBezTo>
                    <a:pt x="59" y="104"/>
                    <a:pt x="55" y="105"/>
                    <a:pt x="52" y="105"/>
                  </a:cubicBezTo>
                  <a:close/>
                  <a:moveTo>
                    <a:pt x="68" y="100"/>
                  </a:moveTo>
                  <a:cubicBezTo>
                    <a:pt x="67" y="98"/>
                    <a:pt x="65" y="97"/>
                    <a:pt x="63" y="95"/>
                  </a:cubicBezTo>
                  <a:cubicBezTo>
                    <a:pt x="67" y="91"/>
                    <a:pt x="70" y="88"/>
                    <a:pt x="73" y="84"/>
                  </a:cubicBezTo>
                  <a:cubicBezTo>
                    <a:pt x="82" y="89"/>
                    <a:pt x="82" y="89"/>
                    <a:pt x="82" y="89"/>
                  </a:cubicBezTo>
                  <a:cubicBezTo>
                    <a:pt x="78" y="94"/>
                    <a:pt x="73" y="98"/>
                    <a:pt x="68" y="100"/>
                  </a:cubicBezTo>
                  <a:close/>
                  <a:moveTo>
                    <a:pt x="84" y="49"/>
                  </a:moveTo>
                  <a:cubicBezTo>
                    <a:pt x="86" y="52"/>
                    <a:pt x="87" y="55"/>
                    <a:pt x="88" y="59"/>
                  </a:cubicBezTo>
                  <a:cubicBezTo>
                    <a:pt x="86" y="59"/>
                    <a:pt x="84" y="58"/>
                    <a:pt x="83" y="57"/>
                  </a:cubicBezTo>
                  <a:cubicBezTo>
                    <a:pt x="83" y="55"/>
                    <a:pt x="84" y="52"/>
                    <a:pt x="84" y="49"/>
                  </a:cubicBezTo>
                  <a:close/>
                  <a:moveTo>
                    <a:pt x="88" y="66"/>
                  </a:moveTo>
                  <a:cubicBezTo>
                    <a:pt x="89" y="71"/>
                    <a:pt x="88" y="77"/>
                    <a:pt x="85" y="83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78" y="73"/>
                    <a:pt x="80" y="69"/>
                    <a:pt x="81" y="64"/>
                  </a:cubicBezTo>
                  <a:cubicBezTo>
                    <a:pt x="84" y="64"/>
                    <a:pt x="86" y="65"/>
                    <a:pt x="88" y="66"/>
                  </a:cubicBezTo>
                  <a:close/>
                  <a:moveTo>
                    <a:pt x="72" y="36"/>
                  </a:moveTo>
                  <a:cubicBezTo>
                    <a:pt x="74" y="37"/>
                    <a:pt x="76" y="38"/>
                    <a:pt x="77" y="40"/>
                  </a:cubicBezTo>
                  <a:cubicBezTo>
                    <a:pt x="77" y="45"/>
                    <a:pt x="77" y="51"/>
                    <a:pt x="76" y="56"/>
                  </a:cubicBezTo>
                  <a:cubicBezTo>
                    <a:pt x="72" y="54"/>
                    <a:pt x="68" y="52"/>
                    <a:pt x="64" y="50"/>
                  </a:cubicBezTo>
                  <a:lnTo>
                    <a:pt x="72" y="36"/>
                  </a:lnTo>
                  <a:close/>
                  <a:moveTo>
                    <a:pt x="60" y="30"/>
                  </a:moveTo>
                  <a:cubicBezTo>
                    <a:pt x="62" y="31"/>
                    <a:pt x="64" y="31"/>
                    <a:pt x="66" y="32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4" y="44"/>
                    <a:pt x="51" y="42"/>
                    <a:pt x="47" y="39"/>
                  </a:cubicBezTo>
                  <a:cubicBezTo>
                    <a:pt x="51" y="36"/>
                    <a:pt x="56" y="33"/>
                    <a:pt x="60" y="30"/>
                  </a:cubicBezTo>
                  <a:close/>
                  <a:moveTo>
                    <a:pt x="49" y="29"/>
                  </a:moveTo>
                  <a:cubicBezTo>
                    <a:pt x="47" y="30"/>
                    <a:pt x="44" y="32"/>
                    <a:pt x="42" y="34"/>
                  </a:cubicBezTo>
                  <a:cubicBezTo>
                    <a:pt x="41" y="33"/>
                    <a:pt x="40" y="32"/>
                    <a:pt x="39" y="31"/>
                  </a:cubicBezTo>
                  <a:cubicBezTo>
                    <a:pt x="42" y="30"/>
                    <a:pt x="46" y="29"/>
                    <a:pt x="49" y="29"/>
                  </a:cubicBezTo>
                  <a:close/>
                  <a:moveTo>
                    <a:pt x="33" y="33"/>
                  </a:moveTo>
                  <a:cubicBezTo>
                    <a:pt x="34" y="35"/>
                    <a:pt x="36" y="37"/>
                    <a:pt x="38" y="38"/>
                  </a:cubicBezTo>
                  <a:cubicBezTo>
                    <a:pt x="34" y="42"/>
                    <a:pt x="31" y="46"/>
                    <a:pt x="28" y="50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3" y="40"/>
                    <a:pt x="27" y="36"/>
                    <a:pt x="33" y="33"/>
                  </a:cubicBezTo>
                  <a:close/>
                  <a:moveTo>
                    <a:pt x="16" y="51"/>
                  </a:moveTo>
                  <a:cubicBezTo>
                    <a:pt x="25" y="56"/>
                    <a:pt x="25" y="56"/>
                    <a:pt x="25" y="56"/>
                  </a:cubicBezTo>
                  <a:cubicBezTo>
                    <a:pt x="23" y="60"/>
                    <a:pt x="21" y="65"/>
                    <a:pt x="20" y="70"/>
                  </a:cubicBezTo>
                  <a:cubicBezTo>
                    <a:pt x="17" y="69"/>
                    <a:pt x="15" y="68"/>
                    <a:pt x="12" y="68"/>
                  </a:cubicBezTo>
                  <a:cubicBezTo>
                    <a:pt x="12" y="62"/>
                    <a:pt x="13" y="56"/>
                    <a:pt x="16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" name="Freeform 76"/>
            <p:cNvSpPr>
              <a:spLocks noEditPoints="1"/>
            </p:cNvSpPr>
            <p:nvPr/>
          </p:nvSpPr>
          <p:spPr bwMode="auto">
            <a:xfrm>
              <a:off x="1943363" y="3530138"/>
              <a:ext cx="417570" cy="420131"/>
            </a:xfrm>
            <a:custGeom>
              <a:avLst/>
              <a:gdLst>
                <a:gd name="T0" fmla="*/ 29 w 163"/>
                <a:gd name="T1" fmla="*/ 88 h 164"/>
                <a:gd name="T2" fmla="*/ 78 w 163"/>
                <a:gd name="T3" fmla="*/ 67 h 164"/>
                <a:gd name="T4" fmla="*/ 77 w 163"/>
                <a:gd name="T5" fmla="*/ 60 h 164"/>
                <a:gd name="T6" fmla="*/ 91 w 163"/>
                <a:gd name="T7" fmla="*/ 86 h 164"/>
                <a:gd name="T8" fmla="*/ 73 w 163"/>
                <a:gd name="T9" fmla="*/ 63 h 164"/>
                <a:gd name="T10" fmla="*/ 23 w 163"/>
                <a:gd name="T11" fmla="*/ 86 h 164"/>
                <a:gd name="T12" fmla="*/ 72 w 163"/>
                <a:gd name="T13" fmla="*/ 47 h 164"/>
                <a:gd name="T14" fmla="*/ 0 w 163"/>
                <a:gd name="T15" fmla="*/ 150 h 164"/>
                <a:gd name="T16" fmla="*/ 109 w 163"/>
                <a:gd name="T17" fmla="*/ 27 h 164"/>
                <a:gd name="T18" fmla="*/ 19 w 163"/>
                <a:gd name="T19" fmla="*/ 96 h 164"/>
                <a:gd name="T20" fmla="*/ 28 w 163"/>
                <a:gd name="T21" fmla="*/ 115 h 164"/>
                <a:gd name="T22" fmla="*/ 49 w 163"/>
                <a:gd name="T23" fmla="*/ 117 h 164"/>
                <a:gd name="T24" fmla="*/ 33 w 163"/>
                <a:gd name="T25" fmla="*/ 33 h 164"/>
                <a:gd name="T26" fmla="*/ 49 w 163"/>
                <a:gd name="T27" fmla="*/ 49 h 164"/>
                <a:gd name="T28" fmla="*/ 40 w 163"/>
                <a:gd name="T29" fmla="*/ 96 h 164"/>
                <a:gd name="T30" fmla="*/ 23 w 163"/>
                <a:gd name="T31" fmla="*/ 96 h 164"/>
                <a:gd name="T32" fmla="*/ 16 w 163"/>
                <a:gd name="T33" fmla="*/ 91 h 164"/>
                <a:gd name="T34" fmla="*/ 23 w 163"/>
                <a:gd name="T35" fmla="*/ 84 h 164"/>
                <a:gd name="T36" fmla="*/ 31 w 163"/>
                <a:gd name="T37" fmla="*/ 71 h 164"/>
                <a:gd name="T38" fmla="*/ 25 w 163"/>
                <a:gd name="T39" fmla="*/ 51 h 164"/>
                <a:gd name="T40" fmla="*/ 16 w 163"/>
                <a:gd name="T41" fmla="*/ 58 h 164"/>
                <a:gd name="T42" fmla="*/ 24 w 163"/>
                <a:gd name="T43" fmla="*/ 45 h 164"/>
                <a:gd name="T44" fmla="*/ 24 w 163"/>
                <a:gd name="T45" fmla="*/ 34 h 164"/>
                <a:gd name="T46" fmla="*/ 49 w 163"/>
                <a:gd name="T47" fmla="*/ 11 h 164"/>
                <a:gd name="T48" fmla="*/ 103 w 163"/>
                <a:gd name="T49" fmla="*/ 84 h 164"/>
                <a:gd name="T50" fmla="*/ 86 w 163"/>
                <a:gd name="T51" fmla="*/ 60 h 164"/>
                <a:gd name="T52" fmla="*/ 95 w 163"/>
                <a:gd name="T53" fmla="*/ 66 h 164"/>
                <a:gd name="T54" fmla="*/ 98 w 163"/>
                <a:gd name="T55" fmla="*/ 67 h 164"/>
                <a:gd name="T56" fmla="*/ 90 w 163"/>
                <a:gd name="T57" fmla="*/ 68 h 164"/>
                <a:gd name="T58" fmla="*/ 82 w 163"/>
                <a:gd name="T59" fmla="*/ 70 h 164"/>
                <a:gd name="T60" fmla="*/ 77 w 163"/>
                <a:gd name="T61" fmla="*/ 82 h 164"/>
                <a:gd name="T62" fmla="*/ 93 w 163"/>
                <a:gd name="T63" fmla="*/ 87 h 164"/>
                <a:gd name="T64" fmla="*/ 97 w 163"/>
                <a:gd name="T65" fmla="*/ 88 h 164"/>
                <a:gd name="T66" fmla="*/ 98 w 163"/>
                <a:gd name="T67" fmla="*/ 92 h 164"/>
                <a:gd name="T68" fmla="*/ 88 w 163"/>
                <a:gd name="T69" fmla="*/ 83 h 164"/>
                <a:gd name="T70" fmla="*/ 85 w 163"/>
                <a:gd name="T71" fmla="*/ 107 h 164"/>
                <a:gd name="T72" fmla="*/ 90 w 163"/>
                <a:gd name="T73" fmla="*/ 124 h 164"/>
                <a:gd name="T74" fmla="*/ 60 w 163"/>
                <a:gd name="T75" fmla="*/ 128 h 164"/>
                <a:gd name="T76" fmla="*/ 73 w 163"/>
                <a:gd name="T77" fmla="*/ 27 h 164"/>
                <a:gd name="T78" fmla="*/ 103 w 163"/>
                <a:gd name="T79" fmla="*/ 56 h 164"/>
                <a:gd name="T80" fmla="*/ 114 w 163"/>
                <a:gd name="T81" fmla="*/ 150 h 164"/>
                <a:gd name="T82" fmla="*/ 114 w 163"/>
                <a:gd name="T83" fmla="*/ 137 h 164"/>
                <a:gd name="T84" fmla="*/ 114 w 163"/>
                <a:gd name="T85" fmla="*/ 115 h 164"/>
                <a:gd name="T86" fmla="*/ 119 w 163"/>
                <a:gd name="T87" fmla="*/ 107 h 164"/>
                <a:gd name="T88" fmla="*/ 136 w 163"/>
                <a:gd name="T89" fmla="*/ 109 h 164"/>
                <a:gd name="T90" fmla="*/ 148 w 163"/>
                <a:gd name="T91" fmla="*/ 94 h 164"/>
                <a:gd name="T92" fmla="*/ 119 w 163"/>
                <a:gd name="T93" fmla="*/ 96 h 164"/>
                <a:gd name="T94" fmla="*/ 122 w 163"/>
                <a:gd name="T95" fmla="*/ 95 h 164"/>
                <a:gd name="T96" fmla="*/ 126 w 163"/>
                <a:gd name="T97" fmla="*/ 87 h 164"/>
                <a:gd name="T98" fmla="*/ 129 w 163"/>
                <a:gd name="T99" fmla="*/ 58 h 164"/>
                <a:gd name="T100" fmla="*/ 131 w 163"/>
                <a:gd name="T101" fmla="*/ 46 h 164"/>
                <a:gd name="T102" fmla="*/ 114 w 163"/>
                <a:gd name="T103" fmla="*/ 6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3" h="164">
                  <a:moveTo>
                    <a:pt x="27" y="82"/>
                  </a:moveTo>
                  <a:lnTo>
                    <a:pt x="27" y="84"/>
                  </a:lnTo>
                  <a:lnTo>
                    <a:pt x="29" y="84"/>
                  </a:lnTo>
                  <a:lnTo>
                    <a:pt x="27" y="82"/>
                  </a:lnTo>
                  <a:close/>
                  <a:moveTo>
                    <a:pt x="29" y="88"/>
                  </a:moveTo>
                  <a:lnTo>
                    <a:pt x="37" y="90"/>
                  </a:lnTo>
                  <a:lnTo>
                    <a:pt x="39" y="88"/>
                  </a:lnTo>
                  <a:lnTo>
                    <a:pt x="31" y="87"/>
                  </a:lnTo>
                  <a:lnTo>
                    <a:pt x="29" y="88"/>
                  </a:lnTo>
                  <a:close/>
                  <a:moveTo>
                    <a:pt x="78" y="67"/>
                  </a:moveTo>
                  <a:lnTo>
                    <a:pt x="82" y="70"/>
                  </a:lnTo>
                  <a:lnTo>
                    <a:pt x="82" y="67"/>
                  </a:lnTo>
                  <a:lnTo>
                    <a:pt x="80" y="63"/>
                  </a:lnTo>
                  <a:lnTo>
                    <a:pt x="78" y="59"/>
                  </a:lnTo>
                  <a:lnTo>
                    <a:pt x="77" y="60"/>
                  </a:lnTo>
                  <a:lnTo>
                    <a:pt x="80" y="66"/>
                  </a:lnTo>
                  <a:lnTo>
                    <a:pt x="78" y="67"/>
                  </a:lnTo>
                  <a:close/>
                  <a:moveTo>
                    <a:pt x="91" y="83"/>
                  </a:moveTo>
                  <a:lnTo>
                    <a:pt x="90" y="84"/>
                  </a:lnTo>
                  <a:lnTo>
                    <a:pt x="91" y="86"/>
                  </a:lnTo>
                  <a:lnTo>
                    <a:pt x="91" y="83"/>
                  </a:lnTo>
                  <a:close/>
                  <a:moveTo>
                    <a:pt x="76" y="67"/>
                  </a:moveTo>
                  <a:lnTo>
                    <a:pt x="77" y="66"/>
                  </a:lnTo>
                  <a:lnTo>
                    <a:pt x="74" y="62"/>
                  </a:lnTo>
                  <a:lnTo>
                    <a:pt x="73" y="63"/>
                  </a:lnTo>
                  <a:lnTo>
                    <a:pt x="76" y="67"/>
                  </a:lnTo>
                  <a:close/>
                  <a:moveTo>
                    <a:pt x="23" y="88"/>
                  </a:moveTo>
                  <a:lnTo>
                    <a:pt x="27" y="88"/>
                  </a:lnTo>
                  <a:lnTo>
                    <a:pt x="28" y="87"/>
                  </a:lnTo>
                  <a:lnTo>
                    <a:pt x="23" y="86"/>
                  </a:lnTo>
                  <a:lnTo>
                    <a:pt x="23" y="88"/>
                  </a:lnTo>
                  <a:close/>
                  <a:moveTo>
                    <a:pt x="65" y="46"/>
                  </a:moveTo>
                  <a:lnTo>
                    <a:pt x="69" y="53"/>
                  </a:lnTo>
                  <a:lnTo>
                    <a:pt x="74" y="51"/>
                  </a:lnTo>
                  <a:lnTo>
                    <a:pt x="72" y="47"/>
                  </a:lnTo>
                  <a:lnTo>
                    <a:pt x="65" y="46"/>
                  </a:lnTo>
                  <a:close/>
                  <a:moveTo>
                    <a:pt x="109" y="27"/>
                  </a:moveTo>
                  <a:lnTo>
                    <a:pt x="54" y="0"/>
                  </a:lnTo>
                  <a:lnTo>
                    <a:pt x="0" y="14"/>
                  </a:lnTo>
                  <a:lnTo>
                    <a:pt x="0" y="150"/>
                  </a:lnTo>
                  <a:lnTo>
                    <a:pt x="54" y="136"/>
                  </a:lnTo>
                  <a:lnTo>
                    <a:pt x="109" y="164"/>
                  </a:lnTo>
                  <a:lnTo>
                    <a:pt x="163" y="149"/>
                  </a:lnTo>
                  <a:lnTo>
                    <a:pt x="163" y="13"/>
                  </a:lnTo>
                  <a:lnTo>
                    <a:pt x="109" y="27"/>
                  </a:lnTo>
                  <a:close/>
                  <a:moveTo>
                    <a:pt x="29" y="132"/>
                  </a:moveTo>
                  <a:lnTo>
                    <a:pt x="11" y="137"/>
                  </a:lnTo>
                  <a:lnTo>
                    <a:pt x="11" y="95"/>
                  </a:lnTo>
                  <a:lnTo>
                    <a:pt x="16" y="96"/>
                  </a:lnTo>
                  <a:lnTo>
                    <a:pt x="19" y="96"/>
                  </a:lnTo>
                  <a:lnTo>
                    <a:pt x="20" y="99"/>
                  </a:lnTo>
                  <a:lnTo>
                    <a:pt x="25" y="99"/>
                  </a:lnTo>
                  <a:lnTo>
                    <a:pt x="25" y="101"/>
                  </a:lnTo>
                  <a:lnTo>
                    <a:pt x="23" y="104"/>
                  </a:lnTo>
                  <a:lnTo>
                    <a:pt x="28" y="115"/>
                  </a:lnTo>
                  <a:lnTo>
                    <a:pt x="32" y="116"/>
                  </a:lnTo>
                  <a:lnTo>
                    <a:pt x="29" y="132"/>
                  </a:lnTo>
                  <a:close/>
                  <a:moveTo>
                    <a:pt x="49" y="127"/>
                  </a:moveTo>
                  <a:lnTo>
                    <a:pt x="41" y="128"/>
                  </a:lnTo>
                  <a:lnTo>
                    <a:pt x="49" y="117"/>
                  </a:lnTo>
                  <a:lnTo>
                    <a:pt x="49" y="127"/>
                  </a:lnTo>
                  <a:close/>
                  <a:moveTo>
                    <a:pt x="49" y="17"/>
                  </a:moveTo>
                  <a:lnTo>
                    <a:pt x="37" y="21"/>
                  </a:lnTo>
                  <a:lnTo>
                    <a:pt x="31" y="30"/>
                  </a:lnTo>
                  <a:lnTo>
                    <a:pt x="33" y="33"/>
                  </a:lnTo>
                  <a:lnTo>
                    <a:pt x="37" y="31"/>
                  </a:lnTo>
                  <a:lnTo>
                    <a:pt x="41" y="33"/>
                  </a:lnTo>
                  <a:lnTo>
                    <a:pt x="43" y="42"/>
                  </a:lnTo>
                  <a:lnTo>
                    <a:pt x="48" y="49"/>
                  </a:lnTo>
                  <a:lnTo>
                    <a:pt x="49" y="49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5" y="99"/>
                  </a:lnTo>
                  <a:lnTo>
                    <a:pt x="45" y="95"/>
                  </a:lnTo>
                  <a:lnTo>
                    <a:pt x="40" y="96"/>
                  </a:lnTo>
                  <a:lnTo>
                    <a:pt x="40" y="92"/>
                  </a:lnTo>
                  <a:lnTo>
                    <a:pt x="35" y="94"/>
                  </a:lnTo>
                  <a:lnTo>
                    <a:pt x="31" y="92"/>
                  </a:lnTo>
                  <a:lnTo>
                    <a:pt x="27" y="95"/>
                  </a:lnTo>
                  <a:lnTo>
                    <a:pt x="23" y="96"/>
                  </a:lnTo>
                  <a:lnTo>
                    <a:pt x="21" y="92"/>
                  </a:lnTo>
                  <a:lnTo>
                    <a:pt x="19" y="94"/>
                  </a:lnTo>
                  <a:lnTo>
                    <a:pt x="20" y="90"/>
                  </a:lnTo>
                  <a:lnTo>
                    <a:pt x="19" y="88"/>
                  </a:lnTo>
                  <a:lnTo>
                    <a:pt x="16" y="91"/>
                  </a:lnTo>
                  <a:lnTo>
                    <a:pt x="15" y="91"/>
                  </a:lnTo>
                  <a:lnTo>
                    <a:pt x="12" y="90"/>
                  </a:lnTo>
                  <a:lnTo>
                    <a:pt x="15" y="84"/>
                  </a:lnTo>
                  <a:lnTo>
                    <a:pt x="21" y="83"/>
                  </a:lnTo>
                  <a:lnTo>
                    <a:pt x="23" y="84"/>
                  </a:lnTo>
                  <a:lnTo>
                    <a:pt x="25" y="84"/>
                  </a:lnTo>
                  <a:lnTo>
                    <a:pt x="24" y="80"/>
                  </a:lnTo>
                  <a:lnTo>
                    <a:pt x="28" y="76"/>
                  </a:lnTo>
                  <a:lnTo>
                    <a:pt x="28" y="74"/>
                  </a:lnTo>
                  <a:lnTo>
                    <a:pt x="31" y="71"/>
                  </a:lnTo>
                  <a:lnTo>
                    <a:pt x="32" y="71"/>
                  </a:lnTo>
                  <a:lnTo>
                    <a:pt x="32" y="67"/>
                  </a:lnTo>
                  <a:lnTo>
                    <a:pt x="43" y="59"/>
                  </a:lnTo>
                  <a:lnTo>
                    <a:pt x="35" y="51"/>
                  </a:lnTo>
                  <a:lnTo>
                    <a:pt x="25" y="51"/>
                  </a:lnTo>
                  <a:lnTo>
                    <a:pt x="25" y="56"/>
                  </a:lnTo>
                  <a:lnTo>
                    <a:pt x="27" y="56"/>
                  </a:lnTo>
                  <a:lnTo>
                    <a:pt x="25" y="62"/>
                  </a:lnTo>
                  <a:lnTo>
                    <a:pt x="20" y="58"/>
                  </a:lnTo>
                  <a:lnTo>
                    <a:pt x="16" y="58"/>
                  </a:lnTo>
                  <a:lnTo>
                    <a:pt x="13" y="56"/>
                  </a:lnTo>
                  <a:lnTo>
                    <a:pt x="17" y="51"/>
                  </a:lnTo>
                  <a:lnTo>
                    <a:pt x="24" y="51"/>
                  </a:lnTo>
                  <a:lnTo>
                    <a:pt x="23" y="47"/>
                  </a:lnTo>
                  <a:lnTo>
                    <a:pt x="24" y="45"/>
                  </a:lnTo>
                  <a:lnTo>
                    <a:pt x="27" y="43"/>
                  </a:lnTo>
                  <a:lnTo>
                    <a:pt x="25" y="49"/>
                  </a:lnTo>
                  <a:lnTo>
                    <a:pt x="33" y="49"/>
                  </a:lnTo>
                  <a:lnTo>
                    <a:pt x="39" y="43"/>
                  </a:lnTo>
                  <a:lnTo>
                    <a:pt x="24" y="34"/>
                  </a:lnTo>
                  <a:lnTo>
                    <a:pt x="35" y="21"/>
                  </a:lnTo>
                  <a:lnTo>
                    <a:pt x="23" y="22"/>
                  </a:lnTo>
                  <a:lnTo>
                    <a:pt x="11" y="30"/>
                  </a:lnTo>
                  <a:lnTo>
                    <a:pt x="11" y="22"/>
                  </a:lnTo>
                  <a:lnTo>
                    <a:pt x="49" y="11"/>
                  </a:lnTo>
                  <a:lnTo>
                    <a:pt x="49" y="17"/>
                  </a:lnTo>
                  <a:close/>
                  <a:moveTo>
                    <a:pt x="103" y="87"/>
                  </a:moveTo>
                  <a:lnTo>
                    <a:pt x="102" y="88"/>
                  </a:lnTo>
                  <a:lnTo>
                    <a:pt x="102" y="86"/>
                  </a:lnTo>
                  <a:lnTo>
                    <a:pt x="103" y="84"/>
                  </a:lnTo>
                  <a:lnTo>
                    <a:pt x="103" y="87"/>
                  </a:lnTo>
                  <a:close/>
                  <a:moveTo>
                    <a:pt x="103" y="56"/>
                  </a:moveTo>
                  <a:lnTo>
                    <a:pt x="101" y="55"/>
                  </a:lnTo>
                  <a:lnTo>
                    <a:pt x="93" y="54"/>
                  </a:lnTo>
                  <a:lnTo>
                    <a:pt x="86" y="60"/>
                  </a:lnTo>
                  <a:lnTo>
                    <a:pt x="85" y="63"/>
                  </a:lnTo>
                  <a:lnTo>
                    <a:pt x="90" y="64"/>
                  </a:lnTo>
                  <a:lnTo>
                    <a:pt x="90" y="68"/>
                  </a:lnTo>
                  <a:lnTo>
                    <a:pt x="94" y="68"/>
                  </a:lnTo>
                  <a:lnTo>
                    <a:pt x="95" y="66"/>
                  </a:lnTo>
                  <a:lnTo>
                    <a:pt x="94" y="63"/>
                  </a:lnTo>
                  <a:lnTo>
                    <a:pt x="98" y="60"/>
                  </a:lnTo>
                  <a:lnTo>
                    <a:pt x="99" y="63"/>
                  </a:lnTo>
                  <a:lnTo>
                    <a:pt x="97" y="64"/>
                  </a:lnTo>
                  <a:lnTo>
                    <a:pt x="98" y="67"/>
                  </a:lnTo>
                  <a:lnTo>
                    <a:pt x="102" y="67"/>
                  </a:lnTo>
                  <a:lnTo>
                    <a:pt x="103" y="70"/>
                  </a:lnTo>
                  <a:lnTo>
                    <a:pt x="97" y="70"/>
                  </a:lnTo>
                  <a:lnTo>
                    <a:pt x="95" y="71"/>
                  </a:lnTo>
                  <a:lnTo>
                    <a:pt x="90" y="68"/>
                  </a:lnTo>
                  <a:lnTo>
                    <a:pt x="89" y="66"/>
                  </a:lnTo>
                  <a:lnTo>
                    <a:pt x="86" y="66"/>
                  </a:lnTo>
                  <a:lnTo>
                    <a:pt x="88" y="68"/>
                  </a:lnTo>
                  <a:lnTo>
                    <a:pt x="84" y="71"/>
                  </a:lnTo>
                  <a:lnTo>
                    <a:pt x="82" y="70"/>
                  </a:lnTo>
                  <a:lnTo>
                    <a:pt x="80" y="71"/>
                  </a:lnTo>
                  <a:lnTo>
                    <a:pt x="81" y="74"/>
                  </a:lnTo>
                  <a:lnTo>
                    <a:pt x="80" y="75"/>
                  </a:lnTo>
                  <a:lnTo>
                    <a:pt x="74" y="72"/>
                  </a:lnTo>
                  <a:lnTo>
                    <a:pt x="77" y="82"/>
                  </a:lnTo>
                  <a:lnTo>
                    <a:pt x="85" y="78"/>
                  </a:lnTo>
                  <a:lnTo>
                    <a:pt x="86" y="79"/>
                  </a:lnTo>
                  <a:lnTo>
                    <a:pt x="88" y="78"/>
                  </a:lnTo>
                  <a:lnTo>
                    <a:pt x="91" y="83"/>
                  </a:lnTo>
                  <a:lnTo>
                    <a:pt x="93" y="87"/>
                  </a:lnTo>
                  <a:lnTo>
                    <a:pt x="95" y="84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7" y="84"/>
                  </a:lnTo>
                  <a:lnTo>
                    <a:pt x="97" y="88"/>
                  </a:lnTo>
                  <a:lnTo>
                    <a:pt x="101" y="92"/>
                  </a:lnTo>
                  <a:lnTo>
                    <a:pt x="101" y="87"/>
                  </a:lnTo>
                  <a:lnTo>
                    <a:pt x="103" y="94"/>
                  </a:lnTo>
                  <a:lnTo>
                    <a:pt x="103" y="95"/>
                  </a:lnTo>
                  <a:lnTo>
                    <a:pt x="98" y="92"/>
                  </a:lnTo>
                  <a:lnTo>
                    <a:pt x="97" y="91"/>
                  </a:lnTo>
                  <a:lnTo>
                    <a:pt x="94" y="91"/>
                  </a:lnTo>
                  <a:lnTo>
                    <a:pt x="89" y="87"/>
                  </a:lnTo>
                  <a:lnTo>
                    <a:pt x="89" y="86"/>
                  </a:lnTo>
                  <a:lnTo>
                    <a:pt x="88" y="83"/>
                  </a:lnTo>
                  <a:lnTo>
                    <a:pt x="82" y="82"/>
                  </a:lnTo>
                  <a:lnTo>
                    <a:pt x="70" y="86"/>
                  </a:lnTo>
                  <a:lnTo>
                    <a:pt x="70" y="96"/>
                  </a:lnTo>
                  <a:lnTo>
                    <a:pt x="76" y="103"/>
                  </a:lnTo>
                  <a:lnTo>
                    <a:pt x="85" y="107"/>
                  </a:lnTo>
                  <a:lnTo>
                    <a:pt x="89" y="112"/>
                  </a:lnTo>
                  <a:lnTo>
                    <a:pt x="88" y="112"/>
                  </a:lnTo>
                  <a:lnTo>
                    <a:pt x="91" y="119"/>
                  </a:lnTo>
                  <a:lnTo>
                    <a:pt x="91" y="123"/>
                  </a:lnTo>
                  <a:lnTo>
                    <a:pt x="90" y="124"/>
                  </a:lnTo>
                  <a:lnTo>
                    <a:pt x="95" y="141"/>
                  </a:lnTo>
                  <a:lnTo>
                    <a:pt x="101" y="144"/>
                  </a:lnTo>
                  <a:lnTo>
                    <a:pt x="103" y="142"/>
                  </a:lnTo>
                  <a:lnTo>
                    <a:pt x="103" y="150"/>
                  </a:lnTo>
                  <a:lnTo>
                    <a:pt x="60" y="128"/>
                  </a:lnTo>
                  <a:lnTo>
                    <a:pt x="60" y="42"/>
                  </a:lnTo>
                  <a:lnTo>
                    <a:pt x="62" y="42"/>
                  </a:lnTo>
                  <a:lnTo>
                    <a:pt x="69" y="37"/>
                  </a:lnTo>
                  <a:lnTo>
                    <a:pt x="69" y="29"/>
                  </a:lnTo>
                  <a:lnTo>
                    <a:pt x="73" y="27"/>
                  </a:lnTo>
                  <a:lnTo>
                    <a:pt x="66" y="18"/>
                  </a:lnTo>
                  <a:lnTo>
                    <a:pt x="60" y="17"/>
                  </a:lnTo>
                  <a:lnTo>
                    <a:pt x="60" y="13"/>
                  </a:lnTo>
                  <a:lnTo>
                    <a:pt x="103" y="37"/>
                  </a:lnTo>
                  <a:lnTo>
                    <a:pt x="103" y="56"/>
                  </a:lnTo>
                  <a:close/>
                  <a:moveTo>
                    <a:pt x="152" y="105"/>
                  </a:moveTo>
                  <a:lnTo>
                    <a:pt x="150" y="107"/>
                  </a:lnTo>
                  <a:lnTo>
                    <a:pt x="152" y="109"/>
                  </a:lnTo>
                  <a:lnTo>
                    <a:pt x="152" y="140"/>
                  </a:lnTo>
                  <a:lnTo>
                    <a:pt x="114" y="150"/>
                  </a:lnTo>
                  <a:lnTo>
                    <a:pt x="114" y="144"/>
                  </a:lnTo>
                  <a:lnTo>
                    <a:pt x="117" y="144"/>
                  </a:lnTo>
                  <a:lnTo>
                    <a:pt x="119" y="133"/>
                  </a:lnTo>
                  <a:lnTo>
                    <a:pt x="118" y="133"/>
                  </a:lnTo>
                  <a:lnTo>
                    <a:pt x="114" y="137"/>
                  </a:lnTo>
                  <a:lnTo>
                    <a:pt x="114" y="125"/>
                  </a:lnTo>
                  <a:lnTo>
                    <a:pt x="119" y="115"/>
                  </a:lnTo>
                  <a:lnTo>
                    <a:pt x="114" y="117"/>
                  </a:lnTo>
                  <a:lnTo>
                    <a:pt x="114" y="117"/>
                  </a:lnTo>
                  <a:lnTo>
                    <a:pt x="114" y="115"/>
                  </a:lnTo>
                  <a:lnTo>
                    <a:pt x="115" y="116"/>
                  </a:lnTo>
                  <a:lnTo>
                    <a:pt x="122" y="111"/>
                  </a:lnTo>
                  <a:lnTo>
                    <a:pt x="125" y="105"/>
                  </a:lnTo>
                  <a:lnTo>
                    <a:pt x="122" y="104"/>
                  </a:lnTo>
                  <a:lnTo>
                    <a:pt x="119" y="107"/>
                  </a:lnTo>
                  <a:lnTo>
                    <a:pt x="117" y="103"/>
                  </a:lnTo>
                  <a:lnTo>
                    <a:pt x="133" y="100"/>
                  </a:lnTo>
                  <a:lnTo>
                    <a:pt x="133" y="104"/>
                  </a:lnTo>
                  <a:lnTo>
                    <a:pt x="134" y="104"/>
                  </a:lnTo>
                  <a:lnTo>
                    <a:pt x="136" y="109"/>
                  </a:lnTo>
                  <a:lnTo>
                    <a:pt x="140" y="107"/>
                  </a:lnTo>
                  <a:lnTo>
                    <a:pt x="140" y="103"/>
                  </a:lnTo>
                  <a:lnTo>
                    <a:pt x="146" y="97"/>
                  </a:lnTo>
                  <a:lnTo>
                    <a:pt x="146" y="94"/>
                  </a:lnTo>
                  <a:lnTo>
                    <a:pt x="148" y="94"/>
                  </a:lnTo>
                  <a:lnTo>
                    <a:pt x="148" y="96"/>
                  </a:lnTo>
                  <a:lnTo>
                    <a:pt x="152" y="104"/>
                  </a:lnTo>
                  <a:lnTo>
                    <a:pt x="152" y="105"/>
                  </a:lnTo>
                  <a:close/>
                  <a:moveTo>
                    <a:pt x="122" y="95"/>
                  </a:moveTo>
                  <a:lnTo>
                    <a:pt x="119" y="96"/>
                  </a:lnTo>
                  <a:lnTo>
                    <a:pt x="119" y="90"/>
                  </a:lnTo>
                  <a:lnTo>
                    <a:pt x="121" y="87"/>
                  </a:lnTo>
                  <a:lnTo>
                    <a:pt x="122" y="88"/>
                  </a:lnTo>
                  <a:lnTo>
                    <a:pt x="119" y="91"/>
                  </a:lnTo>
                  <a:lnTo>
                    <a:pt x="122" y="95"/>
                  </a:lnTo>
                  <a:close/>
                  <a:moveTo>
                    <a:pt x="126" y="87"/>
                  </a:moveTo>
                  <a:lnTo>
                    <a:pt x="127" y="86"/>
                  </a:lnTo>
                  <a:lnTo>
                    <a:pt x="127" y="88"/>
                  </a:lnTo>
                  <a:lnTo>
                    <a:pt x="126" y="88"/>
                  </a:lnTo>
                  <a:lnTo>
                    <a:pt x="126" y="87"/>
                  </a:lnTo>
                  <a:close/>
                  <a:moveTo>
                    <a:pt x="152" y="39"/>
                  </a:moveTo>
                  <a:lnTo>
                    <a:pt x="142" y="47"/>
                  </a:lnTo>
                  <a:lnTo>
                    <a:pt x="140" y="51"/>
                  </a:lnTo>
                  <a:lnTo>
                    <a:pt x="133" y="53"/>
                  </a:lnTo>
                  <a:lnTo>
                    <a:pt x="129" y="58"/>
                  </a:lnTo>
                  <a:lnTo>
                    <a:pt x="130" y="59"/>
                  </a:lnTo>
                  <a:lnTo>
                    <a:pt x="122" y="58"/>
                  </a:lnTo>
                  <a:lnTo>
                    <a:pt x="126" y="53"/>
                  </a:lnTo>
                  <a:lnTo>
                    <a:pt x="133" y="49"/>
                  </a:lnTo>
                  <a:lnTo>
                    <a:pt x="131" y="46"/>
                  </a:lnTo>
                  <a:lnTo>
                    <a:pt x="125" y="53"/>
                  </a:lnTo>
                  <a:lnTo>
                    <a:pt x="119" y="59"/>
                  </a:lnTo>
                  <a:lnTo>
                    <a:pt x="125" y="62"/>
                  </a:lnTo>
                  <a:lnTo>
                    <a:pt x="118" y="64"/>
                  </a:lnTo>
                  <a:lnTo>
                    <a:pt x="114" y="68"/>
                  </a:lnTo>
                  <a:lnTo>
                    <a:pt x="114" y="35"/>
                  </a:lnTo>
                  <a:lnTo>
                    <a:pt x="152" y="25"/>
                  </a:lnTo>
                  <a:lnTo>
                    <a:pt x="152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5" name="Freeform 77"/>
            <p:cNvSpPr>
              <a:spLocks noEditPoints="1"/>
            </p:cNvSpPr>
            <p:nvPr/>
          </p:nvSpPr>
          <p:spPr bwMode="auto">
            <a:xfrm>
              <a:off x="3019308" y="3481464"/>
              <a:ext cx="499546" cy="502108"/>
            </a:xfrm>
            <a:custGeom>
              <a:avLst/>
              <a:gdLst>
                <a:gd name="T0" fmla="*/ 70 w 148"/>
                <a:gd name="T1" fmla="*/ 71 h 148"/>
                <a:gd name="T2" fmla="*/ 70 w 148"/>
                <a:gd name="T3" fmla="*/ 78 h 148"/>
                <a:gd name="T4" fmla="*/ 77 w 148"/>
                <a:gd name="T5" fmla="*/ 78 h 148"/>
                <a:gd name="T6" fmla="*/ 77 w 148"/>
                <a:gd name="T7" fmla="*/ 71 h 148"/>
                <a:gd name="T8" fmla="*/ 70 w 148"/>
                <a:gd name="T9" fmla="*/ 71 h 148"/>
                <a:gd name="T10" fmla="*/ 74 w 148"/>
                <a:gd name="T11" fmla="*/ 25 h 148"/>
                <a:gd name="T12" fmla="*/ 78 w 148"/>
                <a:gd name="T13" fmla="*/ 21 h 148"/>
                <a:gd name="T14" fmla="*/ 78 w 148"/>
                <a:gd name="T15" fmla="*/ 16 h 148"/>
                <a:gd name="T16" fmla="*/ 74 w 148"/>
                <a:gd name="T17" fmla="*/ 12 h 148"/>
                <a:gd name="T18" fmla="*/ 70 w 148"/>
                <a:gd name="T19" fmla="*/ 16 h 148"/>
                <a:gd name="T20" fmla="*/ 70 w 148"/>
                <a:gd name="T21" fmla="*/ 21 h 148"/>
                <a:gd name="T22" fmla="*/ 74 w 148"/>
                <a:gd name="T23" fmla="*/ 25 h 148"/>
                <a:gd name="T24" fmla="*/ 74 w 148"/>
                <a:gd name="T25" fmla="*/ 123 h 148"/>
                <a:gd name="T26" fmla="*/ 70 w 148"/>
                <a:gd name="T27" fmla="*/ 128 h 148"/>
                <a:gd name="T28" fmla="*/ 70 w 148"/>
                <a:gd name="T29" fmla="*/ 132 h 148"/>
                <a:gd name="T30" fmla="*/ 74 w 148"/>
                <a:gd name="T31" fmla="*/ 136 h 148"/>
                <a:gd name="T32" fmla="*/ 78 w 148"/>
                <a:gd name="T33" fmla="*/ 132 h 148"/>
                <a:gd name="T34" fmla="*/ 78 w 148"/>
                <a:gd name="T35" fmla="*/ 128 h 148"/>
                <a:gd name="T36" fmla="*/ 74 w 148"/>
                <a:gd name="T37" fmla="*/ 123 h 148"/>
                <a:gd name="T38" fmla="*/ 31 w 148"/>
                <a:gd name="T39" fmla="*/ 30 h 148"/>
                <a:gd name="T40" fmla="*/ 30 w 148"/>
                <a:gd name="T41" fmla="*/ 31 h 148"/>
                <a:gd name="T42" fmla="*/ 62 w 148"/>
                <a:gd name="T43" fmla="*/ 86 h 148"/>
                <a:gd name="T44" fmla="*/ 117 w 148"/>
                <a:gd name="T45" fmla="*/ 118 h 148"/>
                <a:gd name="T46" fmla="*/ 118 w 148"/>
                <a:gd name="T47" fmla="*/ 117 h 148"/>
                <a:gd name="T48" fmla="*/ 85 w 148"/>
                <a:gd name="T49" fmla="*/ 62 h 148"/>
                <a:gd name="T50" fmla="*/ 31 w 148"/>
                <a:gd name="T51" fmla="*/ 30 h 148"/>
                <a:gd name="T52" fmla="*/ 99 w 148"/>
                <a:gd name="T53" fmla="*/ 100 h 148"/>
                <a:gd name="T54" fmla="*/ 67 w 148"/>
                <a:gd name="T55" fmla="*/ 81 h 148"/>
                <a:gd name="T56" fmla="*/ 67 w 148"/>
                <a:gd name="T57" fmla="*/ 81 h 148"/>
                <a:gd name="T58" fmla="*/ 67 w 148"/>
                <a:gd name="T59" fmla="*/ 67 h 148"/>
                <a:gd name="T60" fmla="*/ 80 w 148"/>
                <a:gd name="T61" fmla="*/ 67 h 148"/>
                <a:gd name="T62" fmla="*/ 81 w 148"/>
                <a:gd name="T63" fmla="*/ 67 h 148"/>
                <a:gd name="T64" fmla="*/ 100 w 148"/>
                <a:gd name="T65" fmla="*/ 100 h 148"/>
                <a:gd name="T66" fmla="*/ 99 w 148"/>
                <a:gd name="T67" fmla="*/ 100 h 148"/>
                <a:gd name="T68" fmla="*/ 20 w 148"/>
                <a:gd name="T69" fmla="*/ 70 h 148"/>
                <a:gd name="T70" fmla="*/ 16 w 148"/>
                <a:gd name="T71" fmla="*/ 70 h 148"/>
                <a:gd name="T72" fmla="*/ 12 w 148"/>
                <a:gd name="T73" fmla="*/ 74 h 148"/>
                <a:gd name="T74" fmla="*/ 16 w 148"/>
                <a:gd name="T75" fmla="*/ 78 h 148"/>
                <a:gd name="T76" fmla="*/ 20 w 148"/>
                <a:gd name="T77" fmla="*/ 78 h 148"/>
                <a:gd name="T78" fmla="*/ 24 w 148"/>
                <a:gd name="T79" fmla="*/ 74 h 148"/>
                <a:gd name="T80" fmla="*/ 20 w 148"/>
                <a:gd name="T81" fmla="*/ 70 h 148"/>
                <a:gd name="T82" fmla="*/ 131 w 148"/>
                <a:gd name="T83" fmla="*/ 70 h 148"/>
                <a:gd name="T84" fmla="*/ 127 w 148"/>
                <a:gd name="T85" fmla="*/ 70 h 148"/>
                <a:gd name="T86" fmla="*/ 123 w 148"/>
                <a:gd name="T87" fmla="*/ 74 h 148"/>
                <a:gd name="T88" fmla="*/ 127 w 148"/>
                <a:gd name="T89" fmla="*/ 78 h 148"/>
                <a:gd name="T90" fmla="*/ 131 w 148"/>
                <a:gd name="T91" fmla="*/ 78 h 148"/>
                <a:gd name="T92" fmla="*/ 136 w 148"/>
                <a:gd name="T93" fmla="*/ 74 h 148"/>
                <a:gd name="T94" fmla="*/ 131 w 148"/>
                <a:gd name="T95" fmla="*/ 70 h 148"/>
                <a:gd name="T96" fmla="*/ 74 w 148"/>
                <a:gd name="T97" fmla="*/ 0 h 148"/>
                <a:gd name="T98" fmla="*/ 0 w 148"/>
                <a:gd name="T99" fmla="*/ 74 h 148"/>
                <a:gd name="T100" fmla="*/ 74 w 148"/>
                <a:gd name="T101" fmla="*/ 148 h 148"/>
                <a:gd name="T102" fmla="*/ 148 w 148"/>
                <a:gd name="T103" fmla="*/ 74 h 148"/>
                <a:gd name="T104" fmla="*/ 74 w 148"/>
                <a:gd name="T105" fmla="*/ 0 h 148"/>
                <a:gd name="T106" fmla="*/ 74 w 148"/>
                <a:gd name="T107" fmla="*/ 140 h 148"/>
                <a:gd name="T108" fmla="*/ 8 w 148"/>
                <a:gd name="T109" fmla="*/ 74 h 148"/>
                <a:gd name="T110" fmla="*/ 74 w 148"/>
                <a:gd name="T111" fmla="*/ 8 h 148"/>
                <a:gd name="T112" fmla="*/ 140 w 148"/>
                <a:gd name="T113" fmla="*/ 74 h 148"/>
                <a:gd name="T114" fmla="*/ 74 w 148"/>
                <a:gd name="T115" fmla="*/ 14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8" h="148">
                  <a:moveTo>
                    <a:pt x="70" y="71"/>
                  </a:moveTo>
                  <a:cubicBezTo>
                    <a:pt x="68" y="72"/>
                    <a:pt x="68" y="76"/>
                    <a:pt x="70" y="78"/>
                  </a:cubicBezTo>
                  <a:cubicBezTo>
                    <a:pt x="72" y="79"/>
                    <a:pt x="75" y="79"/>
                    <a:pt x="77" y="78"/>
                  </a:cubicBezTo>
                  <a:cubicBezTo>
                    <a:pt x="79" y="76"/>
                    <a:pt x="79" y="72"/>
                    <a:pt x="77" y="71"/>
                  </a:cubicBezTo>
                  <a:cubicBezTo>
                    <a:pt x="75" y="69"/>
                    <a:pt x="72" y="69"/>
                    <a:pt x="70" y="71"/>
                  </a:cubicBezTo>
                  <a:close/>
                  <a:moveTo>
                    <a:pt x="74" y="25"/>
                  </a:moveTo>
                  <a:cubicBezTo>
                    <a:pt x="76" y="25"/>
                    <a:pt x="78" y="23"/>
                    <a:pt x="78" y="21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4"/>
                    <a:pt x="76" y="12"/>
                    <a:pt x="74" y="12"/>
                  </a:cubicBezTo>
                  <a:cubicBezTo>
                    <a:pt x="72" y="12"/>
                    <a:pt x="70" y="14"/>
                    <a:pt x="70" y="16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70" y="23"/>
                    <a:pt x="72" y="25"/>
                    <a:pt x="74" y="25"/>
                  </a:cubicBezTo>
                  <a:close/>
                  <a:moveTo>
                    <a:pt x="74" y="123"/>
                  </a:moveTo>
                  <a:cubicBezTo>
                    <a:pt x="72" y="123"/>
                    <a:pt x="70" y="125"/>
                    <a:pt x="70" y="128"/>
                  </a:cubicBezTo>
                  <a:cubicBezTo>
                    <a:pt x="70" y="132"/>
                    <a:pt x="70" y="132"/>
                    <a:pt x="70" y="132"/>
                  </a:cubicBezTo>
                  <a:cubicBezTo>
                    <a:pt x="70" y="134"/>
                    <a:pt x="72" y="136"/>
                    <a:pt x="74" y="136"/>
                  </a:cubicBezTo>
                  <a:cubicBezTo>
                    <a:pt x="76" y="136"/>
                    <a:pt x="78" y="134"/>
                    <a:pt x="78" y="132"/>
                  </a:cubicBezTo>
                  <a:cubicBezTo>
                    <a:pt x="78" y="128"/>
                    <a:pt x="78" y="128"/>
                    <a:pt x="78" y="128"/>
                  </a:cubicBezTo>
                  <a:cubicBezTo>
                    <a:pt x="78" y="125"/>
                    <a:pt x="76" y="123"/>
                    <a:pt x="74" y="123"/>
                  </a:cubicBezTo>
                  <a:close/>
                  <a:moveTo>
                    <a:pt x="31" y="30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117" y="118"/>
                    <a:pt x="117" y="118"/>
                    <a:pt x="117" y="118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85" y="62"/>
                    <a:pt x="85" y="62"/>
                    <a:pt x="85" y="62"/>
                  </a:cubicBezTo>
                  <a:lnTo>
                    <a:pt x="31" y="30"/>
                  </a:lnTo>
                  <a:close/>
                  <a:moveTo>
                    <a:pt x="99" y="100"/>
                  </a:moveTo>
                  <a:cubicBezTo>
                    <a:pt x="67" y="81"/>
                    <a:pt x="67" y="81"/>
                    <a:pt x="67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4" y="77"/>
                    <a:pt x="64" y="71"/>
                    <a:pt x="67" y="67"/>
                  </a:cubicBezTo>
                  <a:cubicBezTo>
                    <a:pt x="71" y="64"/>
                    <a:pt x="77" y="64"/>
                    <a:pt x="80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100" y="100"/>
                    <a:pt x="100" y="100"/>
                    <a:pt x="100" y="100"/>
                  </a:cubicBezTo>
                  <a:lnTo>
                    <a:pt x="99" y="100"/>
                  </a:lnTo>
                  <a:close/>
                  <a:moveTo>
                    <a:pt x="20" y="70"/>
                  </a:moveTo>
                  <a:cubicBezTo>
                    <a:pt x="16" y="70"/>
                    <a:pt x="16" y="70"/>
                    <a:pt x="16" y="70"/>
                  </a:cubicBezTo>
                  <a:cubicBezTo>
                    <a:pt x="14" y="70"/>
                    <a:pt x="12" y="72"/>
                    <a:pt x="12" y="74"/>
                  </a:cubicBezTo>
                  <a:cubicBezTo>
                    <a:pt x="12" y="76"/>
                    <a:pt x="14" y="78"/>
                    <a:pt x="16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3" y="78"/>
                    <a:pt x="24" y="76"/>
                    <a:pt x="24" y="74"/>
                  </a:cubicBezTo>
                  <a:cubicBezTo>
                    <a:pt x="24" y="72"/>
                    <a:pt x="23" y="70"/>
                    <a:pt x="20" y="70"/>
                  </a:cubicBezTo>
                  <a:close/>
                  <a:moveTo>
                    <a:pt x="131" y="70"/>
                  </a:moveTo>
                  <a:cubicBezTo>
                    <a:pt x="127" y="70"/>
                    <a:pt x="127" y="70"/>
                    <a:pt x="127" y="70"/>
                  </a:cubicBezTo>
                  <a:cubicBezTo>
                    <a:pt x="125" y="70"/>
                    <a:pt x="123" y="72"/>
                    <a:pt x="123" y="74"/>
                  </a:cubicBezTo>
                  <a:cubicBezTo>
                    <a:pt x="123" y="76"/>
                    <a:pt x="125" y="78"/>
                    <a:pt x="127" y="78"/>
                  </a:cubicBezTo>
                  <a:cubicBezTo>
                    <a:pt x="131" y="78"/>
                    <a:pt x="131" y="78"/>
                    <a:pt x="131" y="78"/>
                  </a:cubicBezTo>
                  <a:cubicBezTo>
                    <a:pt x="134" y="78"/>
                    <a:pt x="136" y="76"/>
                    <a:pt x="136" y="74"/>
                  </a:cubicBezTo>
                  <a:cubicBezTo>
                    <a:pt x="136" y="72"/>
                    <a:pt x="134" y="70"/>
                    <a:pt x="131" y="70"/>
                  </a:cubicBezTo>
                  <a:close/>
                  <a:moveTo>
                    <a:pt x="74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8"/>
                    <a:pt x="74" y="148"/>
                  </a:cubicBezTo>
                  <a:cubicBezTo>
                    <a:pt x="115" y="148"/>
                    <a:pt x="148" y="115"/>
                    <a:pt x="148" y="74"/>
                  </a:cubicBezTo>
                  <a:cubicBezTo>
                    <a:pt x="148" y="33"/>
                    <a:pt x="115" y="0"/>
                    <a:pt x="74" y="0"/>
                  </a:cubicBezTo>
                  <a:close/>
                  <a:moveTo>
                    <a:pt x="74" y="140"/>
                  </a:moveTo>
                  <a:cubicBezTo>
                    <a:pt x="37" y="140"/>
                    <a:pt x="8" y="110"/>
                    <a:pt x="8" y="74"/>
                  </a:cubicBezTo>
                  <a:cubicBezTo>
                    <a:pt x="8" y="38"/>
                    <a:pt x="37" y="8"/>
                    <a:pt x="74" y="8"/>
                  </a:cubicBezTo>
                  <a:cubicBezTo>
                    <a:pt x="110" y="8"/>
                    <a:pt x="140" y="38"/>
                    <a:pt x="140" y="74"/>
                  </a:cubicBezTo>
                  <a:cubicBezTo>
                    <a:pt x="140" y="110"/>
                    <a:pt x="110" y="140"/>
                    <a:pt x="74" y="1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78"/>
            <p:cNvSpPr>
              <a:spLocks noEditPoints="1"/>
            </p:cNvSpPr>
            <p:nvPr/>
          </p:nvSpPr>
          <p:spPr bwMode="auto">
            <a:xfrm>
              <a:off x="4120871" y="3448162"/>
              <a:ext cx="461120" cy="535412"/>
            </a:xfrm>
            <a:custGeom>
              <a:avLst/>
              <a:gdLst>
                <a:gd name="T0" fmla="*/ 37 w 136"/>
                <a:gd name="T1" fmla="*/ 51 h 158"/>
                <a:gd name="T2" fmla="*/ 49 w 136"/>
                <a:gd name="T3" fmla="*/ 63 h 158"/>
                <a:gd name="T4" fmla="*/ 62 w 136"/>
                <a:gd name="T5" fmla="*/ 51 h 158"/>
                <a:gd name="T6" fmla="*/ 49 w 136"/>
                <a:gd name="T7" fmla="*/ 39 h 158"/>
                <a:gd name="T8" fmla="*/ 37 w 136"/>
                <a:gd name="T9" fmla="*/ 51 h 158"/>
                <a:gd name="T10" fmla="*/ 28 w 136"/>
                <a:gd name="T11" fmla="*/ 158 h 158"/>
                <a:gd name="T12" fmla="*/ 136 w 136"/>
                <a:gd name="T13" fmla="*/ 158 h 158"/>
                <a:gd name="T14" fmla="*/ 127 w 136"/>
                <a:gd name="T15" fmla="*/ 146 h 158"/>
                <a:gd name="T16" fmla="*/ 107 w 136"/>
                <a:gd name="T17" fmla="*/ 146 h 158"/>
                <a:gd name="T18" fmla="*/ 107 w 136"/>
                <a:gd name="T19" fmla="*/ 103 h 158"/>
                <a:gd name="T20" fmla="*/ 121 w 136"/>
                <a:gd name="T21" fmla="*/ 95 h 158"/>
                <a:gd name="T22" fmla="*/ 117 w 136"/>
                <a:gd name="T23" fmla="*/ 89 h 158"/>
                <a:gd name="T24" fmla="*/ 77 w 136"/>
                <a:gd name="T25" fmla="*/ 112 h 158"/>
                <a:gd name="T26" fmla="*/ 81 w 136"/>
                <a:gd name="T27" fmla="*/ 118 h 158"/>
                <a:gd name="T28" fmla="*/ 86 w 136"/>
                <a:gd name="T29" fmla="*/ 115 h 158"/>
                <a:gd name="T30" fmla="*/ 86 w 136"/>
                <a:gd name="T31" fmla="*/ 129 h 158"/>
                <a:gd name="T32" fmla="*/ 36 w 136"/>
                <a:gd name="T33" fmla="*/ 64 h 158"/>
                <a:gd name="T34" fmla="*/ 30 w 136"/>
                <a:gd name="T35" fmla="*/ 51 h 158"/>
                <a:gd name="T36" fmla="*/ 30 w 136"/>
                <a:gd name="T37" fmla="*/ 51 h 158"/>
                <a:gd name="T38" fmla="*/ 68 w 136"/>
                <a:gd name="T39" fmla="*/ 146 h 158"/>
                <a:gd name="T40" fmla="*/ 37 w 136"/>
                <a:gd name="T41" fmla="*/ 146 h 158"/>
                <a:gd name="T42" fmla="*/ 28 w 136"/>
                <a:gd name="T43" fmla="*/ 158 h 158"/>
                <a:gd name="T44" fmla="*/ 36 w 136"/>
                <a:gd name="T45" fmla="*/ 16 h 158"/>
                <a:gd name="T46" fmla="*/ 45 w 136"/>
                <a:gd name="T47" fmla="*/ 33 h 158"/>
                <a:gd name="T48" fmla="*/ 49 w 136"/>
                <a:gd name="T49" fmla="*/ 32 h 158"/>
                <a:gd name="T50" fmla="*/ 68 w 136"/>
                <a:gd name="T51" fmla="*/ 51 h 158"/>
                <a:gd name="T52" fmla="*/ 63 w 136"/>
                <a:gd name="T53" fmla="*/ 64 h 158"/>
                <a:gd name="T54" fmla="*/ 75 w 136"/>
                <a:gd name="T55" fmla="*/ 84 h 158"/>
                <a:gd name="T56" fmla="*/ 75 w 136"/>
                <a:gd name="T57" fmla="*/ 84 h 158"/>
                <a:gd name="T58" fmla="*/ 74 w 136"/>
                <a:gd name="T59" fmla="*/ 89 h 158"/>
                <a:gd name="T60" fmla="*/ 78 w 136"/>
                <a:gd name="T61" fmla="*/ 90 h 158"/>
                <a:gd name="T62" fmla="*/ 95 w 136"/>
                <a:gd name="T63" fmla="*/ 80 h 158"/>
                <a:gd name="T64" fmla="*/ 96 w 136"/>
                <a:gd name="T65" fmla="*/ 76 h 158"/>
                <a:gd name="T66" fmla="*/ 92 w 136"/>
                <a:gd name="T67" fmla="*/ 74 h 158"/>
                <a:gd name="T68" fmla="*/ 77 w 136"/>
                <a:gd name="T69" fmla="*/ 49 h 158"/>
                <a:gd name="T70" fmla="*/ 77 w 136"/>
                <a:gd name="T71" fmla="*/ 42 h 158"/>
                <a:gd name="T72" fmla="*/ 71 w 136"/>
                <a:gd name="T73" fmla="*/ 30 h 158"/>
                <a:gd name="T74" fmla="*/ 65 w 136"/>
                <a:gd name="T75" fmla="*/ 27 h 158"/>
                <a:gd name="T76" fmla="*/ 53 w 136"/>
                <a:gd name="T77" fmla="*/ 6 h 158"/>
                <a:gd name="T78" fmla="*/ 53 w 136"/>
                <a:gd name="T79" fmla="*/ 6 h 158"/>
                <a:gd name="T80" fmla="*/ 54 w 136"/>
                <a:gd name="T81" fmla="*/ 2 h 158"/>
                <a:gd name="T82" fmla="*/ 50 w 136"/>
                <a:gd name="T83" fmla="*/ 1 h 158"/>
                <a:gd name="T84" fmla="*/ 33 w 136"/>
                <a:gd name="T85" fmla="*/ 11 h 158"/>
                <a:gd name="T86" fmla="*/ 32 w 136"/>
                <a:gd name="T87" fmla="*/ 15 h 158"/>
                <a:gd name="T88" fmla="*/ 36 w 136"/>
                <a:gd name="T89" fmla="*/ 16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6" h="158">
                  <a:moveTo>
                    <a:pt x="37" y="51"/>
                  </a:moveTo>
                  <a:cubicBezTo>
                    <a:pt x="37" y="58"/>
                    <a:pt x="42" y="63"/>
                    <a:pt x="49" y="63"/>
                  </a:cubicBezTo>
                  <a:cubicBezTo>
                    <a:pt x="56" y="63"/>
                    <a:pt x="62" y="58"/>
                    <a:pt x="62" y="51"/>
                  </a:cubicBezTo>
                  <a:cubicBezTo>
                    <a:pt x="62" y="44"/>
                    <a:pt x="56" y="39"/>
                    <a:pt x="49" y="39"/>
                  </a:cubicBezTo>
                  <a:cubicBezTo>
                    <a:pt x="42" y="39"/>
                    <a:pt x="37" y="44"/>
                    <a:pt x="37" y="51"/>
                  </a:cubicBezTo>
                  <a:close/>
                  <a:moveTo>
                    <a:pt x="28" y="158"/>
                  </a:moveTo>
                  <a:cubicBezTo>
                    <a:pt x="136" y="158"/>
                    <a:pt x="136" y="158"/>
                    <a:pt x="136" y="158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07" y="146"/>
                    <a:pt x="107" y="146"/>
                    <a:pt x="107" y="146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21" y="95"/>
                    <a:pt x="121" y="95"/>
                    <a:pt x="121" y="95"/>
                  </a:cubicBezTo>
                  <a:cubicBezTo>
                    <a:pt x="117" y="89"/>
                    <a:pt x="117" y="89"/>
                    <a:pt x="117" y="89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81" y="118"/>
                    <a:pt x="81" y="118"/>
                    <a:pt x="81" y="118"/>
                  </a:cubicBezTo>
                  <a:cubicBezTo>
                    <a:pt x="86" y="115"/>
                    <a:pt x="86" y="115"/>
                    <a:pt x="86" y="115"/>
                  </a:cubicBezTo>
                  <a:cubicBezTo>
                    <a:pt x="86" y="129"/>
                    <a:pt x="86" y="129"/>
                    <a:pt x="86" y="129"/>
                  </a:cubicBezTo>
                  <a:cubicBezTo>
                    <a:pt x="38" y="128"/>
                    <a:pt x="18" y="86"/>
                    <a:pt x="36" y="64"/>
                  </a:cubicBezTo>
                  <a:cubicBezTo>
                    <a:pt x="32" y="61"/>
                    <a:pt x="30" y="56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0" y="74"/>
                    <a:pt x="14" y="129"/>
                    <a:pt x="68" y="146"/>
                  </a:cubicBezTo>
                  <a:cubicBezTo>
                    <a:pt x="37" y="146"/>
                    <a:pt x="37" y="146"/>
                    <a:pt x="37" y="146"/>
                  </a:cubicBezTo>
                  <a:lnTo>
                    <a:pt x="28" y="158"/>
                  </a:lnTo>
                  <a:close/>
                  <a:moveTo>
                    <a:pt x="36" y="16"/>
                  </a:moveTo>
                  <a:cubicBezTo>
                    <a:pt x="45" y="33"/>
                    <a:pt x="45" y="33"/>
                    <a:pt x="45" y="33"/>
                  </a:cubicBezTo>
                  <a:cubicBezTo>
                    <a:pt x="47" y="33"/>
                    <a:pt x="48" y="32"/>
                    <a:pt x="49" y="32"/>
                  </a:cubicBezTo>
                  <a:cubicBezTo>
                    <a:pt x="60" y="32"/>
                    <a:pt x="68" y="41"/>
                    <a:pt x="68" y="51"/>
                  </a:cubicBezTo>
                  <a:cubicBezTo>
                    <a:pt x="68" y="56"/>
                    <a:pt x="66" y="60"/>
                    <a:pt x="63" y="64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73" y="85"/>
                    <a:pt x="73" y="87"/>
                    <a:pt x="74" y="89"/>
                  </a:cubicBezTo>
                  <a:cubicBezTo>
                    <a:pt x="74" y="90"/>
                    <a:pt x="76" y="91"/>
                    <a:pt x="78" y="90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97" y="79"/>
                    <a:pt x="97" y="77"/>
                    <a:pt x="96" y="76"/>
                  </a:cubicBezTo>
                  <a:cubicBezTo>
                    <a:pt x="95" y="74"/>
                    <a:pt x="93" y="74"/>
                    <a:pt x="92" y="74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8" y="47"/>
                    <a:pt x="79" y="44"/>
                    <a:pt x="77" y="42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0" y="28"/>
                    <a:pt x="67" y="27"/>
                    <a:pt x="65" y="2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5" y="5"/>
                    <a:pt x="55" y="3"/>
                    <a:pt x="54" y="2"/>
                  </a:cubicBezTo>
                  <a:cubicBezTo>
                    <a:pt x="53" y="0"/>
                    <a:pt x="51" y="0"/>
                    <a:pt x="50" y="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1" y="11"/>
                    <a:pt x="31" y="14"/>
                    <a:pt x="32" y="15"/>
                  </a:cubicBezTo>
                  <a:cubicBezTo>
                    <a:pt x="32" y="17"/>
                    <a:pt x="34" y="17"/>
                    <a:pt x="36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79"/>
            <p:cNvSpPr>
              <a:spLocks noEditPoints="1"/>
            </p:cNvSpPr>
            <p:nvPr/>
          </p:nvSpPr>
          <p:spPr bwMode="auto">
            <a:xfrm>
              <a:off x="5235244" y="3522453"/>
              <a:ext cx="504671" cy="458558"/>
            </a:xfrm>
            <a:custGeom>
              <a:avLst/>
              <a:gdLst>
                <a:gd name="T0" fmla="*/ 68 w 149"/>
                <a:gd name="T1" fmla="*/ 53 h 135"/>
                <a:gd name="T2" fmla="*/ 75 w 149"/>
                <a:gd name="T3" fmla="*/ 67 h 135"/>
                <a:gd name="T4" fmla="*/ 83 w 149"/>
                <a:gd name="T5" fmla="*/ 72 h 135"/>
                <a:gd name="T6" fmla="*/ 53 w 149"/>
                <a:gd name="T7" fmla="*/ 71 h 135"/>
                <a:gd name="T8" fmla="*/ 51 w 149"/>
                <a:gd name="T9" fmla="*/ 56 h 135"/>
                <a:gd name="T10" fmla="*/ 33 w 149"/>
                <a:gd name="T11" fmla="*/ 71 h 135"/>
                <a:gd name="T12" fmla="*/ 44 w 149"/>
                <a:gd name="T13" fmla="*/ 83 h 135"/>
                <a:gd name="T14" fmla="*/ 62 w 149"/>
                <a:gd name="T15" fmla="*/ 78 h 135"/>
                <a:gd name="T16" fmla="*/ 131 w 149"/>
                <a:gd name="T17" fmla="*/ 54 h 135"/>
                <a:gd name="T18" fmla="*/ 106 w 149"/>
                <a:gd name="T19" fmla="*/ 68 h 135"/>
                <a:gd name="T20" fmla="*/ 108 w 149"/>
                <a:gd name="T21" fmla="*/ 76 h 135"/>
                <a:gd name="T22" fmla="*/ 127 w 149"/>
                <a:gd name="T23" fmla="*/ 64 h 135"/>
                <a:gd name="T24" fmla="*/ 75 w 149"/>
                <a:gd name="T25" fmla="*/ 88 h 135"/>
                <a:gd name="T26" fmla="*/ 96 w 149"/>
                <a:gd name="T27" fmla="*/ 78 h 135"/>
                <a:gd name="T28" fmla="*/ 109 w 149"/>
                <a:gd name="T29" fmla="*/ 64 h 135"/>
                <a:gd name="T30" fmla="*/ 88 w 149"/>
                <a:gd name="T31" fmla="*/ 81 h 135"/>
                <a:gd name="T32" fmla="*/ 65 w 149"/>
                <a:gd name="T33" fmla="*/ 85 h 135"/>
                <a:gd name="T34" fmla="*/ 57 w 149"/>
                <a:gd name="T35" fmla="*/ 24 h 135"/>
                <a:gd name="T36" fmla="*/ 71 w 149"/>
                <a:gd name="T37" fmla="*/ 18 h 135"/>
                <a:gd name="T38" fmla="*/ 59 w 149"/>
                <a:gd name="T39" fmla="*/ 9 h 135"/>
                <a:gd name="T40" fmla="*/ 90 w 149"/>
                <a:gd name="T41" fmla="*/ 18 h 135"/>
                <a:gd name="T42" fmla="*/ 115 w 149"/>
                <a:gd name="T43" fmla="*/ 15 h 135"/>
                <a:gd name="T44" fmla="*/ 98 w 149"/>
                <a:gd name="T45" fmla="*/ 3 h 135"/>
                <a:gd name="T46" fmla="*/ 60 w 149"/>
                <a:gd name="T47" fmla="*/ 4 h 135"/>
                <a:gd name="T48" fmla="*/ 23 w 149"/>
                <a:gd name="T49" fmla="*/ 48 h 135"/>
                <a:gd name="T50" fmla="*/ 16 w 149"/>
                <a:gd name="T51" fmla="*/ 41 h 135"/>
                <a:gd name="T52" fmla="*/ 29 w 149"/>
                <a:gd name="T53" fmla="*/ 22 h 135"/>
                <a:gd name="T54" fmla="*/ 23 w 149"/>
                <a:gd name="T55" fmla="*/ 33 h 135"/>
                <a:gd name="T56" fmla="*/ 125 w 149"/>
                <a:gd name="T57" fmla="*/ 21 h 135"/>
                <a:gd name="T58" fmla="*/ 124 w 149"/>
                <a:gd name="T59" fmla="*/ 44 h 135"/>
                <a:gd name="T60" fmla="*/ 140 w 149"/>
                <a:gd name="T61" fmla="*/ 28 h 135"/>
                <a:gd name="T62" fmla="*/ 129 w 149"/>
                <a:gd name="T63" fmla="*/ 15 h 135"/>
                <a:gd name="T64" fmla="*/ 125 w 149"/>
                <a:gd name="T65" fmla="*/ 21 h 135"/>
                <a:gd name="T66" fmla="*/ 36 w 149"/>
                <a:gd name="T67" fmla="*/ 55 h 135"/>
                <a:gd name="T68" fmla="*/ 8 w 149"/>
                <a:gd name="T69" fmla="*/ 48 h 135"/>
                <a:gd name="T70" fmla="*/ 15 w 149"/>
                <a:gd name="T71" fmla="*/ 58 h 135"/>
                <a:gd name="T72" fmla="*/ 28 w 149"/>
                <a:gd name="T73" fmla="*/ 55 h 135"/>
                <a:gd name="T74" fmla="*/ 70 w 149"/>
                <a:gd name="T75" fmla="*/ 99 h 135"/>
                <a:gd name="T76" fmla="*/ 110 w 149"/>
                <a:gd name="T77" fmla="*/ 131 h 135"/>
                <a:gd name="T78" fmla="*/ 125 w 149"/>
                <a:gd name="T79" fmla="*/ 80 h 135"/>
                <a:gd name="T80" fmla="*/ 88 w 149"/>
                <a:gd name="T81" fmla="*/ 94 h 135"/>
                <a:gd name="T82" fmla="*/ 130 w 149"/>
                <a:gd name="T83" fmla="*/ 87 h 135"/>
                <a:gd name="T84" fmla="*/ 54 w 149"/>
                <a:gd name="T85" fmla="*/ 45 h 135"/>
                <a:gd name="T86" fmla="*/ 66 w 149"/>
                <a:gd name="T87" fmla="*/ 37 h 135"/>
                <a:gd name="T88" fmla="*/ 42 w 149"/>
                <a:gd name="T89" fmla="*/ 43 h 135"/>
                <a:gd name="T90" fmla="*/ 42 w 149"/>
                <a:gd name="T91" fmla="*/ 31 h 135"/>
                <a:gd name="T92" fmla="*/ 30 w 149"/>
                <a:gd name="T93" fmla="*/ 34 h 135"/>
                <a:gd name="T94" fmla="*/ 102 w 149"/>
                <a:gd name="T95" fmla="*/ 46 h 135"/>
                <a:gd name="T96" fmla="*/ 83 w 149"/>
                <a:gd name="T97" fmla="*/ 51 h 135"/>
                <a:gd name="T98" fmla="*/ 94 w 149"/>
                <a:gd name="T99" fmla="*/ 51 h 135"/>
                <a:gd name="T100" fmla="*/ 117 w 149"/>
                <a:gd name="T101" fmla="*/ 36 h 135"/>
                <a:gd name="T102" fmla="*/ 96 w 149"/>
                <a:gd name="T103" fmla="*/ 29 h 135"/>
                <a:gd name="T104" fmla="*/ 70 w 149"/>
                <a:gd name="T105" fmla="*/ 39 h 135"/>
                <a:gd name="T106" fmla="*/ 89 w 149"/>
                <a:gd name="T107" fmla="*/ 38 h 135"/>
                <a:gd name="T108" fmla="*/ 109 w 149"/>
                <a:gd name="T109" fmla="*/ 34 h 135"/>
                <a:gd name="T110" fmla="*/ 139 w 149"/>
                <a:gd name="T111" fmla="*/ 55 h 135"/>
                <a:gd name="T112" fmla="*/ 131 w 149"/>
                <a:gd name="T113" fmla="*/ 66 h 135"/>
                <a:gd name="T114" fmla="*/ 146 w 149"/>
                <a:gd name="T115" fmla="*/ 6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9" h="135">
                  <a:moveTo>
                    <a:pt x="83" y="72"/>
                  </a:moveTo>
                  <a:cubicBezTo>
                    <a:pt x="86" y="68"/>
                    <a:pt x="78" y="66"/>
                    <a:pt x="76" y="59"/>
                  </a:cubicBezTo>
                  <a:cubicBezTo>
                    <a:pt x="74" y="52"/>
                    <a:pt x="70" y="48"/>
                    <a:pt x="68" y="53"/>
                  </a:cubicBezTo>
                  <a:cubicBezTo>
                    <a:pt x="67" y="58"/>
                    <a:pt x="67" y="65"/>
                    <a:pt x="67" y="65"/>
                  </a:cubicBezTo>
                  <a:cubicBezTo>
                    <a:pt x="67" y="65"/>
                    <a:pt x="69" y="65"/>
                    <a:pt x="71" y="65"/>
                  </a:cubicBezTo>
                  <a:cubicBezTo>
                    <a:pt x="74" y="65"/>
                    <a:pt x="75" y="66"/>
                    <a:pt x="75" y="67"/>
                  </a:cubicBezTo>
                  <a:cubicBezTo>
                    <a:pt x="75" y="68"/>
                    <a:pt x="73" y="69"/>
                    <a:pt x="67" y="68"/>
                  </a:cubicBezTo>
                  <a:cubicBezTo>
                    <a:pt x="60" y="68"/>
                    <a:pt x="61" y="74"/>
                    <a:pt x="67" y="75"/>
                  </a:cubicBezTo>
                  <a:cubicBezTo>
                    <a:pt x="73" y="77"/>
                    <a:pt x="80" y="75"/>
                    <a:pt x="83" y="72"/>
                  </a:cubicBezTo>
                  <a:close/>
                  <a:moveTo>
                    <a:pt x="47" y="72"/>
                  </a:moveTo>
                  <a:cubicBezTo>
                    <a:pt x="43" y="70"/>
                    <a:pt x="44" y="68"/>
                    <a:pt x="44" y="68"/>
                  </a:cubicBezTo>
                  <a:cubicBezTo>
                    <a:pt x="44" y="68"/>
                    <a:pt x="45" y="68"/>
                    <a:pt x="53" y="71"/>
                  </a:cubicBezTo>
                  <a:cubicBezTo>
                    <a:pt x="60" y="73"/>
                    <a:pt x="62" y="67"/>
                    <a:pt x="64" y="62"/>
                  </a:cubicBezTo>
                  <a:cubicBezTo>
                    <a:pt x="66" y="57"/>
                    <a:pt x="65" y="53"/>
                    <a:pt x="61" y="52"/>
                  </a:cubicBezTo>
                  <a:cubicBezTo>
                    <a:pt x="57" y="50"/>
                    <a:pt x="51" y="52"/>
                    <a:pt x="51" y="56"/>
                  </a:cubicBezTo>
                  <a:cubicBezTo>
                    <a:pt x="51" y="60"/>
                    <a:pt x="54" y="60"/>
                    <a:pt x="55" y="62"/>
                  </a:cubicBezTo>
                  <a:cubicBezTo>
                    <a:pt x="51" y="63"/>
                    <a:pt x="47" y="57"/>
                    <a:pt x="42" y="59"/>
                  </a:cubicBezTo>
                  <a:cubicBezTo>
                    <a:pt x="37" y="60"/>
                    <a:pt x="35" y="64"/>
                    <a:pt x="33" y="71"/>
                  </a:cubicBezTo>
                  <a:cubicBezTo>
                    <a:pt x="32" y="79"/>
                    <a:pt x="36" y="79"/>
                    <a:pt x="42" y="79"/>
                  </a:cubicBezTo>
                  <a:cubicBezTo>
                    <a:pt x="47" y="79"/>
                    <a:pt x="49" y="81"/>
                    <a:pt x="53" y="83"/>
                  </a:cubicBezTo>
                  <a:cubicBezTo>
                    <a:pt x="51" y="84"/>
                    <a:pt x="46" y="83"/>
                    <a:pt x="44" y="83"/>
                  </a:cubicBezTo>
                  <a:cubicBezTo>
                    <a:pt x="43" y="82"/>
                    <a:pt x="35" y="78"/>
                    <a:pt x="39" y="85"/>
                  </a:cubicBezTo>
                  <a:cubicBezTo>
                    <a:pt x="43" y="91"/>
                    <a:pt x="52" y="94"/>
                    <a:pt x="57" y="93"/>
                  </a:cubicBezTo>
                  <a:cubicBezTo>
                    <a:pt x="61" y="92"/>
                    <a:pt x="65" y="83"/>
                    <a:pt x="62" y="78"/>
                  </a:cubicBezTo>
                  <a:cubicBezTo>
                    <a:pt x="59" y="72"/>
                    <a:pt x="51" y="74"/>
                    <a:pt x="47" y="72"/>
                  </a:cubicBezTo>
                  <a:close/>
                  <a:moveTo>
                    <a:pt x="126" y="59"/>
                  </a:moveTo>
                  <a:cubicBezTo>
                    <a:pt x="131" y="61"/>
                    <a:pt x="137" y="57"/>
                    <a:pt x="131" y="54"/>
                  </a:cubicBezTo>
                  <a:cubicBezTo>
                    <a:pt x="125" y="50"/>
                    <a:pt x="117" y="51"/>
                    <a:pt x="114" y="55"/>
                  </a:cubicBezTo>
                  <a:cubicBezTo>
                    <a:pt x="111" y="58"/>
                    <a:pt x="113" y="64"/>
                    <a:pt x="120" y="68"/>
                  </a:cubicBezTo>
                  <a:cubicBezTo>
                    <a:pt x="117" y="67"/>
                    <a:pt x="111" y="67"/>
                    <a:pt x="106" y="68"/>
                  </a:cubicBezTo>
                  <a:cubicBezTo>
                    <a:pt x="101" y="69"/>
                    <a:pt x="100" y="71"/>
                    <a:pt x="100" y="77"/>
                  </a:cubicBezTo>
                  <a:cubicBezTo>
                    <a:pt x="99" y="82"/>
                    <a:pt x="98" y="83"/>
                    <a:pt x="102" y="83"/>
                  </a:cubicBezTo>
                  <a:cubicBezTo>
                    <a:pt x="106" y="84"/>
                    <a:pt x="108" y="80"/>
                    <a:pt x="108" y="76"/>
                  </a:cubicBezTo>
                  <a:cubicBezTo>
                    <a:pt x="107" y="73"/>
                    <a:pt x="107" y="70"/>
                    <a:pt x="110" y="75"/>
                  </a:cubicBezTo>
                  <a:cubicBezTo>
                    <a:pt x="113" y="80"/>
                    <a:pt x="116" y="80"/>
                    <a:pt x="121" y="79"/>
                  </a:cubicBezTo>
                  <a:cubicBezTo>
                    <a:pt x="126" y="77"/>
                    <a:pt x="128" y="70"/>
                    <a:pt x="127" y="64"/>
                  </a:cubicBezTo>
                  <a:cubicBezTo>
                    <a:pt x="126" y="59"/>
                    <a:pt x="119" y="58"/>
                    <a:pt x="119" y="58"/>
                  </a:cubicBezTo>
                  <a:cubicBezTo>
                    <a:pt x="119" y="58"/>
                    <a:pt x="121" y="57"/>
                    <a:pt x="126" y="59"/>
                  </a:cubicBezTo>
                  <a:close/>
                  <a:moveTo>
                    <a:pt x="75" y="88"/>
                  </a:moveTo>
                  <a:cubicBezTo>
                    <a:pt x="75" y="84"/>
                    <a:pt x="76" y="81"/>
                    <a:pt x="76" y="83"/>
                  </a:cubicBezTo>
                  <a:cubicBezTo>
                    <a:pt x="77" y="86"/>
                    <a:pt x="78" y="92"/>
                    <a:pt x="86" y="90"/>
                  </a:cubicBezTo>
                  <a:cubicBezTo>
                    <a:pt x="95" y="88"/>
                    <a:pt x="98" y="85"/>
                    <a:pt x="96" y="78"/>
                  </a:cubicBezTo>
                  <a:cubicBezTo>
                    <a:pt x="95" y="70"/>
                    <a:pt x="91" y="68"/>
                    <a:pt x="89" y="67"/>
                  </a:cubicBezTo>
                  <a:cubicBezTo>
                    <a:pt x="88" y="65"/>
                    <a:pt x="91" y="65"/>
                    <a:pt x="95" y="66"/>
                  </a:cubicBezTo>
                  <a:cubicBezTo>
                    <a:pt x="99" y="67"/>
                    <a:pt x="106" y="67"/>
                    <a:pt x="109" y="64"/>
                  </a:cubicBezTo>
                  <a:cubicBezTo>
                    <a:pt x="112" y="61"/>
                    <a:pt x="110" y="56"/>
                    <a:pt x="101" y="58"/>
                  </a:cubicBezTo>
                  <a:cubicBezTo>
                    <a:pt x="91" y="60"/>
                    <a:pt x="84" y="63"/>
                    <a:pt x="84" y="66"/>
                  </a:cubicBezTo>
                  <a:cubicBezTo>
                    <a:pt x="84" y="69"/>
                    <a:pt x="87" y="77"/>
                    <a:pt x="88" y="81"/>
                  </a:cubicBezTo>
                  <a:cubicBezTo>
                    <a:pt x="89" y="85"/>
                    <a:pt x="87" y="82"/>
                    <a:pt x="85" y="79"/>
                  </a:cubicBezTo>
                  <a:cubicBezTo>
                    <a:pt x="84" y="76"/>
                    <a:pt x="78" y="76"/>
                    <a:pt x="74" y="78"/>
                  </a:cubicBezTo>
                  <a:cubicBezTo>
                    <a:pt x="69" y="79"/>
                    <a:pt x="67" y="81"/>
                    <a:pt x="65" y="85"/>
                  </a:cubicBezTo>
                  <a:cubicBezTo>
                    <a:pt x="64" y="90"/>
                    <a:pt x="61" y="96"/>
                    <a:pt x="68" y="96"/>
                  </a:cubicBezTo>
                  <a:cubicBezTo>
                    <a:pt x="75" y="97"/>
                    <a:pt x="75" y="92"/>
                    <a:pt x="75" y="88"/>
                  </a:cubicBezTo>
                  <a:close/>
                  <a:moveTo>
                    <a:pt x="57" y="24"/>
                  </a:moveTo>
                  <a:cubicBezTo>
                    <a:pt x="62" y="25"/>
                    <a:pt x="66" y="27"/>
                    <a:pt x="68" y="30"/>
                  </a:cubicBezTo>
                  <a:cubicBezTo>
                    <a:pt x="71" y="32"/>
                    <a:pt x="75" y="32"/>
                    <a:pt x="77" y="27"/>
                  </a:cubicBezTo>
                  <a:cubicBezTo>
                    <a:pt x="79" y="22"/>
                    <a:pt x="77" y="19"/>
                    <a:pt x="71" y="18"/>
                  </a:cubicBezTo>
                  <a:cubicBezTo>
                    <a:pt x="65" y="18"/>
                    <a:pt x="61" y="20"/>
                    <a:pt x="59" y="21"/>
                  </a:cubicBezTo>
                  <a:cubicBezTo>
                    <a:pt x="57" y="22"/>
                    <a:pt x="60" y="20"/>
                    <a:pt x="60" y="16"/>
                  </a:cubicBezTo>
                  <a:cubicBezTo>
                    <a:pt x="60" y="12"/>
                    <a:pt x="59" y="11"/>
                    <a:pt x="59" y="9"/>
                  </a:cubicBezTo>
                  <a:cubicBezTo>
                    <a:pt x="58" y="6"/>
                    <a:pt x="61" y="13"/>
                    <a:pt x="66" y="15"/>
                  </a:cubicBezTo>
                  <a:cubicBezTo>
                    <a:pt x="71" y="16"/>
                    <a:pt x="72" y="15"/>
                    <a:pt x="75" y="17"/>
                  </a:cubicBezTo>
                  <a:cubicBezTo>
                    <a:pt x="79" y="19"/>
                    <a:pt x="85" y="24"/>
                    <a:pt x="90" y="18"/>
                  </a:cubicBezTo>
                  <a:cubicBezTo>
                    <a:pt x="94" y="11"/>
                    <a:pt x="94" y="9"/>
                    <a:pt x="94" y="13"/>
                  </a:cubicBezTo>
                  <a:cubicBezTo>
                    <a:pt x="94" y="17"/>
                    <a:pt x="92" y="20"/>
                    <a:pt x="101" y="20"/>
                  </a:cubicBezTo>
                  <a:cubicBezTo>
                    <a:pt x="109" y="20"/>
                    <a:pt x="113" y="20"/>
                    <a:pt x="115" y="15"/>
                  </a:cubicBezTo>
                  <a:cubicBezTo>
                    <a:pt x="118" y="10"/>
                    <a:pt x="111" y="7"/>
                    <a:pt x="108" y="11"/>
                  </a:cubicBezTo>
                  <a:cubicBezTo>
                    <a:pt x="104" y="14"/>
                    <a:pt x="103" y="14"/>
                    <a:pt x="105" y="11"/>
                  </a:cubicBezTo>
                  <a:cubicBezTo>
                    <a:pt x="107" y="7"/>
                    <a:pt x="106" y="4"/>
                    <a:pt x="98" y="3"/>
                  </a:cubicBezTo>
                  <a:cubicBezTo>
                    <a:pt x="89" y="3"/>
                    <a:pt x="83" y="3"/>
                    <a:pt x="84" y="11"/>
                  </a:cubicBezTo>
                  <a:cubicBezTo>
                    <a:pt x="84" y="19"/>
                    <a:pt x="82" y="13"/>
                    <a:pt x="81" y="8"/>
                  </a:cubicBezTo>
                  <a:cubicBezTo>
                    <a:pt x="79" y="3"/>
                    <a:pt x="71" y="0"/>
                    <a:pt x="60" y="4"/>
                  </a:cubicBezTo>
                  <a:cubicBezTo>
                    <a:pt x="49" y="8"/>
                    <a:pt x="46" y="11"/>
                    <a:pt x="48" y="18"/>
                  </a:cubicBezTo>
                  <a:cubicBezTo>
                    <a:pt x="50" y="25"/>
                    <a:pt x="52" y="24"/>
                    <a:pt x="57" y="24"/>
                  </a:cubicBezTo>
                  <a:close/>
                  <a:moveTo>
                    <a:pt x="23" y="48"/>
                  </a:moveTo>
                  <a:cubicBezTo>
                    <a:pt x="25" y="48"/>
                    <a:pt x="29" y="46"/>
                    <a:pt x="28" y="42"/>
                  </a:cubicBezTo>
                  <a:cubicBezTo>
                    <a:pt x="27" y="38"/>
                    <a:pt x="23" y="42"/>
                    <a:pt x="20" y="42"/>
                  </a:cubicBezTo>
                  <a:cubicBezTo>
                    <a:pt x="18" y="43"/>
                    <a:pt x="16" y="41"/>
                    <a:pt x="16" y="41"/>
                  </a:cubicBezTo>
                  <a:cubicBezTo>
                    <a:pt x="16" y="41"/>
                    <a:pt x="24" y="41"/>
                    <a:pt x="27" y="35"/>
                  </a:cubicBezTo>
                  <a:cubicBezTo>
                    <a:pt x="31" y="28"/>
                    <a:pt x="22" y="24"/>
                    <a:pt x="22" y="24"/>
                  </a:cubicBezTo>
                  <a:cubicBezTo>
                    <a:pt x="22" y="24"/>
                    <a:pt x="26" y="25"/>
                    <a:pt x="29" y="22"/>
                  </a:cubicBezTo>
                  <a:cubicBezTo>
                    <a:pt x="32" y="19"/>
                    <a:pt x="28" y="15"/>
                    <a:pt x="21" y="19"/>
                  </a:cubicBezTo>
                  <a:cubicBezTo>
                    <a:pt x="14" y="24"/>
                    <a:pt x="15" y="28"/>
                    <a:pt x="19" y="30"/>
                  </a:cubicBezTo>
                  <a:cubicBezTo>
                    <a:pt x="22" y="32"/>
                    <a:pt x="23" y="33"/>
                    <a:pt x="23" y="33"/>
                  </a:cubicBezTo>
                  <a:cubicBezTo>
                    <a:pt x="23" y="33"/>
                    <a:pt x="10" y="27"/>
                    <a:pt x="9" y="38"/>
                  </a:cubicBezTo>
                  <a:cubicBezTo>
                    <a:pt x="8" y="48"/>
                    <a:pt x="21" y="49"/>
                    <a:pt x="23" y="48"/>
                  </a:cubicBezTo>
                  <a:close/>
                  <a:moveTo>
                    <a:pt x="125" y="21"/>
                  </a:moveTo>
                  <a:cubicBezTo>
                    <a:pt x="123" y="24"/>
                    <a:pt x="120" y="33"/>
                    <a:pt x="123" y="37"/>
                  </a:cubicBezTo>
                  <a:cubicBezTo>
                    <a:pt x="125" y="40"/>
                    <a:pt x="133" y="41"/>
                    <a:pt x="135" y="42"/>
                  </a:cubicBezTo>
                  <a:cubicBezTo>
                    <a:pt x="137" y="43"/>
                    <a:pt x="128" y="43"/>
                    <a:pt x="124" y="44"/>
                  </a:cubicBezTo>
                  <a:cubicBezTo>
                    <a:pt x="120" y="45"/>
                    <a:pt x="119" y="48"/>
                    <a:pt x="126" y="49"/>
                  </a:cubicBezTo>
                  <a:cubicBezTo>
                    <a:pt x="134" y="51"/>
                    <a:pt x="141" y="54"/>
                    <a:pt x="144" y="48"/>
                  </a:cubicBezTo>
                  <a:cubicBezTo>
                    <a:pt x="148" y="41"/>
                    <a:pt x="143" y="32"/>
                    <a:pt x="140" y="28"/>
                  </a:cubicBezTo>
                  <a:cubicBezTo>
                    <a:pt x="137" y="24"/>
                    <a:pt x="133" y="29"/>
                    <a:pt x="132" y="33"/>
                  </a:cubicBezTo>
                  <a:cubicBezTo>
                    <a:pt x="131" y="30"/>
                    <a:pt x="132" y="29"/>
                    <a:pt x="134" y="25"/>
                  </a:cubicBezTo>
                  <a:cubicBezTo>
                    <a:pt x="136" y="20"/>
                    <a:pt x="134" y="19"/>
                    <a:pt x="129" y="15"/>
                  </a:cubicBezTo>
                  <a:cubicBezTo>
                    <a:pt x="124" y="12"/>
                    <a:pt x="121" y="14"/>
                    <a:pt x="120" y="14"/>
                  </a:cubicBezTo>
                  <a:cubicBezTo>
                    <a:pt x="116" y="16"/>
                    <a:pt x="115" y="22"/>
                    <a:pt x="118" y="24"/>
                  </a:cubicBezTo>
                  <a:cubicBezTo>
                    <a:pt x="121" y="26"/>
                    <a:pt x="123" y="21"/>
                    <a:pt x="125" y="21"/>
                  </a:cubicBezTo>
                  <a:close/>
                  <a:moveTo>
                    <a:pt x="28" y="55"/>
                  </a:moveTo>
                  <a:cubicBezTo>
                    <a:pt x="28" y="55"/>
                    <a:pt x="29" y="54"/>
                    <a:pt x="32" y="56"/>
                  </a:cubicBezTo>
                  <a:cubicBezTo>
                    <a:pt x="34" y="59"/>
                    <a:pt x="37" y="61"/>
                    <a:pt x="36" y="55"/>
                  </a:cubicBezTo>
                  <a:cubicBezTo>
                    <a:pt x="36" y="50"/>
                    <a:pt x="30" y="48"/>
                    <a:pt x="26" y="49"/>
                  </a:cubicBezTo>
                  <a:cubicBezTo>
                    <a:pt x="22" y="50"/>
                    <a:pt x="21" y="54"/>
                    <a:pt x="23" y="61"/>
                  </a:cubicBezTo>
                  <a:cubicBezTo>
                    <a:pt x="21" y="57"/>
                    <a:pt x="16" y="46"/>
                    <a:pt x="8" y="48"/>
                  </a:cubicBezTo>
                  <a:cubicBezTo>
                    <a:pt x="0" y="49"/>
                    <a:pt x="4" y="62"/>
                    <a:pt x="8" y="64"/>
                  </a:cubicBezTo>
                  <a:cubicBezTo>
                    <a:pt x="12" y="65"/>
                    <a:pt x="11" y="63"/>
                    <a:pt x="13" y="59"/>
                  </a:cubicBezTo>
                  <a:cubicBezTo>
                    <a:pt x="14" y="56"/>
                    <a:pt x="15" y="58"/>
                    <a:pt x="15" y="58"/>
                  </a:cubicBezTo>
                  <a:cubicBezTo>
                    <a:pt x="15" y="58"/>
                    <a:pt x="12" y="62"/>
                    <a:pt x="15" y="66"/>
                  </a:cubicBezTo>
                  <a:cubicBezTo>
                    <a:pt x="19" y="70"/>
                    <a:pt x="28" y="71"/>
                    <a:pt x="31" y="65"/>
                  </a:cubicBezTo>
                  <a:cubicBezTo>
                    <a:pt x="35" y="59"/>
                    <a:pt x="28" y="55"/>
                    <a:pt x="28" y="55"/>
                  </a:cubicBezTo>
                  <a:close/>
                  <a:moveTo>
                    <a:pt x="83" y="103"/>
                  </a:moveTo>
                  <a:cubicBezTo>
                    <a:pt x="80" y="100"/>
                    <a:pt x="79" y="97"/>
                    <a:pt x="77" y="98"/>
                  </a:cubicBezTo>
                  <a:cubicBezTo>
                    <a:pt x="75" y="99"/>
                    <a:pt x="70" y="99"/>
                    <a:pt x="70" y="99"/>
                  </a:cubicBezTo>
                  <a:cubicBezTo>
                    <a:pt x="70" y="99"/>
                    <a:pt x="81" y="108"/>
                    <a:pt x="85" y="113"/>
                  </a:cubicBezTo>
                  <a:cubicBezTo>
                    <a:pt x="88" y="118"/>
                    <a:pt x="94" y="134"/>
                    <a:pt x="94" y="134"/>
                  </a:cubicBezTo>
                  <a:cubicBezTo>
                    <a:pt x="94" y="134"/>
                    <a:pt x="107" y="135"/>
                    <a:pt x="110" y="131"/>
                  </a:cubicBezTo>
                  <a:cubicBezTo>
                    <a:pt x="103" y="125"/>
                    <a:pt x="101" y="113"/>
                    <a:pt x="98" y="109"/>
                  </a:cubicBezTo>
                  <a:cubicBezTo>
                    <a:pt x="94" y="109"/>
                    <a:pt x="86" y="106"/>
                    <a:pt x="83" y="103"/>
                  </a:cubicBezTo>
                  <a:close/>
                  <a:moveTo>
                    <a:pt x="125" y="80"/>
                  </a:moveTo>
                  <a:cubicBezTo>
                    <a:pt x="121" y="82"/>
                    <a:pt x="115" y="86"/>
                    <a:pt x="109" y="87"/>
                  </a:cubicBezTo>
                  <a:cubicBezTo>
                    <a:pt x="104" y="87"/>
                    <a:pt x="102" y="87"/>
                    <a:pt x="100" y="89"/>
                  </a:cubicBezTo>
                  <a:cubicBezTo>
                    <a:pt x="98" y="90"/>
                    <a:pt x="95" y="93"/>
                    <a:pt x="88" y="94"/>
                  </a:cubicBezTo>
                  <a:cubicBezTo>
                    <a:pt x="82" y="95"/>
                    <a:pt x="80" y="96"/>
                    <a:pt x="83" y="99"/>
                  </a:cubicBezTo>
                  <a:cubicBezTo>
                    <a:pt x="86" y="102"/>
                    <a:pt x="91" y="106"/>
                    <a:pt x="102" y="106"/>
                  </a:cubicBezTo>
                  <a:cubicBezTo>
                    <a:pt x="112" y="106"/>
                    <a:pt x="125" y="96"/>
                    <a:pt x="130" y="87"/>
                  </a:cubicBezTo>
                  <a:cubicBezTo>
                    <a:pt x="136" y="79"/>
                    <a:pt x="129" y="79"/>
                    <a:pt x="125" y="80"/>
                  </a:cubicBezTo>
                  <a:close/>
                  <a:moveTo>
                    <a:pt x="43" y="52"/>
                  </a:moveTo>
                  <a:cubicBezTo>
                    <a:pt x="50" y="53"/>
                    <a:pt x="54" y="49"/>
                    <a:pt x="54" y="45"/>
                  </a:cubicBezTo>
                  <a:cubicBezTo>
                    <a:pt x="54" y="41"/>
                    <a:pt x="51" y="36"/>
                    <a:pt x="51" y="36"/>
                  </a:cubicBezTo>
                  <a:cubicBezTo>
                    <a:pt x="51" y="36"/>
                    <a:pt x="58" y="47"/>
                    <a:pt x="61" y="47"/>
                  </a:cubicBezTo>
                  <a:cubicBezTo>
                    <a:pt x="65" y="48"/>
                    <a:pt x="68" y="45"/>
                    <a:pt x="66" y="37"/>
                  </a:cubicBezTo>
                  <a:cubicBezTo>
                    <a:pt x="65" y="29"/>
                    <a:pt x="60" y="25"/>
                    <a:pt x="52" y="28"/>
                  </a:cubicBezTo>
                  <a:cubicBezTo>
                    <a:pt x="44" y="31"/>
                    <a:pt x="39" y="35"/>
                    <a:pt x="40" y="38"/>
                  </a:cubicBezTo>
                  <a:cubicBezTo>
                    <a:pt x="41" y="40"/>
                    <a:pt x="42" y="43"/>
                    <a:pt x="42" y="43"/>
                  </a:cubicBezTo>
                  <a:cubicBezTo>
                    <a:pt x="42" y="43"/>
                    <a:pt x="39" y="43"/>
                    <a:pt x="37" y="39"/>
                  </a:cubicBezTo>
                  <a:cubicBezTo>
                    <a:pt x="35" y="34"/>
                    <a:pt x="37" y="25"/>
                    <a:pt x="37" y="25"/>
                  </a:cubicBezTo>
                  <a:cubicBezTo>
                    <a:pt x="37" y="25"/>
                    <a:pt x="37" y="32"/>
                    <a:pt x="42" y="31"/>
                  </a:cubicBezTo>
                  <a:cubicBezTo>
                    <a:pt x="47" y="31"/>
                    <a:pt x="47" y="23"/>
                    <a:pt x="45" y="17"/>
                  </a:cubicBezTo>
                  <a:cubicBezTo>
                    <a:pt x="44" y="10"/>
                    <a:pt x="42" y="8"/>
                    <a:pt x="38" y="11"/>
                  </a:cubicBezTo>
                  <a:cubicBezTo>
                    <a:pt x="34" y="14"/>
                    <a:pt x="29" y="21"/>
                    <a:pt x="30" y="34"/>
                  </a:cubicBezTo>
                  <a:cubicBezTo>
                    <a:pt x="30" y="47"/>
                    <a:pt x="35" y="52"/>
                    <a:pt x="43" y="52"/>
                  </a:cubicBezTo>
                  <a:close/>
                  <a:moveTo>
                    <a:pt x="108" y="40"/>
                  </a:moveTo>
                  <a:cubicBezTo>
                    <a:pt x="104" y="40"/>
                    <a:pt x="102" y="42"/>
                    <a:pt x="102" y="46"/>
                  </a:cubicBezTo>
                  <a:cubicBezTo>
                    <a:pt x="102" y="51"/>
                    <a:pt x="102" y="45"/>
                    <a:pt x="98" y="44"/>
                  </a:cubicBezTo>
                  <a:cubicBezTo>
                    <a:pt x="94" y="43"/>
                    <a:pt x="88" y="44"/>
                    <a:pt x="87" y="48"/>
                  </a:cubicBezTo>
                  <a:cubicBezTo>
                    <a:pt x="86" y="53"/>
                    <a:pt x="86" y="56"/>
                    <a:pt x="83" y="51"/>
                  </a:cubicBezTo>
                  <a:cubicBezTo>
                    <a:pt x="81" y="45"/>
                    <a:pt x="75" y="46"/>
                    <a:pt x="76" y="52"/>
                  </a:cubicBezTo>
                  <a:cubicBezTo>
                    <a:pt x="78" y="58"/>
                    <a:pt x="79" y="63"/>
                    <a:pt x="84" y="61"/>
                  </a:cubicBezTo>
                  <a:cubicBezTo>
                    <a:pt x="90" y="60"/>
                    <a:pt x="93" y="58"/>
                    <a:pt x="94" y="51"/>
                  </a:cubicBezTo>
                  <a:cubicBezTo>
                    <a:pt x="95" y="44"/>
                    <a:pt x="95" y="54"/>
                    <a:pt x="99" y="54"/>
                  </a:cubicBezTo>
                  <a:cubicBezTo>
                    <a:pt x="104" y="54"/>
                    <a:pt x="113" y="55"/>
                    <a:pt x="116" y="48"/>
                  </a:cubicBezTo>
                  <a:cubicBezTo>
                    <a:pt x="120" y="41"/>
                    <a:pt x="120" y="39"/>
                    <a:pt x="117" y="36"/>
                  </a:cubicBezTo>
                  <a:cubicBezTo>
                    <a:pt x="114" y="33"/>
                    <a:pt x="118" y="35"/>
                    <a:pt x="119" y="33"/>
                  </a:cubicBezTo>
                  <a:cubicBezTo>
                    <a:pt x="121" y="31"/>
                    <a:pt x="120" y="26"/>
                    <a:pt x="114" y="23"/>
                  </a:cubicBezTo>
                  <a:cubicBezTo>
                    <a:pt x="109" y="21"/>
                    <a:pt x="99" y="24"/>
                    <a:pt x="96" y="29"/>
                  </a:cubicBezTo>
                  <a:cubicBezTo>
                    <a:pt x="93" y="34"/>
                    <a:pt x="98" y="19"/>
                    <a:pt x="88" y="22"/>
                  </a:cubicBezTo>
                  <a:cubicBezTo>
                    <a:pt x="77" y="26"/>
                    <a:pt x="80" y="31"/>
                    <a:pt x="76" y="33"/>
                  </a:cubicBezTo>
                  <a:cubicBezTo>
                    <a:pt x="72" y="35"/>
                    <a:pt x="69" y="35"/>
                    <a:pt x="70" y="39"/>
                  </a:cubicBezTo>
                  <a:cubicBezTo>
                    <a:pt x="71" y="44"/>
                    <a:pt x="74" y="44"/>
                    <a:pt x="78" y="43"/>
                  </a:cubicBezTo>
                  <a:cubicBezTo>
                    <a:pt x="83" y="42"/>
                    <a:pt x="86" y="40"/>
                    <a:pt x="87" y="34"/>
                  </a:cubicBezTo>
                  <a:cubicBezTo>
                    <a:pt x="88" y="28"/>
                    <a:pt x="88" y="35"/>
                    <a:pt x="89" y="38"/>
                  </a:cubicBezTo>
                  <a:cubicBezTo>
                    <a:pt x="91" y="41"/>
                    <a:pt x="98" y="43"/>
                    <a:pt x="102" y="39"/>
                  </a:cubicBezTo>
                  <a:cubicBezTo>
                    <a:pt x="106" y="35"/>
                    <a:pt x="106" y="31"/>
                    <a:pt x="107" y="30"/>
                  </a:cubicBezTo>
                  <a:cubicBezTo>
                    <a:pt x="108" y="28"/>
                    <a:pt x="108" y="30"/>
                    <a:pt x="109" y="34"/>
                  </a:cubicBezTo>
                  <a:cubicBezTo>
                    <a:pt x="109" y="37"/>
                    <a:pt x="110" y="38"/>
                    <a:pt x="112" y="40"/>
                  </a:cubicBezTo>
                  <a:cubicBezTo>
                    <a:pt x="115" y="41"/>
                    <a:pt x="112" y="40"/>
                    <a:pt x="108" y="40"/>
                  </a:cubicBezTo>
                  <a:close/>
                  <a:moveTo>
                    <a:pt x="139" y="55"/>
                  </a:moveTo>
                  <a:cubicBezTo>
                    <a:pt x="135" y="56"/>
                    <a:pt x="134" y="58"/>
                    <a:pt x="134" y="61"/>
                  </a:cubicBezTo>
                  <a:cubicBezTo>
                    <a:pt x="133" y="65"/>
                    <a:pt x="139" y="65"/>
                    <a:pt x="139" y="65"/>
                  </a:cubicBezTo>
                  <a:cubicBezTo>
                    <a:pt x="139" y="65"/>
                    <a:pt x="133" y="65"/>
                    <a:pt x="131" y="66"/>
                  </a:cubicBezTo>
                  <a:cubicBezTo>
                    <a:pt x="129" y="67"/>
                    <a:pt x="129" y="71"/>
                    <a:pt x="128" y="74"/>
                  </a:cubicBezTo>
                  <a:cubicBezTo>
                    <a:pt x="128" y="78"/>
                    <a:pt x="131" y="76"/>
                    <a:pt x="135" y="75"/>
                  </a:cubicBezTo>
                  <a:cubicBezTo>
                    <a:pt x="139" y="74"/>
                    <a:pt x="142" y="67"/>
                    <a:pt x="146" y="61"/>
                  </a:cubicBezTo>
                  <a:cubicBezTo>
                    <a:pt x="149" y="55"/>
                    <a:pt x="144" y="53"/>
                    <a:pt x="139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80"/>
            <p:cNvSpPr>
              <a:spLocks noEditPoints="1"/>
            </p:cNvSpPr>
            <p:nvPr/>
          </p:nvSpPr>
          <p:spPr bwMode="auto">
            <a:xfrm>
              <a:off x="6475143" y="3509645"/>
              <a:ext cx="279234" cy="445749"/>
            </a:xfrm>
            <a:custGeom>
              <a:avLst/>
              <a:gdLst>
                <a:gd name="T0" fmla="*/ 59 w 82"/>
                <a:gd name="T1" fmla="*/ 72 h 132"/>
                <a:gd name="T2" fmla="*/ 52 w 82"/>
                <a:gd name="T3" fmla="*/ 77 h 132"/>
                <a:gd name="T4" fmla="*/ 48 w 82"/>
                <a:gd name="T5" fmla="*/ 80 h 132"/>
                <a:gd name="T6" fmla="*/ 58 w 82"/>
                <a:gd name="T7" fmla="*/ 99 h 132"/>
                <a:gd name="T8" fmla="*/ 54 w 82"/>
                <a:gd name="T9" fmla="*/ 115 h 132"/>
                <a:gd name="T10" fmla="*/ 66 w 82"/>
                <a:gd name="T11" fmla="*/ 132 h 132"/>
                <a:gd name="T12" fmla="*/ 82 w 82"/>
                <a:gd name="T13" fmla="*/ 111 h 132"/>
                <a:gd name="T14" fmla="*/ 59 w 82"/>
                <a:gd name="T15" fmla="*/ 72 h 132"/>
                <a:gd name="T16" fmla="*/ 82 w 82"/>
                <a:gd name="T17" fmla="*/ 21 h 132"/>
                <a:gd name="T18" fmla="*/ 66 w 82"/>
                <a:gd name="T19" fmla="*/ 0 h 132"/>
                <a:gd name="T20" fmla="*/ 54 w 82"/>
                <a:gd name="T21" fmla="*/ 17 h 132"/>
                <a:gd name="T22" fmla="*/ 58 w 82"/>
                <a:gd name="T23" fmla="*/ 33 h 132"/>
                <a:gd name="T24" fmla="*/ 37 w 82"/>
                <a:gd name="T25" fmla="*/ 62 h 132"/>
                <a:gd name="T26" fmla="*/ 0 w 82"/>
                <a:gd name="T27" fmla="*/ 111 h 132"/>
                <a:gd name="T28" fmla="*/ 17 w 82"/>
                <a:gd name="T29" fmla="*/ 132 h 132"/>
                <a:gd name="T30" fmla="*/ 29 w 82"/>
                <a:gd name="T31" fmla="*/ 115 h 132"/>
                <a:gd name="T32" fmla="*/ 25 w 82"/>
                <a:gd name="T33" fmla="*/ 99 h 132"/>
                <a:gd name="T34" fmla="*/ 45 w 82"/>
                <a:gd name="T35" fmla="*/ 70 h 132"/>
                <a:gd name="T36" fmla="*/ 82 w 82"/>
                <a:gd name="T37" fmla="*/ 21 h 132"/>
                <a:gd name="T38" fmla="*/ 23 w 82"/>
                <a:gd name="T39" fmla="*/ 60 h 132"/>
                <a:gd name="T40" fmla="*/ 31 w 82"/>
                <a:gd name="T41" fmla="*/ 55 h 132"/>
                <a:gd name="T42" fmla="*/ 34 w 82"/>
                <a:gd name="T43" fmla="*/ 52 h 132"/>
                <a:gd name="T44" fmla="*/ 25 w 82"/>
                <a:gd name="T45" fmla="*/ 33 h 132"/>
                <a:gd name="T46" fmla="*/ 29 w 82"/>
                <a:gd name="T47" fmla="*/ 17 h 132"/>
                <a:gd name="T48" fmla="*/ 17 w 82"/>
                <a:gd name="T49" fmla="*/ 0 h 132"/>
                <a:gd name="T50" fmla="*/ 0 w 82"/>
                <a:gd name="T51" fmla="*/ 21 h 132"/>
                <a:gd name="T52" fmla="*/ 23 w 82"/>
                <a:gd name="T53" fmla="*/ 6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132">
                  <a:moveTo>
                    <a:pt x="59" y="72"/>
                  </a:moveTo>
                  <a:cubicBezTo>
                    <a:pt x="57" y="74"/>
                    <a:pt x="54" y="75"/>
                    <a:pt x="52" y="77"/>
                  </a:cubicBezTo>
                  <a:cubicBezTo>
                    <a:pt x="51" y="78"/>
                    <a:pt x="49" y="79"/>
                    <a:pt x="48" y="80"/>
                  </a:cubicBezTo>
                  <a:cubicBezTo>
                    <a:pt x="56" y="87"/>
                    <a:pt x="58" y="93"/>
                    <a:pt x="58" y="99"/>
                  </a:cubicBezTo>
                  <a:cubicBezTo>
                    <a:pt x="58" y="107"/>
                    <a:pt x="54" y="111"/>
                    <a:pt x="54" y="115"/>
                  </a:cubicBezTo>
                  <a:cubicBezTo>
                    <a:pt x="54" y="120"/>
                    <a:pt x="54" y="132"/>
                    <a:pt x="66" y="132"/>
                  </a:cubicBezTo>
                  <a:cubicBezTo>
                    <a:pt x="78" y="132"/>
                    <a:pt x="82" y="120"/>
                    <a:pt x="82" y="111"/>
                  </a:cubicBezTo>
                  <a:cubicBezTo>
                    <a:pt x="82" y="104"/>
                    <a:pt x="79" y="89"/>
                    <a:pt x="59" y="72"/>
                  </a:cubicBezTo>
                  <a:close/>
                  <a:moveTo>
                    <a:pt x="82" y="21"/>
                  </a:moveTo>
                  <a:cubicBezTo>
                    <a:pt x="82" y="13"/>
                    <a:pt x="78" y="0"/>
                    <a:pt x="66" y="0"/>
                  </a:cubicBezTo>
                  <a:cubicBezTo>
                    <a:pt x="54" y="0"/>
                    <a:pt x="54" y="13"/>
                    <a:pt x="54" y="17"/>
                  </a:cubicBezTo>
                  <a:cubicBezTo>
                    <a:pt x="54" y="21"/>
                    <a:pt x="58" y="25"/>
                    <a:pt x="58" y="33"/>
                  </a:cubicBezTo>
                  <a:cubicBezTo>
                    <a:pt x="58" y="41"/>
                    <a:pt x="54" y="50"/>
                    <a:pt x="37" y="62"/>
                  </a:cubicBezTo>
                  <a:cubicBezTo>
                    <a:pt x="4" y="82"/>
                    <a:pt x="0" y="103"/>
                    <a:pt x="0" y="111"/>
                  </a:cubicBezTo>
                  <a:cubicBezTo>
                    <a:pt x="0" y="120"/>
                    <a:pt x="4" y="132"/>
                    <a:pt x="17" y="132"/>
                  </a:cubicBezTo>
                  <a:cubicBezTo>
                    <a:pt x="29" y="132"/>
                    <a:pt x="29" y="120"/>
                    <a:pt x="29" y="115"/>
                  </a:cubicBezTo>
                  <a:cubicBezTo>
                    <a:pt x="29" y="111"/>
                    <a:pt x="25" y="107"/>
                    <a:pt x="25" y="99"/>
                  </a:cubicBezTo>
                  <a:cubicBezTo>
                    <a:pt x="25" y="91"/>
                    <a:pt x="29" y="82"/>
                    <a:pt x="45" y="70"/>
                  </a:cubicBezTo>
                  <a:cubicBezTo>
                    <a:pt x="78" y="50"/>
                    <a:pt x="82" y="29"/>
                    <a:pt x="82" y="21"/>
                  </a:cubicBezTo>
                  <a:close/>
                  <a:moveTo>
                    <a:pt x="23" y="60"/>
                  </a:moveTo>
                  <a:cubicBezTo>
                    <a:pt x="26" y="59"/>
                    <a:pt x="28" y="57"/>
                    <a:pt x="31" y="55"/>
                  </a:cubicBezTo>
                  <a:cubicBezTo>
                    <a:pt x="32" y="54"/>
                    <a:pt x="33" y="53"/>
                    <a:pt x="34" y="52"/>
                  </a:cubicBezTo>
                  <a:cubicBezTo>
                    <a:pt x="27" y="45"/>
                    <a:pt x="25" y="39"/>
                    <a:pt x="25" y="33"/>
                  </a:cubicBezTo>
                  <a:cubicBezTo>
                    <a:pt x="25" y="25"/>
                    <a:pt x="29" y="21"/>
                    <a:pt x="29" y="17"/>
                  </a:cubicBezTo>
                  <a:cubicBezTo>
                    <a:pt x="29" y="13"/>
                    <a:pt x="29" y="0"/>
                    <a:pt x="17" y="0"/>
                  </a:cubicBezTo>
                  <a:cubicBezTo>
                    <a:pt x="4" y="0"/>
                    <a:pt x="0" y="13"/>
                    <a:pt x="0" y="21"/>
                  </a:cubicBezTo>
                  <a:cubicBezTo>
                    <a:pt x="0" y="28"/>
                    <a:pt x="3" y="43"/>
                    <a:pt x="23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9" name="Freeform 81"/>
            <p:cNvSpPr/>
            <p:nvPr/>
          </p:nvSpPr>
          <p:spPr bwMode="auto">
            <a:xfrm>
              <a:off x="7545964" y="3594182"/>
              <a:ext cx="363772" cy="309976"/>
            </a:xfrm>
            <a:custGeom>
              <a:avLst/>
              <a:gdLst>
                <a:gd name="T0" fmla="*/ 17 w 107"/>
                <a:gd name="T1" fmla="*/ 78 h 92"/>
                <a:gd name="T2" fmla="*/ 9 w 107"/>
                <a:gd name="T3" fmla="*/ 66 h 92"/>
                <a:gd name="T4" fmla="*/ 0 w 107"/>
                <a:gd name="T5" fmla="*/ 66 h 92"/>
                <a:gd name="T6" fmla="*/ 1 w 107"/>
                <a:gd name="T7" fmla="*/ 74 h 92"/>
                <a:gd name="T8" fmla="*/ 17 w 107"/>
                <a:gd name="T9" fmla="*/ 90 h 92"/>
                <a:gd name="T10" fmla="*/ 38 w 107"/>
                <a:gd name="T11" fmla="*/ 56 h 92"/>
                <a:gd name="T12" fmla="*/ 38 w 107"/>
                <a:gd name="T13" fmla="*/ 16 h 92"/>
                <a:gd name="T14" fmla="*/ 63 w 107"/>
                <a:gd name="T15" fmla="*/ 16 h 92"/>
                <a:gd name="T16" fmla="*/ 63 w 107"/>
                <a:gd name="T17" fmla="*/ 66 h 92"/>
                <a:gd name="T18" fmla="*/ 83 w 107"/>
                <a:gd name="T19" fmla="*/ 90 h 92"/>
                <a:gd name="T20" fmla="*/ 104 w 107"/>
                <a:gd name="T21" fmla="*/ 62 h 92"/>
                <a:gd name="T22" fmla="*/ 96 w 107"/>
                <a:gd name="T23" fmla="*/ 62 h 92"/>
                <a:gd name="T24" fmla="*/ 95 w 107"/>
                <a:gd name="T25" fmla="*/ 74 h 92"/>
                <a:gd name="T26" fmla="*/ 79 w 107"/>
                <a:gd name="T27" fmla="*/ 63 h 92"/>
                <a:gd name="T28" fmla="*/ 79 w 107"/>
                <a:gd name="T29" fmla="*/ 16 h 92"/>
                <a:gd name="T30" fmla="*/ 90 w 107"/>
                <a:gd name="T31" fmla="*/ 16 h 92"/>
                <a:gd name="T32" fmla="*/ 97 w 107"/>
                <a:gd name="T33" fmla="*/ 15 h 92"/>
                <a:gd name="T34" fmla="*/ 101 w 107"/>
                <a:gd name="T35" fmla="*/ 11 h 92"/>
                <a:gd name="T36" fmla="*/ 104 w 107"/>
                <a:gd name="T37" fmla="*/ 6 h 92"/>
                <a:gd name="T38" fmla="*/ 105 w 107"/>
                <a:gd name="T39" fmla="*/ 0 h 92"/>
                <a:gd name="T40" fmla="*/ 100 w 107"/>
                <a:gd name="T41" fmla="*/ 0 h 92"/>
                <a:gd name="T42" fmla="*/ 97 w 107"/>
                <a:gd name="T43" fmla="*/ 2 h 92"/>
                <a:gd name="T44" fmla="*/ 91 w 107"/>
                <a:gd name="T45" fmla="*/ 4 h 92"/>
                <a:gd name="T46" fmla="*/ 23 w 107"/>
                <a:gd name="T47" fmla="*/ 4 h 92"/>
                <a:gd name="T48" fmla="*/ 13 w 107"/>
                <a:gd name="T49" fmla="*/ 6 h 92"/>
                <a:gd name="T50" fmla="*/ 6 w 107"/>
                <a:gd name="T51" fmla="*/ 12 h 92"/>
                <a:gd name="T52" fmla="*/ 2 w 107"/>
                <a:gd name="T53" fmla="*/ 19 h 92"/>
                <a:gd name="T54" fmla="*/ 1 w 107"/>
                <a:gd name="T55" fmla="*/ 25 h 92"/>
                <a:gd name="T56" fmla="*/ 7 w 107"/>
                <a:gd name="T57" fmla="*/ 25 h 92"/>
                <a:gd name="T58" fmla="*/ 8 w 107"/>
                <a:gd name="T59" fmla="*/ 24 h 92"/>
                <a:gd name="T60" fmla="*/ 10 w 107"/>
                <a:gd name="T61" fmla="*/ 20 h 92"/>
                <a:gd name="T62" fmla="*/ 14 w 107"/>
                <a:gd name="T63" fmla="*/ 18 h 92"/>
                <a:gd name="T64" fmla="*/ 21 w 107"/>
                <a:gd name="T65" fmla="*/ 16 h 92"/>
                <a:gd name="T66" fmla="*/ 30 w 107"/>
                <a:gd name="T67" fmla="*/ 16 h 92"/>
                <a:gd name="T68" fmla="*/ 30 w 107"/>
                <a:gd name="T69" fmla="*/ 37 h 92"/>
                <a:gd name="T70" fmla="*/ 17 w 107"/>
                <a:gd name="T71" fmla="*/ 7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7" h="92">
                  <a:moveTo>
                    <a:pt x="17" y="78"/>
                  </a:moveTo>
                  <a:cubicBezTo>
                    <a:pt x="13" y="78"/>
                    <a:pt x="9" y="75"/>
                    <a:pt x="9" y="6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9"/>
                    <a:pt x="0" y="71"/>
                    <a:pt x="1" y="74"/>
                  </a:cubicBezTo>
                  <a:cubicBezTo>
                    <a:pt x="1" y="74"/>
                    <a:pt x="1" y="90"/>
                    <a:pt x="17" y="90"/>
                  </a:cubicBezTo>
                  <a:cubicBezTo>
                    <a:pt x="41" y="90"/>
                    <a:pt x="38" y="47"/>
                    <a:pt x="38" y="5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63" y="16"/>
                    <a:pt x="63" y="16"/>
                    <a:pt x="63" y="1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3" y="92"/>
                    <a:pt x="81" y="90"/>
                    <a:pt x="83" y="90"/>
                  </a:cubicBezTo>
                  <a:cubicBezTo>
                    <a:pt x="107" y="90"/>
                    <a:pt x="104" y="59"/>
                    <a:pt x="104" y="62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96" y="66"/>
                    <a:pt x="96" y="71"/>
                    <a:pt x="95" y="74"/>
                  </a:cubicBezTo>
                  <a:cubicBezTo>
                    <a:pt x="93" y="84"/>
                    <a:pt x="79" y="82"/>
                    <a:pt x="79" y="6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90" y="16"/>
                    <a:pt x="90" y="16"/>
                    <a:pt x="90" y="16"/>
                  </a:cubicBezTo>
                  <a:cubicBezTo>
                    <a:pt x="93" y="16"/>
                    <a:pt x="95" y="16"/>
                    <a:pt x="97" y="15"/>
                  </a:cubicBezTo>
                  <a:cubicBezTo>
                    <a:pt x="99" y="14"/>
                    <a:pt x="100" y="13"/>
                    <a:pt x="101" y="11"/>
                  </a:cubicBezTo>
                  <a:cubicBezTo>
                    <a:pt x="103" y="10"/>
                    <a:pt x="103" y="8"/>
                    <a:pt x="104" y="6"/>
                  </a:cubicBezTo>
                  <a:cubicBezTo>
                    <a:pt x="104" y="4"/>
                    <a:pt x="105" y="2"/>
                    <a:pt x="10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9" y="1"/>
                    <a:pt x="98" y="1"/>
                    <a:pt x="97" y="2"/>
                  </a:cubicBezTo>
                  <a:cubicBezTo>
                    <a:pt x="95" y="3"/>
                    <a:pt x="93" y="4"/>
                    <a:pt x="91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4"/>
                    <a:pt x="16" y="5"/>
                    <a:pt x="13" y="6"/>
                  </a:cubicBezTo>
                  <a:cubicBezTo>
                    <a:pt x="10" y="8"/>
                    <a:pt x="8" y="10"/>
                    <a:pt x="6" y="12"/>
                  </a:cubicBezTo>
                  <a:cubicBezTo>
                    <a:pt x="4" y="14"/>
                    <a:pt x="3" y="17"/>
                    <a:pt x="2" y="19"/>
                  </a:cubicBezTo>
                  <a:cubicBezTo>
                    <a:pt x="2" y="21"/>
                    <a:pt x="2" y="23"/>
                    <a:pt x="1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4"/>
                    <a:pt x="7" y="24"/>
                    <a:pt x="8" y="24"/>
                  </a:cubicBezTo>
                  <a:cubicBezTo>
                    <a:pt x="8" y="23"/>
                    <a:pt x="9" y="21"/>
                    <a:pt x="10" y="20"/>
                  </a:cubicBezTo>
                  <a:cubicBezTo>
                    <a:pt x="10" y="19"/>
                    <a:pt x="12" y="18"/>
                    <a:pt x="14" y="18"/>
                  </a:cubicBezTo>
                  <a:cubicBezTo>
                    <a:pt x="15" y="17"/>
                    <a:pt x="18" y="16"/>
                    <a:pt x="21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66"/>
                    <a:pt x="25" y="78"/>
                    <a:pt x="17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0" name="Freeform 82"/>
            <p:cNvSpPr/>
            <p:nvPr/>
          </p:nvSpPr>
          <p:spPr bwMode="auto">
            <a:xfrm>
              <a:off x="8678269" y="3522453"/>
              <a:ext cx="335593" cy="420131"/>
            </a:xfrm>
            <a:custGeom>
              <a:avLst/>
              <a:gdLst>
                <a:gd name="T0" fmla="*/ 95 w 99"/>
                <a:gd name="T1" fmla="*/ 124 h 124"/>
                <a:gd name="T2" fmla="*/ 99 w 99"/>
                <a:gd name="T3" fmla="*/ 91 h 124"/>
                <a:gd name="T4" fmla="*/ 95 w 99"/>
                <a:gd name="T5" fmla="*/ 91 h 124"/>
                <a:gd name="T6" fmla="*/ 90 w 99"/>
                <a:gd name="T7" fmla="*/ 104 h 124"/>
                <a:gd name="T8" fmla="*/ 81 w 99"/>
                <a:gd name="T9" fmla="*/ 107 h 124"/>
                <a:gd name="T10" fmla="*/ 27 w 99"/>
                <a:gd name="T11" fmla="*/ 107 h 124"/>
                <a:gd name="T12" fmla="*/ 70 w 99"/>
                <a:gd name="T13" fmla="*/ 62 h 124"/>
                <a:gd name="T14" fmla="*/ 26 w 99"/>
                <a:gd name="T15" fmla="*/ 14 h 124"/>
                <a:gd name="T16" fmla="*/ 25 w 99"/>
                <a:gd name="T17" fmla="*/ 12 h 124"/>
                <a:gd name="T18" fmla="*/ 25 w 99"/>
                <a:gd name="T19" fmla="*/ 10 h 124"/>
                <a:gd name="T20" fmla="*/ 26 w 99"/>
                <a:gd name="T21" fmla="*/ 9 h 124"/>
                <a:gd name="T22" fmla="*/ 29 w 99"/>
                <a:gd name="T23" fmla="*/ 9 h 124"/>
                <a:gd name="T24" fmla="*/ 63 w 99"/>
                <a:gd name="T25" fmla="*/ 9 h 124"/>
                <a:gd name="T26" fmla="*/ 73 w 99"/>
                <a:gd name="T27" fmla="*/ 11 h 124"/>
                <a:gd name="T28" fmla="*/ 85 w 99"/>
                <a:gd name="T29" fmla="*/ 18 h 124"/>
                <a:gd name="T30" fmla="*/ 91 w 99"/>
                <a:gd name="T31" fmla="*/ 26 h 124"/>
                <a:gd name="T32" fmla="*/ 95 w 99"/>
                <a:gd name="T33" fmla="*/ 37 h 124"/>
                <a:gd name="T34" fmla="*/ 99 w 99"/>
                <a:gd name="T35" fmla="*/ 37 h 124"/>
                <a:gd name="T36" fmla="*/ 95 w 99"/>
                <a:gd name="T37" fmla="*/ 0 h 124"/>
                <a:gd name="T38" fmla="*/ 0 w 99"/>
                <a:gd name="T39" fmla="*/ 0 h 124"/>
                <a:gd name="T40" fmla="*/ 59 w 99"/>
                <a:gd name="T41" fmla="*/ 64 h 124"/>
                <a:gd name="T42" fmla="*/ 0 w 99"/>
                <a:gd name="T43" fmla="*/ 124 h 124"/>
                <a:gd name="T44" fmla="*/ 95 w 99"/>
                <a:gd name="T4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9" h="124">
                  <a:moveTo>
                    <a:pt x="95" y="124"/>
                  </a:moveTo>
                  <a:cubicBezTo>
                    <a:pt x="99" y="91"/>
                    <a:pt x="99" y="91"/>
                    <a:pt x="99" y="91"/>
                  </a:cubicBezTo>
                  <a:cubicBezTo>
                    <a:pt x="95" y="91"/>
                    <a:pt x="95" y="91"/>
                    <a:pt x="95" y="91"/>
                  </a:cubicBezTo>
                  <a:cubicBezTo>
                    <a:pt x="94" y="96"/>
                    <a:pt x="93" y="101"/>
                    <a:pt x="90" y="104"/>
                  </a:cubicBezTo>
                  <a:cubicBezTo>
                    <a:pt x="88" y="107"/>
                    <a:pt x="85" y="107"/>
                    <a:pt x="81" y="107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3"/>
                    <a:pt x="25" y="13"/>
                    <a:pt x="25" y="12"/>
                  </a:cubicBezTo>
                  <a:cubicBezTo>
                    <a:pt x="25" y="11"/>
                    <a:pt x="25" y="11"/>
                    <a:pt x="25" y="10"/>
                  </a:cubicBezTo>
                  <a:cubicBezTo>
                    <a:pt x="25" y="10"/>
                    <a:pt x="26" y="9"/>
                    <a:pt x="26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7" y="9"/>
                    <a:pt x="70" y="9"/>
                    <a:pt x="73" y="11"/>
                  </a:cubicBezTo>
                  <a:cubicBezTo>
                    <a:pt x="77" y="12"/>
                    <a:pt x="82" y="16"/>
                    <a:pt x="85" y="18"/>
                  </a:cubicBezTo>
                  <a:cubicBezTo>
                    <a:pt x="87" y="21"/>
                    <a:pt x="89" y="23"/>
                    <a:pt x="91" y="26"/>
                  </a:cubicBezTo>
                  <a:cubicBezTo>
                    <a:pt x="93" y="30"/>
                    <a:pt x="94" y="34"/>
                    <a:pt x="95" y="37"/>
                  </a:cubicBezTo>
                  <a:cubicBezTo>
                    <a:pt x="99" y="37"/>
                    <a:pt x="99" y="37"/>
                    <a:pt x="99" y="37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0" y="124"/>
                    <a:pt x="0" y="124"/>
                    <a:pt x="0" y="124"/>
                  </a:cubicBezTo>
                  <a:lnTo>
                    <a:pt x="95" y="1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1" name="Freeform 83"/>
            <p:cNvSpPr/>
            <p:nvPr/>
          </p:nvSpPr>
          <p:spPr bwMode="auto">
            <a:xfrm>
              <a:off x="9733720" y="3501958"/>
              <a:ext cx="461120" cy="438064"/>
            </a:xfrm>
            <a:custGeom>
              <a:avLst/>
              <a:gdLst>
                <a:gd name="T0" fmla="*/ 112 w 180"/>
                <a:gd name="T1" fmla="*/ 64 h 171"/>
                <a:gd name="T2" fmla="*/ 90 w 180"/>
                <a:gd name="T3" fmla="*/ 0 h 171"/>
                <a:gd name="T4" fmla="*/ 67 w 180"/>
                <a:gd name="T5" fmla="*/ 64 h 171"/>
                <a:gd name="T6" fmla="*/ 0 w 180"/>
                <a:gd name="T7" fmla="*/ 64 h 171"/>
                <a:gd name="T8" fmla="*/ 53 w 180"/>
                <a:gd name="T9" fmla="*/ 106 h 171"/>
                <a:gd name="T10" fmla="*/ 34 w 180"/>
                <a:gd name="T11" fmla="*/ 171 h 171"/>
                <a:gd name="T12" fmla="*/ 90 w 180"/>
                <a:gd name="T13" fmla="*/ 132 h 171"/>
                <a:gd name="T14" fmla="*/ 145 w 180"/>
                <a:gd name="T15" fmla="*/ 171 h 171"/>
                <a:gd name="T16" fmla="*/ 125 w 180"/>
                <a:gd name="T17" fmla="*/ 106 h 171"/>
                <a:gd name="T18" fmla="*/ 180 w 180"/>
                <a:gd name="T19" fmla="*/ 64 h 171"/>
                <a:gd name="T20" fmla="*/ 112 w 180"/>
                <a:gd name="T21" fmla="*/ 6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0" h="171">
                  <a:moveTo>
                    <a:pt x="112" y="64"/>
                  </a:moveTo>
                  <a:lnTo>
                    <a:pt x="90" y="0"/>
                  </a:lnTo>
                  <a:lnTo>
                    <a:pt x="67" y="64"/>
                  </a:lnTo>
                  <a:lnTo>
                    <a:pt x="0" y="64"/>
                  </a:lnTo>
                  <a:lnTo>
                    <a:pt x="53" y="106"/>
                  </a:lnTo>
                  <a:lnTo>
                    <a:pt x="34" y="171"/>
                  </a:lnTo>
                  <a:lnTo>
                    <a:pt x="90" y="132"/>
                  </a:lnTo>
                  <a:lnTo>
                    <a:pt x="145" y="171"/>
                  </a:lnTo>
                  <a:lnTo>
                    <a:pt x="125" y="106"/>
                  </a:lnTo>
                  <a:lnTo>
                    <a:pt x="180" y="64"/>
                  </a:lnTo>
                  <a:lnTo>
                    <a:pt x="112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Freeform 84"/>
            <p:cNvSpPr>
              <a:spLocks noEditPoints="1"/>
            </p:cNvSpPr>
            <p:nvPr/>
          </p:nvSpPr>
          <p:spPr bwMode="auto">
            <a:xfrm>
              <a:off x="10896766" y="3594182"/>
              <a:ext cx="361211" cy="276671"/>
            </a:xfrm>
            <a:custGeom>
              <a:avLst/>
              <a:gdLst>
                <a:gd name="T0" fmla="*/ 99 w 107"/>
                <a:gd name="T1" fmla="*/ 0 h 82"/>
                <a:gd name="T2" fmla="*/ 9 w 107"/>
                <a:gd name="T3" fmla="*/ 0 h 82"/>
                <a:gd name="T4" fmla="*/ 0 w 107"/>
                <a:gd name="T5" fmla="*/ 8 h 82"/>
                <a:gd name="T6" fmla="*/ 0 w 107"/>
                <a:gd name="T7" fmla="*/ 74 h 82"/>
                <a:gd name="T8" fmla="*/ 9 w 107"/>
                <a:gd name="T9" fmla="*/ 82 h 82"/>
                <a:gd name="T10" fmla="*/ 99 w 107"/>
                <a:gd name="T11" fmla="*/ 82 h 82"/>
                <a:gd name="T12" fmla="*/ 107 w 107"/>
                <a:gd name="T13" fmla="*/ 74 h 82"/>
                <a:gd name="T14" fmla="*/ 107 w 107"/>
                <a:gd name="T15" fmla="*/ 8 h 82"/>
                <a:gd name="T16" fmla="*/ 99 w 107"/>
                <a:gd name="T17" fmla="*/ 0 h 82"/>
                <a:gd name="T18" fmla="*/ 33 w 107"/>
                <a:gd name="T19" fmla="*/ 55 h 82"/>
                <a:gd name="T20" fmla="*/ 16 w 107"/>
                <a:gd name="T21" fmla="*/ 73 h 82"/>
                <a:gd name="T22" fmla="*/ 10 w 107"/>
                <a:gd name="T23" fmla="*/ 73 h 82"/>
                <a:gd name="T24" fmla="*/ 10 w 107"/>
                <a:gd name="T25" fmla="*/ 67 h 82"/>
                <a:gd name="T26" fmla="*/ 27 w 107"/>
                <a:gd name="T27" fmla="*/ 50 h 82"/>
                <a:gd name="T28" fmla="*/ 33 w 107"/>
                <a:gd name="T29" fmla="*/ 50 h 82"/>
                <a:gd name="T30" fmla="*/ 33 w 107"/>
                <a:gd name="T31" fmla="*/ 55 h 82"/>
                <a:gd name="T32" fmla="*/ 54 w 107"/>
                <a:gd name="T33" fmla="*/ 57 h 82"/>
                <a:gd name="T34" fmla="*/ 51 w 107"/>
                <a:gd name="T35" fmla="*/ 56 h 82"/>
                <a:gd name="T36" fmla="*/ 10 w 107"/>
                <a:gd name="T37" fmla="*/ 15 h 82"/>
                <a:gd name="T38" fmla="*/ 10 w 107"/>
                <a:gd name="T39" fmla="*/ 9 h 82"/>
                <a:gd name="T40" fmla="*/ 16 w 107"/>
                <a:gd name="T41" fmla="*/ 9 h 82"/>
                <a:gd name="T42" fmla="*/ 54 w 107"/>
                <a:gd name="T43" fmla="*/ 47 h 82"/>
                <a:gd name="T44" fmla="*/ 92 w 107"/>
                <a:gd name="T45" fmla="*/ 9 h 82"/>
                <a:gd name="T46" fmla="*/ 98 w 107"/>
                <a:gd name="T47" fmla="*/ 9 h 82"/>
                <a:gd name="T48" fmla="*/ 98 w 107"/>
                <a:gd name="T49" fmla="*/ 15 h 82"/>
                <a:gd name="T50" fmla="*/ 57 w 107"/>
                <a:gd name="T51" fmla="*/ 56 h 82"/>
                <a:gd name="T52" fmla="*/ 54 w 107"/>
                <a:gd name="T53" fmla="*/ 57 h 82"/>
                <a:gd name="T54" fmla="*/ 98 w 107"/>
                <a:gd name="T55" fmla="*/ 73 h 82"/>
                <a:gd name="T56" fmla="*/ 92 w 107"/>
                <a:gd name="T57" fmla="*/ 73 h 82"/>
                <a:gd name="T58" fmla="*/ 75 w 107"/>
                <a:gd name="T59" fmla="*/ 55 h 82"/>
                <a:gd name="T60" fmla="*/ 75 w 107"/>
                <a:gd name="T61" fmla="*/ 50 h 82"/>
                <a:gd name="T62" fmla="*/ 81 w 107"/>
                <a:gd name="T63" fmla="*/ 50 h 82"/>
                <a:gd name="T64" fmla="*/ 98 w 107"/>
                <a:gd name="T65" fmla="*/ 67 h 82"/>
                <a:gd name="T66" fmla="*/ 98 w 107"/>
                <a:gd name="T67" fmla="*/ 7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7" h="82">
                  <a:moveTo>
                    <a:pt x="9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8"/>
                    <a:pt x="4" y="82"/>
                    <a:pt x="9" y="82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104" y="82"/>
                    <a:pt x="107" y="78"/>
                    <a:pt x="107" y="74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4"/>
                    <a:pt x="104" y="0"/>
                    <a:pt x="99" y="0"/>
                  </a:cubicBezTo>
                  <a:close/>
                  <a:moveTo>
                    <a:pt x="33" y="55"/>
                  </a:moveTo>
                  <a:cubicBezTo>
                    <a:pt x="16" y="73"/>
                    <a:pt x="16" y="73"/>
                    <a:pt x="16" y="73"/>
                  </a:cubicBezTo>
                  <a:cubicBezTo>
                    <a:pt x="14" y="74"/>
                    <a:pt x="11" y="74"/>
                    <a:pt x="10" y="73"/>
                  </a:cubicBezTo>
                  <a:cubicBezTo>
                    <a:pt x="8" y="71"/>
                    <a:pt x="8" y="69"/>
                    <a:pt x="10" y="67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9" y="48"/>
                    <a:pt x="31" y="48"/>
                    <a:pt x="33" y="50"/>
                  </a:cubicBezTo>
                  <a:cubicBezTo>
                    <a:pt x="35" y="51"/>
                    <a:pt x="35" y="54"/>
                    <a:pt x="33" y="55"/>
                  </a:cubicBezTo>
                  <a:close/>
                  <a:moveTo>
                    <a:pt x="54" y="57"/>
                  </a:moveTo>
                  <a:cubicBezTo>
                    <a:pt x="53" y="57"/>
                    <a:pt x="52" y="57"/>
                    <a:pt x="51" y="5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8" y="13"/>
                    <a:pt x="8" y="11"/>
                    <a:pt x="10" y="9"/>
                  </a:cubicBezTo>
                  <a:cubicBezTo>
                    <a:pt x="12" y="8"/>
                    <a:pt x="14" y="8"/>
                    <a:pt x="16" y="9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4" y="8"/>
                    <a:pt x="96" y="8"/>
                    <a:pt x="98" y="9"/>
                  </a:cubicBezTo>
                  <a:cubicBezTo>
                    <a:pt x="99" y="11"/>
                    <a:pt x="99" y="13"/>
                    <a:pt x="98" y="15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6" y="57"/>
                    <a:pt x="55" y="57"/>
                    <a:pt x="54" y="57"/>
                  </a:cubicBezTo>
                  <a:close/>
                  <a:moveTo>
                    <a:pt x="98" y="73"/>
                  </a:moveTo>
                  <a:cubicBezTo>
                    <a:pt x="96" y="74"/>
                    <a:pt x="94" y="74"/>
                    <a:pt x="92" y="73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3" y="54"/>
                    <a:pt x="73" y="51"/>
                    <a:pt x="75" y="50"/>
                  </a:cubicBezTo>
                  <a:cubicBezTo>
                    <a:pt x="76" y="48"/>
                    <a:pt x="79" y="48"/>
                    <a:pt x="81" y="50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100" y="69"/>
                    <a:pt x="100" y="71"/>
                    <a:pt x="98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3" name="Freeform 85"/>
            <p:cNvSpPr>
              <a:spLocks noEditPoints="1"/>
            </p:cNvSpPr>
            <p:nvPr/>
          </p:nvSpPr>
          <p:spPr bwMode="auto">
            <a:xfrm>
              <a:off x="841799" y="4562533"/>
              <a:ext cx="435502" cy="607141"/>
            </a:xfrm>
            <a:custGeom>
              <a:avLst/>
              <a:gdLst>
                <a:gd name="T0" fmla="*/ 76 w 128"/>
                <a:gd name="T1" fmla="*/ 76 h 179"/>
                <a:gd name="T2" fmla="*/ 71 w 128"/>
                <a:gd name="T3" fmla="*/ 89 h 179"/>
                <a:gd name="T4" fmla="*/ 84 w 128"/>
                <a:gd name="T5" fmla="*/ 99 h 179"/>
                <a:gd name="T6" fmla="*/ 84 w 128"/>
                <a:gd name="T7" fmla="*/ 100 h 179"/>
                <a:gd name="T8" fmla="*/ 94 w 128"/>
                <a:gd name="T9" fmla="*/ 94 h 179"/>
                <a:gd name="T10" fmla="*/ 100 w 128"/>
                <a:gd name="T11" fmla="*/ 84 h 179"/>
                <a:gd name="T12" fmla="*/ 99 w 128"/>
                <a:gd name="T13" fmla="*/ 84 h 179"/>
                <a:gd name="T14" fmla="*/ 78 w 128"/>
                <a:gd name="T15" fmla="*/ 58 h 179"/>
                <a:gd name="T16" fmla="*/ 73 w 128"/>
                <a:gd name="T17" fmla="*/ 66 h 179"/>
                <a:gd name="T18" fmla="*/ 76 w 128"/>
                <a:gd name="T19" fmla="*/ 76 h 179"/>
                <a:gd name="T20" fmla="*/ 58 w 128"/>
                <a:gd name="T21" fmla="*/ 57 h 179"/>
                <a:gd name="T22" fmla="*/ 69 w 128"/>
                <a:gd name="T23" fmla="*/ 61 h 179"/>
                <a:gd name="T24" fmla="*/ 74 w 128"/>
                <a:gd name="T25" fmla="*/ 51 h 179"/>
                <a:gd name="T26" fmla="*/ 74 w 128"/>
                <a:gd name="T27" fmla="*/ 51 h 179"/>
                <a:gd name="T28" fmla="*/ 48 w 128"/>
                <a:gd name="T29" fmla="*/ 20 h 179"/>
                <a:gd name="T30" fmla="*/ 36 w 128"/>
                <a:gd name="T31" fmla="*/ 36 h 179"/>
                <a:gd name="T32" fmla="*/ 20 w 128"/>
                <a:gd name="T33" fmla="*/ 48 h 179"/>
                <a:gd name="T34" fmla="*/ 42 w 128"/>
                <a:gd name="T35" fmla="*/ 66 h 179"/>
                <a:gd name="T36" fmla="*/ 58 w 128"/>
                <a:gd name="T37" fmla="*/ 57 h 179"/>
                <a:gd name="T38" fmla="*/ 43 w 128"/>
                <a:gd name="T39" fmla="*/ 9 h 179"/>
                <a:gd name="T40" fmla="*/ 38 w 128"/>
                <a:gd name="T41" fmla="*/ 4 h 179"/>
                <a:gd name="T42" fmla="*/ 14 w 128"/>
                <a:gd name="T43" fmla="*/ 15 h 179"/>
                <a:gd name="T44" fmla="*/ 3 w 128"/>
                <a:gd name="T45" fmla="*/ 38 h 179"/>
                <a:gd name="T46" fmla="*/ 9 w 128"/>
                <a:gd name="T47" fmla="*/ 44 h 179"/>
                <a:gd name="T48" fmla="*/ 32 w 128"/>
                <a:gd name="T49" fmla="*/ 33 h 179"/>
                <a:gd name="T50" fmla="*/ 43 w 128"/>
                <a:gd name="T51" fmla="*/ 9 h 179"/>
                <a:gd name="T52" fmla="*/ 49 w 128"/>
                <a:gd name="T53" fmla="*/ 93 h 179"/>
                <a:gd name="T54" fmla="*/ 49 w 128"/>
                <a:gd name="T55" fmla="*/ 105 h 179"/>
                <a:gd name="T56" fmla="*/ 66 w 128"/>
                <a:gd name="T57" fmla="*/ 105 h 179"/>
                <a:gd name="T58" fmla="*/ 66 w 128"/>
                <a:gd name="T59" fmla="*/ 93 h 179"/>
                <a:gd name="T60" fmla="*/ 58 w 128"/>
                <a:gd name="T61" fmla="*/ 95 h 179"/>
                <a:gd name="T62" fmla="*/ 49 w 128"/>
                <a:gd name="T63" fmla="*/ 93 h 179"/>
                <a:gd name="T64" fmla="*/ 70 w 128"/>
                <a:gd name="T65" fmla="*/ 76 h 179"/>
                <a:gd name="T66" fmla="*/ 58 w 128"/>
                <a:gd name="T67" fmla="*/ 64 h 179"/>
                <a:gd name="T68" fmla="*/ 45 w 128"/>
                <a:gd name="T69" fmla="*/ 76 h 179"/>
                <a:gd name="T70" fmla="*/ 58 w 128"/>
                <a:gd name="T71" fmla="*/ 88 h 179"/>
                <a:gd name="T72" fmla="*/ 70 w 128"/>
                <a:gd name="T73" fmla="*/ 76 h 179"/>
                <a:gd name="T74" fmla="*/ 62 w 128"/>
                <a:gd name="T75" fmla="*/ 113 h 179"/>
                <a:gd name="T76" fmla="*/ 53 w 128"/>
                <a:gd name="T77" fmla="*/ 113 h 179"/>
                <a:gd name="T78" fmla="*/ 53 w 128"/>
                <a:gd name="T79" fmla="*/ 129 h 179"/>
                <a:gd name="T80" fmla="*/ 25 w 128"/>
                <a:gd name="T81" fmla="*/ 171 h 179"/>
                <a:gd name="T82" fmla="*/ 33 w 128"/>
                <a:gd name="T83" fmla="*/ 175 h 179"/>
                <a:gd name="T84" fmla="*/ 53 w 128"/>
                <a:gd name="T85" fmla="*/ 144 h 179"/>
                <a:gd name="T86" fmla="*/ 53 w 128"/>
                <a:gd name="T87" fmla="*/ 179 h 179"/>
                <a:gd name="T88" fmla="*/ 62 w 128"/>
                <a:gd name="T89" fmla="*/ 179 h 179"/>
                <a:gd name="T90" fmla="*/ 62 w 128"/>
                <a:gd name="T91" fmla="*/ 144 h 179"/>
                <a:gd name="T92" fmla="*/ 82 w 128"/>
                <a:gd name="T93" fmla="*/ 175 h 179"/>
                <a:gd name="T94" fmla="*/ 90 w 128"/>
                <a:gd name="T95" fmla="*/ 171 h 179"/>
                <a:gd name="T96" fmla="*/ 62 w 128"/>
                <a:gd name="T97" fmla="*/ 129 h 179"/>
                <a:gd name="T98" fmla="*/ 62 w 128"/>
                <a:gd name="T99" fmla="*/ 113 h 179"/>
                <a:gd name="T100" fmla="*/ 127 w 128"/>
                <a:gd name="T101" fmla="*/ 120 h 179"/>
                <a:gd name="T102" fmla="*/ 102 w 128"/>
                <a:gd name="T103" fmla="*/ 92 h 179"/>
                <a:gd name="T104" fmla="*/ 98 w 128"/>
                <a:gd name="T105" fmla="*/ 98 h 179"/>
                <a:gd name="T106" fmla="*/ 92 w 128"/>
                <a:gd name="T107" fmla="*/ 102 h 179"/>
                <a:gd name="T108" fmla="*/ 120 w 128"/>
                <a:gd name="T109" fmla="*/ 127 h 179"/>
                <a:gd name="T110" fmla="*/ 120 w 128"/>
                <a:gd name="T111" fmla="*/ 128 h 179"/>
                <a:gd name="T112" fmla="*/ 125 w 128"/>
                <a:gd name="T113" fmla="*/ 125 h 179"/>
                <a:gd name="T114" fmla="*/ 128 w 128"/>
                <a:gd name="T115" fmla="*/ 120 h 179"/>
                <a:gd name="T116" fmla="*/ 127 w 128"/>
                <a:gd name="T117" fmla="*/ 12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" h="179">
                  <a:moveTo>
                    <a:pt x="76" y="76"/>
                  </a:moveTo>
                  <a:cubicBezTo>
                    <a:pt x="76" y="81"/>
                    <a:pt x="74" y="85"/>
                    <a:pt x="71" y="89"/>
                  </a:cubicBezTo>
                  <a:cubicBezTo>
                    <a:pt x="84" y="99"/>
                    <a:pt x="84" y="99"/>
                    <a:pt x="84" y="99"/>
                  </a:cubicBezTo>
                  <a:cubicBezTo>
                    <a:pt x="84" y="100"/>
                    <a:pt x="84" y="100"/>
                    <a:pt x="84" y="100"/>
                  </a:cubicBezTo>
                  <a:cubicBezTo>
                    <a:pt x="85" y="101"/>
                    <a:pt x="89" y="98"/>
                    <a:pt x="94" y="94"/>
                  </a:cubicBezTo>
                  <a:cubicBezTo>
                    <a:pt x="98" y="90"/>
                    <a:pt x="101" y="85"/>
                    <a:pt x="100" y="84"/>
                  </a:cubicBezTo>
                  <a:cubicBezTo>
                    <a:pt x="100" y="84"/>
                    <a:pt x="100" y="84"/>
                    <a:pt x="99" y="8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7" y="61"/>
                    <a:pt x="75" y="63"/>
                    <a:pt x="73" y="66"/>
                  </a:cubicBezTo>
                  <a:cubicBezTo>
                    <a:pt x="75" y="69"/>
                    <a:pt x="76" y="72"/>
                    <a:pt x="76" y="76"/>
                  </a:cubicBezTo>
                  <a:close/>
                  <a:moveTo>
                    <a:pt x="58" y="57"/>
                  </a:moveTo>
                  <a:cubicBezTo>
                    <a:pt x="62" y="57"/>
                    <a:pt x="66" y="59"/>
                    <a:pt x="69" y="61"/>
                  </a:cubicBezTo>
                  <a:cubicBezTo>
                    <a:pt x="73" y="56"/>
                    <a:pt x="75" y="52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6" y="25"/>
                    <a:pt x="42" y="31"/>
                    <a:pt x="36" y="36"/>
                  </a:cubicBezTo>
                  <a:cubicBezTo>
                    <a:pt x="31" y="42"/>
                    <a:pt x="25" y="46"/>
                    <a:pt x="20" y="48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5" y="61"/>
                    <a:pt x="51" y="57"/>
                    <a:pt x="58" y="57"/>
                  </a:cubicBezTo>
                  <a:close/>
                  <a:moveTo>
                    <a:pt x="43" y="9"/>
                  </a:moveTo>
                  <a:cubicBezTo>
                    <a:pt x="38" y="4"/>
                    <a:pt x="38" y="4"/>
                    <a:pt x="38" y="4"/>
                  </a:cubicBezTo>
                  <a:cubicBezTo>
                    <a:pt x="34" y="0"/>
                    <a:pt x="24" y="6"/>
                    <a:pt x="14" y="15"/>
                  </a:cubicBezTo>
                  <a:cubicBezTo>
                    <a:pt x="5" y="25"/>
                    <a:pt x="0" y="35"/>
                    <a:pt x="3" y="3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2" y="47"/>
                    <a:pt x="22" y="42"/>
                    <a:pt x="32" y="33"/>
                  </a:cubicBezTo>
                  <a:cubicBezTo>
                    <a:pt x="42" y="23"/>
                    <a:pt x="47" y="13"/>
                    <a:pt x="43" y="9"/>
                  </a:cubicBezTo>
                  <a:close/>
                  <a:moveTo>
                    <a:pt x="49" y="93"/>
                  </a:moveTo>
                  <a:cubicBezTo>
                    <a:pt x="49" y="105"/>
                    <a:pt x="49" y="105"/>
                    <a:pt x="49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3" y="94"/>
                    <a:pt x="61" y="95"/>
                    <a:pt x="58" y="95"/>
                  </a:cubicBezTo>
                  <a:cubicBezTo>
                    <a:pt x="55" y="95"/>
                    <a:pt x="52" y="94"/>
                    <a:pt x="49" y="93"/>
                  </a:cubicBezTo>
                  <a:close/>
                  <a:moveTo>
                    <a:pt x="70" y="76"/>
                  </a:moveTo>
                  <a:cubicBezTo>
                    <a:pt x="70" y="69"/>
                    <a:pt x="64" y="64"/>
                    <a:pt x="58" y="64"/>
                  </a:cubicBezTo>
                  <a:cubicBezTo>
                    <a:pt x="51" y="64"/>
                    <a:pt x="45" y="69"/>
                    <a:pt x="45" y="76"/>
                  </a:cubicBezTo>
                  <a:cubicBezTo>
                    <a:pt x="45" y="83"/>
                    <a:pt x="51" y="88"/>
                    <a:pt x="58" y="88"/>
                  </a:cubicBezTo>
                  <a:cubicBezTo>
                    <a:pt x="64" y="88"/>
                    <a:pt x="70" y="83"/>
                    <a:pt x="70" y="76"/>
                  </a:cubicBezTo>
                  <a:close/>
                  <a:moveTo>
                    <a:pt x="62" y="113"/>
                  </a:moveTo>
                  <a:cubicBezTo>
                    <a:pt x="53" y="113"/>
                    <a:pt x="53" y="113"/>
                    <a:pt x="53" y="113"/>
                  </a:cubicBezTo>
                  <a:cubicBezTo>
                    <a:pt x="53" y="129"/>
                    <a:pt x="53" y="129"/>
                    <a:pt x="53" y="129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53" y="144"/>
                    <a:pt x="53" y="144"/>
                    <a:pt x="53" y="144"/>
                  </a:cubicBezTo>
                  <a:cubicBezTo>
                    <a:pt x="53" y="179"/>
                    <a:pt x="53" y="179"/>
                    <a:pt x="53" y="179"/>
                  </a:cubicBezTo>
                  <a:cubicBezTo>
                    <a:pt x="62" y="179"/>
                    <a:pt x="62" y="179"/>
                    <a:pt x="62" y="179"/>
                  </a:cubicBezTo>
                  <a:cubicBezTo>
                    <a:pt x="62" y="144"/>
                    <a:pt x="62" y="144"/>
                    <a:pt x="62" y="144"/>
                  </a:cubicBezTo>
                  <a:cubicBezTo>
                    <a:pt x="82" y="175"/>
                    <a:pt x="82" y="175"/>
                    <a:pt x="82" y="175"/>
                  </a:cubicBezTo>
                  <a:cubicBezTo>
                    <a:pt x="90" y="171"/>
                    <a:pt x="90" y="171"/>
                    <a:pt x="90" y="171"/>
                  </a:cubicBezTo>
                  <a:cubicBezTo>
                    <a:pt x="62" y="129"/>
                    <a:pt x="62" y="129"/>
                    <a:pt x="62" y="129"/>
                  </a:cubicBezTo>
                  <a:lnTo>
                    <a:pt x="62" y="113"/>
                  </a:lnTo>
                  <a:close/>
                  <a:moveTo>
                    <a:pt x="127" y="120"/>
                  </a:moveTo>
                  <a:cubicBezTo>
                    <a:pt x="102" y="92"/>
                    <a:pt x="102" y="92"/>
                    <a:pt x="102" y="92"/>
                  </a:cubicBezTo>
                  <a:cubicBezTo>
                    <a:pt x="102" y="94"/>
                    <a:pt x="100" y="96"/>
                    <a:pt x="98" y="98"/>
                  </a:cubicBezTo>
                  <a:cubicBezTo>
                    <a:pt x="96" y="100"/>
                    <a:pt x="94" y="102"/>
                    <a:pt x="92" y="102"/>
                  </a:cubicBezTo>
                  <a:cubicBezTo>
                    <a:pt x="120" y="127"/>
                    <a:pt x="120" y="127"/>
                    <a:pt x="120" y="127"/>
                  </a:cubicBezTo>
                  <a:cubicBezTo>
                    <a:pt x="120" y="128"/>
                    <a:pt x="120" y="128"/>
                    <a:pt x="120" y="128"/>
                  </a:cubicBezTo>
                  <a:cubicBezTo>
                    <a:pt x="120" y="128"/>
                    <a:pt x="122" y="127"/>
                    <a:pt x="125" y="125"/>
                  </a:cubicBezTo>
                  <a:cubicBezTo>
                    <a:pt x="127" y="122"/>
                    <a:pt x="128" y="120"/>
                    <a:pt x="128" y="120"/>
                  </a:cubicBezTo>
                  <a:cubicBezTo>
                    <a:pt x="128" y="120"/>
                    <a:pt x="127" y="120"/>
                    <a:pt x="127" y="1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86"/>
            <p:cNvSpPr>
              <a:spLocks noEditPoints="1"/>
            </p:cNvSpPr>
            <p:nvPr/>
          </p:nvSpPr>
          <p:spPr bwMode="auto">
            <a:xfrm>
              <a:off x="1902374" y="4600961"/>
              <a:ext cx="512355" cy="509794"/>
            </a:xfrm>
            <a:custGeom>
              <a:avLst/>
              <a:gdLst>
                <a:gd name="T0" fmla="*/ 29 w 151"/>
                <a:gd name="T1" fmla="*/ 82 h 151"/>
                <a:gd name="T2" fmla="*/ 42 w 151"/>
                <a:gd name="T3" fmla="*/ 109 h 151"/>
                <a:gd name="T4" fmla="*/ 69 w 151"/>
                <a:gd name="T5" fmla="*/ 122 h 151"/>
                <a:gd name="T6" fmla="*/ 47 w 151"/>
                <a:gd name="T7" fmla="*/ 103 h 151"/>
                <a:gd name="T8" fmla="*/ 29 w 151"/>
                <a:gd name="T9" fmla="*/ 82 h 151"/>
                <a:gd name="T10" fmla="*/ 118 w 151"/>
                <a:gd name="T11" fmla="*/ 72 h 151"/>
                <a:gd name="T12" fmla="*/ 117 w 151"/>
                <a:gd name="T13" fmla="*/ 65 h 151"/>
                <a:gd name="T14" fmla="*/ 117 w 151"/>
                <a:gd name="T15" fmla="*/ 65 h 151"/>
                <a:gd name="T16" fmla="*/ 115 w 151"/>
                <a:gd name="T17" fmla="*/ 58 h 151"/>
                <a:gd name="T18" fmla="*/ 113 w 151"/>
                <a:gd name="T19" fmla="*/ 56 h 151"/>
                <a:gd name="T20" fmla="*/ 111 w 151"/>
                <a:gd name="T21" fmla="*/ 52 h 151"/>
                <a:gd name="T22" fmla="*/ 106 w 151"/>
                <a:gd name="T23" fmla="*/ 45 h 151"/>
                <a:gd name="T24" fmla="*/ 99 w 151"/>
                <a:gd name="T25" fmla="*/ 40 h 151"/>
                <a:gd name="T26" fmla="*/ 95 w 151"/>
                <a:gd name="T27" fmla="*/ 38 h 151"/>
                <a:gd name="T28" fmla="*/ 93 w 151"/>
                <a:gd name="T29" fmla="*/ 36 h 151"/>
                <a:gd name="T30" fmla="*/ 86 w 151"/>
                <a:gd name="T31" fmla="*/ 34 h 151"/>
                <a:gd name="T32" fmla="*/ 86 w 151"/>
                <a:gd name="T33" fmla="*/ 34 h 151"/>
                <a:gd name="T34" fmla="*/ 79 w 151"/>
                <a:gd name="T35" fmla="*/ 33 h 151"/>
                <a:gd name="T36" fmla="*/ 13 w 151"/>
                <a:gd name="T37" fmla="*/ 10 h 151"/>
                <a:gd name="T38" fmla="*/ 53 w 151"/>
                <a:gd name="T39" fmla="*/ 98 h 151"/>
                <a:gd name="T40" fmla="*/ 141 w 151"/>
                <a:gd name="T41" fmla="*/ 138 h 151"/>
                <a:gd name="T42" fmla="*/ 118 w 151"/>
                <a:gd name="T43" fmla="*/ 72 h 151"/>
                <a:gd name="T44" fmla="*/ 42 w 151"/>
                <a:gd name="T45" fmla="*/ 45 h 151"/>
                <a:gd name="T46" fmla="*/ 37 w 151"/>
                <a:gd name="T47" fmla="*/ 51 h 151"/>
                <a:gd name="T48" fmla="*/ 28 w 151"/>
                <a:gd name="T49" fmla="*/ 18 h 151"/>
                <a:gd name="T50" fmla="*/ 69 w 151"/>
                <a:gd name="T51" fmla="*/ 33 h 151"/>
                <a:gd name="T52" fmla="*/ 42 w 151"/>
                <a:gd name="T53" fmla="*/ 45 h 151"/>
                <a:gd name="T54" fmla="*/ 133 w 151"/>
                <a:gd name="T55" fmla="*/ 123 h 151"/>
                <a:gd name="T56" fmla="*/ 100 w 151"/>
                <a:gd name="T57" fmla="*/ 114 h 151"/>
                <a:gd name="T58" fmla="*/ 106 w 151"/>
                <a:gd name="T59" fmla="*/ 109 h 151"/>
                <a:gd name="T60" fmla="*/ 118 w 151"/>
                <a:gd name="T61" fmla="*/ 82 h 151"/>
                <a:gd name="T62" fmla="*/ 133 w 151"/>
                <a:gd name="T63" fmla="*/ 12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1" h="151">
                  <a:moveTo>
                    <a:pt x="29" y="82"/>
                  </a:moveTo>
                  <a:cubicBezTo>
                    <a:pt x="30" y="92"/>
                    <a:pt x="34" y="102"/>
                    <a:pt x="42" y="109"/>
                  </a:cubicBezTo>
                  <a:cubicBezTo>
                    <a:pt x="49" y="117"/>
                    <a:pt x="59" y="121"/>
                    <a:pt x="69" y="122"/>
                  </a:cubicBezTo>
                  <a:cubicBezTo>
                    <a:pt x="62" y="117"/>
                    <a:pt x="55" y="111"/>
                    <a:pt x="47" y="103"/>
                  </a:cubicBezTo>
                  <a:cubicBezTo>
                    <a:pt x="40" y="96"/>
                    <a:pt x="34" y="89"/>
                    <a:pt x="29" y="82"/>
                  </a:cubicBezTo>
                  <a:close/>
                  <a:moveTo>
                    <a:pt x="118" y="72"/>
                  </a:moveTo>
                  <a:cubicBezTo>
                    <a:pt x="118" y="70"/>
                    <a:pt x="118" y="67"/>
                    <a:pt x="117" y="65"/>
                  </a:cubicBezTo>
                  <a:cubicBezTo>
                    <a:pt x="117" y="65"/>
                    <a:pt x="117" y="65"/>
                    <a:pt x="117" y="65"/>
                  </a:cubicBezTo>
                  <a:cubicBezTo>
                    <a:pt x="116" y="63"/>
                    <a:pt x="116" y="60"/>
                    <a:pt x="115" y="58"/>
                  </a:cubicBezTo>
                  <a:cubicBezTo>
                    <a:pt x="114" y="58"/>
                    <a:pt x="114" y="57"/>
                    <a:pt x="113" y="56"/>
                  </a:cubicBezTo>
                  <a:cubicBezTo>
                    <a:pt x="113" y="55"/>
                    <a:pt x="112" y="53"/>
                    <a:pt x="111" y="52"/>
                  </a:cubicBezTo>
                  <a:cubicBezTo>
                    <a:pt x="109" y="49"/>
                    <a:pt x="108" y="47"/>
                    <a:pt x="106" y="45"/>
                  </a:cubicBezTo>
                  <a:cubicBezTo>
                    <a:pt x="104" y="43"/>
                    <a:pt x="101" y="42"/>
                    <a:pt x="99" y="40"/>
                  </a:cubicBezTo>
                  <a:cubicBezTo>
                    <a:pt x="98" y="39"/>
                    <a:pt x="96" y="38"/>
                    <a:pt x="95" y="38"/>
                  </a:cubicBezTo>
                  <a:cubicBezTo>
                    <a:pt x="94" y="37"/>
                    <a:pt x="93" y="37"/>
                    <a:pt x="93" y="36"/>
                  </a:cubicBezTo>
                  <a:cubicBezTo>
                    <a:pt x="91" y="35"/>
                    <a:pt x="88" y="35"/>
                    <a:pt x="86" y="34"/>
                  </a:cubicBezTo>
                  <a:cubicBezTo>
                    <a:pt x="86" y="34"/>
                    <a:pt x="86" y="34"/>
                    <a:pt x="86" y="34"/>
                  </a:cubicBezTo>
                  <a:cubicBezTo>
                    <a:pt x="84" y="33"/>
                    <a:pt x="81" y="33"/>
                    <a:pt x="79" y="33"/>
                  </a:cubicBezTo>
                  <a:cubicBezTo>
                    <a:pt x="50" y="10"/>
                    <a:pt x="23" y="0"/>
                    <a:pt x="13" y="10"/>
                  </a:cubicBezTo>
                  <a:cubicBezTo>
                    <a:pt x="0" y="23"/>
                    <a:pt x="18" y="62"/>
                    <a:pt x="53" y="98"/>
                  </a:cubicBezTo>
                  <a:cubicBezTo>
                    <a:pt x="89" y="133"/>
                    <a:pt x="128" y="151"/>
                    <a:pt x="141" y="138"/>
                  </a:cubicBezTo>
                  <a:cubicBezTo>
                    <a:pt x="151" y="128"/>
                    <a:pt x="141" y="101"/>
                    <a:pt x="118" y="72"/>
                  </a:cubicBezTo>
                  <a:close/>
                  <a:moveTo>
                    <a:pt x="42" y="45"/>
                  </a:moveTo>
                  <a:cubicBezTo>
                    <a:pt x="40" y="47"/>
                    <a:pt x="38" y="49"/>
                    <a:pt x="37" y="51"/>
                  </a:cubicBezTo>
                  <a:cubicBezTo>
                    <a:pt x="27" y="36"/>
                    <a:pt x="23" y="23"/>
                    <a:pt x="28" y="18"/>
                  </a:cubicBezTo>
                  <a:cubicBezTo>
                    <a:pt x="34" y="13"/>
                    <a:pt x="50" y="19"/>
                    <a:pt x="69" y="33"/>
                  </a:cubicBezTo>
                  <a:cubicBezTo>
                    <a:pt x="59" y="34"/>
                    <a:pt x="49" y="38"/>
                    <a:pt x="42" y="45"/>
                  </a:cubicBezTo>
                  <a:close/>
                  <a:moveTo>
                    <a:pt x="133" y="123"/>
                  </a:moveTo>
                  <a:cubicBezTo>
                    <a:pt x="128" y="128"/>
                    <a:pt x="115" y="124"/>
                    <a:pt x="100" y="114"/>
                  </a:cubicBezTo>
                  <a:cubicBezTo>
                    <a:pt x="102" y="113"/>
                    <a:pt x="104" y="111"/>
                    <a:pt x="106" y="109"/>
                  </a:cubicBezTo>
                  <a:cubicBezTo>
                    <a:pt x="113" y="102"/>
                    <a:pt x="117" y="92"/>
                    <a:pt x="118" y="82"/>
                  </a:cubicBezTo>
                  <a:cubicBezTo>
                    <a:pt x="132" y="101"/>
                    <a:pt x="138" y="117"/>
                    <a:pt x="133" y="1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5" name="Freeform 87"/>
            <p:cNvSpPr>
              <a:spLocks noEditPoints="1"/>
            </p:cNvSpPr>
            <p:nvPr/>
          </p:nvSpPr>
          <p:spPr bwMode="auto">
            <a:xfrm>
              <a:off x="2968072" y="4580466"/>
              <a:ext cx="612265" cy="558467"/>
            </a:xfrm>
            <a:custGeom>
              <a:avLst/>
              <a:gdLst>
                <a:gd name="T0" fmla="*/ 163 w 181"/>
                <a:gd name="T1" fmla="*/ 59 h 165"/>
                <a:gd name="T2" fmla="*/ 149 w 181"/>
                <a:gd name="T3" fmla="*/ 57 h 165"/>
                <a:gd name="T4" fmla="*/ 142 w 181"/>
                <a:gd name="T5" fmla="*/ 50 h 165"/>
                <a:gd name="T6" fmla="*/ 153 w 181"/>
                <a:gd name="T7" fmla="*/ 46 h 165"/>
                <a:gd name="T8" fmla="*/ 169 w 181"/>
                <a:gd name="T9" fmla="*/ 38 h 165"/>
                <a:gd name="T10" fmla="*/ 152 w 181"/>
                <a:gd name="T11" fmla="*/ 41 h 165"/>
                <a:gd name="T12" fmla="*/ 135 w 181"/>
                <a:gd name="T13" fmla="*/ 46 h 165"/>
                <a:gd name="T14" fmla="*/ 130 w 181"/>
                <a:gd name="T15" fmla="*/ 40 h 165"/>
                <a:gd name="T16" fmla="*/ 127 w 181"/>
                <a:gd name="T17" fmla="*/ 30 h 165"/>
                <a:gd name="T18" fmla="*/ 133 w 181"/>
                <a:gd name="T19" fmla="*/ 20 h 165"/>
                <a:gd name="T20" fmla="*/ 138 w 181"/>
                <a:gd name="T21" fmla="*/ 10 h 165"/>
                <a:gd name="T22" fmla="*/ 124 w 181"/>
                <a:gd name="T23" fmla="*/ 15 h 165"/>
                <a:gd name="T24" fmla="*/ 115 w 181"/>
                <a:gd name="T25" fmla="*/ 27 h 165"/>
                <a:gd name="T26" fmla="*/ 105 w 181"/>
                <a:gd name="T27" fmla="*/ 30 h 165"/>
                <a:gd name="T28" fmla="*/ 90 w 181"/>
                <a:gd name="T29" fmla="*/ 27 h 165"/>
                <a:gd name="T30" fmla="*/ 75 w 181"/>
                <a:gd name="T31" fmla="*/ 15 h 165"/>
                <a:gd name="T32" fmla="*/ 72 w 181"/>
                <a:gd name="T33" fmla="*/ 26 h 165"/>
                <a:gd name="T34" fmla="*/ 52 w 181"/>
                <a:gd name="T35" fmla="*/ 30 h 165"/>
                <a:gd name="T36" fmla="*/ 45 w 181"/>
                <a:gd name="T37" fmla="*/ 11 h 165"/>
                <a:gd name="T38" fmla="*/ 42 w 181"/>
                <a:gd name="T39" fmla="*/ 25 h 165"/>
                <a:gd name="T40" fmla="*/ 47 w 181"/>
                <a:gd name="T41" fmla="*/ 45 h 165"/>
                <a:gd name="T42" fmla="*/ 29 w 181"/>
                <a:gd name="T43" fmla="*/ 63 h 165"/>
                <a:gd name="T44" fmla="*/ 11 w 181"/>
                <a:gd name="T45" fmla="*/ 75 h 165"/>
                <a:gd name="T46" fmla="*/ 22 w 181"/>
                <a:gd name="T47" fmla="*/ 85 h 165"/>
                <a:gd name="T48" fmla="*/ 17 w 181"/>
                <a:gd name="T49" fmla="*/ 100 h 165"/>
                <a:gd name="T50" fmla="*/ 7 w 181"/>
                <a:gd name="T51" fmla="*/ 116 h 165"/>
                <a:gd name="T52" fmla="*/ 31 w 181"/>
                <a:gd name="T53" fmla="*/ 109 h 165"/>
                <a:gd name="T54" fmla="*/ 31 w 181"/>
                <a:gd name="T55" fmla="*/ 119 h 165"/>
                <a:gd name="T56" fmla="*/ 30 w 181"/>
                <a:gd name="T57" fmla="*/ 136 h 165"/>
                <a:gd name="T58" fmla="*/ 44 w 181"/>
                <a:gd name="T59" fmla="*/ 132 h 165"/>
                <a:gd name="T60" fmla="*/ 55 w 181"/>
                <a:gd name="T61" fmla="*/ 124 h 165"/>
                <a:gd name="T62" fmla="*/ 58 w 181"/>
                <a:gd name="T63" fmla="*/ 136 h 165"/>
                <a:gd name="T64" fmla="*/ 53 w 181"/>
                <a:gd name="T65" fmla="*/ 146 h 165"/>
                <a:gd name="T66" fmla="*/ 64 w 181"/>
                <a:gd name="T67" fmla="*/ 139 h 165"/>
                <a:gd name="T68" fmla="*/ 75 w 181"/>
                <a:gd name="T69" fmla="*/ 132 h 165"/>
                <a:gd name="T70" fmla="*/ 85 w 181"/>
                <a:gd name="T71" fmla="*/ 136 h 165"/>
                <a:gd name="T72" fmla="*/ 85 w 181"/>
                <a:gd name="T73" fmla="*/ 152 h 165"/>
                <a:gd name="T74" fmla="*/ 91 w 181"/>
                <a:gd name="T75" fmla="*/ 151 h 165"/>
                <a:gd name="T76" fmla="*/ 95 w 181"/>
                <a:gd name="T77" fmla="*/ 138 h 165"/>
                <a:gd name="T78" fmla="*/ 104 w 181"/>
                <a:gd name="T79" fmla="*/ 140 h 165"/>
                <a:gd name="T80" fmla="*/ 113 w 181"/>
                <a:gd name="T81" fmla="*/ 151 h 165"/>
                <a:gd name="T82" fmla="*/ 123 w 181"/>
                <a:gd name="T83" fmla="*/ 159 h 165"/>
                <a:gd name="T84" fmla="*/ 134 w 181"/>
                <a:gd name="T85" fmla="*/ 163 h 165"/>
                <a:gd name="T86" fmla="*/ 121 w 181"/>
                <a:gd name="T87" fmla="*/ 150 h 165"/>
                <a:gd name="T88" fmla="*/ 119 w 181"/>
                <a:gd name="T89" fmla="*/ 136 h 165"/>
                <a:gd name="T90" fmla="*/ 123 w 181"/>
                <a:gd name="T91" fmla="*/ 128 h 165"/>
                <a:gd name="T92" fmla="*/ 140 w 181"/>
                <a:gd name="T93" fmla="*/ 133 h 165"/>
                <a:gd name="T94" fmla="*/ 132 w 181"/>
                <a:gd name="T95" fmla="*/ 127 h 165"/>
                <a:gd name="T96" fmla="*/ 133 w 181"/>
                <a:gd name="T97" fmla="*/ 120 h 165"/>
                <a:gd name="T98" fmla="*/ 139 w 181"/>
                <a:gd name="T99" fmla="*/ 114 h 165"/>
                <a:gd name="T100" fmla="*/ 146 w 181"/>
                <a:gd name="T101" fmla="*/ 104 h 165"/>
                <a:gd name="T102" fmla="*/ 152 w 181"/>
                <a:gd name="T103" fmla="*/ 92 h 165"/>
                <a:gd name="T104" fmla="*/ 144 w 181"/>
                <a:gd name="T105" fmla="*/ 79 h 165"/>
                <a:gd name="T106" fmla="*/ 148 w 181"/>
                <a:gd name="T107" fmla="*/ 69 h 165"/>
                <a:gd name="T108" fmla="*/ 163 w 181"/>
                <a:gd name="T109" fmla="*/ 69 h 165"/>
                <a:gd name="T110" fmla="*/ 174 w 181"/>
                <a:gd name="T111" fmla="*/ 73 h 165"/>
                <a:gd name="T112" fmla="*/ 44 w 181"/>
                <a:gd name="T113" fmla="*/ 83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1" h="165">
                  <a:moveTo>
                    <a:pt x="180" y="71"/>
                  </a:moveTo>
                  <a:cubicBezTo>
                    <a:pt x="179" y="70"/>
                    <a:pt x="178" y="70"/>
                    <a:pt x="177" y="69"/>
                  </a:cubicBezTo>
                  <a:cubicBezTo>
                    <a:pt x="175" y="67"/>
                    <a:pt x="175" y="68"/>
                    <a:pt x="172" y="67"/>
                  </a:cubicBezTo>
                  <a:cubicBezTo>
                    <a:pt x="169" y="65"/>
                    <a:pt x="169" y="64"/>
                    <a:pt x="171" y="65"/>
                  </a:cubicBezTo>
                  <a:cubicBezTo>
                    <a:pt x="173" y="65"/>
                    <a:pt x="172" y="64"/>
                    <a:pt x="171" y="62"/>
                  </a:cubicBezTo>
                  <a:cubicBezTo>
                    <a:pt x="170" y="60"/>
                    <a:pt x="170" y="62"/>
                    <a:pt x="168" y="62"/>
                  </a:cubicBezTo>
                  <a:cubicBezTo>
                    <a:pt x="167" y="62"/>
                    <a:pt x="167" y="60"/>
                    <a:pt x="163" y="59"/>
                  </a:cubicBezTo>
                  <a:cubicBezTo>
                    <a:pt x="160" y="59"/>
                    <a:pt x="163" y="59"/>
                    <a:pt x="163" y="59"/>
                  </a:cubicBezTo>
                  <a:cubicBezTo>
                    <a:pt x="164" y="59"/>
                    <a:pt x="164" y="59"/>
                    <a:pt x="166" y="59"/>
                  </a:cubicBezTo>
                  <a:cubicBezTo>
                    <a:pt x="169" y="59"/>
                    <a:pt x="170" y="58"/>
                    <a:pt x="167" y="58"/>
                  </a:cubicBezTo>
                  <a:cubicBezTo>
                    <a:pt x="164" y="58"/>
                    <a:pt x="166" y="57"/>
                    <a:pt x="164" y="56"/>
                  </a:cubicBezTo>
                  <a:cubicBezTo>
                    <a:pt x="162" y="56"/>
                    <a:pt x="163" y="56"/>
                    <a:pt x="161" y="55"/>
                  </a:cubicBezTo>
                  <a:cubicBezTo>
                    <a:pt x="159" y="55"/>
                    <a:pt x="155" y="56"/>
                    <a:pt x="153" y="56"/>
                  </a:cubicBezTo>
                  <a:cubicBezTo>
                    <a:pt x="151" y="56"/>
                    <a:pt x="151" y="56"/>
                    <a:pt x="149" y="57"/>
                  </a:cubicBezTo>
                  <a:cubicBezTo>
                    <a:pt x="147" y="57"/>
                    <a:pt x="149" y="56"/>
                    <a:pt x="151" y="55"/>
                  </a:cubicBezTo>
                  <a:cubicBezTo>
                    <a:pt x="153" y="54"/>
                    <a:pt x="151" y="55"/>
                    <a:pt x="148" y="55"/>
                  </a:cubicBezTo>
                  <a:cubicBezTo>
                    <a:pt x="146" y="54"/>
                    <a:pt x="147" y="54"/>
                    <a:pt x="145" y="54"/>
                  </a:cubicBezTo>
                  <a:cubicBezTo>
                    <a:pt x="143" y="54"/>
                    <a:pt x="146" y="54"/>
                    <a:pt x="148" y="53"/>
                  </a:cubicBezTo>
                  <a:cubicBezTo>
                    <a:pt x="149" y="52"/>
                    <a:pt x="147" y="53"/>
                    <a:pt x="146" y="52"/>
                  </a:cubicBezTo>
                  <a:cubicBezTo>
                    <a:pt x="145" y="52"/>
                    <a:pt x="145" y="52"/>
                    <a:pt x="141" y="51"/>
                  </a:cubicBezTo>
                  <a:cubicBezTo>
                    <a:pt x="137" y="51"/>
                    <a:pt x="141" y="51"/>
                    <a:pt x="142" y="50"/>
                  </a:cubicBezTo>
                  <a:cubicBezTo>
                    <a:pt x="142" y="50"/>
                    <a:pt x="142" y="50"/>
                    <a:pt x="144" y="49"/>
                  </a:cubicBezTo>
                  <a:cubicBezTo>
                    <a:pt x="146" y="48"/>
                    <a:pt x="146" y="49"/>
                    <a:pt x="147" y="49"/>
                  </a:cubicBezTo>
                  <a:cubicBezTo>
                    <a:pt x="149" y="48"/>
                    <a:pt x="148" y="49"/>
                    <a:pt x="150" y="49"/>
                  </a:cubicBezTo>
                  <a:cubicBezTo>
                    <a:pt x="151" y="48"/>
                    <a:pt x="151" y="49"/>
                    <a:pt x="155" y="49"/>
                  </a:cubicBezTo>
                  <a:cubicBezTo>
                    <a:pt x="156" y="48"/>
                    <a:pt x="155" y="48"/>
                    <a:pt x="153" y="48"/>
                  </a:cubicBezTo>
                  <a:cubicBezTo>
                    <a:pt x="150" y="48"/>
                    <a:pt x="151" y="47"/>
                    <a:pt x="151" y="46"/>
                  </a:cubicBezTo>
                  <a:cubicBezTo>
                    <a:pt x="152" y="46"/>
                    <a:pt x="152" y="46"/>
                    <a:pt x="153" y="46"/>
                  </a:cubicBezTo>
                  <a:cubicBezTo>
                    <a:pt x="155" y="46"/>
                    <a:pt x="155" y="46"/>
                    <a:pt x="156" y="46"/>
                  </a:cubicBezTo>
                  <a:cubicBezTo>
                    <a:pt x="157" y="46"/>
                    <a:pt x="157" y="46"/>
                    <a:pt x="159" y="46"/>
                  </a:cubicBezTo>
                  <a:cubicBezTo>
                    <a:pt x="161" y="45"/>
                    <a:pt x="160" y="45"/>
                    <a:pt x="162" y="45"/>
                  </a:cubicBezTo>
                  <a:cubicBezTo>
                    <a:pt x="163" y="44"/>
                    <a:pt x="163" y="44"/>
                    <a:pt x="161" y="44"/>
                  </a:cubicBezTo>
                  <a:cubicBezTo>
                    <a:pt x="159" y="44"/>
                    <a:pt x="161" y="43"/>
                    <a:pt x="162" y="42"/>
                  </a:cubicBezTo>
                  <a:cubicBezTo>
                    <a:pt x="163" y="42"/>
                    <a:pt x="164" y="42"/>
                    <a:pt x="165" y="41"/>
                  </a:cubicBezTo>
                  <a:cubicBezTo>
                    <a:pt x="167" y="40"/>
                    <a:pt x="167" y="40"/>
                    <a:pt x="169" y="38"/>
                  </a:cubicBezTo>
                  <a:cubicBezTo>
                    <a:pt x="170" y="36"/>
                    <a:pt x="168" y="38"/>
                    <a:pt x="167" y="38"/>
                  </a:cubicBezTo>
                  <a:cubicBezTo>
                    <a:pt x="166" y="39"/>
                    <a:pt x="165" y="39"/>
                    <a:pt x="164" y="40"/>
                  </a:cubicBezTo>
                  <a:cubicBezTo>
                    <a:pt x="163" y="41"/>
                    <a:pt x="162" y="41"/>
                    <a:pt x="161" y="41"/>
                  </a:cubicBezTo>
                  <a:cubicBezTo>
                    <a:pt x="160" y="41"/>
                    <a:pt x="159" y="41"/>
                    <a:pt x="158" y="41"/>
                  </a:cubicBezTo>
                  <a:cubicBezTo>
                    <a:pt x="157" y="40"/>
                    <a:pt x="157" y="40"/>
                    <a:pt x="156" y="41"/>
                  </a:cubicBezTo>
                  <a:cubicBezTo>
                    <a:pt x="155" y="41"/>
                    <a:pt x="155" y="41"/>
                    <a:pt x="154" y="41"/>
                  </a:cubicBezTo>
                  <a:cubicBezTo>
                    <a:pt x="153" y="41"/>
                    <a:pt x="153" y="41"/>
                    <a:pt x="152" y="41"/>
                  </a:cubicBezTo>
                  <a:cubicBezTo>
                    <a:pt x="151" y="41"/>
                    <a:pt x="149" y="42"/>
                    <a:pt x="148" y="42"/>
                  </a:cubicBezTo>
                  <a:cubicBezTo>
                    <a:pt x="147" y="41"/>
                    <a:pt x="148" y="41"/>
                    <a:pt x="148" y="41"/>
                  </a:cubicBezTo>
                  <a:cubicBezTo>
                    <a:pt x="148" y="40"/>
                    <a:pt x="146" y="41"/>
                    <a:pt x="144" y="43"/>
                  </a:cubicBezTo>
                  <a:cubicBezTo>
                    <a:pt x="142" y="44"/>
                    <a:pt x="139" y="47"/>
                    <a:pt x="137" y="48"/>
                  </a:cubicBezTo>
                  <a:cubicBezTo>
                    <a:pt x="135" y="50"/>
                    <a:pt x="136" y="49"/>
                    <a:pt x="136" y="48"/>
                  </a:cubicBezTo>
                  <a:cubicBezTo>
                    <a:pt x="135" y="48"/>
                    <a:pt x="136" y="48"/>
                    <a:pt x="137" y="45"/>
                  </a:cubicBezTo>
                  <a:cubicBezTo>
                    <a:pt x="139" y="42"/>
                    <a:pt x="136" y="46"/>
                    <a:pt x="135" y="46"/>
                  </a:cubicBezTo>
                  <a:cubicBezTo>
                    <a:pt x="135" y="47"/>
                    <a:pt x="135" y="47"/>
                    <a:pt x="132" y="47"/>
                  </a:cubicBezTo>
                  <a:cubicBezTo>
                    <a:pt x="130" y="47"/>
                    <a:pt x="132" y="46"/>
                    <a:pt x="132" y="45"/>
                  </a:cubicBezTo>
                  <a:cubicBezTo>
                    <a:pt x="131" y="44"/>
                    <a:pt x="131" y="44"/>
                    <a:pt x="131" y="43"/>
                  </a:cubicBezTo>
                  <a:cubicBezTo>
                    <a:pt x="132" y="41"/>
                    <a:pt x="132" y="42"/>
                    <a:pt x="133" y="41"/>
                  </a:cubicBezTo>
                  <a:cubicBezTo>
                    <a:pt x="134" y="41"/>
                    <a:pt x="135" y="40"/>
                    <a:pt x="136" y="39"/>
                  </a:cubicBezTo>
                  <a:cubicBezTo>
                    <a:pt x="136" y="38"/>
                    <a:pt x="135" y="39"/>
                    <a:pt x="134" y="39"/>
                  </a:cubicBezTo>
                  <a:cubicBezTo>
                    <a:pt x="133" y="39"/>
                    <a:pt x="130" y="41"/>
                    <a:pt x="130" y="40"/>
                  </a:cubicBezTo>
                  <a:cubicBezTo>
                    <a:pt x="130" y="39"/>
                    <a:pt x="130" y="40"/>
                    <a:pt x="129" y="40"/>
                  </a:cubicBezTo>
                  <a:cubicBezTo>
                    <a:pt x="128" y="40"/>
                    <a:pt x="127" y="39"/>
                    <a:pt x="126" y="39"/>
                  </a:cubicBezTo>
                  <a:cubicBezTo>
                    <a:pt x="125" y="39"/>
                    <a:pt x="124" y="39"/>
                    <a:pt x="125" y="37"/>
                  </a:cubicBezTo>
                  <a:cubicBezTo>
                    <a:pt x="125" y="36"/>
                    <a:pt x="126" y="36"/>
                    <a:pt x="126" y="36"/>
                  </a:cubicBezTo>
                  <a:cubicBezTo>
                    <a:pt x="125" y="35"/>
                    <a:pt x="124" y="35"/>
                    <a:pt x="125" y="34"/>
                  </a:cubicBezTo>
                  <a:cubicBezTo>
                    <a:pt x="126" y="33"/>
                    <a:pt x="125" y="33"/>
                    <a:pt x="126" y="32"/>
                  </a:cubicBezTo>
                  <a:cubicBezTo>
                    <a:pt x="127" y="31"/>
                    <a:pt x="127" y="31"/>
                    <a:pt x="127" y="30"/>
                  </a:cubicBezTo>
                  <a:cubicBezTo>
                    <a:pt x="128" y="30"/>
                    <a:pt x="126" y="30"/>
                    <a:pt x="126" y="29"/>
                  </a:cubicBezTo>
                  <a:cubicBezTo>
                    <a:pt x="126" y="28"/>
                    <a:pt x="127" y="27"/>
                    <a:pt x="127" y="26"/>
                  </a:cubicBezTo>
                  <a:cubicBezTo>
                    <a:pt x="128" y="25"/>
                    <a:pt x="128" y="26"/>
                    <a:pt x="129" y="25"/>
                  </a:cubicBezTo>
                  <a:cubicBezTo>
                    <a:pt x="130" y="24"/>
                    <a:pt x="130" y="24"/>
                    <a:pt x="131" y="24"/>
                  </a:cubicBezTo>
                  <a:cubicBezTo>
                    <a:pt x="132" y="23"/>
                    <a:pt x="131" y="23"/>
                    <a:pt x="131" y="23"/>
                  </a:cubicBezTo>
                  <a:cubicBezTo>
                    <a:pt x="130" y="22"/>
                    <a:pt x="130" y="22"/>
                    <a:pt x="130" y="22"/>
                  </a:cubicBezTo>
                  <a:cubicBezTo>
                    <a:pt x="130" y="22"/>
                    <a:pt x="131" y="20"/>
                    <a:pt x="133" y="20"/>
                  </a:cubicBezTo>
                  <a:cubicBezTo>
                    <a:pt x="134" y="19"/>
                    <a:pt x="134" y="19"/>
                    <a:pt x="135" y="18"/>
                  </a:cubicBezTo>
                  <a:cubicBezTo>
                    <a:pt x="137" y="17"/>
                    <a:pt x="135" y="18"/>
                    <a:pt x="132" y="18"/>
                  </a:cubicBezTo>
                  <a:cubicBezTo>
                    <a:pt x="129" y="18"/>
                    <a:pt x="133" y="17"/>
                    <a:pt x="134" y="16"/>
                  </a:cubicBezTo>
                  <a:cubicBezTo>
                    <a:pt x="135" y="15"/>
                    <a:pt x="136" y="15"/>
                    <a:pt x="137" y="14"/>
                  </a:cubicBezTo>
                  <a:cubicBezTo>
                    <a:pt x="139" y="14"/>
                    <a:pt x="140" y="13"/>
                    <a:pt x="142" y="12"/>
                  </a:cubicBezTo>
                  <a:cubicBezTo>
                    <a:pt x="145" y="10"/>
                    <a:pt x="142" y="10"/>
                    <a:pt x="141" y="10"/>
                  </a:cubicBezTo>
                  <a:cubicBezTo>
                    <a:pt x="141" y="11"/>
                    <a:pt x="139" y="10"/>
                    <a:pt x="138" y="10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39" y="9"/>
                    <a:pt x="137" y="9"/>
                    <a:pt x="137" y="10"/>
                  </a:cubicBezTo>
                  <a:cubicBezTo>
                    <a:pt x="136" y="11"/>
                    <a:pt x="134" y="11"/>
                    <a:pt x="133" y="12"/>
                  </a:cubicBezTo>
                  <a:cubicBezTo>
                    <a:pt x="132" y="13"/>
                    <a:pt x="131" y="14"/>
                    <a:pt x="129" y="16"/>
                  </a:cubicBezTo>
                  <a:cubicBezTo>
                    <a:pt x="127" y="18"/>
                    <a:pt x="126" y="19"/>
                    <a:pt x="125" y="19"/>
                  </a:cubicBezTo>
                  <a:cubicBezTo>
                    <a:pt x="124" y="19"/>
                    <a:pt x="125" y="17"/>
                    <a:pt x="125" y="16"/>
                  </a:cubicBezTo>
                  <a:cubicBezTo>
                    <a:pt x="125" y="14"/>
                    <a:pt x="125" y="15"/>
                    <a:pt x="124" y="15"/>
                  </a:cubicBezTo>
                  <a:cubicBezTo>
                    <a:pt x="124" y="16"/>
                    <a:pt x="124" y="17"/>
                    <a:pt x="122" y="18"/>
                  </a:cubicBezTo>
                  <a:cubicBezTo>
                    <a:pt x="120" y="20"/>
                    <a:pt x="120" y="21"/>
                    <a:pt x="119" y="21"/>
                  </a:cubicBezTo>
                  <a:cubicBezTo>
                    <a:pt x="118" y="21"/>
                    <a:pt x="119" y="20"/>
                    <a:pt x="119" y="19"/>
                  </a:cubicBezTo>
                  <a:cubicBezTo>
                    <a:pt x="119" y="17"/>
                    <a:pt x="119" y="18"/>
                    <a:pt x="119" y="18"/>
                  </a:cubicBezTo>
                  <a:cubicBezTo>
                    <a:pt x="119" y="18"/>
                    <a:pt x="117" y="20"/>
                    <a:pt x="117" y="22"/>
                  </a:cubicBezTo>
                  <a:cubicBezTo>
                    <a:pt x="116" y="25"/>
                    <a:pt x="116" y="23"/>
                    <a:pt x="116" y="25"/>
                  </a:cubicBezTo>
                  <a:cubicBezTo>
                    <a:pt x="115" y="27"/>
                    <a:pt x="116" y="27"/>
                    <a:pt x="115" y="27"/>
                  </a:cubicBezTo>
                  <a:cubicBezTo>
                    <a:pt x="115" y="28"/>
                    <a:pt x="115" y="27"/>
                    <a:pt x="114" y="26"/>
                  </a:cubicBezTo>
                  <a:cubicBezTo>
                    <a:pt x="113" y="25"/>
                    <a:pt x="113" y="27"/>
                    <a:pt x="113" y="28"/>
                  </a:cubicBezTo>
                  <a:cubicBezTo>
                    <a:pt x="113" y="29"/>
                    <a:pt x="113" y="29"/>
                    <a:pt x="111" y="29"/>
                  </a:cubicBezTo>
                  <a:cubicBezTo>
                    <a:pt x="110" y="30"/>
                    <a:pt x="108" y="30"/>
                    <a:pt x="108" y="30"/>
                  </a:cubicBezTo>
                  <a:cubicBezTo>
                    <a:pt x="108" y="30"/>
                    <a:pt x="107" y="29"/>
                    <a:pt x="107" y="28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28"/>
                    <a:pt x="106" y="29"/>
                    <a:pt x="105" y="30"/>
                  </a:cubicBezTo>
                  <a:cubicBezTo>
                    <a:pt x="104" y="30"/>
                    <a:pt x="102" y="31"/>
                    <a:pt x="102" y="30"/>
                  </a:cubicBezTo>
                  <a:cubicBezTo>
                    <a:pt x="101" y="29"/>
                    <a:pt x="101" y="30"/>
                    <a:pt x="101" y="28"/>
                  </a:cubicBezTo>
                  <a:cubicBezTo>
                    <a:pt x="101" y="26"/>
                    <a:pt x="100" y="27"/>
                    <a:pt x="98" y="28"/>
                  </a:cubicBezTo>
                  <a:cubicBezTo>
                    <a:pt x="96" y="29"/>
                    <a:pt x="96" y="28"/>
                    <a:pt x="95" y="27"/>
                  </a:cubicBezTo>
                  <a:cubicBezTo>
                    <a:pt x="95" y="27"/>
                    <a:pt x="94" y="27"/>
                    <a:pt x="94" y="26"/>
                  </a:cubicBezTo>
                  <a:cubicBezTo>
                    <a:pt x="94" y="25"/>
                    <a:pt x="93" y="26"/>
                    <a:pt x="92" y="26"/>
                  </a:cubicBezTo>
                  <a:cubicBezTo>
                    <a:pt x="92" y="26"/>
                    <a:pt x="91" y="27"/>
                    <a:pt x="90" y="27"/>
                  </a:cubicBezTo>
                  <a:cubicBezTo>
                    <a:pt x="88" y="27"/>
                    <a:pt x="88" y="26"/>
                    <a:pt x="87" y="25"/>
                  </a:cubicBezTo>
                  <a:cubicBezTo>
                    <a:pt x="85" y="24"/>
                    <a:pt x="84" y="23"/>
                    <a:pt x="82" y="21"/>
                  </a:cubicBezTo>
                  <a:cubicBezTo>
                    <a:pt x="81" y="18"/>
                    <a:pt x="80" y="16"/>
                    <a:pt x="79" y="13"/>
                  </a:cubicBezTo>
                  <a:cubicBezTo>
                    <a:pt x="78" y="11"/>
                    <a:pt x="78" y="9"/>
                    <a:pt x="77" y="9"/>
                  </a:cubicBezTo>
                  <a:cubicBezTo>
                    <a:pt x="75" y="8"/>
                    <a:pt x="77" y="12"/>
                    <a:pt x="77" y="14"/>
                  </a:cubicBezTo>
                  <a:cubicBezTo>
                    <a:pt x="77" y="15"/>
                    <a:pt x="76" y="19"/>
                    <a:pt x="76" y="19"/>
                  </a:cubicBezTo>
                  <a:cubicBezTo>
                    <a:pt x="76" y="19"/>
                    <a:pt x="75" y="17"/>
                    <a:pt x="75" y="15"/>
                  </a:cubicBezTo>
                  <a:cubicBezTo>
                    <a:pt x="74" y="14"/>
                    <a:pt x="75" y="14"/>
                    <a:pt x="74" y="12"/>
                  </a:cubicBezTo>
                  <a:cubicBezTo>
                    <a:pt x="74" y="11"/>
                    <a:pt x="74" y="15"/>
                    <a:pt x="74" y="17"/>
                  </a:cubicBezTo>
                  <a:cubicBezTo>
                    <a:pt x="74" y="18"/>
                    <a:pt x="74" y="18"/>
                    <a:pt x="74" y="19"/>
                  </a:cubicBezTo>
                  <a:cubicBezTo>
                    <a:pt x="73" y="21"/>
                    <a:pt x="74" y="22"/>
                    <a:pt x="73" y="22"/>
                  </a:cubicBezTo>
                  <a:cubicBezTo>
                    <a:pt x="73" y="23"/>
                    <a:pt x="72" y="21"/>
                    <a:pt x="71" y="19"/>
                  </a:cubicBezTo>
                  <a:cubicBezTo>
                    <a:pt x="69" y="17"/>
                    <a:pt x="70" y="22"/>
                    <a:pt x="72" y="23"/>
                  </a:cubicBezTo>
                  <a:cubicBezTo>
                    <a:pt x="73" y="24"/>
                    <a:pt x="72" y="24"/>
                    <a:pt x="72" y="26"/>
                  </a:cubicBezTo>
                  <a:cubicBezTo>
                    <a:pt x="73" y="28"/>
                    <a:pt x="72" y="29"/>
                    <a:pt x="71" y="30"/>
                  </a:cubicBezTo>
                  <a:cubicBezTo>
                    <a:pt x="69" y="30"/>
                    <a:pt x="68" y="26"/>
                    <a:pt x="68" y="27"/>
                  </a:cubicBezTo>
                  <a:cubicBezTo>
                    <a:pt x="68" y="28"/>
                    <a:pt x="67" y="30"/>
                    <a:pt x="66" y="29"/>
                  </a:cubicBezTo>
                  <a:cubicBezTo>
                    <a:pt x="65" y="28"/>
                    <a:pt x="67" y="30"/>
                    <a:pt x="67" y="31"/>
                  </a:cubicBezTo>
                  <a:cubicBezTo>
                    <a:pt x="67" y="33"/>
                    <a:pt x="66" y="33"/>
                    <a:pt x="64" y="35"/>
                  </a:cubicBezTo>
                  <a:cubicBezTo>
                    <a:pt x="63" y="36"/>
                    <a:pt x="63" y="33"/>
                    <a:pt x="61" y="31"/>
                  </a:cubicBezTo>
                  <a:cubicBezTo>
                    <a:pt x="59" y="29"/>
                    <a:pt x="53" y="31"/>
                    <a:pt x="52" y="30"/>
                  </a:cubicBezTo>
                  <a:cubicBezTo>
                    <a:pt x="51" y="28"/>
                    <a:pt x="51" y="29"/>
                    <a:pt x="51" y="28"/>
                  </a:cubicBezTo>
                  <a:cubicBezTo>
                    <a:pt x="51" y="27"/>
                    <a:pt x="51" y="26"/>
                    <a:pt x="51" y="23"/>
                  </a:cubicBezTo>
                  <a:cubicBezTo>
                    <a:pt x="51" y="22"/>
                    <a:pt x="49" y="23"/>
                    <a:pt x="48" y="24"/>
                  </a:cubicBezTo>
                  <a:cubicBezTo>
                    <a:pt x="46" y="25"/>
                    <a:pt x="46" y="23"/>
                    <a:pt x="46" y="22"/>
                  </a:cubicBezTo>
                  <a:cubicBezTo>
                    <a:pt x="46" y="20"/>
                    <a:pt x="46" y="19"/>
                    <a:pt x="46" y="18"/>
                  </a:cubicBezTo>
                  <a:cubicBezTo>
                    <a:pt x="46" y="17"/>
                    <a:pt x="47" y="16"/>
                    <a:pt x="47" y="14"/>
                  </a:cubicBezTo>
                  <a:cubicBezTo>
                    <a:pt x="47" y="12"/>
                    <a:pt x="47" y="13"/>
                    <a:pt x="45" y="11"/>
                  </a:cubicBezTo>
                  <a:cubicBezTo>
                    <a:pt x="44" y="10"/>
                    <a:pt x="44" y="9"/>
                    <a:pt x="45" y="8"/>
                  </a:cubicBezTo>
                  <a:cubicBezTo>
                    <a:pt x="45" y="6"/>
                    <a:pt x="45" y="6"/>
                    <a:pt x="46" y="3"/>
                  </a:cubicBezTo>
                  <a:cubicBezTo>
                    <a:pt x="48" y="0"/>
                    <a:pt x="45" y="3"/>
                    <a:pt x="44" y="4"/>
                  </a:cubicBezTo>
                  <a:cubicBezTo>
                    <a:pt x="43" y="4"/>
                    <a:pt x="41" y="6"/>
                    <a:pt x="40" y="7"/>
                  </a:cubicBezTo>
                  <a:cubicBezTo>
                    <a:pt x="40" y="7"/>
                    <a:pt x="38" y="10"/>
                    <a:pt x="39" y="12"/>
                  </a:cubicBezTo>
                  <a:cubicBezTo>
                    <a:pt x="39" y="14"/>
                    <a:pt x="38" y="18"/>
                    <a:pt x="39" y="20"/>
                  </a:cubicBezTo>
                  <a:cubicBezTo>
                    <a:pt x="39" y="22"/>
                    <a:pt x="41" y="24"/>
                    <a:pt x="42" y="25"/>
                  </a:cubicBezTo>
                  <a:cubicBezTo>
                    <a:pt x="44" y="26"/>
                    <a:pt x="44" y="28"/>
                    <a:pt x="42" y="29"/>
                  </a:cubicBezTo>
                  <a:cubicBezTo>
                    <a:pt x="41" y="30"/>
                    <a:pt x="44" y="30"/>
                    <a:pt x="45" y="31"/>
                  </a:cubicBezTo>
                  <a:cubicBezTo>
                    <a:pt x="45" y="31"/>
                    <a:pt x="44" y="32"/>
                    <a:pt x="44" y="33"/>
                  </a:cubicBezTo>
                  <a:cubicBezTo>
                    <a:pt x="43" y="34"/>
                    <a:pt x="43" y="34"/>
                    <a:pt x="42" y="36"/>
                  </a:cubicBezTo>
                  <a:cubicBezTo>
                    <a:pt x="41" y="38"/>
                    <a:pt x="42" y="37"/>
                    <a:pt x="44" y="39"/>
                  </a:cubicBezTo>
                  <a:cubicBezTo>
                    <a:pt x="46" y="40"/>
                    <a:pt x="44" y="39"/>
                    <a:pt x="46" y="40"/>
                  </a:cubicBezTo>
                  <a:cubicBezTo>
                    <a:pt x="47" y="41"/>
                    <a:pt x="48" y="43"/>
                    <a:pt x="47" y="45"/>
                  </a:cubicBezTo>
                  <a:cubicBezTo>
                    <a:pt x="47" y="47"/>
                    <a:pt x="45" y="50"/>
                    <a:pt x="43" y="51"/>
                  </a:cubicBezTo>
                  <a:cubicBezTo>
                    <a:pt x="42" y="51"/>
                    <a:pt x="40" y="54"/>
                    <a:pt x="37" y="53"/>
                  </a:cubicBezTo>
                  <a:cubicBezTo>
                    <a:pt x="34" y="52"/>
                    <a:pt x="36" y="55"/>
                    <a:pt x="33" y="55"/>
                  </a:cubicBezTo>
                  <a:cubicBezTo>
                    <a:pt x="31" y="55"/>
                    <a:pt x="32" y="55"/>
                    <a:pt x="30" y="57"/>
                  </a:cubicBezTo>
                  <a:cubicBezTo>
                    <a:pt x="28" y="59"/>
                    <a:pt x="29" y="59"/>
                    <a:pt x="30" y="59"/>
                  </a:cubicBezTo>
                  <a:cubicBezTo>
                    <a:pt x="31" y="60"/>
                    <a:pt x="34" y="59"/>
                    <a:pt x="34" y="59"/>
                  </a:cubicBezTo>
                  <a:cubicBezTo>
                    <a:pt x="34" y="59"/>
                    <a:pt x="34" y="62"/>
                    <a:pt x="29" y="63"/>
                  </a:cubicBezTo>
                  <a:cubicBezTo>
                    <a:pt x="24" y="65"/>
                    <a:pt x="29" y="63"/>
                    <a:pt x="31" y="64"/>
                  </a:cubicBezTo>
                  <a:cubicBezTo>
                    <a:pt x="32" y="64"/>
                    <a:pt x="33" y="64"/>
                    <a:pt x="34" y="65"/>
                  </a:cubicBezTo>
                  <a:cubicBezTo>
                    <a:pt x="35" y="65"/>
                    <a:pt x="33" y="66"/>
                    <a:pt x="30" y="67"/>
                  </a:cubicBezTo>
                  <a:cubicBezTo>
                    <a:pt x="26" y="69"/>
                    <a:pt x="26" y="71"/>
                    <a:pt x="24" y="71"/>
                  </a:cubicBezTo>
                  <a:cubicBezTo>
                    <a:pt x="22" y="71"/>
                    <a:pt x="22" y="71"/>
                    <a:pt x="18" y="72"/>
                  </a:cubicBezTo>
                  <a:cubicBezTo>
                    <a:pt x="14" y="73"/>
                    <a:pt x="17" y="73"/>
                    <a:pt x="15" y="74"/>
                  </a:cubicBezTo>
                  <a:cubicBezTo>
                    <a:pt x="14" y="75"/>
                    <a:pt x="13" y="75"/>
                    <a:pt x="11" y="75"/>
                  </a:cubicBezTo>
                  <a:cubicBezTo>
                    <a:pt x="8" y="75"/>
                    <a:pt x="8" y="77"/>
                    <a:pt x="4" y="78"/>
                  </a:cubicBezTo>
                  <a:cubicBezTo>
                    <a:pt x="0" y="78"/>
                    <a:pt x="7" y="78"/>
                    <a:pt x="5" y="79"/>
                  </a:cubicBezTo>
                  <a:cubicBezTo>
                    <a:pt x="4" y="81"/>
                    <a:pt x="9" y="82"/>
                    <a:pt x="8" y="83"/>
                  </a:cubicBezTo>
                  <a:cubicBezTo>
                    <a:pt x="8" y="83"/>
                    <a:pt x="9" y="84"/>
                    <a:pt x="12" y="84"/>
                  </a:cubicBezTo>
                  <a:cubicBezTo>
                    <a:pt x="15" y="84"/>
                    <a:pt x="14" y="84"/>
                    <a:pt x="13" y="85"/>
                  </a:cubicBezTo>
                  <a:cubicBezTo>
                    <a:pt x="12" y="87"/>
                    <a:pt x="14" y="86"/>
                    <a:pt x="15" y="86"/>
                  </a:cubicBezTo>
                  <a:cubicBezTo>
                    <a:pt x="16" y="86"/>
                    <a:pt x="18" y="86"/>
                    <a:pt x="22" y="85"/>
                  </a:cubicBezTo>
                  <a:cubicBezTo>
                    <a:pt x="25" y="84"/>
                    <a:pt x="24" y="86"/>
                    <a:pt x="23" y="87"/>
                  </a:cubicBezTo>
                  <a:cubicBezTo>
                    <a:pt x="22" y="89"/>
                    <a:pt x="21" y="89"/>
                    <a:pt x="20" y="89"/>
                  </a:cubicBezTo>
                  <a:cubicBezTo>
                    <a:pt x="19" y="90"/>
                    <a:pt x="25" y="89"/>
                    <a:pt x="25" y="90"/>
                  </a:cubicBezTo>
                  <a:cubicBezTo>
                    <a:pt x="26" y="91"/>
                    <a:pt x="23" y="92"/>
                    <a:pt x="21" y="93"/>
                  </a:cubicBezTo>
                  <a:cubicBezTo>
                    <a:pt x="18" y="95"/>
                    <a:pt x="23" y="93"/>
                    <a:pt x="23" y="93"/>
                  </a:cubicBezTo>
                  <a:cubicBezTo>
                    <a:pt x="23" y="93"/>
                    <a:pt x="20" y="96"/>
                    <a:pt x="20" y="97"/>
                  </a:cubicBezTo>
                  <a:cubicBezTo>
                    <a:pt x="19" y="99"/>
                    <a:pt x="18" y="99"/>
                    <a:pt x="17" y="100"/>
                  </a:cubicBezTo>
                  <a:cubicBezTo>
                    <a:pt x="17" y="100"/>
                    <a:pt x="15" y="102"/>
                    <a:pt x="11" y="102"/>
                  </a:cubicBezTo>
                  <a:cubicBezTo>
                    <a:pt x="8" y="103"/>
                    <a:pt x="11" y="104"/>
                    <a:pt x="13" y="104"/>
                  </a:cubicBezTo>
                  <a:cubicBezTo>
                    <a:pt x="16" y="105"/>
                    <a:pt x="16" y="104"/>
                    <a:pt x="15" y="105"/>
                  </a:cubicBezTo>
                  <a:cubicBezTo>
                    <a:pt x="14" y="106"/>
                    <a:pt x="12" y="107"/>
                    <a:pt x="10" y="108"/>
                  </a:cubicBezTo>
                  <a:cubicBezTo>
                    <a:pt x="8" y="109"/>
                    <a:pt x="7" y="110"/>
                    <a:pt x="5" y="112"/>
                  </a:cubicBezTo>
                  <a:cubicBezTo>
                    <a:pt x="3" y="113"/>
                    <a:pt x="3" y="116"/>
                    <a:pt x="3" y="116"/>
                  </a:cubicBezTo>
                  <a:cubicBezTo>
                    <a:pt x="3" y="116"/>
                    <a:pt x="5" y="117"/>
                    <a:pt x="7" y="116"/>
                  </a:cubicBezTo>
                  <a:cubicBezTo>
                    <a:pt x="9" y="115"/>
                    <a:pt x="9" y="115"/>
                    <a:pt x="11" y="113"/>
                  </a:cubicBezTo>
                  <a:cubicBezTo>
                    <a:pt x="13" y="112"/>
                    <a:pt x="13" y="113"/>
                    <a:pt x="15" y="111"/>
                  </a:cubicBezTo>
                  <a:cubicBezTo>
                    <a:pt x="17" y="110"/>
                    <a:pt x="17" y="111"/>
                    <a:pt x="19" y="110"/>
                  </a:cubicBezTo>
                  <a:cubicBezTo>
                    <a:pt x="20" y="110"/>
                    <a:pt x="20" y="111"/>
                    <a:pt x="20" y="111"/>
                  </a:cubicBezTo>
                  <a:cubicBezTo>
                    <a:pt x="20" y="111"/>
                    <a:pt x="20" y="112"/>
                    <a:pt x="23" y="112"/>
                  </a:cubicBezTo>
                  <a:cubicBezTo>
                    <a:pt x="26" y="112"/>
                    <a:pt x="25" y="112"/>
                    <a:pt x="26" y="111"/>
                  </a:cubicBezTo>
                  <a:cubicBezTo>
                    <a:pt x="27" y="110"/>
                    <a:pt x="30" y="109"/>
                    <a:pt x="31" y="109"/>
                  </a:cubicBezTo>
                  <a:cubicBezTo>
                    <a:pt x="33" y="108"/>
                    <a:pt x="35" y="108"/>
                    <a:pt x="37" y="108"/>
                  </a:cubicBezTo>
                  <a:cubicBezTo>
                    <a:pt x="39" y="108"/>
                    <a:pt x="38" y="108"/>
                    <a:pt x="40" y="107"/>
                  </a:cubicBezTo>
                  <a:cubicBezTo>
                    <a:pt x="43" y="106"/>
                    <a:pt x="42" y="108"/>
                    <a:pt x="42" y="110"/>
                  </a:cubicBezTo>
                  <a:cubicBezTo>
                    <a:pt x="42" y="112"/>
                    <a:pt x="42" y="115"/>
                    <a:pt x="41" y="115"/>
                  </a:cubicBezTo>
                  <a:cubicBezTo>
                    <a:pt x="40" y="116"/>
                    <a:pt x="40" y="116"/>
                    <a:pt x="39" y="117"/>
                  </a:cubicBezTo>
                  <a:cubicBezTo>
                    <a:pt x="38" y="117"/>
                    <a:pt x="37" y="118"/>
                    <a:pt x="36" y="118"/>
                  </a:cubicBezTo>
                  <a:cubicBezTo>
                    <a:pt x="34" y="118"/>
                    <a:pt x="33" y="119"/>
                    <a:pt x="31" y="119"/>
                  </a:cubicBezTo>
                  <a:cubicBezTo>
                    <a:pt x="29" y="119"/>
                    <a:pt x="31" y="119"/>
                    <a:pt x="35" y="120"/>
                  </a:cubicBezTo>
                  <a:cubicBezTo>
                    <a:pt x="39" y="120"/>
                    <a:pt x="34" y="121"/>
                    <a:pt x="33" y="122"/>
                  </a:cubicBezTo>
                  <a:cubicBezTo>
                    <a:pt x="32" y="123"/>
                    <a:pt x="31" y="124"/>
                    <a:pt x="30" y="125"/>
                  </a:cubicBezTo>
                  <a:cubicBezTo>
                    <a:pt x="30" y="126"/>
                    <a:pt x="31" y="126"/>
                    <a:pt x="31" y="128"/>
                  </a:cubicBezTo>
                  <a:cubicBezTo>
                    <a:pt x="31" y="129"/>
                    <a:pt x="30" y="130"/>
                    <a:pt x="30" y="131"/>
                  </a:cubicBezTo>
                  <a:cubicBezTo>
                    <a:pt x="30" y="132"/>
                    <a:pt x="29" y="134"/>
                    <a:pt x="28" y="136"/>
                  </a:cubicBezTo>
                  <a:cubicBezTo>
                    <a:pt x="26" y="138"/>
                    <a:pt x="29" y="138"/>
                    <a:pt x="30" y="136"/>
                  </a:cubicBezTo>
                  <a:cubicBezTo>
                    <a:pt x="32" y="133"/>
                    <a:pt x="31" y="135"/>
                    <a:pt x="32" y="134"/>
                  </a:cubicBezTo>
                  <a:cubicBezTo>
                    <a:pt x="33" y="133"/>
                    <a:pt x="34" y="133"/>
                    <a:pt x="36" y="132"/>
                  </a:cubicBezTo>
                  <a:cubicBezTo>
                    <a:pt x="37" y="131"/>
                    <a:pt x="36" y="134"/>
                    <a:pt x="36" y="134"/>
                  </a:cubicBezTo>
                  <a:cubicBezTo>
                    <a:pt x="36" y="134"/>
                    <a:pt x="39" y="133"/>
                    <a:pt x="39" y="131"/>
                  </a:cubicBezTo>
                  <a:cubicBezTo>
                    <a:pt x="40" y="129"/>
                    <a:pt x="41" y="129"/>
                    <a:pt x="41" y="129"/>
                  </a:cubicBezTo>
                  <a:cubicBezTo>
                    <a:pt x="41" y="129"/>
                    <a:pt x="42" y="130"/>
                    <a:pt x="42" y="131"/>
                  </a:cubicBezTo>
                  <a:cubicBezTo>
                    <a:pt x="42" y="133"/>
                    <a:pt x="44" y="132"/>
                    <a:pt x="44" y="132"/>
                  </a:cubicBezTo>
                  <a:cubicBezTo>
                    <a:pt x="44" y="132"/>
                    <a:pt x="44" y="131"/>
                    <a:pt x="44" y="129"/>
                  </a:cubicBezTo>
                  <a:cubicBezTo>
                    <a:pt x="45" y="127"/>
                    <a:pt x="46" y="128"/>
                    <a:pt x="46" y="127"/>
                  </a:cubicBezTo>
                  <a:cubicBezTo>
                    <a:pt x="46" y="125"/>
                    <a:pt x="47" y="126"/>
                    <a:pt x="46" y="124"/>
                  </a:cubicBezTo>
                  <a:cubicBezTo>
                    <a:pt x="45" y="123"/>
                    <a:pt x="47" y="123"/>
                    <a:pt x="47" y="122"/>
                  </a:cubicBezTo>
                  <a:cubicBezTo>
                    <a:pt x="47" y="121"/>
                    <a:pt x="50" y="121"/>
                    <a:pt x="50" y="121"/>
                  </a:cubicBezTo>
                  <a:cubicBezTo>
                    <a:pt x="51" y="121"/>
                    <a:pt x="53" y="121"/>
                    <a:pt x="54" y="122"/>
                  </a:cubicBezTo>
                  <a:cubicBezTo>
                    <a:pt x="54" y="123"/>
                    <a:pt x="54" y="123"/>
                    <a:pt x="55" y="124"/>
                  </a:cubicBezTo>
                  <a:cubicBezTo>
                    <a:pt x="55" y="125"/>
                    <a:pt x="56" y="126"/>
                    <a:pt x="57" y="127"/>
                  </a:cubicBezTo>
                  <a:cubicBezTo>
                    <a:pt x="58" y="128"/>
                    <a:pt x="58" y="128"/>
                    <a:pt x="59" y="129"/>
                  </a:cubicBezTo>
                  <a:cubicBezTo>
                    <a:pt x="60" y="129"/>
                    <a:pt x="59" y="129"/>
                    <a:pt x="57" y="131"/>
                  </a:cubicBezTo>
                  <a:cubicBezTo>
                    <a:pt x="56" y="132"/>
                    <a:pt x="58" y="131"/>
                    <a:pt x="59" y="131"/>
                  </a:cubicBezTo>
                  <a:cubicBezTo>
                    <a:pt x="60" y="130"/>
                    <a:pt x="59" y="130"/>
                    <a:pt x="61" y="131"/>
                  </a:cubicBezTo>
                  <a:cubicBezTo>
                    <a:pt x="62" y="132"/>
                    <a:pt x="60" y="133"/>
                    <a:pt x="58" y="134"/>
                  </a:cubicBezTo>
                  <a:cubicBezTo>
                    <a:pt x="56" y="135"/>
                    <a:pt x="59" y="136"/>
                    <a:pt x="58" y="136"/>
                  </a:cubicBezTo>
                  <a:cubicBezTo>
                    <a:pt x="57" y="136"/>
                    <a:pt x="55" y="137"/>
                    <a:pt x="54" y="138"/>
                  </a:cubicBezTo>
                  <a:cubicBezTo>
                    <a:pt x="52" y="139"/>
                    <a:pt x="55" y="139"/>
                    <a:pt x="55" y="139"/>
                  </a:cubicBezTo>
                  <a:cubicBezTo>
                    <a:pt x="55" y="139"/>
                    <a:pt x="53" y="141"/>
                    <a:pt x="53" y="141"/>
                  </a:cubicBezTo>
                  <a:cubicBezTo>
                    <a:pt x="52" y="142"/>
                    <a:pt x="54" y="142"/>
                    <a:pt x="53" y="143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54" y="144"/>
                    <a:pt x="54" y="144"/>
                    <a:pt x="54" y="144"/>
                  </a:cubicBezTo>
                  <a:cubicBezTo>
                    <a:pt x="54" y="144"/>
                    <a:pt x="54" y="144"/>
                    <a:pt x="53" y="146"/>
                  </a:cubicBezTo>
                  <a:cubicBezTo>
                    <a:pt x="53" y="147"/>
                    <a:pt x="53" y="147"/>
                    <a:pt x="52" y="149"/>
                  </a:cubicBezTo>
                  <a:cubicBezTo>
                    <a:pt x="51" y="150"/>
                    <a:pt x="53" y="150"/>
                    <a:pt x="53" y="150"/>
                  </a:cubicBezTo>
                  <a:cubicBezTo>
                    <a:pt x="54" y="150"/>
                    <a:pt x="55" y="149"/>
                    <a:pt x="57" y="147"/>
                  </a:cubicBezTo>
                  <a:cubicBezTo>
                    <a:pt x="58" y="145"/>
                    <a:pt x="58" y="145"/>
                    <a:pt x="59" y="143"/>
                  </a:cubicBezTo>
                  <a:cubicBezTo>
                    <a:pt x="60" y="141"/>
                    <a:pt x="60" y="144"/>
                    <a:pt x="60" y="145"/>
                  </a:cubicBezTo>
                  <a:cubicBezTo>
                    <a:pt x="60" y="145"/>
                    <a:pt x="61" y="147"/>
                    <a:pt x="62" y="145"/>
                  </a:cubicBezTo>
                  <a:cubicBezTo>
                    <a:pt x="64" y="143"/>
                    <a:pt x="64" y="141"/>
                    <a:pt x="64" y="139"/>
                  </a:cubicBezTo>
                  <a:cubicBezTo>
                    <a:pt x="64" y="138"/>
                    <a:pt x="65" y="138"/>
                    <a:pt x="65" y="137"/>
                  </a:cubicBezTo>
                  <a:cubicBezTo>
                    <a:pt x="65" y="136"/>
                    <a:pt x="66" y="135"/>
                    <a:pt x="67" y="134"/>
                  </a:cubicBezTo>
                  <a:cubicBezTo>
                    <a:pt x="68" y="133"/>
                    <a:pt x="68" y="135"/>
                    <a:pt x="68" y="135"/>
                  </a:cubicBezTo>
                  <a:cubicBezTo>
                    <a:pt x="68" y="136"/>
                    <a:pt x="68" y="137"/>
                    <a:pt x="69" y="139"/>
                  </a:cubicBezTo>
                  <a:cubicBezTo>
                    <a:pt x="69" y="141"/>
                    <a:pt x="70" y="137"/>
                    <a:pt x="70" y="135"/>
                  </a:cubicBezTo>
                  <a:cubicBezTo>
                    <a:pt x="71" y="132"/>
                    <a:pt x="71" y="134"/>
                    <a:pt x="72" y="132"/>
                  </a:cubicBezTo>
                  <a:cubicBezTo>
                    <a:pt x="74" y="130"/>
                    <a:pt x="73" y="132"/>
                    <a:pt x="75" y="132"/>
                  </a:cubicBezTo>
                  <a:cubicBezTo>
                    <a:pt x="76" y="132"/>
                    <a:pt x="76" y="133"/>
                    <a:pt x="77" y="134"/>
                  </a:cubicBezTo>
                  <a:cubicBezTo>
                    <a:pt x="77" y="135"/>
                    <a:pt x="77" y="135"/>
                    <a:pt x="78" y="136"/>
                  </a:cubicBezTo>
                  <a:cubicBezTo>
                    <a:pt x="78" y="137"/>
                    <a:pt x="79" y="136"/>
                    <a:pt x="80" y="135"/>
                  </a:cubicBezTo>
                  <a:cubicBezTo>
                    <a:pt x="81" y="135"/>
                    <a:pt x="81" y="135"/>
                    <a:pt x="81" y="136"/>
                  </a:cubicBezTo>
                  <a:cubicBezTo>
                    <a:pt x="81" y="137"/>
                    <a:pt x="81" y="138"/>
                    <a:pt x="81" y="139"/>
                  </a:cubicBezTo>
                  <a:cubicBezTo>
                    <a:pt x="81" y="140"/>
                    <a:pt x="82" y="138"/>
                    <a:pt x="82" y="137"/>
                  </a:cubicBezTo>
                  <a:cubicBezTo>
                    <a:pt x="83" y="136"/>
                    <a:pt x="84" y="136"/>
                    <a:pt x="85" y="136"/>
                  </a:cubicBezTo>
                  <a:cubicBezTo>
                    <a:pt x="86" y="136"/>
                    <a:pt x="85" y="137"/>
                    <a:pt x="85" y="137"/>
                  </a:cubicBezTo>
                  <a:cubicBezTo>
                    <a:pt x="85" y="138"/>
                    <a:pt x="85" y="139"/>
                    <a:pt x="85" y="140"/>
                  </a:cubicBezTo>
                  <a:cubicBezTo>
                    <a:pt x="85" y="142"/>
                    <a:pt x="83" y="144"/>
                    <a:pt x="84" y="143"/>
                  </a:cubicBezTo>
                  <a:cubicBezTo>
                    <a:pt x="85" y="142"/>
                    <a:pt x="85" y="144"/>
                    <a:pt x="87" y="143"/>
                  </a:cubicBezTo>
                  <a:cubicBezTo>
                    <a:pt x="88" y="142"/>
                    <a:pt x="86" y="144"/>
                    <a:pt x="86" y="145"/>
                  </a:cubicBezTo>
                  <a:cubicBezTo>
                    <a:pt x="85" y="146"/>
                    <a:pt x="85" y="147"/>
                    <a:pt x="84" y="148"/>
                  </a:cubicBezTo>
                  <a:cubicBezTo>
                    <a:pt x="83" y="149"/>
                    <a:pt x="86" y="151"/>
                    <a:pt x="85" y="152"/>
                  </a:cubicBezTo>
                  <a:cubicBezTo>
                    <a:pt x="85" y="154"/>
                    <a:pt x="85" y="154"/>
                    <a:pt x="85" y="155"/>
                  </a:cubicBezTo>
                  <a:cubicBezTo>
                    <a:pt x="85" y="156"/>
                    <a:pt x="86" y="157"/>
                    <a:pt x="87" y="159"/>
                  </a:cubicBezTo>
                  <a:cubicBezTo>
                    <a:pt x="87" y="162"/>
                    <a:pt x="87" y="159"/>
                    <a:pt x="88" y="157"/>
                  </a:cubicBezTo>
                  <a:cubicBezTo>
                    <a:pt x="89" y="155"/>
                    <a:pt x="88" y="156"/>
                    <a:pt x="89" y="154"/>
                  </a:cubicBezTo>
                  <a:cubicBezTo>
                    <a:pt x="90" y="152"/>
                    <a:pt x="90" y="153"/>
                    <a:pt x="90" y="150"/>
                  </a:cubicBezTo>
                  <a:cubicBezTo>
                    <a:pt x="90" y="149"/>
                    <a:pt x="90" y="151"/>
                    <a:pt x="91" y="153"/>
                  </a:cubicBezTo>
                  <a:cubicBezTo>
                    <a:pt x="92" y="155"/>
                    <a:pt x="91" y="153"/>
                    <a:pt x="91" y="151"/>
                  </a:cubicBezTo>
                  <a:cubicBezTo>
                    <a:pt x="91" y="150"/>
                    <a:pt x="91" y="150"/>
                    <a:pt x="91" y="148"/>
                  </a:cubicBezTo>
                  <a:cubicBezTo>
                    <a:pt x="91" y="147"/>
                    <a:pt x="91" y="147"/>
                    <a:pt x="90" y="146"/>
                  </a:cubicBezTo>
                  <a:cubicBezTo>
                    <a:pt x="90" y="145"/>
                    <a:pt x="92" y="144"/>
                    <a:pt x="92" y="143"/>
                  </a:cubicBezTo>
                  <a:cubicBezTo>
                    <a:pt x="92" y="142"/>
                    <a:pt x="92" y="142"/>
                    <a:pt x="93" y="142"/>
                  </a:cubicBezTo>
                  <a:cubicBezTo>
                    <a:pt x="93" y="141"/>
                    <a:pt x="94" y="142"/>
                    <a:pt x="94" y="143"/>
                  </a:cubicBezTo>
                  <a:cubicBezTo>
                    <a:pt x="95" y="144"/>
                    <a:pt x="95" y="144"/>
                    <a:pt x="95" y="142"/>
                  </a:cubicBezTo>
                  <a:cubicBezTo>
                    <a:pt x="95" y="141"/>
                    <a:pt x="95" y="140"/>
                    <a:pt x="95" y="138"/>
                  </a:cubicBezTo>
                  <a:cubicBezTo>
                    <a:pt x="95" y="136"/>
                    <a:pt x="95" y="137"/>
                    <a:pt x="96" y="136"/>
                  </a:cubicBezTo>
                  <a:cubicBezTo>
                    <a:pt x="96" y="135"/>
                    <a:pt x="97" y="137"/>
                    <a:pt x="97" y="137"/>
                  </a:cubicBezTo>
                  <a:cubicBezTo>
                    <a:pt x="98" y="138"/>
                    <a:pt x="98" y="139"/>
                    <a:pt x="99" y="141"/>
                  </a:cubicBezTo>
                  <a:cubicBezTo>
                    <a:pt x="100" y="142"/>
                    <a:pt x="100" y="139"/>
                    <a:pt x="99" y="138"/>
                  </a:cubicBezTo>
                  <a:cubicBezTo>
                    <a:pt x="99" y="136"/>
                    <a:pt x="101" y="135"/>
                    <a:pt x="101" y="136"/>
                  </a:cubicBezTo>
                  <a:cubicBezTo>
                    <a:pt x="101" y="137"/>
                    <a:pt x="102" y="137"/>
                    <a:pt x="103" y="138"/>
                  </a:cubicBezTo>
                  <a:cubicBezTo>
                    <a:pt x="103" y="139"/>
                    <a:pt x="104" y="139"/>
                    <a:pt x="104" y="140"/>
                  </a:cubicBezTo>
                  <a:cubicBezTo>
                    <a:pt x="104" y="141"/>
                    <a:pt x="105" y="142"/>
                    <a:pt x="105" y="143"/>
                  </a:cubicBezTo>
                  <a:cubicBezTo>
                    <a:pt x="105" y="144"/>
                    <a:pt x="106" y="145"/>
                    <a:pt x="105" y="146"/>
                  </a:cubicBezTo>
                  <a:cubicBezTo>
                    <a:pt x="105" y="147"/>
                    <a:pt x="107" y="148"/>
                    <a:pt x="107" y="148"/>
                  </a:cubicBezTo>
                  <a:cubicBezTo>
                    <a:pt x="107" y="147"/>
                    <a:pt x="107" y="146"/>
                    <a:pt x="107" y="145"/>
                  </a:cubicBezTo>
                  <a:cubicBezTo>
                    <a:pt x="107" y="144"/>
                    <a:pt x="108" y="144"/>
                    <a:pt x="108" y="145"/>
                  </a:cubicBezTo>
                  <a:cubicBezTo>
                    <a:pt x="109" y="146"/>
                    <a:pt x="109" y="147"/>
                    <a:pt x="109" y="149"/>
                  </a:cubicBezTo>
                  <a:cubicBezTo>
                    <a:pt x="109" y="150"/>
                    <a:pt x="112" y="150"/>
                    <a:pt x="113" y="151"/>
                  </a:cubicBezTo>
                  <a:cubicBezTo>
                    <a:pt x="114" y="152"/>
                    <a:pt x="114" y="152"/>
                    <a:pt x="114" y="152"/>
                  </a:cubicBezTo>
                  <a:cubicBezTo>
                    <a:pt x="115" y="151"/>
                    <a:pt x="115" y="152"/>
                    <a:pt x="115" y="153"/>
                  </a:cubicBezTo>
                  <a:cubicBezTo>
                    <a:pt x="115" y="154"/>
                    <a:pt x="116" y="154"/>
                    <a:pt x="117" y="155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20" y="157"/>
                    <a:pt x="120" y="157"/>
                    <a:pt x="121" y="159"/>
                  </a:cubicBezTo>
                  <a:cubicBezTo>
                    <a:pt x="122" y="160"/>
                    <a:pt x="122" y="160"/>
                    <a:pt x="122" y="161"/>
                  </a:cubicBezTo>
                  <a:cubicBezTo>
                    <a:pt x="122" y="161"/>
                    <a:pt x="123" y="159"/>
                    <a:pt x="123" y="159"/>
                  </a:cubicBezTo>
                  <a:cubicBezTo>
                    <a:pt x="123" y="159"/>
                    <a:pt x="124" y="159"/>
                    <a:pt x="125" y="160"/>
                  </a:cubicBezTo>
                  <a:cubicBezTo>
                    <a:pt x="125" y="160"/>
                    <a:pt x="127" y="161"/>
                    <a:pt x="128" y="162"/>
                  </a:cubicBezTo>
                  <a:cubicBezTo>
                    <a:pt x="129" y="164"/>
                    <a:pt x="129" y="162"/>
                    <a:pt x="128" y="161"/>
                  </a:cubicBezTo>
                  <a:cubicBezTo>
                    <a:pt x="128" y="159"/>
                    <a:pt x="129" y="160"/>
                    <a:pt x="130" y="160"/>
                  </a:cubicBezTo>
                  <a:cubicBezTo>
                    <a:pt x="130" y="160"/>
                    <a:pt x="130" y="161"/>
                    <a:pt x="131" y="161"/>
                  </a:cubicBezTo>
                  <a:cubicBezTo>
                    <a:pt x="131" y="162"/>
                    <a:pt x="132" y="163"/>
                    <a:pt x="133" y="164"/>
                  </a:cubicBezTo>
                  <a:cubicBezTo>
                    <a:pt x="133" y="165"/>
                    <a:pt x="134" y="163"/>
                    <a:pt x="134" y="163"/>
                  </a:cubicBezTo>
                  <a:cubicBezTo>
                    <a:pt x="134" y="163"/>
                    <a:pt x="135" y="162"/>
                    <a:pt x="134" y="161"/>
                  </a:cubicBezTo>
                  <a:cubicBezTo>
                    <a:pt x="132" y="160"/>
                    <a:pt x="134" y="160"/>
                    <a:pt x="132" y="159"/>
                  </a:cubicBezTo>
                  <a:cubicBezTo>
                    <a:pt x="131" y="158"/>
                    <a:pt x="132" y="158"/>
                    <a:pt x="132" y="157"/>
                  </a:cubicBezTo>
                  <a:cubicBezTo>
                    <a:pt x="132" y="156"/>
                    <a:pt x="132" y="157"/>
                    <a:pt x="131" y="156"/>
                  </a:cubicBezTo>
                  <a:cubicBezTo>
                    <a:pt x="130" y="156"/>
                    <a:pt x="130" y="156"/>
                    <a:pt x="128" y="155"/>
                  </a:cubicBezTo>
                  <a:cubicBezTo>
                    <a:pt x="126" y="154"/>
                    <a:pt x="127" y="153"/>
                    <a:pt x="126" y="153"/>
                  </a:cubicBezTo>
                  <a:cubicBezTo>
                    <a:pt x="125" y="153"/>
                    <a:pt x="122" y="151"/>
                    <a:pt x="121" y="150"/>
                  </a:cubicBezTo>
                  <a:cubicBezTo>
                    <a:pt x="119" y="149"/>
                    <a:pt x="122" y="150"/>
                    <a:pt x="123" y="150"/>
                  </a:cubicBezTo>
                  <a:cubicBezTo>
                    <a:pt x="125" y="151"/>
                    <a:pt x="122" y="149"/>
                    <a:pt x="121" y="148"/>
                  </a:cubicBezTo>
                  <a:cubicBezTo>
                    <a:pt x="121" y="148"/>
                    <a:pt x="122" y="148"/>
                    <a:pt x="122" y="147"/>
                  </a:cubicBezTo>
                  <a:cubicBezTo>
                    <a:pt x="121" y="146"/>
                    <a:pt x="125" y="145"/>
                    <a:pt x="123" y="144"/>
                  </a:cubicBezTo>
                  <a:cubicBezTo>
                    <a:pt x="121" y="143"/>
                    <a:pt x="122" y="142"/>
                    <a:pt x="120" y="140"/>
                  </a:cubicBezTo>
                  <a:cubicBezTo>
                    <a:pt x="119" y="138"/>
                    <a:pt x="121" y="139"/>
                    <a:pt x="120" y="139"/>
                  </a:cubicBezTo>
                  <a:cubicBezTo>
                    <a:pt x="120" y="138"/>
                    <a:pt x="120" y="136"/>
                    <a:pt x="119" y="136"/>
                  </a:cubicBezTo>
                  <a:cubicBezTo>
                    <a:pt x="119" y="135"/>
                    <a:pt x="120" y="136"/>
                    <a:pt x="121" y="136"/>
                  </a:cubicBezTo>
                  <a:cubicBezTo>
                    <a:pt x="122" y="136"/>
                    <a:pt x="123" y="136"/>
                    <a:pt x="122" y="135"/>
                  </a:cubicBezTo>
                  <a:cubicBezTo>
                    <a:pt x="121" y="134"/>
                    <a:pt x="122" y="134"/>
                    <a:pt x="120" y="133"/>
                  </a:cubicBezTo>
                  <a:cubicBezTo>
                    <a:pt x="119" y="132"/>
                    <a:pt x="120" y="132"/>
                    <a:pt x="119" y="131"/>
                  </a:cubicBezTo>
                  <a:cubicBezTo>
                    <a:pt x="118" y="130"/>
                    <a:pt x="119" y="129"/>
                    <a:pt x="119" y="128"/>
                  </a:cubicBezTo>
                  <a:cubicBezTo>
                    <a:pt x="120" y="127"/>
                    <a:pt x="121" y="128"/>
                    <a:pt x="121" y="128"/>
                  </a:cubicBezTo>
                  <a:cubicBezTo>
                    <a:pt x="121" y="128"/>
                    <a:pt x="122" y="128"/>
                    <a:pt x="123" y="128"/>
                  </a:cubicBezTo>
                  <a:cubicBezTo>
                    <a:pt x="124" y="128"/>
                    <a:pt x="124" y="129"/>
                    <a:pt x="126" y="129"/>
                  </a:cubicBezTo>
                  <a:cubicBezTo>
                    <a:pt x="127" y="129"/>
                    <a:pt x="127" y="130"/>
                    <a:pt x="127" y="131"/>
                  </a:cubicBezTo>
                  <a:cubicBezTo>
                    <a:pt x="128" y="131"/>
                    <a:pt x="129" y="131"/>
                    <a:pt x="129" y="131"/>
                  </a:cubicBezTo>
                  <a:cubicBezTo>
                    <a:pt x="130" y="131"/>
                    <a:pt x="132" y="132"/>
                    <a:pt x="133" y="133"/>
                  </a:cubicBezTo>
                  <a:cubicBezTo>
                    <a:pt x="133" y="134"/>
                    <a:pt x="134" y="133"/>
                    <a:pt x="135" y="133"/>
                  </a:cubicBezTo>
                  <a:cubicBezTo>
                    <a:pt x="136" y="133"/>
                    <a:pt x="136" y="133"/>
                    <a:pt x="137" y="133"/>
                  </a:cubicBezTo>
                  <a:cubicBezTo>
                    <a:pt x="137" y="133"/>
                    <a:pt x="139" y="134"/>
                    <a:pt x="140" y="133"/>
                  </a:cubicBezTo>
                  <a:cubicBezTo>
                    <a:pt x="141" y="133"/>
                    <a:pt x="140" y="132"/>
                    <a:pt x="141" y="132"/>
                  </a:cubicBezTo>
                  <a:cubicBezTo>
                    <a:pt x="141" y="133"/>
                    <a:pt x="142" y="133"/>
                    <a:pt x="142" y="133"/>
                  </a:cubicBezTo>
                  <a:cubicBezTo>
                    <a:pt x="142" y="133"/>
                    <a:pt x="143" y="132"/>
                    <a:pt x="141" y="131"/>
                  </a:cubicBezTo>
                  <a:cubicBezTo>
                    <a:pt x="140" y="130"/>
                    <a:pt x="141" y="131"/>
                    <a:pt x="139" y="130"/>
                  </a:cubicBezTo>
                  <a:cubicBezTo>
                    <a:pt x="137" y="129"/>
                    <a:pt x="139" y="130"/>
                    <a:pt x="137" y="129"/>
                  </a:cubicBezTo>
                  <a:cubicBezTo>
                    <a:pt x="135" y="128"/>
                    <a:pt x="136" y="128"/>
                    <a:pt x="135" y="128"/>
                  </a:cubicBezTo>
                  <a:cubicBezTo>
                    <a:pt x="133" y="127"/>
                    <a:pt x="134" y="127"/>
                    <a:pt x="132" y="127"/>
                  </a:cubicBezTo>
                  <a:cubicBezTo>
                    <a:pt x="131" y="127"/>
                    <a:pt x="133" y="127"/>
                    <a:pt x="132" y="126"/>
                  </a:cubicBezTo>
                  <a:cubicBezTo>
                    <a:pt x="131" y="125"/>
                    <a:pt x="131" y="125"/>
                    <a:pt x="130" y="124"/>
                  </a:cubicBezTo>
                  <a:cubicBezTo>
                    <a:pt x="129" y="123"/>
                    <a:pt x="131" y="124"/>
                    <a:pt x="132" y="124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3" y="123"/>
                    <a:pt x="134" y="123"/>
                    <a:pt x="131" y="123"/>
                  </a:cubicBezTo>
                  <a:cubicBezTo>
                    <a:pt x="129" y="123"/>
                    <a:pt x="131" y="122"/>
                    <a:pt x="131" y="121"/>
                  </a:cubicBezTo>
                  <a:cubicBezTo>
                    <a:pt x="132" y="121"/>
                    <a:pt x="133" y="120"/>
                    <a:pt x="133" y="120"/>
                  </a:cubicBezTo>
                  <a:cubicBezTo>
                    <a:pt x="133" y="120"/>
                    <a:pt x="135" y="121"/>
                    <a:pt x="137" y="120"/>
                  </a:cubicBezTo>
                  <a:cubicBezTo>
                    <a:pt x="139" y="120"/>
                    <a:pt x="138" y="120"/>
                    <a:pt x="138" y="119"/>
                  </a:cubicBezTo>
                  <a:cubicBezTo>
                    <a:pt x="138" y="118"/>
                    <a:pt x="139" y="117"/>
                    <a:pt x="139" y="117"/>
                  </a:cubicBezTo>
                  <a:cubicBezTo>
                    <a:pt x="140" y="118"/>
                    <a:pt x="140" y="118"/>
                    <a:pt x="140" y="118"/>
                  </a:cubicBezTo>
                  <a:cubicBezTo>
                    <a:pt x="142" y="117"/>
                    <a:pt x="142" y="117"/>
                    <a:pt x="142" y="117"/>
                  </a:cubicBezTo>
                  <a:cubicBezTo>
                    <a:pt x="142" y="117"/>
                    <a:pt x="142" y="116"/>
                    <a:pt x="140" y="115"/>
                  </a:cubicBezTo>
                  <a:cubicBezTo>
                    <a:pt x="138" y="114"/>
                    <a:pt x="140" y="115"/>
                    <a:pt x="139" y="114"/>
                  </a:cubicBezTo>
                  <a:cubicBezTo>
                    <a:pt x="138" y="113"/>
                    <a:pt x="139" y="113"/>
                    <a:pt x="140" y="113"/>
                  </a:cubicBezTo>
                  <a:cubicBezTo>
                    <a:pt x="141" y="113"/>
                    <a:pt x="141" y="112"/>
                    <a:pt x="142" y="111"/>
                  </a:cubicBezTo>
                  <a:cubicBezTo>
                    <a:pt x="142" y="111"/>
                    <a:pt x="144" y="112"/>
                    <a:pt x="145" y="112"/>
                  </a:cubicBezTo>
                  <a:cubicBezTo>
                    <a:pt x="147" y="112"/>
                    <a:pt x="146" y="111"/>
                    <a:pt x="144" y="110"/>
                  </a:cubicBezTo>
                  <a:cubicBezTo>
                    <a:pt x="141" y="108"/>
                    <a:pt x="144" y="109"/>
                    <a:pt x="144" y="107"/>
                  </a:cubicBezTo>
                  <a:cubicBezTo>
                    <a:pt x="143" y="106"/>
                    <a:pt x="143" y="106"/>
                    <a:pt x="143" y="106"/>
                  </a:cubicBezTo>
                  <a:cubicBezTo>
                    <a:pt x="143" y="106"/>
                    <a:pt x="144" y="105"/>
                    <a:pt x="146" y="104"/>
                  </a:cubicBezTo>
                  <a:cubicBezTo>
                    <a:pt x="149" y="104"/>
                    <a:pt x="148" y="103"/>
                    <a:pt x="148" y="101"/>
                  </a:cubicBezTo>
                  <a:cubicBezTo>
                    <a:pt x="148" y="99"/>
                    <a:pt x="149" y="100"/>
                    <a:pt x="151" y="99"/>
                  </a:cubicBezTo>
                  <a:cubicBezTo>
                    <a:pt x="152" y="97"/>
                    <a:pt x="152" y="97"/>
                    <a:pt x="151" y="96"/>
                  </a:cubicBezTo>
                  <a:cubicBezTo>
                    <a:pt x="151" y="95"/>
                    <a:pt x="151" y="95"/>
                    <a:pt x="150" y="95"/>
                  </a:cubicBezTo>
                  <a:cubicBezTo>
                    <a:pt x="149" y="94"/>
                    <a:pt x="149" y="94"/>
                    <a:pt x="149" y="93"/>
                  </a:cubicBezTo>
                  <a:cubicBezTo>
                    <a:pt x="149" y="93"/>
                    <a:pt x="151" y="93"/>
                    <a:pt x="152" y="93"/>
                  </a:cubicBezTo>
                  <a:cubicBezTo>
                    <a:pt x="153" y="93"/>
                    <a:pt x="154" y="93"/>
                    <a:pt x="152" y="92"/>
                  </a:cubicBezTo>
                  <a:cubicBezTo>
                    <a:pt x="151" y="92"/>
                    <a:pt x="152" y="92"/>
                    <a:pt x="150" y="91"/>
                  </a:cubicBezTo>
                  <a:cubicBezTo>
                    <a:pt x="149" y="90"/>
                    <a:pt x="150" y="91"/>
                    <a:pt x="149" y="89"/>
                  </a:cubicBezTo>
                  <a:cubicBezTo>
                    <a:pt x="148" y="87"/>
                    <a:pt x="149" y="88"/>
                    <a:pt x="147" y="87"/>
                  </a:cubicBezTo>
                  <a:cubicBezTo>
                    <a:pt x="146" y="87"/>
                    <a:pt x="146" y="85"/>
                    <a:pt x="146" y="85"/>
                  </a:cubicBezTo>
                  <a:cubicBezTo>
                    <a:pt x="145" y="85"/>
                    <a:pt x="146" y="84"/>
                    <a:pt x="146" y="83"/>
                  </a:cubicBezTo>
                  <a:cubicBezTo>
                    <a:pt x="147" y="82"/>
                    <a:pt x="147" y="83"/>
                    <a:pt x="146" y="82"/>
                  </a:cubicBezTo>
                  <a:cubicBezTo>
                    <a:pt x="145" y="82"/>
                    <a:pt x="145" y="81"/>
                    <a:pt x="144" y="79"/>
                  </a:cubicBezTo>
                  <a:cubicBezTo>
                    <a:pt x="144" y="78"/>
                    <a:pt x="145" y="79"/>
                    <a:pt x="146" y="79"/>
                  </a:cubicBezTo>
                  <a:cubicBezTo>
                    <a:pt x="147" y="78"/>
                    <a:pt x="145" y="78"/>
                    <a:pt x="145" y="77"/>
                  </a:cubicBezTo>
                  <a:cubicBezTo>
                    <a:pt x="144" y="77"/>
                    <a:pt x="146" y="76"/>
                    <a:pt x="145" y="75"/>
                  </a:cubicBezTo>
                  <a:cubicBezTo>
                    <a:pt x="145" y="74"/>
                    <a:pt x="146" y="75"/>
                    <a:pt x="147" y="74"/>
                  </a:cubicBezTo>
                  <a:cubicBezTo>
                    <a:pt x="147" y="73"/>
                    <a:pt x="150" y="73"/>
                    <a:pt x="149" y="72"/>
                  </a:cubicBezTo>
                  <a:cubicBezTo>
                    <a:pt x="147" y="71"/>
                    <a:pt x="147" y="70"/>
                    <a:pt x="146" y="69"/>
                  </a:cubicBezTo>
                  <a:cubicBezTo>
                    <a:pt x="145" y="69"/>
                    <a:pt x="148" y="69"/>
                    <a:pt x="148" y="69"/>
                  </a:cubicBezTo>
                  <a:cubicBezTo>
                    <a:pt x="148" y="69"/>
                    <a:pt x="150" y="68"/>
                    <a:pt x="151" y="68"/>
                  </a:cubicBezTo>
                  <a:cubicBezTo>
                    <a:pt x="151" y="68"/>
                    <a:pt x="152" y="68"/>
                    <a:pt x="153" y="69"/>
                  </a:cubicBezTo>
                  <a:cubicBezTo>
                    <a:pt x="154" y="69"/>
                    <a:pt x="154" y="69"/>
                    <a:pt x="155" y="69"/>
                  </a:cubicBezTo>
                  <a:cubicBezTo>
                    <a:pt x="156" y="69"/>
                    <a:pt x="156" y="68"/>
                    <a:pt x="154" y="67"/>
                  </a:cubicBezTo>
                  <a:cubicBezTo>
                    <a:pt x="152" y="66"/>
                    <a:pt x="155" y="66"/>
                    <a:pt x="156" y="66"/>
                  </a:cubicBezTo>
                  <a:cubicBezTo>
                    <a:pt x="156" y="65"/>
                    <a:pt x="158" y="65"/>
                    <a:pt x="160" y="66"/>
                  </a:cubicBezTo>
                  <a:cubicBezTo>
                    <a:pt x="161" y="68"/>
                    <a:pt x="162" y="68"/>
                    <a:pt x="163" y="69"/>
                  </a:cubicBezTo>
                  <a:cubicBezTo>
                    <a:pt x="165" y="70"/>
                    <a:pt x="165" y="71"/>
                    <a:pt x="165" y="71"/>
                  </a:cubicBezTo>
                  <a:cubicBezTo>
                    <a:pt x="165" y="71"/>
                    <a:pt x="167" y="72"/>
                    <a:pt x="167" y="72"/>
                  </a:cubicBezTo>
                  <a:cubicBezTo>
                    <a:pt x="167" y="73"/>
                    <a:pt x="167" y="72"/>
                    <a:pt x="167" y="72"/>
                  </a:cubicBezTo>
                  <a:cubicBezTo>
                    <a:pt x="167" y="71"/>
                    <a:pt x="167" y="70"/>
                    <a:pt x="168" y="70"/>
                  </a:cubicBezTo>
                  <a:cubicBezTo>
                    <a:pt x="168" y="70"/>
                    <a:pt x="169" y="71"/>
                    <a:pt x="169" y="71"/>
                  </a:cubicBezTo>
                  <a:cubicBezTo>
                    <a:pt x="169" y="71"/>
                    <a:pt x="171" y="71"/>
                    <a:pt x="172" y="71"/>
                  </a:cubicBezTo>
                  <a:cubicBezTo>
                    <a:pt x="172" y="71"/>
                    <a:pt x="173" y="71"/>
                    <a:pt x="174" y="73"/>
                  </a:cubicBezTo>
                  <a:cubicBezTo>
                    <a:pt x="175" y="73"/>
                    <a:pt x="175" y="72"/>
                    <a:pt x="174" y="71"/>
                  </a:cubicBezTo>
                  <a:cubicBezTo>
                    <a:pt x="174" y="69"/>
                    <a:pt x="175" y="71"/>
                    <a:pt x="176" y="71"/>
                  </a:cubicBezTo>
                  <a:cubicBezTo>
                    <a:pt x="177" y="71"/>
                    <a:pt x="177" y="71"/>
                    <a:pt x="177" y="72"/>
                  </a:cubicBezTo>
                  <a:cubicBezTo>
                    <a:pt x="178" y="73"/>
                    <a:pt x="179" y="73"/>
                    <a:pt x="180" y="74"/>
                  </a:cubicBezTo>
                  <a:cubicBezTo>
                    <a:pt x="181" y="75"/>
                    <a:pt x="181" y="73"/>
                    <a:pt x="180" y="71"/>
                  </a:cubicBezTo>
                  <a:close/>
                  <a:moveTo>
                    <a:pt x="89" y="129"/>
                  </a:moveTo>
                  <a:cubicBezTo>
                    <a:pt x="64" y="129"/>
                    <a:pt x="44" y="108"/>
                    <a:pt x="44" y="83"/>
                  </a:cubicBezTo>
                  <a:cubicBezTo>
                    <a:pt x="44" y="58"/>
                    <a:pt x="64" y="38"/>
                    <a:pt x="89" y="38"/>
                  </a:cubicBezTo>
                  <a:cubicBezTo>
                    <a:pt x="114" y="38"/>
                    <a:pt x="134" y="58"/>
                    <a:pt x="134" y="83"/>
                  </a:cubicBezTo>
                  <a:cubicBezTo>
                    <a:pt x="134" y="108"/>
                    <a:pt x="114" y="129"/>
                    <a:pt x="89" y="1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Freeform 88"/>
            <p:cNvSpPr>
              <a:spLocks noEditPoints="1"/>
            </p:cNvSpPr>
            <p:nvPr/>
          </p:nvSpPr>
          <p:spPr bwMode="auto">
            <a:xfrm>
              <a:off x="4082446" y="4624015"/>
              <a:ext cx="566153" cy="502108"/>
            </a:xfrm>
            <a:custGeom>
              <a:avLst/>
              <a:gdLst>
                <a:gd name="T0" fmla="*/ 159 w 167"/>
                <a:gd name="T1" fmla="*/ 0 h 148"/>
                <a:gd name="T2" fmla="*/ 97 w 167"/>
                <a:gd name="T3" fmla="*/ 0 h 148"/>
                <a:gd name="T4" fmla="*/ 89 w 167"/>
                <a:gd name="T5" fmla="*/ 9 h 148"/>
                <a:gd name="T6" fmla="*/ 89 w 167"/>
                <a:gd name="T7" fmla="*/ 52 h 148"/>
                <a:gd name="T8" fmla="*/ 93 w 167"/>
                <a:gd name="T9" fmla="*/ 47 h 148"/>
                <a:gd name="T10" fmla="*/ 99 w 167"/>
                <a:gd name="T11" fmla="*/ 44 h 148"/>
                <a:gd name="T12" fmla="*/ 106 w 167"/>
                <a:gd name="T13" fmla="*/ 20 h 148"/>
                <a:gd name="T14" fmla="*/ 119 w 167"/>
                <a:gd name="T15" fmla="*/ 23 h 148"/>
                <a:gd name="T16" fmla="*/ 112 w 167"/>
                <a:gd name="T17" fmla="*/ 50 h 148"/>
                <a:gd name="T18" fmla="*/ 111 w 167"/>
                <a:gd name="T19" fmla="*/ 62 h 148"/>
                <a:gd name="T20" fmla="*/ 159 w 167"/>
                <a:gd name="T21" fmla="*/ 62 h 148"/>
                <a:gd name="T22" fmla="*/ 167 w 167"/>
                <a:gd name="T23" fmla="*/ 54 h 148"/>
                <a:gd name="T24" fmla="*/ 167 w 167"/>
                <a:gd name="T25" fmla="*/ 9 h 148"/>
                <a:gd name="T26" fmla="*/ 159 w 167"/>
                <a:gd name="T27" fmla="*/ 0 h 148"/>
                <a:gd name="T28" fmla="*/ 50 w 167"/>
                <a:gd name="T29" fmla="*/ 46 h 148"/>
                <a:gd name="T30" fmla="*/ 64 w 167"/>
                <a:gd name="T31" fmla="*/ 31 h 148"/>
                <a:gd name="T32" fmla="*/ 50 w 167"/>
                <a:gd name="T33" fmla="*/ 17 h 148"/>
                <a:gd name="T34" fmla="*/ 35 w 167"/>
                <a:gd name="T35" fmla="*/ 31 h 148"/>
                <a:gd name="T36" fmla="*/ 50 w 167"/>
                <a:gd name="T37" fmla="*/ 46 h 148"/>
                <a:gd name="T38" fmla="*/ 52 w 167"/>
                <a:gd name="T39" fmla="*/ 142 h 148"/>
                <a:gd name="T40" fmla="*/ 58 w 167"/>
                <a:gd name="T41" fmla="*/ 148 h 148"/>
                <a:gd name="T42" fmla="*/ 64 w 167"/>
                <a:gd name="T43" fmla="*/ 142 h 148"/>
                <a:gd name="T44" fmla="*/ 64 w 167"/>
                <a:gd name="T45" fmla="*/ 107 h 148"/>
                <a:gd name="T46" fmla="*/ 52 w 167"/>
                <a:gd name="T47" fmla="*/ 107 h 148"/>
                <a:gd name="T48" fmla="*/ 52 w 167"/>
                <a:gd name="T49" fmla="*/ 142 h 148"/>
                <a:gd name="T50" fmla="*/ 35 w 167"/>
                <a:gd name="T51" fmla="*/ 142 h 148"/>
                <a:gd name="T52" fmla="*/ 42 w 167"/>
                <a:gd name="T53" fmla="*/ 148 h 148"/>
                <a:gd name="T54" fmla="*/ 48 w 167"/>
                <a:gd name="T55" fmla="*/ 142 h 148"/>
                <a:gd name="T56" fmla="*/ 48 w 167"/>
                <a:gd name="T57" fmla="*/ 107 h 148"/>
                <a:gd name="T58" fmla="*/ 35 w 167"/>
                <a:gd name="T59" fmla="*/ 107 h 148"/>
                <a:gd name="T60" fmla="*/ 35 w 167"/>
                <a:gd name="T61" fmla="*/ 142 h 148"/>
                <a:gd name="T62" fmla="*/ 113 w 167"/>
                <a:gd name="T63" fmla="*/ 28 h 148"/>
                <a:gd name="T64" fmla="*/ 109 w 167"/>
                <a:gd name="T65" fmla="*/ 27 h 148"/>
                <a:gd name="T66" fmla="*/ 103 w 167"/>
                <a:gd name="T67" fmla="*/ 50 h 148"/>
                <a:gd name="T68" fmla="*/ 97 w 167"/>
                <a:gd name="T69" fmla="*/ 52 h 148"/>
                <a:gd name="T70" fmla="*/ 83 w 167"/>
                <a:gd name="T71" fmla="*/ 66 h 148"/>
                <a:gd name="T72" fmla="*/ 68 w 167"/>
                <a:gd name="T73" fmla="*/ 51 h 148"/>
                <a:gd name="T74" fmla="*/ 60 w 167"/>
                <a:gd name="T75" fmla="*/ 50 h 148"/>
                <a:gd name="T76" fmla="*/ 60 w 167"/>
                <a:gd name="T77" fmla="*/ 50 h 148"/>
                <a:gd name="T78" fmla="*/ 50 w 167"/>
                <a:gd name="T79" fmla="*/ 58 h 148"/>
                <a:gd name="T80" fmla="*/ 40 w 167"/>
                <a:gd name="T81" fmla="*/ 50 h 148"/>
                <a:gd name="T82" fmla="*/ 40 w 167"/>
                <a:gd name="T83" fmla="*/ 50 h 148"/>
                <a:gd name="T84" fmla="*/ 31 w 167"/>
                <a:gd name="T85" fmla="*/ 52 h 148"/>
                <a:gd name="T86" fmla="*/ 2 w 167"/>
                <a:gd name="T87" fmla="*/ 81 h 148"/>
                <a:gd name="T88" fmla="*/ 2 w 167"/>
                <a:gd name="T89" fmla="*/ 89 h 148"/>
                <a:gd name="T90" fmla="*/ 11 w 167"/>
                <a:gd name="T91" fmla="*/ 89 h 148"/>
                <a:gd name="T92" fmla="*/ 31 w 167"/>
                <a:gd name="T93" fmla="*/ 69 h 148"/>
                <a:gd name="T94" fmla="*/ 31 w 167"/>
                <a:gd name="T95" fmla="*/ 103 h 148"/>
                <a:gd name="T96" fmla="*/ 68 w 167"/>
                <a:gd name="T97" fmla="*/ 103 h 148"/>
                <a:gd name="T98" fmla="*/ 68 w 167"/>
                <a:gd name="T99" fmla="*/ 69 h 148"/>
                <a:gd name="T100" fmla="*/ 76 w 167"/>
                <a:gd name="T101" fmla="*/ 77 h 148"/>
                <a:gd name="T102" fmla="*/ 89 w 167"/>
                <a:gd name="T103" fmla="*/ 77 h 148"/>
                <a:gd name="T104" fmla="*/ 106 w 167"/>
                <a:gd name="T105" fmla="*/ 60 h 148"/>
                <a:gd name="T106" fmla="*/ 106 w 167"/>
                <a:gd name="T107" fmla="*/ 53 h 148"/>
                <a:gd name="T108" fmla="*/ 113 w 167"/>
                <a:gd name="T109" fmla="*/ 28 h 148"/>
                <a:gd name="T110" fmla="*/ 50 w 167"/>
                <a:gd name="T111" fmla="*/ 93 h 148"/>
                <a:gd name="T112" fmla="*/ 44 w 167"/>
                <a:gd name="T113" fmla="*/ 85 h 148"/>
                <a:gd name="T114" fmla="*/ 50 w 167"/>
                <a:gd name="T115" fmla="*/ 60 h 148"/>
                <a:gd name="T116" fmla="*/ 56 w 167"/>
                <a:gd name="T117" fmla="*/ 85 h 148"/>
                <a:gd name="T118" fmla="*/ 50 w 167"/>
                <a:gd name="T119" fmla="*/ 9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7" h="148">
                  <a:moveTo>
                    <a:pt x="159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3" y="0"/>
                    <a:pt x="89" y="4"/>
                    <a:pt x="89" y="9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95" y="46"/>
                    <a:pt x="97" y="45"/>
                    <a:pt x="99" y="44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4" y="54"/>
                    <a:pt x="114" y="58"/>
                    <a:pt x="111" y="62"/>
                  </a:cubicBezTo>
                  <a:cubicBezTo>
                    <a:pt x="159" y="62"/>
                    <a:pt x="159" y="62"/>
                    <a:pt x="159" y="62"/>
                  </a:cubicBezTo>
                  <a:cubicBezTo>
                    <a:pt x="163" y="62"/>
                    <a:pt x="167" y="58"/>
                    <a:pt x="167" y="54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7" y="4"/>
                    <a:pt x="163" y="0"/>
                    <a:pt x="159" y="0"/>
                  </a:cubicBezTo>
                  <a:close/>
                  <a:moveTo>
                    <a:pt x="50" y="46"/>
                  </a:moveTo>
                  <a:cubicBezTo>
                    <a:pt x="58" y="46"/>
                    <a:pt x="64" y="39"/>
                    <a:pt x="64" y="31"/>
                  </a:cubicBezTo>
                  <a:cubicBezTo>
                    <a:pt x="64" y="23"/>
                    <a:pt x="58" y="17"/>
                    <a:pt x="50" y="17"/>
                  </a:cubicBezTo>
                  <a:cubicBezTo>
                    <a:pt x="42" y="17"/>
                    <a:pt x="35" y="23"/>
                    <a:pt x="35" y="31"/>
                  </a:cubicBezTo>
                  <a:cubicBezTo>
                    <a:pt x="35" y="39"/>
                    <a:pt x="42" y="46"/>
                    <a:pt x="50" y="46"/>
                  </a:cubicBezTo>
                  <a:close/>
                  <a:moveTo>
                    <a:pt x="52" y="142"/>
                  </a:moveTo>
                  <a:cubicBezTo>
                    <a:pt x="52" y="146"/>
                    <a:pt x="55" y="148"/>
                    <a:pt x="58" y="148"/>
                  </a:cubicBezTo>
                  <a:cubicBezTo>
                    <a:pt x="62" y="148"/>
                    <a:pt x="64" y="146"/>
                    <a:pt x="64" y="14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52" y="107"/>
                    <a:pt x="52" y="107"/>
                    <a:pt x="52" y="107"/>
                  </a:cubicBezTo>
                  <a:lnTo>
                    <a:pt x="52" y="142"/>
                  </a:lnTo>
                  <a:close/>
                  <a:moveTo>
                    <a:pt x="35" y="142"/>
                  </a:moveTo>
                  <a:cubicBezTo>
                    <a:pt x="35" y="146"/>
                    <a:pt x="38" y="148"/>
                    <a:pt x="42" y="148"/>
                  </a:cubicBezTo>
                  <a:cubicBezTo>
                    <a:pt x="45" y="148"/>
                    <a:pt x="48" y="146"/>
                    <a:pt x="48" y="142"/>
                  </a:cubicBezTo>
                  <a:cubicBezTo>
                    <a:pt x="48" y="107"/>
                    <a:pt x="48" y="107"/>
                    <a:pt x="48" y="107"/>
                  </a:cubicBezTo>
                  <a:cubicBezTo>
                    <a:pt x="35" y="107"/>
                    <a:pt x="35" y="107"/>
                    <a:pt x="35" y="107"/>
                  </a:cubicBezTo>
                  <a:lnTo>
                    <a:pt x="35" y="142"/>
                  </a:lnTo>
                  <a:close/>
                  <a:moveTo>
                    <a:pt x="113" y="28"/>
                  </a:moveTo>
                  <a:cubicBezTo>
                    <a:pt x="109" y="27"/>
                    <a:pt x="109" y="27"/>
                    <a:pt x="109" y="27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1" y="50"/>
                    <a:pt x="99" y="50"/>
                    <a:pt x="97" y="52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7" y="50"/>
                    <a:pt x="61" y="50"/>
                    <a:pt x="60" y="50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50"/>
                    <a:pt x="33" y="50"/>
                    <a:pt x="31" y="52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0" y="83"/>
                    <a:pt x="0" y="87"/>
                    <a:pt x="2" y="89"/>
                  </a:cubicBezTo>
                  <a:cubicBezTo>
                    <a:pt x="5" y="92"/>
                    <a:pt x="8" y="92"/>
                    <a:pt x="11" y="89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68" y="103"/>
                    <a:pt x="68" y="103"/>
                    <a:pt x="68" y="103"/>
                  </a:cubicBezTo>
                  <a:cubicBezTo>
                    <a:pt x="68" y="69"/>
                    <a:pt x="68" y="69"/>
                    <a:pt x="68" y="69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8" y="78"/>
                    <a:pt x="87" y="79"/>
                    <a:pt x="89" y="77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08" y="58"/>
                    <a:pt x="108" y="55"/>
                    <a:pt x="106" y="53"/>
                  </a:cubicBezTo>
                  <a:lnTo>
                    <a:pt x="113" y="28"/>
                  </a:lnTo>
                  <a:close/>
                  <a:moveTo>
                    <a:pt x="50" y="93"/>
                  </a:moveTo>
                  <a:cubicBezTo>
                    <a:pt x="44" y="85"/>
                    <a:pt x="44" y="85"/>
                    <a:pt x="44" y="85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6" y="85"/>
                    <a:pt x="56" y="85"/>
                    <a:pt x="56" y="85"/>
                  </a:cubicBezTo>
                  <a:lnTo>
                    <a:pt x="5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89"/>
            <p:cNvSpPr>
              <a:spLocks noEditPoints="1"/>
            </p:cNvSpPr>
            <p:nvPr/>
          </p:nvSpPr>
          <p:spPr bwMode="auto">
            <a:xfrm>
              <a:off x="5176322" y="4624015"/>
              <a:ext cx="602018" cy="502108"/>
            </a:xfrm>
            <a:custGeom>
              <a:avLst/>
              <a:gdLst>
                <a:gd name="T0" fmla="*/ 169 w 177"/>
                <a:gd name="T1" fmla="*/ 0 h 148"/>
                <a:gd name="T2" fmla="*/ 107 w 177"/>
                <a:gd name="T3" fmla="*/ 0 h 148"/>
                <a:gd name="T4" fmla="*/ 99 w 177"/>
                <a:gd name="T5" fmla="*/ 9 h 148"/>
                <a:gd name="T6" fmla="*/ 99 w 177"/>
                <a:gd name="T7" fmla="*/ 52 h 148"/>
                <a:gd name="T8" fmla="*/ 104 w 177"/>
                <a:gd name="T9" fmla="*/ 47 h 148"/>
                <a:gd name="T10" fmla="*/ 110 w 177"/>
                <a:gd name="T11" fmla="*/ 44 h 148"/>
                <a:gd name="T12" fmla="*/ 116 w 177"/>
                <a:gd name="T13" fmla="*/ 20 h 148"/>
                <a:gd name="T14" fmla="*/ 130 w 177"/>
                <a:gd name="T15" fmla="*/ 23 h 148"/>
                <a:gd name="T16" fmla="*/ 122 w 177"/>
                <a:gd name="T17" fmla="*/ 50 h 148"/>
                <a:gd name="T18" fmla="*/ 122 w 177"/>
                <a:gd name="T19" fmla="*/ 62 h 148"/>
                <a:gd name="T20" fmla="*/ 169 w 177"/>
                <a:gd name="T21" fmla="*/ 62 h 148"/>
                <a:gd name="T22" fmla="*/ 177 w 177"/>
                <a:gd name="T23" fmla="*/ 54 h 148"/>
                <a:gd name="T24" fmla="*/ 177 w 177"/>
                <a:gd name="T25" fmla="*/ 9 h 148"/>
                <a:gd name="T26" fmla="*/ 169 w 177"/>
                <a:gd name="T27" fmla="*/ 0 h 148"/>
                <a:gd name="T28" fmla="*/ 46 w 177"/>
                <a:gd name="T29" fmla="*/ 31 h 148"/>
                <a:gd name="T30" fmla="*/ 46 w 177"/>
                <a:gd name="T31" fmla="*/ 31 h 148"/>
                <a:gd name="T32" fmla="*/ 60 w 177"/>
                <a:gd name="T33" fmla="*/ 46 h 148"/>
                <a:gd name="T34" fmla="*/ 75 w 177"/>
                <a:gd name="T35" fmla="*/ 31 h 148"/>
                <a:gd name="T36" fmla="*/ 60 w 177"/>
                <a:gd name="T37" fmla="*/ 17 h 148"/>
                <a:gd name="T38" fmla="*/ 47 w 177"/>
                <a:gd name="T39" fmla="*/ 27 h 148"/>
                <a:gd name="T40" fmla="*/ 11 w 177"/>
                <a:gd name="T41" fmla="*/ 37 h 148"/>
                <a:gd name="T42" fmla="*/ 0 w 177"/>
                <a:gd name="T43" fmla="*/ 44 h 148"/>
                <a:gd name="T44" fmla="*/ 21 w 177"/>
                <a:gd name="T45" fmla="*/ 43 h 148"/>
                <a:gd name="T46" fmla="*/ 46 w 177"/>
                <a:gd name="T47" fmla="*/ 31 h 148"/>
                <a:gd name="T48" fmla="*/ 46 w 177"/>
                <a:gd name="T49" fmla="*/ 142 h 148"/>
                <a:gd name="T50" fmla="*/ 52 w 177"/>
                <a:gd name="T51" fmla="*/ 148 h 148"/>
                <a:gd name="T52" fmla="*/ 58 w 177"/>
                <a:gd name="T53" fmla="*/ 142 h 148"/>
                <a:gd name="T54" fmla="*/ 58 w 177"/>
                <a:gd name="T55" fmla="*/ 136 h 148"/>
                <a:gd name="T56" fmla="*/ 46 w 177"/>
                <a:gd name="T57" fmla="*/ 136 h 148"/>
                <a:gd name="T58" fmla="*/ 46 w 177"/>
                <a:gd name="T59" fmla="*/ 142 h 148"/>
                <a:gd name="T60" fmla="*/ 123 w 177"/>
                <a:gd name="T61" fmla="*/ 28 h 148"/>
                <a:gd name="T62" fmla="*/ 119 w 177"/>
                <a:gd name="T63" fmla="*/ 27 h 148"/>
                <a:gd name="T64" fmla="*/ 113 w 177"/>
                <a:gd name="T65" fmla="*/ 50 h 148"/>
                <a:gd name="T66" fmla="*/ 107 w 177"/>
                <a:gd name="T67" fmla="*/ 52 h 148"/>
                <a:gd name="T68" fmla="*/ 93 w 177"/>
                <a:gd name="T69" fmla="*/ 66 h 148"/>
                <a:gd name="T70" fmla="*/ 79 w 177"/>
                <a:gd name="T71" fmla="*/ 51 h 148"/>
                <a:gd name="T72" fmla="*/ 70 w 177"/>
                <a:gd name="T73" fmla="*/ 50 h 148"/>
                <a:gd name="T74" fmla="*/ 70 w 177"/>
                <a:gd name="T75" fmla="*/ 50 h 148"/>
                <a:gd name="T76" fmla="*/ 60 w 177"/>
                <a:gd name="T77" fmla="*/ 58 h 148"/>
                <a:gd name="T78" fmla="*/ 50 w 177"/>
                <a:gd name="T79" fmla="*/ 50 h 148"/>
                <a:gd name="T80" fmla="*/ 50 w 177"/>
                <a:gd name="T81" fmla="*/ 50 h 148"/>
                <a:gd name="T82" fmla="*/ 42 w 177"/>
                <a:gd name="T83" fmla="*/ 52 h 148"/>
                <a:gd name="T84" fmla="*/ 12 w 177"/>
                <a:gd name="T85" fmla="*/ 81 h 148"/>
                <a:gd name="T86" fmla="*/ 12 w 177"/>
                <a:gd name="T87" fmla="*/ 89 h 148"/>
                <a:gd name="T88" fmla="*/ 21 w 177"/>
                <a:gd name="T89" fmla="*/ 89 h 148"/>
                <a:gd name="T90" fmla="*/ 45 w 177"/>
                <a:gd name="T91" fmla="*/ 66 h 148"/>
                <a:gd name="T92" fmla="*/ 48 w 177"/>
                <a:gd name="T93" fmla="*/ 72 h 148"/>
                <a:gd name="T94" fmla="*/ 28 w 177"/>
                <a:gd name="T95" fmla="*/ 132 h 148"/>
                <a:gd name="T96" fmla="*/ 93 w 177"/>
                <a:gd name="T97" fmla="*/ 132 h 148"/>
                <a:gd name="T98" fmla="*/ 72 w 177"/>
                <a:gd name="T99" fmla="*/ 72 h 148"/>
                <a:gd name="T100" fmla="*/ 75 w 177"/>
                <a:gd name="T101" fmla="*/ 65 h 148"/>
                <a:gd name="T102" fmla="*/ 87 w 177"/>
                <a:gd name="T103" fmla="*/ 77 h 148"/>
                <a:gd name="T104" fmla="*/ 99 w 177"/>
                <a:gd name="T105" fmla="*/ 77 h 148"/>
                <a:gd name="T106" fmla="*/ 116 w 177"/>
                <a:gd name="T107" fmla="*/ 60 h 148"/>
                <a:gd name="T108" fmla="*/ 117 w 177"/>
                <a:gd name="T109" fmla="*/ 53 h 148"/>
                <a:gd name="T110" fmla="*/ 123 w 177"/>
                <a:gd name="T111" fmla="*/ 28 h 148"/>
                <a:gd name="T112" fmla="*/ 62 w 177"/>
                <a:gd name="T113" fmla="*/ 142 h 148"/>
                <a:gd name="T114" fmla="*/ 68 w 177"/>
                <a:gd name="T115" fmla="*/ 148 h 148"/>
                <a:gd name="T116" fmla="*/ 75 w 177"/>
                <a:gd name="T117" fmla="*/ 142 h 148"/>
                <a:gd name="T118" fmla="*/ 75 w 177"/>
                <a:gd name="T119" fmla="*/ 136 h 148"/>
                <a:gd name="T120" fmla="*/ 62 w 177"/>
                <a:gd name="T121" fmla="*/ 136 h 148"/>
                <a:gd name="T122" fmla="*/ 62 w 177"/>
                <a:gd name="T123" fmla="*/ 14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7" h="148">
                  <a:moveTo>
                    <a:pt x="169" y="0"/>
                  </a:moveTo>
                  <a:cubicBezTo>
                    <a:pt x="107" y="0"/>
                    <a:pt x="107" y="0"/>
                    <a:pt x="107" y="0"/>
                  </a:cubicBezTo>
                  <a:cubicBezTo>
                    <a:pt x="103" y="0"/>
                    <a:pt x="99" y="4"/>
                    <a:pt x="99" y="9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5" y="46"/>
                    <a:pt x="107" y="45"/>
                    <a:pt x="110" y="44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4" y="54"/>
                    <a:pt x="124" y="58"/>
                    <a:pt x="122" y="62"/>
                  </a:cubicBezTo>
                  <a:cubicBezTo>
                    <a:pt x="169" y="62"/>
                    <a:pt x="169" y="62"/>
                    <a:pt x="169" y="62"/>
                  </a:cubicBezTo>
                  <a:cubicBezTo>
                    <a:pt x="174" y="62"/>
                    <a:pt x="177" y="58"/>
                    <a:pt x="177" y="54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4"/>
                    <a:pt x="174" y="0"/>
                    <a:pt x="169" y="0"/>
                  </a:cubicBezTo>
                  <a:close/>
                  <a:moveTo>
                    <a:pt x="46" y="31"/>
                  </a:moveTo>
                  <a:cubicBezTo>
                    <a:pt x="46" y="31"/>
                    <a:pt x="46" y="31"/>
                    <a:pt x="46" y="31"/>
                  </a:cubicBezTo>
                  <a:cubicBezTo>
                    <a:pt x="46" y="39"/>
                    <a:pt x="52" y="46"/>
                    <a:pt x="60" y="46"/>
                  </a:cubicBezTo>
                  <a:cubicBezTo>
                    <a:pt x="68" y="46"/>
                    <a:pt x="75" y="39"/>
                    <a:pt x="75" y="31"/>
                  </a:cubicBezTo>
                  <a:cubicBezTo>
                    <a:pt x="75" y="23"/>
                    <a:pt x="68" y="17"/>
                    <a:pt x="60" y="17"/>
                  </a:cubicBezTo>
                  <a:cubicBezTo>
                    <a:pt x="54" y="17"/>
                    <a:pt x="48" y="21"/>
                    <a:pt x="47" y="27"/>
                  </a:cubicBezTo>
                  <a:cubicBezTo>
                    <a:pt x="39" y="17"/>
                    <a:pt x="19" y="18"/>
                    <a:pt x="11" y="37"/>
                  </a:cubicBezTo>
                  <a:cubicBezTo>
                    <a:pt x="5" y="47"/>
                    <a:pt x="0" y="44"/>
                    <a:pt x="0" y="44"/>
                  </a:cubicBezTo>
                  <a:cubicBezTo>
                    <a:pt x="0" y="44"/>
                    <a:pt x="7" y="55"/>
                    <a:pt x="21" y="43"/>
                  </a:cubicBezTo>
                  <a:cubicBezTo>
                    <a:pt x="34" y="32"/>
                    <a:pt x="37" y="27"/>
                    <a:pt x="46" y="31"/>
                  </a:cubicBezTo>
                  <a:close/>
                  <a:moveTo>
                    <a:pt x="46" y="142"/>
                  </a:moveTo>
                  <a:cubicBezTo>
                    <a:pt x="46" y="146"/>
                    <a:pt x="49" y="148"/>
                    <a:pt x="52" y="148"/>
                  </a:cubicBezTo>
                  <a:cubicBezTo>
                    <a:pt x="55" y="148"/>
                    <a:pt x="58" y="146"/>
                    <a:pt x="58" y="142"/>
                  </a:cubicBezTo>
                  <a:cubicBezTo>
                    <a:pt x="58" y="136"/>
                    <a:pt x="58" y="136"/>
                    <a:pt x="58" y="136"/>
                  </a:cubicBezTo>
                  <a:cubicBezTo>
                    <a:pt x="46" y="136"/>
                    <a:pt x="46" y="136"/>
                    <a:pt x="46" y="136"/>
                  </a:cubicBezTo>
                  <a:lnTo>
                    <a:pt x="46" y="142"/>
                  </a:lnTo>
                  <a:close/>
                  <a:moveTo>
                    <a:pt x="123" y="28"/>
                  </a:moveTo>
                  <a:cubicBezTo>
                    <a:pt x="119" y="27"/>
                    <a:pt x="119" y="27"/>
                    <a:pt x="119" y="2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1" y="50"/>
                    <a:pt x="109" y="50"/>
                    <a:pt x="107" y="52"/>
                  </a:cubicBezTo>
                  <a:cubicBezTo>
                    <a:pt x="93" y="66"/>
                    <a:pt x="93" y="66"/>
                    <a:pt x="93" y="66"/>
                  </a:cubicBezTo>
                  <a:cubicBezTo>
                    <a:pt x="79" y="51"/>
                    <a:pt x="79" y="51"/>
                    <a:pt x="79" y="51"/>
                  </a:cubicBezTo>
                  <a:cubicBezTo>
                    <a:pt x="77" y="50"/>
                    <a:pt x="71" y="50"/>
                    <a:pt x="70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49" y="50"/>
                    <a:pt x="43" y="50"/>
                    <a:pt x="42" y="52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10" y="83"/>
                    <a:pt x="10" y="87"/>
                    <a:pt x="12" y="89"/>
                  </a:cubicBezTo>
                  <a:cubicBezTo>
                    <a:pt x="15" y="92"/>
                    <a:pt x="19" y="92"/>
                    <a:pt x="21" y="89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28" y="132"/>
                    <a:pt x="28" y="132"/>
                    <a:pt x="28" y="132"/>
                  </a:cubicBezTo>
                  <a:cubicBezTo>
                    <a:pt x="93" y="132"/>
                    <a:pt x="93" y="132"/>
                    <a:pt x="93" y="13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88" y="78"/>
                    <a:pt x="97" y="79"/>
                    <a:pt x="99" y="77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18" y="58"/>
                    <a:pt x="118" y="55"/>
                    <a:pt x="117" y="53"/>
                  </a:cubicBezTo>
                  <a:lnTo>
                    <a:pt x="123" y="28"/>
                  </a:lnTo>
                  <a:close/>
                  <a:moveTo>
                    <a:pt x="62" y="142"/>
                  </a:moveTo>
                  <a:cubicBezTo>
                    <a:pt x="62" y="146"/>
                    <a:pt x="65" y="148"/>
                    <a:pt x="68" y="148"/>
                  </a:cubicBezTo>
                  <a:cubicBezTo>
                    <a:pt x="72" y="148"/>
                    <a:pt x="75" y="146"/>
                    <a:pt x="75" y="142"/>
                  </a:cubicBezTo>
                  <a:cubicBezTo>
                    <a:pt x="75" y="136"/>
                    <a:pt x="75" y="136"/>
                    <a:pt x="75" y="136"/>
                  </a:cubicBezTo>
                  <a:cubicBezTo>
                    <a:pt x="62" y="136"/>
                    <a:pt x="62" y="136"/>
                    <a:pt x="62" y="136"/>
                  </a:cubicBezTo>
                  <a:lnTo>
                    <a:pt x="62" y="1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" name="Freeform 90"/>
            <p:cNvSpPr>
              <a:spLocks noEditPoints="1"/>
            </p:cNvSpPr>
            <p:nvPr/>
          </p:nvSpPr>
          <p:spPr bwMode="auto">
            <a:xfrm>
              <a:off x="6347054" y="4570219"/>
              <a:ext cx="537972" cy="571277"/>
            </a:xfrm>
            <a:custGeom>
              <a:avLst/>
              <a:gdLst>
                <a:gd name="T0" fmla="*/ 79 w 159"/>
                <a:gd name="T1" fmla="*/ 66 h 169"/>
                <a:gd name="T2" fmla="*/ 112 w 159"/>
                <a:gd name="T3" fmla="*/ 33 h 169"/>
                <a:gd name="T4" fmla="*/ 79 w 159"/>
                <a:gd name="T5" fmla="*/ 0 h 169"/>
                <a:gd name="T6" fmla="*/ 46 w 159"/>
                <a:gd name="T7" fmla="*/ 33 h 169"/>
                <a:gd name="T8" fmla="*/ 79 w 159"/>
                <a:gd name="T9" fmla="*/ 66 h 169"/>
                <a:gd name="T10" fmla="*/ 156 w 159"/>
                <a:gd name="T11" fmla="*/ 117 h 169"/>
                <a:gd name="T12" fmla="*/ 134 w 159"/>
                <a:gd name="T13" fmla="*/ 86 h 169"/>
                <a:gd name="T14" fmla="*/ 125 w 159"/>
                <a:gd name="T15" fmla="*/ 119 h 169"/>
                <a:gd name="T16" fmla="*/ 128 w 159"/>
                <a:gd name="T17" fmla="*/ 122 h 169"/>
                <a:gd name="T18" fmla="*/ 111 w 159"/>
                <a:gd name="T19" fmla="*/ 130 h 169"/>
                <a:gd name="T20" fmla="*/ 106 w 159"/>
                <a:gd name="T21" fmla="*/ 148 h 169"/>
                <a:gd name="T22" fmla="*/ 124 w 159"/>
                <a:gd name="T23" fmla="*/ 153 h 169"/>
                <a:gd name="T24" fmla="*/ 150 w 159"/>
                <a:gd name="T25" fmla="*/ 141 h 169"/>
                <a:gd name="T26" fmla="*/ 156 w 159"/>
                <a:gd name="T27" fmla="*/ 117 h 169"/>
                <a:gd name="T28" fmla="*/ 99 w 159"/>
                <a:gd name="T29" fmla="*/ 153 h 169"/>
                <a:gd name="T30" fmla="*/ 80 w 159"/>
                <a:gd name="T31" fmla="*/ 162 h 169"/>
                <a:gd name="T32" fmla="*/ 84 w 159"/>
                <a:gd name="T33" fmla="*/ 103 h 169"/>
                <a:gd name="T34" fmla="*/ 93 w 159"/>
                <a:gd name="T35" fmla="*/ 98 h 169"/>
                <a:gd name="T36" fmla="*/ 104 w 159"/>
                <a:gd name="T37" fmla="*/ 95 h 169"/>
                <a:gd name="T38" fmla="*/ 114 w 159"/>
                <a:gd name="T39" fmla="*/ 91 h 169"/>
                <a:gd name="T40" fmla="*/ 131 w 159"/>
                <a:gd name="T41" fmla="*/ 81 h 169"/>
                <a:gd name="T42" fmla="*/ 126 w 159"/>
                <a:gd name="T43" fmla="*/ 75 h 169"/>
                <a:gd name="T44" fmla="*/ 124 w 159"/>
                <a:gd name="T45" fmla="*/ 74 h 169"/>
                <a:gd name="T46" fmla="*/ 112 w 159"/>
                <a:gd name="T47" fmla="*/ 70 h 169"/>
                <a:gd name="T48" fmla="*/ 100 w 159"/>
                <a:gd name="T49" fmla="*/ 70 h 169"/>
                <a:gd name="T50" fmla="*/ 79 w 159"/>
                <a:gd name="T51" fmla="*/ 86 h 169"/>
                <a:gd name="T52" fmla="*/ 59 w 159"/>
                <a:gd name="T53" fmla="*/ 70 h 169"/>
                <a:gd name="T54" fmla="*/ 47 w 159"/>
                <a:gd name="T55" fmla="*/ 70 h 169"/>
                <a:gd name="T56" fmla="*/ 34 w 159"/>
                <a:gd name="T57" fmla="*/ 74 h 169"/>
                <a:gd name="T58" fmla="*/ 33 w 159"/>
                <a:gd name="T59" fmla="*/ 75 h 169"/>
                <a:gd name="T60" fmla="*/ 28 w 159"/>
                <a:gd name="T61" fmla="*/ 81 h 169"/>
                <a:gd name="T62" fmla="*/ 45 w 159"/>
                <a:gd name="T63" fmla="*/ 91 h 169"/>
                <a:gd name="T64" fmla="*/ 55 w 159"/>
                <a:gd name="T65" fmla="*/ 95 h 169"/>
                <a:gd name="T66" fmla="*/ 65 w 159"/>
                <a:gd name="T67" fmla="*/ 98 h 169"/>
                <a:gd name="T68" fmla="*/ 75 w 159"/>
                <a:gd name="T69" fmla="*/ 103 h 169"/>
                <a:gd name="T70" fmla="*/ 78 w 159"/>
                <a:gd name="T71" fmla="*/ 162 h 169"/>
                <a:gd name="T72" fmla="*/ 59 w 159"/>
                <a:gd name="T73" fmla="*/ 152 h 169"/>
                <a:gd name="T74" fmla="*/ 43 w 159"/>
                <a:gd name="T75" fmla="*/ 162 h 169"/>
                <a:gd name="T76" fmla="*/ 79 w 159"/>
                <a:gd name="T77" fmla="*/ 169 h 169"/>
                <a:gd name="T78" fmla="*/ 80 w 159"/>
                <a:gd name="T79" fmla="*/ 169 h 169"/>
                <a:gd name="T80" fmla="*/ 80 w 159"/>
                <a:gd name="T81" fmla="*/ 169 h 169"/>
                <a:gd name="T82" fmla="*/ 116 w 159"/>
                <a:gd name="T83" fmla="*/ 162 h 169"/>
                <a:gd name="T84" fmla="*/ 99 w 159"/>
                <a:gd name="T85" fmla="*/ 153 h 169"/>
                <a:gd name="T86" fmla="*/ 53 w 159"/>
                <a:gd name="T87" fmla="*/ 148 h 169"/>
                <a:gd name="T88" fmla="*/ 48 w 159"/>
                <a:gd name="T89" fmla="*/ 130 h 169"/>
                <a:gd name="T90" fmla="*/ 30 w 159"/>
                <a:gd name="T91" fmla="*/ 122 h 169"/>
                <a:gd name="T92" fmla="*/ 33 w 159"/>
                <a:gd name="T93" fmla="*/ 118 h 169"/>
                <a:gd name="T94" fmla="*/ 24 w 159"/>
                <a:gd name="T95" fmla="*/ 86 h 169"/>
                <a:gd name="T96" fmla="*/ 2 w 159"/>
                <a:gd name="T97" fmla="*/ 117 h 169"/>
                <a:gd name="T98" fmla="*/ 8 w 159"/>
                <a:gd name="T99" fmla="*/ 141 h 169"/>
                <a:gd name="T100" fmla="*/ 35 w 159"/>
                <a:gd name="T101" fmla="*/ 153 h 169"/>
                <a:gd name="T102" fmla="*/ 53 w 159"/>
                <a:gd name="T103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9" h="169">
                  <a:moveTo>
                    <a:pt x="79" y="66"/>
                  </a:moveTo>
                  <a:cubicBezTo>
                    <a:pt x="97" y="66"/>
                    <a:pt x="112" y="51"/>
                    <a:pt x="112" y="33"/>
                  </a:cubicBezTo>
                  <a:cubicBezTo>
                    <a:pt x="112" y="15"/>
                    <a:pt x="97" y="0"/>
                    <a:pt x="79" y="0"/>
                  </a:cubicBezTo>
                  <a:cubicBezTo>
                    <a:pt x="61" y="0"/>
                    <a:pt x="46" y="15"/>
                    <a:pt x="46" y="33"/>
                  </a:cubicBezTo>
                  <a:cubicBezTo>
                    <a:pt x="46" y="51"/>
                    <a:pt x="61" y="66"/>
                    <a:pt x="79" y="66"/>
                  </a:cubicBezTo>
                  <a:close/>
                  <a:moveTo>
                    <a:pt x="156" y="117"/>
                  </a:moveTo>
                  <a:cubicBezTo>
                    <a:pt x="134" y="86"/>
                    <a:pt x="134" y="86"/>
                    <a:pt x="134" y="86"/>
                  </a:cubicBezTo>
                  <a:cubicBezTo>
                    <a:pt x="132" y="97"/>
                    <a:pt x="129" y="108"/>
                    <a:pt x="125" y="119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104" y="133"/>
                    <a:pt x="102" y="142"/>
                    <a:pt x="106" y="148"/>
                  </a:cubicBezTo>
                  <a:cubicBezTo>
                    <a:pt x="109" y="154"/>
                    <a:pt x="118" y="156"/>
                    <a:pt x="124" y="153"/>
                  </a:cubicBezTo>
                  <a:cubicBezTo>
                    <a:pt x="150" y="141"/>
                    <a:pt x="150" y="141"/>
                    <a:pt x="150" y="141"/>
                  </a:cubicBezTo>
                  <a:cubicBezTo>
                    <a:pt x="155" y="139"/>
                    <a:pt x="159" y="121"/>
                    <a:pt x="156" y="117"/>
                  </a:cubicBezTo>
                  <a:close/>
                  <a:moveTo>
                    <a:pt x="99" y="153"/>
                  </a:moveTo>
                  <a:cubicBezTo>
                    <a:pt x="91" y="155"/>
                    <a:pt x="83" y="158"/>
                    <a:pt x="80" y="162"/>
                  </a:cubicBezTo>
                  <a:cubicBezTo>
                    <a:pt x="81" y="143"/>
                    <a:pt x="83" y="123"/>
                    <a:pt x="84" y="103"/>
                  </a:cubicBezTo>
                  <a:cubicBezTo>
                    <a:pt x="86" y="101"/>
                    <a:pt x="90" y="100"/>
                    <a:pt x="93" y="98"/>
                  </a:cubicBezTo>
                  <a:cubicBezTo>
                    <a:pt x="97" y="97"/>
                    <a:pt x="100" y="96"/>
                    <a:pt x="104" y="95"/>
                  </a:cubicBezTo>
                  <a:cubicBezTo>
                    <a:pt x="107" y="93"/>
                    <a:pt x="111" y="92"/>
                    <a:pt x="114" y="91"/>
                  </a:cubicBezTo>
                  <a:cubicBezTo>
                    <a:pt x="121" y="88"/>
                    <a:pt x="127" y="84"/>
                    <a:pt x="131" y="81"/>
                  </a:cubicBezTo>
                  <a:cubicBezTo>
                    <a:pt x="130" y="79"/>
                    <a:pt x="128" y="77"/>
                    <a:pt x="126" y="75"/>
                  </a:cubicBezTo>
                  <a:cubicBezTo>
                    <a:pt x="125" y="74"/>
                    <a:pt x="125" y="74"/>
                    <a:pt x="124" y="74"/>
                  </a:cubicBezTo>
                  <a:cubicBezTo>
                    <a:pt x="121" y="71"/>
                    <a:pt x="117" y="70"/>
                    <a:pt x="112" y="70"/>
                  </a:cubicBezTo>
                  <a:cubicBezTo>
                    <a:pt x="100" y="70"/>
                    <a:pt x="100" y="70"/>
                    <a:pt x="100" y="70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47" y="70"/>
                    <a:pt x="47" y="70"/>
                    <a:pt x="47" y="70"/>
                  </a:cubicBezTo>
                  <a:cubicBezTo>
                    <a:pt x="42" y="70"/>
                    <a:pt x="38" y="71"/>
                    <a:pt x="34" y="74"/>
                  </a:cubicBezTo>
                  <a:cubicBezTo>
                    <a:pt x="34" y="74"/>
                    <a:pt x="33" y="74"/>
                    <a:pt x="33" y="75"/>
                  </a:cubicBezTo>
                  <a:cubicBezTo>
                    <a:pt x="31" y="77"/>
                    <a:pt x="29" y="79"/>
                    <a:pt x="28" y="81"/>
                  </a:cubicBezTo>
                  <a:cubicBezTo>
                    <a:pt x="32" y="84"/>
                    <a:pt x="38" y="88"/>
                    <a:pt x="45" y="91"/>
                  </a:cubicBezTo>
                  <a:cubicBezTo>
                    <a:pt x="48" y="92"/>
                    <a:pt x="52" y="93"/>
                    <a:pt x="55" y="95"/>
                  </a:cubicBezTo>
                  <a:cubicBezTo>
                    <a:pt x="59" y="96"/>
                    <a:pt x="62" y="97"/>
                    <a:pt x="65" y="98"/>
                  </a:cubicBezTo>
                  <a:cubicBezTo>
                    <a:pt x="69" y="100"/>
                    <a:pt x="72" y="101"/>
                    <a:pt x="75" y="103"/>
                  </a:cubicBezTo>
                  <a:cubicBezTo>
                    <a:pt x="76" y="123"/>
                    <a:pt x="77" y="143"/>
                    <a:pt x="78" y="162"/>
                  </a:cubicBezTo>
                  <a:cubicBezTo>
                    <a:pt x="75" y="158"/>
                    <a:pt x="67" y="155"/>
                    <a:pt x="59" y="152"/>
                  </a:cubicBezTo>
                  <a:cubicBezTo>
                    <a:pt x="55" y="158"/>
                    <a:pt x="49" y="161"/>
                    <a:pt x="43" y="162"/>
                  </a:cubicBezTo>
                  <a:cubicBezTo>
                    <a:pt x="50" y="164"/>
                    <a:pt x="64" y="168"/>
                    <a:pt x="79" y="169"/>
                  </a:cubicBezTo>
                  <a:cubicBezTo>
                    <a:pt x="80" y="169"/>
                    <a:pt x="80" y="169"/>
                    <a:pt x="80" y="169"/>
                  </a:cubicBezTo>
                  <a:cubicBezTo>
                    <a:pt x="80" y="169"/>
                    <a:pt x="80" y="169"/>
                    <a:pt x="80" y="169"/>
                  </a:cubicBezTo>
                  <a:cubicBezTo>
                    <a:pt x="95" y="169"/>
                    <a:pt x="109" y="164"/>
                    <a:pt x="116" y="162"/>
                  </a:cubicBezTo>
                  <a:cubicBezTo>
                    <a:pt x="109" y="162"/>
                    <a:pt x="103" y="158"/>
                    <a:pt x="99" y="153"/>
                  </a:cubicBezTo>
                  <a:close/>
                  <a:moveTo>
                    <a:pt x="53" y="148"/>
                  </a:moveTo>
                  <a:cubicBezTo>
                    <a:pt x="56" y="142"/>
                    <a:pt x="54" y="133"/>
                    <a:pt x="48" y="130"/>
                  </a:cubicBezTo>
                  <a:cubicBezTo>
                    <a:pt x="30" y="122"/>
                    <a:pt x="30" y="122"/>
                    <a:pt x="30" y="122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0" y="108"/>
                    <a:pt x="27" y="97"/>
                    <a:pt x="24" y="86"/>
                  </a:cubicBezTo>
                  <a:cubicBezTo>
                    <a:pt x="2" y="117"/>
                    <a:pt x="2" y="117"/>
                    <a:pt x="2" y="117"/>
                  </a:cubicBezTo>
                  <a:cubicBezTo>
                    <a:pt x="0" y="121"/>
                    <a:pt x="4" y="139"/>
                    <a:pt x="8" y="141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41" y="156"/>
                    <a:pt x="49" y="154"/>
                    <a:pt x="53" y="1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9" name="Freeform 91"/>
            <p:cNvSpPr>
              <a:spLocks noEditPoints="1"/>
            </p:cNvSpPr>
            <p:nvPr/>
          </p:nvSpPr>
          <p:spPr bwMode="auto">
            <a:xfrm>
              <a:off x="7566459" y="4547163"/>
              <a:ext cx="292042" cy="604579"/>
            </a:xfrm>
            <a:custGeom>
              <a:avLst/>
              <a:gdLst>
                <a:gd name="T0" fmla="*/ 85 w 86"/>
                <a:gd name="T1" fmla="*/ 109 h 179"/>
                <a:gd name="T2" fmla="*/ 56 w 86"/>
                <a:gd name="T3" fmla="*/ 85 h 179"/>
                <a:gd name="T4" fmla="*/ 55 w 86"/>
                <a:gd name="T5" fmla="*/ 85 h 179"/>
                <a:gd name="T6" fmla="*/ 50 w 86"/>
                <a:gd name="T7" fmla="*/ 69 h 179"/>
                <a:gd name="T8" fmla="*/ 69 w 86"/>
                <a:gd name="T9" fmla="*/ 32 h 179"/>
                <a:gd name="T10" fmla="*/ 53 w 86"/>
                <a:gd name="T11" fmla="*/ 2 h 179"/>
                <a:gd name="T12" fmla="*/ 34 w 86"/>
                <a:gd name="T13" fmla="*/ 33 h 179"/>
                <a:gd name="T14" fmla="*/ 38 w 86"/>
                <a:gd name="T15" fmla="*/ 55 h 179"/>
                <a:gd name="T16" fmla="*/ 2 w 86"/>
                <a:gd name="T17" fmla="*/ 102 h 179"/>
                <a:gd name="T18" fmla="*/ 48 w 86"/>
                <a:gd name="T19" fmla="*/ 138 h 179"/>
                <a:gd name="T20" fmla="*/ 60 w 86"/>
                <a:gd name="T21" fmla="*/ 137 h 179"/>
                <a:gd name="T22" fmla="*/ 64 w 86"/>
                <a:gd name="T23" fmla="*/ 150 h 179"/>
                <a:gd name="T24" fmla="*/ 65 w 86"/>
                <a:gd name="T25" fmla="*/ 155 h 179"/>
                <a:gd name="T26" fmla="*/ 46 w 86"/>
                <a:gd name="T27" fmla="*/ 170 h 179"/>
                <a:gd name="T28" fmla="*/ 34 w 86"/>
                <a:gd name="T29" fmla="*/ 165 h 179"/>
                <a:gd name="T30" fmla="*/ 48 w 86"/>
                <a:gd name="T31" fmla="*/ 158 h 179"/>
                <a:gd name="T32" fmla="*/ 34 w 86"/>
                <a:gd name="T33" fmla="*/ 149 h 179"/>
                <a:gd name="T34" fmla="*/ 21 w 86"/>
                <a:gd name="T35" fmla="*/ 163 h 179"/>
                <a:gd name="T36" fmla="*/ 46 w 86"/>
                <a:gd name="T37" fmla="*/ 178 h 179"/>
                <a:gd name="T38" fmla="*/ 73 w 86"/>
                <a:gd name="T39" fmla="*/ 159 h 179"/>
                <a:gd name="T40" fmla="*/ 73 w 86"/>
                <a:gd name="T41" fmla="*/ 153 h 179"/>
                <a:gd name="T42" fmla="*/ 69 w 86"/>
                <a:gd name="T43" fmla="*/ 136 h 179"/>
                <a:gd name="T44" fmla="*/ 85 w 86"/>
                <a:gd name="T45" fmla="*/ 109 h 179"/>
                <a:gd name="T46" fmla="*/ 55 w 86"/>
                <a:gd name="T47" fmla="*/ 17 h 179"/>
                <a:gd name="T48" fmla="*/ 63 w 86"/>
                <a:gd name="T49" fmla="*/ 23 h 179"/>
                <a:gd name="T50" fmla="*/ 46 w 86"/>
                <a:gd name="T51" fmla="*/ 53 h 179"/>
                <a:gd name="T52" fmla="*/ 43 w 86"/>
                <a:gd name="T53" fmla="*/ 40 h 179"/>
                <a:gd name="T54" fmla="*/ 55 w 86"/>
                <a:gd name="T55" fmla="*/ 17 h 179"/>
                <a:gd name="T56" fmla="*/ 49 w 86"/>
                <a:gd name="T57" fmla="*/ 132 h 179"/>
                <a:gd name="T58" fmla="*/ 12 w 86"/>
                <a:gd name="T59" fmla="*/ 107 h 179"/>
                <a:gd name="T60" fmla="*/ 42 w 86"/>
                <a:gd name="T61" fmla="*/ 71 h 179"/>
                <a:gd name="T62" fmla="*/ 47 w 86"/>
                <a:gd name="T63" fmla="*/ 86 h 179"/>
                <a:gd name="T64" fmla="*/ 28 w 86"/>
                <a:gd name="T65" fmla="*/ 105 h 179"/>
                <a:gd name="T66" fmla="*/ 45 w 86"/>
                <a:gd name="T67" fmla="*/ 124 h 179"/>
                <a:gd name="T68" fmla="*/ 47 w 86"/>
                <a:gd name="T69" fmla="*/ 123 h 179"/>
                <a:gd name="T70" fmla="*/ 46 w 86"/>
                <a:gd name="T71" fmla="*/ 122 h 179"/>
                <a:gd name="T72" fmla="*/ 36 w 86"/>
                <a:gd name="T73" fmla="*/ 111 h 179"/>
                <a:gd name="T74" fmla="*/ 50 w 86"/>
                <a:gd name="T75" fmla="*/ 97 h 179"/>
                <a:gd name="T76" fmla="*/ 59 w 86"/>
                <a:gd name="T77" fmla="*/ 131 h 179"/>
                <a:gd name="T78" fmla="*/ 49 w 86"/>
                <a:gd name="T79" fmla="*/ 132 h 179"/>
                <a:gd name="T80" fmla="*/ 67 w 86"/>
                <a:gd name="T81" fmla="*/ 130 h 179"/>
                <a:gd name="T82" fmla="*/ 58 w 86"/>
                <a:gd name="T83" fmla="*/ 97 h 179"/>
                <a:gd name="T84" fmla="*/ 76 w 86"/>
                <a:gd name="T85" fmla="*/ 113 h 179"/>
                <a:gd name="T86" fmla="*/ 67 w 86"/>
                <a:gd name="T87" fmla="*/ 13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6" h="179">
                  <a:moveTo>
                    <a:pt x="85" y="109"/>
                  </a:moveTo>
                  <a:cubicBezTo>
                    <a:pt x="86" y="96"/>
                    <a:pt x="73" y="85"/>
                    <a:pt x="56" y="85"/>
                  </a:cubicBezTo>
                  <a:cubicBezTo>
                    <a:pt x="54" y="85"/>
                    <a:pt x="56" y="85"/>
                    <a:pt x="55" y="85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63" y="59"/>
                    <a:pt x="66" y="45"/>
                    <a:pt x="69" y="32"/>
                  </a:cubicBezTo>
                  <a:cubicBezTo>
                    <a:pt x="72" y="11"/>
                    <a:pt x="58" y="0"/>
                    <a:pt x="53" y="2"/>
                  </a:cubicBezTo>
                  <a:cubicBezTo>
                    <a:pt x="40" y="5"/>
                    <a:pt x="34" y="24"/>
                    <a:pt x="34" y="33"/>
                  </a:cubicBezTo>
                  <a:cubicBezTo>
                    <a:pt x="34" y="41"/>
                    <a:pt x="36" y="48"/>
                    <a:pt x="38" y="55"/>
                  </a:cubicBezTo>
                  <a:cubicBezTo>
                    <a:pt x="22" y="68"/>
                    <a:pt x="0" y="82"/>
                    <a:pt x="2" y="102"/>
                  </a:cubicBezTo>
                  <a:cubicBezTo>
                    <a:pt x="6" y="128"/>
                    <a:pt x="24" y="138"/>
                    <a:pt x="48" y="138"/>
                  </a:cubicBezTo>
                  <a:cubicBezTo>
                    <a:pt x="52" y="138"/>
                    <a:pt x="56" y="138"/>
                    <a:pt x="60" y="137"/>
                  </a:cubicBezTo>
                  <a:cubicBezTo>
                    <a:pt x="64" y="150"/>
                    <a:pt x="64" y="150"/>
                    <a:pt x="64" y="150"/>
                  </a:cubicBezTo>
                  <a:cubicBezTo>
                    <a:pt x="65" y="152"/>
                    <a:pt x="65" y="153"/>
                    <a:pt x="65" y="155"/>
                  </a:cubicBezTo>
                  <a:cubicBezTo>
                    <a:pt x="65" y="163"/>
                    <a:pt x="59" y="169"/>
                    <a:pt x="46" y="170"/>
                  </a:cubicBezTo>
                  <a:cubicBezTo>
                    <a:pt x="42" y="170"/>
                    <a:pt x="34" y="169"/>
                    <a:pt x="34" y="165"/>
                  </a:cubicBezTo>
                  <a:cubicBezTo>
                    <a:pt x="38" y="166"/>
                    <a:pt x="48" y="166"/>
                    <a:pt x="48" y="158"/>
                  </a:cubicBezTo>
                  <a:cubicBezTo>
                    <a:pt x="47" y="153"/>
                    <a:pt x="41" y="148"/>
                    <a:pt x="34" y="149"/>
                  </a:cubicBezTo>
                  <a:cubicBezTo>
                    <a:pt x="26" y="149"/>
                    <a:pt x="20" y="157"/>
                    <a:pt x="21" y="163"/>
                  </a:cubicBezTo>
                  <a:cubicBezTo>
                    <a:pt x="22" y="172"/>
                    <a:pt x="35" y="179"/>
                    <a:pt x="46" y="178"/>
                  </a:cubicBezTo>
                  <a:cubicBezTo>
                    <a:pt x="61" y="177"/>
                    <a:pt x="73" y="169"/>
                    <a:pt x="73" y="159"/>
                  </a:cubicBezTo>
                  <a:cubicBezTo>
                    <a:pt x="73" y="158"/>
                    <a:pt x="73" y="154"/>
                    <a:pt x="73" y="153"/>
                  </a:cubicBezTo>
                  <a:cubicBezTo>
                    <a:pt x="69" y="136"/>
                    <a:pt x="69" y="136"/>
                    <a:pt x="69" y="136"/>
                  </a:cubicBezTo>
                  <a:cubicBezTo>
                    <a:pt x="82" y="131"/>
                    <a:pt x="85" y="120"/>
                    <a:pt x="85" y="109"/>
                  </a:cubicBezTo>
                  <a:close/>
                  <a:moveTo>
                    <a:pt x="55" y="17"/>
                  </a:moveTo>
                  <a:cubicBezTo>
                    <a:pt x="60" y="17"/>
                    <a:pt x="63" y="20"/>
                    <a:pt x="63" y="23"/>
                  </a:cubicBezTo>
                  <a:cubicBezTo>
                    <a:pt x="64" y="34"/>
                    <a:pt x="57" y="46"/>
                    <a:pt x="46" y="53"/>
                  </a:cubicBezTo>
                  <a:cubicBezTo>
                    <a:pt x="44" y="49"/>
                    <a:pt x="43" y="44"/>
                    <a:pt x="43" y="40"/>
                  </a:cubicBezTo>
                  <a:cubicBezTo>
                    <a:pt x="44" y="33"/>
                    <a:pt x="44" y="18"/>
                    <a:pt x="55" y="17"/>
                  </a:cubicBezTo>
                  <a:close/>
                  <a:moveTo>
                    <a:pt x="49" y="132"/>
                  </a:moveTo>
                  <a:cubicBezTo>
                    <a:pt x="30" y="132"/>
                    <a:pt x="12" y="123"/>
                    <a:pt x="12" y="107"/>
                  </a:cubicBezTo>
                  <a:cubicBezTo>
                    <a:pt x="12" y="92"/>
                    <a:pt x="28" y="81"/>
                    <a:pt x="42" y="71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37" y="89"/>
                    <a:pt x="28" y="97"/>
                    <a:pt x="28" y="105"/>
                  </a:cubicBezTo>
                  <a:cubicBezTo>
                    <a:pt x="28" y="114"/>
                    <a:pt x="35" y="121"/>
                    <a:pt x="45" y="124"/>
                  </a:cubicBezTo>
                  <a:cubicBezTo>
                    <a:pt x="46" y="124"/>
                    <a:pt x="47" y="123"/>
                    <a:pt x="47" y="123"/>
                  </a:cubicBezTo>
                  <a:cubicBezTo>
                    <a:pt x="47" y="122"/>
                    <a:pt x="47" y="122"/>
                    <a:pt x="46" y="122"/>
                  </a:cubicBezTo>
                  <a:cubicBezTo>
                    <a:pt x="40" y="120"/>
                    <a:pt x="36" y="116"/>
                    <a:pt x="36" y="111"/>
                  </a:cubicBezTo>
                  <a:cubicBezTo>
                    <a:pt x="35" y="105"/>
                    <a:pt x="42" y="99"/>
                    <a:pt x="50" y="97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6" y="131"/>
                    <a:pt x="53" y="132"/>
                    <a:pt x="49" y="132"/>
                  </a:cubicBezTo>
                  <a:close/>
                  <a:moveTo>
                    <a:pt x="67" y="130"/>
                  </a:moveTo>
                  <a:cubicBezTo>
                    <a:pt x="58" y="97"/>
                    <a:pt x="58" y="97"/>
                    <a:pt x="58" y="97"/>
                  </a:cubicBezTo>
                  <a:cubicBezTo>
                    <a:pt x="70" y="97"/>
                    <a:pt x="75" y="103"/>
                    <a:pt x="76" y="113"/>
                  </a:cubicBezTo>
                  <a:cubicBezTo>
                    <a:pt x="77" y="120"/>
                    <a:pt x="75" y="126"/>
                    <a:pt x="67" y="1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92"/>
            <p:cNvSpPr>
              <a:spLocks noEditPoints="1"/>
            </p:cNvSpPr>
            <p:nvPr/>
          </p:nvSpPr>
          <p:spPr bwMode="auto">
            <a:xfrm>
              <a:off x="8598853" y="4613769"/>
              <a:ext cx="499546" cy="502108"/>
            </a:xfrm>
            <a:custGeom>
              <a:avLst/>
              <a:gdLst>
                <a:gd name="T0" fmla="*/ 134 w 148"/>
                <a:gd name="T1" fmla="*/ 128 h 148"/>
                <a:gd name="T2" fmla="*/ 119 w 148"/>
                <a:gd name="T3" fmla="*/ 78 h 148"/>
                <a:gd name="T4" fmla="*/ 61 w 148"/>
                <a:gd name="T5" fmla="*/ 52 h 148"/>
                <a:gd name="T6" fmla="*/ 28 w 148"/>
                <a:gd name="T7" fmla="*/ 19 h 148"/>
                <a:gd name="T8" fmla="*/ 25 w 148"/>
                <a:gd name="T9" fmla="*/ 15 h 148"/>
                <a:gd name="T10" fmla="*/ 27 w 148"/>
                <a:gd name="T11" fmla="*/ 10 h 148"/>
                <a:gd name="T12" fmla="*/ 22 w 148"/>
                <a:gd name="T13" fmla="*/ 12 h 148"/>
                <a:gd name="T14" fmla="*/ 17 w 148"/>
                <a:gd name="T15" fmla="*/ 10 h 148"/>
                <a:gd name="T16" fmla="*/ 20 w 148"/>
                <a:gd name="T17" fmla="*/ 7 h 148"/>
                <a:gd name="T18" fmla="*/ 17 w 148"/>
                <a:gd name="T19" fmla="*/ 4 h 148"/>
                <a:gd name="T20" fmla="*/ 14 w 148"/>
                <a:gd name="T21" fmla="*/ 8 h 148"/>
                <a:gd name="T22" fmla="*/ 10 w 148"/>
                <a:gd name="T23" fmla="*/ 7 h 148"/>
                <a:gd name="T24" fmla="*/ 6 w 148"/>
                <a:gd name="T25" fmla="*/ 1 h 148"/>
                <a:gd name="T26" fmla="*/ 2 w 148"/>
                <a:gd name="T27" fmla="*/ 6 h 148"/>
                <a:gd name="T28" fmla="*/ 7 w 148"/>
                <a:gd name="T29" fmla="*/ 9 h 148"/>
                <a:gd name="T30" fmla="*/ 11 w 148"/>
                <a:gd name="T31" fmla="*/ 17 h 148"/>
                <a:gd name="T32" fmla="*/ 6 w 148"/>
                <a:gd name="T33" fmla="*/ 20 h 148"/>
                <a:gd name="T34" fmla="*/ 9 w 148"/>
                <a:gd name="T35" fmla="*/ 23 h 148"/>
                <a:gd name="T36" fmla="*/ 12 w 148"/>
                <a:gd name="T37" fmla="*/ 19 h 148"/>
                <a:gd name="T38" fmla="*/ 14 w 148"/>
                <a:gd name="T39" fmla="*/ 24 h 148"/>
                <a:gd name="T40" fmla="*/ 12 w 148"/>
                <a:gd name="T41" fmla="*/ 29 h 148"/>
                <a:gd name="T42" fmla="*/ 17 w 148"/>
                <a:gd name="T43" fmla="*/ 27 h 148"/>
                <a:gd name="T44" fmla="*/ 20 w 148"/>
                <a:gd name="T45" fmla="*/ 27 h 148"/>
                <a:gd name="T46" fmla="*/ 53 w 148"/>
                <a:gd name="T47" fmla="*/ 60 h 148"/>
                <a:gd name="T48" fmla="*/ 81 w 148"/>
                <a:gd name="T49" fmla="*/ 89 h 148"/>
                <a:gd name="T50" fmla="*/ 64 w 148"/>
                <a:gd name="T51" fmla="*/ 97 h 148"/>
                <a:gd name="T52" fmla="*/ 101 w 148"/>
                <a:gd name="T53" fmla="*/ 142 h 148"/>
                <a:gd name="T54" fmla="*/ 145 w 148"/>
                <a:gd name="T55" fmla="*/ 144 h 148"/>
                <a:gd name="T56" fmla="*/ 98 w 148"/>
                <a:gd name="T57" fmla="*/ 116 h 148"/>
                <a:gd name="T58" fmla="*/ 82 w 148"/>
                <a:gd name="T59" fmla="*/ 102 h 148"/>
                <a:gd name="T60" fmla="*/ 84 w 148"/>
                <a:gd name="T61" fmla="*/ 98 h 148"/>
                <a:gd name="T62" fmla="*/ 100 w 148"/>
                <a:gd name="T63" fmla="*/ 112 h 148"/>
                <a:gd name="T64" fmla="*/ 111 w 148"/>
                <a:gd name="T65" fmla="*/ 100 h 148"/>
                <a:gd name="T66" fmla="*/ 97 w 148"/>
                <a:gd name="T67" fmla="*/ 84 h 148"/>
                <a:gd name="T68" fmla="*/ 101 w 148"/>
                <a:gd name="T69" fmla="*/ 82 h 148"/>
                <a:gd name="T70" fmla="*/ 115 w 148"/>
                <a:gd name="T71" fmla="*/ 98 h 148"/>
                <a:gd name="T72" fmla="*/ 111 w 148"/>
                <a:gd name="T73" fmla="*/ 10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8" h="148">
                  <a:moveTo>
                    <a:pt x="145" y="144"/>
                  </a:moveTo>
                  <a:cubicBezTo>
                    <a:pt x="134" y="128"/>
                    <a:pt x="134" y="128"/>
                    <a:pt x="134" y="128"/>
                  </a:cubicBezTo>
                  <a:cubicBezTo>
                    <a:pt x="139" y="123"/>
                    <a:pt x="148" y="112"/>
                    <a:pt x="142" y="100"/>
                  </a:cubicBezTo>
                  <a:cubicBezTo>
                    <a:pt x="135" y="85"/>
                    <a:pt x="127" y="88"/>
                    <a:pt x="119" y="78"/>
                  </a:cubicBezTo>
                  <a:cubicBezTo>
                    <a:pt x="113" y="90"/>
                    <a:pt x="93" y="69"/>
                    <a:pt x="97" y="63"/>
                  </a:cubicBezTo>
                  <a:cubicBezTo>
                    <a:pt x="81" y="37"/>
                    <a:pt x="69" y="44"/>
                    <a:pt x="61" y="52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5" y="15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2"/>
                    <a:pt x="28" y="11"/>
                    <a:pt x="27" y="10"/>
                  </a:cubicBezTo>
                  <a:cubicBezTo>
                    <a:pt x="26" y="9"/>
                    <a:pt x="25" y="9"/>
                    <a:pt x="24" y="1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3"/>
                    <a:pt x="21" y="14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8" y="10"/>
                    <a:pt x="18" y="9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5"/>
                    <a:pt x="20" y="4"/>
                  </a:cubicBezTo>
                  <a:cubicBezTo>
                    <a:pt x="20" y="3"/>
                    <a:pt x="18" y="3"/>
                    <a:pt x="17" y="4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7"/>
                    <a:pt x="14" y="7"/>
                    <a:pt x="14" y="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6"/>
                    <a:pt x="10" y="5"/>
                    <a:pt x="9" y="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5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10"/>
                    <a:pt x="6" y="10"/>
                    <a:pt x="7" y="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9" y="18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1"/>
                    <a:pt x="5" y="22"/>
                    <a:pt x="6" y="23"/>
                  </a:cubicBezTo>
                  <a:cubicBezTo>
                    <a:pt x="7" y="24"/>
                    <a:pt x="8" y="24"/>
                    <a:pt x="9" y="2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0"/>
                    <a:pt x="12" y="19"/>
                    <a:pt x="12" y="19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6" y="23"/>
                    <a:pt x="15" y="23"/>
                    <a:pt x="14" y="24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1" y="27"/>
                    <a:pt x="11" y="29"/>
                    <a:pt x="12" y="29"/>
                  </a:cubicBezTo>
                  <a:cubicBezTo>
                    <a:pt x="12" y="30"/>
                    <a:pt x="14" y="30"/>
                    <a:pt x="15" y="29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6"/>
                    <a:pt x="18" y="25"/>
                    <a:pt x="17" y="25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43" y="72"/>
                    <a:pt x="41" y="83"/>
                    <a:pt x="64" y="97"/>
                  </a:cubicBezTo>
                  <a:cubicBezTo>
                    <a:pt x="69" y="92"/>
                    <a:pt x="90" y="113"/>
                    <a:pt x="79" y="118"/>
                  </a:cubicBezTo>
                  <a:cubicBezTo>
                    <a:pt x="88" y="126"/>
                    <a:pt x="85" y="135"/>
                    <a:pt x="101" y="142"/>
                  </a:cubicBezTo>
                  <a:cubicBezTo>
                    <a:pt x="113" y="148"/>
                    <a:pt x="125" y="137"/>
                    <a:pt x="129" y="133"/>
                  </a:cubicBezTo>
                  <a:lnTo>
                    <a:pt x="145" y="144"/>
                  </a:lnTo>
                  <a:close/>
                  <a:moveTo>
                    <a:pt x="96" y="117"/>
                  </a:moveTo>
                  <a:cubicBezTo>
                    <a:pt x="96" y="115"/>
                    <a:pt x="97" y="113"/>
                    <a:pt x="98" y="116"/>
                  </a:cubicBezTo>
                  <a:cubicBezTo>
                    <a:pt x="100" y="118"/>
                    <a:pt x="101" y="116"/>
                    <a:pt x="99" y="113"/>
                  </a:cubicBezTo>
                  <a:cubicBezTo>
                    <a:pt x="94" y="105"/>
                    <a:pt x="85" y="109"/>
                    <a:pt x="82" y="102"/>
                  </a:cubicBezTo>
                  <a:cubicBezTo>
                    <a:pt x="80" y="96"/>
                    <a:pt x="85" y="94"/>
                    <a:pt x="86" y="97"/>
                  </a:cubicBezTo>
                  <a:cubicBezTo>
                    <a:pt x="87" y="99"/>
                    <a:pt x="86" y="100"/>
                    <a:pt x="84" y="98"/>
                  </a:cubicBezTo>
                  <a:cubicBezTo>
                    <a:pt x="83" y="96"/>
                    <a:pt x="82" y="98"/>
                    <a:pt x="84" y="101"/>
                  </a:cubicBezTo>
                  <a:cubicBezTo>
                    <a:pt x="88" y="107"/>
                    <a:pt x="95" y="101"/>
                    <a:pt x="100" y="112"/>
                  </a:cubicBezTo>
                  <a:cubicBezTo>
                    <a:pt x="103" y="117"/>
                    <a:pt x="97" y="119"/>
                    <a:pt x="96" y="117"/>
                  </a:cubicBezTo>
                  <a:close/>
                  <a:moveTo>
                    <a:pt x="111" y="100"/>
                  </a:moveTo>
                  <a:cubicBezTo>
                    <a:pt x="100" y="95"/>
                    <a:pt x="107" y="88"/>
                    <a:pt x="100" y="84"/>
                  </a:cubicBezTo>
                  <a:cubicBezTo>
                    <a:pt x="97" y="82"/>
                    <a:pt x="95" y="83"/>
                    <a:pt x="97" y="84"/>
                  </a:cubicBezTo>
                  <a:cubicBezTo>
                    <a:pt x="100" y="86"/>
                    <a:pt x="98" y="87"/>
                    <a:pt x="96" y="86"/>
                  </a:cubicBezTo>
                  <a:cubicBezTo>
                    <a:pt x="94" y="85"/>
                    <a:pt x="96" y="80"/>
                    <a:pt x="101" y="82"/>
                  </a:cubicBezTo>
                  <a:cubicBezTo>
                    <a:pt x="108" y="85"/>
                    <a:pt x="105" y="94"/>
                    <a:pt x="112" y="99"/>
                  </a:cubicBezTo>
                  <a:cubicBezTo>
                    <a:pt x="115" y="101"/>
                    <a:pt x="118" y="100"/>
                    <a:pt x="115" y="98"/>
                  </a:cubicBezTo>
                  <a:cubicBezTo>
                    <a:pt x="113" y="97"/>
                    <a:pt x="114" y="96"/>
                    <a:pt x="117" y="97"/>
                  </a:cubicBezTo>
                  <a:cubicBezTo>
                    <a:pt x="119" y="97"/>
                    <a:pt x="117" y="103"/>
                    <a:pt x="111" y="1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93"/>
            <p:cNvSpPr/>
            <p:nvPr/>
          </p:nvSpPr>
          <p:spPr bwMode="auto">
            <a:xfrm>
              <a:off x="9692731" y="4613769"/>
              <a:ext cx="596895" cy="517479"/>
            </a:xfrm>
            <a:custGeom>
              <a:avLst/>
              <a:gdLst>
                <a:gd name="T0" fmla="*/ 138 w 176"/>
                <a:gd name="T1" fmla="*/ 91 h 153"/>
                <a:gd name="T2" fmla="*/ 120 w 176"/>
                <a:gd name="T3" fmla="*/ 76 h 153"/>
                <a:gd name="T4" fmla="*/ 108 w 176"/>
                <a:gd name="T5" fmla="*/ 61 h 153"/>
                <a:gd name="T6" fmla="*/ 101 w 176"/>
                <a:gd name="T7" fmla="*/ 67 h 153"/>
                <a:gd name="T8" fmla="*/ 97 w 176"/>
                <a:gd name="T9" fmla="*/ 77 h 153"/>
                <a:gd name="T10" fmla="*/ 96 w 176"/>
                <a:gd name="T11" fmla="*/ 78 h 153"/>
                <a:gd name="T12" fmla="*/ 37 w 176"/>
                <a:gd name="T13" fmla="*/ 25 h 153"/>
                <a:gd name="T14" fmla="*/ 34 w 176"/>
                <a:gd name="T15" fmla="*/ 18 h 153"/>
                <a:gd name="T16" fmla="*/ 34 w 176"/>
                <a:gd name="T17" fmla="*/ 18 h 153"/>
                <a:gd name="T18" fmla="*/ 35 w 176"/>
                <a:gd name="T19" fmla="*/ 17 h 153"/>
                <a:gd name="T20" fmla="*/ 36 w 176"/>
                <a:gd name="T21" fmla="*/ 15 h 153"/>
                <a:gd name="T22" fmla="*/ 35 w 176"/>
                <a:gd name="T23" fmla="*/ 12 h 153"/>
                <a:gd name="T24" fmla="*/ 32 w 176"/>
                <a:gd name="T25" fmla="*/ 13 h 153"/>
                <a:gd name="T26" fmla="*/ 31 w 176"/>
                <a:gd name="T27" fmla="*/ 15 h 153"/>
                <a:gd name="T28" fmla="*/ 31 w 176"/>
                <a:gd name="T29" fmla="*/ 16 h 153"/>
                <a:gd name="T30" fmla="*/ 28 w 176"/>
                <a:gd name="T31" fmla="*/ 15 h 153"/>
                <a:gd name="T32" fmla="*/ 29 w 176"/>
                <a:gd name="T33" fmla="*/ 14 h 153"/>
                <a:gd name="T34" fmla="*/ 30 w 176"/>
                <a:gd name="T35" fmla="*/ 12 h 153"/>
                <a:gd name="T36" fmla="*/ 30 w 176"/>
                <a:gd name="T37" fmla="*/ 9 h 153"/>
                <a:gd name="T38" fmla="*/ 27 w 176"/>
                <a:gd name="T39" fmla="*/ 10 h 153"/>
                <a:gd name="T40" fmla="*/ 26 w 176"/>
                <a:gd name="T41" fmla="*/ 12 h 153"/>
                <a:gd name="T42" fmla="*/ 26 w 176"/>
                <a:gd name="T43" fmla="*/ 13 h 153"/>
                <a:gd name="T44" fmla="*/ 23 w 176"/>
                <a:gd name="T45" fmla="*/ 12 h 153"/>
                <a:gd name="T46" fmla="*/ 24 w 176"/>
                <a:gd name="T47" fmla="*/ 11 h 153"/>
                <a:gd name="T48" fmla="*/ 25 w 176"/>
                <a:gd name="T49" fmla="*/ 9 h 153"/>
                <a:gd name="T50" fmla="*/ 25 w 176"/>
                <a:gd name="T51" fmla="*/ 6 h 153"/>
                <a:gd name="T52" fmla="*/ 22 w 176"/>
                <a:gd name="T53" fmla="*/ 7 h 153"/>
                <a:gd name="T54" fmla="*/ 20 w 176"/>
                <a:gd name="T55" fmla="*/ 9 h 153"/>
                <a:gd name="T56" fmla="*/ 20 w 176"/>
                <a:gd name="T57" fmla="*/ 10 h 153"/>
                <a:gd name="T58" fmla="*/ 18 w 176"/>
                <a:gd name="T59" fmla="*/ 9 h 153"/>
                <a:gd name="T60" fmla="*/ 19 w 176"/>
                <a:gd name="T61" fmla="*/ 8 h 153"/>
                <a:gd name="T62" fmla="*/ 20 w 176"/>
                <a:gd name="T63" fmla="*/ 6 h 153"/>
                <a:gd name="T64" fmla="*/ 19 w 176"/>
                <a:gd name="T65" fmla="*/ 3 h 153"/>
                <a:gd name="T66" fmla="*/ 16 w 176"/>
                <a:gd name="T67" fmla="*/ 4 h 153"/>
                <a:gd name="T68" fmla="*/ 15 w 176"/>
                <a:gd name="T69" fmla="*/ 6 h 153"/>
                <a:gd name="T70" fmla="*/ 15 w 176"/>
                <a:gd name="T71" fmla="*/ 8 h 153"/>
                <a:gd name="T72" fmla="*/ 12 w 176"/>
                <a:gd name="T73" fmla="*/ 6 h 153"/>
                <a:gd name="T74" fmla="*/ 14 w 176"/>
                <a:gd name="T75" fmla="*/ 5 h 153"/>
                <a:gd name="T76" fmla="*/ 15 w 176"/>
                <a:gd name="T77" fmla="*/ 3 h 153"/>
                <a:gd name="T78" fmla="*/ 14 w 176"/>
                <a:gd name="T79" fmla="*/ 0 h 153"/>
                <a:gd name="T80" fmla="*/ 11 w 176"/>
                <a:gd name="T81" fmla="*/ 1 h 153"/>
                <a:gd name="T82" fmla="*/ 10 w 176"/>
                <a:gd name="T83" fmla="*/ 3 h 153"/>
                <a:gd name="T84" fmla="*/ 10 w 176"/>
                <a:gd name="T85" fmla="*/ 5 h 153"/>
                <a:gd name="T86" fmla="*/ 4 w 176"/>
                <a:gd name="T87" fmla="*/ 13 h 153"/>
                <a:gd name="T88" fmla="*/ 10 w 176"/>
                <a:gd name="T89" fmla="*/ 12 h 153"/>
                <a:gd name="T90" fmla="*/ 23 w 176"/>
                <a:gd name="T91" fmla="*/ 29 h 153"/>
                <a:gd name="T92" fmla="*/ 30 w 176"/>
                <a:gd name="T93" fmla="*/ 29 h 153"/>
                <a:gd name="T94" fmla="*/ 94 w 176"/>
                <a:gd name="T95" fmla="*/ 95 h 153"/>
                <a:gd name="T96" fmla="*/ 122 w 176"/>
                <a:gd name="T97" fmla="*/ 124 h 153"/>
                <a:gd name="T98" fmla="*/ 92 w 176"/>
                <a:gd name="T99" fmla="*/ 100 h 153"/>
                <a:gd name="T100" fmla="*/ 92 w 176"/>
                <a:gd name="T101" fmla="*/ 100 h 153"/>
                <a:gd name="T102" fmla="*/ 82 w 176"/>
                <a:gd name="T103" fmla="*/ 100 h 153"/>
                <a:gd name="T104" fmla="*/ 78 w 176"/>
                <a:gd name="T105" fmla="*/ 107 h 153"/>
                <a:gd name="T106" fmla="*/ 99 w 176"/>
                <a:gd name="T107" fmla="*/ 119 h 153"/>
                <a:gd name="T108" fmla="*/ 111 w 176"/>
                <a:gd name="T109" fmla="*/ 146 h 153"/>
                <a:gd name="T110" fmla="*/ 153 w 176"/>
                <a:gd name="T111" fmla="*/ 131 h 153"/>
                <a:gd name="T112" fmla="*/ 138 w 176"/>
                <a:gd name="T113" fmla="*/ 9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6" h="153">
                  <a:moveTo>
                    <a:pt x="138" y="91"/>
                  </a:moveTo>
                  <a:cubicBezTo>
                    <a:pt x="127" y="90"/>
                    <a:pt x="121" y="83"/>
                    <a:pt x="120" y="76"/>
                  </a:cubicBezTo>
                  <a:cubicBezTo>
                    <a:pt x="118" y="68"/>
                    <a:pt x="112" y="62"/>
                    <a:pt x="108" y="61"/>
                  </a:cubicBezTo>
                  <a:cubicBezTo>
                    <a:pt x="88" y="53"/>
                    <a:pt x="92" y="61"/>
                    <a:pt x="101" y="67"/>
                  </a:cubicBezTo>
                  <a:cubicBezTo>
                    <a:pt x="111" y="73"/>
                    <a:pt x="104" y="85"/>
                    <a:pt x="97" y="77"/>
                  </a:cubicBezTo>
                  <a:cubicBezTo>
                    <a:pt x="96" y="78"/>
                    <a:pt x="96" y="78"/>
                    <a:pt x="96" y="78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4" y="17"/>
                    <a:pt x="35" y="17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4"/>
                    <a:pt x="36" y="13"/>
                    <a:pt x="35" y="12"/>
                  </a:cubicBezTo>
                  <a:cubicBezTo>
                    <a:pt x="34" y="12"/>
                    <a:pt x="33" y="12"/>
                    <a:pt x="32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31" y="16"/>
                    <a:pt x="31" y="16"/>
                  </a:cubicBezTo>
                  <a:cubicBezTo>
                    <a:pt x="30" y="16"/>
                    <a:pt x="29" y="15"/>
                    <a:pt x="28" y="15"/>
                  </a:cubicBezTo>
                  <a:cubicBezTo>
                    <a:pt x="29" y="15"/>
                    <a:pt x="29" y="14"/>
                    <a:pt x="29" y="14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1"/>
                    <a:pt x="31" y="10"/>
                    <a:pt x="30" y="9"/>
                  </a:cubicBezTo>
                  <a:cubicBezTo>
                    <a:pt x="29" y="9"/>
                    <a:pt x="27" y="9"/>
                    <a:pt x="27" y="10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3"/>
                    <a:pt x="26" y="13"/>
                  </a:cubicBezTo>
                  <a:cubicBezTo>
                    <a:pt x="25" y="13"/>
                    <a:pt x="24" y="12"/>
                    <a:pt x="23" y="12"/>
                  </a:cubicBezTo>
                  <a:cubicBezTo>
                    <a:pt x="24" y="12"/>
                    <a:pt x="24" y="12"/>
                    <a:pt x="24" y="11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8"/>
                    <a:pt x="26" y="7"/>
                    <a:pt x="25" y="6"/>
                  </a:cubicBezTo>
                  <a:cubicBezTo>
                    <a:pt x="24" y="6"/>
                    <a:pt x="22" y="6"/>
                    <a:pt x="22" y="7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10"/>
                    <a:pt x="20" y="10"/>
                  </a:cubicBezTo>
                  <a:cubicBezTo>
                    <a:pt x="19" y="10"/>
                    <a:pt x="19" y="9"/>
                    <a:pt x="18" y="9"/>
                  </a:cubicBezTo>
                  <a:cubicBezTo>
                    <a:pt x="18" y="9"/>
                    <a:pt x="19" y="9"/>
                    <a:pt x="19" y="8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5"/>
                    <a:pt x="20" y="4"/>
                    <a:pt x="19" y="3"/>
                  </a:cubicBezTo>
                  <a:cubicBezTo>
                    <a:pt x="18" y="3"/>
                    <a:pt x="17" y="3"/>
                    <a:pt x="16" y="4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7"/>
                    <a:pt x="15" y="8"/>
                  </a:cubicBezTo>
                  <a:cubicBezTo>
                    <a:pt x="14" y="7"/>
                    <a:pt x="13" y="7"/>
                    <a:pt x="12" y="6"/>
                  </a:cubicBezTo>
                  <a:cubicBezTo>
                    <a:pt x="13" y="6"/>
                    <a:pt x="13" y="6"/>
                    <a:pt x="14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6" y="2"/>
                    <a:pt x="15" y="1"/>
                    <a:pt x="14" y="0"/>
                  </a:cubicBezTo>
                  <a:cubicBezTo>
                    <a:pt x="13" y="0"/>
                    <a:pt x="12" y="0"/>
                    <a:pt x="11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5"/>
                    <a:pt x="10" y="5"/>
                  </a:cubicBezTo>
                  <a:cubicBezTo>
                    <a:pt x="6" y="3"/>
                    <a:pt x="0" y="6"/>
                    <a:pt x="4" y="13"/>
                  </a:cubicBezTo>
                  <a:cubicBezTo>
                    <a:pt x="6" y="16"/>
                    <a:pt x="10" y="12"/>
                    <a:pt x="10" y="12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94" y="95"/>
                    <a:pt x="94" y="95"/>
                    <a:pt x="94" y="95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89" y="103"/>
                    <a:pt x="85" y="103"/>
                    <a:pt x="82" y="100"/>
                  </a:cubicBezTo>
                  <a:cubicBezTo>
                    <a:pt x="71" y="89"/>
                    <a:pt x="70" y="100"/>
                    <a:pt x="78" y="107"/>
                  </a:cubicBezTo>
                  <a:cubicBezTo>
                    <a:pt x="85" y="115"/>
                    <a:pt x="91" y="111"/>
                    <a:pt x="99" y="119"/>
                  </a:cubicBezTo>
                  <a:cubicBezTo>
                    <a:pt x="106" y="127"/>
                    <a:pt x="103" y="142"/>
                    <a:pt x="111" y="146"/>
                  </a:cubicBezTo>
                  <a:cubicBezTo>
                    <a:pt x="124" y="153"/>
                    <a:pt x="130" y="153"/>
                    <a:pt x="153" y="131"/>
                  </a:cubicBezTo>
                  <a:cubicBezTo>
                    <a:pt x="176" y="108"/>
                    <a:pt x="149" y="93"/>
                    <a:pt x="138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94"/>
            <p:cNvSpPr>
              <a:spLocks noEditPoints="1"/>
            </p:cNvSpPr>
            <p:nvPr/>
          </p:nvSpPr>
          <p:spPr bwMode="auto">
            <a:xfrm>
              <a:off x="10827597" y="4536915"/>
              <a:ext cx="502108" cy="520041"/>
            </a:xfrm>
            <a:custGeom>
              <a:avLst/>
              <a:gdLst>
                <a:gd name="T0" fmla="*/ 93 w 148"/>
                <a:gd name="T1" fmla="*/ 100 h 154"/>
                <a:gd name="T2" fmla="*/ 106 w 148"/>
                <a:gd name="T3" fmla="*/ 105 h 154"/>
                <a:gd name="T4" fmla="*/ 119 w 148"/>
                <a:gd name="T5" fmla="*/ 92 h 154"/>
                <a:gd name="T6" fmla="*/ 119 w 148"/>
                <a:gd name="T7" fmla="*/ 41 h 154"/>
                <a:gd name="T8" fmla="*/ 129 w 148"/>
                <a:gd name="T9" fmla="*/ 45 h 154"/>
                <a:gd name="T10" fmla="*/ 140 w 148"/>
                <a:gd name="T11" fmla="*/ 43 h 154"/>
                <a:gd name="T12" fmla="*/ 131 w 148"/>
                <a:gd name="T13" fmla="*/ 38 h 154"/>
                <a:gd name="T14" fmla="*/ 119 w 148"/>
                <a:gd name="T15" fmla="*/ 31 h 154"/>
                <a:gd name="T16" fmla="*/ 119 w 148"/>
                <a:gd name="T17" fmla="*/ 30 h 154"/>
                <a:gd name="T18" fmla="*/ 113 w 148"/>
                <a:gd name="T19" fmla="*/ 32 h 154"/>
                <a:gd name="T20" fmla="*/ 113 w 148"/>
                <a:gd name="T21" fmla="*/ 87 h 154"/>
                <a:gd name="T22" fmla="*/ 106 w 148"/>
                <a:gd name="T23" fmla="*/ 87 h 154"/>
                <a:gd name="T24" fmla="*/ 93 w 148"/>
                <a:gd name="T25" fmla="*/ 100 h 154"/>
                <a:gd name="T26" fmla="*/ 37 w 148"/>
                <a:gd name="T27" fmla="*/ 84 h 154"/>
                <a:gd name="T28" fmla="*/ 50 w 148"/>
                <a:gd name="T29" fmla="*/ 89 h 154"/>
                <a:gd name="T30" fmla="*/ 63 w 148"/>
                <a:gd name="T31" fmla="*/ 77 h 154"/>
                <a:gd name="T32" fmla="*/ 63 w 148"/>
                <a:gd name="T33" fmla="*/ 27 h 154"/>
                <a:gd name="T34" fmla="*/ 94 w 148"/>
                <a:gd name="T35" fmla="*/ 13 h 154"/>
                <a:gd name="T36" fmla="*/ 94 w 148"/>
                <a:gd name="T37" fmla="*/ 55 h 154"/>
                <a:gd name="T38" fmla="*/ 87 w 148"/>
                <a:gd name="T39" fmla="*/ 55 h 154"/>
                <a:gd name="T40" fmla="*/ 74 w 148"/>
                <a:gd name="T41" fmla="*/ 68 h 154"/>
                <a:gd name="T42" fmla="*/ 87 w 148"/>
                <a:gd name="T43" fmla="*/ 73 h 154"/>
                <a:gd name="T44" fmla="*/ 100 w 148"/>
                <a:gd name="T45" fmla="*/ 60 h 154"/>
                <a:gd name="T46" fmla="*/ 100 w 148"/>
                <a:gd name="T47" fmla="*/ 0 h 154"/>
                <a:gd name="T48" fmla="*/ 96 w 148"/>
                <a:gd name="T49" fmla="*/ 1 h 154"/>
                <a:gd name="T50" fmla="*/ 96 w 148"/>
                <a:gd name="T51" fmla="*/ 0 h 154"/>
                <a:gd name="T52" fmla="*/ 59 w 148"/>
                <a:gd name="T53" fmla="*/ 16 h 154"/>
                <a:gd name="T54" fmla="*/ 59 w 148"/>
                <a:gd name="T55" fmla="*/ 18 h 154"/>
                <a:gd name="T56" fmla="*/ 57 w 148"/>
                <a:gd name="T57" fmla="*/ 18 h 154"/>
                <a:gd name="T58" fmla="*/ 57 w 148"/>
                <a:gd name="T59" fmla="*/ 71 h 154"/>
                <a:gd name="T60" fmla="*/ 50 w 148"/>
                <a:gd name="T61" fmla="*/ 72 h 154"/>
                <a:gd name="T62" fmla="*/ 37 w 148"/>
                <a:gd name="T63" fmla="*/ 84 h 154"/>
                <a:gd name="T64" fmla="*/ 127 w 148"/>
                <a:gd name="T65" fmla="*/ 60 h 154"/>
                <a:gd name="T66" fmla="*/ 127 w 148"/>
                <a:gd name="T67" fmla="*/ 67 h 154"/>
                <a:gd name="T68" fmla="*/ 140 w 148"/>
                <a:gd name="T69" fmla="*/ 74 h 154"/>
                <a:gd name="T70" fmla="*/ 140 w 148"/>
                <a:gd name="T71" fmla="*/ 141 h 154"/>
                <a:gd name="T72" fmla="*/ 99 w 148"/>
                <a:gd name="T73" fmla="*/ 131 h 154"/>
                <a:gd name="T74" fmla="*/ 78 w 148"/>
                <a:gd name="T75" fmla="*/ 145 h 154"/>
                <a:gd name="T76" fmla="*/ 78 w 148"/>
                <a:gd name="T77" fmla="*/ 146 h 154"/>
                <a:gd name="T78" fmla="*/ 70 w 148"/>
                <a:gd name="T79" fmla="*/ 146 h 154"/>
                <a:gd name="T80" fmla="*/ 70 w 148"/>
                <a:gd name="T81" fmla="*/ 145 h 154"/>
                <a:gd name="T82" fmla="*/ 49 w 148"/>
                <a:gd name="T83" fmla="*/ 131 h 154"/>
                <a:gd name="T84" fmla="*/ 8 w 148"/>
                <a:gd name="T85" fmla="*/ 141 h 154"/>
                <a:gd name="T86" fmla="*/ 8 w 148"/>
                <a:gd name="T87" fmla="*/ 74 h 154"/>
                <a:gd name="T88" fmla="*/ 41 w 148"/>
                <a:gd name="T89" fmla="*/ 63 h 154"/>
                <a:gd name="T90" fmla="*/ 41 w 148"/>
                <a:gd name="T91" fmla="*/ 56 h 154"/>
                <a:gd name="T92" fmla="*/ 0 w 148"/>
                <a:gd name="T93" fmla="*/ 68 h 154"/>
                <a:gd name="T94" fmla="*/ 0 w 148"/>
                <a:gd name="T95" fmla="*/ 149 h 154"/>
                <a:gd name="T96" fmla="*/ 54 w 148"/>
                <a:gd name="T97" fmla="*/ 145 h 154"/>
                <a:gd name="T98" fmla="*/ 65 w 148"/>
                <a:gd name="T99" fmla="*/ 148 h 154"/>
                <a:gd name="T100" fmla="*/ 64 w 148"/>
                <a:gd name="T101" fmla="*/ 149 h 154"/>
                <a:gd name="T102" fmla="*/ 74 w 148"/>
                <a:gd name="T103" fmla="*/ 154 h 154"/>
                <a:gd name="T104" fmla="*/ 84 w 148"/>
                <a:gd name="T105" fmla="*/ 149 h 154"/>
                <a:gd name="T106" fmla="*/ 83 w 148"/>
                <a:gd name="T107" fmla="*/ 148 h 154"/>
                <a:gd name="T108" fmla="*/ 94 w 148"/>
                <a:gd name="T109" fmla="*/ 145 h 154"/>
                <a:gd name="T110" fmla="*/ 148 w 148"/>
                <a:gd name="T111" fmla="*/ 149 h 154"/>
                <a:gd name="T112" fmla="*/ 148 w 148"/>
                <a:gd name="T113" fmla="*/ 68 h 154"/>
                <a:gd name="T114" fmla="*/ 127 w 148"/>
                <a:gd name="T115" fmla="*/ 6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8" h="154">
                  <a:moveTo>
                    <a:pt x="93" y="100"/>
                  </a:moveTo>
                  <a:cubicBezTo>
                    <a:pt x="93" y="105"/>
                    <a:pt x="99" y="107"/>
                    <a:pt x="106" y="105"/>
                  </a:cubicBezTo>
                  <a:cubicBezTo>
                    <a:pt x="113" y="103"/>
                    <a:pt x="119" y="97"/>
                    <a:pt x="119" y="92"/>
                  </a:cubicBezTo>
                  <a:cubicBezTo>
                    <a:pt x="119" y="92"/>
                    <a:pt x="119" y="58"/>
                    <a:pt x="119" y="41"/>
                  </a:cubicBezTo>
                  <a:cubicBezTo>
                    <a:pt x="119" y="41"/>
                    <a:pt x="123" y="40"/>
                    <a:pt x="129" y="45"/>
                  </a:cubicBezTo>
                  <a:cubicBezTo>
                    <a:pt x="135" y="51"/>
                    <a:pt x="140" y="43"/>
                    <a:pt x="140" y="43"/>
                  </a:cubicBezTo>
                  <a:cubicBezTo>
                    <a:pt x="140" y="43"/>
                    <a:pt x="133" y="43"/>
                    <a:pt x="131" y="38"/>
                  </a:cubicBezTo>
                  <a:cubicBezTo>
                    <a:pt x="128" y="32"/>
                    <a:pt x="120" y="31"/>
                    <a:pt x="119" y="31"/>
                  </a:cubicBezTo>
                  <a:cubicBezTo>
                    <a:pt x="119" y="30"/>
                    <a:pt x="119" y="30"/>
                    <a:pt x="119" y="30"/>
                  </a:cubicBezTo>
                  <a:cubicBezTo>
                    <a:pt x="113" y="32"/>
                    <a:pt x="113" y="32"/>
                    <a:pt x="113" y="32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11" y="87"/>
                    <a:pt x="109" y="87"/>
                    <a:pt x="106" y="87"/>
                  </a:cubicBezTo>
                  <a:cubicBezTo>
                    <a:pt x="99" y="90"/>
                    <a:pt x="93" y="95"/>
                    <a:pt x="93" y="100"/>
                  </a:cubicBezTo>
                  <a:close/>
                  <a:moveTo>
                    <a:pt x="37" y="84"/>
                  </a:moveTo>
                  <a:cubicBezTo>
                    <a:pt x="37" y="89"/>
                    <a:pt x="43" y="91"/>
                    <a:pt x="50" y="89"/>
                  </a:cubicBezTo>
                  <a:cubicBezTo>
                    <a:pt x="57" y="87"/>
                    <a:pt x="63" y="81"/>
                    <a:pt x="63" y="7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2" y="55"/>
                    <a:pt x="90" y="55"/>
                    <a:pt x="87" y="55"/>
                  </a:cubicBezTo>
                  <a:cubicBezTo>
                    <a:pt x="80" y="57"/>
                    <a:pt x="74" y="63"/>
                    <a:pt x="74" y="68"/>
                  </a:cubicBezTo>
                  <a:cubicBezTo>
                    <a:pt x="74" y="73"/>
                    <a:pt x="80" y="75"/>
                    <a:pt x="87" y="73"/>
                  </a:cubicBezTo>
                  <a:cubicBezTo>
                    <a:pt x="94" y="70"/>
                    <a:pt x="100" y="65"/>
                    <a:pt x="100" y="6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6" y="1"/>
                    <a:pt x="96" y="1"/>
                    <a:pt x="96" y="1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55" y="71"/>
                    <a:pt x="53" y="71"/>
                    <a:pt x="50" y="72"/>
                  </a:cubicBezTo>
                  <a:cubicBezTo>
                    <a:pt x="43" y="74"/>
                    <a:pt x="37" y="80"/>
                    <a:pt x="37" y="84"/>
                  </a:cubicBezTo>
                  <a:close/>
                  <a:moveTo>
                    <a:pt x="127" y="60"/>
                  </a:moveTo>
                  <a:cubicBezTo>
                    <a:pt x="127" y="67"/>
                    <a:pt x="127" y="67"/>
                    <a:pt x="127" y="67"/>
                  </a:cubicBezTo>
                  <a:cubicBezTo>
                    <a:pt x="136" y="70"/>
                    <a:pt x="140" y="74"/>
                    <a:pt x="140" y="74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15" y="131"/>
                    <a:pt x="99" y="131"/>
                  </a:cubicBezTo>
                  <a:cubicBezTo>
                    <a:pt x="82" y="131"/>
                    <a:pt x="78" y="145"/>
                    <a:pt x="78" y="145"/>
                  </a:cubicBezTo>
                  <a:cubicBezTo>
                    <a:pt x="78" y="146"/>
                    <a:pt x="78" y="146"/>
                    <a:pt x="78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70" y="145"/>
                    <a:pt x="66" y="131"/>
                    <a:pt x="49" y="131"/>
                  </a:cubicBezTo>
                  <a:cubicBezTo>
                    <a:pt x="33" y="131"/>
                    <a:pt x="8" y="141"/>
                    <a:pt x="8" y="141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17" y="65"/>
                    <a:pt x="41" y="63"/>
                  </a:cubicBezTo>
                  <a:cubicBezTo>
                    <a:pt x="41" y="56"/>
                    <a:pt x="41" y="56"/>
                    <a:pt x="41" y="56"/>
                  </a:cubicBezTo>
                  <a:cubicBezTo>
                    <a:pt x="15" y="58"/>
                    <a:pt x="0" y="68"/>
                    <a:pt x="0" y="68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32" y="145"/>
                    <a:pt x="54" y="145"/>
                  </a:cubicBezTo>
                  <a:cubicBezTo>
                    <a:pt x="58" y="145"/>
                    <a:pt x="62" y="146"/>
                    <a:pt x="65" y="148"/>
                  </a:cubicBezTo>
                  <a:cubicBezTo>
                    <a:pt x="64" y="148"/>
                    <a:pt x="64" y="149"/>
                    <a:pt x="64" y="149"/>
                  </a:cubicBezTo>
                  <a:cubicBezTo>
                    <a:pt x="64" y="152"/>
                    <a:pt x="68" y="154"/>
                    <a:pt x="74" y="154"/>
                  </a:cubicBezTo>
                  <a:cubicBezTo>
                    <a:pt x="79" y="154"/>
                    <a:pt x="84" y="152"/>
                    <a:pt x="84" y="149"/>
                  </a:cubicBezTo>
                  <a:cubicBezTo>
                    <a:pt x="84" y="149"/>
                    <a:pt x="83" y="148"/>
                    <a:pt x="83" y="148"/>
                  </a:cubicBezTo>
                  <a:cubicBezTo>
                    <a:pt x="86" y="146"/>
                    <a:pt x="90" y="145"/>
                    <a:pt x="94" y="145"/>
                  </a:cubicBezTo>
                  <a:cubicBezTo>
                    <a:pt x="116" y="145"/>
                    <a:pt x="148" y="149"/>
                    <a:pt x="148" y="149"/>
                  </a:cubicBezTo>
                  <a:cubicBezTo>
                    <a:pt x="148" y="68"/>
                    <a:pt x="148" y="68"/>
                    <a:pt x="148" y="68"/>
                  </a:cubicBezTo>
                  <a:cubicBezTo>
                    <a:pt x="148" y="68"/>
                    <a:pt x="140" y="63"/>
                    <a:pt x="127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95"/>
            <p:cNvSpPr>
              <a:spLocks noEditPoints="1"/>
            </p:cNvSpPr>
            <p:nvPr/>
          </p:nvSpPr>
          <p:spPr bwMode="auto">
            <a:xfrm>
              <a:off x="798250" y="5712771"/>
              <a:ext cx="479053" cy="445749"/>
            </a:xfrm>
            <a:custGeom>
              <a:avLst/>
              <a:gdLst>
                <a:gd name="T0" fmla="*/ 9 w 141"/>
                <a:gd name="T1" fmla="*/ 37 h 132"/>
                <a:gd name="T2" fmla="*/ 132 w 141"/>
                <a:gd name="T3" fmla="*/ 46 h 132"/>
                <a:gd name="T4" fmla="*/ 132 w 141"/>
                <a:gd name="T5" fmla="*/ 99 h 132"/>
                <a:gd name="T6" fmla="*/ 124 w 141"/>
                <a:gd name="T7" fmla="*/ 58 h 132"/>
                <a:gd name="T8" fmla="*/ 128 w 141"/>
                <a:gd name="T9" fmla="*/ 50 h 132"/>
                <a:gd name="T10" fmla="*/ 112 w 141"/>
                <a:gd name="T11" fmla="*/ 54 h 132"/>
                <a:gd name="T12" fmla="*/ 112 w 141"/>
                <a:gd name="T13" fmla="*/ 95 h 132"/>
                <a:gd name="T14" fmla="*/ 108 w 141"/>
                <a:gd name="T15" fmla="*/ 103 h 132"/>
                <a:gd name="T16" fmla="*/ 132 w 141"/>
                <a:gd name="T17" fmla="*/ 99 h 132"/>
                <a:gd name="T18" fmla="*/ 75 w 141"/>
                <a:gd name="T19" fmla="*/ 103 h 132"/>
                <a:gd name="T20" fmla="*/ 99 w 141"/>
                <a:gd name="T21" fmla="*/ 99 h 132"/>
                <a:gd name="T22" fmla="*/ 91 w 141"/>
                <a:gd name="T23" fmla="*/ 58 h 132"/>
                <a:gd name="T24" fmla="*/ 95 w 141"/>
                <a:gd name="T25" fmla="*/ 50 h 132"/>
                <a:gd name="T26" fmla="*/ 79 w 141"/>
                <a:gd name="T27" fmla="*/ 54 h 132"/>
                <a:gd name="T28" fmla="*/ 79 w 141"/>
                <a:gd name="T29" fmla="*/ 95 h 132"/>
                <a:gd name="T30" fmla="*/ 42 w 141"/>
                <a:gd name="T31" fmla="*/ 99 h 132"/>
                <a:gd name="T32" fmla="*/ 66 w 141"/>
                <a:gd name="T33" fmla="*/ 103 h 132"/>
                <a:gd name="T34" fmla="*/ 62 w 141"/>
                <a:gd name="T35" fmla="*/ 95 h 132"/>
                <a:gd name="T36" fmla="*/ 62 w 141"/>
                <a:gd name="T37" fmla="*/ 54 h 132"/>
                <a:gd name="T38" fmla="*/ 46 w 141"/>
                <a:gd name="T39" fmla="*/ 50 h 132"/>
                <a:gd name="T40" fmla="*/ 50 w 141"/>
                <a:gd name="T41" fmla="*/ 58 h 132"/>
                <a:gd name="T42" fmla="*/ 42 w 141"/>
                <a:gd name="T43" fmla="*/ 99 h 132"/>
                <a:gd name="T44" fmla="*/ 1 w 141"/>
                <a:gd name="T45" fmla="*/ 132 h 132"/>
                <a:gd name="T46" fmla="*/ 141 w 141"/>
                <a:gd name="T47" fmla="*/ 120 h 132"/>
                <a:gd name="T48" fmla="*/ 9 w 141"/>
                <a:gd name="T49" fmla="*/ 115 h 132"/>
                <a:gd name="T50" fmla="*/ 132 w 141"/>
                <a:gd name="T51" fmla="*/ 107 h 132"/>
                <a:gd name="T52" fmla="*/ 9 w 141"/>
                <a:gd name="T53" fmla="*/ 115 h 132"/>
                <a:gd name="T54" fmla="*/ 9 w 141"/>
                <a:gd name="T55" fmla="*/ 103 h 132"/>
                <a:gd name="T56" fmla="*/ 33 w 141"/>
                <a:gd name="T57" fmla="*/ 99 h 132"/>
                <a:gd name="T58" fmla="*/ 25 w 141"/>
                <a:gd name="T59" fmla="*/ 58 h 132"/>
                <a:gd name="T60" fmla="*/ 29 w 141"/>
                <a:gd name="T61" fmla="*/ 50 h 132"/>
                <a:gd name="T62" fmla="*/ 13 w 141"/>
                <a:gd name="T63" fmla="*/ 54 h 132"/>
                <a:gd name="T64" fmla="*/ 13 w 141"/>
                <a:gd name="T65" fmla="*/ 95 h 132"/>
                <a:gd name="T66" fmla="*/ 71 w 141"/>
                <a:gd name="T67" fmla="*/ 0 h 132"/>
                <a:gd name="T68" fmla="*/ 141 w 141"/>
                <a:gd name="T69" fmla="*/ 3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1" h="132">
                  <a:moveTo>
                    <a:pt x="132" y="37"/>
                  </a:move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32" y="46"/>
                    <a:pt x="132" y="46"/>
                    <a:pt x="132" y="46"/>
                  </a:cubicBezTo>
                  <a:lnTo>
                    <a:pt x="132" y="37"/>
                  </a:lnTo>
                  <a:close/>
                  <a:moveTo>
                    <a:pt x="132" y="99"/>
                  </a:moveTo>
                  <a:cubicBezTo>
                    <a:pt x="132" y="99"/>
                    <a:pt x="132" y="95"/>
                    <a:pt x="128" y="95"/>
                  </a:cubicBezTo>
                  <a:cubicBezTo>
                    <a:pt x="128" y="74"/>
                    <a:pt x="124" y="58"/>
                    <a:pt x="124" y="58"/>
                  </a:cubicBezTo>
                  <a:cubicBezTo>
                    <a:pt x="128" y="54"/>
                    <a:pt x="128" y="54"/>
                    <a:pt x="128" y="54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6" y="58"/>
                    <a:pt x="116" y="58"/>
                    <a:pt x="116" y="58"/>
                  </a:cubicBezTo>
                  <a:cubicBezTo>
                    <a:pt x="116" y="58"/>
                    <a:pt x="112" y="74"/>
                    <a:pt x="112" y="95"/>
                  </a:cubicBezTo>
                  <a:cubicBezTo>
                    <a:pt x="108" y="95"/>
                    <a:pt x="108" y="99"/>
                    <a:pt x="108" y="99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32" y="103"/>
                    <a:pt x="132" y="103"/>
                    <a:pt x="132" y="103"/>
                  </a:cubicBezTo>
                  <a:lnTo>
                    <a:pt x="132" y="99"/>
                  </a:lnTo>
                  <a:close/>
                  <a:moveTo>
                    <a:pt x="75" y="99"/>
                  </a:moveTo>
                  <a:cubicBezTo>
                    <a:pt x="75" y="103"/>
                    <a:pt x="75" y="103"/>
                    <a:pt x="75" y="103"/>
                  </a:cubicBezTo>
                  <a:cubicBezTo>
                    <a:pt x="99" y="103"/>
                    <a:pt x="99" y="103"/>
                    <a:pt x="99" y="103"/>
                  </a:cubicBezTo>
                  <a:cubicBezTo>
                    <a:pt x="99" y="99"/>
                    <a:pt x="99" y="99"/>
                    <a:pt x="99" y="99"/>
                  </a:cubicBezTo>
                  <a:cubicBezTo>
                    <a:pt x="99" y="99"/>
                    <a:pt x="99" y="95"/>
                    <a:pt x="95" y="95"/>
                  </a:cubicBezTo>
                  <a:cubicBezTo>
                    <a:pt x="95" y="74"/>
                    <a:pt x="91" y="58"/>
                    <a:pt x="91" y="58"/>
                  </a:cubicBezTo>
                  <a:cubicBezTo>
                    <a:pt x="95" y="54"/>
                    <a:pt x="95" y="54"/>
                    <a:pt x="95" y="54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4"/>
                    <a:pt x="79" y="54"/>
                    <a:pt x="79" y="54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83" y="58"/>
                    <a:pt x="79" y="74"/>
                    <a:pt x="79" y="95"/>
                  </a:cubicBezTo>
                  <a:cubicBezTo>
                    <a:pt x="75" y="95"/>
                    <a:pt x="75" y="99"/>
                    <a:pt x="75" y="99"/>
                  </a:cubicBezTo>
                  <a:close/>
                  <a:moveTo>
                    <a:pt x="42" y="99"/>
                  </a:moveTo>
                  <a:cubicBezTo>
                    <a:pt x="42" y="103"/>
                    <a:pt x="42" y="103"/>
                    <a:pt x="42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6" y="99"/>
                    <a:pt x="66" y="99"/>
                    <a:pt x="66" y="99"/>
                  </a:cubicBezTo>
                  <a:cubicBezTo>
                    <a:pt x="66" y="99"/>
                    <a:pt x="66" y="95"/>
                    <a:pt x="62" y="95"/>
                  </a:cubicBezTo>
                  <a:cubicBezTo>
                    <a:pt x="62" y="74"/>
                    <a:pt x="58" y="58"/>
                    <a:pt x="58" y="58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58"/>
                    <a:pt x="46" y="74"/>
                    <a:pt x="46" y="95"/>
                  </a:cubicBezTo>
                  <a:cubicBezTo>
                    <a:pt x="42" y="95"/>
                    <a:pt x="42" y="99"/>
                    <a:pt x="42" y="99"/>
                  </a:cubicBezTo>
                  <a:close/>
                  <a:moveTo>
                    <a:pt x="1" y="120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20"/>
                    <a:pt x="141" y="120"/>
                    <a:pt x="141" y="120"/>
                  </a:cubicBezTo>
                  <a:lnTo>
                    <a:pt x="1" y="120"/>
                  </a:lnTo>
                  <a:close/>
                  <a:moveTo>
                    <a:pt x="9" y="115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9" y="107"/>
                    <a:pt x="9" y="107"/>
                    <a:pt x="9" y="107"/>
                  </a:cubicBezTo>
                  <a:lnTo>
                    <a:pt x="9" y="115"/>
                  </a:lnTo>
                  <a:close/>
                  <a:moveTo>
                    <a:pt x="9" y="99"/>
                  </a:moveTo>
                  <a:cubicBezTo>
                    <a:pt x="9" y="103"/>
                    <a:pt x="9" y="103"/>
                    <a:pt x="9" y="103"/>
                  </a:cubicBezTo>
                  <a:cubicBezTo>
                    <a:pt x="33" y="103"/>
                    <a:pt x="33" y="103"/>
                    <a:pt x="33" y="103"/>
                  </a:cubicBezTo>
                  <a:cubicBezTo>
                    <a:pt x="33" y="99"/>
                    <a:pt x="33" y="99"/>
                    <a:pt x="33" y="99"/>
                  </a:cubicBezTo>
                  <a:cubicBezTo>
                    <a:pt x="33" y="99"/>
                    <a:pt x="33" y="95"/>
                    <a:pt x="29" y="95"/>
                  </a:cubicBezTo>
                  <a:cubicBezTo>
                    <a:pt x="29" y="74"/>
                    <a:pt x="25" y="58"/>
                    <a:pt x="25" y="58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7" y="58"/>
                    <a:pt x="13" y="74"/>
                    <a:pt x="13" y="95"/>
                  </a:cubicBezTo>
                  <a:cubicBezTo>
                    <a:pt x="9" y="95"/>
                    <a:pt x="9" y="99"/>
                    <a:pt x="9" y="99"/>
                  </a:cubicBezTo>
                  <a:close/>
                  <a:moveTo>
                    <a:pt x="71" y="0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141" y="33"/>
                    <a:pt x="141" y="33"/>
                    <a:pt x="141" y="33"/>
                  </a:cubicBezTo>
                  <a:lnTo>
                    <a:pt x="7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96"/>
            <p:cNvSpPr>
              <a:spLocks noEditPoints="1"/>
            </p:cNvSpPr>
            <p:nvPr/>
          </p:nvSpPr>
          <p:spPr bwMode="auto">
            <a:xfrm>
              <a:off x="1930554" y="5743512"/>
              <a:ext cx="443188" cy="455996"/>
            </a:xfrm>
            <a:custGeom>
              <a:avLst/>
              <a:gdLst>
                <a:gd name="T0" fmla="*/ 119 w 131"/>
                <a:gd name="T1" fmla="*/ 119 h 135"/>
                <a:gd name="T2" fmla="*/ 16 w 131"/>
                <a:gd name="T3" fmla="*/ 119 h 135"/>
                <a:gd name="T4" fmla="*/ 8 w 131"/>
                <a:gd name="T5" fmla="*/ 127 h 135"/>
                <a:gd name="T6" fmla="*/ 16 w 131"/>
                <a:gd name="T7" fmla="*/ 135 h 135"/>
                <a:gd name="T8" fmla="*/ 119 w 131"/>
                <a:gd name="T9" fmla="*/ 135 h 135"/>
                <a:gd name="T10" fmla="*/ 127 w 131"/>
                <a:gd name="T11" fmla="*/ 127 h 135"/>
                <a:gd name="T12" fmla="*/ 119 w 131"/>
                <a:gd name="T13" fmla="*/ 119 h 135"/>
                <a:gd name="T14" fmla="*/ 20 w 131"/>
                <a:gd name="T15" fmla="*/ 111 h 135"/>
                <a:gd name="T16" fmla="*/ 115 w 131"/>
                <a:gd name="T17" fmla="*/ 111 h 135"/>
                <a:gd name="T18" fmla="*/ 115 w 131"/>
                <a:gd name="T19" fmla="*/ 102 h 135"/>
                <a:gd name="T20" fmla="*/ 20 w 131"/>
                <a:gd name="T21" fmla="*/ 102 h 135"/>
                <a:gd name="T22" fmla="*/ 20 w 131"/>
                <a:gd name="T23" fmla="*/ 111 h 135"/>
                <a:gd name="T24" fmla="*/ 29 w 131"/>
                <a:gd name="T25" fmla="*/ 39 h 135"/>
                <a:gd name="T26" fmla="*/ 29 w 131"/>
                <a:gd name="T27" fmla="*/ 94 h 135"/>
                <a:gd name="T28" fmla="*/ 37 w 131"/>
                <a:gd name="T29" fmla="*/ 94 h 135"/>
                <a:gd name="T30" fmla="*/ 37 w 131"/>
                <a:gd name="T31" fmla="*/ 30 h 135"/>
                <a:gd name="T32" fmla="*/ 43 w 131"/>
                <a:gd name="T33" fmla="*/ 24 h 135"/>
                <a:gd name="T34" fmla="*/ 49 w 131"/>
                <a:gd name="T35" fmla="*/ 30 h 135"/>
                <a:gd name="T36" fmla="*/ 49 w 131"/>
                <a:gd name="T37" fmla="*/ 94 h 135"/>
                <a:gd name="T38" fmla="*/ 62 w 131"/>
                <a:gd name="T39" fmla="*/ 94 h 135"/>
                <a:gd name="T40" fmla="*/ 62 w 131"/>
                <a:gd name="T41" fmla="*/ 30 h 135"/>
                <a:gd name="T42" fmla="*/ 68 w 131"/>
                <a:gd name="T43" fmla="*/ 24 h 135"/>
                <a:gd name="T44" fmla="*/ 74 w 131"/>
                <a:gd name="T45" fmla="*/ 30 h 135"/>
                <a:gd name="T46" fmla="*/ 74 w 131"/>
                <a:gd name="T47" fmla="*/ 94 h 135"/>
                <a:gd name="T48" fmla="*/ 86 w 131"/>
                <a:gd name="T49" fmla="*/ 94 h 135"/>
                <a:gd name="T50" fmla="*/ 86 w 131"/>
                <a:gd name="T51" fmla="*/ 30 h 135"/>
                <a:gd name="T52" fmla="*/ 92 w 131"/>
                <a:gd name="T53" fmla="*/ 24 h 135"/>
                <a:gd name="T54" fmla="*/ 99 w 131"/>
                <a:gd name="T55" fmla="*/ 30 h 135"/>
                <a:gd name="T56" fmla="*/ 99 w 131"/>
                <a:gd name="T57" fmla="*/ 94 h 135"/>
                <a:gd name="T58" fmla="*/ 107 w 131"/>
                <a:gd name="T59" fmla="*/ 94 h 135"/>
                <a:gd name="T60" fmla="*/ 107 w 131"/>
                <a:gd name="T61" fmla="*/ 40 h 135"/>
                <a:gd name="T62" fmla="*/ 111 w 131"/>
                <a:gd name="T63" fmla="*/ 41 h 135"/>
                <a:gd name="T64" fmla="*/ 131 w 131"/>
                <a:gd name="T65" fmla="*/ 20 h 135"/>
                <a:gd name="T66" fmla="*/ 111 w 131"/>
                <a:gd name="T67" fmla="*/ 0 h 135"/>
                <a:gd name="T68" fmla="*/ 111 w 131"/>
                <a:gd name="T69" fmla="*/ 0 h 135"/>
                <a:gd name="T70" fmla="*/ 20 w 131"/>
                <a:gd name="T71" fmla="*/ 0 h 135"/>
                <a:gd name="T72" fmla="*/ 20 w 131"/>
                <a:gd name="T73" fmla="*/ 0 h 135"/>
                <a:gd name="T74" fmla="*/ 0 w 131"/>
                <a:gd name="T75" fmla="*/ 20 h 135"/>
                <a:gd name="T76" fmla="*/ 20 w 131"/>
                <a:gd name="T77" fmla="*/ 41 h 135"/>
                <a:gd name="T78" fmla="*/ 29 w 131"/>
                <a:gd name="T79" fmla="*/ 39 h 135"/>
                <a:gd name="T80" fmla="*/ 8 w 131"/>
                <a:gd name="T81" fmla="*/ 20 h 135"/>
                <a:gd name="T82" fmla="*/ 20 w 131"/>
                <a:gd name="T83" fmla="*/ 8 h 135"/>
                <a:gd name="T84" fmla="*/ 111 w 131"/>
                <a:gd name="T85" fmla="*/ 8 h 135"/>
                <a:gd name="T86" fmla="*/ 123 w 131"/>
                <a:gd name="T87" fmla="*/ 20 h 135"/>
                <a:gd name="T88" fmla="*/ 111 w 131"/>
                <a:gd name="T89" fmla="*/ 32 h 135"/>
                <a:gd name="T90" fmla="*/ 107 w 131"/>
                <a:gd name="T91" fmla="*/ 28 h 135"/>
                <a:gd name="T92" fmla="*/ 111 w 131"/>
                <a:gd name="T93" fmla="*/ 24 h 135"/>
                <a:gd name="T94" fmla="*/ 115 w 131"/>
                <a:gd name="T95" fmla="*/ 20 h 135"/>
                <a:gd name="T96" fmla="*/ 111 w 131"/>
                <a:gd name="T97" fmla="*/ 16 h 135"/>
                <a:gd name="T98" fmla="*/ 20 w 131"/>
                <a:gd name="T99" fmla="*/ 16 h 135"/>
                <a:gd name="T100" fmla="*/ 16 w 131"/>
                <a:gd name="T101" fmla="*/ 20 h 135"/>
                <a:gd name="T102" fmla="*/ 20 w 131"/>
                <a:gd name="T103" fmla="*/ 24 h 135"/>
                <a:gd name="T104" fmla="*/ 25 w 131"/>
                <a:gd name="T105" fmla="*/ 28 h 135"/>
                <a:gd name="T106" fmla="*/ 20 w 131"/>
                <a:gd name="T107" fmla="*/ 32 h 135"/>
                <a:gd name="T108" fmla="*/ 8 w 131"/>
                <a:gd name="T109" fmla="*/ 2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135">
                  <a:moveTo>
                    <a:pt x="119" y="119"/>
                  </a:moveTo>
                  <a:cubicBezTo>
                    <a:pt x="16" y="119"/>
                    <a:pt x="16" y="119"/>
                    <a:pt x="16" y="119"/>
                  </a:cubicBezTo>
                  <a:cubicBezTo>
                    <a:pt x="12" y="119"/>
                    <a:pt x="8" y="123"/>
                    <a:pt x="8" y="127"/>
                  </a:cubicBezTo>
                  <a:cubicBezTo>
                    <a:pt x="8" y="132"/>
                    <a:pt x="12" y="135"/>
                    <a:pt x="16" y="135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4" y="135"/>
                    <a:pt x="127" y="132"/>
                    <a:pt x="127" y="127"/>
                  </a:cubicBezTo>
                  <a:cubicBezTo>
                    <a:pt x="127" y="123"/>
                    <a:pt x="124" y="119"/>
                    <a:pt x="119" y="119"/>
                  </a:cubicBezTo>
                  <a:close/>
                  <a:moveTo>
                    <a:pt x="20" y="111"/>
                  </a:moveTo>
                  <a:cubicBezTo>
                    <a:pt x="115" y="111"/>
                    <a:pt x="115" y="111"/>
                    <a:pt x="115" y="111"/>
                  </a:cubicBezTo>
                  <a:cubicBezTo>
                    <a:pt x="115" y="102"/>
                    <a:pt x="115" y="102"/>
                    <a:pt x="115" y="102"/>
                  </a:cubicBezTo>
                  <a:cubicBezTo>
                    <a:pt x="20" y="102"/>
                    <a:pt x="20" y="102"/>
                    <a:pt x="20" y="102"/>
                  </a:cubicBezTo>
                  <a:lnTo>
                    <a:pt x="20" y="111"/>
                  </a:lnTo>
                  <a:close/>
                  <a:moveTo>
                    <a:pt x="29" y="39"/>
                  </a:moveTo>
                  <a:cubicBezTo>
                    <a:pt x="29" y="94"/>
                    <a:pt x="29" y="94"/>
                    <a:pt x="29" y="94"/>
                  </a:cubicBezTo>
                  <a:cubicBezTo>
                    <a:pt x="37" y="94"/>
                    <a:pt x="37" y="94"/>
                    <a:pt x="37" y="94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27"/>
                    <a:pt x="40" y="24"/>
                    <a:pt x="43" y="24"/>
                  </a:cubicBezTo>
                  <a:cubicBezTo>
                    <a:pt x="46" y="24"/>
                    <a:pt x="49" y="27"/>
                    <a:pt x="49" y="30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7"/>
                    <a:pt x="64" y="24"/>
                    <a:pt x="68" y="24"/>
                  </a:cubicBezTo>
                  <a:cubicBezTo>
                    <a:pt x="71" y="24"/>
                    <a:pt x="74" y="27"/>
                    <a:pt x="74" y="30"/>
                  </a:cubicBezTo>
                  <a:cubicBezTo>
                    <a:pt x="74" y="94"/>
                    <a:pt x="74" y="94"/>
                    <a:pt x="74" y="94"/>
                  </a:cubicBezTo>
                  <a:cubicBezTo>
                    <a:pt x="86" y="94"/>
                    <a:pt x="86" y="94"/>
                    <a:pt x="86" y="94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27"/>
                    <a:pt x="89" y="24"/>
                    <a:pt x="92" y="24"/>
                  </a:cubicBezTo>
                  <a:cubicBezTo>
                    <a:pt x="96" y="24"/>
                    <a:pt x="99" y="27"/>
                    <a:pt x="99" y="30"/>
                  </a:cubicBezTo>
                  <a:cubicBezTo>
                    <a:pt x="99" y="94"/>
                    <a:pt x="99" y="94"/>
                    <a:pt x="99" y="94"/>
                  </a:cubicBezTo>
                  <a:cubicBezTo>
                    <a:pt x="107" y="94"/>
                    <a:pt x="107" y="94"/>
                    <a:pt x="107" y="94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8" y="40"/>
                    <a:pt x="109" y="41"/>
                    <a:pt x="111" y="41"/>
                  </a:cubicBezTo>
                  <a:cubicBezTo>
                    <a:pt x="122" y="41"/>
                    <a:pt x="131" y="31"/>
                    <a:pt x="131" y="20"/>
                  </a:cubicBezTo>
                  <a:cubicBezTo>
                    <a:pt x="131" y="9"/>
                    <a:pt x="122" y="0"/>
                    <a:pt x="111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1"/>
                    <a:pt x="20" y="41"/>
                  </a:cubicBezTo>
                  <a:cubicBezTo>
                    <a:pt x="23" y="41"/>
                    <a:pt x="26" y="40"/>
                    <a:pt x="29" y="39"/>
                  </a:cubicBezTo>
                  <a:close/>
                  <a:moveTo>
                    <a:pt x="8" y="20"/>
                  </a:moveTo>
                  <a:cubicBezTo>
                    <a:pt x="8" y="13"/>
                    <a:pt x="14" y="8"/>
                    <a:pt x="2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8" y="8"/>
                    <a:pt x="123" y="13"/>
                    <a:pt x="123" y="20"/>
                  </a:cubicBezTo>
                  <a:cubicBezTo>
                    <a:pt x="123" y="27"/>
                    <a:pt x="118" y="32"/>
                    <a:pt x="111" y="32"/>
                  </a:cubicBezTo>
                  <a:cubicBezTo>
                    <a:pt x="109" y="32"/>
                    <a:pt x="107" y="31"/>
                    <a:pt x="107" y="28"/>
                  </a:cubicBezTo>
                  <a:cubicBezTo>
                    <a:pt x="107" y="26"/>
                    <a:pt x="109" y="24"/>
                    <a:pt x="111" y="24"/>
                  </a:cubicBezTo>
                  <a:cubicBezTo>
                    <a:pt x="113" y="24"/>
                    <a:pt x="115" y="22"/>
                    <a:pt x="115" y="20"/>
                  </a:cubicBezTo>
                  <a:cubicBezTo>
                    <a:pt x="115" y="18"/>
                    <a:pt x="113" y="16"/>
                    <a:pt x="11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8" y="16"/>
                    <a:pt x="16" y="18"/>
                    <a:pt x="16" y="20"/>
                  </a:cubicBezTo>
                  <a:cubicBezTo>
                    <a:pt x="16" y="22"/>
                    <a:pt x="18" y="24"/>
                    <a:pt x="20" y="24"/>
                  </a:cubicBezTo>
                  <a:cubicBezTo>
                    <a:pt x="23" y="24"/>
                    <a:pt x="25" y="26"/>
                    <a:pt x="25" y="28"/>
                  </a:cubicBezTo>
                  <a:cubicBezTo>
                    <a:pt x="25" y="31"/>
                    <a:pt x="23" y="32"/>
                    <a:pt x="20" y="32"/>
                  </a:cubicBezTo>
                  <a:cubicBezTo>
                    <a:pt x="14" y="32"/>
                    <a:pt x="8" y="27"/>
                    <a:pt x="8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5" name="Freeform 97"/>
            <p:cNvSpPr>
              <a:spLocks noEditPoints="1"/>
            </p:cNvSpPr>
            <p:nvPr/>
          </p:nvSpPr>
          <p:spPr bwMode="auto">
            <a:xfrm>
              <a:off x="3073106" y="5743512"/>
              <a:ext cx="389390" cy="468805"/>
            </a:xfrm>
            <a:custGeom>
              <a:avLst/>
              <a:gdLst>
                <a:gd name="T0" fmla="*/ 99 w 115"/>
                <a:gd name="T1" fmla="*/ 4 h 139"/>
                <a:gd name="T2" fmla="*/ 99 w 115"/>
                <a:gd name="T3" fmla="*/ 16 h 139"/>
                <a:gd name="T4" fmla="*/ 83 w 115"/>
                <a:gd name="T5" fmla="*/ 13 h 139"/>
                <a:gd name="T6" fmla="*/ 83 w 115"/>
                <a:gd name="T7" fmla="*/ 1 h 139"/>
                <a:gd name="T8" fmla="*/ 66 w 115"/>
                <a:gd name="T9" fmla="*/ 0 h 139"/>
                <a:gd name="T10" fmla="*/ 66 w 115"/>
                <a:gd name="T11" fmla="*/ 12 h 139"/>
                <a:gd name="T12" fmla="*/ 50 w 115"/>
                <a:gd name="T13" fmla="*/ 12 h 139"/>
                <a:gd name="T14" fmla="*/ 50 w 115"/>
                <a:gd name="T15" fmla="*/ 0 h 139"/>
                <a:gd name="T16" fmla="*/ 33 w 115"/>
                <a:gd name="T17" fmla="*/ 1 h 139"/>
                <a:gd name="T18" fmla="*/ 33 w 115"/>
                <a:gd name="T19" fmla="*/ 13 h 139"/>
                <a:gd name="T20" fmla="*/ 16 w 115"/>
                <a:gd name="T21" fmla="*/ 16 h 139"/>
                <a:gd name="T22" fmla="*/ 16 w 115"/>
                <a:gd name="T23" fmla="*/ 4 h 139"/>
                <a:gd name="T24" fmla="*/ 0 w 115"/>
                <a:gd name="T25" fmla="*/ 8 h 139"/>
                <a:gd name="T26" fmla="*/ 0 w 115"/>
                <a:gd name="T27" fmla="*/ 37 h 139"/>
                <a:gd name="T28" fmla="*/ 16 w 115"/>
                <a:gd name="T29" fmla="*/ 53 h 139"/>
                <a:gd name="T30" fmla="*/ 58 w 115"/>
                <a:gd name="T31" fmla="*/ 57 h 139"/>
                <a:gd name="T32" fmla="*/ 100 w 115"/>
                <a:gd name="T33" fmla="*/ 53 h 139"/>
                <a:gd name="T34" fmla="*/ 115 w 115"/>
                <a:gd name="T35" fmla="*/ 37 h 139"/>
                <a:gd name="T36" fmla="*/ 115 w 115"/>
                <a:gd name="T37" fmla="*/ 8 h 139"/>
                <a:gd name="T38" fmla="*/ 99 w 115"/>
                <a:gd name="T39" fmla="*/ 4 h 139"/>
                <a:gd name="T40" fmla="*/ 17 w 115"/>
                <a:gd name="T41" fmla="*/ 61 h 139"/>
                <a:gd name="T42" fmla="*/ 17 w 115"/>
                <a:gd name="T43" fmla="*/ 131 h 139"/>
                <a:gd name="T44" fmla="*/ 58 w 115"/>
                <a:gd name="T45" fmla="*/ 139 h 139"/>
                <a:gd name="T46" fmla="*/ 99 w 115"/>
                <a:gd name="T47" fmla="*/ 131 h 139"/>
                <a:gd name="T48" fmla="*/ 99 w 115"/>
                <a:gd name="T49" fmla="*/ 61 h 139"/>
                <a:gd name="T50" fmla="*/ 58 w 115"/>
                <a:gd name="T51" fmla="*/ 65 h 139"/>
                <a:gd name="T52" fmla="*/ 17 w 115"/>
                <a:gd name="T53" fmla="*/ 61 h 139"/>
                <a:gd name="T54" fmla="*/ 66 w 115"/>
                <a:gd name="T55" fmla="*/ 104 h 139"/>
                <a:gd name="T56" fmla="*/ 66 w 115"/>
                <a:gd name="T57" fmla="*/ 119 h 139"/>
                <a:gd name="T58" fmla="*/ 50 w 115"/>
                <a:gd name="T59" fmla="*/ 119 h 139"/>
                <a:gd name="T60" fmla="*/ 50 w 115"/>
                <a:gd name="T61" fmla="*/ 104 h 139"/>
                <a:gd name="T62" fmla="*/ 58 w 115"/>
                <a:gd name="T63" fmla="*/ 78 h 139"/>
                <a:gd name="T64" fmla="*/ 66 w 115"/>
                <a:gd name="T65" fmla="*/ 10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5" h="139">
                  <a:moveTo>
                    <a:pt x="99" y="4"/>
                  </a:moveTo>
                  <a:cubicBezTo>
                    <a:pt x="99" y="16"/>
                    <a:pt x="99" y="16"/>
                    <a:pt x="99" y="16"/>
                  </a:cubicBezTo>
                  <a:cubicBezTo>
                    <a:pt x="94" y="15"/>
                    <a:pt x="88" y="14"/>
                    <a:pt x="83" y="13"/>
                  </a:cubicBezTo>
                  <a:cubicBezTo>
                    <a:pt x="83" y="1"/>
                    <a:pt x="83" y="1"/>
                    <a:pt x="83" y="1"/>
                  </a:cubicBezTo>
                  <a:cubicBezTo>
                    <a:pt x="77" y="0"/>
                    <a:pt x="72" y="0"/>
                    <a:pt x="66" y="0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61" y="12"/>
                    <a:pt x="55" y="12"/>
                    <a:pt x="50" y="1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4" y="0"/>
                    <a:pt x="38" y="0"/>
                    <a:pt x="33" y="1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27" y="14"/>
                    <a:pt x="22" y="15"/>
                    <a:pt x="16" y="1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1" y="5"/>
                    <a:pt x="6" y="6"/>
                    <a:pt x="0" y="8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3"/>
                    <a:pt x="37" y="57"/>
                    <a:pt x="58" y="57"/>
                  </a:cubicBezTo>
                  <a:cubicBezTo>
                    <a:pt x="79" y="57"/>
                    <a:pt x="100" y="53"/>
                    <a:pt x="100" y="53"/>
                  </a:cubicBezTo>
                  <a:cubicBezTo>
                    <a:pt x="115" y="37"/>
                    <a:pt x="115" y="37"/>
                    <a:pt x="115" y="3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0" y="6"/>
                    <a:pt x="105" y="5"/>
                    <a:pt x="99" y="4"/>
                  </a:cubicBezTo>
                  <a:close/>
                  <a:moveTo>
                    <a:pt x="17" y="61"/>
                  </a:moveTo>
                  <a:cubicBezTo>
                    <a:pt x="17" y="131"/>
                    <a:pt x="17" y="131"/>
                    <a:pt x="17" y="131"/>
                  </a:cubicBezTo>
                  <a:cubicBezTo>
                    <a:pt x="17" y="136"/>
                    <a:pt x="35" y="139"/>
                    <a:pt x="58" y="139"/>
                  </a:cubicBezTo>
                  <a:cubicBezTo>
                    <a:pt x="81" y="139"/>
                    <a:pt x="99" y="136"/>
                    <a:pt x="99" y="13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78" y="65"/>
                    <a:pt x="58" y="65"/>
                  </a:cubicBezTo>
                  <a:cubicBezTo>
                    <a:pt x="37" y="65"/>
                    <a:pt x="17" y="61"/>
                    <a:pt x="17" y="61"/>
                  </a:cubicBezTo>
                  <a:close/>
                  <a:moveTo>
                    <a:pt x="66" y="104"/>
                  </a:moveTo>
                  <a:cubicBezTo>
                    <a:pt x="66" y="119"/>
                    <a:pt x="66" y="119"/>
                    <a:pt x="66" y="11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0" y="104"/>
                    <a:pt x="50" y="104"/>
                    <a:pt x="50" y="104"/>
                  </a:cubicBezTo>
                  <a:cubicBezTo>
                    <a:pt x="50" y="86"/>
                    <a:pt x="58" y="78"/>
                    <a:pt x="58" y="78"/>
                  </a:cubicBezTo>
                  <a:cubicBezTo>
                    <a:pt x="58" y="78"/>
                    <a:pt x="66" y="86"/>
                    <a:pt x="66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6" name="Freeform 98"/>
            <p:cNvSpPr>
              <a:spLocks noEditPoints="1"/>
            </p:cNvSpPr>
            <p:nvPr/>
          </p:nvSpPr>
          <p:spPr bwMode="auto">
            <a:xfrm>
              <a:off x="4113187" y="5684590"/>
              <a:ext cx="468805" cy="573838"/>
            </a:xfrm>
            <a:custGeom>
              <a:avLst/>
              <a:gdLst>
                <a:gd name="T0" fmla="*/ 43 w 138"/>
                <a:gd name="T1" fmla="*/ 169 h 169"/>
                <a:gd name="T2" fmla="*/ 51 w 138"/>
                <a:gd name="T3" fmla="*/ 111 h 169"/>
                <a:gd name="T4" fmla="*/ 35 w 138"/>
                <a:gd name="T5" fmla="*/ 160 h 169"/>
                <a:gd name="T6" fmla="*/ 68 w 138"/>
                <a:gd name="T7" fmla="*/ 169 h 169"/>
                <a:gd name="T8" fmla="*/ 76 w 138"/>
                <a:gd name="T9" fmla="*/ 111 h 169"/>
                <a:gd name="T10" fmla="*/ 59 w 138"/>
                <a:gd name="T11" fmla="*/ 160 h 169"/>
                <a:gd name="T12" fmla="*/ 76 w 138"/>
                <a:gd name="T13" fmla="*/ 21 h 169"/>
                <a:gd name="T14" fmla="*/ 35 w 138"/>
                <a:gd name="T15" fmla="*/ 21 h 169"/>
                <a:gd name="T16" fmla="*/ 106 w 138"/>
                <a:gd name="T17" fmla="*/ 106 h 169"/>
                <a:gd name="T18" fmla="*/ 82 w 138"/>
                <a:gd name="T19" fmla="*/ 49 h 169"/>
                <a:gd name="T20" fmla="*/ 67 w 138"/>
                <a:gd name="T21" fmla="*/ 45 h 169"/>
                <a:gd name="T22" fmla="*/ 44 w 138"/>
                <a:gd name="T23" fmla="*/ 45 h 169"/>
                <a:gd name="T24" fmla="*/ 29 w 138"/>
                <a:gd name="T25" fmla="*/ 49 h 169"/>
                <a:gd name="T26" fmla="*/ 5 w 138"/>
                <a:gd name="T27" fmla="*/ 106 h 169"/>
                <a:gd name="T28" fmla="*/ 31 w 138"/>
                <a:gd name="T29" fmla="*/ 78 h 169"/>
                <a:gd name="T30" fmla="*/ 80 w 138"/>
                <a:gd name="T31" fmla="*/ 103 h 169"/>
                <a:gd name="T32" fmla="*/ 94 w 138"/>
                <a:gd name="T33" fmla="*/ 103 h 169"/>
                <a:gd name="T34" fmla="*/ 121 w 138"/>
                <a:gd name="T35" fmla="*/ 165 h 169"/>
                <a:gd name="T36" fmla="*/ 109 w 138"/>
                <a:gd name="T37" fmla="*/ 159 h 169"/>
                <a:gd name="T38" fmla="*/ 92 w 138"/>
                <a:gd name="T39" fmla="*/ 165 h 169"/>
                <a:gd name="T40" fmla="*/ 133 w 138"/>
                <a:gd name="T41" fmla="*/ 169 h 169"/>
                <a:gd name="T42" fmla="*/ 138 w 138"/>
                <a:gd name="T43" fmla="*/ 155 h 169"/>
                <a:gd name="T44" fmla="*/ 121 w 138"/>
                <a:gd name="T45" fmla="*/ 165 h 169"/>
                <a:gd name="T46" fmla="*/ 129 w 138"/>
                <a:gd name="T47" fmla="*/ 132 h 169"/>
                <a:gd name="T48" fmla="*/ 96 w 138"/>
                <a:gd name="T49" fmla="*/ 132 h 169"/>
                <a:gd name="T50" fmla="*/ 92 w 138"/>
                <a:gd name="T51" fmla="*/ 149 h 169"/>
                <a:gd name="T52" fmla="*/ 109 w 138"/>
                <a:gd name="T53" fmla="*/ 148 h 169"/>
                <a:gd name="T54" fmla="*/ 121 w 138"/>
                <a:gd name="T55" fmla="*/ 154 h 169"/>
                <a:gd name="T56" fmla="*/ 138 w 138"/>
                <a:gd name="T57" fmla="*/ 136 h 169"/>
                <a:gd name="T58" fmla="*/ 106 w 138"/>
                <a:gd name="T59" fmla="*/ 132 h 169"/>
                <a:gd name="T60" fmla="*/ 106 w 138"/>
                <a:gd name="T61" fmla="*/ 132 h 169"/>
                <a:gd name="T62" fmla="*/ 113 w 138"/>
                <a:gd name="T63" fmla="*/ 161 h 169"/>
                <a:gd name="T64" fmla="*/ 117 w 138"/>
                <a:gd name="T65" fmla="*/ 152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8" h="169">
                  <a:moveTo>
                    <a:pt x="35" y="160"/>
                  </a:moveTo>
                  <a:cubicBezTo>
                    <a:pt x="35" y="165"/>
                    <a:pt x="38" y="169"/>
                    <a:pt x="43" y="169"/>
                  </a:cubicBezTo>
                  <a:cubicBezTo>
                    <a:pt x="47" y="169"/>
                    <a:pt x="51" y="165"/>
                    <a:pt x="51" y="160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35" y="111"/>
                    <a:pt x="35" y="111"/>
                    <a:pt x="35" y="111"/>
                  </a:cubicBezTo>
                  <a:lnTo>
                    <a:pt x="35" y="160"/>
                  </a:lnTo>
                  <a:close/>
                  <a:moveTo>
                    <a:pt x="59" y="160"/>
                  </a:moveTo>
                  <a:cubicBezTo>
                    <a:pt x="59" y="165"/>
                    <a:pt x="63" y="169"/>
                    <a:pt x="68" y="169"/>
                  </a:cubicBezTo>
                  <a:cubicBezTo>
                    <a:pt x="72" y="169"/>
                    <a:pt x="76" y="165"/>
                    <a:pt x="76" y="160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59" y="111"/>
                    <a:pt x="59" y="111"/>
                    <a:pt x="59" y="111"/>
                  </a:cubicBezTo>
                  <a:lnTo>
                    <a:pt x="59" y="160"/>
                  </a:lnTo>
                  <a:close/>
                  <a:moveTo>
                    <a:pt x="55" y="41"/>
                  </a:moveTo>
                  <a:cubicBezTo>
                    <a:pt x="67" y="41"/>
                    <a:pt x="76" y="32"/>
                    <a:pt x="76" y="21"/>
                  </a:cubicBezTo>
                  <a:cubicBezTo>
                    <a:pt x="76" y="9"/>
                    <a:pt x="67" y="0"/>
                    <a:pt x="55" y="0"/>
                  </a:cubicBezTo>
                  <a:cubicBezTo>
                    <a:pt x="44" y="0"/>
                    <a:pt x="35" y="9"/>
                    <a:pt x="35" y="21"/>
                  </a:cubicBezTo>
                  <a:cubicBezTo>
                    <a:pt x="35" y="32"/>
                    <a:pt x="44" y="41"/>
                    <a:pt x="55" y="41"/>
                  </a:cubicBezTo>
                  <a:close/>
                  <a:moveTo>
                    <a:pt x="106" y="106"/>
                  </a:moveTo>
                  <a:cubicBezTo>
                    <a:pt x="110" y="104"/>
                    <a:pt x="111" y="99"/>
                    <a:pt x="109" y="95"/>
                  </a:cubicBezTo>
                  <a:cubicBezTo>
                    <a:pt x="82" y="49"/>
                    <a:pt x="82" y="49"/>
                    <a:pt x="82" y="49"/>
                  </a:cubicBezTo>
                  <a:cubicBezTo>
                    <a:pt x="80" y="45"/>
                    <a:pt x="70" y="45"/>
                    <a:pt x="69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5"/>
                    <a:pt x="31" y="45"/>
                    <a:pt x="29" y="49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0" y="99"/>
                    <a:pt x="1" y="104"/>
                    <a:pt x="5" y="106"/>
                  </a:cubicBezTo>
                  <a:cubicBezTo>
                    <a:pt x="9" y="109"/>
                    <a:pt x="14" y="107"/>
                    <a:pt x="16" y="103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0" y="78"/>
                    <a:pt x="80" y="78"/>
                    <a:pt x="80" y="78"/>
                  </a:cubicBezTo>
                  <a:cubicBezTo>
                    <a:pt x="94" y="103"/>
                    <a:pt x="94" y="103"/>
                    <a:pt x="94" y="103"/>
                  </a:cubicBezTo>
                  <a:cubicBezTo>
                    <a:pt x="97" y="107"/>
                    <a:pt x="102" y="109"/>
                    <a:pt x="106" y="106"/>
                  </a:cubicBezTo>
                  <a:close/>
                  <a:moveTo>
                    <a:pt x="121" y="165"/>
                  </a:moveTo>
                  <a:cubicBezTo>
                    <a:pt x="109" y="165"/>
                    <a:pt x="109" y="165"/>
                    <a:pt x="109" y="165"/>
                  </a:cubicBezTo>
                  <a:cubicBezTo>
                    <a:pt x="109" y="159"/>
                    <a:pt x="109" y="159"/>
                    <a:pt x="109" y="159"/>
                  </a:cubicBezTo>
                  <a:cubicBezTo>
                    <a:pt x="103" y="159"/>
                    <a:pt x="98" y="157"/>
                    <a:pt x="92" y="155"/>
                  </a:cubicBezTo>
                  <a:cubicBezTo>
                    <a:pt x="92" y="165"/>
                    <a:pt x="92" y="165"/>
                    <a:pt x="92" y="165"/>
                  </a:cubicBezTo>
                  <a:cubicBezTo>
                    <a:pt x="92" y="167"/>
                    <a:pt x="94" y="169"/>
                    <a:pt x="96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6" y="169"/>
                    <a:pt x="138" y="167"/>
                    <a:pt x="138" y="16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2" y="157"/>
                    <a:pt x="127" y="159"/>
                    <a:pt x="121" y="159"/>
                  </a:cubicBezTo>
                  <a:lnTo>
                    <a:pt x="121" y="165"/>
                  </a:lnTo>
                  <a:close/>
                  <a:moveTo>
                    <a:pt x="133" y="132"/>
                  </a:moveTo>
                  <a:cubicBezTo>
                    <a:pt x="129" y="132"/>
                    <a:pt x="129" y="132"/>
                    <a:pt x="129" y="132"/>
                  </a:cubicBezTo>
                  <a:cubicBezTo>
                    <a:pt x="126" y="116"/>
                    <a:pt x="104" y="116"/>
                    <a:pt x="101" y="132"/>
                  </a:cubicBezTo>
                  <a:cubicBezTo>
                    <a:pt x="96" y="132"/>
                    <a:pt x="96" y="132"/>
                    <a:pt x="96" y="132"/>
                  </a:cubicBezTo>
                  <a:cubicBezTo>
                    <a:pt x="94" y="132"/>
                    <a:pt x="92" y="134"/>
                    <a:pt x="92" y="136"/>
                  </a:cubicBezTo>
                  <a:cubicBezTo>
                    <a:pt x="92" y="149"/>
                    <a:pt x="92" y="149"/>
                    <a:pt x="92" y="149"/>
                  </a:cubicBezTo>
                  <a:cubicBezTo>
                    <a:pt x="98" y="152"/>
                    <a:pt x="103" y="153"/>
                    <a:pt x="109" y="154"/>
                  </a:cubicBezTo>
                  <a:cubicBezTo>
                    <a:pt x="109" y="148"/>
                    <a:pt x="109" y="148"/>
                    <a:pt x="109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21" y="154"/>
                    <a:pt x="121" y="154"/>
                    <a:pt x="121" y="154"/>
                  </a:cubicBezTo>
                  <a:cubicBezTo>
                    <a:pt x="127" y="153"/>
                    <a:pt x="132" y="152"/>
                    <a:pt x="138" y="149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8" y="134"/>
                    <a:pt x="136" y="132"/>
                    <a:pt x="133" y="132"/>
                  </a:cubicBezTo>
                  <a:close/>
                  <a:moveTo>
                    <a:pt x="106" y="132"/>
                  </a:moveTo>
                  <a:cubicBezTo>
                    <a:pt x="109" y="123"/>
                    <a:pt x="121" y="123"/>
                    <a:pt x="124" y="132"/>
                  </a:cubicBezTo>
                  <a:lnTo>
                    <a:pt x="106" y="132"/>
                  </a:lnTo>
                  <a:close/>
                  <a:moveTo>
                    <a:pt x="113" y="152"/>
                  </a:moveTo>
                  <a:cubicBezTo>
                    <a:pt x="113" y="161"/>
                    <a:pt x="113" y="161"/>
                    <a:pt x="113" y="161"/>
                  </a:cubicBezTo>
                  <a:cubicBezTo>
                    <a:pt x="117" y="161"/>
                    <a:pt x="117" y="161"/>
                    <a:pt x="117" y="161"/>
                  </a:cubicBezTo>
                  <a:cubicBezTo>
                    <a:pt x="117" y="152"/>
                    <a:pt x="117" y="152"/>
                    <a:pt x="117" y="152"/>
                  </a:cubicBezTo>
                  <a:lnTo>
                    <a:pt x="113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99"/>
            <p:cNvSpPr>
              <a:spLocks noEditPoints="1"/>
            </p:cNvSpPr>
            <p:nvPr/>
          </p:nvSpPr>
          <p:spPr bwMode="auto">
            <a:xfrm>
              <a:off x="5166075" y="5684590"/>
              <a:ext cx="543096" cy="573838"/>
            </a:xfrm>
            <a:custGeom>
              <a:avLst/>
              <a:gdLst>
                <a:gd name="T0" fmla="*/ 50 w 160"/>
                <a:gd name="T1" fmla="*/ 25 h 169"/>
                <a:gd name="T2" fmla="*/ 90 w 160"/>
                <a:gd name="T3" fmla="*/ 21 h 169"/>
                <a:gd name="T4" fmla="*/ 49 w 160"/>
                <a:gd name="T5" fmla="*/ 20 h 169"/>
                <a:gd name="T6" fmla="*/ 0 w 160"/>
                <a:gd name="T7" fmla="*/ 56 h 169"/>
                <a:gd name="T8" fmla="*/ 49 w 160"/>
                <a:gd name="T9" fmla="*/ 160 h 169"/>
                <a:gd name="T10" fmla="*/ 65 w 160"/>
                <a:gd name="T11" fmla="*/ 160 h 169"/>
                <a:gd name="T12" fmla="*/ 49 w 160"/>
                <a:gd name="T13" fmla="*/ 152 h 169"/>
                <a:gd name="T14" fmla="*/ 73 w 160"/>
                <a:gd name="T15" fmla="*/ 160 h 169"/>
                <a:gd name="T16" fmla="*/ 90 w 160"/>
                <a:gd name="T17" fmla="*/ 160 h 169"/>
                <a:gd name="T18" fmla="*/ 73 w 160"/>
                <a:gd name="T19" fmla="*/ 152 h 169"/>
                <a:gd name="T20" fmla="*/ 120 w 160"/>
                <a:gd name="T21" fmla="*/ 106 h 169"/>
                <a:gd name="T22" fmla="*/ 96 w 160"/>
                <a:gd name="T23" fmla="*/ 49 h 169"/>
                <a:gd name="T24" fmla="*/ 82 w 160"/>
                <a:gd name="T25" fmla="*/ 45 h 169"/>
                <a:gd name="T26" fmla="*/ 58 w 160"/>
                <a:gd name="T27" fmla="*/ 45 h 169"/>
                <a:gd name="T28" fmla="*/ 43 w 160"/>
                <a:gd name="T29" fmla="*/ 49 h 169"/>
                <a:gd name="T30" fmla="*/ 19 w 160"/>
                <a:gd name="T31" fmla="*/ 106 h 169"/>
                <a:gd name="T32" fmla="*/ 50 w 160"/>
                <a:gd name="T33" fmla="*/ 69 h 169"/>
                <a:gd name="T34" fmla="*/ 32 w 160"/>
                <a:gd name="T35" fmla="*/ 144 h 169"/>
                <a:gd name="T36" fmla="*/ 86 w 160"/>
                <a:gd name="T37" fmla="*/ 74 h 169"/>
                <a:gd name="T38" fmla="*/ 108 w 160"/>
                <a:gd name="T39" fmla="*/ 103 h 169"/>
                <a:gd name="T40" fmla="*/ 156 w 160"/>
                <a:gd name="T41" fmla="*/ 132 h 169"/>
                <a:gd name="T42" fmla="*/ 123 w 160"/>
                <a:gd name="T43" fmla="*/ 132 h 169"/>
                <a:gd name="T44" fmla="*/ 115 w 160"/>
                <a:gd name="T45" fmla="*/ 136 h 169"/>
                <a:gd name="T46" fmla="*/ 131 w 160"/>
                <a:gd name="T47" fmla="*/ 154 h 169"/>
                <a:gd name="T48" fmla="*/ 143 w 160"/>
                <a:gd name="T49" fmla="*/ 148 h 169"/>
                <a:gd name="T50" fmla="*/ 160 w 160"/>
                <a:gd name="T51" fmla="*/ 149 h 169"/>
                <a:gd name="T52" fmla="*/ 156 w 160"/>
                <a:gd name="T53" fmla="*/ 132 h 169"/>
                <a:gd name="T54" fmla="*/ 146 w 160"/>
                <a:gd name="T55" fmla="*/ 132 h 169"/>
                <a:gd name="T56" fmla="*/ 135 w 160"/>
                <a:gd name="T57" fmla="*/ 152 h 169"/>
                <a:gd name="T58" fmla="*/ 139 w 160"/>
                <a:gd name="T59" fmla="*/ 161 h 169"/>
                <a:gd name="T60" fmla="*/ 135 w 160"/>
                <a:gd name="T61" fmla="*/ 152 h 169"/>
                <a:gd name="T62" fmla="*/ 131 w 160"/>
                <a:gd name="T63" fmla="*/ 165 h 169"/>
                <a:gd name="T64" fmla="*/ 115 w 160"/>
                <a:gd name="T65" fmla="*/ 155 h 169"/>
                <a:gd name="T66" fmla="*/ 119 w 160"/>
                <a:gd name="T67" fmla="*/ 169 h 169"/>
                <a:gd name="T68" fmla="*/ 160 w 160"/>
                <a:gd name="T69" fmla="*/ 165 h 169"/>
                <a:gd name="T70" fmla="*/ 143 w 160"/>
                <a:gd name="T71" fmla="*/ 15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0" h="169">
                  <a:moveTo>
                    <a:pt x="25" y="48"/>
                  </a:moveTo>
                  <a:cubicBezTo>
                    <a:pt x="36" y="31"/>
                    <a:pt x="39" y="24"/>
                    <a:pt x="50" y="25"/>
                  </a:cubicBezTo>
                  <a:cubicBezTo>
                    <a:pt x="52" y="34"/>
                    <a:pt x="60" y="41"/>
                    <a:pt x="69" y="41"/>
                  </a:cubicBezTo>
                  <a:cubicBezTo>
                    <a:pt x="81" y="41"/>
                    <a:pt x="90" y="32"/>
                    <a:pt x="90" y="21"/>
                  </a:cubicBezTo>
                  <a:cubicBezTo>
                    <a:pt x="90" y="9"/>
                    <a:pt x="81" y="0"/>
                    <a:pt x="69" y="0"/>
                  </a:cubicBezTo>
                  <a:cubicBezTo>
                    <a:pt x="58" y="0"/>
                    <a:pt x="49" y="9"/>
                    <a:pt x="49" y="20"/>
                  </a:cubicBezTo>
                  <a:cubicBezTo>
                    <a:pt x="36" y="12"/>
                    <a:pt x="14" y="20"/>
                    <a:pt x="11" y="44"/>
                  </a:cubicBezTo>
                  <a:cubicBezTo>
                    <a:pt x="7" y="58"/>
                    <a:pt x="0" y="56"/>
                    <a:pt x="0" y="56"/>
                  </a:cubicBezTo>
                  <a:cubicBezTo>
                    <a:pt x="0" y="56"/>
                    <a:pt x="12" y="67"/>
                    <a:pt x="25" y="48"/>
                  </a:cubicBezTo>
                  <a:close/>
                  <a:moveTo>
                    <a:pt x="49" y="160"/>
                  </a:moveTo>
                  <a:cubicBezTo>
                    <a:pt x="49" y="165"/>
                    <a:pt x="52" y="169"/>
                    <a:pt x="57" y="169"/>
                  </a:cubicBezTo>
                  <a:cubicBezTo>
                    <a:pt x="62" y="169"/>
                    <a:pt x="65" y="165"/>
                    <a:pt x="65" y="160"/>
                  </a:cubicBezTo>
                  <a:cubicBezTo>
                    <a:pt x="65" y="152"/>
                    <a:pt x="65" y="152"/>
                    <a:pt x="65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0"/>
                  </a:lnTo>
                  <a:close/>
                  <a:moveTo>
                    <a:pt x="73" y="160"/>
                  </a:moveTo>
                  <a:cubicBezTo>
                    <a:pt x="73" y="165"/>
                    <a:pt x="77" y="169"/>
                    <a:pt x="82" y="169"/>
                  </a:cubicBezTo>
                  <a:cubicBezTo>
                    <a:pt x="86" y="169"/>
                    <a:pt x="90" y="165"/>
                    <a:pt x="90" y="160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73" y="152"/>
                    <a:pt x="73" y="152"/>
                    <a:pt x="73" y="152"/>
                  </a:cubicBezTo>
                  <a:lnTo>
                    <a:pt x="73" y="160"/>
                  </a:lnTo>
                  <a:close/>
                  <a:moveTo>
                    <a:pt x="120" y="106"/>
                  </a:moveTo>
                  <a:cubicBezTo>
                    <a:pt x="124" y="104"/>
                    <a:pt x="125" y="99"/>
                    <a:pt x="123" y="95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4" y="45"/>
                    <a:pt x="84" y="45"/>
                    <a:pt x="83" y="45"/>
                  </a:cubicBezTo>
                  <a:cubicBezTo>
                    <a:pt x="82" y="45"/>
                    <a:pt x="82" y="45"/>
                    <a:pt x="82" y="45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6" y="45"/>
                    <a:pt x="56" y="45"/>
                    <a:pt x="56" y="45"/>
                  </a:cubicBezTo>
                  <a:cubicBezTo>
                    <a:pt x="55" y="45"/>
                    <a:pt x="45" y="45"/>
                    <a:pt x="43" y="49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4" y="99"/>
                    <a:pt x="15" y="104"/>
                    <a:pt x="19" y="106"/>
                  </a:cubicBezTo>
                  <a:cubicBezTo>
                    <a:pt x="23" y="109"/>
                    <a:pt x="28" y="107"/>
                    <a:pt x="30" y="103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86" y="74"/>
                    <a:pt x="86" y="74"/>
                    <a:pt x="86" y="74"/>
                  </a:cubicBezTo>
                  <a:cubicBezTo>
                    <a:pt x="88" y="69"/>
                    <a:pt x="88" y="69"/>
                    <a:pt x="88" y="69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11" y="107"/>
                    <a:pt x="116" y="109"/>
                    <a:pt x="120" y="106"/>
                  </a:cubicBezTo>
                  <a:close/>
                  <a:moveTo>
                    <a:pt x="156" y="132"/>
                  </a:moveTo>
                  <a:cubicBezTo>
                    <a:pt x="151" y="132"/>
                    <a:pt x="151" y="132"/>
                    <a:pt x="151" y="132"/>
                  </a:cubicBezTo>
                  <a:cubicBezTo>
                    <a:pt x="148" y="116"/>
                    <a:pt x="126" y="116"/>
                    <a:pt x="123" y="132"/>
                  </a:cubicBezTo>
                  <a:cubicBezTo>
                    <a:pt x="119" y="132"/>
                    <a:pt x="119" y="132"/>
                    <a:pt x="119" y="132"/>
                  </a:cubicBezTo>
                  <a:cubicBezTo>
                    <a:pt x="116" y="132"/>
                    <a:pt x="115" y="134"/>
                    <a:pt x="115" y="136"/>
                  </a:cubicBezTo>
                  <a:cubicBezTo>
                    <a:pt x="115" y="149"/>
                    <a:pt x="115" y="149"/>
                    <a:pt x="115" y="149"/>
                  </a:cubicBezTo>
                  <a:cubicBezTo>
                    <a:pt x="120" y="152"/>
                    <a:pt x="125" y="153"/>
                    <a:pt x="131" y="154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54"/>
                    <a:pt x="143" y="154"/>
                    <a:pt x="143" y="154"/>
                  </a:cubicBezTo>
                  <a:cubicBezTo>
                    <a:pt x="149" y="153"/>
                    <a:pt x="155" y="152"/>
                    <a:pt x="160" y="149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0" y="134"/>
                    <a:pt x="158" y="132"/>
                    <a:pt x="156" y="132"/>
                  </a:cubicBezTo>
                  <a:close/>
                  <a:moveTo>
                    <a:pt x="129" y="132"/>
                  </a:moveTo>
                  <a:cubicBezTo>
                    <a:pt x="131" y="123"/>
                    <a:pt x="143" y="123"/>
                    <a:pt x="146" y="132"/>
                  </a:cubicBezTo>
                  <a:lnTo>
                    <a:pt x="129" y="132"/>
                  </a:lnTo>
                  <a:close/>
                  <a:moveTo>
                    <a:pt x="135" y="152"/>
                  </a:moveTo>
                  <a:cubicBezTo>
                    <a:pt x="135" y="161"/>
                    <a:pt x="135" y="161"/>
                    <a:pt x="135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39" y="152"/>
                    <a:pt x="139" y="152"/>
                    <a:pt x="139" y="152"/>
                  </a:cubicBezTo>
                  <a:lnTo>
                    <a:pt x="135" y="152"/>
                  </a:lnTo>
                  <a:close/>
                  <a:moveTo>
                    <a:pt x="143" y="165"/>
                  </a:moveTo>
                  <a:cubicBezTo>
                    <a:pt x="131" y="165"/>
                    <a:pt x="131" y="165"/>
                    <a:pt x="131" y="165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25" y="159"/>
                    <a:pt x="120" y="157"/>
                    <a:pt x="115" y="155"/>
                  </a:cubicBezTo>
                  <a:cubicBezTo>
                    <a:pt x="115" y="165"/>
                    <a:pt x="115" y="165"/>
                    <a:pt x="115" y="165"/>
                  </a:cubicBezTo>
                  <a:cubicBezTo>
                    <a:pt x="115" y="167"/>
                    <a:pt x="116" y="169"/>
                    <a:pt x="119" y="169"/>
                  </a:cubicBezTo>
                  <a:cubicBezTo>
                    <a:pt x="156" y="169"/>
                    <a:pt x="156" y="169"/>
                    <a:pt x="156" y="169"/>
                  </a:cubicBezTo>
                  <a:cubicBezTo>
                    <a:pt x="158" y="169"/>
                    <a:pt x="160" y="167"/>
                    <a:pt x="160" y="165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55" y="157"/>
                    <a:pt x="149" y="159"/>
                    <a:pt x="143" y="159"/>
                  </a:cubicBezTo>
                  <a:lnTo>
                    <a:pt x="143" y="1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100"/>
            <p:cNvSpPr>
              <a:spLocks noEditPoints="1"/>
            </p:cNvSpPr>
            <p:nvPr/>
          </p:nvSpPr>
          <p:spPr bwMode="auto">
            <a:xfrm>
              <a:off x="6298379" y="5756320"/>
              <a:ext cx="668624" cy="443188"/>
            </a:xfrm>
            <a:custGeom>
              <a:avLst/>
              <a:gdLst>
                <a:gd name="T0" fmla="*/ 42 w 197"/>
                <a:gd name="T1" fmla="*/ 131 h 131"/>
                <a:gd name="T2" fmla="*/ 48 w 197"/>
                <a:gd name="T3" fmla="*/ 90 h 131"/>
                <a:gd name="T4" fmla="*/ 36 w 197"/>
                <a:gd name="T5" fmla="*/ 125 h 131"/>
                <a:gd name="T6" fmla="*/ 58 w 197"/>
                <a:gd name="T7" fmla="*/ 131 h 131"/>
                <a:gd name="T8" fmla="*/ 64 w 197"/>
                <a:gd name="T9" fmla="*/ 90 h 131"/>
                <a:gd name="T10" fmla="*/ 52 w 197"/>
                <a:gd name="T11" fmla="*/ 125 h 131"/>
                <a:gd name="T12" fmla="*/ 128 w 197"/>
                <a:gd name="T13" fmla="*/ 131 h 131"/>
                <a:gd name="T14" fmla="*/ 134 w 197"/>
                <a:gd name="T15" fmla="*/ 119 h 131"/>
                <a:gd name="T16" fmla="*/ 122 w 197"/>
                <a:gd name="T17" fmla="*/ 125 h 131"/>
                <a:gd name="T18" fmla="*/ 150 w 197"/>
                <a:gd name="T19" fmla="*/ 10 h 131"/>
                <a:gd name="T20" fmla="*/ 122 w 197"/>
                <a:gd name="T21" fmla="*/ 14 h 131"/>
                <a:gd name="T22" fmla="*/ 151 w 197"/>
                <a:gd name="T23" fmla="*/ 14 h 131"/>
                <a:gd name="T24" fmla="*/ 176 w 197"/>
                <a:gd name="T25" fmla="*/ 26 h 131"/>
                <a:gd name="T26" fmla="*/ 186 w 197"/>
                <a:gd name="T27" fmla="*/ 20 h 131"/>
                <a:gd name="T28" fmla="*/ 147 w 197"/>
                <a:gd name="T29" fmla="*/ 33 h 131"/>
                <a:gd name="T30" fmla="*/ 118 w 197"/>
                <a:gd name="T31" fmla="*/ 34 h 131"/>
                <a:gd name="T32" fmla="*/ 69 w 197"/>
                <a:gd name="T33" fmla="*/ 34 h 131"/>
                <a:gd name="T34" fmla="*/ 60 w 197"/>
                <a:gd name="T35" fmla="*/ 33 h 131"/>
                <a:gd name="T36" fmla="*/ 40 w 197"/>
                <a:gd name="T37" fmla="*/ 33 h 131"/>
                <a:gd name="T38" fmla="*/ 31 w 197"/>
                <a:gd name="T39" fmla="*/ 34 h 131"/>
                <a:gd name="T40" fmla="*/ 2 w 197"/>
                <a:gd name="T41" fmla="*/ 72 h 131"/>
                <a:gd name="T42" fmla="*/ 32 w 197"/>
                <a:gd name="T43" fmla="*/ 52 h 131"/>
                <a:gd name="T44" fmla="*/ 69 w 197"/>
                <a:gd name="T45" fmla="*/ 86 h 131"/>
                <a:gd name="T46" fmla="*/ 89 w 197"/>
                <a:gd name="T47" fmla="*/ 72 h 131"/>
                <a:gd name="T48" fmla="*/ 98 w 197"/>
                <a:gd name="T49" fmla="*/ 72 h 131"/>
                <a:gd name="T50" fmla="*/ 124 w 197"/>
                <a:gd name="T51" fmla="*/ 55 h 131"/>
                <a:gd name="T52" fmla="*/ 169 w 197"/>
                <a:gd name="T53" fmla="*/ 115 h 131"/>
                <a:gd name="T54" fmla="*/ 152 w 197"/>
                <a:gd name="T55" fmla="*/ 48 h 131"/>
                <a:gd name="T56" fmla="*/ 184 w 197"/>
                <a:gd name="T57" fmla="*/ 72 h 131"/>
                <a:gd name="T58" fmla="*/ 155 w 197"/>
                <a:gd name="T59" fmla="*/ 34 h 131"/>
                <a:gd name="T60" fmla="*/ 145 w 197"/>
                <a:gd name="T61" fmla="*/ 131 h 131"/>
                <a:gd name="T62" fmla="*/ 151 w 197"/>
                <a:gd name="T63" fmla="*/ 119 h 131"/>
                <a:gd name="T64" fmla="*/ 139 w 197"/>
                <a:gd name="T65" fmla="*/ 125 h 131"/>
                <a:gd name="T66" fmla="*/ 64 w 197"/>
                <a:gd name="T67" fmla="*/ 14 h 131"/>
                <a:gd name="T68" fmla="*/ 36 w 197"/>
                <a:gd name="T69" fmla="*/ 1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7" h="131">
                  <a:moveTo>
                    <a:pt x="36" y="125"/>
                  </a:moveTo>
                  <a:cubicBezTo>
                    <a:pt x="36" y="129"/>
                    <a:pt x="38" y="131"/>
                    <a:pt x="42" y="131"/>
                  </a:cubicBezTo>
                  <a:cubicBezTo>
                    <a:pt x="45" y="131"/>
                    <a:pt x="48" y="129"/>
                    <a:pt x="48" y="125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36" y="90"/>
                    <a:pt x="36" y="90"/>
                    <a:pt x="36" y="90"/>
                  </a:cubicBezTo>
                  <a:lnTo>
                    <a:pt x="36" y="125"/>
                  </a:lnTo>
                  <a:close/>
                  <a:moveTo>
                    <a:pt x="52" y="125"/>
                  </a:moveTo>
                  <a:cubicBezTo>
                    <a:pt x="52" y="129"/>
                    <a:pt x="55" y="131"/>
                    <a:pt x="58" y="131"/>
                  </a:cubicBezTo>
                  <a:cubicBezTo>
                    <a:pt x="62" y="131"/>
                    <a:pt x="64" y="129"/>
                    <a:pt x="64" y="125"/>
                  </a:cubicBezTo>
                  <a:cubicBezTo>
                    <a:pt x="64" y="90"/>
                    <a:pt x="64" y="90"/>
                    <a:pt x="64" y="90"/>
                  </a:cubicBezTo>
                  <a:cubicBezTo>
                    <a:pt x="52" y="90"/>
                    <a:pt x="52" y="90"/>
                    <a:pt x="52" y="90"/>
                  </a:cubicBezTo>
                  <a:lnTo>
                    <a:pt x="52" y="125"/>
                  </a:lnTo>
                  <a:close/>
                  <a:moveTo>
                    <a:pt x="122" y="125"/>
                  </a:moveTo>
                  <a:cubicBezTo>
                    <a:pt x="122" y="129"/>
                    <a:pt x="125" y="131"/>
                    <a:pt x="128" y="131"/>
                  </a:cubicBezTo>
                  <a:cubicBezTo>
                    <a:pt x="132" y="131"/>
                    <a:pt x="134" y="129"/>
                    <a:pt x="134" y="125"/>
                  </a:cubicBezTo>
                  <a:cubicBezTo>
                    <a:pt x="134" y="119"/>
                    <a:pt x="134" y="119"/>
                    <a:pt x="134" y="119"/>
                  </a:cubicBezTo>
                  <a:cubicBezTo>
                    <a:pt x="122" y="119"/>
                    <a:pt x="122" y="119"/>
                    <a:pt x="122" y="119"/>
                  </a:cubicBezTo>
                  <a:lnTo>
                    <a:pt x="122" y="125"/>
                  </a:lnTo>
                  <a:close/>
                  <a:moveTo>
                    <a:pt x="186" y="20"/>
                  </a:moveTo>
                  <a:cubicBezTo>
                    <a:pt x="178" y="1"/>
                    <a:pt x="157" y="0"/>
                    <a:pt x="150" y="10"/>
                  </a:cubicBezTo>
                  <a:cubicBezTo>
                    <a:pt x="148" y="4"/>
                    <a:pt x="143" y="0"/>
                    <a:pt x="137" y="0"/>
                  </a:cubicBezTo>
                  <a:cubicBezTo>
                    <a:pt x="129" y="0"/>
                    <a:pt x="122" y="6"/>
                    <a:pt x="122" y="14"/>
                  </a:cubicBezTo>
                  <a:cubicBezTo>
                    <a:pt x="122" y="22"/>
                    <a:pt x="129" y="28"/>
                    <a:pt x="137" y="28"/>
                  </a:cubicBezTo>
                  <a:cubicBezTo>
                    <a:pt x="144" y="28"/>
                    <a:pt x="151" y="22"/>
                    <a:pt x="151" y="14"/>
                  </a:cubicBezTo>
                  <a:cubicBezTo>
                    <a:pt x="151" y="14"/>
                    <a:pt x="151" y="14"/>
                    <a:pt x="151" y="14"/>
                  </a:cubicBezTo>
                  <a:cubicBezTo>
                    <a:pt x="159" y="10"/>
                    <a:pt x="163" y="15"/>
                    <a:pt x="176" y="26"/>
                  </a:cubicBezTo>
                  <a:cubicBezTo>
                    <a:pt x="189" y="38"/>
                    <a:pt x="197" y="27"/>
                    <a:pt x="197" y="27"/>
                  </a:cubicBezTo>
                  <a:cubicBezTo>
                    <a:pt x="197" y="27"/>
                    <a:pt x="192" y="30"/>
                    <a:pt x="186" y="20"/>
                  </a:cubicBezTo>
                  <a:close/>
                  <a:moveTo>
                    <a:pt x="155" y="34"/>
                  </a:moveTo>
                  <a:cubicBezTo>
                    <a:pt x="154" y="33"/>
                    <a:pt x="148" y="33"/>
                    <a:pt x="147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5" y="33"/>
                    <a:pt x="119" y="33"/>
                    <a:pt x="118" y="34"/>
                  </a:cubicBezTo>
                  <a:cubicBezTo>
                    <a:pt x="93" y="59"/>
                    <a:pt x="93" y="59"/>
                    <a:pt x="93" y="59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67" y="33"/>
                    <a:pt x="61" y="33"/>
                    <a:pt x="60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39" y="33"/>
                    <a:pt x="33" y="33"/>
                    <a:pt x="31" y="3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0" y="66"/>
                    <a:pt x="0" y="70"/>
                    <a:pt x="2" y="72"/>
                  </a:cubicBezTo>
                  <a:cubicBezTo>
                    <a:pt x="5" y="75"/>
                    <a:pt x="9" y="75"/>
                    <a:pt x="11" y="7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69" y="52"/>
                    <a:pt x="89" y="72"/>
                    <a:pt x="89" y="72"/>
                  </a:cubicBezTo>
                  <a:cubicBezTo>
                    <a:pt x="90" y="74"/>
                    <a:pt x="92" y="74"/>
                    <a:pt x="93" y="74"/>
                  </a:cubicBezTo>
                  <a:cubicBezTo>
                    <a:pt x="95" y="74"/>
                    <a:pt x="97" y="74"/>
                    <a:pt x="98" y="72"/>
                  </a:cubicBezTo>
                  <a:cubicBezTo>
                    <a:pt x="98" y="72"/>
                    <a:pt x="121" y="48"/>
                    <a:pt x="121" y="48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69" y="115"/>
                    <a:pt x="169" y="115"/>
                    <a:pt x="169" y="115"/>
                  </a:cubicBezTo>
                  <a:cubicBezTo>
                    <a:pt x="149" y="55"/>
                    <a:pt x="149" y="55"/>
                    <a:pt x="149" y="5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75" y="72"/>
                    <a:pt x="175" y="72"/>
                    <a:pt x="175" y="72"/>
                  </a:cubicBezTo>
                  <a:cubicBezTo>
                    <a:pt x="178" y="75"/>
                    <a:pt x="182" y="75"/>
                    <a:pt x="184" y="72"/>
                  </a:cubicBezTo>
                  <a:cubicBezTo>
                    <a:pt x="187" y="70"/>
                    <a:pt x="187" y="66"/>
                    <a:pt x="184" y="64"/>
                  </a:cubicBezTo>
                  <a:lnTo>
                    <a:pt x="155" y="34"/>
                  </a:lnTo>
                  <a:close/>
                  <a:moveTo>
                    <a:pt x="139" y="125"/>
                  </a:moveTo>
                  <a:cubicBezTo>
                    <a:pt x="139" y="129"/>
                    <a:pt x="141" y="131"/>
                    <a:pt x="145" y="131"/>
                  </a:cubicBezTo>
                  <a:cubicBezTo>
                    <a:pt x="148" y="131"/>
                    <a:pt x="151" y="129"/>
                    <a:pt x="151" y="125"/>
                  </a:cubicBezTo>
                  <a:cubicBezTo>
                    <a:pt x="151" y="119"/>
                    <a:pt x="151" y="119"/>
                    <a:pt x="151" y="119"/>
                  </a:cubicBezTo>
                  <a:cubicBezTo>
                    <a:pt x="139" y="119"/>
                    <a:pt x="139" y="119"/>
                    <a:pt x="139" y="119"/>
                  </a:cubicBezTo>
                  <a:lnTo>
                    <a:pt x="139" y="125"/>
                  </a:lnTo>
                  <a:close/>
                  <a:moveTo>
                    <a:pt x="50" y="28"/>
                  </a:moveTo>
                  <a:cubicBezTo>
                    <a:pt x="58" y="28"/>
                    <a:pt x="64" y="22"/>
                    <a:pt x="64" y="14"/>
                  </a:cubicBezTo>
                  <a:cubicBezTo>
                    <a:pt x="64" y="6"/>
                    <a:pt x="58" y="0"/>
                    <a:pt x="50" y="0"/>
                  </a:cubicBezTo>
                  <a:cubicBezTo>
                    <a:pt x="42" y="0"/>
                    <a:pt x="36" y="6"/>
                    <a:pt x="36" y="14"/>
                  </a:cubicBezTo>
                  <a:cubicBezTo>
                    <a:pt x="36" y="22"/>
                    <a:pt x="42" y="28"/>
                    <a:pt x="50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9" name="Freeform 101"/>
            <p:cNvSpPr>
              <a:spLocks noEditPoints="1"/>
            </p:cNvSpPr>
            <p:nvPr/>
          </p:nvSpPr>
          <p:spPr bwMode="auto">
            <a:xfrm>
              <a:off x="7481920" y="5781938"/>
              <a:ext cx="499546" cy="422694"/>
            </a:xfrm>
            <a:custGeom>
              <a:avLst/>
              <a:gdLst>
                <a:gd name="T0" fmla="*/ 86 w 147"/>
                <a:gd name="T1" fmla="*/ 66 h 124"/>
                <a:gd name="T2" fmla="*/ 86 w 147"/>
                <a:gd name="T3" fmla="*/ 78 h 124"/>
                <a:gd name="T4" fmla="*/ 129 w 147"/>
                <a:gd name="T5" fmla="*/ 78 h 124"/>
                <a:gd name="T6" fmla="*/ 115 w 147"/>
                <a:gd name="T7" fmla="*/ 111 h 124"/>
                <a:gd name="T8" fmla="*/ 102 w 147"/>
                <a:gd name="T9" fmla="*/ 111 h 124"/>
                <a:gd name="T10" fmla="*/ 102 w 147"/>
                <a:gd name="T11" fmla="*/ 123 h 124"/>
                <a:gd name="T12" fmla="*/ 135 w 147"/>
                <a:gd name="T13" fmla="*/ 123 h 124"/>
                <a:gd name="T14" fmla="*/ 135 w 147"/>
                <a:gd name="T15" fmla="*/ 111 h 124"/>
                <a:gd name="T16" fmla="*/ 127 w 147"/>
                <a:gd name="T17" fmla="*/ 111 h 124"/>
                <a:gd name="T18" fmla="*/ 142 w 147"/>
                <a:gd name="T19" fmla="*/ 78 h 124"/>
                <a:gd name="T20" fmla="*/ 147 w 147"/>
                <a:gd name="T21" fmla="*/ 78 h 124"/>
                <a:gd name="T22" fmla="*/ 147 w 147"/>
                <a:gd name="T23" fmla="*/ 66 h 124"/>
                <a:gd name="T24" fmla="*/ 86 w 147"/>
                <a:gd name="T25" fmla="*/ 66 h 124"/>
                <a:gd name="T26" fmla="*/ 15 w 147"/>
                <a:gd name="T27" fmla="*/ 73 h 124"/>
                <a:gd name="T28" fmla="*/ 19 w 147"/>
                <a:gd name="T29" fmla="*/ 66 h 124"/>
                <a:gd name="T30" fmla="*/ 17 w 147"/>
                <a:gd name="T31" fmla="*/ 45 h 124"/>
                <a:gd name="T32" fmla="*/ 8 w 147"/>
                <a:gd name="T33" fmla="*/ 37 h 124"/>
                <a:gd name="T34" fmla="*/ 0 w 147"/>
                <a:gd name="T35" fmla="*/ 45 h 124"/>
                <a:gd name="T36" fmla="*/ 2 w 147"/>
                <a:gd name="T37" fmla="*/ 66 h 124"/>
                <a:gd name="T38" fmla="*/ 7 w 147"/>
                <a:gd name="T39" fmla="*/ 73 h 124"/>
                <a:gd name="T40" fmla="*/ 10 w 147"/>
                <a:gd name="T41" fmla="*/ 103 h 124"/>
                <a:gd name="T42" fmla="*/ 28 w 147"/>
                <a:gd name="T43" fmla="*/ 103 h 124"/>
                <a:gd name="T44" fmla="*/ 28 w 147"/>
                <a:gd name="T45" fmla="*/ 115 h 124"/>
                <a:gd name="T46" fmla="*/ 16 w 147"/>
                <a:gd name="T47" fmla="*/ 115 h 124"/>
                <a:gd name="T48" fmla="*/ 16 w 147"/>
                <a:gd name="T49" fmla="*/ 123 h 124"/>
                <a:gd name="T50" fmla="*/ 49 w 147"/>
                <a:gd name="T51" fmla="*/ 123 h 124"/>
                <a:gd name="T52" fmla="*/ 49 w 147"/>
                <a:gd name="T53" fmla="*/ 115 h 124"/>
                <a:gd name="T54" fmla="*/ 36 w 147"/>
                <a:gd name="T55" fmla="*/ 115 h 124"/>
                <a:gd name="T56" fmla="*/ 36 w 147"/>
                <a:gd name="T57" fmla="*/ 103 h 124"/>
                <a:gd name="T58" fmla="*/ 49 w 147"/>
                <a:gd name="T59" fmla="*/ 103 h 124"/>
                <a:gd name="T60" fmla="*/ 49 w 147"/>
                <a:gd name="T61" fmla="*/ 94 h 124"/>
                <a:gd name="T62" fmla="*/ 18 w 147"/>
                <a:gd name="T63" fmla="*/ 94 h 124"/>
                <a:gd name="T64" fmla="*/ 15 w 147"/>
                <a:gd name="T65" fmla="*/ 73 h 124"/>
                <a:gd name="T66" fmla="*/ 55 w 147"/>
                <a:gd name="T67" fmla="*/ 29 h 124"/>
                <a:gd name="T68" fmla="*/ 69 w 147"/>
                <a:gd name="T69" fmla="*/ 14 h 124"/>
                <a:gd name="T70" fmla="*/ 55 w 147"/>
                <a:gd name="T71" fmla="*/ 0 h 124"/>
                <a:gd name="T72" fmla="*/ 41 w 147"/>
                <a:gd name="T73" fmla="*/ 14 h 124"/>
                <a:gd name="T74" fmla="*/ 55 w 147"/>
                <a:gd name="T75" fmla="*/ 29 h 124"/>
                <a:gd name="T76" fmla="*/ 72 w 147"/>
                <a:gd name="T77" fmla="*/ 82 h 124"/>
                <a:gd name="T78" fmla="*/ 64 w 147"/>
                <a:gd name="T79" fmla="*/ 74 h 124"/>
                <a:gd name="T80" fmla="*/ 54 w 147"/>
                <a:gd name="T81" fmla="*/ 74 h 124"/>
                <a:gd name="T82" fmla="*/ 59 w 147"/>
                <a:gd name="T83" fmla="*/ 56 h 124"/>
                <a:gd name="T84" fmla="*/ 63 w 147"/>
                <a:gd name="T85" fmla="*/ 60 h 124"/>
                <a:gd name="T86" fmla="*/ 68 w 147"/>
                <a:gd name="T87" fmla="*/ 61 h 124"/>
                <a:gd name="T88" fmla="*/ 92 w 147"/>
                <a:gd name="T89" fmla="*/ 61 h 124"/>
                <a:gd name="T90" fmla="*/ 98 w 147"/>
                <a:gd name="T91" fmla="*/ 55 h 124"/>
                <a:gd name="T92" fmla="*/ 92 w 147"/>
                <a:gd name="T93" fmla="*/ 49 h 124"/>
                <a:gd name="T94" fmla="*/ 69 w 147"/>
                <a:gd name="T95" fmla="*/ 49 h 124"/>
                <a:gd name="T96" fmla="*/ 56 w 147"/>
                <a:gd name="T97" fmla="*/ 35 h 124"/>
                <a:gd name="T98" fmla="*/ 48 w 147"/>
                <a:gd name="T99" fmla="*/ 33 h 124"/>
                <a:gd name="T100" fmla="*/ 38 w 147"/>
                <a:gd name="T101" fmla="*/ 38 h 124"/>
                <a:gd name="T102" fmla="*/ 28 w 147"/>
                <a:gd name="T103" fmla="*/ 79 h 124"/>
                <a:gd name="T104" fmla="*/ 27 w 147"/>
                <a:gd name="T105" fmla="*/ 80 h 124"/>
                <a:gd name="T106" fmla="*/ 27 w 147"/>
                <a:gd name="T107" fmla="*/ 82 h 124"/>
                <a:gd name="T108" fmla="*/ 27 w 147"/>
                <a:gd name="T109" fmla="*/ 82 h 124"/>
                <a:gd name="T110" fmla="*/ 35 w 147"/>
                <a:gd name="T111" fmla="*/ 90 h 124"/>
                <a:gd name="T112" fmla="*/ 58 w 147"/>
                <a:gd name="T113" fmla="*/ 90 h 124"/>
                <a:gd name="T114" fmla="*/ 58 w 147"/>
                <a:gd name="T115" fmla="*/ 90 h 124"/>
                <a:gd name="T116" fmla="*/ 74 w 147"/>
                <a:gd name="T117" fmla="*/ 119 h 124"/>
                <a:gd name="T118" fmla="*/ 86 w 147"/>
                <a:gd name="T119" fmla="*/ 122 h 124"/>
                <a:gd name="T120" fmla="*/ 89 w 147"/>
                <a:gd name="T121" fmla="*/ 111 h 124"/>
                <a:gd name="T122" fmla="*/ 72 w 147"/>
                <a:gd name="T123" fmla="*/ 8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7" h="124">
                  <a:moveTo>
                    <a:pt x="86" y="66"/>
                  </a:moveTo>
                  <a:cubicBezTo>
                    <a:pt x="86" y="78"/>
                    <a:pt x="86" y="78"/>
                    <a:pt x="86" y="78"/>
                  </a:cubicBezTo>
                  <a:cubicBezTo>
                    <a:pt x="129" y="78"/>
                    <a:pt x="129" y="78"/>
                    <a:pt x="129" y="78"/>
                  </a:cubicBezTo>
                  <a:cubicBezTo>
                    <a:pt x="115" y="111"/>
                    <a:pt x="115" y="111"/>
                    <a:pt x="115" y="111"/>
                  </a:cubicBezTo>
                  <a:cubicBezTo>
                    <a:pt x="102" y="111"/>
                    <a:pt x="102" y="111"/>
                    <a:pt x="102" y="111"/>
                  </a:cubicBezTo>
                  <a:cubicBezTo>
                    <a:pt x="102" y="123"/>
                    <a:pt x="102" y="123"/>
                    <a:pt x="102" y="12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5" y="111"/>
                    <a:pt x="135" y="111"/>
                    <a:pt x="135" y="111"/>
                  </a:cubicBezTo>
                  <a:cubicBezTo>
                    <a:pt x="127" y="111"/>
                    <a:pt x="127" y="111"/>
                    <a:pt x="127" y="111"/>
                  </a:cubicBezTo>
                  <a:cubicBezTo>
                    <a:pt x="142" y="78"/>
                    <a:pt x="142" y="78"/>
                    <a:pt x="142" y="78"/>
                  </a:cubicBezTo>
                  <a:cubicBezTo>
                    <a:pt x="147" y="78"/>
                    <a:pt x="147" y="78"/>
                    <a:pt x="147" y="78"/>
                  </a:cubicBezTo>
                  <a:cubicBezTo>
                    <a:pt x="147" y="66"/>
                    <a:pt x="147" y="66"/>
                    <a:pt x="147" y="66"/>
                  </a:cubicBezTo>
                  <a:lnTo>
                    <a:pt x="86" y="66"/>
                  </a:lnTo>
                  <a:close/>
                  <a:moveTo>
                    <a:pt x="15" y="73"/>
                  </a:moveTo>
                  <a:cubicBezTo>
                    <a:pt x="18" y="71"/>
                    <a:pt x="19" y="69"/>
                    <a:pt x="19" y="66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6" y="41"/>
                    <a:pt x="12" y="37"/>
                    <a:pt x="8" y="37"/>
                  </a:cubicBezTo>
                  <a:cubicBezTo>
                    <a:pt x="3" y="37"/>
                    <a:pt x="0" y="41"/>
                    <a:pt x="0" y="45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3" y="69"/>
                    <a:pt x="5" y="71"/>
                    <a:pt x="7" y="73"/>
                  </a:cubicBezTo>
                  <a:cubicBezTo>
                    <a:pt x="10" y="103"/>
                    <a:pt x="10" y="103"/>
                    <a:pt x="10" y="103"/>
                  </a:cubicBezTo>
                  <a:cubicBezTo>
                    <a:pt x="28" y="103"/>
                    <a:pt x="28" y="103"/>
                    <a:pt x="28" y="103"/>
                  </a:cubicBezTo>
                  <a:cubicBezTo>
                    <a:pt x="28" y="115"/>
                    <a:pt x="28" y="115"/>
                    <a:pt x="28" y="115"/>
                  </a:cubicBezTo>
                  <a:cubicBezTo>
                    <a:pt x="16" y="115"/>
                    <a:pt x="16" y="115"/>
                    <a:pt x="16" y="115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49" y="123"/>
                    <a:pt x="49" y="123"/>
                    <a:pt x="49" y="123"/>
                  </a:cubicBezTo>
                  <a:cubicBezTo>
                    <a:pt x="49" y="115"/>
                    <a:pt x="49" y="115"/>
                    <a:pt x="49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18" y="94"/>
                    <a:pt x="18" y="94"/>
                    <a:pt x="18" y="94"/>
                  </a:cubicBezTo>
                  <a:lnTo>
                    <a:pt x="15" y="73"/>
                  </a:lnTo>
                  <a:close/>
                  <a:moveTo>
                    <a:pt x="55" y="29"/>
                  </a:moveTo>
                  <a:cubicBezTo>
                    <a:pt x="63" y="29"/>
                    <a:pt x="69" y="22"/>
                    <a:pt x="69" y="14"/>
                  </a:cubicBezTo>
                  <a:cubicBezTo>
                    <a:pt x="69" y="6"/>
                    <a:pt x="63" y="0"/>
                    <a:pt x="55" y="0"/>
                  </a:cubicBezTo>
                  <a:cubicBezTo>
                    <a:pt x="47" y="0"/>
                    <a:pt x="41" y="6"/>
                    <a:pt x="41" y="14"/>
                  </a:cubicBezTo>
                  <a:cubicBezTo>
                    <a:pt x="41" y="22"/>
                    <a:pt x="47" y="29"/>
                    <a:pt x="55" y="29"/>
                  </a:cubicBezTo>
                  <a:close/>
                  <a:moveTo>
                    <a:pt x="72" y="82"/>
                  </a:moveTo>
                  <a:cubicBezTo>
                    <a:pt x="72" y="82"/>
                    <a:pt x="68" y="74"/>
                    <a:pt x="64" y="74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9" y="56"/>
                    <a:pt x="59" y="56"/>
                    <a:pt x="59" y="56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4" y="62"/>
                    <a:pt x="66" y="62"/>
                    <a:pt x="68" y="61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5" y="61"/>
                    <a:pt x="98" y="59"/>
                    <a:pt x="98" y="55"/>
                  </a:cubicBezTo>
                  <a:cubicBezTo>
                    <a:pt x="98" y="52"/>
                    <a:pt x="95" y="49"/>
                    <a:pt x="92" y="49"/>
                  </a:cubicBezTo>
                  <a:cubicBezTo>
                    <a:pt x="69" y="49"/>
                    <a:pt x="69" y="49"/>
                    <a:pt x="69" y="49"/>
                  </a:cubicBezTo>
                  <a:cubicBezTo>
                    <a:pt x="69" y="49"/>
                    <a:pt x="60" y="36"/>
                    <a:pt x="56" y="35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4" y="31"/>
                    <a:pt x="40" y="34"/>
                    <a:pt x="38" y="3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7" y="79"/>
                    <a:pt x="27" y="80"/>
                    <a:pt x="27" y="80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7"/>
                    <a:pt x="31" y="90"/>
                    <a:pt x="35" y="90"/>
                  </a:cubicBezTo>
                  <a:cubicBezTo>
                    <a:pt x="58" y="90"/>
                    <a:pt x="58" y="90"/>
                    <a:pt x="58" y="90"/>
                  </a:cubicBezTo>
                  <a:cubicBezTo>
                    <a:pt x="58" y="90"/>
                    <a:pt x="58" y="90"/>
                    <a:pt x="58" y="90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7" y="123"/>
                    <a:pt x="82" y="124"/>
                    <a:pt x="86" y="122"/>
                  </a:cubicBezTo>
                  <a:cubicBezTo>
                    <a:pt x="90" y="120"/>
                    <a:pt x="91" y="115"/>
                    <a:pt x="89" y="111"/>
                  </a:cubicBezTo>
                  <a:lnTo>
                    <a:pt x="72" y="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0" name="Freeform 102"/>
            <p:cNvSpPr>
              <a:spLocks noEditPoints="1"/>
            </p:cNvSpPr>
            <p:nvPr/>
          </p:nvSpPr>
          <p:spPr bwMode="auto">
            <a:xfrm>
              <a:off x="8552741" y="5848544"/>
              <a:ext cx="599455" cy="256178"/>
            </a:xfrm>
            <a:custGeom>
              <a:avLst/>
              <a:gdLst>
                <a:gd name="T0" fmla="*/ 169 w 177"/>
                <a:gd name="T1" fmla="*/ 1 h 76"/>
                <a:gd name="T2" fmla="*/ 147 w 177"/>
                <a:gd name="T3" fmla="*/ 25 h 76"/>
                <a:gd name="T4" fmla="*/ 91 w 177"/>
                <a:gd name="T5" fmla="*/ 26 h 76"/>
                <a:gd name="T6" fmla="*/ 86 w 177"/>
                <a:gd name="T7" fmla="*/ 26 h 76"/>
                <a:gd name="T8" fmla="*/ 30 w 177"/>
                <a:gd name="T9" fmla="*/ 25 h 76"/>
                <a:gd name="T10" fmla="*/ 8 w 177"/>
                <a:gd name="T11" fmla="*/ 1 h 76"/>
                <a:gd name="T12" fmla="*/ 0 w 177"/>
                <a:gd name="T13" fmla="*/ 28 h 76"/>
                <a:gd name="T14" fmla="*/ 9 w 177"/>
                <a:gd name="T15" fmla="*/ 28 h 76"/>
                <a:gd name="T16" fmla="*/ 14 w 177"/>
                <a:gd name="T17" fmla="*/ 15 h 76"/>
                <a:gd name="T18" fmla="*/ 22 w 177"/>
                <a:gd name="T19" fmla="*/ 32 h 76"/>
                <a:gd name="T20" fmla="*/ 22 w 177"/>
                <a:gd name="T21" fmla="*/ 33 h 76"/>
                <a:gd name="T22" fmla="*/ 28 w 177"/>
                <a:gd name="T23" fmla="*/ 69 h 76"/>
                <a:gd name="T24" fmla="*/ 32 w 177"/>
                <a:gd name="T25" fmla="*/ 73 h 76"/>
                <a:gd name="T26" fmla="*/ 72 w 177"/>
                <a:gd name="T27" fmla="*/ 74 h 76"/>
                <a:gd name="T28" fmla="*/ 77 w 177"/>
                <a:gd name="T29" fmla="*/ 70 h 76"/>
                <a:gd name="T30" fmla="*/ 89 w 177"/>
                <a:gd name="T31" fmla="*/ 44 h 76"/>
                <a:gd name="T32" fmla="*/ 101 w 177"/>
                <a:gd name="T33" fmla="*/ 70 h 76"/>
                <a:gd name="T34" fmla="*/ 105 w 177"/>
                <a:gd name="T35" fmla="*/ 74 h 76"/>
                <a:gd name="T36" fmla="*/ 145 w 177"/>
                <a:gd name="T37" fmla="*/ 73 h 76"/>
                <a:gd name="T38" fmla="*/ 149 w 177"/>
                <a:gd name="T39" fmla="*/ 69 h 76"/>
                <a:gd name="T40" fmla="*/ 155 w 177"/>
                <a:gd name="T41" fmla="*/ 33 h 76"/>
                <a:gd name="T42" fmla="*/ 155 w 177"/>
                <a:gd name="T43" fmla="*/ 32 h 76"/>
                <a:gd name="T44" fmla="*/ 163 w 177"/>
                <a:gd name="T45" fmla="*/ 15 h 76"/>
                <a:gd name="T46" fmla="*/ 169 w 177"/>
                <a:gd name="T47" fmla="*/ 28 h 76"/>
                <a:gd name="T48" fmla="*/ 177 w 177"/>
                <a:gd name="T49" fmla="*/ 28 h 76"/>
                <a:gd name="T50" fmla="*/ 169 w 177"/>
                <a:gd name="T51" fmla="*/ 1 h 76"/>
                <a:gd name="T52" fmla="*/ 72 w 177"/>
                <a:gd name="T53" fmla="*/ 64 h 76"/>
                <a:gd name="T54" fmla="*/ 68 w 177"/>
                <a:gd name="T55" fmla="*/ 67 h 76"/>
                <a:gd name="T56" fmla="*/ 38 w 177"/>
                <a:gd name="T57" fmla="*/ 65 h 76"/>
                <a:gd name="T58" fmla="*/ 34 w 177"/>
                <a:gd name="T59" fmla="*/ 63 h 76"/>
                <a:gd name="T60" fmla="*/ 30 w 177"/>
                <a:gd name="T61" fmla="*/ 38 h 76"/>
                <a:gd name="T62" fmla="*/ 34 w 177"/>
                <a:gd name="T63" fmla="*/ 33 h 76"/>
                <a:gd name="T64" fmla="*/ 79 w 177"/>
                <a:gd name="T65" fmla="*/ 33 h 76"/>
                <a:gd name="T66" fmla="*/ 81 w 177"/>
                <a:gd name="T67" fmla="*/ 35 h 76"/>
                <a:gd name="T68" fmla="*/ 82 w 177"/>
                <a:gd name="T69" fmla="*/ 36 h 76"/>
                <a:gd name="T70" fmla="*/ 82 w 177"/>
                <a:gd name="T71" fmla="*/ 38 h 76"/>
                <a:gd name="T72" fmla="*/ 72 w 177"/>
                <a:gd name="T73" fmla="*/ 64 h 76"/>
                <a:gd name="T74" fmla="*/ 143 w 177"/>
                <a:gd name="T75" fmla="*/ 62 h 76"/>
                <a:gd name="T76" fmla="*/ 139 w 177"/>
                <a:gd name="T77" fmla="*/ 65 h 76"/>
                <a:gd name="T78" fmla="*/ 109 w 177"/>
                <a:gd name="T79" fmla="*/ 66 h 76"/>
                <a:gd name="T80" fmla="*/ 105 w 177"/>
                <a:gd name="T81" fmla="*/ 63 h 76"/>
                <a:gd name="T82" fmla="*/ 95 w 177"/>
                <a:gd name="T83" fmla="*/ 38 h 76"/>
                <a:gd name="T84" fmla="*/ 95 w 177"/>
                <a:gd name="T85" fmla="*/ 36 h 76"/>
                <a:gd name="T86" fmla="*/ 96 w 177"/>
                <a:gd name="T87" fmla="*/ 35 h 76"/>
                <a:gd name="T88" fmla="*/ 98 w 177"/>
                <a:gd name="T89" fmla="*/ 33 h 76"/>
                <a:gd name="T90" fmla="*/ 143 w 177"/>
                <a:gd name="T91" fmla="*/ 33 h 76"/>
                <a:gd name="T92" fmla="*/ 147 w 177"/>
                <a:gd name="T93" fmla="*/ 38 h 76"/>
                <a:gd name="T94" fmla="*/ 143 w 177"/>
                <a:gd name="T95" fmla="*/ 6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7" h="76">
                  <a:moveTo>
                    <a:pt x="169" y="1"/>
                  </a:moveTo>
                  <a:cubicBezTo>
                    <a:pt x="161" y="3"/>
                    <a:pt x="152" y="9"/>
                    <a:pt x="147" y="25"/>
                  </a:cubicBezTo>
                  <a:cubicBezTo>
                    <a:pt x="128" y="21"/>
                    <a:pt x="110" y="21"/>
                    <a:pt x="91" y="26"/>
                  </a:cubicBezTo>
                  <a:cubicBezTo>
                    <a:pt x="90" y="26"/>
                    <a:pt x="87" y="26"/>
                    <a:pt x="86" y="26"/>
                  </a:cubicBezTo>
                  <a:cubicBezTo>
                    <a:pt x="67" y="21"/>
                    <a:pt x="49" y="21"/>
                    <a:pt x="30" y="25"/>
                  </a:cubicBezTo>
                  <a:cubicBezTo>
                    <a:pt x="25" y="9"/>
                    <a:pt x="16" y="3"/>
                    <a:pt x="8" y="1"/>
                  </a:cubicBezTo>
                  <a:cubicBezTo>
                    <a:pt x="0" y="0"/>
                    <a:pt x="0" y="24"/>
                    <a:pt x="0" y="28"/>
                  </a:cubicBezTo>
                  <a:cubicBezTo>
                    <a:pt x="0" y="32"/>
                    <a:pt x="9" y="41"/>
                    <a:pt x="9" y="28"/>
                  </a:cubicBezTo>
                  <a:cubicBezTo>
                    <a:pt x="9" y="16"/>
                    <a:pt x="7" y="3"/>
                    <a:pt x="14" y="15"/>
                  </a:cubicBezTo>
                  <a:cubicBezTo>
                    <a:pt x="19" y="23"/>
                    <a:pt x="21" y="28"/>
                    <a:pt x="22" y="32"/>
                  </a:cubicBezTo>
                  <a:cubicBezTo>
                    <a:pt x="22" y="32"/>
                    <a:pt x="22" y="32"/>
                    <a:pt x="22" y="33"/>
                  </a:cubicBezTo>
                  <a:cubicBezTo>
                    <a:pt x="19" y="45"/>
                    <a:pt x="22" y="55"/>
                    <a:pt x="28" y="69"/>
                  </a:cubicBezTo>
                  <a:cubicBezTo>
                    <a:pt x="29" y="71"/>
                    <a:pt x="31" y="73"/>
                    <a:pt x="32" y="73"/>
                  </a:cubicBezTo>
                  <a:cubicBezTo>
                    <a:pt x="46" y="76"/>
                    <a:pt x="59" y="76"/>
                    <a:pt x="72" y="74"/>
                  </a:cubicBezTo>
                  <a:cubicBezTo>
                    <a:pt x="74" y="74"/>
                    <a:pt x="76" y="72"/>
                    <a:pt x="77" y="70"/>
                  </a:cubicBezTo>
                  <a:cubicBezTo>
                    <a:pt x="82" y="60"/>
                    <a:pt x="86" y="52"/>
                    <a:pt x="89" y="44"/>
                  </a:cubicBezTo>
                  <a:cubicBezTo>
                    <a:pt x="91" y="52"/>
                    <a:pt x="95" y="60"/>
                    <a:pt x="101" y="70"/>
                  </a:cubicBezTo>
                  <a:cubicBezTo>
                    <a:pt x="102" y="72"/>
                    <a:pt x="104" y="74"/>
                    <a:pt x="105" y="74"/>
                  </a:cubicBezTo>
                  <a:cubicBezTo>
                    <a:pt x="118" y="76"/>
                    <a:pt x="132" y="76"/>
                    <a:pt x="145" y="73"/>
                  </a:cubicBezTo>
                  <a:cubicBezTo>
                    <a:pt x="146" y="73"/>
                    <a:pt x="148" y="71"/>
                    <a:pt x="149" y="69"/>
                  </a:cubicBezTo>
                  <a:cubicBezTo>
                    <a:pt x="156" y="55"/>
                    <a:pt x="158" y="45"/>
                    <a:pt x="155" y="33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28"/>
                    <a:pt x="158" y="23"/>
                    <a:pt x="163" y="15"/>
                  </a:cubicBezTo>
                  <a:cubicBezTo>
                    <a:pt x="171" y="3"/>
                    <a:pt x="169" y="16"/>
                    <a:pt x="169" y="28"/>
                  </a:cubicBezTo>
                  <a:cubicBezTo>
                    <a:pt x="169" y="41"/>
                    <a:pt x="177" y="32"/>
                    <a:pt x="177" y="28"/>
                  </a:cubicBezTo>
                  <a:cubicBezTo>
                    <a:pt x="177" y="24"/>
                    <a:pt x="177" y="0"/>
                    <a:pt x="169" y="1"/>
                  </a:cubicBezTo>
                  <a:close/>
                  <a:moveTo>
                    <a:pt x="72" y="64"/>
                  </a:moveTo>
                  <a:cubicBezTo>
                    <a:pt x="71" y="65"/>
                    <a:pt x="69" y="66"/>
                    <a:pt x="68" y="67"/>
                  </a:cubicBezTo>
                  <a:cubicBezTo>
                    <a:pt x="58" y="68"/>
                    <a:pt x="48" y="67"/>
                    <a:pt x="38" y="65"/>
                  </a:cubicBezTo>
                  <a:cubicBezTo>
                    <a:pt x="37" y="65"/>
                    <a:pt x="35" y="64"/>
                    <a:pt x="34" y="63"/>
                  </a:cubicBezTo>
                  <a:cubicBezTo>
                    <a:pt x="30" y="53"/>
                    <a:pt x="28" y="47"/>
                    <a:pt x="30" y="38"/>
                  </a:cubicBezTo>
                  <a:cubicBezTo>
                    <a:pt x="30" y="35"/>
                    <a:pt x="33" y="33"/>
                    <a:pt x="34" y="33"/>
                  </a:cubicBezTo>
                  <a:cubicBezTo>
                    <a:pt x="49" y="29"/>
                    <a:pt x="64" y="29"/>
                    <a:pt x="79" y="33"/>
                  </a:cubicBezTo>
                  <a:cubicBezTo>
                    <a:pt x="80" y="33"/>
                    <a:pt x="81" y="34"/>
                    <a:pt x="81" y="35"/>
                  </a:cubicBezTo>
                  <a:cubicBezTo>
                    <a:pt x="82" y="35"/>
                    <a:pt x="82" y="36"/>
                    <a:pt x="82" y="36"/>
                  </a:cubicBezTo>
                  <a:cubicBezTo>
                    <a:pt x="82" y="37"/>
                    <a:pt x="82" y="37"/>
                    <a:pt x="82" y="38"/>
                  </a:cubicBezTo>
                  <a:cubicBezTo>
                    <a:pt x="83" y="47"/>
                    <a:pt x="78" y="53"/>
                    <a:pt x="72" y="64"/>
                  </a:cubicBezTo>
                  <a:close/>
                  <a:moveTo>
                    <a:pt x="143" y="62"/>
                  </a:moveTo>
                  <a:cubicBezTo>
                    <a:pt x="142" y="64"/>
                    <a:pt x="141" y="65"/>
                    <a:pt x="139" y="65"/>
                  </a:cubicBezTo>
                  <a:cubicBezTo>
                    <a:pt x="129" y="67"/>
                    <a:pt x="119" y="68"/>
                    <a:pt x="109" y="66"/>
                  </a:cubicBezTo>
                  <a:cubicBezTo>
                    <a:pt x="108" y="66"/>
                    <a:pt x="106" y="65"/>
                    <a:pt x="105" y="63"/>
                  </a:cubicBezTo>
                  <a:cubicBezTo>
                    <a:pt x="100" y="53"/>
                    <a:pt x="95" y="47"/>
                    <a:pt x="95" y="38"/>
                  </a:cubicBezTo>
                  <a:cubicBezTo>
                    <a:pt x="95" y="37"/>
                    <a:pt x="95" y="37"/>
                    <a:pt x="95" y="36"/>
                  </a:cubicBezTo>
                  <a:cubicBezTo>
                    <a:pt x="95" y="36"/>
                    <a:pt x="96" y="35"/>
                    <a:pt x="96" y="35"/>
                  </a:cubicBezTo>
                  <a:cubicBezTo>
                    <a:pt x="97" y="34"/>
                    <a:pt x="98" y="33"/>
                    <a:pt x="98" y="33"/>
                  </a:cubicBezTo>
                  <a:cubicBezTo>
                    <a:pt x="113" y="29"/>
                    <a:pt x="128" y="29"/>
                    <a:pt x="143" y="33"/>
                  </a:cubicBezTo>
                  <a:cubicBezTo>
                    <a:pt x="145" y="33"/>
                    <a:pt x="147" y="35"/>
                    <a:pt x="147" y="38"/>
                  </a:cubicBezTo>
                  <a:cubicBezTo>
                    <a:pt x="150" y="47"/>
                    <a:pt x="148" y="52"/>
                    <a:pt x="143" y="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1" name="Freeform 103"/>
            <p:cNvSpPr>
              <a:spLocks noEditPoints="1"/>
            </p:cNvSpPr>
            <p:nvPr/>
          </p:nvSpPr>
          <p:spPr bwMode="auto">
            <a:xfrm>
              <a:off x="9787516" y="5697400"/>
              <a:ext cx="358648" cy="576400"/>
            </a:xfrm>
            <a:custGeom>
              <a:avLst/>
              <a:gdLst>
                <a:gd name="T0" fmla="*/ 88 w 106"/>
                <a:gd name="T1" fmla="*/ 94 h 170"/>
                <a:gd name="T2" fmla="*/ 55 w 106"/>
                <a:gd name="T3" fmla="*/ 107 h 170"/>
                <a:gd name="T4" fmla="*/ 72 w 106"/>
                <a:gd name="T5" fmla="*/ 170 h 170"/>
                <a:gd name="T6" fmla="*/ 84 w 106"/>
                <a:gd name="T7" fmla="*/ 149 h 170"/>
                <a:gd name="T8" fmla="*/ 106 w 106"/>
                <a:gd name="T9" fmla="*/ 161 h 170"/>
                <a:gd name="T10" fmla="*/ 88 w 106"/>
                <a:gd name="T11" fmla="*/ 94 h 170"/>
                <a:gd name="T12" fmla="*/ 52 w 106"/>
                <a:gd name="T13" fmla="*/ 21 h 170"/>
                <a:gd name="T14" fmla="*/ 23 w 106"/>
                <a:gd name="T15" fmla="*/ 50 h 170"/>
                <a:gd name="T16" fmla="*/ 52 w 106"/>
                <a:gd name="T17" fmla="*/ 78 h 170"/>
                <a:gd name="T18" fmla="*/ 81 w 106"/>
                <a:gd name="T19" fmla="*/ 50 h 170"/>
                <a:gd name="T20" fmla="*/ 52 w 106"/>
                <a:gd name="T21" fmla="*/ 21 h 170"/>
                <a:gd name="T22" fmla="*/ 101 w 106"/>
                <a:gd name="T23" fmla="*/ 50 h 170"/>
                <a:gd name="T24" fmla="*/ 52 w 106"/>
                <a:gd name="T25" fmla="*/ 0 h 170"/>
                <a:gd name="T26" fmla="*/ 2 w 106"/>
                <a:gd name="T27" fmla="*/ 50 h 170"/>
                <a:gd name="T28" fmla="*/ 52 w 106"/>
                <a:gd name="T29" fmla="*/ 99 h 170"/>
                <a:gd name="T30" fmla="*/ 101 w 106"/>
                <a:gd name="T31" fmla="*/ 50 h 170"/>
                <a:gd name="T32" fmla="*/ 52 w 106"/>
                <a:gd name="T33" fmla="*/ 87 h 170"/>
                <a:gd name="T34" fmla="*/ 15 w 106"/>
                <a:gd name="T35" fmla="*/ 50 h 170"/>
                <a:gd name="T36" fmla="*/ 52 w 106"/>
                <a:gd name="T37" fmla="*/ 13 h 170"/>
                <a:gd name="T38" fmla="*/ 89 w 106"/>
                <a:gd name="T39" fmla="*/ 50 h 170"/>
                <a:gd name="T40" fmla="*/ 52 w 106"/>
                <a:gd name="T41" fmla="*/ 87 h 170"/>
                <a:gd name="T42" fmla="*/ 0 w 106"/>
                <a:gd name="T43" fmla="*/ 148 h 170"/>
                <a:gd name="T44" fmla="*/ 21 w 106"/>
                <a:gd name="T45" fmla="*/ 135 h 170"/>
                <a:gd name="T46" fmla="*/ 34 w 106"/>
                <a:gd name="T47" fmla="*/ 157 h 170"/>
                <a:gd name="T48" fmla="*/ 47 w 106"/>
                <a:gd name="T49" fmla="*/ 107 h 170"/>
                <a:gd name="T50" fmla="*/ 14 w 106"/>
                <a:gd name="T51" fmla="*/ 93 h 170"/>
                <a:gd name="T52" fmla="*/ 0 w 106"/>
                <a:gd name="T53" fmla="*/ 148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6" h="170">
                  <a:moveTo>
                    <a:pt x="88" y="94"/>
                  </a:moveTo>
                  <a:cubicBezTo>
                    <a:pt x="79" y="101"/>
                    <a:pt x="68" y="106"/>
                    <a:pt x="55" y="107"/>
                  </a:cubicBezTo>
                  <a:cubicBezTo>
                    <a:pt x="72" y="170"/>
                    <a:pt x="72" y="170"/>
                    <a:pt x="72" y="170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106" y="161"/>
                    <a:pt x="106" y="161"/>
                    <a:pt x="106" y="161"/>
                  </a:cubicBezTo>
                  <a:lnTo>
                    <a:pt x="88" y="94"/>
                  </a:lnTo>
                  <a:close/>
                  <a:moveTo>
                    <a:pt x="52" y="21"/>
                  </a:moveTo>
                  <a:cubicBezTo>
                    <a:pt x="36" y="21"/>
                    <a:pt x="23" y="34"/>
                    <a:pt x="23" y="50"/>
                  </a:cubicBezTo>
                  <a:cubicBezTo>
                    <a:pt x="23" y="65"/>
                    <a:pt x="36" y="78"/>
                    <a:pt x="52" y="78"/>
                  </a:cubicBezTo>
                  <a:cubicBezTo>
                    <a:pt x="68" y="78"/>
                    <a:pt x="81" y="65"/>
                    <a:pt x="81" y="50"/>
                  </a:cubicBezTo>
                  <a:cubicBezTo>
                    <a:pt x="81" y="34"/>
                    <a:pt x="68" y="21"/>
                    <a:pt x="52" y="21"/>
                  </a:cubicBezTo>
                  <a:close/>
                  <a:moveTo>
                    <a:pt x="101" y="50"/>
                  </a:moveTo>
                  <a:cubicBezTo>
                    <a:pt x="101" y="22"/>
                    <a:pt x="79" y="0"/>
                    <a:pt x="52" y="0"/>
                  </a:cubicBezTo>
                  <a:cubicBezTo>
                    <a:pt x="24" y="0"/>
                    <a:pt x="2" y="22"/>
                    <a:pt x="2" y="50"/>
                  </a:cubicBezTo>
                  <a:cubicBezTo>
                    <a:pt x="2" y="77"/>
                    <a:pt x="24" y="99"/>
                    <a:pt x="52" y="99"/>
                  </a:cubicBezTo>
                  <a:cubicBezTo>
                    <a:pt x="79" y="99"/>
                    <a:pt x="101" y="77"/>
                    <a:pt x="101" y="50"/>
                  </a:cubicBezTo>
                  <a:close/>
                  <a:moveTo>
                    <a:pt x="52" y="87"/>
                  </a:moveTo>
                  <a:cubicBezTo>
                    <a:pt x="31" y="87"/>
                    <a:pt x="15" y="70"/>
                    <a:pt x="15" y="50"/>
                  </a:cubicBezTo>
                  <a:cubicBezTo>
                    <a:pt x="15" y="29"/>
                    <a:pt x="31" y="13"/>
                    <a:pt x="52" y="13"/>
                  </a:cubicBezTo>
                  <a:cubicBezTo>
                    <a:pt x="72" y="13"/>
                    <a:pt x="89" y="29"/>
                    <a:pt x="89" y="50"/>
                  </a:cubicBezTo>
                  <a:cubicBezTo>
                    <a:pt x="89" y="70"/>
                    <a:pt x="72" y="87"/>
                    <a:pt x="52" y="87"/>
                  </a:cubicBezTo>
                  <a:close/>
                  <a:moveTo>
                    <a:pt x="0" y="148"/>
                  </a:moveTo>
                  <a:cubicBezTo>
                    <a:pt x="21" y="135"/>
                    <a:pt x="21" y="135"/>
                    <a:pt x="21" y="135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47" y="107"/>
                    <a:pt x="47" y="107"/>
                    <a:pt x="47" y="107"/>
                  </a:cubicBezTo>
                  <a:cubicBezTo>
                    <a:pt x="35" y="106"/>
                    <a:pt x="23" y="101"/>
                    <a:pt x="14" y="93"/>
                  </a:cubicBezTo>
                  <a:lnTo>
                    <a:pt x="0" y="1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2" name="Freeform 104"/>
            <p:cNvSpPr>
              <a:spLocks noEditPoints="1"/>
            </p:cNvSpPr>
            <p:nvPr/>
          </p:nvSpPr>
          <p:spPr bwMode="auto">
            <a:xfrm>
              <a:off x="10840406" y="5781938"/>
              <a:ext cx="476490" cy="479053"/>
            </a:xfrm>
            <a:custGeom>
              <a:avLst/>
              <a:gdLst>
                <a:gd name="T0" fmla="*/ 25 w 140"/>
                <a:gd name="T1" fmla="*/ 70 h 141"/>
                <a:gd name="T2" fmla="*/ 84 w 140"/>
                <a:gd name="T3" fmla="*/ 74 h 141"/>
                <a:gd name="T4" fmla="*/ 90 w 140"/>
                <a:gd name="T5" fmla="*/ 62 h 141"/>
                <a:gd name="T6" fmla="*/ 25 w 140"/>
                <a:gd name="T7" fmla="*/ 66 h 141"/>
                <a:gd name="T8" fmla="*/ 90 w 140"/>
                <a:gd name="T9" fmla="*/ 62 h 141"/>
                <a:gd name="T10" fmla="*/ 83 w 140"/>
                <a:gd name="T11" fmla="*/ 82 h 141"/>
                <a:gd name="T12" fmla="*/ 25 w 140"/>
                <a:gd name="T13" fmla="*/ 78 h 141"/>
                <a:gd name="T14" fmla="*/ 87 w 140"/>
                <a:gd name="T15" fmla="*/ 99 h 141"/>
                <a:gd name="T16" fmla="*/ 8 w 140"/>
                <a:gd name="T17" fmla="*/ 8 h 141"/>
                <a:gd name="T18" fmla="*/ 132 w 140"/>
                <a:gd name="T19" fmla="*/ 54 h 141"/>
                <a:gd name="T20" fmla="*/ 140 w 140"/>
                <a:gd name="T21" fmla="*/ 0 h 141"/>
                <a:gd name="T22" fmla="*/ 0 w 140"/>
                <a:gd name="T23" fmla="*/ 107 h 141"/>
                <a:gd name="T24" fmla="*/ 87 w 140"/>
                <a:gd name="T25" fmla="*/ 99 h 141"/>
                <a:gd name="T26" fmla="*/ 140 w 140"/>
                <a:gd name="T27" fmla="*/ 103 h 141"/>
                <a:gd name="T28" fmla="*/ 140 w 140"/>
                <a:gd name="T29" fmla="*/ 107 h 141"/>
                <a:gd name="T30" fmla="*/ 119 w 140"/>
                <a:gd name="T31" fmla="*/ 115 h 141"/>
                <a:gd name="T32" fmla="*/ 130 w 140"/>
                <a:gd name="T33" fmla="*/ 124 h 141"/>
                <a:gd name="T34" fmla="*/ 135 w 140"/>
                <a:gd name="T35" fmla="*/ 108 h 141"/>
                <a:gd name="T36" fmla="*/ 99 w 140"/>
                <a:gd name="T37" fmla="*/ 131 h 141"/>
                <a:gd name="T38" fmla="*/ 112 w 140"/>
                <a:gd name="T39" fmla="*/ 115 h 141"/>
                <a:gd name="T40" fmla="*/ 89 w 140"/>
                <a:gd name="T41" fmla="*/ 137 h 141"/>
                <a:gd name="T42" fmla="*/ 25 w 140"/>
                <a:gd name="T43" fmla="*/ 37 h 141"/>
                <a:gd name="T44" fmla="*/ 115 w 140"/>
                <a:gd name="T45" fmla="*/ 41 h 141"/>
                <a:gd name="T46" fmla="*/ 100 w 140"/>
                <a:gd name="T47" fmla="*/ 53 h 141"/>
                <a:gd name="T48" fmla="*/ 25 w 140"/>
                <a:gd name="T49" fmla="*/ 57 h 141"/>
                <a:gd name="T50" fmla="*/ 100 w 140"/>
                <a:gd name="T51" fmla="*/ 53 h 141"/>
                <a:gd name="T52" fmla="*/ 25 w 140"/>
                <a:gd name="T53" fmla="*/ 45 h 141"/>
                <a:gd name="T54" fmla="*/ 115 w 140"/>
                <a:gd name="T55" fmla="*/ 49 h 141"/>
                <a:gd name="T56" fmla="*/ 37 w 140"/>
                <a:gd name="T57" fmla="*/ 16 h 141"/>
                <a:gd name="T58" fmla="*/ 107 w 140"/>
                <a:gd name="T59" fmla="*/ 29 h 141"/>
                <a:gd name="T60" fmla="*/ 37 w 140"/>
                <a:gd name="T61" fmla="*/ 16 h 141"/>
                <a:gd name="T62" fmla="*/ 101 w 140"/>
                <a:gd name="T63" fmla="*/ 82 h 141"/>
                <a:gd name="T64" fmla="*/ 129 w 140"/>
                <a:gd name="T65" fmla="*/ 82 h 141"/>
                <a:gd name="T66" fmla="*/ 139 w 140"/>
                <a:gd name="T67" fmla="*/ 82 h 141"/>
                <a:gd name="T68" fmla="*/ 91 w 140"/>
                <a:gd name="T69" fmla="*/ 82 h 141"/>
                <a:gd name="T70" fmla="*/ 139 w 140"/>
                <a:gd name="T71" fmla="*/ 82 h 141"/>
                <a:gd name="T72" fmla="*/ 97 w 140"/>
                <a:gd name="T73" fmla="*/ 82 h 141"/>
                <a:gd name="T74" fmla="*/ 133 w 140"/>
                <a:gd name="T75" fmla="*/ 8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0" h="141">
                  <a:moveTo>
                    <a:pt x="85" y="70"/>
                  </a:moveTo>
                  <a:cubicBezTo>
                    <a:pt x="25" y="70"/>
                    <a:pt x="25" y="70"/>
                    <a:pt x="25" y="70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73"/>
                    <a:pt x="84" y="71"/>
                    <a:pt x="85" y="70"/>
                  </a:cubicBezTo>
                  <a:close/>
                  <a:moveTo>
                    <a:pt x="90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4"/>
                    <a:pt x="89" y="63"/>
                    <a:pt x="90" y="62"/>
                  </a:cubicBezTo>
                  <a:close/>
                  <a:moveTo>
                    <a:pt x="25" y="82"/>
                  </a:moveTo>
                  <a:cubicBezTo>
                    <a:pt x="83" y="82"/>
                    <a:pt x="83" y="82"/>
                    <a:pt x="83" y="82"/>
                  </a:cubicBezTo>
                  <a:cubicBezTo>
                    <a:pt x="83" y="81"/>
                    <a:pt x="83" y="79"/>
                    <a:pt x="83" y="78"/>
                  </a:cubicBezTo>
                  <a:cubicBezTo>
                    <a:pt x="25" y="78"/>
                    <a:pt x="25" y="78"/>
                    <a:pt x="25" y="78"/>
                  </a:cubicBezTo>
                  <a:lnTo>
                    <a:pt x="25" y="82"/>
                  </a:lnTo>
                  <a:close/>
                  <a:moveTo>
                    <a:pt x="87" y="99"/>
                  </a:moveTo>
                  <a:cubicBezTo>
                    <a:pt x="8" y="99"/>
                    <a:pt x="8" y="99"/>
                    <a:pt x="8" y="9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54"/>
                    <a:pt x="132" y="54"/>
                    <a:pt x="132" y="54"/>
                  </a:cubicBezTo>
                  <a:cubicBezTo>
                    <a:pt x="135" y="56"/>
                    <a:pt x="138" y="58"/>
                    <a:pt x="140" y="61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91" y="104"/>
                    <a:pt x="89" y="102"/>
                    <a:pt x="87" y="99"/>
                  </a:cubicBezTo>
                  <a:close/>
                  <a:moveTo>
                    <a:pt x="140" y="107"/>
                  </a:moveTo>
                  <a:cubicBezTo>
                    <a:pt x="140" y="103"/>
                    <a:pt x="140" y="103"/>
                    <a:pt x="140" y="103"/>
                  </a:cubicBezTo>
                  <a:cubicBezTo>
                    <a:pt x="139" y="105"/>
                    <a:pt x="138" y="106"/>
                    <a:pt x="136" y="107"/>
                  </a:cubicBezTo>
                  <a:lnTo>
                    <a:pt x="140" y="107"/>
                  </a:lnTo>
                  <a:close/>
                  <a:moveTo>
                    <a:pt x="135" y="108"/>
                  </a:moveTo>
                  <a:cubicBezTo>
                    <a:pt x="130" y="112"/>
                    <a:pt x="125" y="114"/>
                    <a:pt x="119" y="115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30" y="124"/>
                    <a:pt x="130" y="124"/>
                    <a:pt x="130" y="124"/>
                  </a:cubicBezTo>
                  <a:cubicBezTo>
                    <a:pt x="140" y="130"/>
                    <a:pt x="140" y="130"/>
                    <a:pt x="140" y="130"/>
                  </a:cubicBezTo>
                  <a:lnTo>
                    <a:pt x="135" y="108"/>
                  </a:lnTo>
                  <a:close/>
                  <a:moveTo>
                    <a:pt x="89" y="137"/>
                  </a:moveTo>
                  <a:cubicBezTo>
                    <a:pt x="99" y="131"/>
                    <a:pt x="99" y="131"/>
                    <a:pt x="99" y="131"/>
                  </a:cubicBezTo>
                  <a:cubicBezTo>
                    <a:pt x="105" y="141"/>
                    <a:pt x="105" y="141"/>
                    <a:pt x="105" y="141"/>
                  </a:cubicBezTo>
                  <a:cubicBezTo>
                    <a:pt x="112" y="115"/>
                    <a:pt x="112" y="115"/>
                    <a:pt x="112" y="115"/>
                  </a:cubicBezTo>
                  <a:cubicBezTo>
                    <a:pt x="106" y="114"/>
                    <a:pt x="101" y="112"/>
                    <a:pt x="96" y="109"/>
                  </a:cubicBezTo>
                  <a:lnTo>
                    <a:pt x="89" y="137"/>
                  </a:lnTo>
                  <a:close/>
                  <a:moveTo>
                    <a:pt x="115" y="37"/>
                  </a:moveTo>
                  <a:cubicBezTo>
                    <a:pt x="25" y="37"/>
                    <a:pt x="25" y="37"/>
                    <a:pt x="25" y="37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115" y="41"/>
                    <a:pt x="115" y="41"/>
                    <a:pt x="115" y="41"/>
                  </a:cubicBezTo>
                  <a:lnTo>
                    <a:pt x="115" y="37"/>
                  </a:lnTo>
                  <a:close/>
                  <a:moveTo>
                    <a:pt x="100" y="53"/>
                  </a:moveTo>
                  <a:cubicBezTo>
                    <a:pt x="25" y="53"/>
                    <a:pt x="25" y="53"/>
                    <a:pt x="25" y="53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6" y="56"/>
                    <a:pt x="98" y="54"/>
                    <a:pt x="100" y="53"/>
                  </a:cubicBezTo>
                  <a:close/>
                  <a:moveTo>
                    <a:pt x="115" y="45"/>
                  </a:moveTo>
                  <a:cubicBezTo>
                    <a:pt x="25" y="45"/>
                    <a:pt x="25" y="45"/>
                    <a:pt x="25" y="45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115" y="49"/>
                    <a:pt x="115" y="49"/>
                    <a:pt x="115" y="49"/>
                  </a:cubicBezTo>
                  <a:lnTo>
                    <a:pt x="115" y="45"/>
                  </a:lnTo>
                  <a:close/>
                  <a:moveTo>
                    <a:pt x="37" y="16"/>
                  </a:moveTo>
                  <a:cubicBezTo>
                    <a:pt x="37" y="29"/>
                    <a:pt x="37" y="29"/>
                    <a:pt x="3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16"/>
                    <a:pt x="107" y="16"/>
                    <a:pt x="107" y="16"/>
                  </a:cubicBezTo>
                  <a:lnTo>
                    <a:pt x="37" y="16"/>
                  </a:lnTo>
                  <a:close/>
                  <a:moveTo>
                    <a:pt x="115" y="68"/>
                  </a:moveTo>
                  <a:cubicBezTo>
                    <a:pt x="107" y="68"/>
                    <a:pt x="101" y="75"/>
                    <a:pt x="101" y="82"/>
                  </a:cubicBezTo>
                  <a:cubicBezTo>
                    <a:pt x="101" y="90"/>
                    <a:pt x="107" y="96"/>
                    <a:pt x="115" y="96"/>
                  </a:cubicBezTo>
                  <a:cubicBezTo>
                    <a:pt x="123" y="96"/>
                    <a:pt x="129" y="90"/>
                    <a:pt x="129" y="82"/>
                  </a:cubicBezTo>
                  <a:cubicBezTo>
                    <a:pt x="129" y="75"/>
                    <a:pt x="123" y="68"/>
                    <a:pt x="115" y="68"/>
                  </a:cubicBezTo>
                  <a:close/>
                  <a:moveTo>
                    <a:pt x="139" y="82"/>
                  </a:moveTo>
                  <a:cubicBezTo>
                    <a:pt x="139" y="69"/>
                    <a:pt x="128" y="58"/>
                    <a:pt x="115" y="58"/>
                  </a:cubicBezTo>
                  <a:cubicBezTo>
                    <a:pt x="102" y="58"/>
                    <a:pt x="91" y="69"/>
                    <a:pt x="91" y="82"/>
                  </a:cubicBezTo>
                  <a:cubicBezTo>
                    <a:pt x="91" y="96"/>
                    <a:pt x="102" y="106"/>
                    <a:pt x="115" y="106"/>
                  </a:cubicBezTo>
                  <a:cubicBezTo>
                    <a:pt x="128" y="106"/>
                    <a:pt x="139" y="96"/>
                    <a:pt x="139" y="82"/>
                  </a:cubicBezTo>
                  <a:close/>
                  <a:moveTo>
                    <a:pt x="115" y="100"/>
                  </a:moveTo>
                  <a:cubicBezTo>
                    <a:pt x="105" y="100"/>
                    <a:pt x="97" y="92"/>
                    <a:pt x="97" y="82"/>
                  </a:cubicBezTo>
                  <a:cubicBezTo>
                    <a:pt x="97" y="72"/>
                    <a:pt x="105" y="64"/>
                    <a:pt x="115" y="64"/>
                  </a:cubicBezTo>
                  <a:cubicBezTo>
                    <a:pt x="125" y="64"/>
                    <a:pt x="133" y="72"/>
                    <a:pt x="133" y="82"/>
                  </a:cubicBezTo>
                  <a:cubicBezTo>
                    <a:pt x="133" y="92"/>
                    <a:pt x="125" y="100"/>
                    <a:pt x="115" y="1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EditPoints="1"/>
          </p:cNvSpPr>
          <p:nvPr/>
        </p:nvSpPr>
        <p:spPr bwMode="auto">
          <a:xfrm>
            <a:off x="798720" y="1175100"/>
            <a:ext cx="475115" cy="276291"/>
          </a:xfrm>
          <a:custGeom>
            <a:avLst/>
            <a:gdLst>
              <a:gd name="T0" fmla="*/ 135 w 139"/>
              <a:gd name="T1" fmla="*/ 61 h 81"/>
              <a:gd name="T2" fmla="*/ 131 w 139"/>
              <a:gd name="T3" fmla="*/ 56 h 81"/>
              <a:gd name="T4" fmla="*/ 131 w 139"/>
              <a:gd name="T5" fmla="*/ 27 h 81"/>
              <a:gd name="T6" fmla="*/ 139 w 139"/>
              <a:gd name="T7" fmla="*/ 24 h 81"/>
              <a:gd name="T8" fmla="*/ 70 w 139"/>
              <a:gd name="T9" fmla="*/ 0 h 81"/>
              <a:gd name="T10" fmla="*/ 0 w 139"/>
              <a:gd name="T11" fmla="*/ 24 h 81"/>
              <a:gd name="T12" fmla="*/ 70 w 139"/>
              <a:gd name="T13" fmla="*/ 48 h 81"/>
              <a:gd name="T14" fmla="*/ 127 w 139"/>
              <a:gd name="T15" fmla="*/ 28 h 81"/>
              <a:gd name="T16" fmla="*/ 127 w 139"/>
              <a:gd name="T17" fmla="*/ 56 h 81"/>
              <a:gd name="T18" fmla="*/ 123 w 139"/>
              <a:gd name="T19" fmla="*/ 61 h 81"/>
              <a:gd name="T20" fmla="*/ 126 w 139"/>
              <a:gd name="T21" fmla="*/ 64 h 81"/>
              <a:gd name="T22" fmla="*/ 123 w 139"/>
              <a:gd name="T23" fmla="*/ 81 h 81"/>
              <a:gd name="T24" fmla="*/ 135 w 139"/>
              <a:gd name="T25" fmla="*/ 81 h 81"/>
              <a:gd name="T26" fmla="*/ 132 w 139"/>
              <a:gd name="T27" fmla="*/ 64 h 81"/>
              <a:gd name="T28" fmla="*/ 135 w 139"/>
              <a:gd name="T29" fmla="*/ 61 h 81"/>
              <a:gd name="T30" fmla="*/ 28 w 139"/>
              <a:gd name="T31" fmla="*/ 42 h 81"/>
              <a:gd name="T32" fmla="*/ 28 w 139"/>
              <a:gd name="T33" fmla="*/ 69 h 81"/>
              <a:gd name="T34" fmla="*/ 70 w 139"/>
              <a:gd name="T35" fmla="*/ 81 h 81"/>
              <a:gd name="T36" fmla="*/ 111 w 139"/>
              <a:gd name="T37" fmla="*/ 69 h 81"/>
              <a:gd name="T38" fmla="*/ 111 w 139"/>
              <a:gd name="T39" fmla="*/ 42 h 81"/>
              <a:gd name="T40" fmla="*/ 70 w 139"/>
              <a:gd name="T41" fmla="*/ 56 h 81"/>
              <a:gd name="T42" fmla="*/ 28 w 139"/>
              <a:gd name="T43" fmla="*/ 4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9" h="81">
                <a:moveTo>
                  <a:pt x="135" y="61"/>
                </a:moveTo>
                <a:cubicBezTo>
                  <a:pt x="135" y="58"/>
                  <a:pt x="134" y="56"/>
                  <a:pt x="131" y="56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70" y="48"/>
                  <a:pt x="70" y="48"/>
                  <a:pt x="70" y="48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7" y="56"/>
                  <a:pt x="127" y="56"/>
                  <a:pt x="127" y="56"/>
                </a:cubicBezTo>
                <a:cubicBezTo>
                  <a:pt x="125" y="56"/>
                  <a:pt x="123" y="58"/>
                  <a:pt x="123" y="61"/>
                </a:cubicBezTo>
                <a:cubicBezTo>
                  <a:pt x="123" y="63"/>
                  <a:pt x="125" y="64"/>
                  <a:pt x="126" y="64"/>
                </a:cubicBezTo>
                <a:cubicBezTo>
                  <a:pt x="123" y="81"/>
                  <a:pt x="123" y="81"/>
                  <a:pt x="123" y="81"/>
                </a:cubicBezTo>
                <a:cubicBezTo>
                  <a:pt x="135" y="81"/>
                  <a:pt x="135" y="81"/>
                  <a:pt x="135" y="81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4" y="64"/>
                  <a:pt x="135" y="63"/>
                  <a:pt x="135" y="61"/>
                </a:cubicBezTo>
                <a:close/>
                <a:moveTo>
                  <a:pt x="28" y="42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76"/>
                  <a:pt x="47" y="81"/>
                  <a:pt x="70" y="81"/>
                </a:cubicBezTo>
                <a:cubicBezTo>
                  <a:pt x="92" y="81"/>
                  <a:pt x="111" y="76"/>
                  <a:pt x="111" y="69"/>
                </a:cubicBezTo>
                <a:cubicBezTo>
                  <a:pt x="111" y="42"/>
                  <a:pt x="111" y="42"/>
                  <a:pt x="111" y="42"/>
                </a:cubicBezTo>
                <a:cubicBezTo>
                  <a:pt x="70" y="56"/>
                  <a:pt x="70" y="56"/>
                  <a:pt x="70" y="56"/>
                </a:cubicBezTo>
                <a:lnTo>
                  <a:pt x="28" y="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" name="Freeform 6"/>
          <p:cNvSpPr>
            <a:spLocks noEditPoints="1"/>
          </p:cNvSpPr>
          <p:nvPr/>
        </p:nvSpPr>
        <p:spPr bwMode="auto">
          <a:xfrm>
            <a:off x="1950358" y="1079559"/>
            <a:ext cx="420891" cy="472534"/>
          </a:xfrm>
          <a:custGeom>
            <a:avLst/>
            <a:gdLst>
              <a:gd name="T0" fmla="*/ 112 w 123"/>
              <a:gd name="T1" fmla="*/ 108 h 139"/>
              <a:gd name="T2" fmla="*/ 111 w 123"/>
              <a:gd name="T3" fmla="*/ 105 h 139"/>
              <a:gd name="T4" fmla="*/ 123 w 123"/>
              <a:gd name="T5" fmla="*/ 68 h 139"/>
              <a:gd name="T6" fmla="*/ 108 w 123"/>
              <a:gd name="T7" fmla="*/ 28 h 139"/>
              <a:gd name="T8" fmla="*/ 110 w 123"/>
              <a:gd name="T9" fmla="*/ 29 h 139"/>
              <a:gd name="T10" fmla="*/ 114 w 123"/>
              <a:gd name="T11" fmla="*/ 28 h 139"/>
              <a:gd name="T12" fmla="*/ 114 w 123"/>
              <a:gd name="T13" fmla="*/ 28 h 139"/>
              <a:gd name="T14" fmla="*/ 115 w 123"/>
              <a:gd name="T15" fmla="*/ 27 h 139"/>
              <a:gd name="T16" fmla="*/ 112 w 123"/>
              <a:gd name="T17" fmla="*/ 10 h 139"/>
              <a:gd name="T18" fmla="*/ 103 w 123"/>
              <a:gd name="T19" fmla="*/ 4 h 139"/>
              <a:gd name="T20" fmla="*/ 86 w 123"/>
              <a:gd name="T21" fmla="*/ 7 h 139"/>
              <a:gd name="T22" fmla="*/ 85 w 123"/>
              <a:gd name="T23" fmla="*/ 7 h 139"/>
              <a:gd name="T24" fmla="*/ 85 w 123"/>
              <a:gd name="T25" fmla="*/ 8 h 139"/>
              <a:gd name="T26" fmla="*/ 85 w 123"/>
              <a:gd name="T27" fmla="*/ 11 h 139"/>
              <a:gd name="T28" fmla="*/ 62 w 123"/>
              <a:gd name="T29" fmla="*/ 6 h 139"/>
              <a:gd name="T30" fmla="*/ 39 w 123"/>
              <a:gd name="T31" fmla="*/ 11 h 139"/>
              <a:gd name="T32" fmla="*/ 39 w 123"/>
              <a:gd name="T33" fmla="*/ 8 h 139"/>
              <a:gd name="T34" fmla="*/ 39 w 123"/>
              <a:gd name="T35" fmla="*/ 7 h 139"/>
              <a:gd name="T36" fmla="*/ 38 w 123"/>
              <a:gd name="T37" fmla="*/ 7 h 139"/>
              <a:gd name="T38" fmla="*/ 21 w 123"/>
              <a:gd name="T39" fmla="*/ 4 h 139"/>
              <a:gd name="T40" fmla="*/ 12 w 123"/>
              <a:gd name="T41" fmla="*/ 10 h 139"/>
              <a:gd name="T42" fmla="*/ 9 w 123"/>
              <a:gd name="T43" fmla="*/ 27 h 139"/>
              <a:gd name="T44" fmla="*/ 10 w 123"/>
              <a:gd name="T45" fmla="*/ 28 h 139"/>
              <a:gd name="T46" fmla="*/ 10 w 123"/>
              <a:gd name="T47" fmla="*/ 28 h 139"/>
              <a:gd name="T48" fmla="*/ 14 w 123"/>
              <a:gd name="T49" fmla="*/ 29 h 139"/>
              <a:gd name="T50" fmla="*/ 15 w 123"/>
              <a:gd name="T51" fmla="*/ 28 h 139"/>
              <a:gd name="T52" fmla="*/ 0 w 123"/>
              <a:gd name="T53" fmla="*/ 68 h 139"/>
              <a:gd name="T54" fmla="*/ 13 w 123"/>
              <a:gd name="T55" fmla="*/ 105 h 139"/>
              <a:gd name="T56" fmla="*/ 12 w 123"/>
              <a:gd name="T57" fmla="*/ 108 h 139"/>
              <a:gd name="T58" fmla="*/ 4 w 123"/>
              <a:gd name="T59" fmla="*/ 128 h 139"/>
              <a:gd name="T60" fmla="*/ 10 w 123"/>
              <a:gd name="T61" fmla="*/ 138 h 139"/>
              <a:gd name="T62" fmla="*/ 20 w 123"/>
              <a:gd name="T63" fmla="*/ 132 h 139"/>
              <a:gd name="T64" fmla="*/ 25 w 123"/>
              <a:gd name="T65" fmla="*/ 118 h 139"/>
              <a:gd name="T66" fmla="*/ 62 w 123"/>
              <a:gd name="T67" fmla="*/ 130 h 139"/>
              <a:gd name="T68" fmla="*/ 98 w 123"/>
              <a:gd name="T69" fmla="*/ 118 h 139"/>
              <a:gd name="T70" fmla="*/ 103 w 123"/>
              <a:gd name="T71" fmla="*/ 132 h 139"/>
              <a:gd name="T72" fmla="*/ 113 w 123"/>
              <a:gd name="T73" fmla="*/ 138 h 139"/>
              <a:gd name="T74" fmla="*/ 119 w 123"/>
              <a:gd name="T75" fmla="*/ 128 h 139"/>
              <a:gd name="T76" fmla="*/ 112 w 123"/>
              <a:gd name="T77" fmla="*/ 108 h 139"/>
              <a:gd name="T78" fmla="*/ 62 w 123"/>
              <a:gd name="T79" fmla="*/ 117 h 139"/>
              <a:gd name="T80" fmla="*/ 12 w 123"/>
              <a:gd name="T81" fmla="*/ 68 h 139"/>
              <a:gd name="T82" fmla="*/ 62 w 123"/>
              <a:gd name="T83" fmla="*/ 19 h 139"/>
              <a:gd name="T84" fmla="*/ 111 w 123"/>
              <a:gd name="T85" fmla="*/ 68 h 139"/>
              <a:gd name="T86" fmla="*/ 62 w 123"/>
              <a:gd name="T87" fmla="*/ 117 h 139"/>
              <a:gd name="T88" fmla="*/ 82 w 123"/>
              <a:gd name="T89" fmla="*/ 41 h 139"/>
              <a:gd name="T90" fmla="*/ 63 w 123"/>
              <a:gd name="T91" fmla="*/ 64 h 139"/>
              <a:gd name="T92" fmla="*/ 62 w 123"/>
              <a:gd name="T93" fmla="*/ 64 h 139"/>
              <a:gd name="T94" fmla="*/ 58 w 123"/>
              <a:gd name="T95" fmla="*/ 65 h 139"/>
              <a:gd name="T96" fmla="*/ 45 w 123"/>
              <a:gd name="T97" fmla="*/ 54 h 139"/>
              <a:gd name="T98" fmla="*/ 39 w 123"/>
              <a:gd name="T99" fmla="*/ 54 h 139"/>
              <a:gd name="T100" fmla="*/ 40 w 123"/>
              <a:gd name="T101" fmla="*/ 60 h 139"/>
              <a:gd name="T102" fmla="*/ 54 w 123"/>
              <a:gd name="T103" fmla="*/ 71 h 139"/>
              <a:gd name="T104" fmla="*/ 53 w 123"/>
              <a:gd name="T105" fmla="*/ 72 h 139"/>
              <a:gd name="T106" fmla="*/ 62 w 123"/>
              <a:gd name="T107" fmla="*/ 80 h 139"/>
              <a:gd name="T108" fmla="*/ 70 w 123"/>
              <a:gd name="T109" fmla="*/ 72 h 139"/>
              <a:gd name="T110" fmla="*/ 69 w 123"/>
              <a:gd name="T111" fmla="*/ 69 h 139"/>
              <a:gd name="T112" fmla="*/ 88 w 123"/>
              <a:gd name="T113" fmla="*/ 46 h 139"/>
              <a:gd name="T114" fmla="*/ 88 w 123"/>
              <a:gd name="T115" fmla="*/ 41 h 139"/>
              <a:gd name="T116" fmla="*/ 82 w 123"/>
              <a:gd name="T117" fmla="*/ 41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3" h="139">
                <a:moveTo>
                  <a:pt x="112" y="108"/>
                </a:moveTo>
                <a:cubicBezTo>
                  <a:pt x="112" y="107"/>
                  <a:pt x="111" y="106"/>
                  <a:pt x="111" y="105"/>
                </a:cubicBezTo>
                <a:cubicBezTo>
                  <a:pt x="119" y="95"/>
                  <a:pt x="123" y="82"/>
                  <a:pt x="123" y="68"/>
                </a:cubicBezTo>
                <a:cubicBezTo>
                  <a:pt x="123" y="53"/>
                  <a:pt x="118" y="39"/>
                  <a:pt x="108" y="28"/>
                </a:cubicBezTo>
                <a:cubicBezTo>
                  <a:pt x="110" y="29"/>
                  <a:pt x="110" y="29"/>
                  <a:pt x="110" y="29"/>
                </a:cubicBezTo>
                <a:cubicBezTo>
                  <a:pt x="111" y="30"/>
                  <a:pt x="113" y="30"/>
                  <a:pt x="114" y="28"/>
                </a:cubicBezTo>
                <a:cubicBezTo>
                  <a:pt x="114" y="28"/>
                  <a:pt x="114" y="28"/>
                  <a:pt x="114" y="28"/>
                </a:cubicBezTo>
                <a:cubicBezTo>
                  <a:pt x="114" y="28"/>
                  <a:pt x="114" y="28"/>
                  <a:pt x="115" y="27"/>
                </a:cubicBezTo>
                <a:cubicBezTo>
                  <a:pt x="118" y="22"/>
                  <a:pt x="117" y="14"/>
                  <a:pt x="112" y="10"/>
                </a:cubicBezTo>
                <a:cubicBezTo>
                  <a:pt x="103" y="4"/>
                  <a:pt x="103" y="4"/>
                  <a:pt x="103" y="4"/>
                </a:cubicBezTo>
                <a:cubicBezTo>
                  <a:pt x="97" y="0"/>
                  <a:pt x="89" y="1"/>
                  <a:pt x="86" y="7"/>
                </a:cubicBezTo>
                <a:cubicBezTo>
                  <a:pt x="85" y="7"/>
                  <a:pt x="85" y="7"/>
                  <a:pt x="85" y="7"/>
                </a:cubicBezTo>
                <a:cubicBezTo>
                  <a:pt x="85" y="8"/>
                  <a:pt x="85" y="8"/>
                  <a:pt x="85" y="8"/>
                </a:cubicBezTo>
                <a:cubicBezTo>
                  <a:pt x="84" y="9"/>
                  <a:pt x="84" y="10"/>
                  <a:pt x="85" y="11"/>
                </a:cubicBezTo>
                <a:cubicBezTo>
                  <a:pt x="78" y="8"/>
                  <a:pt x="70" y="6"/>
                  <a:pt x="62" y="6"/>
                </a:cubicBezTo>
                <a:cubicBezTo>
                  <a:pt x="54" y="6"/>
                  <a:pt x="46" y="8"/>
                  <a:pt x="39" y="11"/>
                </a:cubicBezTo>
                <a:cubicBezTo>
                  <a:pt x="39" y="10"/>
                  <a:pt x="40" y="9"/>
                  <a:pt x="39" y="8"/>
                </a:cubicBezTo>
                <a:cubicBezTo>
                  <a:pt x="39" y="8"/>
                  <a:pt x="39" y="8"/>
                  <a:pt x="39" y="7"/>
                </a:cubicBezTo>
                <a:cubicBezTo>
                  <a:pt x="38" y="7"/>
                  <a:pt x="38" y="7"/>
                  <a:pt x="38" y="7"/>
                </a:cubicBezTo>
                <a:cubicBezTo>
                  <a:pt x="34" y="1"/>
                  <a:pt x="27" y="0"/>
                  <a:pt x="21" y="4"/>
                </a:cubicBezTo>
                <a:cubicBezTo>
                  <a:pt x="12" y="10"/>
                  <a:pt x="12" y="10"/>
                  <a:pt x="12" y="10"/>
                </a:cubicBezTo>
                <a:cubicBezTo>
                  <a:pt x="6" y="14"/>
                  <a:pt x="5" y="22"/>
                  <a:pt x="9" y="27"/>
                </a:cubicBezTo>
                <a:cubicBezTo>
                  <a:pt x="9" y="28"/>
                  <a:pt x="10" y="28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1" y="30"/>
                  <a:pt x="13" y="30"/>
                  <a:pt x="14" y="29"/>
                </a:cubicBezTo>
                <a:cubicBezTo>
                  <a:pt x="15" y="28"/>
                  <a:pt x="15" y="28"/>
                  <a:pt x="15" y="28"/>
                </a:cubicBezTo>
                <a:cubicBezTo>
                  <a:pt x="6" y="39"/>
                  <a:pt x="0" y="53"/>
                  <a:pt x="0" y="68"/>
                </a:cubicBezTo>
                <a:cubicBezTo>
                  <a:pt x="0" y="82"/>
                  <a:pt x="5" y="95"/>
                  <a:pt x="13" y="105"/>
                </a:cubicBezTo>
                <a:cubicBezTo>
                  <a:pt x="12" y="106"/>
                  <a:pt x="12" y="107"/>
                  <a:pt x="12" y="108"/>
                </a:cubicBezTo>
                <a:cubicBezTo>
                  <a:pt x="4" y="128"/>
                  <a:pt x="4" y="128"/>
                  <a:pt x="4" y="128"/>
                </a:cubicBezTo>
                <a:cubicBezTo>
                  <a:pt x="3" y="132"/>
                  <a:pt x="6" y="137"/>
                  <a:pt x="10" y="138"/>
                </a:cubicBezTo>
                <a:cubicBezTo>
                  <a:pt x="15" y="139"/>
                  <a:pt x="19" y="136"/>
                  <a:pt x="20" y="132"/>
                </a:cubicBezTo>
                <a:cubicBezTo>
                  <a:pt x="25" y="118"/>
                  <a:pt x="25" y="118"/>
                  <a:pt x="25" y="118"/>
                </a:cubicBezTo>
                <a:cubicBezTo>
                  <a:pt x="36" y="125"/>
                  <a:pt x="48" y="130"/>
                  <a:pt x="62" y="130"/>
                </a:cubicBezTo>
                <a:cubicBezTo>
                  <a:pt x="75" y="130"/>
                  <a:pt x="88" y="125"/>
                  <a:pt x="98" y="118"/>
                </a:cubicBezTo>
                <a:cubicBezTo>
                  <a:pt x="103" y="132"/>
                  <a:pt x="103" y="132"/>
                  <a:pt x="103" y="132"/>
                </a:cubicBezTo>
                <a:cubicBezTo>
                  <a:pt x="104" y="136"/>
                  <a:pt x="109" y="139"/>
                  <a:pt x="113" y="138"/>
                </a:cubicBezTo>
                <a:cubicBezTo>
                  <a:pt x="118" y="137"/>
                  <a:pt x="120" y="132"/>
                  <a:pt x="119" y="128"/>
                </a:cubicBezTo>
                <a:lnTo>
                  <a:pt x="112" y="108"/>
                </a:lnTo>
                <a:close/>
                <a:moveTo>
                  <a:pt x="62" y="117"/>
                </a:moveTo>
                <a:cubicBezTo>
                  <a:pt x="34" y="117"/>
                  <a:pt x="12" y="95"/>
                  <a:pt x="12" y="68"/>
                </a:cubicBezTo>
                <a:cubicBezTo>
                  <a:pt x="12" y="41"/>
                  <a:pt x="34" y="19"/>
                  <a:pt x="62" y="19"/>
                </a:cubicBezTo>
                <a:cubicBezTo>
                  <a:pt x="89" y="19"/>
                  <a:pt x="111" y="41"/>
                  <a:pt x="111" y="68"/>
                </a:cubicBezTo>
                <a:cubicBezTo>
                  <a:pt x="111" y="95"/>
                  <a:pt x="89" y="117"/>
                  <a:pt x="62" y="117"/>
                </a:cubicBezTo>
                <a:close/>
                <a:moveTo>
                  <a:pt x="82" y="41"/>
                </a:moveTo>
                <a:cubicBezTo>
                  <a:pt x="63" y="64"/>
                  <a:pt x="63" y="64"/>
                  <a:pt x="63" y="64"/>
                </a:cubicBezTo>
                <a:cubicBezTo>
                  <a:pt x="63" y="64"/>
                  <a:pt x="62" y="64"/>
                  <a:pt x="62" y="64"/>
                </a:cubicBezTo>
                <a:cubicBezTo>
                  <a:pt x="61" y="64"/>
                  <a:pt x="59" y="64"/>
                  <a:pt x="58" y="65"/>
                </a:cubicBezTo>
                <a:cubicBezTo>
                  <a:pt x="45" y="54"/>
                  <a:pt x="45" y="54"/>
                  <a:pt x="45" y="54"/>
                </a:cubicBezTo>
                <a:cubicBezTo>
                  <a:pt x="43" y="52"/>
                  <a:pt x="41" y="52"/>
                  <a:pt x="39" y="54"/>
                </a:cubicBezTo>
                <a:cubicBezTo>
                  <a:pt x="38" y="56"/>
                  <a:pt x="38" y="58"/>
                  <a:pt x="40" y="60"/>
                </a:cubicBezTo>
                <a:cubicBezTo>
                  <a:pt x="54" y="71"/>
                  <a:pt x="54" y="71"/>
                  <a:pt x="54" y="71"/>
                </a:cubicBezTo>
                <a:cubicBezTo>
                  <a:pt x="54" y="72"/>
                  <a:pt x="53" y="72"/>
                  <a:pt x="53" y="72"/>
                </a:cubicBezTo>
                <a:cubicBezTo>
                  <a:pt x="53" y="77"/>
                  <a:pt x="57" y="80"/>
                  <a:pt x="62" y="80"/>
                </a:cubicBezTo>
                <a:cubicBezTo>
                  <a:pt x="66" y="80"/>
                  <a:pt x="70" y="77"/>
                  <a:pt x="70" y="72"/>
                </a:cubicBezTo>
                <a:cubicBezTo>
                  <a:pt x="70" y="71"/>
                  <a:pt x="70" y="70"/>
                  <a:pt x="69" y="69"/>
                </a:cubicBezTo>
                <a:cubicBezTo>
                  <a:pt x="88" y="46"/>
                  <a:pt x="88" y="46"/>
                  <a:pt x="88" y="46"/>
                </a:cubicBezTo>
                <a:cubicBezTo>
                  <a:pt x="90" y="45"/>
                  <a:pt x="89" y="42"/>
                  <a:pt x="88" y="41"/>
                </a:cubicBezTo>
                <a:cubicBezTo>
                  <a:pt x="86" y="39"/>
                  <a:pt x="83" y="39"/>
                  <a:pt x="82" y="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" name="Freeform 7"/>
          <p:cNvSpPr>
            <a:spLocks noEditPoints="1"/>
          </p:cNvSpPr>
          <p:nvPr/>
        </p:nvSpPr>
        <p:spPr bwMode="auto">
          <a:xfrm>
            <a:off x="3058101" y="1102800"/>
            <a:ext cx="457041" cy="485444"/>
          </a:xfrm>
          <a:custGeom>
            <a:avLst/>
            <a:gdLst>
              <a:gd name="T0" fmla="*/ 96 w 134"/>
              <a:gd name="T1" fmla="*/ 119 h 142"/>
              <a:gd name="T2" fmla="*/ 79 w 134"/>
              <a:gd name="T3" fmla="*/ 131 h 142"/>
              <a:gd name="T4" fmla="*/ 84 w 134"/>
              <a:gd name="T5" fmla="*/ 137 h 142"/>
              <a:gd name="T6" fmla="*/ 95 w 134"/>
              <a:gd name="T7" fmla="*/ 140 h 142"/>
              <a:gd name="T8" fmla="*/ 98 w 134"/>
              <a:gd name="T9" fmla="*/ 138 h 142"/>
              <a:gd name="T10" fmla="*/ 101 w 134"/>
              <a:gd name="T11" fmla="*/ 127 h 142"/>
              <a:gd name="T12" fmla="*/ 96 w 134"/>
              <a:gd name="T13" fmla="*/ 119 h 142"/>
              <a:gd name="T14" fmla="*/ 126 w 134"/>
              <a:gd name="T15" fmla="*/ 51 h 142"/>
              <a:gd name="T16" fmla="*/ 123 w 134"/>
              <a:gd name="T17" fmla="*/ 48 h 142"/>
              <a:gd name="T18" fmla="*/ 70 w 134"/>
              <a:gd name="T19" fmla="*/ 30 h 142"/>
              <a:gd name="T20" fmla="*/ 34 w 134"/>
              <a:gd name="T21" fmla="*/ 22 h 142"/>
              <a:gd name="T22" fmla="*/ 30 w 134"/>
              <a:gd name="T23" fmla="*/ 7 h 142"/>
              <a:gd name="T24" fmla="*/ 6 w 134"/>
              <a:gd name="T25" fmla="*/ 7 h 142"/>
              <a:gd name="T26" fmla="*/ 6 w 134"/>
              <a:gd name="T27" fmla="*/ 30 h 142"/>
              <a:gd name="T28" fmla="*/ 21 w 134"/>
              <a:gd name="T29" fmla="*/ 34 h 142"/>
              <a:gd name="T30" fmla="*/ 30 w 134"/>
              <a:gd name="T31" fmla="*/ 71 h 142"/>
              <a:gd name="T32" fmla="*/ 47 w 134"/>
              <a:gd name="T33" fmla="*/ 123 h 142"/>
              <a:gd name="T34" fmla="*/ 51 w 134"/>
              <a:gd name="T35" fmla="*/ 127 h 142"/>
              <a:gd name="T36" fmla="*/ 102 w 134"/>
              <a:gd name="T37" fmla="*/ 103 h 142"/>
              <a:gd name="T38" fmla="*/ 126 w 134"/>
              <a:gd name="T39" fmla="*/ 51 h 142"/>
              <a:gd name="T40" fmla="*/ 24 w 134"/>
              <a:gd name="T41" fmla="*/ 24 h 142"/>
              <a:gd name="T42" fmla="*/ 12 w 134"/>
              <a:gd name="T43" fmla="*/ 24 h 142"/>
              <a:gd name="T44" fmla="*/ 12 w 134"/>
              <a:gd name="T45" fmla="*/ 13 h 142"/>
              <a:gd name="T46" fmla="*/ 24 w 134"/>
              <a:gd name="T47" fmla="*/ 13 h 142"/>
              <a:gd name="T48" fmla="*/ 24 w 134"/>
              <a:gd name="T49" fmla="*/ 24 h 142"/>
              <a:gd name="T50" fmla="*/ 58 w 134"/>
              <a:gd name="T51" fmla="*/ 112 h 142"/>
              <a:gd name="T52" fmla="*/ 55 w 134"/>
              <a:gd name="T53" fmla="*/ 109 h 142"/>
              <a:gd name="T54" fmla="*/ 38 w 134"/>
              <a:gd name="T55" fmla="*/ 67 h 142"/>
              <a:gd name="T56" fmla="*/ 31 w 134"/>
              <a:gd name="T57" fmla="*/ 35 h 142"/>
              <a:gd name="T58" fmla="*/ 44 w 134"/>
              <a:gd name="T59" fmla="*/ 62 h 142"/>
              <a:gd name="T60" fmla="*/ 65 w 134"/>
              <a:gd name="T61" fmla="*/ 112 h 142"/>
              <a:gd name="T62" fmla="*/ 68 w 134"/>
              <a:gd name="T63" fmla="*/ 114 h 142"/>
              <a:gd name="T64" fmla="*/ 58 w 134"/>
              <a:gd name="T65" fmla="*/ 11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34" h="142">
                <a:moveTo>
                  <a:pt x="96" y="119"/>
                </a:moveTo>
                <a:cubicBezTo>
                  <a:pt x="90" y="124"/>
                  <a:pt x="85" y="127"/>
                  <a:pt x="79" y="131"/>
                </a:cubicBezTo>
                <a:cubicBezTo>
                  <a:pt x="84" y="137"/>
                  <a:pt x="84" y="137"/>
                  <a:pt x="84" y="137"/>
                </a:cubicBezTo>
                <a:cubicBezTo>
                  <a:pt x="86" y="141"/>
                  <a:pt x="91" y="142"/>
                  <a:pt x="95" y="140"/>
                </a:cubicBezTo>
                <a:cubicBezTo>
                  <a:pt x="98" y="138"/>
                  <a:pt x="98" y="138"/>
                  <a:pt x="98" y="138"/>
                </a:cubicBezTo>
                <a:cubicBezTo>
                  <a:pt x="102" y="136"/>
                  <a:pt x="104" y="131"/>
                  <a:pt x="101" y="127"/>
                </a:cubicBezTo>
                <a:lnTo>
                  <a:pt x="96" y="119"/>
                </a:lnTo>
                <a:close/>
                <a:moveTo>
                  <a:pt x="126" y="51"/>
                </a:moveTo>
                <a:cubicBezTo>
                  <a:pt x="127" y="51"/>
                  <a:pt x="124" y="49"/>
                  <a:pt x="123" y="48"/>
                </a:cubicBezTo>
                <a:cubicBezTo>
                  <a:pt x="114" y="39"/>
                  <a:pt x="88" y="48"/>
                  <a:pt x="70" y="30"/>
                </a:cubicBezTo>
                <a:cubicBezTo>
                  <a:pt x="56" y="16"/>
                  <a:pt x="44" y="15"/>
                  <a:pt x="34" y="22"/>
                </a:cubicBezTo>
                <a:cubicBezTo>
                  <a:pt x="35" y="16"/>
                  <a:pt x="34" y="11"/>
                  <a:pt x="30" y="7"/>
                </a:cubicBezTo>
                <a:cubicBezTo>
                  <a:pt x="23" y="0"/>
                  <a:pt x="13" y="0"/>
                  <a:pt x="6" y="7"/>
                </a:cubicBezTo>
                <a:cubicBezTo>
                  <a:pt x="0" y="13"/>
                  <a:pt x="0" y="24"/>
                  <a:pt x="6" y="30"/>
                </a:cubicBezTo>
                <a:cubicBezTo>
                  <a:pt x="11" y="34"/>
                  <a:pt x="16" y="35"/>
                  <a:pt x="21" y="34"/>
                </a:cubicBezTo>
                <a:cubicBezTo>
                  <a:pt x="15" y="45"/>
                  <a:pt x="16" y="57"/>
                  <a:pt x="30" y="71"/>
                </a:cubicBezTo>
                <a:cubicBezTo>
                  <a:pt x="47" y="88"/>
                  <a:pt x="38" y="114"/>
                  <a:pt x="47" y="123"/>
                </a:cubicBezTo>
                <a:cubicBezTo>
                  <a:pt x="49" y="125"/>
                  <a:pt x="51" y="127"/>
                  <a:pt x="51" y="127"/>
                </a:cubicBezTo>
                <a:cubicBezTo>
                  <a:pt x="58" y="134"/>
                  <a:pt x="82" y="124"/>
                  <a:pt x="102" y="103"/>
                </a:cubicBezTo>
                <a:cubicBezTo>
                  <a:pt x="123" y="82"/>
                  <a:pt x="134" y="59"/>
                  <a:pt x="126" y="51"/>
                </a:cubicBezTo>
                <a:close/>
                <a:moveTo>
                  <a:pt x="24" y="24"/>
                </a:moveTo>
                <a:cubicBezTo>
                  <a:pt x="21" y="27"/>
                  <a:pt x="16" y="27"/>
                  <a:pt x="12" y="24"/>
                </a:cubicBezTo>
                <a:cubicBezTo>
                  <a:pt x="9" y="21"/>
                  <a:pt x="9" y="16"/>
                  <a:pt x="12" y="13"/>
                </a:cubicBezTo>
                <a:cubicBezTo>
                  <a:pt x="16" y="9"/>
                  <a:pt x="21" y="9"/>
                  <a:pt x="24" y="13"/>
                </a:cubicBezTo>
                <a:cubicBezTo>
                  <a:pt x="27" y="16"/>
                  <a:pt x="27" y="21"/>
                  <a:pt x="24" y="24"/>
                </a:cubicBezTo>
                <a:close/>
                <a:moveTo>
                  <a:pt x="58" y="112"/>
                </a:moveTo>
                <a:cubicBezTo>
                  <a:pt x="58" y="112"/>
                  <a:pt x="56" y="110"/>
                  <a:pt x="55" y="109"/>
                </a:cubicBezTo>
                <a:cubicBezTo>
                  <a:pt x="48" y="102"/>
                  <a:pt x="52" y="82"/>
                  <a:pt x="38" y="67"/>
                </a:cubicBezTo>
                <a:cubicBezTo>
                  <a:pt x="24" y="53"/>
                  <a:pt x="24" y="43"/>
                  <a:pt x="31" y="35"/>
                </a:cubicBezTo>
                <a:cubicBezTo>
                  <a:pt x="30" y="42"/>
                  <a:pt x="34" y="51"/>
                  <a:pt x="44" y="62"/>
                </a:cubicBezTo>
                <a:cubicBezTo>
                  <a:pt x="62" y="80"/>
                  <a:pt x="56" y="103"/>
                  <a:pt x="65" y="112"/>
                </a:cubicBezTo>
                <a:cubicBezTo>
                  <a:pt x="66" y="113"/>
                  <a:pt x="67" y="114"/>
                  <a:pt x="68" y="114"/>
                </a:cubicBezTo>
                <a:cubicBezTo>
                  <a:pt x="63" y="115"/>
                  <a:pt x="60" y="114"/>
                  <a:pt x="5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Freeform 8"/>
          <p:cNvSpPr>
            <a:spLocks noEditPoints="1"/>
          </p:cNvSpPr>
          <p:nvPr/>
        </p:nvSpPr>
        <p:spPr bwMode="auto">
          <a:xfrm>
            <a:off x="4129693" y="1113128"/>
            <a:ext cx="624880" cy="464787"/>
          </a:xfrm>
          <a:custGeom>
            <a:avLst/>
            <a:gdLst>
              <a:gd name="T0" fmla="*/ 115 w 183"/>
              <a:gd name="T1" fmla="*/ 58 h 136"/>
              <a:gd name="T2" fmla="*/ 57 w 183"/>
              <a:gd name="T3" fmla="*/ 0 h 136"/>
              <a:gd name="T4" fmla="*/ 0 w 183"/>
              <a:gd name="T5" fmla="*/ 58 h 136"/>
              <a:gd name="T6" fmla="*/ 57 w 183"/>
              <a:gd name="T7" fmla="*/ 116 h 136"/>
              <a:gd name="T8" fmla="*/ 115 w 183"/>
              <a:gd name="T9" fmla="*/ 58 h 136"/>
              <a:gd name="T10" fmla="*/ 17 w 183"/>
              <a:gd name="T11" fmla="*/ 56 h 136"/>
              <a:gd name="T12" fmla="*/ 17 w 183"/>
              <a:gd name="T13" fmla="*/ 57 h 136"/>
              <a:gd name="T14" fmla="*/ 13 w 183"/>
              <a:gd name="T15" fmla="*/ 62 h 136"/>
              <a:gd name="T16" fmla="*/ 8 w 183"/>
              <a:gd name="T17" fmla="*/ 57 h 136"/>
              <a:gd name="T18" fmla="*/ 8 w 183"/>
              <a:gd name="T19" fmla="*/ 54 h 136"/>
              <a:gd name="T20" fmla="*/ 8 w 183"/>
              <a:gd name="T21" fmla="*/ 54 h 136"/>
              <a:gd name="T22" fmla="*/ 50 w 183"/>
              <a:gd name="T23" fmla="*/ 11 h 136"/>
              <a:gd name="T24" fmla="*/ 50 w 183"/>
              <a:gd name="T25" fmla="*/ 11 h 136"/>
              <a:gd name="T26" fmla="*/ 57 w 183"/>
              <a:gd name="T27" fmla="*/ 11 h 136"/>
              <a:gd name="T28" fmla="*/ 61 w 183"/>
              <a:gd name="T29" fmla="*/ 16 h 136"/>
              <a:gd name="T30" fmla="*/ 57 w 183"/>
              <a:gd name="T31" fmla="*/ 21 h 136"/>
              <a:gd name="T32" fmla="*/ 52 w 183"/>
              <a:gd name="T33" fmla="*/ 21 h 136"/>
              <a:gd name="T34" fmla="*/ 17 w 183"/>
              <a:gd name="T35" fmla="*/ 56 h 136"/>
              <a:gd name="T36" fmla="*/ 45 w 183"/>
              <a:gd name="T37" fmla="*/ 58 h 136"/>
              <a:gd name="T38" fmla="*/ 57 w 183"/>
              <a:gd name="T39" fmla="*/ 46 h 136"/>
              <a:gd name="T40" fmla="*/ 70 w 183"/>
              <a:gd name="T41" fmla="*/ 58 h 136"/>
              <a:gd name="T42" fmla="*/ 57 w 183"/>
              <a:gd name="T43" fmla="*/ 70 h 136"/>
              <a:gd name="T44" fmla="*/ 45 w 183"/>
              <a:gd name="T45" fmla="*/ 58 h 136"/>
              <a:gd name="T46" fmla="*/ 172 w 183"/>
              <a:gd name="T47" fmla="*/ 51 h 136"/>
              <a:gd name="T48" fmla="*/ 150 w 183"/>
              <a:gd name="T49" fmla="*/ 57 h 136"/>
              <a:gd name="T50" fmla="*/ 156 w 183"/>
              <a:gd name="T51" fmla="*/ 80 h 136"/>
              <a:gd name="T52" fmla="*/ 156 w 183"/>
              <a:gd name="T53" fmla="*/ 80 h 136"/>
              <a:gd name="T54" fmla="*/ 90 w 183"/>
              <a:gd name="T55" fmla="*/ 120 h 136"/>
              <a:gd name="T56" fmla="*/ 90 w 183"/>
              <a:gd name="T57" fmla="*/ 115 h 136"/>
              <a:gd name="T58" fmla="*/ 57 w 183"/>
              <a:gd name="T59" fmla="*/ 124 h 136"/>
              <a:gd name="T60" fmla="*/ 24 w 183"/>
              <a:gd name="T61" fmla="*/ 115 h 136"/>
              <a:gd name="T62" fmla="*/ 24 w 183"/>
              <a:gd name="T63" fmla="*/ 128 h 136"/>
              <a:gd name="T64" fmla="*/ 33 w 183"/>
              <a:gd name="T65" fmla="*/ 136 h 136"/>
              <a:gd name="T66" fmla="*/ 82 w 183"/>
              <a:gd name="T67" fmla="*/ 136 h 136"/>
              <a:gd name="T68" fmla="*/ 90 w 183"/>
              <a:gd name="T69" fmla="*/ 128 h 136"/>
              <a:gd name="T70" fmla="*/ 90 w 183"/>
              <a:gd name="T71" fmla="*/ 128 h 136"/>
              <a:gd name="T72" fmla="*/ 164 w 183"/>
              <a:gd name="T73" fmla="*/ 82 h 136"/>
              <a:gd name="T74" fmla="*/ 178 w 183"/>
              <a:gd name="T75" fmla="*/ 74 h 136"/>
              <a:gd name="T76" fmla="*/ 172 w 183"/>
              <a:gd name="T77" fmla="*/ 51 h 136"/>
              <a:gd name="T78" fmla="*/ 162 w 183"/>
              <a:gd name="T79" fmla="*/ 65 h 136"/>
              <a:gd name="T80" fmla="*/ 158 w 183"/>
              <a:gd name="T81" fmla="*/ 60 h 136"/>
              <a:gd name="T82" fmla="*/ 162 w 183"/>
              <a:gd name="T83" fmla="*/ 56 h 136"/>
              <a:gd name="T84" fmla="*/ 167 w 183"/>
              <a:gd name="T85" fmla="*/ 60 h 136"/>
              <a:gd name="T86" fmla="*/ 162 w 183"/>
              <a:gd name="T87" fmla="*/ 65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83" h="136">
                <a:moveTo>
                  <a:pt x="115" y="58"/>
                </a:moveTo>
                <a:cubicBezTo>
                  <a:pt x="115" y="26"/>
                  <a:pt x="89" y="0"/>
                  <a:pt x="57" y="0"/>
                </a:cubicBezTo>
                <a:cubicBezTo>
                  <a:pt x="25" y="0"/>
                  <a:pt x="0" y="26"/>
                  <a:pt x="0" y="58"/>
                </a:cubicBezTo>
                <a:cubicBezTo>
                  <a:pt x="0" y="90"/>
                  <a:pt x="25" y="116"/>
                  <a:pt x="57" y="116"/>
                </a:cubicBezTo>
                <a:cubicBezTo>
                  <a:pt x="89" y="116"/>
                  <a:pt x="115" y="90"/>
                  <a:pt x="115" y="58"/>
                </a:cubicBezTo>
                <a:close/>
                <a:moveTo>
                  <a:pt x="17" y="56"/>
                </a:moveTo>
                <a:cubicBezTo>
                  <a:pt x="17" y="57"/>
                  <a:pt x="17" y="57"/>
                  <a:pt x="17" y="57"/>
                </a:cubicBezTo>
                <a:cubicBezTo>
                  <a:pt x="17" y="60"/>
                  <a:pt x="15" y="62"/>
                  <a:pt x="13" y="62"/>
                </a:cubicBezTo>
                <a:cubicBezTo>
                  <a:pt x="10" y="62"/>
                  <a:pt x="8" y="60"/>
                  <a:pt x="8" y="57"/>
                </a:cubicBezTo>
                <a:cubicBezTo>
                  <a:pt x="8" y="54"/>
                  <a:pt x="8" y="54"/>
                  <a:pt x="8" y="54"/>
                </a:cubicBezTo>
                <a:cubicBezTo>
                  <a:pt x="8" y="54"/>
                  <a:pt x="8" y="54"/>
                  <a:pt x="8" y="54"/>
                </a:cubicBezTo>
                <a:cubicBezTo>
                  <a:pt x="9" y="31"/>
                  <a:pt x="27" y="12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7" y="11"/>
                  <a:pt x="57" y="11"/>
                  <a:pt x="57" y="11"/>
                </a:cubicBezTo>
                <a:cubicBezTo>
                  <a:pt x="59" y="11"/>
                  <a:pt x="61" y="13"/>
                  <a:pt x="61" y="16"/>
                </a:cubicBezTo>
                <a:cubicBezTo>
                  <a:pt x="61" y="19"/>
                  <a:pt x="59" y="21"/>
                  <a:pt x="57" y="21"/>
                </a:cubicBezTo>
                <a:cubicBezTo>
                  <a:pt x="52" y="21"/>
                  <a:pt x="52" y="21"/>
                  <a:pt x="52" y="21"/>
                </a:cubicBezTo>
                <a:cubicBezTo>
                  <a:pt x="33" y="21"/>
                  <a:pt x="17" y="36"/>
                  <a:pt x="17" y="56"/>
                </a:cubicBezTo>
                <a:close/>
                <a:moveTo>
                  <a:pt x="45" y="58"/>
                </a:moveTo>
                <a:cubicBezTo>
                  <a:pt x="45" y="51"/>
                  <a:pt x="50" y="46"/>
                  <a:pt x="57" y="46"/>
                </a:cubicBezTo>
                <a:cubicBezTo>
                  <a:pt x="64" y="46"/>
                  <a:pt x="70" y="51"/>
                  <a:pt x="70" y="58"/>
                </a:cubicBezTo>
                <a:cubicBezTo>
                  <a:pt x="70" y="65"/>
                  <a:pt x="64" y="70"/>
                  <a:pt x="57" y="70"/>
                </a:cubicBezTo>
                <a:cubicBezTo>
                  <a:pt x="50" y="70"/>
                  <a:pt x="45" y="65"/>
                  <a:pt x="45" y="58"/>
                </a:cubicBezTo>
                <a:close/>
                <a:moveTo>
                  <a:pt x="172" y="51"/>
                </a:moveTo>
                <a:cubicBezTo>
                  <a:pt x="164" y="47"/>
                  <a:pt x="154" y="50"/>
                  <a:pt x="150" y="57"/>
                </a:cubicBezTo>
                <a:cubicBezTo>
                  <a:pt x="145" y="65"/>
                  <a:pt x="148" y="75"/>
                  <a:pt x="156" y="80"/>
                </a:cubicBezTo>
                <a:cubicBezTo>
                  <a:pt x="156" y="80"/>
                  <a:pt x="156" y="80"/>
                  <a:pt x="156" y="80"/>
                </a:cubicBezTo>
                <a:cubicBezTo>
                  <a:pt x="143" y="104"/>
                  <a:pt x="118" y="120"/>
                  <a:pt x="90" y="120"/>
                </a:cubicBezTo>
                <a:cubicBezTo>
                  <a:pt x="90" y="115"/>
                  <a:pt x="90" y="115"/>
                  <a:pt x="90" y="115"/>
                </a:cubicBezTo>
                <a:cubicBezTo>
                  <a:pt x="80" y="120"/>
                  <a:pt x="69" y="124"/>
                  <a:pt x="57" y="124"/>
                </a:cubicBezTo>
                <a:cubicBezTo>
                  <a:pt x="45" y="124"/>
                  <a:pt x="34" y="120"/>
                  <a:pt x="24" y="115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32"/>
                  <a:pt x="28" y="136"/>
                  <a:pt x="33" y="136"/>
                </a:cubicBezTo>
                <a:cubicBezTo>
                  <a:pt x="82" y="136"/>
                  <a:pt x="82" y="136"/>
                  <a:pt x="82" y="136"/>
                </a:cubicBezTo>
                <a:cubicBezTo>
                  <a:pt x="87" y="136"/>
                  <a:pt x="90" y="132"/>
                  <a:pt x="90" y="128"/>
                </a:cubicBezTo>
                <a:cubicBezTo>
                  <a:pt x="90" y="128"/>
                  <a:pt x="90" y="128"/>
                  <a:pt x="90" y="128"/>
                </a:cubicBezTo>
                <a:cubicBezTo>
                  <a:pt x="121" y="128"/>
                  <a:pt x="150" y="110"/>
                  <a:pt x="164" y="82"/>
                </a:cubicBezTo>
                <a:cubicBezTo>
                  <a:pt x="170" y="82"/>
                  <a:pt x="175" y="79"/>
                  <a:pt x="178" y="74"/>
                </a:cubicBezTo>
                <a:cubicBezTo>
                  <a:pt x="183" y="66"/>
                  <a:pt x="180" y="56"/>
                  <a:pt x="172" y="51"/>
                </a:cubicBezTo>
                <a:close/>
                <a:moveTo>
                  <a:pt x="162" y="65"/>
                </a:moveTo>
                <a:cubicBezTo>
                  <a:pt x="160" y="65"/>
                  <a:pt x="158" y="63"/>
                  <a:pt x="158" y="60"/>
                </a:cubicBezTo>
                <a:cubicBezTo>
                  <a:pt x="158" y="58"/>
                  <a:pt x="160" y="56"/>
                  <a:pt x="162" y="56"/>
                </a:cubicBezTo>
                <a:cubicBezTo>
                  <a:pt x="165" y="56"/>
                  <a:pt x="167" y="58"/>
                  <a:pt x="167" y="60"/>
                </a:cubicBezTo>
                <a:cubicBezTo>
                  <a:pt x="167" y="63"/>
                  <a:pt x="165" y="65"/>
                  <a:pt x="162" y="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Freeform 9"/>
          <p:cNvSpPr/>
          <p:nvPr/>
        </p:nvSpPr>
        <p:spPr bwMode="auto">
          <a:xfrm>
            <a:off x="5278751" y="1082143"/>
            <a:ext cx="521594" cy="464787"/>
          </a:xfrm>
          <a:custGeom>
            <a:avLst/>
            <a:gdLst>
              <a:gd name="T0" fmla="*/ 30 w 153"/>
              <a:gd name="T1" fmla="*/ 130 h 136"/>
              <a:gd name="T2" fmla="*/ 64 w 153"/>
              <a:gd name="T3" fmla="*/ 117 h 136"/>
              <a:gd name="T4" fmla="*/ 67 w 153"/>
              <a:gd name="T5" fmla="*/ 135 h 136"/>
              <a:gd name="T6" fmla="*/ 106 w 153"/>
              <a:gd name="T7" fmla="*/ 111 h 136"/>
              <a:gd name="T8" fmla="*/ 67 w 153"/>
              <a:gd name="T9" fmla="*/ 65 h 136"/>
              <a:gd name="T10" fmla="*/ 110 w 153"/>
              <a:gd name="T11" fmla="*/ 107 h 136"/>
              <a:gd name="T12" fmla="*/ 146 w 153"/>
              <a:gd name="T13" fmla="*/ 121 h 136"/>
              <a:gd name="T14" fmla="*/ 150 w 153"/>
              <a:gd name="T15" fmla="*/ 120 h 136"/>
              <a:gd name="T16" fmla="*/ 152 w 153"/>
              <a:gd name="T17" fmla="*/ 118 h 136"/>
              <a:gd name="T18" fmla="*/ 152 w 153"/>
              <a:gd name="T19" fmla="*/ 118 h 136"/>
              <a:gd name="T20" fmla="*/ 152 w 153"/>
              <a:gd name="T21" fmla="*/ 117 h 136"/>
              <a:gd name="T22" fmla="*/ 152 w 153"/>
              <a:gd name="T23" fmla="*/ 116 h 136"/>
              <a:gd name="T24" fmla="*/ 147 w 153"/>
              <a:gd name="T25" fmla="*/ 113 h 136"/>
              <a:gd name="T26" fmla="*/ 111 w 153"/>
              <a:gd name="T27" fmla="*/ 100 h 136"/>
              <a:gd name="T28" fmla="*/ 135 w 153"/>
              <a:gd name="T29" fmla="*/ 59 h 136"/>
              <a:gd name="T30" fmla="*/ 118 w 153"/>
              <a:gd name="T31" fmla="*/ 56 h 136"/>
              <a:gd name="T32" fmla="*/ 128 w 153"/>
              <a:gd name="T33" fmla="*/ 32 h 136"/>
              <a:gd name="T34" fmla="*/ 110 w 153"/>
              <a:gd name="T35" fmla="*/ 32 h 136"/>
              <a:gd name="T36" fmla="*/ 105 w 153"/>
              <a:gd name="T37" fmla="*/ 3 h 136"/>
              <a:gd name="T38" fmla="*/ 92 w 153"/>
              <a:gd name="T39" fmla="*/ 18 h 136"/>
              <a:gd name="T40" fmla="*/ 84 w 153"/>
              <a:gd name="T41" fmla="*/ 11 h 136"/>
              <a:gd name="T42" fmla="*/ 77 w 153"/>
              <a:gd name="T43" fmla="*/ 41 h 136"/>
              <a:gd name="T44" fmla="*/ 60 w 153"/>
              <a:gd name="T45" fmla="*/ 10 h 136"/>
              <a:gd name="T46" fmla="*/ 49 w 153"/>
              <a:gd name="T47" fmla="*/ 23 h 136"/>
              <a:gd name="T48" fmla="*/ 21 w 153"/>
              <a:gd name="T49" fmla="*/ 0 h 136"/>
              <a:gd name="T50" fmla="*/ 31 w 153"/>
              <a:gd name="T51" fmla="*/ 37 h 136"/>
              <a:gd name="T52" fmla="*/ 14 w 153"/>
              <a:gd name="T53" fmla="*/ 42 h 136"/>
              <a:gd name="T54" fmla="*/ 44 w 153"/>
              <a:gd name="T55" fmla="*/ 71 h 136"/>
              <a:gd name="T56" fmla="*/ 12 w 153"/>
              <a:gd name="T57" fmla="*/ 71 h 136"/>
              <a:gd name="T58" fmla="*/ 18 w 153"/>
              <a:gd name="T59" fmla="*/ 82 h 136"/>
              <a:gd name="T60" fmla="*/ 0 w 153"/>
              <a:gd name="T61" fmla="*/ 91 h 136"/>
              <a:gd name="T62" fmla="*/ 35 w 153"/>
              <a:gd name="T63" fmla="*/ 106 h 136"/>
              <a:gd name="T64" fmla="*/ 30 w 153"/>
              <a:gd name="T65" fmla="*/ 13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53" h="136">
                <a:moveTo>
                  <a:pt x="30" y="130"/>
                </a:moveTo>
                <a:cubicBezTo>
                  <a:pt x="30" y="130"/>
                  <a:pt x="55" y="114"/>
                  <a:pt x="64" y="117"/>
                </a:cubicBezTo>
                <a:cubicBezTo>
                  <a:pt x="72" y="121"/>
                  <a:pt x="66" y="135"/>
                  <a:pt x="67" y="135"/>
                </a:cubicBezTo>
                <a:cubicBezTo>
                  <a:pt x="67" y="136"/>
                  <a:pt x="97" y="135"/>
                  <a:pt x="106" y="111"/>
                </a:cubicBezTo>
                <a:cubicBezTo>
                  <a:pt x="98" y="105"/>
                  <a:pt x="82" y="92"/>
                  <a:pt x="67" y="65"/>
                </a:cubicBezTo>
                <a:cubicBezTo>
                  <a:pt x="83" y="87"/>
                  <a:pt x="102" y="101"/>
                  <a:pt x="110" y="107"/>
                </a:cubicBezTo>
                <a:cubicBezTo>
                  <a:pt x="120" y="113"/>
                  <a:pt x="134" y="119"/>
                  <a:pt x="146" y="121"/>
                </a:cubicBezTo>
                <a:cubicBezTo>
                  <a:pt x="147" y="121"/>
                  <a:pt x="149" y="121"/>
                  <a:pt x="150" y="120"/>
                </a:cubicBezTo>
                <a:cubicBezTo>
                  <a:pt x="151" y="119"/>
                  <a:pt x="151" y="119"/>
                  <a:pt x="152" y="118"/>
                </a:cubicBezTo>
                <a:cubicBezTo>
                  <a:pt x="152" y="118"/>
                  <a:pt x="152" y="118"/>
                  <a:pt x="152" y="118"/>
                </a:cubicBezTo>
                <a:cubicBezTo>
                  <a:pt x="152" y="117"/>
                  <a:pt x="152" y="117"/>
                  <a:pt x="152" y="117"/>
                </a:cubicBezTo>
                <a:cubicBezTo>
                  <a:pt x="152" y="117"/>
                  <a:pt x="152" y="117"/>
                  <a:pt x="152" y="116"/>
                </a:cubicBezTo>
                <a:cubicBezTo>
                  <a:pt x="153" y="114"/>
                  <a:pt x="152" y="112"/>
                  <a:pt x="147" y="113"/>
                </a:cubicBezTo>
                <a:cubicBezTo>
                  <a:pt x="140" y="115"/>
                  <a:pt x="123" y="109"/>
                  <a:pt x="111" y="100"/>
                </a:cubicBezTo>
                <a:cubicBezTo>
                  <a:pt x="137" y="86"/>
                  <a:pt x="134" y="59"/>
                  <a:pt x="135" y="59"/>
                </a:cubicBezTo>
                <a:cubicBezTo>
                  <a:pt x="135" y="60"/>
                  <a:pt x="124" y="63"/>
                  <a:pt x="118" y="56"/>
                </a:cubicBezTo>
                <a:cubicBezTo>
                  <a:pt x="111" y="50"/>
                  <a:pt x="128" y="32"/>
                  <a:pt x="128" y="32"/>
                </a:cubicBezTo>
                <a:cubicBezTo>
                  <a:pt x="128" y="32"/>
                  <a:pt x="117" y="40"/>
                  <a:pt x="110" y="32"/>
                </a:cubicBezTo>
                <a:cubicBezTo>
                  <a:pt x="103" y="25"/>
                  <a:pt x="105" y="3"/>
                  <a:pt x="105" y="3"/>
                </a:cubicBezTo>
                <a:cubicBezTo>
                  <a:pt x="105" y="3"/>
                  <a:pt x="100" y="18"/>
                  <a:pt x="92" y="18"/>
                </a:cubicBezTo>
                <a:cubicBezTo>
                  <a:pt x="84" y="17"/>
                  <a:pt x="84" y="11"/>
                  <a:pt x="84" y="11"/>
                </a:cubicBezTo>
                <a:cubicBezTo>
                  <a:pt x="84" y="11"/>
                  <a:pt x="84" y="40"/>
                  <a:pt x="77" y="41"/>
                </a:cubicBezTo>
                <a:cubicBezTo>
                  <a:pt x="68" y="43"/>
                  <a:pt x="59" y="10"/>
                  <a:pt x="60" y="10"/>
                </a:cubicBezTo>
                <a:cubicBezTo>
                  <a:pt x="59" y="9"/>
                  <a:pt x="61" y="25"/>
                  <a:pt x="49" y="23"/>
                </a:cubicBezTo>
                <a:cubicBezTo>
                  <a:pt x="37" y="21"/>
                  <a:pt x="21" y="0"/>
                  <a:pt x="21" y="0"/>
                </a:cubicBezTo>
                <a:cubicBezTo>
                  <a:pt x="21" y="0"/>
                  <a:pt x="31" y="26"/>
                  <a:pt x="31" y="37"/>
                </a:cubicBezTo>
                <a:cubicBezTo>
                  <a:pt x="30" y="48"/>
                  <a:pt x="14" y="42"/>
                  <a:pt x="14" y="42"/>
                </a:cubicBezTo>
                <a:cubicBezTo>
                  <a:pt x="14" y="43"/>
                  <a:pt x="43" y="59"/>
                  <a:pt x="44" y="71"/>
                </a:cubicBezTo>
                <a:cubicBezTo>
                  <a:pt x="44" y="83"/>
                  <a:pt x="19" y="74"/>
                  <a:pt x="12" y="71"/>
                </a:cubicBezTo>
                <a:cubicBezTo>
                  <a:pt x="14" y="72"/>
                  <a:pt x="17" y="75"/>
                  <a:pt x="18" y="82"/>
                </a:cubicBezTo>
                <a:cubicBezTo>
                  <a:pt x="18" y="92"/>
                  <a:pt x="0" y="91"/>
                  <a:pt x="0" y="91"/>
                </a:cubicBezTo>
                <a:cubicBezTo>
                  <a:pt x="0" y="91"/>
                  <a:pt x="27" y="99"/>
                  <a:pt x="35" y="106"/>
                </a:cubicBezTo>
                <a:cubicBezTo>
                  <a:pt x="42" y="114"/>
                  <a:pt x="30" y="130"/>
                  <a:pt x="30" y="1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Freeform 10"/>
          <p:cNvSpPr>
            <a:spLocks noEditPoints="1"/>
          </p:cNvSpPr>
          <p:nvPr/>
        </p:nvSpPr>
        <p:spPr bwMode="auto">
          <a:xfrm>
            <a:off x="6476868" y="1030500"/>
            <a:ext cx="366665" cy="519012"/>
          </a:xfrm>
          <a:custGeom>
            <a:avLst/>
            <a:gdLst>
              <a:gd name="T0" fmla="*/ 90 w 107"/>
              <a:gd name="T1" fmla="*/ 24 h 152"/>
              <a:gd name="T2" fmla="*/ 78 w 107"/>
              <a:gd name="T3" fmla="*/ 16 h 152"/>
              <a:gd name="T4" fmla="*/ 74 w 107"/>
              <a:gd name="T5" fmla="*/ 0 h 152"/>
              <a:gd name="T6" fmla="*/ 29 w 107"/>
              <a:gd name="T7" fmla="*/ 4 h 152"/>
              <a:gd name="T8" fmla="*/ 16 w 107"/>
              <a:gd name="T9" fmla="*/ 16 h 152"/>
              <a:gd name="T10" fmla="*/ 3 w 107"/>
              <a:gd name="T11" fmla="*/ 24 h 152"/>
              <a:gd name="T12" fmla="*/ 0 w 107"/>
              <a:gd name="T13" fmla="*/ 148 h 152"/>
              <a:gd name="T14" fmla="*/ 103 w 107"/>
              <a:gd name="T15" fmla="*/ 152 h 152"/>
              <a:gd name="T16" fmla="*/ 107 w 107"/>
              <a:gd name="T17" fmla="*/ 28 h 152"/>
              <a:gd name="T18" fmla="*/ 37 w 107"/>
              <a:gd name="T19" fmla="*/ 12 h 152"/>
              <a:gd name="T20" fmla="*/ 66 w 107"/>
              <a:gd name="T21" fmla="*/ 8 h 152"/>
              <a:gd name="T22" fmla="*/ 70 w 107"/>
              <a:gd name="T23" fmla="*/ 16 h 152"/>
              <a:gd name="T24" fmla="*/ 41 w 107"/>
              <a:gd name="T25" fmla="*/ 20 h 152"/>
              <a:gd name="T26" fmla="*/ 37 w 107"/>
              <a:gd name="T27" fmla="*/ 12 h 152"/>
              <a:gd name="T28" fmla="*/ 82 w 107"/>
              <a:gd name="T29" fmla="*/ 127 h 152"/>
              <a:gd name="T30" fmla="*/ 8 w 107"/>
              <a:gd name="T31" fmla="*/ 144 h 152"/>
              <a:gd name="T32" fmla="*/ 16 w 107"/>
              <a:gd name="T33" fmla="*/ 33 h 152"/>
              <a:gd name="T34" fmla="*/ 90 w 107"/>
              <a:gd name="T35" fmla="*/ 37 h 152"/>
              <a:gd name="T36" fmla="*/ 99 w 107"/>
              <a:gd name="T37" fmla="*/ 33 h 152"/>
              <a:gd name="T38" fmla="*/ 35 w 107"/>
              <a:gd name="T39" fmla="*/ 104 h 152"/>
              <a:gd name="T40" fmla="*/ 23 w 107"/>
              <a:gd name="T41" fmla="*/ 111 h 152"/>
              <a:gd name="T42" fmla="*/ 17 w 107"/>
              <a:gd name="T43" fmla="*/ 113 h 152"/>
              <a:gd name="T44" fmla="*/ 24 w 107"/>
              <a:gd name="T45" fmla="*/ 127 h 152"/>
              <a:gd name="T46" fmla="*/ 25 w 107"/>
              <a:gd name="T47" fmla="*/ 127 h 152"/>
              <a:gd name="T48" fmla="*/ 26 w 107"/>
              <a:gd name="T49" fmla="*/ 127 h 152"/>
              <a:gd name="T50" fmla="*/ 27 w 107"/>
              <a:gd name="T51" fmla="*/ 126 h 152"/>
              <a:gd name="T52" fmla="*/ 40 w 107"/>
              <a:gd name="T53" fmla="*/ 103 h 152"/>
              <a:gd name="T54" fmla="*/ 35 w 107"/>
              <a:gd name="T55" fmla="*/ 75 h 152"/>
              <a:gd name="T56" fmla="*/ 23 w 107"/>
              <a:gd name="T57" fmla="*/ 82 h 152"/>
              <a:gd name="T58" fmla="*/ 17 w 107"/>
              <a:gd name="T59" fmla="*/ 84 h 152"/>
              <a:gd name="T60" fmla="*/ 24 w 107"/>
              <a:gd name="T61" fmla="*/ 98 h 152"/>
              <a:gd name="T62" fmla="*/ 25 w 107"/>
              <a:gd name="T63" fmla="*/ 98 h 152"/>
              <a:gd name="T64" fmla="*/ 26 w 107"/>
              <a:gd name="T65" fmla="*/ 98 h 152"/>
              <a:gd name="T66" fmla="*/ 27 w 107"/>
              <a:gd name="T67" fmla="*/ 97 h 152"/>
              <a:gd name="T68" fmla="*/ 40 w 107"/>
              <a:gd name="T69" fmla="*/ 75 h 152"/>
              <a:gd name="T70" fmla="*/ 86 w 107"/>
              <a:gd name="T71" fmla="*/ 82 h 152"/>
              <a:gd name="T72" fmla="*/ 45 w 107"/>
              <a:gd name="T73" fmla="*/ 86 h 152"/>
              <a:gd name="T74" fmla="*/ 86 w 107"/>
              <a:gd name="T75" fmla="*/ 90 h 152"/>
              <a:gd name="T76" fmla="*/ 86 w 107"/>
              <a:gd name="T77" fmla="*/ 82 h 152"/>
              <a:gd name="T78" fmla="*/ 49 w 107"/>
              <a:gd name="T79" fmla="*/ 53 h 152"/>
              <a:gd name="T80" fmla="*/ 49 w 107"/>
              <a:gd name="T81" fmla="*/ 61 h 152"/>
              <a:gd name="T82" fmla="*/ 90 w 107"/>
              <a:gd name="T83" fmla="*/ 57 h 152"/>
              <a:gd name="T84" fmla="*/ 35 w 107"/>
              <a:gd name="T85" fmla="*/ 46 h 152"/>
              <a:gd name="T86" fmla="*/ 23 w 107"/>
              <a:gd name="T87" fmla="*/ 53 h 152"/>
              <a:gd name="T88" fmla="*/ 17 w 107"/>
              <a:gd name="T89" fmla="*/ 55 h 152"/>
              <a:gd name="T90" fmla="*/ 24 w 107"/>
              <a:gd name="T91" fmla="*/ 69 h 152"/>
              <a:gd name="T92" fmla="*/ 25 w 107"/>
              <a:gd name="T93" fmla="*/ 69 h 152"/>
              <a:gd name="T94" fmla="*/ 26 w 107"/>
              <a:gd name="T95" fmla="*/ 69 h 152"/>
              <a:gd name="T96" fmla="*/ 27 w 107"/>
              <a:gd name="T97" fmla="*/ 68 h 152"/>
              <a:gd name="T98" fmla="*/ 40 w 107"/>
              <a:gd name="T99" fmla="*/ 46 h 152"/>
              <a:gd name="T100" fmla="*/ 86 w 107"/>
              <a:gd name="T101" fmla="*/ 111 h 152"/>
              <a:gd name="T102" fmla="*/ 45 w 107"/>
              <a:gd name="T103" fmla="*/ 115 h 152"/>
              <a:gd name="T104" fmla="*/ 86 w 107"/>
              <a:gd name="T105" fmla="*/ 119 h 152"/>
              <a:gd name="T106" fmla="*/ 86 w 107"/>
              <a:gd name="T107" fmla="*/ 111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7" h="152">
                <a:moveTo>
                  <a:pt x="103" y="24"/>
                </a:moveTo>
                <a:cubicBezTo>
                  <a:pt x="90" y="24"/>
                  <a:pt x="90" y="24"/>
                  <a:pt x="90" y="24"/>
                </a:cubicBezTo>
                <a:cubicBezTo>
                  <a:pt x="90" y="16"/>
                  <a:pt x="90" y="16"/>
                  <a:pt x="90" y="16"/>
                </a:cubicBezTo>
                <a:cubicBezTo>
                  <a:pt x="78" y="16"/>
                  <a:pt x="78" y="16"/>
                  <a:pt x="78" y="16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2"/>
                  <a:pt x="76" y="0"/>
                  <a:pt x="74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0" y="0"/>
                  <a:pt x="29" y="2"/>
                  <a:pt x="29" y="4"/>
                </a:cubicBezTo>
                <a:cubicBezTo>
                  <a:pt x="29" y="16"/>
                  <a:pt x="29" y="16"/>
                  <a:pt x="29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24"/>
                  <a:pt x="16" y="24"/>
                  <a:pt x="16" y="24"/>
                </a:cubicBezTo>
                <a:cubicBezTo>
                  <a:pt x="3" y="24"/>
                  <a:pt x="3" y="24"/>
                  <a:pt x="3" y="24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50"/>
                  <a:pt x="1" y="152"/>
                  <a:pt x="3" y="152"/>
                </a:cubicBezTo>
                <a:cubicBezTo>
                  <a:pt x="103" y="152"/>
                  <a:pt x="103" y="152"/>
                  <a:pt x="103" y="152"/>
                </a:cubicBezTo>
                <a:cubicBezTo>
                  <a:pt x="105" y="152"/>
                  <a:pt x="107" y="150"/>
                  <a:pt x="107" y="148"/>
                </a:cubicBezTo>
                <a:cubicBezTo>
                  <a:pt x="107" y="28"/>
                  <a:pt x="107" y="28"/>
                  <a:pt x="107" y="28"/>
                </a:cubicBezTo>
                <a:cubicBezTo>
                  <a:pt x="107" y="26"/>
                  <a:pt x="105" y="24"/>
                  <a:pt x="103" y="24"/>
                </a:cubicBezTo>
                <a:close/>
                <a:moveTo>
                  <a:pt x="37" y="12"/>
                </a:moveTo>
                <a:cubicBezTo>
                  <a:pt x="37" y="10"/>
                  <a:pt x="39" y="8"/>
                  <a:pt x="41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8" y="8"/>
                  <a:pt x="70" y="10"/>
                  <a:pt x="70" y="12"/>
                </a:cubicBezTo>
                <a:cubicBezTo>
                  <a:pt x="70" y="16"/>
                  <a:pt x="70" y="16"/>
                  <a:pt x="70" y="16"/>
                </a:cubicBezTo>
                <a:cubicBezTo>
                  <a:pt x="70" y="18"/>
                  <a:pt x="68" y="20"/>
                  <a:pt x="66" y="20"/>
                </a:cubicBezTo>
                <a:cubicBezTo>
                  <a:pt x="41" y="20"/>
                  <a:pt x="41" y="20"/>
                  <a:pt x="41" y="20"/>
                </a:cubicBezTo>
                <a:cubicBezTo>
                  <a:pt x="39" y="20"/>
                  <a:pt x="37" y="18"/>
                  <a:pt x="37" y="16"/>
                </a:cubicBezTo>
                <a:lnTo>
                  <a:pt x="37" y="12"/>
                </a:lnTo>
                <a:close/>
                <a:moveTo>
                  <a:pt x="99" y="116"/>
                </a:moveTo>
                <a:cubicBezTo>
                  <a:pt x="99" y="132"/>
                  <a:pt x="82" y="127"/>
                  <a:pt x="82" y="127"/>
                </a:cubicBezTo>
                <a:cubicBezTo>
                  <a:pt x="82" y="127"/>
                  <a:pt x="88" y="144"/>
                  <a:pt x="74" y="144"/>
                </a:cubicBezTo>
                <a:cubicBezTo>
                  <a:pt x="47" y="144"/>
                  <a:pt x="8" y="144"/>
                  <a:pt x="8" y="144"/>
                </a:cubicBezTo>
                <a:cubicBezTo>
                  <a:pt x="8" y="33"/>
                  <a:pt x="8" y="33"/>
                  <a:pt x="8" y="33"/>
                </a:cubicBezTo>
                <a:cubicBezTo>
                  <a:pt x="16" y="33"/>
                  <a:pt x="16" y="33"/>
                  <a:pt x="16" y="33"/>
                </a:cubicBezTo>
                <a:cubicBezTo>
                  <a:pt x="16" y="37"/>
                  <a:pt x="16" y="37"/>
                  <a:pt x="16" y="37"/>
                </a:cubicBezTo>
                <a:cubicBezTo>
                  <a:pt x="90" y="37"/>
                  <a:pt x="90" y="37"/>
                  <a:pt x="90" y="37"/>
                </a:cubicBezTo>
                <a:cubicBezTo>
                  <a:pt x="90" y="33"/>
                  <a:pt x="90" y="33"/>
                  <a:pt x="90" y="33"/>
                </a:cubicBezTo>
                <a:cubicBezTo>
                  <a:pt x="99" y="33"/>
                  <a:pt x="99" y="33"/>
                  <a:pt x="99" y="33"/>
                </a:cubicBezTo>
                <a:cubicBezTo>
                  <a:pt x="99" y="33"/>
                  <a:pt x="99" y="82"/>
                  <a:pt x="99" y="116"/>
                </a:cubicBezTo>
                <a:close/>
                <a:moveTo>
                  <a:pt x="35" y="104"/>
                </a:moveTo>
                <a:cubicBezTo>
                  <a:pt x="25" y="117"/>
                  <a:pt x="25" y="117"/>
                  <a:pt x="25" y="117"/>
                </a:cubicBezTo>
                <a:cubicBezTo>
                  <a:pt x="23" y="111"/>
                  <a:pt x="23" y="111"/>
                  <a:pt x="23" y="111"/>
                </a:cubicBezTo>
                <a:cubicBezTo>
                  <a:pt x="22" y="109"/>
                  <a:pt x="20" y="108"/>
                  <a:pt x="18" y="109"/>
                </a:cubicBezTo>
                <a:cubicBezTo>
                  <a:pt x="17" y="110"/>
                  <a:pt x="16" y="111"/>
                  <a:pt x="17" y="113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22" y="126"/>
                  <a:pt x="23" y="127"/>
                  <a:pt x="24" y="127"/>
                </a:cubicBezTo>
                <a:cubicBezTo>
                  <a:pt x="24" y="127"/>
                  <a:pt x="24" y="127"/>
                  <a:pt x="24" y="127"/>
                </a:cubicBezTo>
                <a:cubicBezTo>
                  <a:pt x="24" y="127"/>
                  <a:pt x="24" y="127"/>
                  <a:pt x="25" y="127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7" y="126"/>
                  <a:pt x="27" y="126"/>
                </a:cubicBezTo>
                <a:cubicBezTo>
                  <a:pt x="40" y="108"/>
                  <a:pt x="40" y="108"/>
                  <a:pt x="40" y="108"/>
                </a:cubicBezTo>
                <a:cubicBezTo>
                  <a:pt x="41" y="106"/>
                  <a:pt x="41" y="104"/>
                  <a:pt x="40" y="103"/>
                </a:cubicBezTo>
                <a:cubicBezTo>
                  <a:pt x="38" y="102"/>
                  <a:pt x="36" y="102"/>
                  <a:pt x="35" y="104"/>
                </a:cubicBezTo>
                <a:close/>
                <a:moveTo>
                  <a:pt x="35" y="75"/>
                </a:moveTo>
                <a:cubicBezTo>
                  <a:pt x="25" y="88"/>
                  <a:pt x="25" y="88"/>
                  <a:pt x="25" y="88"/>
                </a:cubicBezTo>
                <a:cubicBezTo>
                  <a:pt x="23" y="82"/>
                  <a:pt x="23" y="82"/>
                  <a:pt x="23" y="82"/>
                </a:cubicBezTo>
                <a:cubicBezTo>
                  <a:pt x="22" y="80"/>
                  <a:pt x="20" y="79"/>
                  <a:pt x="18" y="80"/>
                </a:cubicBezTo>
                <a:cubicBezTo>
                  <a:pt x="17" y="81"/>
                  <a:pt x="16" y="83"/>
                  <a:pt x="17" y="84"/>
                </a:cubicBezTo>
                <a:cubicBezTo>
                  <a:pt x="21" y="96"/>
                  <a:pt x="21" y="96"/>
                  <a:pt x="21" y="96"/>
                </a:cubicBezTo>
                <a:cubicBezTo>
                  <a:pt x="22" y="97"/>
                  <a:pt x="23" y="98"/>
                  <a:pt x="24" y="98"/>
                </a:cubicBezTo>
                <a:cubicBezTo>
                  <a:pt x="24" y="98"/>
                  <a:pt x="24" y="98"/>
                  <a:pt x="24" y="98"/>
                </a:cubicBezTo>
                <a:cubicBezTo>
                  <a:pt x="24" y="98"/>
                  <a:pt x="24" y="98"/>
                  <a:pt x="25" y="98"/>
                </a:cubicBezTo>
                <a:cubicBezTo>
                  <a:pt x="25" y="98"/>
                  <a:pt x="25" y="98"/>
                  <a:pt x="25" y="98"/>
                </a:cubicBezTo>
                <a:cubicBezTo>
                  <a:pt x="26" y="98"/>
                  <a:pt x="26" y="98"/>
                  <a:pt x="26" y="98"/>
                </a:cubicBezTo>
                <a:cubicBezTo>
                  <a:pt x="26" y="98"/>
                  <a:pt x="26" y="98"/>
                  <a:pt x="26" y="98"/>
                </a:cubicBezTo>
                <a:cubicBezTo>
                  <a:pt x="26" y="98"/>
                  <a:pt x="27" y="98"/>
                  <a:pt x="27" y="97"/>
                </a:cubicBezTo>
                <a:cubicBezTo>
                  <a:pt x="40" y="79"/>
                  <a:pt x="40" y="79"/>
                  <a:pt x="40" y="79"/>
                </a:cubicBezTo>
                <a:cubicBezTo>
                  <a:pt x="41" y="78"/>
                  <a:pt x="41" y="76"/>
                  <a:pt x="40" y="75"/>
                </a:cubicBezTo>
                <a:cubicBezTo>
                  <a:pt x="38" y="73"/>
                  <a:pt x="36" y="74"/>
                  <a:pt x="35" y="75"/>
                </a:cubicBezTo>
                <a:close/>
                <a:moveTo>
                  <a:pt x="86" y="82"/>
                </a:moveTo>
                <a:cubicBezTo>
                  <a:pt x="49" y="82"/>
                  <a:pt x="49" y="82"/>
                  <a:pt x="49" y="82"/>
                </a:cubicBezTo>
                <a:cubicBezTo>
                  <a:pt x="47" y="82"/>
                  <a:pt x="45" y="84"/>
                  <a:pt x="45" y="86"/>
                </a:cubicBezTo>
                <a:cubicBezTo>
                  <a:pt x="45" y="88"/>
                  <a:pt x="47" y="90"/>
                  <a:pt x="49" y="90"/>
                </a:cubicBezTo>
                <a:cubicBezTo>
                  <a:pt x="86" y="90"/>
                  <a:pt x="86" y="90"/>
                  <a:pt x="86" y="90"/>
                </a:cubicBezTo>
                <a:cubicBezTo>
                  <a:pt x="88" y="90"/>
                  <a:pt x="90" y="88"/>
                  <a:pt x="90" y="86"/>
                </a:cubicBezTo>
                <a:cubicBezTo>
                  <a:pt x="90" y="84"/>
                  <a:pt x="88" y="82"/>
                  <a:pt x="86" y="82"/>
                </a:cubicBezTo>
                <a:close/>
                <a:moveTo>
                  <a:pt x="86" y="53"/>
                </a:moveTo>
                <a:cubicBezTo>
                  <a:pt x="49" y="53"/>
                  <a:pt x="49" y="53"/>
                  <a:pt x="49" y="53"/>
                </a:cubicBezTo>
                <a:cubicBezTo>
                  <a:pt x="47" y="53"/>
                  <a:pt x="45" y="55"/>
                  <a:pt x="45" y="57"/>
                </a:cubicBezTo>
                <a:cubicBezTo>
                  <a:pt x="45" y="60"/>
                  <a:pt x="47" y="61"/>
                  <a:pt x="49" y="61"/>
                </a:cubicBezTo>
                <a:cubicBezTo>
                  <a:pt x="86" y="61"/>
                  <a:pt x="86" y="61"/>
                  <a:pt x="86" y="61"/>
                </a:cubicBezTo>
                <a:cubicBezTo>
                  <a:pt x="88" y="61"/>
                  <a:pt x="90" y="60"/>
                  <a:pt x="90" y="57"/>
                </a:cubicBezTo>
                <a:cubicBezTo>
                  <a:pt x="90" y="55"/>
                  <a:pt x="88" y="53"/>
                  <a:pt x="86" y="53"/>
                </a:cubicBezTo>
                <a:close/>
                <a:moveTo>
                  <a:pt x="35" y="46"/>
                </a:moveTo>
                <a:cubicBezTo>
                  <a:pt x="25" y="60"/>
                  <a:pt x="25" y="60"/>
                  <a:pt x="25" y="60"/>
                </a:cubicBezTo>
                <a:cubicBezTo>
                  <a:pt x="23" y="53"/>
                  <a:pt x="23" y="53"/>
                  <a:pt x="23" y="53"/>
                </a:cubicBezTo>
                <a:cubicBezTo>
                  <a:pt x="22" y="51"/>
                  <a:pt x="20" y="51"/>
                  <a:pt x="18" y="51"/>
                </a:cubicBezTo>
                <a:cubicBezTo>
                  <a:pt x="17" y="52"/>
                  <a:pt x="16" y="54"/>
                  <a:pt x="17" y="55"/>
                </a:cubicBezTo>
                <a:cubicBezTo>
                  <a:pt x="21" y="67"/>
                  <a:pt x="21" y="67"/>
                  <a:pt x="21" y="67"/>
                </a:cubicBezTo>
                <a:cubicBezTo>
                  <a:pt x="22" y="68"/>
                  <a:pt x="23" y="69"/>
                  <a:pt x="24" y="69"/>
                </a:cubicBezTo>
                <a:cubicBezTo>
                  <a:pt x="24" y="69"/>
                  <a:pt x="24" y="69"/>
                  <a:pt x="24" y="69"/>
                </a:cubicBezTo>
                <a:cubicBezTo>
                  <a:pt x="24" y="69"/>
                  <a:pt x="24" y="70"/>
                  <a:pt x="25" y="69"/>
                </a:cubicBezTo>
                <a:cubicBezTo>
                  <a:pt x="25" y="69"/>
                  <a:pt x="25" y="69"/>
                  <a:pt x="25" y="69"/>
                </a:cubicBezTo>
                <a:cubicBezTo>
                  <a:pt x="26" y="69"/>
                  <a:pt x="26" y="69"/>
                  <a:pt x="26" y="69"/>
                </a:cubicBezTo>
                <a:cubicBezTo>
                  <a:pt x="26" y="69"/>
                  <a:pt x="26" y="69"/>
                  <a:pt x="26" y="69"/>
                </a:cubicBezTo>
                <a:cubicBezTo>
                  <a:pt x="26" y="69"/>
                  <a:pt x="27" y="69"/>
                  <a:pt x="27" y="68"/>
                </a:cubicBezTo>
                <a:cubicBezTo>
                  <a:pt x="40" y="50"/>
                  <a:pt x="40" y="50"/>
                  <a:pt x="40" y="50"/>
                </a:cubicBezTo>
                <a:cubicBezTo>
                  <a:pt x="41" y="49"/>
                  <a:pt x="41" y="47"/>
                  <a:pt x="40" y="46"/>
                </a:cubicBezTo>
                <a:cubicBezTo>
                  <a:pt x="38" y="45"/>
                  <a:pt x="36" y="45"/>
                  <a:pt x="35" y="46"/>
                </a:cubicBezTo>
                <a:close/>
                <a:moveTo>
                  <a:pt x="86" y="111"/>
                </a:moveTo>
                <a:cubicBezTo>
                  <a:pt x="49" y="111"/>
                  <a:pt x="49" y="111"/>
                  <a:pt x="49" y="111"/>
                </a:cubicBezTo>
                <a:cubicBezTo>
                  <a:pt x="47" y="111"/>
                  <a:pt x="45" y="113"/>
                  <a:pt x="45" y="115"/>
                </a:cubicBezTo>
                <a:cubicBezTo>
                  <a:pt x="45" y="117"/>
                  <a:pt x="47" y="119"/>
                  <a:pt x="49" y="119"/>
                </a:cubicBezTo>
                <a:cubicBezTo>
                  <a:pt x="86" y="119"/>
                  <a:pt x="86" y="119"/>
                  <a:pt x="86" y="119"/>
                </a:cubicBezTo>
                <a:cubicBezTo>
                  <a:pt x="88" y="119"/>
                  <a:pt x="90" y="117"/>
                  <a:pt x="90" y="115"/>
                </a:cubicBezTo>
                <a:cubicBezTo>
                  <a:pt x="90" y="113"/>
                  <a:pt x="88" y="111"/>
                  <a:pt x="86" y="1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Freeform 11"/>
          <p:cNvSpPr>
            <a:spLocks noEditPoints="1"/>
          </p:cNvSpPr>
          <p:nvPr/>
        </p:nvSpPr>
        <p:spPr bwMode="auto">
          <a:xfrm>
            <a:off x="7574281" y="1084723"/>
            <a:ext cx="420891" cy="438965"/>
          </a:xfrm>
          <a:custGeom>
            <a:avLst/>
            <a:gdLst>
              <a:gd name="T0" fmla="*/ 40 w 123"/>
              <a:gd name="T1" fmla="*/ 93 h 128"/>
              <a:gd name="T2" fmla="*/ 24 w 123"/>
              <a:gd name="T3" fmla="*/ 87 h 128"/>
              <a:gd name="T4" fmla="*/ 34 w 123"/>
              <a:gd name="T5" fmla="*/ 101 h 128"/>
              <a:gd name="T6" fmla="*/ 54 w 123"/>
              <a:gd name="T7" fmla="*/ 101 h 128"/>
              <a:gd name="T8" fmla="*/ 62 w 123"/>
              <a:gd name="T9" fmla="*/ 87 h 128"/>
              <a:gd name="T10" fmla="*/ 58 w 123"/>
              <a:gd name="T11" fmla="*/ 77 h 128"/>
              <a:gd name="T12" fmla="*/ 58 w 123"/>
              <a:gd name="T13" fmla="*/ 71 h 128"/>
              <a:gd name="T14" fmla="*/ 56 w 123"/>
              <a:gd name="T15" fmla="*/ 57 h 128"/>
              <a:gd name="T16" fmla="*/ 31 w 123"/>
              <a:gd name="T17" fmla="*/ 57 h 128"/>
              <a:gd name="T18" fmla="*/ 37 w 123"/>
              <a:gd name="T19" fmla="*/ 66 h 128"/>
              <a:gd name="T20" fmla="*/ 46 w 123"/>
              <a:gd name="T21" fmla="*/ 63 h 128"/>
              <a:gd name="T22" fmla="*/ 46 w 123"/>
              <a:gd name="T23" fmla="*/ 71 h 128"/>
              <a:gd name="T24" fmla="*/ 41 w 123"/>
              <a:gd name="T25" fmla="*/ 81 h 128"/>
              <a:gd name="T26" fmla="*/ 48 w 123"/>
              <a:gd name="T27" fmla="*/ 83 h 128"/>
              <a:gd name="T28" fmla="*/ 48 w 123"/>
              <a:gd name="T29" fmla="*/ 93 h 128"/>
              <a:gd name="T30" fmla="*/ 82 w 123"/>
              <a:gd name="T31" fmla="*/ 103 h 128"/>
              <a:gd name="T32" fmla="*/ 94 w 123"/>
              <a:gd name="T33" fmla="*/ 54 h 128"/>
              <a:gd name="T34" fmla="*/ 70 w 123"/>
              <a:gd name="T35" fmla="*/ 66 h 128"/>
              <a:gd name="T36" fmla="*/ 82 w 123"/>
              <a:gd name="T37" fmla="*/ 70 h 128"/>
              <a:gd name="T38" fmla="*/ 119 w 123"/>
              <a:gd name="T39" fmla="*/ 8 h 128"/>
              <a:gd name="T40" fmla="*/ 111 w 123"/>
              <a:gd name="T41" fmla="*/ 22 h 128"/>
              <a:gd name="T42" fmla="*/ 105 w 123"/>
              <a:gd name="T43" fmla="*/ 33 h 128"/>
              <a:gd name="T44" fmla="*/ 95 w 123"/>
              <a:gd name="T45" fmla="*/ 25 h 128"/>
              <a:gd name="T46" fmla="*/ 107 w 123"/>
              <a:gd name="T47" fmla="*/ 0 h 128"/>
              <a:gd name="T48" fmla="*/ 94 w 123"/>
              <a:gd name="T49" fmla="*/ 8 h 128"/>
              <a:gd name="T50" fmla="*/ 82 w 123"/>
              <a:gd name="T51" fmla="*/ 22 h 128"/>
              <a:gd name="T52" fmla="*/ 76 w 123"/>
              <a:gd name="T53" fmla="*/ 33 h 128"/>
              <a:gd name="T54" fmla="*/ 66 w 123"/>
              <a:gd name="T55" fmla="*/ 25 h 128"/>
              <a:gd name="T56" fmla="*/ 78 w 123"/>
              <a:gd name="T57" fmla="*/ 0 h 128"/>
              <a:gd name="T58" fmla="*/ 66 w 123"/>
              <a:gd name="T59" fmla="*/ 8 h 128"/>
              <a:gd name="T60" fmla="*/ 53 w 123"/>
              <a:gd name="T61" fmla="*/ 22 h 128"/>
              <a:gd name="T62" fmla="*/ 47 w 123"/>
              <a:gd name="T63" fmla="*/ 33 h 128"/>
              <a:gd name="T64" fmla="*/ 37 w 123"/>
              <a:gd name="T65" fmla="*/ 25 h 128"/>
              <a:gd name="T66" fmla="*/ 49 w 123"/>
              <a:gd name="T67" fmla="*/ 0 h 128"/>
              <a:gd name="T68" fmla="*/ 37 w 123"/>
              <a:gd name="T69" fmla="*/ 8 h 128"/>
              <a:gd name="T70" fmla="*/ 24 w 123"/>
              <a:gd name="T71" fmla="*/ 22 h 128"/>
              <a:gd name="T72" fmla="*/ 18 w 123"/>
              <a:gd name="T73" fmla="*/ 33 h 128"/>
              <a:gd name="T74" fmla="*/ 9 w 123"/>
              <a:gd name="T75" fmla="*/ 25 h 128"/>
              <a:gd name="T76" fmla="*/ 20 w 123"/>
              <a:gd name="T77" fmla="*/ 0 h 128"/>
              <a:gd name="T78" fmla="*/ 8 w 123"/>
              <a:gd name="T79" fmla="*/ 8 h 128"/>
              <a:gd name="T80" fmla="*/ 0 w 123"/>
              <a:gd name="T81" fmla="*/ 12 h 128"/>
              <a:gd name="T82" fmla="*/ 4 w 123"/>
              <a:gd name="T83" fmla="*/ 128 h 128"/>
              <a:gd name="T84" fmla="*/ 123 w 123"/>
              <a:gd name="T85" fmla="*/ 124 h 128"/>
              <a:gd name="T86" fmla="*/ 119 w 123"/>
              <a:gd name="T87" fmla="*/ 8 h 128"/>
              <a:gd name="T88" fmla="*/ 8 w 123"/>
              <a:gd name="T89" fmla="*/ 119 h 128"/>
              <a:gd name="T90" fmla="*/ 115 w 123"/>
              <a:gd name="T91" fmla="*/ 3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3" h="128">
                <a:moveTo>
                  <a:pt x="44" y="95"/>
                </a:moveTo>
                <a:cubicBezTo>
                  <a:pt x="42" y="95"/>
                  <a:pt x="41" y="94"/>
                  <a:pt x="40" y="93"/>
                </a:cubicBezTo>
                <a:cubicBezTo>
                  <a:pt x="39" y="92"/>
                  <a:pt x="37" y="89"/>
                  <a:pt x="37" y="87"/>
                </a:cubicBezTo>
                <a:cubicBezTo>
                  <a:pt x="24" y="87"/>
                  <a:pt x="24" y="87"/>
                  <a:pt x="24" y="87"/>
                </a:cubicBezTo>
                <a:cubicBezTo>
                  <a:pt x="24" y="91"/>
                  <a:pt x="27" y="95"/>
                  <a:pt x="28" y="97"/>
                </a:cubicBezTo>
                <a:cubicBezTo>
                  <a:pt x="30" y="99"/>
                  <a:pt x="32" y="100"/>
                  <a:pt x="34" y="101"/>
                </a:cubicBezTo>
                <a:cubicBezTo>
                  <a:pt x="37" y="102"/>
                  <a:pt x="40" y="103"/>
                  <a:pt x="44" y="103"/>
                </a:cubicBezTo>
                <a:cubicBezTo>
                  <a:pt x="48" y="103"/>
                  <a:pt x="52" y="102"/>
                  <a:pt x="54" y="101"/>
                </a:cubicBezTo>
                <a:cubicBezTo>
                  <a:pt x="57" y="99"/>
                  <a:pt x="59" y="98"/>
                  <a:pt x="60" y="95"/>
                </a:cubicBezTo>
                <a:cubicBezTo>
                  <a:pt x="62" y="92"/>
                  <a:pt x="62" y="90"/>
                  <a:pt x="62" y="87"/>
                </a:cubicBezTo>
                <a:cubicBezTo>
                  <a:pt x="62" y="85"/>
                  <a:pt x="62" y="83"/>
                  <a:pt x="61" y="81"/>
                </a:cubicBezTo>
                <a:cubicBezTo>
                  <a:pt x="60" y="80"/>
                  <a:pt x="59" y="78"/>
                  <a:pt x="58" y="77"/>
                </a:cubicBezTo>
                <a:cubicBezTo>
                  <a:pt x="57" y="77"/>
                  <a:pt x="55" y="76"/>
                  <a:pt x="53" y="76"/>
                </a:cubicBezTo>
                <a:cubicBezTo>
                  <a:pt x="56" y="75"/>
                  <a:pt x="57" y="73"/>
                  <a:pt x="58" y="71"/>
                </a:cubicBezTo>
                <a:cubicBezTo>
                  <a:pt x="59" y="70"/>
                  <a:pt x="60" y="68"/>
                  <a:pt x="60" y="66"/>
                </a:cubicBezTo>
                <a:cubicBezTo>
                  <a:pt x="60" y="62"/>
                  <a:pt x="59" y="59"/>
                  <a:pt x="56" y="57"/>
                </a:cubicBezTo>
                <a:cubicBezTo>
                  <a:pt x="53" y="55"/>
                  <a:pt x="49" y="54"/>
                  <a:pt x="43" y="54"/>
                </a:cubicBezTo>
                <a:cubicBezTo>
                  <a:pt x="38" y="54"/>
                  <a:pt x="34" y="55"/>
                  <a:pt x="31" y="57"/>
                </a:cubicBezTo>
                <a:cubicBezTo>
                  <a:pt x="28" y="59"/>
                  <a:pt x="25" y="62"/>
                  <a:pt x="24" y="66"/>
                </a:cubicBezTo>
                <a:cubicBezTo>
                  <a:pt x="37" y="66"/>
                  <a:pt x="37" y="66"/>
                  <a:pt x="37" y="66"/>
                </a:cubicBezTo>
                <a:cubicBezTo>
                  <a:pt x="37" y="64"/>
                  <a:pt x="41" y="62"/>
                  <a:pt x="43" y="62"/>
                </a:cubicBezTo>
                <a:cubicBezTo>
                  <a:pt x="44" y="62"/>
                  <a:pt x="45" y="62"/>
                  <a:pt x="46" y="63"/>
                </a:cubicBezTo>
                <a:cubicBezTo>
                  <a:pt x="47" y="64"/>
                  <a:pt x="48" y="65"/>
                  <a:pt x="48" y="67"/>
                </a:cubicBezTo>
                <a:cubicBezTo>
                  <a:pt x="48" y="68"/>
                  <a:pt x="47" y="69"/>
                  <a:pt x="46" y="71"/>
                </a:cubicBezTo>
                <a:cubicBezTo>
                  <a:pt x="43" y="73"/>
                  <a:pt x="41" y="73"/>
                  <a:pt x="41" y="73"/>
                </a:cubicBezTo>
                <a:cubicBezTo>
                  <a:pt x="41" y="81"/>
                  <a:pt x="41" y="81"/>
                  <a:pt x="41" y="81"/>
                </a:cubicBezTo>
                <a:cubicBezTo>
                  <a:pt x="43" y="81"/>
                  <a:pt x="43" y="81"/>
                  <a:pt x="43" y="81"/>
                </a:cubicBezTo>
                <a:cubicBezTo>
                  <a:pt x="45" y="81"/>
                  <a:pt x="47" y="81"/>
                  <a:pt x="48" y="83"/>
                </a:cubicBezTo>
                <a:cubicBezTo>
                  <a:pt x="49" y="84"/>
                  <a:pt x="50" y="85"/>
                  <a:pt x="50" y="88"/>
                </a:cubicBezTo>
                <a:cubicBezTo>
                  <a:pt x="50" y="90"/>
                  <a:pt x="49" y="92"/>
                  <a:pt x="48" y="93"/>
                </a:cubicBezTo>
                <a:cubicBezTo>
                  <a:pt x="47" y="94"/>
                  <a:pt x="45" y="95"/>
                  <a:pt x="44" y="95"/>
                </a:cubicBezTo>
                <a:close/>
                <a:moveTo>
                  <a:pt x="82" y="103"/>
                </a:moveTo>
                <a:cubicBezTo>
                  <a:pt x="94" y="103"/>
                  <a:pt x="94" y="103"/>
                  <a:pt x="94" y="103"/>
                </a:cubicBezTo>
                <a:cubicBezTo>
                  <a:pt x="94" y="54"/>
                  <a:pt x="94" y="54"/>
                  <a:pt x="94" y="54"/>
                </a:cubicBezTo>
                <a:cubicBezTo>
                  <a:pt x="84" y="54"/>
                  <a:pt x="84" y="54"/>
                  <a:pt x="84" y="54"/>
                </a:cubicBezTo>
                <a:cubicBezTo>
                  <a:pt x="81" y="60"/>
                  <a:pt x="78" y="64"/>
                  <a:pt x="70" y="66"/>
                </a:cubicBezTo>
                <a:cubicBezTo>
                  <a:pt x="70" y="77"/>
                  <a:pt x="70" y="77"/>
                  <a:pt x="70" y="77"/>
                </a:cubicBezTo>
                <a:cubicBezTo>
                  <a:pt x="75" y="76"/>
                  <a:pt x="78" y="74"/>
                  <a:pt x="82" y="70"/>
                </a:cubicBezTo>
                <a:lnTo>
                  <a:pt x="82" y="103"/>
                </a:lnTo>
                <a:close/>
                <a:moveTo>
                  <a:pt x="119" y="8"/>
                </a:moveTo>
                <a:cubicBezTo>
                  <a:pt x="111" y="8"/>
                  <a:pt x="111" y="8"/>
                  <a:pt x="111" y="8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3" y="23"/>
                  <a:pt x="115" y="25"/>
                  <a:pt x="115" y="27"/>
                </a:cubicBezTo>
                <a:cubicBezTo>
                  <a:pt x="115" y="30"/>
                  <a:pt x="110" y="33"/>
                  <a:pt x="105" y="33"/>
                </a:cubicBezTo>
                <a:cubicBezTo>
                  <a:pt x="99" y="33"/>
                  <a:pt x="94" y="30"/>
                  <a:pt x="94" y="27"/>
                </a:cubicBezTo>
                <a:cubicBezTo>
                  <a:pt x="94" y="26"/>
                  <a:pt x="95" y="25"/>
                  <a:pt x="95" y="25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0"/>
                  <a:pt x="107" y="0"/>
                  <a:pt x="107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4" y="8"/>
                  <a:pt x="94" y="8"/>
                  <a:pt x="94" y="8"/>
                </a:cubicBezTo>
                <a:cubicBezTo>
                  <a:pt x="82" y="8"/>
                  <a:pt x="82" y="8"/>
                  <a:pt x="82" y="8"/>
                </a:cubicBezTo>
                <a:cubicBezTo>
                  <a:pt x="82" y="22"/>
                  <a:pt x="82" y="22"/>
                  <a:pt x="82" y="22"/>
                </a:cubicBezTo>
                <a:cubicBezTo>
                  <a:pt x="84" y="23"/>
                  <a:pt x="86" y="25"/>
                  <a:pt x="86" y="27"/>
                </a:cubicBezTo>
                <a:cubicBezTo>
                  <a:pt x="86" y="30"/>
                  <a:pt x="82" y="33"/>
                  <a:pt x="76" y="33"/>
                </a:cubicBezTo>
                <a:cubicBezTo>
                  <a:pt x="70" y="33"/>
                  <a:pt x="66" y="30"/>
                  <a:pt x="66" y="27"/>
                </a:cubicBezTo>
                <a:cubicBezTo>
                  <a:pt x="66" y="26"/>
                  <a:pt x="66" y="25"/>
                  <a:pt x="66" y="25"/>
                </a:cubicBezTo>
                <a:cubicBezTo>
                  <a:pt x="78" y="25"/>
                  <a:pt x="78" y="25"/>
                  <a:pt x="78" y="25"/>
                </a:cubicBezTo>
                <a:cubicBezTo>
                  <a:pt x="78" y="0"/>
                  <a:pt x="78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8"/>
                  <a:pt x="66" y="8"/>
                  <a:pt x="66" y="8"/>
                </a:cubicBezTo>
                <a:cubicBezTo>
                  <a:pt x="53" y="8"/>
                  <a:pt x="53" y="8"/>
                  <a:pt x="53" y="8"/>
                </a:cubicBezTo>
                <a:cubicBezTo>
                  <a:pt x="53" y="22"/>
                  <a:pt x="53" y="22"/>
                  <a:pt x="53" y="22"/>
                </a:cubicBezTo>
                <a:cubicBezTo>
                  <a:pt x="56" y="23"/>
                  <a:pt x="57" y="25"/>
                  <a:pt x="57" y="27"/>
                </a:cubicBezTo>
                <a:cubicBezTo>
                  <a:pt x="57" y="30"/>
                  <a:pt x="53" y="33"/>
                  <a:pt x="47" y="33"/>
                </a:cubicBezTo>
                <a:cubicBezTo>
                  <a:pt x="41" y="33"/>
                  <a:pt x="37" y="30"/>
                  <a:pt x="37" y="27"/>
                </a:cubicBezTo>
                <a:cubicBezTo>
                  <a:pt x="37" y="26"/>
                  <a:pt x="37" y="25"/>
                  <a:pt x="37" y="25"/>
                </a:cubicBezTo>
                <a:cubicBezTo>
                  <a:pt x="49" y="25"/>
                  <a:pt x="49" y="25"/>
                  <a:pt x="49" y="25"/>
                </a:cubicBezTo>
                <a:cubicBezTo>
                  <a:pt x="49" y="0"/>
                  <a:pt x="49" y="0"/>
                  <a:pt x="49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8"/>
                  <a:pt x="37" y="8"/>
                  <a:pt x="37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22"/>
                  <a:pt x="24" y="22"/>
                  <a:pt x="24" y="22"/>
                </a:cubicBezTo>
                <a:cubicBezTo>
                  <a:pt x="27" y="23"/>
                  <a:pt x="29" y="25"/>
                  <a:pt x="29" y="27"/>
                </a:cubicBezTo>
                <a:cubicBezTo>
                  <a:pt x="29" y="30"/>
                  <a:pt x="24" y="33"/>
                  <a:pt x="18" y="33"/>
                </a:cubicBezTo>
                <a:cubicBezTo>
                  <a:pt x="13" y="33"/>
                  <a:pt x="8" y="30"/>
                  <a:pt x="8" y="27"/>
                </a:cubicBezTo>
                <a:cubicBezTo>
                  <a:pt x="8" y="26"/>
                  <a:pt x="8" y="25"/>
                  <a:pt x="9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0"/>
                  <a:pt x="20" y="0"/>
                  <a:pt x="20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8"/>
                  <a:pt x="8" y="8"/>
                  <a:pt x="8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10"/>
                  <a:pt x="0" y="12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6"/>
                  <a:pt x="2" y="128"/>
                  <a:pt x="4" y="128"/>
                </a:cubicBezTo>
                <a:cubicBezTo>
                  <a:pt x="119" y="128"/>
                  <a:pt x="119" y="128"/>
                  <a:pt x="119" y="128"/>
                </a:cubicBezTo>
                <a:cubicBezTo>
                  <a:pt x="121" y="128"/>
                  <a:pt x="123" y="126"/>
                  <a:pt x="123" y="124"/>
                </a:cubicBezTo>
                <a:cubicBezTo>
                  <a:pt x="123" y="12"/>
                  <a:pt x="123" y="12"/>
                  <a:pt x="123" y="12"/>
                </a:cubicBezTo>
                <a:cubicBezTo>
                  <a:pt x="123" y="10"/>
                  <a:pt x="121" y="8"/>
                  <a:pt x="119" y="8"/>
                </a:cubicBezTo>
                <a:close/>
                <a:moveTo>
                  <a:pt x="115" y="119"/>
                </a:moveTo>
                <a:cubicBezTo>
                  <a:pt x="8" y="119"/>
                  <a:pt x="8" y="119"/>
                  <a:pt x="8" y="119"/>
                </a:cubicBezTo>
                <a:cubicBezTo>
                  <a:pt x="8" y="37"/>
                  <a:pt x="8" y="37"/>
                  <a:pt x="8" y="37"/>
                </a:cubicBezTo>
                <a:cubicBezTo>
                  <a:pt x="115" y="37"/>
                  <a:pt x="115" y="37"/>
                  <a:pt x="115" y="37"/>
                </a:cubicBezTo>
                <a:lnTo>
                  <a:pt x="115" y="1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Freeform 12"/>
          <p:cNvSpPr/>
          <p:nvPr/>
        </p:nvSpPr>
        <p:spPr bwMode="auto">
          <a:xfrm>
            <a:off x="8658784" y="1084723"/>
            <a:ext cx="503520" cy="438965"/>
          </a:xfrm>
          <a:custGeom>
            <a:avLst/>
            <a:gdLst>
              <a:gd name="T0" fmla="*/ 64 w 148"/>
              <a:gd name="T1" fmla="*/ 121 h 128"/>
              <a:gd name="T2" fmla="*/ 64 w 148"/>
              <a:gd name="T3" fmla="*/ 123 h 128"/>
              <a:gd name="T4" fmla="*/ 74 w 148"/>
              <a:gd name="T5" fmla="*/ 128 h 128"/>
              <a:gd name="T6" fmla="*/ 83 w 148"/>
              <a:gd name="T7" fmla="*/ 123 h 128"/>
              <a:gd name="T8" fmla="*/ 83 w 148"/>
              <a:gd name="T9" fmla="*/ 121 h 128"/>
              <a:gd name="T10" fmla="*/ 93 w 148"/>
              <a:gd name="T11" fmla="*/ 118 h 128"/>
              <a:gd name="T12" fmla="*/ 148 w 148"/>
              <a:gd name="T13" fmla="*/ 123 h 128"/>
              <a:gd name="T14" fmla="*/ 148 w 148"/>
              <a:gd name="T15" fmla="*/ 24 h 128"/>
              <a:gd name="T16" fmla="*/ 139 w 148"/>
              <a:gd name="T17" fmla="*/ 23 h 128"/>
              <a:gd name="T18" fmla="*/ 139 w 148"/>
              <a:gd name="T19" fmla="*/ 109 h 128"/>
              <a:gd name="T20" fmla="*/ 94 w 148"/>
              <a:gd name="T21" fmla="*/ 104 h 128"/>
              <a:gd name="T22" fmla="*/ 77 w 148"/>
              <a:gd name="T23" fmla="*/ 119 h 128"/>
              <a:gd name="T24" fmla="*/ 75 w 148"/>
              <a:gd name="T25" fmla="*/ 118 h 128"/>
              <a:gd name="T26" fmla="*/ 89 w 148"/>
              <a:gd name="T27" fmla="*/ 99 h 128"/>
              <a:gd name="T28" fmla="*/ 131 w 148"/>
              <a:gd name="T29" fmla="*/ 96 h 128"/>
              <a:gd name="T30" fmla="*/ 131 w 148"/>
              <a:gd name="T31" fmla="*/ 0 h 128"/>
              <a:gd name="T32" fmla="*/ 111 w 148"/>
              <a:gd name="T33" fmla="*/ 5 h 128"/>
              <a:gd name="T34" fmla="*/ 111 w 148"/>
              <a:gd name="T35" fmla="*/ 76 h 128"/>
              <a:gd name="T36" fmla="*/ 100 w 148"/>
              <a:gd name="T37" fmla="*/ 70 h 128"/>
              <a:gd name="T38" fmla="*/ 90 w 148"/>
              <a:gd name="T39" fmla="*/ 83 h 128"/>
              <a:gd name="T40" fmla="*/ 90 w 148"/>
              <a:gd name="T41" fmla="*/ 11 h 128"/>
              <a:gd name="T42" fmla="*/ 90 w 148"/>
              <a:gd name="T43" fmla="*/ 12 h 128"/>
              <a:gd name="T44" fmla="*/ 74 w 148"/>
              <a:gd name="T45" fmla="*/ 26 h 128"/>
              <a:gd name="T46" fmla="*/ 57 w 148"/>
              <a:gd name="T47" fmla="*/ 12 h 128"/>
              <a:gd name="T48" fmla="*/ 16 w 148"/>
              <a:gd name="T49" fmla="*/ 0 h 128"/>
              <a:gd name="T50" fmla="*/ 16 w 148"/>
              <a:gd name="T51" fmla="*/ 96 h 128"/>
              <a:gd name="T52" fmla="*/ 57 w 148"/>
              <a:gd name="T53" fmla="*/ 99 h 128"/>
              <a:gd name="T54" fmla="*/ 72 w 148"/>
              <a:gd name="T55" fmla="*/ 118 h 128"/>
              <a:gd name="T56" fmla="*/ 70 w 148"/>
              <a:gd name="T57" fmla="*/ 119 h 128"/>
              <a:gd name="T58" fmla="*/ 53 w 148"/>
              <a:gd name="T59" fmla="*/ 104 h 128"/>
              <a:gd name="T60" fmla="*/ 8 w 148"/>
              <a:gd name="T61" fmla="*/ 109 h 128"/>
              <a:gd name="T62" fmla="*/ 8 w 148"/>
              <a:gd name="T63" fmla="*/ 23 h 128"/>
              <a:gd name="T64" fmla="*/ 0 w 148"/>
              <a:gd name="T65" fmla="*/ 24 h 128"/>
              <a:gd name="T66" fmla="*/ 0 w 148"/>
              <a:gd name="T67" fmla="*/ 123 h 128"/>
              <a:gd name="T68" fmla="*/ 54 w 148"/>
              <a:gd name="T69" fmla="*/ 118 h 128"/>
              <a:gd name="T70" fmla="*/ 64 w 148"/>
              <a:gd name="T71" fmla="*/ 121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28">
                <a:moveTo>
                  <a:pt x="64" y="121"/>
                </a:moveTo>
                <a:cubicBezTo>
                  <a:pt x="64" y="122"/>
                  <a:pt x="64" y="122"/>
                  <a:pt x="64" y="123"/>
                </a:cubicBezTo>
                <a:cubicBezTo>
                  <a:pt x="64" y="126"/>
                  <a:pt x="68" y="128"/>
                  <a:pt x="74" y="128"/>
                </a:cubicBezTo>
                <a:cubicBezTo>
                  <a:pt x="79" y="128"/>
                  <a:pt x="83" y="126"/>
                  <a:pt x="83" y="123"/>
                </a:cubicBezTo>
                <a:cubicBezTo>
                  <a:pt x="83" y="122"/>
                  <a:pt x="83" y="122"/>
                  <a:pt x="83" y="121"/>
                </a:cubicBezTo>
                <a:cubicBezTo>
                  <a:pt x="86" y="120"/>
                  <a:pt x="89" y="118"/>
                  <a:pt x="93" y="118"/>
                </a:cubicBezTo>
                <a:cubicBezTo>
                  <a:pt x="115" y="118"/>
                  <a:pt x="148" y="123"/>
                  <a:pt x="148" y="123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48" y="24"/>
                  <a:pt x="144" y="23"/>
                  <a:pt x="139" y="23"/>
                </a:cubicBezTo>
                <a:cubicBezTo>
                  <a:pt x="139" y="109"/>
                  <a:pt x="139" y="109"/>
                  <a:pt x="139" y="109"/>
                </a:cubicBezTo>
                <a:cubicBezTo>
                  <a:pt x="139" y="109"/>
                  <a:pt x="113" y="98"/>
                  <a:pt x="94" y="104"/>
                </a:cubicBezTo>
                <a:cubicBezTo>
                  <a:pt x="87" y="106"/>
                  <a:pt x="81" y="114"/>
                  <a:pt x="77" y="119"/>
                </a:cubicBezTo>
                <a:cubicBezTo>
                  <a:pt x="76" y="118"/>
                  <a:pt x="76" y="118"/>
                  <a:pt x="75" y="118"/>
                </a:cubicBezTo>
                <a:cubicBezTo>
                  <a:pt x="78" y="113"/>
                  <a:pt x="83" y="103"/>
                  <a:pt x="89" y="99"/>
                </a:cubicBezTo>
                <a:cubicBezTo>
                  <a:pt x="107" y="91"/>
                  <a:pt x="131" y="96"/>
                  <a:pt x="131" y="96"/>
                </a:cubicBezTo>
                <a:cubicBezTo>
                  <a:pt x="131" y="0"/>
                  <a:pt x="131" y="0"/>
                  <a:pt x="131" y="0"/>
                </a:cubicBezTo>
                <a:cubicBezTo>
                  <a:pt x="131" y="0"/>
                  <a:pt x="122" y="2"/>
                  <a:pt x="111" y="5"/>
                </a:cubicBezTo>
                <a:cubicBezTo>
                  <a:pt x="111" y="76"/>
                  <a:pt x="111" y="76"/>
                  <a:pt x="111" y="76"/>
                </a:cubicBezTo>
                <a:cubicBezTo>
                  <a:pt x="100" y="70"/>
                  <a:pt x="100" y="70"/>
                  <a:pt x="100" y="70"/>
                </a:cubicBezTo>
                <a:cubicBezTo>
                  <a:pt x="90" y="83"/>
                  <a:pt x="90" y="83"/>
                  <a:pt x="90" y="83"/>
                </a:cubicBezTo>
                <a:cubicBezTo>
                  <a:pt x="90" y="11"/>
                  <a:pt x="90" y="11"/>
                  <a:pt x="90" y="11"/>
                </a:cubicBezTo>
                <a:cubicBezTo>
                  <a:pt x="90" y="11"/>
                  <a:pt x="90" y="11"/>
                  <a:pt x="90" y="12"/>
                </a:cubicBezTo>
                <a:cubicBezTo>
                  <a:pt x="81" y="15"/>
                  <a:pt x="74" y="26"/>
                  <a:pt x="74" y="26"/>
                </a:cubicBezTo>
                <a:cubicBezTo>
                  <a:pt x="74" y="26"/>
                  <a:pt x="66" y="15"/>
                  <a:pt x="57" y="12"/>
                </a:cubicBezTo>
                <a:cubicBezTo>
                  <a:pt x="40" y="5"/>
                  <a:pt x="16" y="0"/>
                  <a:pt x="16" y="0"/>
                </a:cubicBezTo>
                <a:cubicBezTo>
                  <a:pt x="16" y="96"/>
                  <a:pt x="16" y="96"/>
                  <a:pt x="16" y="96"/>
                </a:cubicBezTo>
                <a:cubicBezTo>
                  <a:pt x="16" y="96"/>
                  <a:pt x="40" y="91"/>
                  <a:pt x="57" y="99"/>
                </a:cubicBezTo>
                <a:cubicBezTo>
                  <a:pt x="64" y="103"/>
                  <a:pt x="69" y="113"/>
                  <a:pt x="72" y="118"/>
                </a:cubicBezTo>
                <a:cubicBezTo>
                  <a:pt x="71" y="118"/>
                  <a:pt x="71" y="118"/>
                  <a:pt x="70" y="119"/>
                </a:cubicBezTo>
                <a:cubicBezTo>
                  <a:pt x="67" y="114"/>
                  <a:pt x="60" y="106"/>
                  <a:pt x="53" y="104"/>
                </a:cubicBezTo>
                <a:cubicBezTo>
                  <a:pt x="34" y="98"/>
                  <a:pt x="8" y="109"/>
                  <a:pt x="8" y="109"/>
                </a:cubicBezTo>
                <a:cubicBezTo>
                  <a:pt x="8" y="23"/>
                  <a:pt x="8" y="23"/>
                  <a:pt x="8" y="23"/>
                </a:cubicBezTo>
                <a:cubicBezTo>
                  <a:pt x="3" y="23"/>
                  <a:pt x="0" y="24"/>
                  <a:pt x="0" y="24"/>
                </a:cubicBezTo>
                <a:cubicBezTo>
                  <a:pt x="0" y="123"/>
                  <a:pt x="0" y="123"/>
                  <a:pt x="0" y="123"/>
                </a:cubicBezTo>
                <a:cubicBezTo>
                  <a:pt x="0" y="123"/>
                  <a:pt x="32" y="118"/>
                  <a:pt x="54" y="118"/>
                </a:cubicBezTo>
                <a:cubicBezTo>
                  <a:pt x="58" y="118"/>
                  <a:pt x="61" y="120"/>
                  <a:pt x="64" y="1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3"/>
          <p:cNvSpPr>
            <a:spLocks noEditPoints="1"/>
          </p:cNvSpPr>
          <p:nvPr/>
        </p:nvSpPr>
        <p:spPr bwMode="auto">
          <a:xfrm>
            <a:off x="9782020" y="1097635"/>
            <a:ext cx="506102" cy="410562"/>
          </a:xfrm>
          <a:custGeom>
            <a:avLst/>
            <a:gdLst>
              <a:gd name="T0" fmla="*/ 12 w 148"/>
              <a:gd name="T1" fmla="*/ 66 h 120"/>
              <a:gd name="T2" fmla="*/ 52 w 148"/>
              <a:gd name="T3" fmla="*/ 66 h 120"/>
              <a:gd name="T4" fmla="*/ 66 w 148"/>
              <a:gd name="T5" fmla="*/ 66 h 120"/>
              <a:gd name="T6" fmla="*/ 52 w 148"/>
              <a:gd name="T7" fmla="*/ 70 h 120"/>
              <a:gd name="T8" fmla="*/ 12 w 148"/>
              <a:gd name="T9" fmla="*/ 87 h 120"/>
              <a:gd name="T10" fmla="*/ 66 w 148"/>
              <a:gd name="T11" fmla="*/ 87 h 120"/>
              <a:gd name="T12" fmla="*/ 52 w 148"/>
              <a:gd name="T13" fmla="*/ 70 h 120"/>
              <a:gd name="T14" fmla="*/ 12 w 148"/>
              <a:gd name="T15" fmla="*/ 41 h 120"/>
              <a:gd name="T16" fmla="*/ 52 w 148"/>
              <a:gd name="T17" fmla="*/ 41 h 120"/>
              <a:gd name="T18" fmla="*/ 66 w 148"/>
              <a:gd name="T19" fmla="*/ 41 h 120"/>
              <a:gd name="T20" fmla="*/ 52 w 148"/>
              <a:gd name="T21" fmla="*/ 46 h 120"/>
              <a:gd name="T22" fmla="*/ 12 w 148"/>
              <a:gd name="T23" fmla="*/ 62 h 120"/>
              <a:gd name="T24" fmla="*/ 66 w 148"/>
              <a:gd name="T25" fmla="*/ 62 h 120"/>
              <a:gd name="T26" fmla="*/ 52 w 148"/>
              <a:gd name="T27" fmla="*/ 46 h 120"/>
              <a:gd name="T28" fmla="*/ 12 w 148"/>
              <a:gd name="T29" fmla="*/ 29 h 120"/>
              <a:gd name="T30" fmla="*/ 52 w 148"/>
              <a:gd name="T31" fmla="*/ 29 h 120"/>
              <a:gd name="T32" fmla="*/ 66 w 148"/>
              <a:gd name="T33" fmla="*/ 29 h 120"/>
              <a:gd name="T34" fmla="*/ 82 w 148"/>
              <a:gd name="T35" fmla="*/ 29 h 120"/>
              <a:gd name="T36" fmla="*/ 95 w 148"/>
              <a:gd name="T37" fmla="*/ 29 h 120"/>
              <a:gd name="T38" fmla="*/ 135 w 148"/>
              <a:gd name="T39" fmla="*/ 29 h 120"/>
              <a:gd name="T40" fmla="*/ 82 w 148"/>
              <a:gd name="T41" fmla="*/ 29 h 120"/>
              <a:gd name="T42" fmla="*/ 82 w 148"/>
              <a:gd name="T43" fmla="*/ 50 h 120"/>
              <a:gd name="T44" fmla="*/ 135 w 148"/>
              <a:gd name="T45" fmla="*/ 50 h 120"/>
              <a:gd name="T46" fmla="*/ 95 w 148"/>
              <a:gd name="T47" fmla="*/ 33 h 120"/>
              <a:gd name="T48" fmla="*/ 82 w 148"/>
              <a:gd name="T49" fmla="*/ 54 h 120"/>
              <a:gd name="T50" fmla="*/ 95 w 148"/>
              <a:gd name="T51" fmla="*/ 54 h 120"/>
              <a:gd name="T52" fmla="*/ 135 w 148"/>
              <a:gd name="T53" fmla="*/ 54 h 120"/>
              <a:gd name="T54" fmla="*/ 82 w 148"/>
              <a:gd name="T55" fmla="*/ 54 h 120"/>
              <a:gd name="T56" fmla="*/ 82 w 148"/>
              <a:gd name="T57" fmla="*/ 87 h 120"/>
              <a:gd name="T58" fmla="*/ 135 w 148"/>
              <a:gd name="T59" fmla="*/ 87 h 120"/>
              <a:gd name="T60" fmla="*/ 95 w 148"/>
              <a:gd name="T61" fmla="*/ 70 h 120"/>
              <a:gd name="T62" fmla="*/ 82 w 148"/>
              <a:gd name="T63" fmla="*/ 66 h 120"/>
              <a:gd name="T64" fmla="*/ 95 w 148"/>
              <a:gd name="T65" fmla="*/ 66 h 120"/>
              <a:gd name="T66" fmla="*/ 135 w 148"/>
              <a:gd name="T67" fmla="*/ 66 h 120"/>
              <a:gd name="T68" fmla="*/ 82 w 148"/>
              <a:gd name="T69" fmla="*/ 66 h 120"/>
              <a:gd name="T70" fmla="*/ 74 w 148"/>
              <a:gd name="T71" fmla="*/ 17 h 120"/>
              <a:gd name="T72" fmla="*/ 0 w 148"/>
              <a:gd name="T73" fmla="*/ 13 h 120"/>
              <a:gd name="T74" fmla="*/ 54 w 148"/>
              <a:gd name="T75" fmla="*/ 111 h 120"/>
              <a:gd name="T76" fmla="*/ 64 w 148"/>
              <a:gd name="T77" fmla="*/ 115 h 120"/>
              <a:gd name="T78" fmla="*/ 84 w 148"/>
              <a:gd name="T79" fmla="*/ 115 h 120"/>
              <a:gd name="T80" fmla="*/ 93 w 148"/>
              <a:gd name="T81" fmla="*/ 111 h 120"/>
              <a:gd name="T82" fmla="*/ 148 w 148"/>
              <a:gd name="T83" fmla="*/ 13 h 120"/>
              <a:gd name="T84" fmla="*/ 70 w 148"/>
              <a:gd name="T85" fmla="*/ 111 h 120"/>
              <a:gd name="T86" fmla="*/ 8 w 148"/>
              <a:gd name="T87" fmla="*/ 107 h 120"/>
              <a:gd name="T88" fmla="*/ 53 w 148"/>
              <a:gd name="T89" fmla="*/ 7 h 120"/>
              <a:gd name="T90" fmla="*/ 70 w 148"/>
              <a:gd name="T91" fmla="*/ 111 h 120"/>
              <a:gd name="T92" fmla="*/ 98 w 148"/>
              <a:gd name="T93" fmla="*/ 96 h 120"/>
              <a:gd name="T94" fmla="*/ 78 w 148"/>
              <a:gd name="T95" fmla="*/ 23 h 120"/>
              <a:gd name="T96" fmla="*/ 140 w 148"/>
              <a:gd name="T97" fmla="*/ 19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8" h="120">
                <a:moveTo>
                  <a:pt x="52" y="58"/>
                </a:moveTo>
                <a:cubicBezTo>
                  <a:pt x="36" y="58"/>
                  <a:pt x="12" y="66"/>
                  <a:pt x="12" y="66"/>
                </a:cubicBezTo>
                <a:cubicBezTo>
                  <a:pt x="12" y="74"/>
                  <a:pt x="12" y="74"/>
                  <a:pt x="12" y="74"/>
                </a:cubicBezTo>
                <a:cubicBezTo>
                  <a:pt x="12" y="74"/>
                  <a:pt x="36" y="66"/>
                  <a:pt x="52" y="66"/>
                </a:cubicBezTo>
                <a:cubicBezTo>
                  <a:pt x="60" y="66"/>
                  <a:pt x="66" y="74"/>
                  <a:pt x="66" y="74"/>
                </a:cubicBezTo>
                <a:cubicBezTo>
                  <a:pt x="66" y="66"/>
                  <a:pt x="66" y="66"/>
                  <a:pt x="66" y="66"/>
                </a:cubicBezTo>
                <a:cubicBezTo>
                  <a:pt x="66" y="66"/>
                  <a:pt x="60" y="58"/>
                  <a:pt x="52" y="58"/>
                </a:cubicBezTo>
                <a:close/>
                <a:moveTo>
                  <a:pt x="52" y="70"/>
                </a:moveTo>
                <a:cubicBezTo>
                  <a:pt x="36" y="70"/>
                  <a:pt x="12" y="78"/>
                  <a:pt x="12" y="78"/>
                </a:cubicBezTo>
                <a:cubicBezTo>
                  <a:pt x="12" y="87"/>
                  <a:pt x="12" y="87"/>
                  <a:pt x="12" y="87"/>
                </a:cubicBezTo>
                <a:cubicBezTo>
                  <a:pt x="12" y="87"/>
                  <a:pt x="36" y="78"/>
                  <a:pt x="52" y="78"/>
                </a:cubicBezTo>
                <a:cubicBezTo>
                  <a:pt x="60" y="78"/>
                  <a:pt x="66" y="87"/>
                  <a:pt x="66" y="87"/>
                </a:cubicBezTo>
                <a:cubicBezTo>
                  <a:pt x="66" y="78"/>
                  <a:pt x="66" y="78"/>
                  <a:pt x="66" y="78"/>
                </a:cubicBezTo>
                <a:cubicBezTo>
                  <a:pt x="66" y="78"/>
                  <a:pt x="60" y="70"/>
                  <a:pt x="52" y="70"/>
                </a:cubicBezTo>
                <a:close/>
                <a:moveTo>
                  <a:pt x="52" y="33"/>
                </a:moveTo>
                <a:cubicBezTo>
                  <a:pt x="36" y="33"/>
                  <a:pt x="12" y="41"/>
                  <a:pt x="12" y="41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50"/>
                  <a:pt x="36" y="41"/>
                  <a:pt x="52" y="41"/>
                </a:cubicBezTo>
                <a:cubicBezTo>
                  <a:pt x="60" y="41"/>
                  <a:pt x="66" y="50"/>
                  <a:pt x="66" y="50"/>
                </a:cubicBezTo>
                <a:cubicBezTo>
                  <a:pt x="66" y="41"/>
                  <a:pt x="66" y="41"/>
                  <a:pt x="66" y="41"/>
                </a:cubicBezTo>
                <a:cubicBezTo>
                  <a:pt x="66" y="41"/>
                  <a:pt x="60" y="33"/>
                  <a:pt x="52" y="33"/>
                </a:cubicBezTo>
                <a:close/>
                <a:moveTo>
                  <a:pt x="52" y="46"/>
                </a:moveTo>
                <a:cubicBezTo>
                  <a:pt x="36" y="46"/>
                  <a:pt x="12" y="54"/>
                  <a:pt x="12" y="54"/>
                </a:cubicBezTo>
                <a:cubicBezTo>
                  <a:pt x="12" y="62"/>
                  <a:pt x="12" y="62"/>
                  <a:pt x="12" y="62"/>
                </a:cubicBezTo>
                <a:cubicBezTo>
                  <a:pt x="12" y="62"/>
                  <a:pt x="36" y="54"/>
                  <a:pt x="52" y="54"/>
                </a:cubicBezTo>
                <a:cubicBezTo>
                  <a:pt x="60" y="54"/>
                  <a:pt x="66" y="62"/>
                  <a:pt x="66" y="62"/>
                </a:cubicBezTo>
                <a:cubicBezTo>
                  <a:pt x="66" y="54"/>
                  <a:pt x="66" y="54"/>
                  <a:pt x="66" y="54"/>
                </a:cubicBezTo>
                <a:cubicBezTo>
                  <a:pt x="66" y="54"/>
                  <a:pt x="60" y="46"/>
                  <a:pt x="52" y="46"/>
                </a:cubicBezTo>
                <a:close/>
                <a:moveTo>
                  <a:pt x="52" y="21"/>
                </a:moveTo>
                <a:cubicBezTo>
                  <a:pt x="36" y="21"/>
                  <a:pt x="12" y="29"/>
                  <a:pt x="12" y="29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7"/>
                  <a:pt x="36" y="29"/>
                  <a:pt x="52" y="29"/>
                </a:cubicBezTo>
                <a:cubicBezTo>
                  <a:pt x="60" y="29"/>
                  <a:pt x="66" y="37"/>
                  <a:pt x="66" y="37"/>
                </a:cubicBezTo>
                <a:cubicBezTo>
                  <a:pt x="66" y="29"/>
                  <a:pt x="66" y="29"/>
                  <a:pt x="66" y="29"/>
                </a:cubicBezTo>
                <a:cubicBezTo>
                  <a:pt x="66" y="29"/>
                  <a:pt x="60" y="21"/>
                  <a:pt x="52" y="21"/>
                </a:cubicBezTo>
                <a:close/>
                <a:moveTo>
                  <a:pt x="82" y="29"/>
                </a:moveTo>
                <a:cubicBezTo>
                  <a:pt x="82" y="37"/>
                  <a:pt x="82" y="37"/>
                  <a:pt x="82" y="37"/>
                </a:cubicBezTo>
                <a:cubicBezTo>
                  <a:pt x="82" y="37"/>
                  <a:pt x="88" y="29"/>
                  <a:pt x="95" y="29"/>
                </a:cubicBezTo>
                <a:cubicBezTo>
                  <a:pt x="111" y="29"/>
                  <a:pt x="135" y="37"/>
                  <a:pt x="135" y="37"/>
                </a:cubicBezTo>
                <a:cubicBezTo>
                  <a:pt x="135" y="29"/>
                  <a:pt x="135" y="29"/>
                  <a:pt x="135" y="29"/>
                </a:cubicBezTo>
                <a:cubicBezTo>
                  <a:pt x="135" y="29"/>
                  <a:pt x="111" y="21"/>
                  <a:pt x="95" y="21"/>
                </a:cubicBezTo>
                <a:cubicBezTo>
                  <a:pt x="88" y="21"/>
                  <a:pt x="82" y="29"/>
                  <a:pt x="82" y="29"/>
                </a:cubicBezTo>
                <a:close/>
                <a:moveTo>
                  <a:pt x="82" y="41"/>
                </a:move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8" y="41"/>
                  <a:pt x="95" y="41"/>
                </a:cubicBezTo>
                <a:cubicBezTo>
                  <a:pt x="111" y="41"/>
                  <a:pt x="135" y="50"/>
                  <a:pt x="135" y="50"/>
                </a:cubicBezTo>
                <a:cubicBezTo>
                  <a:pt x="135" y="41"/>
                  <a:pt x="135" y="41"/>
                  <a:pt x="135" y="41"/>
                </a:cubicBezTo>
                <a:cubicBezTo>
                  <a:pt x="135" y="41"/>
                  <a:pt x="111" y="33"/>
                  <a:pt x="95" y="33"/>
                </a:cubicBezTo>
                <a:cubicBezTo>
                  <a:pt x="88" y="33"/>
                  <a:pt x="82" y="41"/>
                  <a:pt x="82" y="41"/>
                </a:cubicBezTo>
                <a:close/>
                <a:moveTo>
                  <a:pt x="82" y="54"/>
                </a:moveTo>
                <a:cubicBezTo>
                  <a:pt x="82" y="62"/>
                  <a:pt x="82" y="62"/>
                  <a:pt x="82" y="62"/>
                </a:cubicBezTo>
                <a:cubicBezTo>
                  <a:pt x="82" y="62"/>
                  <a:pt x="88" y="54"/>
                  <a:pt x="95" y="54"/>
                </a:cubicBezTo>
                <a:cubicBezTo>
                  <a:pt x="111" y="54"/>
                  <a:pt x="135" y="62"/>
                  <a:pt x="135" y="62"/>
                </a:cubicBezTo>
                <a:cubicBezTo>
                  <a:pt x="135" y="54"/>
                  <a:pt x="135" y="54"/>
                  <a:pt x="135" y="54"/>
                </a:cubicBezTo>
                <a:cubicBezTo>
                  <a:pt x="135" y="54"/>
                  <a:pt x="111" y="46"/>
                  <a:pt x="95" y="46"/>
                </a:cubicBezTo>
                <a:cubicBezTo>
                  <a:pt x="88" y="46"/>
                  <a:pt x="82" y="54"/>
                  <a:pt x="82" y="54"/>
                </a:cubicBezTo>
                <a:close/>
                <a:moveTo>
                  <a:pt x="82" y="78"/>
                </a:moveTo>
                <a:cubicBezTo>
                  <a:pt x="82" y="87"/>
                  <a:pt x="82" y="87"/>
                  <a:pt x="82" y="87"/>
                </a:cubicBezTo>
                <a:cubicBezTo>
                  <a:pt x="82" y="87"/>
                  <a:pt x="88" y="78"/>
                  <a:pt x="95" y="78"/>
                </a:cubicBezTo>
                <a:cubicBezTo>
                  <a:pt x="111" y="78"/>
                  <a:pt x="135" y="87"/>
                  <a:pt x="135" y="87"/>
                </a:cubicBezTo>
                <a:cubicBezTo>
                  <a:pt x="135" y="78"/>
                  <a:pt x="135" y="78"/>
                  <a:pt x="135" y="78"/>
                </a:cubicBezTo>
                <a:cubicBezTo>
                  <a:pt x="135" y="78"/>
                  <a:pt x="111" y="70"/>
                  <a:pt x="95" y="70"/>
                </a:cubicBezTo>
                <a:cubicBezTo>
                  <a:pt x="88" y="70"/>
                  <a:pt x="82" y="78"/>
                  <a:pt x="82" y="78"/>
                </a:cubicBezTo>
                <a:close/>
                <a:moveTo>
                  <a:pt x="82" y="66"/>
                </a:moveTo>
                <a:cubicBezTo>
                  <a:pt x="82" y="74"/>
                  <a:pt x="82" y="74"/>
                  <a:pt x="82" y="74"/>
                </a:cubicBezTo>
                <a:cubicBezTo>
                  <a:pt x="82" y="74"/>
                  <a:pt x="88" y="66"/>
                  <a:pt x="95" y="66"/>
                </a:cubicBezTo>
                <a:cubicBezTo>
                  <a:pt x="111" y="66"/>
                  <a:pt x="135" y="74"/>
                  <a:pt x="135" y="74"/>
                </a:cubicBezTo>
                <a:cubicBezTo>
                  <a:pt x="135" y="66"/>
                  <a:pt x="135" y="66"/>
                  <a:pt x="135" y="66"/>
                </a:cubicBezTo>
                <a:cubicBezTo>
                  <a:pt x="135" y="66"/>
                  <a:pt x="111" y="58"/>
                  <a:pt x="95" y="58"/>
                </a:cubicBezTo>
                <a:cubicBezTo>
                  <a:pt x="88" y="58"/>
                  <a:pt x="82" y="66"/>
                  <a:pt x="82" y="66"/>
                </a:cubicBezTo>
                <a:close/>
                <a:moveTo>
                  <a:pt x="93" y="0"/>
                </a:moveTo>
                <a:cubicBezTo>
                  <a:pt x="78" y="0"/>
                  <a:pt x="74" y="17"/>
                  <a:pt x="74" y="17"/>
                </a:cubicBezTo>
                <a:cubicBezTo>
                  <a:pt x="74" y="17"/>
                  <a:pt x="70" y="0"/>
                  <a:pt x="54" y="0"/>
                </a:cubicBezTo>
                <a:cubicBezTo>
                  <a:pt x="20" y="0"/>
                  <a:pt x="0" y="13"/>
                  <a:pt x="0" y="13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115"/>
                  <a:pt x="32" y="111"/>
                  <a:pt x="54" y="111"/>
                </a:cubicBezTo>
                <a:cubicBezTo>
                  <a:pt x="58" y="111"/>
                  <a:pt x="62" y="112"/>
                  <a:pt x="65" y="113"/>
                </a:cubicBezTo>
                <a:cubicBezTo>
                  <a:pt x="64" y="114"/>
                  <a:pt x="64" y="114"/>
                  <a:pt x="64" y="115"/>
                </a:cubicBezTo>
                <a:cubicBezTo>
                  <a:pt x="64" y="118"/>
                  <a:pt x="68" y="120"/>
                  <a:pt x="74" y="120"/>
                </a:cubicBezTo>
                <a:cubicBezTo>
                  <a:pt x="79" y="120"/>
                  <a:pt x="84" y="118"/>
                  <a:pt x="84" y="115"/>
                </a:cubicBezTo>
                <a:cubicBezTo>
                  <a:pt x="84" y="114"/>
                  <a:pt x="83" y="114"/>
                  <a:pt x="83" y="113"/>
                </a:cubicBezTo>
                <a:cubicBezTo>
                  <a:pt x="86" y="112"/>
                  <a:pt x="89" y="111"/>
                  <a:pt x="93" y="111"/>
                </a:cubicBezTo>
                <a:cubicBezTo>
                  <a:pt x="115" y="111"/>
                  <a:pt x="148" y="115"/>
                  <a:pt x="148" y="115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13"/>
                  <a:pt x="127" y="0"/>
                  <a:pt x="93" y="0"/>
                </a:cubicBezTo>
                <a:close/>
                <a:moveTo>
                  <a:pt x="70" y="111"/>
                </a:moveTo>
                <a:cubicBezTo>
                  <a:pt x="70" y="111"/>
                  <a:pt x="66" y="96"/>
                  <a:pt x="49" y="96"/>
                </a:cubicBezTo>
                <a:cubicBezTo>
                  <a:pt x="33" y="96"/>
                  <a:pt x="8" y="107"/>
                  <a:pt x="8" y="107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19"/>
                  <a:pt x="20" y="7"/>
                  <a:pt x="53" y="7"/>
                </a:cubicBezTo>
                <a:cubicBezTo>
                  <a:pt x="66" y="7"/>
                  <a:pt x="70" y="23"/>
                  <a:pt x="70" y="23"/>
                </a:cubicBezTo>
                <a:lnTo>
                  <a:pt x="70" y="111"/>
                </a:lnTo>
                <a:close/>
                <a:moveTo>
                  <a:pt x="140" y="107"/>
                </a:moveTo>
                <a:cubicBezTo>
                  <a:pt x="140" y="107"/>
                  <a:pt x="115" y="96"/>
                  <a:pt x="98" y="96"/>
                </a:cubicBezTo>
                <a:cubicBezTo>
                  <a:pt x="82" y="96"/>
                  <a:pt x="78" y="111"/>
                  <a:pt x="78" y="111"/>
                </a:cubicBezTo>
                <a:cubicBezTo>
                  <a:pt x="78" y="23"/>
                  <a:pt x="78" y="23"/>
                  <a:pt x="78" y="23"/>
                </a:cubicBezTo>
                <a:cubicBezTo>
                  <a:pt x="78" y="23"/>
                  <a:pt x="82" y="7"/>
                  <a:pt x="94" y="7"/>
                </a:cubicBezTo>
                <a:cubicBezTo>
                  <a:pt x="127" y="7"/>
                  <a:pt x="140" y="19"/>
                  <a:pt x="140" y="19"/>
                </a:cubicBezTo>
                <a:lnTo>
                  <a:pt x="140" y="1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14"/>
          <p:cNvSpPr>
            <a:spLocks noEditPoints="1"/>
          </p:cNvSpPr>
          <p:nvPr/>
        </p:nvSpPr>
        <p:spPr bwMode="auto">
          <a:xfrm>
            <a:off x="10905255" y="1017588"/>
            <a:ext cx="519012" cy="506102"/>
          </a:xfrm>
          <a:custGeom>
            <a:avLst/>
            <a:gdLst>
              <a:gd name="T0" fmla="*/ 127 w 152"/>
              <a:gd name="T1" fmla="*/ 123 h 148"/>
              <a:gd name="T2" fmla="*/ 94 w 152"/>
              <a:gd name="T3" fmla="*/ 123 h 148"/>
              <a:gd name="T4" fmla="*/ 94 w 152"/>
              <a:gd name="T5" fmla="*/ 131 h 148"/>
              <a:gd name="T6" fmla="*/ 127 w 152"/>
              <a:gd name="T7" fmla="*/ 131 h 148"/>
              <a:gd name="T8" fmla="*/ 127 w 152"/>
              <a:gd name="T9" fmla="*/ 123 h 148"/>
              <a:gd name="T10" fmla="*/ 140 w 152"/>
              <a:gd name="T11" fmla="*/ 32 h 148"/>
              <a:gd name="T12" fmla="*/ 119 w 152"/>
              <a:gd name="T13" fmla="*/ 32 h 148"/>
              <a:gd name="T14" fmla="*/ 74 w 152"/>
              <a:gd name="T15" fmla="*/ 0 h 148"/>
              <a:gd name="T16" fmla="*/ 29 w 152"/>
              <a:gd name="T17" fmla="*/ 32 h 148"/>
              <a:gd name="T18" fmla="*/ 12 w 152"/>
              <a:gd name="T19" fmla="*/ 32 h 148"/>
              <a:gd name="T20" fmla="*/ 0 w 152"/>
              <a:gd name="T21" fmla="*/ 45 h 148"/>
              <a:gd name="T22" fmla="*/ 0 w 152"/>
              <a:gd name="T23" fmla="*/ 135 h 148"/>
              <a:gd name="T24" fmla="*/ 12 w 152"/>
              <a:gd name="T25" fmla="*/ 148 h 148"/>
              <a:gd name="T26" fmla="*/ 140 w 152"/>
              <a:gd name="T27" fmla="*/ 148 h 148"/>
              <a:gd name="T28" fmla="*/ 152 w 152"/>
              <a:gd name="T29" fmla="*/ 135 h 148"/>
              <a:gd name="T30" fmla="*/ 152 w 152"/>
              <a:gd name="T31" fmla="*/ 45 h 148"/>
              <a:gd name="T32" fmla="*/ 140 w 152"/>
              <a:gd name="T33" fmla="*/ 32 h 148"/>
              <a:gd name="T34" fmla="*/ 74 w 152"/>
              <a:gd name="T35" fmla="*/ 6 h 148"/>
              <a:gd name="T36" fmla="*/ 111 w 152"/>
              <a:gd name="T37" fmla="*/ 32 h 148"/>
              <a:gd name="T38" fmla="*/ 37 w 152"/>
              <a:gd name="T39" fmla="*/ 32 h 148"/>
              <a:gd name="T40" fmla="*/ 74 w 152"/>
              <a:gd name="T41" fmla="*/ 6 h 148"/>
              <a:gd name="T42" fmla="*/ 144 w 152"/>
              <a:gd name="T43" fmla="*/ 139 h 148"/>
              <a:gd name="T44" fmla="*/ 8 w 152"/>
              <a:gd name="T45" fmla="*/ 139 h 148"/>
              <a:gd name="T46" fmla="*/ 8 w 152"/>
              <a:gd name="T47" fmla="*/ 41 h 148"/>
              <a:gd name="T48" fmla="*/ 144 w 152"/>
              <a:gd name="T49" fmla="*/ 41 h 148"/>
              <a:gd name="T50" fmla="*/ 144 w 152"/>
              <a:gd name="T51" fmla="*/ 139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2" h="148">
                <a:moveTo>
                  <a:pt x="127" y="123"/>
                </a:moveTo>
                <a:cubicBezTo>
                  <a:pt x="94" y="123"/>
                  <a:pt x="94" y="123"/>
                  <a:pt x="94" y="123"/>
                </a:cubicBezTo>
                <a:cubicBezTo>
                  <a:pt x="94" y="131"/>
                  <a:pt x="94" y="131"/>
                  <a:pt x="94" y="131"/>
                </a:cubicBezTo>
                <a:cubicBezTo>
                  <a:pt x="127" y="131"/>
                  <a:pt x="127" y="131"/>
                  <a:pt x="127" y="131"/>
                </a:cubicBezTo>
                <a:lnTo>
                  <a:pt x="127" y="123"/>
                </a:lnTo>
                <a:close/>
                <a:moveTo>
                  <a:pt x="140" y="32"/>
                </a:moveTo>
                <a:cubicBezTo>
                  <a:pt x="119" y="32"/>
                  <a:pt x="119" y="32"/>
                  <a:pt x="119" y="32"/>
                </a:cubicBezTo>
                <a:cubicBezTo>
                  <a:pt x="74" y="0"/>
                  <a:pt x="74" y="0"/>
                  <a:pt x="74" y="0"/>
                </a:cubicBezTo>
                <a:cubicBezTo>
                  <a:pt x="29" y="32"/>
                  <a:pt x="29" y="32"/>
                  <a:pt x="29" y="32"/>
                </a:cubicBezTo>
                <a:cubicBezTo>
                  <a:pt x="12" y="32"/>
                  <a:pt x="12" y="32"/>
                  <a:pt x="12" y="32"/>
                </a:cubicBezTo>
                <a:cubicBezTo>
                  <a:pt x="5" y="32"/>
                  <a:pt x="0" y="38"/>
                  <a:pt x="0" y="45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2"/>
                  <a:pt x="5" y="148"/>
                  <a:pt x="12" y="148"/>
                </a:cubicBezTo>
                <a:cubicBezTo>
                  <a:pt x="140" y="148"/>
                  <a:pt x="140" y="148"/>
                  <a:pt x="140" y="148"/>
                </a:cubicBezTo>
                <a:cubicBezTo>
                  <a:pt x="147" y="148"/>
                  <a:pt x="152" y="142"/>
                  <a:pt x="152" y="135"/>
                </a:cubicBezTo>
                <a:cubicBezTo>
                  <a:pt x="152" y="45"/>
                  <a:pt x="152" y="45"/>
                  <a:pt x="152" y="45"/>
                </a:cubicBezTo>
                <a:cubicBezTo>
                  <a:pt x="152" y="38"/>
                  <a:pt x="147" y="32"/>
                  <a:pt x="140" y="32"/>
                </a:cubicBezTo>
                <a:close/>
                <a:moveTo>
                  <a:pt x="74" y="6"/>
                </a:moveTo>
                <a:cubicBezTo>
                  <a:pt x="111" y="32"/>
                  <a:pt x="111" y="32"/>
                  <a:pt x="111" y="32"/>
                </a:cubicBezTo>
                <a:cubicBezTo>
                  <a:pt x="37" y="32"/>
                  <a:pt x="37" y="32"/>
                  <a:pt x="37" y="32"/>
                </a:cubicBezTo>
                <a:lnTo>
                  <a:pt x="74" y="6"/>
                </a:lnTo>
                <a:close/>
                <a:moveTo>
                  <a:pt x="144" y="139"/>
                </a:moveTo>
                <a:cubicBezTo>
                  <a:pt x="8" y="139"/>
                  <a:pt x="8" y="139"/>
                  <a:pt x="8" y="139"/>
                </a:cubicBezTo>
                <a:cubicBezTo>
                  <a:pt x="8" y="41"/>
                  <a:pt x="8" y="41"/>
                  <a:pt x="8" y="41"/>
                </a:cubicBezTo>
                <a:cubicBezTo>
                  <a:pt x="144" y="41"/>
                  <a:pt x="144" y="41"/>
                  <a:pt x="144" y="41"/>
                </a:cubicBezTo>
                <a:lnTo>
                  <a:pt x="144" y="13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15"/>
          <p:cNvSpPr>
            <a:spLocks noEditPoints="1"/>
          </p:cNvSpPr>
          <p:nvPr/>
        </p:nvSpPr>
        <p:spPr bwMode="auto">
          <a:xfrm>
            <a:off x="767734" y="2148569"/>
            <a:ext cx="537087" cy="539670"/>
          </a:xfrm>
          <a:custGeom>
            <a:avLst/>
            <a:gdLst>
              <a:gd name="T0" fmla="*/ 148 w 157"/>
              <a:gd name="T1" fmla="*/ 35 h 158"/>
              <a:gd name="T2" fmla="*/ 144 w 157"/>
              <a:gd name="T3" fmla="*/ 64 h 158"/>
              <a:gd name="T4" fmla="*/ 153 w 157"/>
              <a:gd name="T5" fmla="*/ 68 h 158"/>
              <a:gd name="T6" fmla="*/ 157 w 157"/>
              <a:gd name="T7" fmla="*/ 39 h 158"/>
              <a:gd name="T8" fmla="*/ 17 w 157"/>
              <a:gd name="T9" fmla="*/ 154 h 158"/>
              <a:gd name="T10" fmla="*/ 37 w 157"/>
              <a:gd name="T11" fmla="*/ 158 h 158"/>
              <a:gd name="T12" fmla="*/ 41 w 157"/>
              <a:gd name="T13" fmla="*/ 138 h 158"/>
              <a:gd name="T14" fmla="*/ 17 w 157"/>
              <a:gd name="T15" fmla="*/ 154 h 158"/>
              <a:gd name="T16" fmla="*/ 9 w 157"/>
              <a:gd name="T17" fmla="*/ 35 h 158"/>
              <a:gd name="T18" fmla="*/ 0 w 157"/>
              <a:gd name="T19" fmla="*/ 39 h 158"/>
              <a:gd name="T20" fmla="*/ 4 w 157"/>
              <a:gd name="T21" fmla="*/ 68 h 158"/>
              <a:gd name="T22" fmla="*/ 13 w 157"/>
              <a:gd name="T23" fmla="*/ 64 h 158"/>
              <a:gd name="T24" fmla="*/ 116 w 157"/>
              <a:gd name="T25" fmla="*/ 154 h 158"/>
              <a:gd name="T26" fmla="*/ 136 w 157"/>
              <a:gd name="T27" fmla="*/ 158 h 158"/>
              <a:gd name="T28" fmla="*/ 140 w 157"/>
              <a:gd name="T29" fmla="*/ 138 h 158"/>
              <a:gd name="T30" fmla="*/ 116 w 157"/>
              <a:gd name="T31" fmla="*/ 154 h 158"/>
              <a:gd name="T32" fmla="*/ 116 w 157"/>
              <a:gd name="T33" fmla="*/ 92 h 158"/>
              <a:gd name="T34" fmla="*/ 112 w 157"/>
              <a:gd name="T35" fmla="*/ 79 h 158"/>
              <a:gd name="T36" fmla="*/ 41 w 157"/>
              <a:gd name="T37" fmla="*/ 84 h 158"/>
              <a:gd name="T38" fmla="*/ 17 w 157"/>
              <a:gd name="T39" fmla="*/ 92 h 158"/>
              <a:gd name="T40" fmla="*/ 13 w 157"/>
              <a:gd name="T41" fmla="*/ 125 h 158"/>
              <a:gd name="T42" fmla="*/ 140 w 157"/>
              <a:gd name="T43" fmla="*/ 129 h 158"/>
              <a:gd name="T44" fmla="*/ 144 w 157"/>
              <a:gd name="T45" fmla="*/ 96 h 158"/>
              <a:gd name="T46" fmla="*/ 31 w 157"/>
              <a:gd name="T47" fmla="*/ 121 h 158"/>
              <a:gd name="T48" fmla="*/ 31 w 157"/>
              <a:gd name="T49" fmla="*/ 101 h 158"/>
              <a:gd name="T50" fmla="*/ 31 w 157"/>
              <a:gd name="T51" fmla="*/ 121 h 158"/>
              <a:gd name="T52" fmla="*/ 103 w 157"/>
              <a:gd name="T53" fmla="*/ 117 h 158"/>
              <a:gd name="T54" fmla="*/ 50 w 157"/>
              <a:gd name="T55" fmla="*/ 113 h 158"/>
              <a:gd name="T56" fmla="*/ 54 w 157"/>
              <a:gd name="T57" fmla="*/ 84 h 158"/>
              <a:gd name="T58" fmla="*/ 107 w 157"/>
              <a:gd name="T59" fmla="*/ 88 h 158"/>
              <a:gd name="T60" fmla="*/ 126 w 157"/>
              <a:gd name="T61" fmla="*/ 121 h 158"/>
              <a:gd name="T62" fmla="*/ 126 w 157"/>
              <a:gd name="T63" fmla="*/ 101 h 158"/>
              <a:gd name="T64" fmla="*/ 126 w 157"/>
              <a:gd name="T65" fmla="*/ 121 h 158"/>
              <a:gd name="T66" fmla="*/ 32 w 157"/>
              <a:gd name="T67" fmla="*/ 84 h 158"/>
              <a:gd name="T68" fmla="*/ 36 w 157"/>
              <a:gd name="T69" fmla="*/ 72 h 158"/>
              <a:gd name="T70" fmla="*/ 125 w 157"/>
              <a:gd name="T71" fmla="*/ 80 h 158"/>
              <a:gd name="T72" fmla="*/ 133 w 157"/>
              <a:gd name="T73" fmla="*/ 84 h 158"/>
              <a:gd name="T74" fmla="*/ 136 w 157"/>
              <a:gd name="T75" fmla="*/ 30 h 158"/>
              <a:gd name="T76" fmla="*/ 24 w 157"/>
              <a:gd name="T77" fmla="*/ 24 h 158"/>
              <a:gd name="T78" fmla="*/ 21 w 157"/>
              <a:gd name="T79" fmla="*/ 30 h 158"/>
              <a:gd name="T80" fmla="*/ 25 w 157"/>
              <a:gd name="T81" fmla="*/ 84 h 158"/>
              <a:gd name="T82" fmla="*/ 87 w 157"/>
              <a:gd name="T83" fmla="*/ 31 h 158"/>
              <a:gd name="T84" fmla="*/ 128 w 157"/>
              <a:gd name="T85" fmla="*/ 35 h 158"/>
              <a:gd name="T86" fmla="*/ 124 w 157"/>
              <a:gd name="T87" fmla="*/ 55 h 158"/>
              <a:gd name="T88" fmla="*/ 83 w 157"/>
              <a:gd name="T89" fmla="*/ 51 h 158"/>
              <a:gd name="T90" fmla="*/ 29 w 157"/>
              <a:gd name="T91" fmla="*/ 35 h 158"/>
              <a:gd name="T92" fmla="*/ 70 w 157"/>
              <a:gd name="T93" fmla="*/ 31 h 158"/>
              <a:gd name="T94" fmla="*/ 74 w 157"/>
              <a:gd name="T95" fmla="*/ 51 h 158"/>
              <a:gd name="T96" fmla="*/ 33 w 157"/>
              <a:gd name="T97" fmla="*/ 55 h 158"/>
              <a:gd name="T98" fmla="*/ 29 w 157"/>
              <a:gd name="T99" fmla="*/ 35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57" h="158">
                <a:moveTo>
                  <a:pt x="153" y="35"/>
                </a:moveTo>
                <a:cubicBezTo>
                  <a:pt x="148" y="35"/>
                  <a:pt x="148" y="35"/>
                  <a:pt x="148" y="35"/>
                </a:cubicBezTo>
                <a:cubicBezTo>
                  <a:pt x="146" y="35"/>
                  <a:pt x="144" y="37"/>
                  <a:pt x="144" y="39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44" y="66"/>
                  <a:pt x="146" y="68"/>
                  <a:pt x="148" y="68"/>
                </a:cubicBezTo>
                <a:cubicBezTo>
                  <a:pt x="153" y="68"/>
                  <a:pt x="153" y="68"/>
                  <a:pt x="153" y="68"/>
                </a:cubicBezTo>
                <a:cubicBezTo>
                  <a:pt x="155" y="68"/>
                  <a:pt x="157" y="66"/>
                  <a:pt x="157" y="64"/>
                </a:cubicBezTo>
                <a:cubicBezTo>
                  <a:pt x="157" y="39"/>
                  <a:pt x="157" y="39"/>
                  <a:pt x="157" y="39"/>
                </a:cubicBezTo>
                <a:cubicBezTo>
                  <a:pt x="157" y="37"/>
                  <a:pt x="155" y="35"/>
                  <a:pt x="153" y="35"/>
                </a:cubicBezTo>
                <a:close/>
                <a:moveTo>
                  <a:pt x="17" y="154"/>
                </a:moveTo>
                <a:cubicBezTo>
                  <a:pt x="17" y="156"/>
                  <a:pt x="19" y="158"/>
                  <a:pt x="21" y="158"/>
                </a:cubicBezTo>
                <a:cubicBezTo>
                  <a:pt x="37" y="158"/>
                  <a:pt x="37" y="158"/>
                  <a:pt x="37" y="158"/>
                </a:cubicBezTo>
                <a:cubicBezTo>
                  <a:pt x="40" y="158"/>
                  <a:pt x="41" y="156"/>
                  <a:pt x="41" y="154"/>
                </a:cubicBezTo>
                <a:cubicBezTo>
                  <a:pt x="41" y="138"/>
                  <a:pt x="41" y="138"/>
                  <a:pt x="41" y="138"/>
                </a:cubicBezTo>
                <a:cubicBezTo>
                  <a:pt x="17" y="138"/>
                  <a:pt x="17" y="138"/>
                  <a:pt x="17" y="138"/>
                </a:cubicBezTo>
                <a:lnTo>
                  <a:pt x="17" y="154"/>
                </a:lnTo>
                <a:close/>
                <a:moveTo>
                  <a:pt x="13" y="39"/>
                </a:moveTo>
                <a:cubicBezTo>
                  <a:pt x="13" y="37"/>
                  <a:pt x="11" y="35"/>
                  <a:pt x="9" y="35"/>
                </a:cubicBezTo>
                <a:cubicBezTo>
                  <a:pt x="4" y="35"/>
                  <a:pt x="4" y="35"/>
                  <a:pt x="4" y="35"/>
                </a:cubicBezTo>
                <a:cubicBezTo>
                  <a:pt x="2" y="35"/>
                  <a:pt x="0" y="37"/>
                  <a:pt x="0" y="39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6"/>
                  <a:pt x="2" y="68"/>
                  <a:pt x="4" y="68"/>
                </a:cubicBezTo>
                <a:cubicBezTo>
                  <a:pt x="9" y="68"/>
                  <a:pt x="9" y="68"/>
                  <a:pt x="9" y="68"/>
                </a:cubicBezTo>
                <a:cubicBezTo>
                  <a:pt x="11" y="68"/>
                  <a:pt x="13" y="66"/>
                  <a:pt x="13" y="64"/>
                </a:cubicBezTo>
                <a:lnTo>
                  <a:pt x="13" y="39"/>
                </a:lnTo>
                <a:close/>
                <a:moveTo>
                  <a:pt x="116" y="154"/>
                </a:moveTo>
                <a:cubicBezTo>
                  <a:pt x="116" y="156"/>
                  <a:pt x="117" y="158"/>
                  <a:pt x="120" y="158"/>
                </a:cubicBezTo>
                <a:cubicBezTo>
                  <a:pt x="136" y="158"/>
                  <a:pt x="136" y="158"/>
                  <a:pt x="136" y="158"/>
                </a:cubicBezTo>
                <a:cubicBezTo>
                  <a:pt x="138" y="158"/>
                  <a:pt x="140" y="156"/>
                  <a:pt x="140" y="154"/>
                </a:cubicBezTo>
                <a:cubicBezTo>
                  <a:pt x="140" y="138"/>
                  <a:pt x="140" y="138"/>
                  <a:pt x="140" y="138"/>
                </a:cubicBezTo>
                <a:cubicBezTo>
                  <a:pt x="116" y="138"/>
                  <a:pt x="116" y="138"/>
                  <a:pt x="116" y="138"/>
                </a:cubicBezTo>
                <a:lnTo>
                  <a:pt x="116" y="154"/>
                </a:lnTo>
                <a:close/>
                <a:moveTo>
                  <a:pt x="140" y="92"/>
                </a:moveTo>
                <a:cubicBezTo>
                  <a:pt x="116" y="92"/>
                  <a:pt x="116" y="92"/>
                  <a:pt x="116" y="92"/>
                </a:cubicBezTo>
                <a:cubicBezTo>
                  <a:pt x="116" y="84"/>
                  <a:pt x="116" y="84"/>
                  <a:pt x="116" y="84"/>
                </a:cubicBezTo>
                <a:cubicBezTo>
                  <a:pt x="116" y="82"/>
                  <a:pt x="114" y="79"/>
                  <a:pt x="112" y="79"/>
                </a:cubicBezTo>
                <a:cubicBezTo>
                  <a:pt x="90" y="70"/>
                  <a:pt x="67" y="70"/>
                  <a:pt x="45" y="79"/>
                </a:cubicBezTo>
                <a:cubicBezTo>
                  <a:pt x="43" y="79"/>
                  <a:pt x="41" y="82"/>
                  <a:pt x="41" y="84"/>
                </a:cubicBezTo>
                <a:cubicBezTo>
                  <a:pt x="41" y="92"/>
                  <a:pt x="41" y="92"/>
                  <a:pt x="41" y="92"/>
                </a:cubicBezTo>
                <a:cubicBezTo>
                  <a:pt x="17" y="92"/>
                  <a:pt x="17" y="92"/>
                  <a:pt x="17" y="92"/>
                </a:cubicBezTo>
                <a:cubicBezTo>
                  <a:pt x="15" y="92"/>
                  <a:pt x="13" y="94"/>
                  <a:pt x="13" y="96"/>
                </a:cubicBezTo>
                <a:cubicBezTo>
                  <a:pt x="13" y="125"/>
                  <a:pt x="13" y="125"/>
                  <a:pt x="13" y="125"/>
                </a:cubicBezTo>
                <a:cubicBezTo>
                  <a:pt x="13" y="128"/>
                  <a:pt x="15" y="129"/>
                  <a:pt x="17" y="129"/>
                </a:cubicBezTo>
                <a:cubicBezTo>
                  <a:pt x="140" y="129"/>
                  <a:pt x="140" y="129"/>
                  <a:pt x="140" y="129"/>
                </a:cubicBezTo>
                <a:cubicBezTo>
                  <a:pt x="143" y="129"/>
                  <a:pt x="144" y="128"/>
                  <a:pt x="144" y="125"/>
                </a:cubicBezTo>
                <a:cubicBezTo>
                  <a:pt x="144" y="96"/>
                  <a:pt x="144" y="96"/>
                  <a:pt x="144" y="96"/>
                </a:cubicBezTo>
                <a:cubicBezTo>
                  <a:pt x="144" y="94"/>
                  <a:pt x="143" y="92"/>
                  <a:pt x="140" y="92"/>
                </a:cubicBezTo>
                <a:close/>
                <a:moveTo>
                  <a:pt x="31" y="121"/>
                </a:moveTo>
                <a:cubicBezTo>
                  <a:pt x="26" y="121"/>
                  <a:pt x="21" y="117"/>
                  <a:pt x="21" y="111"/>
                </a:cubicBezTo>
                <a:cubicBezTo>
                  <a:pt x="21" y="105"/>
                  <a:pt x="26" y="101"/>
                  <a:pt x="31" y="101"/>
                </a:cubicBezTo>
                <a:cubicBezTo>
                  <a:pt x="37" y="101"/>
                  <a:pt x="41" y="105"/>
                  <a:pt x="41" y="111"/>
                </a:cubicBezTo>
                <a:cubicBezTo>
                  <a:pt x="41" y="117"/>
                  <a:pt x="37" y="121"/>
                  <a:pt x="31" y="121"/>
                </a:cubicBezTo>
                <a:close/>
                <a:moveTo>
                  <a:pt x="107" y="113"/>
                </a:moveTo>
                <a:cubicBezTo>
                  <a:pt x="107" y="115"/>
                  <a:pt x="105" y="117"/>
                  <a:pt x="103" y="117"/>
                </a:cubicBezTo>
                <a:cubicBezTo>
                  <a:pt x="54" y="117"/>
                  <a:pt x="54" y="117"/>
                  <a:pt x="54" y="117"/>
                </a:cubicBezTo>
                <a:cubicBezTo>
                  <a:pt x="52" y="117"/>
                  <a:pt x="50" y="115"/>
                  <a:pt x="50" y="113"/>
                </a:cubicBezTo>
                <a:cubicBezTo>
                  <a:pt x="50" y="88"/>
                  <a:pt x="50" y="88"/>
                  <a:pt x="50" y="88"/>
                </a:cubicBezTo>
                <a:cubicBezTo>
                  <a:pt x="50" y="86"/>
                  <a:pt x="52" y="84"/>
                  <a:pt x="54" y="84"/>
                </a:cubicBezTo>
                <a:cubicBezTo>
                  <a:pt x="103" y="84"/>
                  <a:pt x="103" y="84"/>
                  <a:pt x="103" y="84"/>
                </a:cubicBezTo>
                <a:cubicBezTo>
                  <a:pt x="105" y="84"/>
                  <a:pt x="107" y="86"/>
                  <a:pt x="107" y="88"/>
                </a:cubicBezTo>
                <a:lnTo>
                  <a:pt x="107" y="113"/>
                </a:lnTo>
                <a:close/>
                <a:moveTo>
                  <a:pt x="126" y="121"/>
                </a:moveTo>
                <a:cubicBezTo>
                  <a:pt x="120" y="121"/>
                  <a:pt x="116" y="117"/>
                  <a:pt x="116" y="111"/>
                </a:cubicBezTo>
                <a:cubicBezTo>
                  <a:pt x="116" y="105"/>
                  <a:pt x="120" y="101"/>
                  <a:pt x="126" y="101"/>
                </a:cubicBezTo>
                <a:cubicBezTo>
                  <a:pt x="132" y="101"/>
                  <a:pt x="136" y="105"/>
                  <a:pt x="136" y="111"/>
                </a:cubicBezTo>
                <a:cubicBezTo>
                  <a:pt x="136" y="117"/>
                  <a:pt x="132" y="121"/>
                  <a:pt x="126" y="121"/>
                </a:cubicBezTo>
                <a:close/>
                <a:moveTo>
                  <a:pt x="25" y="84"/>
                </a:moveTo>
                <a:cubicBezTo>
                  <a:pt x="32" y="84"/>
                  <a:pt x="32" y="84"/>
                  <a:pt x="32" y="84"/>
                </a:cubicBezTo>
                <a:cubicBezTo>
                  <a:pt x="32" y="80"/>
                  <a:pt x="32" y="80"/>
                  <a:pt x="32" y="80"/>
                </a:cubicBezTo>
                <a:cubicBezTo>
                  <a:pt x="32" y="77"/>
                  <a:pt x="34" y="73"/>
                  <a:pt x="36" y="72"/>
                </a:cubicBezTo>
                <a:cubicBezTo>
                  <a:pt x="64" y="60"/>
                  <a:pt x="94" y="60"/>
                  <a:pt x="121" y="72"/>
                </a:cubicBezTo>
                <a:cubicBezTo>
                  <a:pt x="123" y="73"/>
                  <a:pt x="125" y="77"/>
                  <a:pt x="125" y="80"/>
                </a:cubicBezTo>
                <a:cubicBezTo>
                  <a:pt x="125" y="84"/>
                  <a:pt x="125" y="84"/>
                  <a:pt x="125" y="84"/>
                </a:cubicBezTo>
                <a:cubicBezTo>
                  <a:pt x="133" y="84"/>
                  <a:pt x="133" y="84"/>
                  <a:pt x="133" y="84"/>
                </a:cubicBezTo>
                <a:cubicBezTo>
                  <a:pt x="135" y="84"/>
                  <a:pt x="136" y="82"/>
                  <a:pt x="136" y="80"/>
                </a:cubicBezTo>
                <a:cubicBezTo>
                  <a:pt x="136" y="30"/>
                  <a:pt x="136" y="30"/>
                  <a:pt x="136" y="30"/>
                </a:cubicBezTo>
                <a:cubicBezTo>
                  <a:pt x="136" y="28"/>
                  <a:pt x="135" y="25"/>
                  <a:pt x="133" y="24"/>
                </a:cubicBezTo>
                <a:cubicBezTo>
                  <a:pt x="100" y="0"/>
                  <a:pt x="57" y="0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2" y="25"/>
                  <a:pt x="21" y="28"/>
                  <a:pt x="21" y="30"/>
                </a:cubicBezTo>
                <a:cubicBezTo>
                  <a:pt x="21" y="80"/>
                  <a:pt x="21" y="80"/>
                  <a:pt x="21" y="80"/>
                </a:cubicBezTo>
                <a:cubicBezTo>
                  <a:pt x="21" y="82"/>
                  <a:pt x="23" y="84"/>
                  <a:pt x="25" y="84"/>
                </a:cubicBezTo>
                <a:close/>
                <a:moveTo>
                  <a:pt x="83" y="35"/>
                </a:moveTo>
                <a:cubicBezTo>
                  <a:pt x="83" y="32"/>
                  <a:pt x="84" y="31"/>
                  <a:pt x="87" y="3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6" y="31"/>
                  <a:pt x="128" y="32"/>
                  <a:pt x="128" y="35"/>
                </a:cubicBezTo>
                <a:cubicBezTo>
                  <a:pt x="128" y="51"/>
                  <a:pt x="128" y="51"/>
                  <a:pt x="128" y="51"/>
                </a:cubicBezTo>
                <a:cubicBezTo>
                  <a:pt x="128" y="53"/>
                  <a:pt x="126" y="55"/>
                  <a:pt x="124" y="55"/>
                </a:cubicBezTo>
                <a:cubicBezTo>
                  <a:pt x="87" y="55"/>
                  <a:pt x="87" y="55"/>
                  <a:pt x="87" y="55"/>
                </a:cubicBezTo>
                <a:cubicBezTo>
                  <a:pt x="84" y="55"/>
                  <a:pt x="83" y="53"/>
                  <a:pt x="83" y="51"/>
                </a:cubicBezTo>
                <a:lnTo>
                  <a:pt x="83" y="35"/>
                </a:lnTo>
                <a:close/>
                <a:moveTo>
                  <a:pt x="29" y="35"/>
                </a:moveTo>
                <a:cubicBezTo>
                  <a:pt x="29" y="32"/>
                  <a:pt x="31" y="31"/>
                  <a:pt x="33" y="31"/>
                </a:cubicBezTo>
                <a:cubicBezTo>
                  <a:pt x="70" y="31"/>
                  <a:pt x="70" y="31"/>
                  <a:pt x="70" y="31"/>
                </a:cubicBezTo>
                <a:cubicBezTo>
                  <a:pt x="73" y="31"/>
                  <a:pt x="74" y="32"/>
                  <a:pt x="74" y="35"/>
                </a:cubicBezTo>
                <a:cubicBezTo>
                  <a:pt x="74" y="51"/>
                  <a:pt x="74" y="51"/>
                  <a:pt x="74" y="51"/>
                </a:cubicBezTo>
                <a:cubicBezTo>
                  <a:pt x="74" y="53"/>
                  <a:pt x="73" y="55"/>
                  <a:pt x="70" y="55"/>
                </a:cubicBezTo>
                <a:cubicBezTo>
                  <a:pt x="33" y="55"/>
                  <a:pt x="33" y="55"/>
                  <a:pt x="33" y="55"/>
                </a:cubicBezTo>
                <a:cubicBezTo>
                  <a:pt x="31" y="55"/>
                  <a:pt x="29" y="53"/>
                  <a:pt x="29" y="51"/>
                </a:cubicBezTo>
                <a:lnTo>
                  <a:pt x="29" y="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Freeform 16"/>
          <p:cNvSpPr>
            <a:spLocks noEditPoints="1"/>
          </p:cNvSpPr>
          <p:nvPr/>
        </p:nvSpPr>
        <p:spPr bwMode="auto">
          <a:xfrm>
            <a:off x="1896134" y="2169227"/>
            <a:ext cx="531923" cy="531922"/>
          </a:xfrm>
          <a:custGeom>
            <a:avLst/>
            <a:gdLst>
              <a:gd name="T0" fmla="*/ 0 w 156"/>
              <a:gd name="T1" fmla="*/ 37 h 156"/>
              <a:gd name="T2" fmla="*/ 74 w 156"/>
              <a:gd name="T3" fmla="*/ 37 h 156"/>
              <a:gd name="T4" fmla="*/ 65 w 156"/>
              <a:gd name="T5" fmla="*/ 37 h 156"/>
              <a:gd name="T6" fmla="*/ 41 w 156"/>
              <a:gd name="T7" fmla="*/ 41 h 156"/>
              <a:gd name="T8" fmla="*/ 37 w 156"/>
              <a:gd name="T9" fmla="*/ 66 h 156"/>
              <a:gd name="T10" fmla="*/ 32 w 156"/>
              <a:gd name="T11" fmla="*/ 41 h 156"/>
              <a:gd name="T12" fmla="*/ 8 w 156"/>
              <a:gd name="T13" fmla="*/ 37 h 156"/>
              <a:gd name="T14" fmla="*/ 32 w 156"/>
              <a:gd name="T15" fmla="*/ 33 h 156"/>
              <a:gd name="T16" fmla="*/ 37 w 156"/>
              <a:gd name="T17" fmla="*/ 8 h 156"/>
              <a:gd name="T18" fmla="*/ 41 w 156"/>
              <a:gd name="T19" fmla="*/ 33 h 156"/>
              <a:gd name="T20" fmla="*/ 65 w 156"/>
              <a:gd name="T21" fmla="*/ 37 h 156"/>
              <a:gd name="T22" fmla="*/ 82 w 156"/>
              <a:gd name="T23" fmla="*/ 119 h 156"/>
              <a:gd name="T24" fmla="*/ 156 w 156"/>
              <a:gd name="T25" fmla="*/ 119 h 156"/>
              <a:gd name="T26" fmla="*/ 119 w 156"/>
              <a:gd name="T27" fmla="*/ 90 h 156"/>
              <a:gd name="T28" fmla="*/ 119 w 156"/>
              <a:gd name="T29" fmla="*/ 107 h 156"/>
              <a:gd name="T30" fmla="*/ 119 w 156"/>
              <a:gd name="T31" fmla="*/ 90 h 156"/>
              <a:gd name="T32" fmla="*/ 111 w 156"/>
              <a:gd name="T33" fmla="*/ 140 h 156"/>
              <a:gd name="T34" fmla="*/ 127 w 156"/>
              <a:gd name="T35" fmla="*/ 140 h 156"/>
              <a:gd name="T36" fmla="*/ 148 w 156"/>
              <a:gd name="T37" fmla="*/ 119 h 156"/>
              <a:gd name="T38" fmla="*/ 94 w 156"/>
              <a:gd name="T39" fmla="*/ 123 h 156"/>
              <a:gd name="T40" fmla="*/ 94 w 156"/>
              <a:gd name="T41" fmla="*/ 115 h 156"/>
              <a:gd name="T42" fmla="*/ 148 w 156"/>
              <a:gd name="T43" fmla="*/ 119 h 156"/>
              <a:gd name="T44" fmla="*/ 0 w 156"/>
              <a:gd name="T45" fmla="*/ 119 h 156"/>
              <a:gd name="T46" fmla="*/ 74 w 156"/>
              <a:gd name="T47" fmla="*/ 119 h 156"/>
              <a:gd name="T48" fmla="*/ 57 w 156"/>
              <a:gd name="T49" fmla="*/ 134 h 156"/>
              <a:gd name="T50" fmla="*/ 51 w 156"/>
              <a:gd name="T51" fmla="*/ 140 h 156"/>
              <a:gd name="T52" fmla="*/ 22 w 156"/>
              <a:gd name="T53" fmla="*/ 140 h 156"/>
              <a:gd name="T54" fmla="*/ 16 w 156"/>
              <a:gd name="T55" fmla="*/ 134 h 156"/>
              <a:gd name="T56" fmla="*/ 16 w 156"/>
              <a:gd name="T57" fmla="*/ 104 h 156"/>
              <a:gd name="T58" fmla="*/ 22 w 156"/>
              <a:gd name="T59" fmla="*/ 98 h 156"/>
              <a:gd name="T60" fmla="*/ 51 w 156"/>
              <a:gd name="T61" fmla="*/ 98 h 156"/>
              <a:gd name="T62" fmla="*/ 57 w 156"/>
              <a:gd name="T63" fmla="*/ 104 h 156"/>
              <a:gd name="T64" fmla="*/ 57 w 156"/>
              <a:gd name="T65" fmla="*/ 134 h 156"/>
              <a:gd name="T66" fmla="*/ 156 w 156"/>
              <a:gd name="T67" fmla="*/ 37 h 156"/>
              <a:gd name="T68" fmla="*/ 82 w 156"/>
              <a:gd name="T69" fmla="*/ 37 h 156"/>
              <a:gd name="T70" fmla="*/ 90 w 156"/>
              <a:gd name="T71" fmla="*/ 37 h 156"/>
              <a:gd name="T72" fmla="*/ 143 w 156"/>
              <a:gd name="T73" fmla="*/ 33 h 156"/>
              <a:gd name="T74" fmla="*/ 143 w 156"/>
              <a:gd name="T75" fmla="*/ 41 h 156"/>
              <a:gd name="T76" fmla="*/ 90 w 156"/>
              <a:gd name="T77" fmla="*/ 37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56" h="156">
                <a:moveTo>
                  <a:pt x="37" y="0"/>
                </a:moveTo>
                <a:cubicBezTo>
                  <a:pt x="16" y="0"/>
                  <a:pt x="0" y="17"/>
                  <a:pt x="0" y="37"/>
                </a:cubicBezTo>
                <a:cubicBezTo>
                  <a:pt x="0" y="57"/>
                  <a:pt x="16" y="74"/>
                  <a:pt x="37" y="74"/>
                </a:cubicBezTo>
                <a:cubicBezTo>
                  <a:pt x="57" y="74"/>
                  <a:pt x="74" y="57"/>
                  <a:pt x="74" y="37"/>
                </a:cubicBezTo>
                <a:cubicBezTo>
                  <a:pt x="74" y="17"/>
                  <a:pt x="57" y="0"/>
                  <a:pt x="37" y="0"/>
                </a:cubicBezTo>
                <a:close/>
                <a:moveTo>
                  <a:pt x="65" y="37"/>
                </a:moveTo>
                <a:cubicBezTo>
                  <a:pt x="65" y="39"/>
                  <a:pt x="63" y="41"/>
                  <a:pt x="61" y="41"/>
                </a:cubicBezTo>
                <a:cubicBezTo>
                  <a:pt x="41" y="41"/>
                  <a:pt x="41" y="41"/>
                  <a:pt x="41" y="41"/>
                </a:cubicBezTo>
                <a:cubicBezTo>
                  <a:pt x="41" y="62"/>
                  <a:pt x="41" y="62"/>
                  <a:pt x="41" y="62"/>
                </a:cubicBezTo>
                <a:cubicBezTo>
                  <a:pt x="41" y="64"/>
                  <a:pt x="39" y="66"/>
                  <a:pt x="37" y="66"/>
                </a:cubicBezTo>
                <a:cubicBezTo>
                  <a:pt x="34" y="66"/>
                  <a:pt x="32" y="64"/>
                  <a:pt x="32" y="62"/>
                </a:cubicBezTo>
                <a:cubicBezTo>
                  <a:pt x="32" y="41"/>
                  <a:pt x="32" y="41"/>
                  <a:pt x="32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0" y="41"/>
                  <a:pt x="8" y="39"/>
                  <a:pt x="8" y="37"/>
                </a:cubicBezTo>
                <a:cubicBezTo>
                  <a:pt x="8" y="35"/>
                  <a:pt x="10" y="33"/>
                  <a:pt x="12" y="33"/>
                </a:cubicBezTo>
                <a:cubicBezTo>
                  <a:pt x="32" y="33"/>
                  <a:pt x="32" y="33"/>
                  <a:pt x="32" y="33"/>
                </a:cubicBezTo>
                <a:cubicBezTo>
                  <a:pt x="32" y="12"/>
                  <a:pt x="32" y="12"/>
                  <a:pt x="32" y="12"/>
                </a:cubicBezTo>
                <a:cubicBezTo>
                  <a:pt x="32" y="10"/>
                  <a:pt x="34" y="8"/>
                  <a:pt x="37" y="8"/>
                </a:cubicBezTo>
                <a:cubicBezTo>
                  <a:pt x="39" y="8"/>
                  <a:pt x="41" y="10"/>
                  <a:pt x="41" y="12"/>
                </a:cubicBezTo>
                <a:cubicBezTo>
                  <a:pt x="41" y="33"/>
                  <a:pt x="41" y="33"/>
                  <a:pt x="41" y="33"/>
                </a:cubicBezTo>
                <a:cubicBezTo>
                  <a:pt x="61" y="33"/>
                  <a:pt x="61" y="33"/>
                  <a:pt x="61" y="33"/>
                </a:cubicBezTo>
                <a:cubicBezTo>
                  <a:pt x="63" y="33"/>
                  <a:pt x="65" y="35"/>
                  <a:pt x="65" y="37"/>
                </a:cubicBezTo>
                <a:close/>
                <a:moveTo>
                  <a:pt x="119" y="82"/>
                </a:moveTo>
                <a:cubicBezTo>
                  <a:pt x="98" y="82"/>
                  <a:pt x="82" y="99"/>
                  <a:pt x="82" y="119"/>
                </a:cubicBezTo>
                <a:cubicBezTo>
                  <a:pt x="82" y="140"/>
                  <a:pt x="98" y="156"/>
                  <a:pt x="119" y="156"/>
                </a:cubicBezTo>
                <a:cubicBezTo>
                  <a:pt x="139" y="156"/>
                  <a:pt x="156" y="140"/>
                  <a:pt x="156" y="119"/>
                </a:cubicBezTo>
                <a:cubicBezTo>
                  <a:pt x="156" y="99"/>
                  <a:pt x="139" y="82"/>
                  <a:pt x="119" y="82"/>
                </a:cubicBezTo>
                <a:close/>
                <a:moveTo>
                  <a:pt x="119" y="90"/>
                </a:moveTo>
                <a:cubicBezTo>
                  <a:pt x="123" y="90"/>
                  <a:pt x="127" y="94"/>
                  <a:pt x="127" y="99"/>
                </a:cubicBezTo>
                <a:cubicBezTo>
                  <a:pt x="127" y="103"/>
                  <a:pt x="123" y="107"/>
                  <a:pt x="119" y="107"/>
                </a:cubicBezTo>
                <a:cubicBezTo>
                  <a:pt x="114" y="107"/>
                  <a:pt x="111" y="103"/>
                  <a:pt x="111" y="99"/>
                </a:cubicBezTo>
                <a:cubicBezTo>
                  <a:pt x="111" y="94"/>
                  <a:pt x="114" y="90"/>
                  <a:pt x="119" y="90"/>
                </a:cubicBezTo>
                <a:close/>
                <a:moveTo>
                  <a:pt x="119" y="148"/>
                </a:moveTo>
                <a:cubicBezTo>
                  <a:pt x="114" y="148"/>
                  <a:pt x="111" y="144"/>
                  <a:pt x="111" y="140"/>
                </a:cubicBezTo>
                <a:cubicBezTo>
                  <a:pt x="111" y="135"/>
                  <a:pt x="114" y="132"/>
                  <a:pt x="119" y="132"/>
                </a:cubicBezTo>
                <a:cubicBezTo>
                  <a:pt x="123" y="132"/>
                  <a:pt x="127" y="135"/>
                  <a:pt x="127" y="140"/>
                </a:cubicBezTo>
                <a:cubicBezTo>
                  <a:pt x="127" y="144"/>
                  <a:pt x="123" y="148"/>
                  <a:pt x="119" y="148"/>
                </a:cubicBezTo>
                <a:close/>
                <a:moveTo>
                  <a:pt x="148" y="119"/>
                </a:moveTo>
                <a:cubicBezTo>
                  <a:pt x="148" y="122"/>
                  <a:pt x="146" y="123"/>
                  <a:pt x="143" y="123"/>
                </a:cubicBezTo>
                <a:cubicBezTo>
                  <a:pt x="94" y="123"/>
                  <a:pt x="94" y="123"/>
                  <a:pt x="94" y="123"/>
                </a:cubicBezTo>
                <a:cubicBezTo>
                  <a:pt x="92" y="123"/>
                  <a:pt x="90" y="122"/>
                  <a:pt x="90" y="119"/>
                </a:cubicBezTo>
                <a:cubicBezTo>
                  <a:pt x="90" y="117"/>
                  <a:pt x="92" y="115"/>
                  <a:pt x="94" y="115"/>
                </a:cubicBezTo>
                <a:cubicBezTo>
                  <a:pt x="143" y="115"/>
                  <a:pt x="143" y="115"/>
                  <a:pt x="143" y="115"/>
                </a:cubicBezTo>
                <a:cubicBezTo>
                  <a:pt x="146" y="115"/>
                  <a:pt x="148" y="117"/>
                  <a:pt x="148" y="119"/>
                </a:cubicBezTo>
                <a:close/>
                <a:moveTo>
                  <a:pt x="37" y="82"/>
                </a:moveTo>
                <a:cubicBezTo>
                  <a:pt x="16" y="82"/>
                  <a:pt x="0" y="99"/>
                  <a:pt x="0" y="119"/>
                </a:cubicBezTo>
                <a:cubicBezTo>
                  <a:pt x="0" y="140"/>
                  <a:pt x="16" y="156"/>
                  <a:pt x="37" y="156"/>
                </a:cubicBezTo>
                <a:cubicBezTo>
                  <a:pt x="57" y="156"/>
                  <a:pt x="74" y="140"/>
                  <a:pt x="74" y="119"/>
                </a:cubicBezTo>
                <a:cubicBezTo>
                  <a:pt x="74" y="99"/>
                  <a:pt x="57" y="82"/>
                  <a:pt x="37" y="82"/>
                </a:cubicBezTo>
                <a:close/>
                <a:moveTo>
                  <a:pt x="57" y="134"/>
                </a:moveTo>
                <a:cubicBezTo>
                  <a:pt x="59" y="136"/>
                  <a:pt x="59" y="139"/>
                  <a:pt x="57" y="140"/>
                </a:cubicBezTo>
                <a:cubicBezTo>
                  <a:pt x="56" y="142"/>
                  <a:pt x="53" y="142"/>
                  <a:pt x="51" y="140"/>
                </a:cubicBezTo>
                <a:cubicBezTo>
                  <a:pt x="37" y="125"/>
                  <a:pt x="37" y="125"/>
                  <a:pt x="37" y="125"/>
                </a:cubicBezTo>
                <a:cubicBezTo>
                  <a:pt x="22" y="140"/>
                  <a:pt x="22" y="140"/>
                  <a:pt x="22" y="140"/>
                </a:cubicBezTo>
                <a:cubicBezTo>
                  <a:pt x="20" y="142"/>
                  <a:pt x="17" y="142"/>
                  <a:pt x="16" y="140"/>
                </a:cubicBezTo>
                <a:cubicBezTo>
                  <a:pt x="14" y="139"/>
                  <a:pt x="14" y="136"/>
                  <a:pt x="16" y="134"/>
                </a:cubicBezTo>
                <a:cubicBezTo>
                  <a:pt x="31" y="119"/>
                  <a:pt x="31" y="119"/>
                  <a:pt x="31" y="119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14" y="103"/>
                  <a:pt x="14" y="100"/>
                  <a:pt x="16" y="98"/>
                </a:cubicBezTo>
                <a:cubicBezTo>
                  <a:pt x="17" y="97"/>
                  <a:pt x="20" y="97"/>
                  <a:pt x="22" y="98"/>
                </a:cubicBezTo>
                <a:cubicBezTo>
                  <a:pt x="37" y="113"/>
                  <a:pt x="37" y="113"/>
                  <a:pt x="37" y="113"/>
                </a:cubicBezTo>
                <a:cubicBezTo>
                  <a:pt x="51" y="98"/>
                  <a:pt x="51" y="98"/>
                  <a:pt x="51" y="98"/>
                </a:cubicBezTo>
                <a:cubicBezTo>
                  <a:pt x="53" y="97"/>
                  <a:pt x="56" y="97"/>
                  <a:pt x="57" y="98"/>
                </a:cubicBezTo>
                <a:cubicBezTo>
                  <a:pt x="59" y="100"/>
                  <a:pt x="59" y="103"/>
                  <a:pt x="57" y="104"/>
                </a:cubicBezTo>
                <a:cubicBezTo>
                  <a:pt x="42" y="119"/>
                  <a:pt x="42" y="119"/>
                  <a:pt x="42" y="119"/>
                </a:cubicBezTo>
                <a:lnTo>
                  <a:pt x="57" y="134"/>
                </a:lnTo>
                <a:close/>
                <a:moveTo>
                  <a:pt x="119" y="74"/>
                </a:moveTo>
                <a:cubicBezTo>
                  <a:pt x="139" y="74"/>
                  <a:pt x="156" y="57"/>
                  <a:pt x="156" y="37"/>
                </a:cubicBezTo>
                <a:cubicBezTo>
                  <a:pt x="156" y="17"/>
                  <a:pt x="139" y="0"/>
                  <a:pt x="119" y="0"/>
                </a:cubicBezTo>
                <a:cubicBezTo>
                  <a:pt x="98" y="0"/>
                  <a:pt x="82" y="17"/>
                  <a:pt x="82" y="37"/>
                </a:cubicBezTo>
                <a:cubicBezTo>
                  <a:pt x="82" y="57"/>
                  <a:pt x="98" y="74"/>
                  <a:pt x="119" y="74"/>
                </a:cubicBezTo>
                <a:close/>
                <a:moveTo>
                  <a:pt x="90" y="37"/>
                </a:moveTo>
                <a:cubicBezTo>
                  <a:pt x="90" y="35"/>
                  <a:pt x="92" y="33"/>
                  <a:pt x="94" y="33"/>
                </a:cubicBezTo>
                <a:cubicBezTo>
                  <a:pt x="143" y="33"/>
                  <a:pt x="143" y="33"/>
                  <a:pt x="143" y="33"/>
                </a:cubicBezTo>
                <a:cubicBezTo>
                  <a:pt x="146" y="33"/>
                  <a:pt x="148" y="35"/>
                  <a:pt x="148" y="37"/>
                </a:cubicBezTo>
                <a:cubicBezTo>
                  <a:pt x="148" y="39"/>
                  <a:pt x="146" y="41"/>
                  <a:pt x="143" y="41"/>
                </a:cubicBezTo>
                <a:cubicBezTo>
                  <a:pt x="94" y="41"/>
                  <a:pt x="94" y="41"/>
                  <a:pt x="94" y="41"/>
                </a:cubicBezTo>
                <a:cubicBezTo>
                  <a:pt x="92" y="41"/>
                  <a:pt x="90" y="39"/>
                  <a:pt x="90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17"/>
          <p:cNvSpPr>
            <a:spLocks noEditPoints="1"/>
          </p:cNvSpPr>
          <p:nvPr/>
        </p:nvSpPr>
        <p:spPr bwMode="auto">
          <a:xfrm>
            <a:off x="3019369" y="2169227"/>
            <a:ext cx="534506" cy="531922"/>
          </a:xfrm>
          <a:custGeom>
            <a:avLst/>
            <a:gdLst>
              <a:gd name="T0" fmla="*/ 156 w 156"/>
              <a:gd name="T1" fmla="*/ 37 h 156"/>
              <a:gd name="T2" fmla="*/ 82 w 156"/>
              <a:gd name="T3" fmla="*/ 37 h 156"/>
              <a:gd name="T4" fmla="*/ 107 w 156"/>
              <a:gd name="T5" fmla="*/ 20 h 156"/>
              <a:gd name="T6" fmla="*/ 132 w 156"/>
              <a:gd name="T7" fmla="*/ 23 h 156"/>
              <a:gd name="T8" fmla="*/ 132 w 156"/>
              <a:gd name="T9" fmla="*/ 34 h 156"/>
              <a:gd name="T10" fmla="*/ 134 w 156"/>
              <a:gd name="T11" fmla="*/ 39 h 156"/>
              <a:gd name="T12" fmla="*/ 134 w 156"/>
              <a:gd name="T13" fmla="*/ 49 h 156"/>
              <a:gd name="T14" fmla="*/ 128 w 156"/>
              <a:gd name="T15" fmla="*/ 53 h 156"/>
              <a:gd name="T16" fmla="*/ 107 w 156"/>
              <a:gd name="T17" fmla="*/ 53 h 156"/>
              <a:gd name="T18" fmla="*/ 123 w 156"/>
              <a:gd name="T19" fmla="*/ 33 h 156"/>
              <a:gd name="T20" fmla="*/ 123 w 156"/>
              <a:gd name="T21" fmla="*/ 28 h 156"/>
              <a:gd name="T22" fmla="*/ 115 w 156"/>
              <a:gd name="T23" fmla="*/ 27 h 156"/>
              <a:gd name="T24" fmla="*/ 120 w 156"/>
              <a:gd name="T25" fmla="*/ 33 h 156"/>
              <a:gd name="T26" fmla="*/ 126 w 156"/>
              <a:gd name="T27" fmla="*/ 43 h 156"/>
              <a:gd name="T28" fmla="*/ 121 w 156"/>
              <a:gd name="T29" fmla="*/ 40 h 156"/>
              <a:gd name="T30" fmla="*/ 115 w 156"/>
              <a:gd name="T31" fmla="*/ 46 h 156"/>
              <a:gd name="T32" fmla="*/ 125 w 156"/>
              <a:gd name="T33" fmla="*/ 45 h 156"/>
              <a:gd name="T34" fmla="*/ 33 w 156"/>
              <a:gd name="T35" fmla="*/ 41 h 156"/>
              <a:gd name="T36" fmla="*/ 37 w 156"/>
              <a:gd name="T37" fmla="*/ 29 h 156"/>
              <a:gd name="T38" fmla="*/ 37 w 156"/>
              <a:gd name="T39" fmla="*/ 82 h 156"/>
              <a:gd name="T40" fmla="*/ 37 w 156"/>
              <a:gd name="T41" fmla="*/ 156 h 156"/>
              <a:gd name="T42" fmla="*/ 37 w 156"/>
              <a:gd name="T43" fmla="*/ 82 h 156"/>
              <a:gd name="T44" fmla="*/ 45 w 156"/>
              <a:gd name="T45" fmla="*/ 134 h 156"/>
              <a:gd name="T46" fmla="*/ 29 w 156"/>
              <a:gd name="T47" fmla="*/ 134 h 156"/>
              <a:gd name="T48" fmla="*/ 20 w 156"/>
              <a:gd name="T49" fmla="*/ 119 h 156"/>
              <a:gd name="T50" fmla="*/ 37 w 156"/>
              <a:gd name="T51" fmla="*/ 103 h 156"/>
              <a:gd name="T52" fmla="*/ 53 w 156"/>
              <a:gd name="T53" fmla="*/ 113 h 156"/>
              <a:gd name="T54" fmla="*/ 43 w 156"/>
              <a:gd name="T55" fmla="*/ 113 h 156"/>
              <a:gd name="T56" fmla="*/ 38 w 156"/>
              <a:gd name="T57" fmla="*/ 110 h 156"/>
              <a:gd name="T58" fmla="*/ 31 w 156"/>
              <a:gd name="T59" fmla="*/ 119 h 156"/>
              <a:gd name="T60" fmla="*/ 37 w 156"/>
              <a:gd name="T61" fmla="*/ 128 h 156"/>
              <a:gd name="T62" fmla="*/ 44 w 156"/>
              <a:gd name="T63" fmla="*/ 122 h 156"/>
              <a:gd name="T64" fmla="*/ 50 w 156"/>
              <a:gd name="T65" fmla="*/ 131 h 156"/>
              <a:gd name="T66" fmla="*/ 0 w 156"/>
              <a:gd name="T67" fmla="*/ 37 h 156"/>
              <a:gd name="T68" fmla="*/ 74 w 156"/>
              <a:gd name="T69" fmla="*/ 37 h 156"/>
              <a:gd name="T70" fmla="*/ 45 w 156"/>
              <a:gd name="T71" fmla="*/ 53 h 156"/>
              <a:gd name="T72" fmla="*/ 31 w 156"/>
              <a:gd name="T73" fmla="*/ 45 h 156"/>
              <a:gd name="T74" fmla="*/ 20 w 156"/>
              <a:gd name="T75" fmla="*/ 53 h 156"/>
              <a:gd name="T76" fmla="*/ 41 w 156"/>
              <a:gd name="T77" fmla="*/ 21 h 156"/>
              <a:gd name="T78" fmla="*/ 45 w 156"/>
              <a:gd name="T79" fmla="*/ 53 h 156"/>
              <a:gd name="T80" fmla="*/ 82 w 156"/>
              <a:gd name="T81" fmla="*/ 119 h 156"/>
              <a:gd name="T82" fmla="*/ 156 w 156"/>
              <a:gd name="T83" fmla="*/ 119 h 156"/>
              <a:gd name="T84" fmla="*/ 134 w 156"/>
              <a:gd name="T85" fmla="*/ 127 h 156"/>
              <a:gd name="T86" fmla="*/ 127 w 156"/>
              <a:gd name="T87" fmla="*/ 135 h 156"/>
              <a:gd name="T88" fmla="*/ 107 w 156"/>
              <a:gd name="T89" fmla="*/ 136 h 156"/>
              <a:gd name="T90" fmla="*/ 121 w 156"/>
              <a:gd name="T91" fmla="*/ 103 h 156"/>
              <a:gd name="T92" fmla="*/ 132 w 156"/>
              <a:gd name="T93" fmla="*/ 107 h 156"/>
              <a:gd name="T94" fmla="*/ 135 w 156"/>
              <a:gd name="T95" fmla="*/ 119 h 156"/>
              <a:gd name="T96" fmla="*/ 118 w 156"/>
              <a:gd name="T97" fmla="*/ 110 h 156"/>
              <a:gd name="T98" fmla="*/ 115 w 156"/>
              <a:gd name="T99" fmla="*/ 128 h 156"/>
              <a:gd name="T100" fmla="*/ 124 w 156"/>
              <a:gd name="T101" fmla="*/ 127 h 156"/>
              <a:gd name="T102" fmla="*/ 127 w 156"/>
              <a:gd name="T103" fmla="*/ 119 h 156"/>
              <a:gd name="T104" fmla="*/ 118 w 156"/>
              <a:gd name="T105" fmla="*/ 11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6" h="156">
                <a:moveTo>
                  <a:pt x="119" y="74"/>
                </a:moveTo>
                <a:cubicBezTo>
                  <a:pt x="139" y="74"/>
                  <a:pt x="156" y="57"/>
                  <a:pt x="156" y="37"/>
                </a:cubicBezTo>
                <a:cubicBezTo>
                  <a:pt x="156" y="17"/>
                  <a:pt x="139" y="0"/>
                  <a:pt x="119" y="0"/>
                </a:cubicBezTo>
                <a:cubicBezTo>
                  <a:pt x="99" y="0"/>
                  <a:pt x="82" y="17"/>
                  <a:pt x="82" y="37"/>
                </a:cubicBezTo>
                <a:cubicBezTo>
                  <a:pt x="82" y="57"/>
                  <a:pt x="99" y="74"/>
                  <a:pt x="119" y="74"/>
                </a:cubicBezTo>
                <a:close/>
                <a:moveTo>
                  <a:pt x="107" y="20"/>
                </a:moveTo>
                <a:cubicBezTo>
                  <a:pt x="125" y="20"/>
                  <a:pt x="125" y="20"/>
                  <a:pt x="125" y="20"/>
                </a:cubicBezTo>
                <a:cubicBezTo>
                  <a:pt x="128" y="20"/>
                  <a:pt x="130" y="21"/>
                  <a:pt x="132" y="23"/>
                </a:cubicBezTo>
                <a:cubicBezTo>
                  <a:pt x="133" y="24"/>
                  <a:pt x="134" y="26"/>
                  <a:pt x="134" y="29"/>
                </a:cubicBezTo>
                <a:cubicBezTo>
                  <a:pt x="134" y="31"/>
                  <a:pt x="133" y="32"/>
                  <a:pt x="132" y="34"/>
                </a:cubicBezTo>
                <a:cubicBezTo>
                  <a:pt x="132" y="35"/>
                  <a:pt x="130" y="35"/>
                  <a:pt x="129" y="36"/>
                </a:cubicBezTo>
                <a:cubicBezTo>
                  <a:pt x="131" y="36"/>
                  <a:pt x="133" y="37"/>
                  <a:pt x="134" y="39"/>
                </a:cubicBezTo>
                <a:cubicBezTo>
                  <a:pt x="135" y="40"/>
                  <a:pt x="135" y="42"/>
                  <a:pt x="135" y="44"/>
                </a:cubicBezTo>
                <a:cubicBezTo>
                  <a:pt x="135" y="46"/>
                  <a:pt x="135" y="47"/>
                  <a:pt x="134" y="49"/>
                </a:cubicBezTo>
                <a:cubicBezTo>
                  <a:pt x="134" y="50"/>
                  <a:pt x="133" y="51"/>
                  <a:pt x="131" y="52"/>
                </a:cubicBezTo>
                <a:cubicBezTo>
                  <a:pt x="130" y="52"/>
                  <a:pt x="129" y="53"/>
                  <a:pt x="128" y="53"/>
                </a:cubicBezTo>
                <a:cubicBezTo>
                  <a:pt x="125" y="53"/>
                  <a:pt x="124" y="53"/>
                  <a:pt x="123" y="53"/>
                </a:cubicBezTo>
                <a:cubicBezTo>
                  <a:pt x="107" y="53"/>
                  <a:pt x="107" y="53"/>
                  <a:pt x="107" y="53"/>
                </a:cubicBezTo>
                <a:lnTo>
                  <a:pt x="107" y="20"/>
                </a:lnTo>
                <a:close/>
                <a:moveTo>
                  <a:pt x="123" y="33"/>
                </a:moveTo>
                <a:cubicBezTo>
                  <a:pt x="124" y="32"/>
                  <a:pt x="124" y="31"/>
                  <a:pt x="124" y="30"/>
                </a:cubicBezTo>
                <a:cubicBezTo>
                  <a:pt x="124" y="29"/>
                  <a:pt x="124" y="28"/>
                  <a:pt x="123" y="28"/>
                </a:cubicBezTo>
                <a:cubicBezTo>
                  <a:pt x="123" y="27"/>
                  <a:pt x="121" y="27"/>
                  <a:pt x="120" y="27"/>
                </a:cubicBezTo>
                <a:cubicBezTo>
                  <a:pt x="115" y="27"/>
                  <a:pt x="115" y="27"/>
                  <a:pt x="115" y="27"/>
                </a:cubicBezTo>
                <a:cubicBezTo>
                  <a:pt x="115" y="33"/>
                  <a:pt x="115" y="33"/>
                  <a:pt x="115" y="33"/>
                </a:cubicBezTo>
                <a:cubicBezTo>
                  <a:pt x="120" y="33"/>
                  <a:pt x="120" y="33"/>
                  <a:pt x="120" y="33"/>
                </a:cubicBezTo>
                <a:cubicBezTo>
                  <a:pt x="121" y="33"/>
                  <a:pt x="123" y="33"/>
                  <a:pt x="123" y="33"/>
                </a:cubicBezTo>
                <a:close/>
                <a:moveTo>
                  <a:pt x="126" y="43"/>
                </a:moveTo>
                <a:cubicBezTo>
                  <a:pt x="126" y="42"/>
                  <a:pt x="125" y="41"/>
                  <a:pt x="125" y="41"/>
                </a:cubicBezTo>
                <a:cubicBezTo>
                  <a:pt x="124" y="40"/>
                  <a:pt x="122" y="40"/>
                  <a:pt x="121" y="40"/>
                </a:cubicBezTo>
                <a:cubicBezTo>
                  <a:pt x="115" y="40"/>
                  <a:pt x="115" y="40"/>
                  <a:pt x="115" y="40"/>
                </a:cubicBezTo>
                <a:cubicBezTo>
                  <a:pt x="115" y="46"/>
                  <a:pt x="115" y="46"/>
                  <a:pt x="115" y="4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22" y="46"/>
                  <a:pt x="124" y="46"/>
                  <a:pt x="125" y="45"/>
                </a:cubicBezTo>
                <a:cubicBezTo>
                  <a:pt x="125" y="45"/>
                  <a:pt x="126" y="44"/>
                  <a:pt x="126" y="43"/>
                </a:cubicBezTo>
                <a:close/>
                <a:moveTo>
                  <a:pt x="33" y="41"/>
                </a:moveTo>
                <a:cubicBezTo>
                  <a:pt x="41" y="41"/>
                  <a:pt x="41" y="41"/>
                  <a:pt x="41" y="41"/>
                </a:cubicBezTo>
                <a:cubicBezTo>
                  <a:pt x="37" y="29"/>
                  <a:pt x="37" y="29"/>
                  <a:pt x="37" y="29"/>
                </a:cubicBezTo>
                <a:lnTo>
                  <a:pt x="33" y="41"/>
                </a:lnTo>
                <a:close/>
                <a:moveTo>
                  <a:pt x="37" y="82"/>
                </a:moveTo>
                <a:cubicBezTo>
                  <a:pt x="16" y="82"/>
                  <a:pt x="0" y="99"/>
                  <a:pt x="0" y="119"/>
                </a:cubicBezTo>
                <a:cubicBezTo>
                  <a:pt x="0" y="140"/>
                  <a:pt x="16" y="156"/>
                  <a:pt x="37" y="156"/>
                </a:cubicBezTo>
                <a:cubicBezTo>
                  <a:pt x="57" y="156"/>
                  <a:pt x="74" y="140"/>
                  <a:pt x="74" y="119"/>
                </a:cubicBezTo>
                <a:cubicBezTo>
                  <a:pt x="74" y="99"/>
                  <a:pt x="57" y="82"/>
                  <a:pt x="37" y="82"/>
                </a:cubicBezTo>
                <a:close/>
                <a:moveTo>
                  <a:pt x="50" y="131"/>
                </a:moveTo>
                <a:cubicBezTo>
                  <a:pt x="49" y="132"/>
                  <a:pt x="47" y="134"/>
                  <a:pt x="45" y="134"/>
                </a:cubicBezTo>
                <a:cubicBezTo>
                  <a:pt x="43" y="135"/>
                  <a:pt x="41" y="136"/>
                  <a:pt x="38" y="136"/>
                </a:cubicBezTo>
                <a:cubicBezTo>
                  <a:pt x="34" y="136"/>
                  <a:pt x="31" y="135"/>
                  <a:pt x="29" y="134"/>
                </a:cubicBezTo>
                <a:cubicBezTo>
                  <a:pt x="26" y="133"/>
                  <a:pt x="24" y="131"/>
                  <a:pt x="23" y="129"/>
                </a:cubicBezTo>
                <a:cubicBezTo>
                  <a:pt x="21" y="126"/>
                  <a:pt x="20" y="123"/>
                  <a:pt x="20" y="119"/>
                </a:cubicBezTo>
                <a:cubicBezTo>
                  <a:pt x="20" y="114"/>
                  <a:pt x="22" y="110"/>
                  <a:pt x="25" y="107"/>
                </a:cubicBezTo>
                <a:cubicBezTo>
                  <a:pt x="28" y="104"/>
                  <a:pt x="32" y="103"/>
                  <a:pt x="37" y="103"/>
                </a:cubicBezTo>
                <a:cubicBezTo>
                  <a:pt x="42" y="103"/>
                  <a:pt x="45" y="104"/>
                  <a:pt x="47" y="105"/>
                </a:cubicBezTo>
                <a:cubicBezTo>
                  <a:pt x="50" y="107"/>
                  <a:pt x="52" y="109"/>
                  <a:pt x="53" y="113"/>
                </a:cubicBezTo>
                <a:cubicBezTo>
                  <a:pt x="44" y="115"/>
                  <a:pt x="44" y="115"/>
                  <a:pt x="44" y="115"/>
                </a:cubicBezTo>
                <a:cubicBezTo>
                  <a:pt x="43" y="114"/>
                  <a:pt x="43" y="113"/>
                  <a:pt x="43" y="113"/>
                </a:cubicBezTo>
                <a:cubicBezTo>
                  <a:pt x="42" y="112"/>
                  <a:pt x="41" y="111"/>
                  <a:pt x="40" y="111"/>
                </a:cubicBezTo>
                <a:cubicBezTo>
                  <a:pt x="40" y="110"/>
                  <a:pt x="39" y="110"/>
                  <a:pt x="38" y="110"/>
                </a:cubicBezTo>
                <a:cubicBezTo>
                  <a:pt x="35" y="110"/>
                  <a:pt x="33" y="111"/>
                  <a:pt x="32" y="113"/>
                </a:cubicBezTo>
                <a:cubicBezTo>
                  <a:pt x="31" y="114"/>
                  <a:pt x="31" y="116"/>
                  <a:pt x="31" y="119"/>
                </a:cubicBezTo>
                <a:cubicBezTo>
                  <a:pt x="31" y="123"/>
                  <a:pt x="31" y="125"/>
                  <a:pt x="32" y="126"/>
                </a:cubicBezTo>
                <a:cubicBezTo>
                  <a:pt x="34" y="128"/>
                  <a:pt x="35" y="128"/>
                  <a:pt x="37" y="128"/>
                </a:cubicBezTo>
                <a:cubicBezTo>
                  <a:pt x="39" y="128"/>
                  <a:pt x="41" y="128"/>
                  <a:pt x="42" y="127"/>
                </a:cubicBezTo>
                <a:cubicBezTo>
                  <a:pt x="43" y="126"/>
                  <a:pt x="44" y="124"/>
                  <a:pt x="44" y="122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53" y="127"/>
                  <a:pt x="52" y="129"/>
                  <a:pt x="50" y="131"/>
                </a:cubicBezTo>
                <a:close/>
                <a:moveTo>
                  <a:pt x="37" y="0"/>
                </a:moveTo>
                <a:cubicBezTo>
                  <a:pt x="16" y="0"/>
                  <a:pt x="0" y="17"/>
                  <a:pt x="0" y="37"/>
                </a:cubicBezTo>
                <a:cubicBezTo>
                  <a:pt x="0" y="57"/>
                  <a:pt x="16" y="74"/>
                  <a:pt x="37" y="74"/>
                </a:cubicBezTo>
                <a:cubicBezTo>
                  <a:pt x="57" y="74"/>
                  <a:pt x="74" y="57"/>
                  <a:pt x="74" y="37"/>
                </a:cubicBezTo>
                <a:cubicBezTo>
                  <a:pt x="74" y="17"/>
                  <a:pt x="57" y="0"/>
                  <a:pt x="37" y="0"/>
                </a:cubicBezTo>
                <a:close/>
                <a:moveTo>
                  <a:pt x="45" y="53"/>
                </a:moveTo>
                <a:cubicBezTo>
                  <a:pt x="42" y="45"/>
                  <a:pt x="42" y="45"/>
                  <a:pt x="42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28" y="53"/>
                  <a:pt x="28" y="53"/>
                  <a:pt x="28" y="53"/>
                </a:cubicBezTo>
                <a:cubicBezTo>
                  <a:pt x="20" y="53"/>
                  <a:pt x="20" y="53"/>
                  <a:pt x="20" y="53"/>
                </a:cubicBezTo>
                <a:cubicBezTo>
                  <a:pt x="33" y="21"/>
                  <a:pt x="33" y="21"/>
                  <a:pt x="33" y="21"/>
                </a:cubicBezTo>
                <a:cubicBezTo>
                  <a:pt x="41" y="21"/>
                  <a:pt x="41" y="21"/>
                  <a:pt x="41" y="21"/>
                </a:cubicBezTo>
                <a:cubicBezTo>
                  <a:pt x="53" y="53"/>
                  <a:pt x="53" y="53"/>
                  <a:pt x="53" y="53"/>
                </a:cubicBezTo>
                <a:lnTo>
                  <a:pt x="45" y="53"/>
                </a:lnTo>
                <a:close/>
                <a:moveTo>
                  <a:pt x="119" y="82"/>
                </a:moveTo>
                <a:cubicBezTo>
                  <a:pt x="99" y="82"/>
                  <a:pt x="82" y="99"/>
                  <a:pt x="82" y="119"/>
                </a:cubicBezTo>
                <a:cubicBezTo>
                  <a:pt x="82" y="140"/>
                  <a:pt x="99" y="156"/>
                  <a:pt x="119" y="156"/>
                </a:cubicBezTo>
                <a:cubicBezTo>
                  <a:pt x="139" y="156"/>
                  <a:pt x="156" y="140"/>
                  <a:pt x="156" y="119"/>
                </a:cubicBezTo>
                <a:cubicBezTo>
                  <a:pt x="156" y="99"/>
                  <a:pt x="139" y="82"/>
                  <a:pt x="119" y="82"/>
                </a:cubicBezTo>
                <a:close/>
                <a:moveTo>
                  <a:pt x="134" y="127"/>
                </a:moveTo>
                <a:cubicBezTo>
                  <a:pt x="134" y="129"/>
                  <a:pt x="132" y="131"/>
                  <a:pt x="131" y="132"/>
                </a:cubicBezTo>
                <a:cubicBezTo>
                  <a:pt x="130" y="133"/>
                  <a:pt x="128" y="134"/>
                  <a:pt x="127" y="135"/>
                </a:cubicBezTo>
                <a:cubicBezTo>
                  <a:pt x="125" y="135"/>
                  <a:pt x="123" y="136"/>
                  <a:pt x="121" y="136"/>
                </a:cubicBezTo>
                <a:cubicBezTo>
                  <a:pt x="107" y="136"/>
                  <a:pt x="107" y="136"/>
                  <a:pt x="107" y="136"/>
                </a:cubicBezTo>
                <a:cubicBezTo>
                  <a:pt x="107" y="103"/>
                  <a:pt x="107" y="103"/>
                  <a:pt x="107" y="103"/>
                </a:cubicBezTo>
                <a:cubicBezTo>
                  <a:pt x="121" y="103"/>
                  <a:pt x="121" y="103"/>
                  <a:pt x="121" y="103"/>
                </a:cubicBezTo>
                <a:cubicBezTo>
                  <a:pt x="124" y="103"/>
                  <a:pt x="126" y="103"/>
                  <a:pt x="128" y="104"/>
                </a:cubicBezTo>
                <a:cubicBezTo>
                  <a:pt x="130" y="105"/>
                  <a:pt x="131" y="106"/>
                  <a:pt x="132" y="107"/>
                </a:cubicBezTo>
                <a:cubicBezTo>
                  <a:pt x="133" y="109"/>
                  <a:pt x="134" y="111"/>
                  <a:pt x="135" y="113"/>
                </a:cubicBezTo>
                <a:cubicBezTo>
                  <a:pt x="135" y="115"/>
                  <a:pt x="135" y="117"/>
                  <a:pt x="135" y="119"/>
                </a:cubicBezTo>
                <a:cubicBezTo>
                  <a:pt x="135" y="123"/>
                  <a:pt x="135" y="125"/>
                  <a:pt x="134" y="127"/>
                </a:cubicBezTo>
                <a:close/>
                <a:moveTo>
                  <a:pt x="118" y="110"/>
                </a:moveTo>
                <a:cubicBezTo>
                  <a:pt x="115" y="110"/>
                  <a:pt x="115" y="110"/>
                  <a:pt x="115" y="110"/>
                </a:cubicBezTo>
                <a:cubicBezTo>
                  <a:pt x="115" y="128"/>
                  <a:pt x="115" y="128"/>
                  <a:pt x="115" y="128"/>
                </a:cubicBezTo>
                <a:cubicBezTo>
                  <a:pt x="118" y="128"/>
                  <a:pt x="118" y="128"/>
                  <a:pt x="118" y="128"/>
                </a:cubicBezTo>
                <a:cubicBezTo>
                  <a:pt x="121" y="128"/>
                  <a:pt x="123" y="128"/>
                  <a:pt x="124" y="127"/>
                </a:cubicBezTo>
                <a:cubicBezTo>
                  <a:pt x="125" y="127"/>
                  <a:pt x="126" y="126"/>
                  <a:pt x="126" y="125"/>
                </a:cubicBezTo>
                <a:cubicBezTo>
                  <a:pt x="127" y="124"/>
                  <a:pt x="127" y="122"/>
                  <a:pt x="127" y="119"/>
                </a:cubicBezTo>
                <a:cubicBezTo>
                  <a:pt x="127" y="116"/>
                  <a:pt x="127" y="113"/>
                  <a:pt x="125" y="112"/>
                </a:cubicBezTo>
                <a:cubicBezTo>
                  <a:pt x="124" y="111"/>
                  <a:pt x="121" y="110"/>
                  <a:pt x="118" y="1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5" name="Freeform 18"/>
          <p:cNvSpPr/>
          <p:nvPr/>
        </p:nvSpPr>
        <p:spPr bwMode="auto">
          <a:xfrm>
            <a:off x="4171008" y="2267349"/>
            <a:ext cx="506102" cy="420891"/>
          </a:xfrm>
          <a:custGeom>
            <a:avLst/>
            <a:gdLst>
              <a:gd name="T0" fmla="*/ 74 w 148"/>
              <a:gd name="T1" fmla="*/ 0 h 123"/>
              <a:gd name="T2" fmla="*/ 0 w 148"/>
              <a:gd name="T3" fmla="*/ 45 h 123"/>
              <a:gd name="T4" fmla="*/ 30 w 148"/>
              <a:gd name="T5" fmla="*/ 81 h 123"/>
              <a:gd name="T6" fmla="*/ 20 w 148"/>
              <a:gd name="T7" fmla="*/ 123 h 123"/>
              <a:gd name="T8" fmla="*/ 55 w 148"/>
              <a:gd name="T9" fmla="*/ 89 h 123"/>
              <a:gd name="T10" fmla="*/ 74 w 148"/>
              <a:gd name="T11" fmla="*/ 90 h 123"/>
              <a:gd name="T12" fmla="*/ 148 w 148"/>
              <a:gd name="T13" fmla="*/ 45 h 123"/>
              <a:gd name="T14" fmla="*/ 74 w 148"/>
              <a:gd name="T15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8" h="123">
                <a:moveTo>
                  <a:pt x="74" y="0"/>
                </a:moveTo>
                <a:cubicBezTo>
                  <a:pt x="33" y="0"/>
                  <a:pt x="0" y="20"/>
                  <a:pt x="0" y="45"/>
                </a:cubicBezTo>
                <a:cubicBezTo>
                  <a:pt x="0" y="60"/>
                  <a:pt x="12" y="73"/>
                  <a:pt x="30" y="81"/>
                </a:cubicBezTo>
                <a:cubicBezTo>
                  <a:pt x="20" y="123"/>
                  <a:pt x="20" y="123"/>
                  <a:pt x="20" y="123"/>
                </a:cubicBezTo>
                <a:cubicBezTo>
                  <a:pt x="55" y="89"/>
                  <a:pt x="55" y="89"/>
                  <a:pt x="55" y="89"/>
                </a:cubicBezTo>
                <a:cubicBezTo>
                  <a:pt x="61" y="90"/>
                  <a:pt x="68" y="90"/>
                  <a:pt x="74" y="90"/>
                </a:cubicBezTo>
                <a:cubicBezTo>
                  <a:pt x="115" y="90"/>
                  <a:pt x="148" y="70"/>
                  <a:pt x="148" y="45"/>
                </a:cubicBezTo>
                <a:cubicBezTo>
                  <a:pt x="148" y="20"/>
                  <a:pt x="115" y="0"/>
                  <a:pt x="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19"/>
          <p:cNvSpPr>
            <a:spLocks noEditPoints="1"/>
          </p:cNvSpPr>
          <p:nvPr/>
        </p:nvSpPr>
        <p:spPr bwMode="auto">
          <a:xfrm>
            <a:off x="5296825" y="2228617"/>
            <a:ext cx="519012" cy="472534"/>
          </a:xfrm>
          <a:custGeom>
            <a:avLst/>
            <a:gdLst>
              <a:gd name="T0" fmla="*/ 58 w 152"/>
              <a:gd name="T1" fmla="*/ 109 h 138"/>
              <a:gd name="T2" fmla="*/ 45 w 152"/>
              <a:gd name="T3" fmla="*/ 118 h 138"/>
              <a:gd name="T4" fmla="*/ 58 w 152"/>
              <a:gd name="T5" fmla="*/ 126 h 138"/>
              <a:gd name="T6" fmla="*/ 70 w 152"/>
              <a:gd name="T7" fmla="*/ 118 h 138"/>
              <a:gd name="T8" fmla="*/ 58 w 152"/>
              <a:gd name="T9" fmla="*/ 109 h 138"/>
              <a:gd name="T10" fmla="*/ 35 w 152"/>
              <a:gd name="T11" fmla="*/ 126 h 138"/>
              <a:gd name="T12" fmla="*/ 25 w 152"/>
              <a:gd name="T13" fmla="*/ 132 h 138"/>
              <a:gd name="T14" fmla="*/ 35 w 152"/>
              <a:gd name="T15" fmla="*/ 138 h 138"/>
              <a:gd name="T16" fmla="*/ 45 w 152"/>
              <a:gd name="T17" fmla="*/ 132 h 138"/>
              <a:gd name="T18" fmla="*/ 35 w 152"/>
              <a:gd name="T19" fmla="*/ 126 h 138"/>
              <a:gd name="T20" fmla="*/ 152 w 152"/>
              <a:gd name="T21" fmla="*/ 54 h 138"/>
              <a:gd name="T22" fmla="*/ 133 w 152"/>
              <a:gd name="T23" fmla="*/ 37 h 138"/>
              <a:gd name="T24" fmla="*/ 136 w 152"/>
              <a:gd name="T25" fmla="*/ 29 h 138"/>
              <a:gd name="T26" fmla="*/ 107 w 152"/>
              <a:gd name="T27" fmla="*/ 11 h 138"/>
              <a:gd name="T28" fmla="*/ 97 w 152"/>
              <a:gd name="T29" fmla="*/ 12 h 138"/>
              <a:gd name="T30" fmla="*/ 62 w 152"/>
              <a:gd name="T31" fmla="*/ 0 h 138"/>
              <a:gd name="T32" fmla="*/ 22 w 152"/>
              <a:gd name="T33" fmla="*/ 23 h 138"/>
              <a:gd name="T34" fmla="*/ 22 w 152"/>
              <a:gd name="T35" fmla="*/ 24 h 138"/>
              <a:gd name="T36" fmla="*/ 0 w 152"/>
              <a:gd name="T37" fmla="*/ 44 h 138"/>
              <a:gd name="T38" fmla="*/ 22 w 152"/>
              <a:gd name="T39" fmla="*/ 63 h 138"/>
              <a:gd name="T40" fmla="*/ 21 w 152"/>
              <a:gd name="T41" fmla="*/ 68 h 138"/>
              <a:gd name="T42" fmla="*/ 24 w 152"/>
              <a:gd name="T43" fmla="*/ 78 h 138"/>
              <a:gd name="T44" fmla="*/ 21 w 152"/>
              <a:gd name="T45" fmla="*/ 86 h 138"/>
              <a:gd name="T46" fmla="*/ 44 w 152"/>
              <a:gd name="T47" fmla="*/ 101 h 138"/>
              <a:gd name="T48" fmla="*/ 59 w 152"/>
              <a:gd name="T49" fmla="*/ 97 h 138"/>
              <a:gd name="T50" fmla="*/ 76 w 152"/>
              <a:gd name="T51" fmla="*/ 105 h 138"/>
              <a:gd name="T52" fmla="*/ 95 w 152"/>
              <a:gd name="T53" fmla="*/ 95 h 138"/>
              <a:gd name="T54" fmla="*/ 109 w 152"/>
              <a:gd name="T55" fmla="*/ 97 h 138"/>
              <a:gd name="T56" fmla="*/ 140 w 152"/>
              <a:gd name="T57" fmla="*/ 79 h 138"/>
              <a:gd name="T58" fmla="*/ 136 w 152"/>
              <a:gd name="T59" fmla="*/ 70 h 138"/>
              <a:gd name="T60" fmla="*/ 152 w 152"/>
              <a:gd name="T61" fmla="*/ 54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52" h="138">
                <a:moveTo>
                  <a:pt x="58" y="109"/>
                </a:moveTo>
                <a:cubicBezTo>
                  <a:pt x="51" y="109"/>
                  <a:pt x="45" y="113"/>
                  <a:pt x="45" y="118"/>
                </a:cubicBezTo>
                <a:cubicBezTo>
                  <a:pt x="45" y="122"/>
                  <a:pt x="51" y="126"/>
                  <a:pt x="58" y="126"/>
                </a:cubicBezTo>
                <a:cubicBezTo>
                  <a:pt x="65" y="126"/>
                  <a:pt x="70" y="122"/>
                  <a:pt x="70" y="118"/>
                </a:cubicBezTo>
                <a:cubicBezTo>
                  <a:pt x="70" y="113"/>
                  <a:pt x="65" y="109"/>
                  <a:pt x="58" y="109"/>
                </a:cubicBezTo>
                <a:close/>
                <a:moveTo>
                  <a:pt x="35" y="126"/>
                </a:moveTo>
                <a:cubicBezTo>
                  <a:pt x="29" y="126"/>
                  <a:pt x="25" y="129"/>
                  <a:pt x="25" y="132"/>
                </a:cubicBezTo>
                <a:cubicBezTo>
                  <a:pt x="25" y="136"/>
                  <a:pt x="29" y="138"/>
                  <a:pt x="35" y="138"/>
                </a:cubicBezTo>
                <a:cubicBezTo>
                  <a:pt x="41" y="138"/>
                  <a:pt x="45" y="136"/>
                  <a:pt x="45" y="132"/>
                </a:cubicBezTo>
                <a:cubicBezTo>
                  <a:pt x="45" y="129"/>
                  <a:pt x="41" y="126"/>
                  <a:pt x="35" y="126"/>
                </a:cubicBezTo>
                <a:close/>
                <a:moveTo>
                  <a:pt x="152" y="54"/>
                </a:moveTo>
                <a:cubicBezTo>
                  <a:pt x="152" y="46"/>
                  <a:pt x="144" y="40"/>
                  <a:pt x="133" y="37"/>
                </a:cubicBezTo>
                <a:cubicBezTo>
                  <a:pt x="135" y="35"/>
                  <a:pt x="136" y="32"/>
                  <a:pt x="136" y="29"/>
                </a:cubicBezTo>
                <a:cubicBezTo>
                  <a:pt x="136" y="19"/>
                  <a:pt x="123" y="11"/>
                  <a:pt x="107" y="11"/>
                </a:cubicBezTo>
                <a:cubicBezTo>
                  <a:pt x="103" y="11"/>
                  <a:pt x="100" y="11"/>
                  <a:pt x="97" y="12"/>
                </a:cubicBezTo>
                <a:cubicBezTo>
                  <a:pt x="90" y="5"/>
                  <a:pt x="77" y="0"/>
                  <a:pt x="62" y="0"/>
                </a:cubicBezTo>
                <a:cubicBezTo>
                  <a:pt x="40" y="0"/>
                  <a:pt x="22" y="10"/>
                  <a:pt x="22" y="23"/>
                </a:cubicBezTo>
                <a:cubicBezTo>
                  <a:pt x="22" y="23"/>
                  <a:pt x="22" y="24"/>
                  <a:pt x="22" y="24"/>
                </a:cubicBezTo>
                <a:cubicBezTo>
                  <a:pt x="9" y="27"/>
                  <a:pt x="0" y="34"/>
                  <a:pt x="0" y="44"/>
                </a:cubicBezTo>
                <a:cubicBezTo>
                  <a:pt x="0" y="53"/>
                  <a:pt x="9" y="61"/>
                  <a:pt x="22" y="63"/>
                </a:cubicBezTo>
                <a:cubicBezTo>
                  <a:pt x="21" y="65"/>
                  <a:pt x="21" y="67"/>
                  <a:pt x="21" y="68"/>
                </a:cubicBezTo>
                <a:cubicBezTo>
                  <a:pt x="21" y="72"/>
                  <a:pt x="22" y="75"/>
                  <a:pt x="24" y="78"/>
                </a:cubicBezTo>
                <a:cubicBezTo>
                  <a:pt x="22" y="80"/>
                  <a:pt x="21" y="83"/>
                  <a:pt x="21" y="86"/>
                </a:cubicBezTo>
                <a:cubicBezTo>
                  <a:pt x="21" y="94"/>
                  <a:pt x="31" y="101"/>
                  <a:pt x="44" y="101"/>
                </a:cubicBezTo>
                <a:cubicBezTo>
                  <a:pt x="50" y="101"/>
                  <a:pt x="55" y="100"/>
                  <a:pt x="59" y="97"/>
                </a:cubicBezTo>
                <a:cubicBezTo>
                  <a:pt x="62" y="102"/>
                  <a:pt x="68" y="105"/>
                  <a:pt x="76" y="105"/>
                </a:cubicBezTo>
                <a:cubicBezTo>
                  <a:pt x="86" y="105"/>
                  <a:pt x="93" y="101"/>
                  <a:pt x="95" y="95"/>
                </a:cubicBezTo>
                <a:cubicBezTo>
                  <a:pt x="99" y="96"/>
                  <a:pt x="104" y="97"/>
                  <a:pt x="109" y="97"/>
                </a:cubicBezTo>
                <a:cubicBezTo>
                  <a:pt x="126" y="97"/>
                  <a:pt x="140" y="89"/>
                  <a:pt x="140" y="79"/>
                </a:cubicBezTo>
                <a:cubicBezTo>
                  <a:pt x="140" y="75"/>
                  <a:pt x="139" y="72"/>
                  <a:pt x="136" y="70"/>
                </a:cubicBezTo>
                <a:cubicBezTo>
                  <a:pt x="146" y="67"/>
                  <a:pt x="152" y="61"/>
                  <a:pt x="152" y="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7" name="Freeform 20"/>
          <p:cNvSpPr>
            <a:spLocks noEditPoints="1"/>
          </p:cNvSpPr>
          <p:nvPr/>
        </p:nvSpPr>
        <p:spPr bwMode="auto">
          <a:xfrm>
            <a:off x="6432971" y="2153734"/>
            <a:ext cx="451877" cy="519012"/>
          </a:xfrm>
          <a:custGeom>
            <a:avLst/>
            <a:gdLst>
              <a:gd name="T0" fmla="*/ 89 w 132"/>
              <a:gd name="T1" fmla="*/ 62 h 152"/>
              <a:gd name="T2" fmla="*/ 99 w 132"/>
              <a:gd name="T3" fmla="*/ 86 h 152"/>
              <a:gd name="T4" fmla="*/ 99 w 132"/>
              <a:gd name="T5" fmla="*/ 126 h 152"/>
              <a:gd name="T6" fmla="*/ 88 w 132"/>
              <a:gd name="T7" fmla="*/ 136 h 152"/>
              <a:gd name="T8" fmla="*/ 44 w 132"/>
              <a:gd name="T9" fmla="*/ 136 h 152"/>
              <a:gd name="T10" fmla="*/ 33 w 132"/>
              <a:gd name="T11" fmla="*/ 126 h 152"/>
              <a:gd name="T12" fmla="*/ 33 w 132"/>
              <a:gd name="T13" fmla="*/ 86 h 152"/>
              <a:gd name="T14" fmla="*/ 44 w 132"/>
              <a:gd name="T15" fmla="*/ 62 h 152"/>
              <a:gd name="T16" fmla="*/ 29 w 132"/>
              <a:gd name="T17" fmla="*/ 35 h 152"/>
              <a:gd name="T18" fmla="*/ 17 w 132"/>
              <a:gd name="T19" fmla="*/ 70 h 152"/>
              <a:gd name="T20" fmla="*/ 17 w 132"/>
              <a:gd name="T21" fmla="*/ 136 h 152"/>
              <a:gd name="T22" fmla="*/ 33 w 132"/>
              <a:gd name="T23" fmla="*/ 152 h 152"/>
              <a:gd name="T24" fmla="*/ 99 w 132"/>
              <a:gd name="T25" fmla="*/ 152 h 152"/>
              <a:gd name="T26" fmla="*/ 116 w 132"/>
              <a:gd name="T27" fmla="*/ 136 h 152"/>
              <a:gd name="T28" fmla="*/ 116 w 132"/>
              <a:gd name="T29" fmla="*/ 70 h 152"/>
              <a:gd name="T30" fmla="*/ 104 w 132"/>
              <a:gd name="T31" fmla="*/ 35 h 152"/>
              <a:gd name="T32" fmla="*/ 89 w 132"/>
              <a:gd name="T33" fmla="*/ 62 h 152"/>
              <a:gd name="T34" fmla="*/ 61 w 132"/>
              <a:gd name="T35" fmla="*/ 53 h 152"/>
              <a:gd name="T36" fmla="*/ 72 w 132"/>
              <a:gd name="T37" fmla="*/ 53 h 152"/>
              <a:gd name="T38" fmla="*/ 83 w 132"/>
              <a:gd name="T39" fmla="*/ 57 h 152"/>
              <a:gd name="T40" fmla="*/ 99 w 132"/>
              <a:gd name="T41" fmla="*/ 30 h 152"/>
              <a:gd name="T42" fmla="*/ 87 w 132"/>
              <a:gd name="T43" fmla="*/ 20 h 152"/>
              <a:gd name="T44" fmla="*/ 87 w 132"/>
              <a:gd name="T45" fmla="*/ 12 h 152"/>
              <a:gd name="T46" fmla="*/ 75 w 132"/>
              <a:gd name="T47" fmla="*/ 0 h 152"/>
              <a:gd name="T48" fmla="*/ 58 w 132"/>
              <a:gd name="T49" fmla="*/ 0 h 152"/>
              <a:gd name="T50" fmla="*/ 46 w 132"/>
              <a:gd name="T51" fmla="*/ 12 h 152"/>
              <a:gd name="T52" fmla="*/ 46 w 132"/>
              <a:gd name="T53" fmla="*/ 20 h 152"/>
              <a:gd name="T54" fmla="*/ 33 w 132"/>
              <a:gd name="T55" fmla="*/ 30 h 152"/>
              <a:gd name="T56" fmla="*/ 50 w 132"/>
              <a:gd name="T57" fmla="*/ 57 h 152"/>
              <a:gd name="T58" fmla="*/ 61 w 132"/>
              <a:gd name="T59" fmla="*/ 53 h 152"/>
              <a:gd name="T60" fmla="*/ 9 w 132"/>
              <a:gd name="T61" fmla="*/ 86 h 152"/>
              <a:gd name="T62" fmla="*/ 5 w 132"/>
              <a:gd name="T63" fmla="*/ 86 h 152"/>
              <a:gd name="T64" fmla="*/ 0 w 132"/>
              <a:gd name="T65" fmla="*/ 90 h 152"/>
              <a:gd name="T66" fmla="*/ 0 w 132"/>
              <a:gd name="T67" fmla="*/ 136 h 152"/>
              <a:gd name="T68" fmla="*/ 5 w 132"/>
              <a:gd name="T69" fmla="*/ 140 h 152"/>
              <a:gd name="T70" fmla="*/ 9 w 132"/>
              <a:gd name="T71" fmla="*/ 140 h 152"/>
              <a:gd name="T72" fmla="*/ 13 w 132"/>
              <a:gd name="T73" fmla="*/ 136 h 152"/>
              <a:gd name="T74" fmla="*/ 13 w 132"/>
              <a:gd name="T75" fmla="*/ 90 h 152"/>
              <a:gd name="T76" fmla="*/ 9 w 132"/>
              <a:gd name="T77" fmla="*/ 86 h 152"/>
              <a:gd name="T78" fmla="*/ 58 w 132"/>
              <a:gd name="T79" fmla="*/ 99 h 152"/>
              <a:gd name="T80" fmla="*/ 91 w 132"/>
              <a:gd name="T81" fmla="*/ 99 h 152"/>
              <a:gd name="T82" fmla="*/ 91 w 132"/>
              <a:gd name="T83" fmla="*/ 90 h 152"/>
              <a:gd name="T84" fmla="*/ 42 w 132"/>
              <a:gd name="T85" fmla="*/ 90 h 152"/>
              <a:gd name="T86" fmla="*/ 42 w 132"/>
              <a:gd name="T87" fmla="*/ 99 h 152"/>
              <a:gd name="T88" fmla="*/ 50 w 132"/>
              <a:gd name="T89" fmla="*/ 99 h 152"/>
              <a:gd name="T90" fmla="*/ 50 w 132"/>
              <a:gd name="T91" fmla="*/ 103 h 152"/>
              <a:gd name="T92" fmla="*/ 52 w 132"/>
              <a:gd name="T93" fmla="*/ 103 h 152"/>
              <a:gd name="T94" fmla="*/ 46 w 132"/>
              <a:gd name="T95" fmla="*/ 115 h 152"/>
              <a:gd name="T96" fmla="*/ 62 w 132"/>
              <a:gd name="T97" fmla="*/ 115 h 152"/>
              <a:gd name="T98" fmla="*/ 56 w 132"/>
              <a:gd name="T99" fmla="*/ 103 h 152"/>
              <a:gd name="T100" fmla="*/ 58 w 132"/>
              <a:gd name="T101" fmla="*/ 103 h 152"/>
              <a:gd name="T102" fmla="*/ 58 w 132"/>
              <a:gd name="T103" fmla="*/ 99 h 152"/>
              <a:gd name="T104" fmla="*/ 128 w 132"/>
              <a:gd name="T105" fmla="*/ 86 h 152"/>
              <a:gd name="T106" fmla="*/ 124 w 132"/>
              <a:gd name="T107" fmla="*/ 86 h 152"/>
              <a:gd name="T108" fmla="*/ 120 w 132"/>
              <a:gd name="T109" fmla="*/ 90 h 152"/>
              <a:gd name="T110" fmla="*/ 120 w 132"/>
              <a:gd name="T111" fmla="*/ 136 h 152"/>
              <a:gd name="T112" fmla="*/ 124 w 132"/>
              <a:gd name="T113" fmla="*/ 140 h 152"/>
              <a:gd name="T114" fmla="*/ 128 w 132"/>
              <a:gd name="T115" fmla="*/ 140 h 152"/>
              <a:gd name="T116" fmla="*/ 132 w 132"/>
              <a:gd name="T117" fmla="*/ 136 h 152"/>
              <a:gd name="T118" fmla="*/ 132 w 132"/>
              <a:gd name="T119" fmla="*/ 90 h 152"/>
              <a:gd name="T120" fmla="*/ 128 w 132"/>
              <a:gd name="T121" fmla="*/ 86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2" h="152">
                <a:moveTo>
                  <a:pt x="89" y="62"/>
                </a:moveTo>
                <a:cubicBezTo>
                  <a:pt x="95" y="68"/>
                  <a:pt x="99" y="78"/>
                  <a:pt x="99" y="86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9" y="131"/>
                  <a:pt x="94" y="136"/>
                  <a:pt x="88" y="136"/>
                </a:cubicBezTo>
                <a:cubicBezTo>
                  <a:pt x="44" y="136"/>
                  <a:pt x="44" y="136"/>
                  <a:pt x="44" y="136"/>
                </a:cubicBezTo>
                <a:cubicBezTo>
                  <a:pt x="38" y="136"/>
                  <a:pt x="33" y="131"/>
                  <a:pt x="33" y="126"/>
                </a:cubicBezTo>
                <a:cubicBezTo>
                  <a:pt x="33" y="86"/>
                  <a:pt x="33" y="86"/>
                  <a:pt x="33" y="86"/>
                </a:cubicBezTo>
                <a:cubicBezTo>
                  <a:pt x="33" y="78"/>
                  <a:pt x="38" y="68"/>
                  <a:pt x="44" y="62"/>
                </a:cubicBezTo>
                <a:cubicBezTo>
                  <a:pt x="41" y="52"/>
                  <a:pt x="36" y="43"/>
                  <a:pt x="29" y="35"/>
                </a:cubicBezTo>
                <a:cubicBezTo>
                  <a:pt x="21" y="45"/>
                  <a:pt x="17" y="59"/>
                  <a:pt x="17" y="70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7" y="145"/>
                  <a:pt x="24" y="152"/>
                  <a:pt x="33" y="152"/>
                </a:cubicBezTo>
                <a:cubicBezTo>
                  <a:pt x="99" y="152"/>
                  <a:pt x="99" y="152"/>
                  <a:pt x="99" y="152"/>
                </a:cubicBezTo>
                <a:cubicBezTo>
                  <a:pt x="108" y="152"/>
                  <a:pt x="116" y="145"/>
                  <a:pt x="116" y="136"/>
                </a:cubicBezTo>
                <a:cubicBezTo>
                  <a:pt x="116" y="70"/>
                  <a:pt x="116" y="70"/>
                  <a:pt x="116" y="70"/>
                </a:cubicBezTo>
                <a:cubicBezTo>
                  <a:pt x="116" y="59"/>
                  <a:pt x="111" y="45"/>
                  <a:pt x="104" y="35"/>
                </a:cubicBezTo>
                <a:cubicBezTo>
                  <a:pt x="97" y="43"/>
                  <a:pt x="91" y="52"/>
                  <a:pt x="89" y="62"/>
                </a:cubicBezTo>
                <a:close/>
                <a:moveTo>
                  <a:pt x="61" y="53"/>
                </a:moveTo>
                <a:cubicBezTo>
                  <a:pt x="72" y="53"/>
                  <a:pt x="72" y="53"/>
                  <a:pt x="72" y="53"/>
                </a:cubicBezTo>
                <a:cubicBezTo>
                  <a:pt x="76" y="53"/>
                  <a:pt x="79" y="55"/>
                  <a:pt x="83" y="57"/>
                </a:cubicBezTo>
                <a:cubicBezTo>
                  <a:pt x="86" y="47"/>
                  <a:pt x="92" y="37"/>
                  <a:pt x="99" y="30"/>
                </a:cubicBezTo>
                <a:cubicBezTo>
                  <a:pt x="96" y="25"/>
                  <a:pt x="91" y="22"/>
                  <a:pt x="87" y="20"/>
                </a:cubicBezTo>
                <a:cubicBezTo>
                  <a:pt x="87" y="12"/>
                  <a:pt x="87" y="12"/>
                  <a:pt x="87" y="12"/>
                </a:cubicBezTo>
                <a:cubicBezTo>
                  <a:pt x="87" y="5"/>
                  <a:pt x="81" y="0"/>
                  <a:pt x="7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1" y="0"/>
                  <a:pt x="46" y="5"/>
                  <a:pt x="46" y="12"/>
                </a:cubicBezTo>
                <a:cubicBezTo>
                  <a:pt x="46" y="20"/>
                  <a:pt x="46" y="20"/>
                  <a:pt x="46" y="20"/>
                </a:cubicBezTo>
                <a:cubicBezTo>
                  <a:pt x="41" y="22"/>
                  <a:pt x="37" y="25"/>
                  <a:pt x="33" y="30"/>
                </a:cubicBezTo>
                <a:cubicBezTo>
                  <a:pt x="41" y="37"/>
                  <a:pt x="47" y="47"/>
                  <a:pt x="50" y="57"/>
                </a:cubicBezTo>
                <a:cubicBezTo>
                  <a:pt x="53" y="55"/>
                  <a:pt x="57" y="53"/>
                  <a:pt x="61" y="53"/>
                </a:cubicBezTo>
                <a:close/>
                <a:moveTo>
                  <a:pt x="9" y="86"/>
                </a:moveTo>
                <a:cubicBezTo>
                  <a:pt x="5" y="86"/>
                  <a:pt x="5" y="86"/>
                  <a:pt x="5" y="86"/>
                </a:cubicBezTo>
                <a:cubicBezTo>
                  <a:pt x="2" y="86"/>
                  <a:pt x="0" y="88"/>
                  <a:pt x="0" y="90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8"/>
                  <a:pt x="2" y="140"/>
                  <a:pt x="5" y="140"/>
                </a:cubicBezTo>
                <a:cubicBezTo>
                  <a:pt x="9" y="140"/>
                  <a:pt x="9" y="140"/>
                  <a:pt x="9" y="140"/>
                </a:cubicBezTo>
                <a:cubicBezTo>
                  <a:pt x="11" y="140"/>
                  <a:pt x="13" y="138"/>
                  <a:pt x="13" y="136"/>
                </a:cubicBezTo>
                <a:cubicBezTo>
                  <a:pt x="13" y="90"/>
                  <a:pt x="13" y="90"/>
                  <a:pt x="13" y="90"/>
                </a:cubicBezTo>
                <a:cubicBezTo>
                  <a:pt x="13" y="88"/>
                  <a:pt x="11" y="86"/>
                  <a:pt x="9" y="86"/>
                </a:cubicBezTo>
                <a:close/>
                <a:moveTo>
                  <a:pt x="58" y="99"/>
                </a:moveTo>
                <a:cubicBezTo>
                  <a:pt x="91" y="99"/>
                  <a:pt x="91" y="99"/>
                  <a:pt x="91" y="99"/>
                </a:cubicBezTo>
                <a:cubicBezTo>
                  <a:pt x="91" y="90"/>
                  <a:pt x="91" y="90"/>
                  <a:pt x="91" y="90"/>
                </a:cubicBezTo>
                <a:cubicBezTo>
                  <a:pt x="42" y="90"/>
                  <a:pt x="42" y="90"/>
                  <a:pt x="42" y="90"/>
                </a:cubicBezTo>
                <a:cubicBezTo>
                  <a:pt x="42" y="99"/>
                  <a:pt x="42" y="99"/>
                  <a:pt x="42" y="99"/>
                </a:cubicBezTo>
                <a:cubicBezTo>
                  <a:pt x="50" y="99"/>
                  <a:pt x="50" y="99"/>
                  <a:pt x="50" y="99"/>
                </a:cubicBezTo>
                <a:cubicBezTo>
                  <a:pt x="50" y="103"/>
                  <a:pt x="50" y="103"/>
                  <a:pt x="50" y="103"/>
                </a:cubicBezTo>
                <a:cubicBezTo>
                  <a:pt x="52" y="103"/>
                  <a:pt x="52" y="103"/>
                  <a:pt x="52" y="103"/>
                </a:cubicBezTo>
                <a:cubicBezTo>
                  <a:pt x="46" y="115"/>
                  <a:pt x="46" y="115"/>
                  <a:pt x="46" y="115"/>
                </a:cubicBezTo>
                <a:cubicBezTo>
                  <a:pt x="62" y="115"/>
                  <a:pt x="62" y="115"/>
                  <a:pt x="62" y="115"/>
                </a:cubicBezTo>
                <a:cubicBezTo>
                  <a:pt x="56" y="103"/>
                  <a:pt x="56" y="103"/>
                  <a:pt x="56" y="103"/>
                </a:cubicBezTo>
                <a:cubicBezTo>
                  <a:pt x="58" y="103"/>
                  <a:pt x="58" y="103"/>
                  <a:pt x="58" y="103"/>
                </a:cubicBezTo>
                <a:lnTo>
                  <a:pt x="58" y="99"/>
                </a:lnTo>
                <a:close/>
                <a:moveTo>
                  <a:pt x="128" y="86"/>
                </a:moveTo>
                <a:cubicBezTo>
                  <a:pt x="124" y="86"/>
                  <a:pt x="124" y="86"/>
                  <a:pt x="124" y="86"/>
                </a:cubicBezTo>
                <a:cubicBezTo>
                  <a:pt x="122" y="86"/>
                  <a:pt x="120" y="88"/>
                  <a:pt x="120" y="90"/>
                </a:cubicBezTo>
                <a:cubicBezTo>
                  <a:pt x="120" y="136"/>
                  <a:pt x="120" y="136"/>
                  <a:pt x="120" y="136"/>
                </a:cubicBezTo>
                <a:cubicBezTo>
                  <a:pt x="120" y="138"/>
                  <a:pt x="122" y="140"/>
                  <a:pt x="124" y="140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30" y="140"/>
                  <a:pt x="132" y="138"/>
                  <a:pt x="132" y="136"/>
                </a:cubicBezTo>
                <a:cubicBezTo>
                  <a:pt x="132" y="90"/>
                  <a:pt x="132" y="90"/>
                  <a:pt x="132" y="90"/>
                </a:cubicBezTo>
                <a:cubicBezTo>
                  <a:pt x="132" y="88"/>
                  <a:pt x="130" y="86"/>
                  <a:pt x="128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Freeform 21"/>
          <p:cNvSpPr>
            <a:spLocks noEditPoints="1"/>
          </p:cNvSpPr>
          <p:nvPr/>
        </p:nvSpPr>
        <p:spPr bwMode="auto">
          <a:xfrm>
            <a:off x="7561370" y="2138241"/>
            <a:ext cx="446713" cy="495773"/>
          </a:xfrm>
          <a:custGeom>
            <a:avLst/>
            <a:gdLst>
              <a:gd name="T0" fmla="*/ 107 w 131"/>
              <a:gd name="T1" fmla="*/ 106 h 145"/>
              <a:gd name="T2" fmla="*/ 107 w 131"/>
              <a:gd name="T3" fmla="*/ 116 h 145"/>
              <a:gd name="T4" fmla="*/ 98 w 131"/>
              <a:gd name="T5" fmla="*/ 124 h 145"/>
              <a:gd name="T6" fmla="*/ 94 w 131"/>
              <a:gd name="T7" fmla="*/ 124 h 145"/>
              <a:gd name="T8" fmla="*/ 86 w 131"/>
              <a:gd name="T9" fmla="*/ 116 h 145"/>
              <a:gd name="T10" fmla="*/ 86 w 131"/>
              <a:gd name="T11" fmla="*/ 114 h 145"/>
              <a:gd name="T12" fmla="*/ 45 w 131"/>
              <a:gd name="T13" fmla="*/ 113 h 145"/>
              <a:gd name="T14" fmla="*/ 45 w 131"/>
              <a:gd name="T15" fmla="*/ 116 h 145"/>
              <a:gd name="T16" fmla="*/ 37 w 131"/>
              <a:gd name="T17" fmla="*/ 124 h 145"/>
              <a:gd name="T18" fmla="*/ 33 w 131"/>
              <a:gd name="T19" fmla="*/ 124 h 145"/>
              <a:gd name="T20" fmla="*/ 24 w 131"/>
              <a:gd name="T21" fmla="*/ 116 h 145"/>
              <a:gd name="T22" fmla="*/ 24 w 131"/>
              <a:gd name="T23" fmla="*/ 106 h 145"/>
              <a:gd name="T24" fmla="*/ 10 w 131"/>
              <a:gd name="T25" fmla="*/ 98 h 145"/>
              <a:gd name="T26" fmla="*/ 4 w 131"/>
              <a:gd name="T27" fmla="*/ 90 h 145"/>
              <a:gd name="T28" fmla="*/ 4 w 131"/>
              <a:gd name="T29" fmla="*/ 132 h 145"/>
              <a:gd name="T30" fmla="*/ 16 w 131"/>
              <a:gd name="T31" fmla="*/ 145 h 145"/>
              <a:gd name="T32" fmla="*/ 115 w 131"/>
              <a:gd name="T33" fmla="*/ 145 h 145"/>
              <a:gd name="T34" fmla="*/ 127 w 131"/>
              <a:gd name="T35" fmla="*/ 132 h 145"/>
              <a:gd name="T36" fmla="*/ 127 w 131"/>
              <a:gd name="T37" fmla="*/ 90 h 145"/>
              <a:gd name="T38" fmla="*/ 120 w 131"/>
              <a:gd name="T39" fmla="*/ 98 h 145"/>
              <a:gd name="T40" fmla="*/ 107 w 131"/>
              <a:gd name="T41" fmla="*/ 106 h 145"/>
              <a:gd name="T42" fmla="*/ 37 w 131"/>
              <a:gd name="T43" fmla="*/ 116 h 145"/>
              <a:gd name="T44" fmla="*/ 41 w 131"/>
              <a:gd name="T45" fmla="*/ 112 h 145"/>
              <a:gd name="T46" fmla="*/ 41 w 131"/>
              <a:gd name="T47" fmla="*/ 104 h 145"/>
              <a:gd name="T48" fmla="*/ 37 w 131"/>
              <a:gd name="T49" fmla="*/ 99 h 145"/>
              <a:gd name="T50" fmla="*/ 33 w 131"/>
              <a:gd name="T51" fmla="*/ 99 h 145"/>
              <a:gd name="T52" fmla="*/ 28 w 131"/>
              <a:gd name="T53" fmla="*/ 104 h 145"/>
              <a:gd name="T54" fmla="*/ 28 w 131"/>
              <a:gd name="T55" fmla="*/ 112 h 145"/>
              <a:gd name="T56" fmla="*/ 33 w 131"/>
              <a:gd name="T57" fmla="*/ 116 h 145"/>
              <a:gd name="T58" fmla="*/ 37 w 131"/>
              <a:gd name="T59" fmla="*/ 116 h 145"/>
              <a:gd name="T60" fmla="*/ 98 w 131"/>
              <a:gd name="T61" fmla="*/ 116 h 145"/>
              <a:gd name="T62" fmla="*/ 102 w 131"/>
              <a:gd name="T63" fmla="*/ 112 h 145"/>
              <a:gd name="T64" fmla="*/ 102 w 131"/>
              <a:gd name="T65" fmla="*/ 104 h 145"/>
              <a:gd name="T66" fmla="*/ 98 w 131"/>
              <a:gd name="T67" fmla="*/ 99 h 145"/>
              <a:gd name="T68" fmla="*/ 94 w 131"/>
              <a:gd name="T69" fmla="*/ 99 h 145"/>
              <a:gd name="T70" fmla="*/ 90 w 131"/>
              <a:gd name="T71" fmla="*/ 104 h 145"/>
              <a:gd name="T72" fmla="*/ 90 w 131"/>
              <a:gd name="T73" fmla="*/ 112 h 145"/>
              <a:gd name="T74" fmla="*/ 94 w 131"/>
              <a:gd name="T75" fmla="*/ 116 h 145"/>
              <a:gd name="T76" fmla="*/ 98 w 131"/>
              <a:gd name="T77" fmla="*/ 116 h 145"/>
              <a:gd name="T78" fmla="*/ 119 w 131"/>
              <a:gd name="T79" fmla="*/ 38 h 145"/>
              <a:gd name="T80" fmla="*/ 98 w 131"/>
              <a:gd name="T81" fmla="*/ 38 h 145"/>
              <a:gd name="T82" fmla="*/ 33 w 131"/>
              <a:gd name="T83" fmla="*/ 38 h 145"/>
              <a:gd name="T84" fmla="*/ 12 w 131"/>
              <a:gd name="T85" fmla="*/ 38 h 145"/>
              <a:gd name="T86" fmla="*/ 0 w 131"/>
              <a:gd name="T87" fmla="*/ 50 h 145"/>
              <a:gd name="T88" fmla="*/ 0 w 131"/>
              <a:gd name="T89" fmla="*/ 69 h 145"/>
              <a:gd name="T90" fmla="*/ 10 w 131"/>
              <a:gd name="T91" fmla="*/ 90 h 145"/>
              <a:gd name="T92" fmla="*/ 26 w 131"/>
              <a:gd name="T93" fmla="*/ 99 h 145"/>
              <a:gd name="T94" fmla="*/ 33 w 131"/>
              <a:gd name="T95" fmla="*/ 95 h 145"/>
              <a:gd name="T96" fmla="*/ 37 w 131"/>
              <a:gd name="T97" fmla="*/ 95 h 145"/>
              <a:gd name="T98" fmla="*/ 45 w 131"/>
              <a:gd name="T99" fmla="*/ 104 h 145"/>
              <a:gd name="T100" fmla="*/ 45 w 131"/>
              <a:gd name="T101" fmla="*/ 106 h 145"/>
              <a:gd name="T102" fmla="*/ 86 w 131"/>
              <a:gd name="T103" fmla="*/ 106 h 145"/>
              <a:gd name="T104" fmla="*/ 86 w 131"/>
              <a:gd name="T105" fmla="*/ 104 h 145"/>
              <a:gd name="T106" fmla="*/ 94 w 131"/>
              <a:gd name="T107" fmla="*/ 95 h 145"/>
              <a:gd name="T108" fmla="*/ 98 w 131"/>
              <a:gd name="T109" fmla="*/ 95 h 145"/>
              <a:gd name="T110" fmla="*/ 105 w 131"/>
              <a:gd name="T111" fmla="*/ 99 h 145"/>
              <a:gd name="T112" fmla="*/ 120 w 131"/>
              <a:gd name="T113" fmla="*/ 90 h 145"/>
              <a:gd name="T114" fmla="*/ 131 w 131"/>
              <a:gd name="T115" fmla="*/ 69 h 145"/>
              <a:gd name="T116" fmla="*/ 131 w 131"/>
              <a:gd name="T117" fmla="*/ 50 h 145"/>
              <a:gd name="T118" fmla="*/ 119 w 131"/>
              <a:gd name="T119" fmla="*/ 38 h 145"/>
              <a:gd name="T120" fmla="*/ 46 w 131"/>
              <a:gd name="T121" fmla="*/ 38 h 145"/>
              <a:gd name="T122" fmla="*/ 85 w 131"/>
              <a:gd name="T123" fmla="*/ 38 h 145"/>
              <a:gd name="T124" fmla="*/ 46 w 131"/>
              <a:gd name="T125" fmla="*/ 38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1" h="145">
                <a:moveTo>
                  <a:pt x="107" y="106"/>
                </a:moveTo>
                <a:cubicBezTo>
                  <a:pt x="107" y="116"/>
                  <a:pt x="107" y="116"/>
                  <a:pt x="107" y="116"/>
                </a:cubicBezTo>
                <a:cubicBezTo>
                  <a:pt x="107" y="120"/>
                  <a:pt x="103" y="124"/>
                  <a:pt x="98" y="124"/>
                </a:cubicBezTo>
                <a:cubicBezTo>
                  <a:pt x="94" y="124"/>
                  <a:pt x="94" y="124"/>
                  <a:pt x="94" y="124"/>
                </a:cubicBezTo>
                <a:cubicBezTo>
                  <a:pt x="90" y="124"/>
                  <a:pt x="86" y="120"/>
                  <a:pt x="86" y="116"/>
                </a:cubicBezTo>
                <a:cubicBezTo>
                  <a:pt x="86" y="114"/>
                  <a:pt x="86" y="114"/>
                  <a:pt x="86" y="114"/>
                </a:cubicBezTo>
                <a:cubicBezTo>
                  <a:pt x="72" y="117"/>
                  <a:pt x="58" y="116"/>
                  <a:pt x="45" y="113"/>
                </a:cubicBezTo>
                <a:cubicBezTo>
                  <a:pt x="45" y="116"/>
                  <a:pt x="45" y="116"/>
                  <a:pt x="45" y="116"/>
                </a:cubicBezTo>
                <a:cubicBezTo>
                  <a:pt x="45" y="120"/>
                  <a:pt x="41" y="124"/>
                  <a:pt x="37" y="124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28" y="124"/>
                  <a:pt x="24" y="120"/>
                  <a:pt x="24" y="116"/>
                </a:cubicBezTo>
                <a:cubicBezTo>
                  <a:pt x="24" y="106"/>
                  <a:pt x="24" y="106"/>
                  <a:pt x="24" y="106"/>
                </a:cubicBezTo>
                <a:cubicBezTo>
                  <a:pt x="20" y="104"/>
                  <a:pt x="15" y="101"/>
                  <a:pt x="10" y="98"/>
                </a:cubicBezTo>
                <a:cubicBezTo>
                  <a:pt x="8" y="96"/>
                  <a:pt x="6" y="93"/>
                  <a:pt x="4" y="90"/>
                </a:cubicBezTo>
                <a:cubicBezTo>
                  <a:pt x="4" y="132"/>
                  <a:pt x="4" y="132"/>
                  <a:pt x="4" y="132"/>
                </a:cubicBezTo>
                <a:cubicBezTo>
                  <a:pt x="4" y="139"/>
                  <a:pt x="9" y="145"/>
                  <a:pt x="16" y="145"/>
                </a:cubicBezTo>
                <a:cubicBezTo>
                  <a:pt x="115" y="145"/>
                  <a:pt x="115" y="145"/>
                  <a:pt x="115" y="145"/>
                </a:cubicBezTo>
                <a:cubicBezTo>
                  <a:pt x="122" y="145"/>
                  <a:pt x="127" y="139"/>
                  <a:pt x="127" y="132"/>
                </a:cubicBezTo>
                <a:cubicBezTo>
                  <a:pt x="127" y="90"/>
                  <a:pt x="127" y="90"/>
                  <a:pt x="127" y="90"/>
                </a:cubicBezTo>
                <a:cubicBezTo>
                  <a:pt x="125" y="93"/>
                  <a:pt x="123" y="96"/>
                  <a:pt x="120" y="98"/>
                </a:cubicBezTo>
                <a:cubicBezTo>
                  <a:pt x="116" y="101"/>
                  <a:pt x="111" y="104"/>
                  <a:pt x="107" y="106"/>
                </a:cubicBezTo>
                <a:close/>
                <a:moveTo>
                  <a:pt x="37" y="116"/>
                </a:moveTo>
                <a:cubicBezTo>
                  <a:pt x="39" y="116"/>
                  <a:pt x="41" y="114"/>
                  <a:pt x="41" y="112"/>
                </a:cubicBezTo>
                <a:cubicBezTo>
                  <a:pt x="41" y="104"/>
                  <a:pt x="41" y="104"/>
                  <a:pt x="41" y="104"/>
                </a:cubicBezTo>
                <a:cubicBezTo>
                  <a:pt x="41" y="101"/>
                  <a:pt x="39" y="99"/>
                  <a:pt x="37" y="99"/>
                </a:cubicBezTo>
                <a:cubicBezTo>
                  <a:pt x="33" y="99"/>
                  <a:pt x="33" y="99"/>
                  <a:pt x="33" y="99"/>
                </a:cubicBezTo>
                <a:cubicBezTo>
                  <a:pt x="30" y="99"/>
                  <a:pt x="28" y="101"/>
                  <a:pt x="28" y="104"/>
                </a:cubicBezTo>
                <a:cubicBezTo>
                  <a:pt x="28" y="112"/>
                  <a:pt x="28" y="112"/>
                  <a:pt x="28" y="112"/>
                </a:cubicBezTo>
                <a:cubicBezTo>
                  <a:pt x="28" y="114"/>
                  <a:pt x="30" y="116"/>
                  <a:pt x="33" y="116"/>
                </a:cubicBezTo>
                <a:lnTo>
                  <a:pt x="37" y="116"/>
                </a:lnTo>
                <a:close/>
                <a:moveTo>
                  <a:pt x="98" y="116"/>
                </a:moveTo>
                <a:cubicBezTo>
                  <a:pt x="101" y="116"/>
                  <a:pt x="102" y="114"/>
                  <a:pt x="102" y="112"/>
                </a:cubicBezTo>
                <a:cubicBezTo>
                  <a:pt x="102" y="104"/>
                  <a:pt x="102" y="104"/>
                  <a:pt x="102" y="104"/>
                </a:cubicBezTo>
                <a:cubicBezTo>
                  <a:pt x="102" y="101"/>
                  <a:pt x="101" y="99"/>
                  <a:pt x="98" y="99"/>
                </a:cubicBezTo>
                <a:cubicBezTo>
                  <a:pt x="94" y="99"/>
                  <a:pt x="94" y="99"/>
                  <a:pt x="94" y="99"/>
                </a:cubicBezTo>
                <a:cubicBezTo>
                  <a:pt x="92" y="99"/>
                  <a:pt x="90" y="101"/>
                  <a:pt x="90" y="104"/>
                </a:cubicBezTo>
                <a:cubicBezTo>
                  <a:pt x="90" y="112"/>
                  <a:pt x="90" y="112"/>
                  <a:pt x="90" y="112"/>
                </a:cubicBezTo>
                <a:cubicBezTo>
                  <a:pt x="90" y="114"/>
                  <a:pt x="92" y="116"/>
                  <a:pt x="94" y="116"/>
                </a:cubicBezTo>
                <a:lnTo>
                  <a:pt x="98" y="116"/>
                </a:lnTo>
                <a:close/>
                <a:moveTo>
                  <a:pt x="119" y="38"/>
                </a:moveTo>
                <a:cubicBezTo>
                  <a:pt x="98" y="38"/>
                  <a:pt x="98" y="38"/>
                  <a:pt x="98" y="38"/>
                </a:cubicBezTo>
                <a:cubicBezTo>
                  <a:pt x="94" y="0"/>
                  <a:pt x="37" y="0"/>
                  <a:pt x="33" y="38"/>
                </a:cubicBezTo>
                <a:cubicBezTo>
                  <a:pt x="12" y="38"/>
                  <a:pt x="12" y="38"/>
                  <a:pt x="12" y="38"/>
                </a:cubicBezTo>
                <a:cubicBezTo>
                  <a:pt x="5" y="38"/>
                  <a:pt x="0" y="43"/>
                  <a:pt x="0" y="50"/>
                </a:cubicBezTo>
                <a:cubicBezTo>
                  <a:pt x="0" y="62"/>
                  <a:pt x="0" y="56"/>
                  <a:pt x="0" y="69"/>
                </a:cubicBezTo>
                <a:cubicBezTo>
                  <a:pt x="0" y="75"/>
                  <a:pt x="4" y="85"/>
                  <a:pt x="10" y="90"/>
                </a:cubicBezTo>
                <a:cubicBezTo>
                  <a:pt x="15" y="94"/>
                  <a:pt x="20" y="97"/>
                  <a:pt x="26" y="99"/>
                </a:cubicBezTo>
                <a:cubicBezTo>
                  <a:pt x="27" y="97"/>
                  <a:pt x="30" y="95"/>
                  <a:pt x="33" y="95"/>
                </a:cubicBezTo>
                <a:cubicBezTo>
                  <a:pt x="37" y="95"/>
                  <a:pt x="37" y="95"/>
                  <a:pt x="37" y="95"/>
                </a:cubicBezTo>
                <a:cubicBezTo>
                  <a:pt x="41" y="95"/>
                  <a:pt x="45" y="99"/>
                  <a:pt x="45" y="104"/>
                </a:cubicBezTo>
                <a:cubicBezTo>
                  <a:pt x="45" y="106"/>
                  <a:pt x="45" y="106"/>
                  <a:pt x="45" y="106"/>
                </a:cubicBezTo>
                <a:cubicBezTo>
                  <a:pt x="58" y="109"/>
                  <a:pt x="72" y="109"/>
                  <a:pt x="86" y="106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6" y="99"/>
                  <a:pt x="90" y="95"/>
                  <a:pt x="94" y="95"/>
                </a:cubicBezTo>
                <a:cubicBezTo>
                  <a:pt x="98" y="95"/>
                  <a:pt x="98" y="95"/>
                  <a:pt x="98" y="95"/>
                </a:cubicBezTo>
                <a:cubicBezTo>
                  <a:pt x="101" y="95"/>
                  <a:pt x="104" y="97"/>
                  <a:pt x="105" y="99"/>
                </a:cubicBezTo>
                <a:cubicBezTo>
                  <a:pt x="110" y="97"/>
                  <a:pt x="116" y="94"/>
                  <a:pt x="120" y="90"/>
                </a:cubicBezTo>
                <a:cubicBezTo>
                  <a:pt x="127" y="85"/>
                  <a:pt x="131" y="75"/>
                  <a:pt x="131" y="69"/>
                </a:cubicBezTo>
                <a:cubicBezTo>
                  <a:pt x="131" y="56"/>
                  <a:pt x="131" y="62"/>
                  <a:pt x="131" y="50"/>
                </a:cubicBezTo>
                <a:cubicBezTo>
                  <a:pt x="131" y="43"/>
                  <a:pt x="126" y="38"/>
                  <a:pt x="119" y="38"/>
                </a:cubicBezTo>
                <a:close/>
                <a:moveTo>
                  <a:pt x="46" y="38"/>
                </a:moveTo>
                <a:cubicBezTo>
                  <a:pt x="50" y="16"/>
                  <a:pt x="81" y="16"/>
                  <a:pt x="85" y="38"/>
                </a:cubicBezTo>
                <a:lnTo>
                  <a:pt x="46" y="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9" name="Freeform 22"/>
          <p:cNvSpPr>
            <a:spLocks noEditPoints="1"/>
          </p:cNvSpPr>
          <p:nvPr/>
        </p:nvSpPr>
        <p:spPr bwMode="auto">
          <a:xfrm>
            <a:off x="8684605" y="2254439"/>
            <a:ext cx="464787" cy="348591"/>
          </a:xfrm>
          <a:custGeom>
            <a:avLst/>
            <a:gdLst>
              <a:gd name="T0" fmla="*/ 107 w 136"/>
              <a:gd name="T1" fmla="*/ 18 h 102"/>
              <a:gd name="T2" fmla="*/ 115 w 136"/>
              <a:gd name="T3" fmla="*/ 20 h 102"/>
              <a:gd name="T4" fmla="*/ 119 w 136"/>
              <a:gd name="T5" fmla="*/ 4 h 102"/>
              <a:gd name="T6" fmla="*/ 105 w 136"/>
              <a:gd name="T7" fmla="*/ 0 h 102"/>
              <a:gd name="T8" fmla="*/ 34 w 136"/>
              <a:gd name="T9" fmla="*/ 61 h 102"/>
              <a:gd name="T10" fmla="*/ 117 w 136"/>
              <a:gd name="T11" fmla="*/ 102 h 102"/>
              <a:gd name="T12" fmla="*/ 34 w 136"/>
              <a:gd name="T13" fmla="*/ 61 h 102"/>
              <a:gd name="T14" fmla="*/ 0 w 136"/>
              <a:gd name="T15" fmla="*/ 65 h 102"/>
              <a:gd name="T16" fmla="*/ 4 w 136"/>
              <a:gd name="T17" fmla="*/ 102 h 102"/>
              <a:gd name="T18" fmla="*/ 10 w 136"/>
              <a:gd name="T19" fmla="*/ 61 h 102"/>
              <a:gd name="T20" fmla="*/ 131 w 136"/>
              <a:gd name="T21" fmla="*/ 61 h 102"/>
              <a:gd name="T22" fmla="*/ 121 w 136"/>
              <a:gd name="T23" fmla="*/ 102 h 102"/>
              <a:gd name="T24" fmla="*/ 136 w 136"/>
              <a:gd name="T25" fmla="*/ 98 h 102"/>
              <a:gd name="T26" fmla="*/ 131 w 136"/>
              <a:gd name="T27" fmla="*/ 61 h 102"/>
              <a:gd name="T28" fmla="*/ 22 w 136"/>
              <a:gd name="T29" fmla="*/ 102 h 102"/>
              <a:gd name="T30" fmla="*/ 30 w 136"/>
              <a:gd name="T31" fmla="*/ 61 h 102"/>
              <a:gd name="T32" fmla="*/ 127 w 136"/>
              <a:gd name="T33" fmla="*/ 49 h 102"/>
              <a:gd name="T34" fmla="*/ 123 w 136"/>
              <a:gd name="T35" fmla="*/ 28 h 102"/>
              <a:gd name="T36" fmla="*/ 8 w 136"/>
              <a:gd name="T37" fmla="*/ 33 h 102"/>
              <a:gd name="T38" fmla="*/ 12 w 136"/>
              <a:gd name="T39" fmla="*/ 53 h 102"/>
              <a:gd name="T40" fmla="*/ 127 w 136"/>
              <a:gd name="T41" fmla="*/ 49 h 102"/>
              <a:gd name="T42" fmla="*/ 33 w 136"/>
              <a:gd name="T43" fmla="*/ 35 h 102"/>
              <a:gd name="T44" fmla="*/ 29 w 136"/>
              <a:gd name="T45" fmla="*/ 35 h 102"/>
              <a:gd name="T46" fmla="*/ 24 w 136"/>
              <a:gd name="T47" fmla="*/ 47 h 102"/>
              <a:gd name="T48" fmla="*/ 20 w 136"/>
              <a:gd name="T49" fmla="*/ 47 h 102"/>
              <a:gd name="T50" fmla="*/ 22 w 136"/>
              <a:gd name="T51" fmla="*/ 33 h 102"/>
              <a:gd name="T52" fmla="*/ 24 w 136"/>
              <a:gd name="T53" fmla="*/ 47 h 102"/>
              <a:gd name="T54" fmla="*/ 29 w 136"/>
              <a:gd name="T55" fmla="*/ 43 h 102"/>
              <a:gd name="T56" fmla="*/ 33 w 136"/>
              <a:gd name="T57" fmla="*/ 43 h 102"/>
              <a:gd name="T58" fmla="*/ 35 w 136"/>
              <a:gd name="T59" fmla="*/ 49 h 102"/>
              <a:gd name="T60" fmla="*/ 35 w 136"/>
              <a:gd name="T61" fmla="*/ 45 h 102"/>
              <a:gd name="T62" fmla="*/ 35 w 136"/>
              <a:gd name="T63" fmla="*/ 49 h 102"/>
              <a:gd name="T64" fmla="*/ 33 w 136"/>
              <a:gd name="T65" fmla="*/ 39 h 102"/>
              <a:gd name="T66" fmla="*/ 37 w 136"/>
              <a:gd name="T67" fmla="*/ 39 h 102"/>
              <a:gd name="T68" fmla="*/ 119 w 136"/>
              <a:gd name="T69" fmla="*/ 45 h 102"/>
              <a:gd name="T70" fmla="*/ 111 w 136"/>
              <a:gd name="T71" fmla="*/ 45 h 102"/>
              <a:gd name="T72" fmla="*/ 115 w 136"/>
              <a:gd name="T73" fmla="*/ 33 h 102"/>
              <a:gd name="T74" fmla="*/ 119 w 136"/>
              <a:gd name="T75" fmla="*/ 45 h 102"/>
              <a:gd name="T76" fmla="*/ 105 w 136"/>
              <a:gd name="T77" fmla="*/ 20 h 102"/>
              <a:gd name="T78" fmla="*/ 103 w 136"/>
              <a:gd name="T79" fmla="*/ 2 h 102"/>
              <a:gd name="T80" fmla="*/ 20 w 136"/>
              <a:gd name="T81" fmla="*/ 0 h 102"/>
              <a:gd name="T82" fmla="*/ 16 w 136"/>
              <a:gd name="T83" fmla="*/ 16 h 102"/>
              <a:gd name="T84" fmla="*/ 82 w 136"/>
              <a:gd name="T85" fmla="*/ 4 h 102"/>
              <a:gd name="T86" fmla="*/ 99 w 136"/>
              <a:gd name="T87" fmla="*/ 16 h 102"/>
              <a:gd name="T88" fmla="*/ 82 w 136"/>
              <a:gd name="T89" fmla="*/ 4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6" h="102">
                <a:moveTo>
                  <a:pt x="107" y="2"/>
                </a:moveTo>
                <a:cubicBezTo>
                  <a:pt x="109" y="7"/>
                  <a:pt x="109" y="13"/>
                  <a:pt x="107" y="18"/>
                </a:cubicBezTo>
                <a:cubicBezTo>
                  <a:pt x="107" y="19"/>
                  <a:pt x="106" y="20"/>
                  <a:pt x="105" y="20"/>
                </a:cubicBezTo>
                <a:cubicBezTo>
                  <a:pt x="115" y="20"/>
                  <a:pt x="115" y="20"/>
                  <a:pt x="115" y="20"/>
                </a:cubicBezTo>
                <a:cubicBezTo>
                  <a:pt x="117" y="20"/>
                  <a:pt x="119" y="18"/>
                  <a:pt x="119" y="16"/>
                </a:cubicBezTo>
                <a:cubicBezTo>
                  <a:pt x="119" y="4"/>
                  <a:pt x="119" y="4"/>
                  <a:pt x="119" y="4"/>
                </a:cubicBezTo>
                <a:cubicBezTo>
                  <a:pt x="119" y="1"/>
                  <a:pt x="117" y="0"/>
                  <a:pt x="115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06" y="0"/>
                  <a:pt x="107" y="1"/>
                  <a:pt x="107" y="2"/>
                </a:cubicBezTo>
                <a:close/>
                <a:moveTo>
                  <a:pt x="34" y="61"/>
                </a:moveTo>
                <a:cubicBezTo>
                  <a:pt x="32" y="75"/>
                  <a:pt x="32" y="89"/>
                  <a:pt x="34" y="102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21" y="93"/>
                  <a:pt x="121" y="70"/>
                  <a:pt x="117" y="61"/>
                </a:cubicBezTo>
                <a:lnTo>
                  <a:pt x="34" y="61"/>
                </a:lnTo>
                <a:close/>
                <a:moveTo>
                  <a:pt x="4" y="61"/>
                </a:moveTo>
                <a:cubicBezTo>
                  <a:pt x="2" y="61"/>
                  <a:pt x="0" y="63"/>
                  <a:pt x="0" y="65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01"/>
                  <a:pt x="2" y="102"/>
                  <a:pt x="4" y="102"/>
                </a:cubicBezTo>
                <a:cubicBezTo>
                  <a:pt x="10" y="102"/>
                  <a:pt x="10" y="102"/>
                  <a:pt x="10" y="102"/>
                </a:cubicBezTo>
                <a:cubicBezTo>
                  <a:pt x="8" y="98"/>
                  <a:pt x="8" y="66"/>
                  <a:pt x="10" y="61"/>
                </a:cubicBezTo>
                <a:lnTo>
                  <a:pt x="4" y="61"/>
                </a:lnTo>
                <a:close/>
                <a:moveTo>
                  <a:pt x="131" y="61"/>
                </a:moveTo>
                <a:cubicBezTo>
                  <a:pt x="121" y="61"/>
                  <a:pt x="121" y="61"/>
                  <a:pt x="121" y="61"/>
                </a:cubicBezTo>
                <a:cubicBezTo>
                  <a:pt x="125" y="70"/>
                  <a:pt x="124" y="95"/>
                  <a:pt x="121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4" y="102"/>
                  <a:pt x="136" y="101"/>
                  <a:pt x="136" y="98"/>
                </a:cubicBezTo>
                <a:cubicBezTo>
                  <a:pt x="136" y="65"/>
                  <a:pt x="136" y="65"/>
                  <a:pt x="136" y="65"/>
                </a:cubicBezTo>
                <a:cubicBezTo>
                  <a:pt x="136" y="63"/>
                  <a:pt x="134" y="61"/>
                  <a:pt x="131" y="61"/>
                </a:cubicBezTo>
                <a:close/>
                <a:moveTo>
                  <a:pt x="22" y="61"/>
                </a:moveTo>
                <a:cubicBezTo>
                  <a:pt x="19" y="69"/>
                  <a:pt x="19" y="95"/>
                  <a:pt x="22" y="102"/>
                </a:cubicBezTo>
                <a:cubicBezTo>
                  <a:pt x="30" y="102"/>
                  <a:pt x="30" y="102"/>
                  <a:pt x="30" y="102"/>
                </a:cubicBezTo>
                <a:cubicBezTo>
                  <a:pt x="28" y="89"/>
                  <a:pt x="28" y="75"/>
                  <a:pt x="30" y="61"/>
                </a:cubicBezTo>
                <a:lnTo>
                  <a:pt x="22" y="61"/>
                </a:lnTo>
                <a:close/>
                <a:moveTo>
                  <a:pt x="127" y="49"/>
                </a:moveTo>
                <a:cubicBezTo>
                  <a:pt x="127" y="33"/>
                  <a:pt x="127" y="33"/>
                  <a:pt x="127" y="33"/>
                </a:cubicBezTo>
                <a:cubicBezTo>
                  <a:pt x="127" y="30"/>
                  <a:pt x="125" y="28"/>
                  <a:pt x="123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0" y="28"/>
                  <a:pt x="8" y="30"/>
                  <a:pt x="8" y="33"/>
                </a:cubicBezTo>
                <a:cubicBezTo>
                  <a:pt x="8" y="49"/>
                  <a:pt x="8" y="49"/>
                  <a:pt x="8" y="49"/>
                </a:cubicBezTo>
                <a:cubicBezTo>
                  <a:pt x="8" y="51"/>
                  <a:pt x="10" y="53"/>
                  <a:pt x="12" y="53"/>
                </a:cubicBezTo>
                <a:cubicBezTo>
                  <a:pt x="123" y="53"/>
                  <a:pt x="123" y="53"/>
                  <a:pt x="123" y="53"/>
                </a:cubicBezTo>
                <a:cubicBezTo>
                  <a:pt x="125" y="53"/>
                  <a:pt x="127" y="51"/>
                  <a:pt x="127" y="49"/>
                </a:cubicBezTo>
                <a:close/>
                <a:moveTo>
                  <a:pt x="31" y="33"/>
                </a:moveTo>
                <a:cubicBezTo>
                  <a:pt x="32" y="33"/>
                  <a:pt x="33" y="33"/>
                  <a:pt x="33" y="35"/>
                </a:cubicBezTo>
                <a:cubicBezTo>
                  <a:pt x="33" y="36"/>
                  <a:pt x="32" y="37"/>
                  <a:pt x="31" y="37"/>
                </a:cubicBezTo>
                <a:cubicBezTo>
                  <a:pt x="29" y="37"/>
                  <a:pt x="29" y="36"/>
                  <a:pt x="29" y="35"/>
                </a:cubicBezTo>
                <a:cubicBezTo>
                  <a:pt x="29" y="33"/>
                  <a:pt x="29" y="33"/>
                  <a:pt x="31" y="33"/>
                </a:cubicBezTo>
                <a:close/>
                <a:moveTo>
                  <a:pt x="24" y="47"/>
                </a:moveTo>
                <a:cubicBezTo>
                  <a:pt x="24" y="48"/>
                  <a:pt x="24" y="49"/>
                  <a:pt x="22" y="49"/>
                </a:cubicBezTo>
                <a:cubicBezTo>
                  <a:pt x="21" y="49"/>
                  <a:pt x="20" y="48"/>
                  <a:pt x="20" y="47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33"/>
                  <a:pt x="21" y="33"/>
                  <a:pt x="22" y="33"/>
                </a:cubicBezTo>
                <a:cubicBezTo>
                  <a:pt x="24" y="33"/>
                  <a:pt x="24" y="33"/>
                  <a:pt x="24" y="35"/>
                </a:cubicBezTo>
                <a:lnTo>
                  <a:pt x="24" y="47"/>
                </a:lnTo>
                <a:close/>
                <a:moveTo>
                  <a:pt x="31" y="45"/>
                </a:moveTo>
                <a:cubicBezTo>
                  <a:pt x="29" y="45"/>
                  <a:pt x="29" y="44"/>
                  <a:pt x="29" y="43"/>
                </a:cubicBezTo>
                <a:cubicBezTo>
                  <a:pt x="29" y="42"/>
                  <a:pt x="29" y="41"/>
                  <a:pt x="31" y="41"/>
                </a:cubicBezTo>
                <a:cubicBezTo>
                  <a:pt x="32" y="41"/>
                  <a:pt x="33" y="42"/>
                  <a:pt x="33" y="43"/>
                </a:cubicBezTo>
                <a:cubicBezTo>
                  <a:pt x="33" y="44"/>
                  <a:pt x="32" y="45"/>
                  <a:pt x="31" y="45"/>
                </a:cubicBezTo>
                <a:close/>
                <a:moveTo>
                  <a:pt x="35" y="49"/>
                </a:moveTo>
                <a:cubicBezTo>
                  <a:pt x="34" y="49"/>
                  <a:pt x="33" y="48"/>
                  <a:pt x="33" y="47"/>
                </a:cubicBezTo>
                <a:cubicBezTo>
                  <a:pt x="33" y="46"/>
                  <a:pt x="34" y="45"/>
                  <a:pt x="35" y="45"/>
                </a:cubicBezTo>
                <a:cubicBezTo>
                  <a:pt x="36" y="45"/>
                  <a:pt x="37" y="46"/>
                  <a:pt x="37" y="47"/>
                </a:cubicBezTo>
                <a:cubicBezTo>
                  <a:pt x="37" y="48"/>
                  <a:pt x="36" y="49"/>
                  <a:pt x="35" y="49"/>
                </a:cubicBezTo>
                <a:close/>
                <a:moveTo>
                  <a:pt x="35" y="41"/>
                </a:moveTo>
                <a:cubicBezTo>
                  <a:pt x="34" y="41"/>
                  <a:pt x="33" y="40"/>
                  <a:pt x="33" y="39"/>
                </a:cubicBezTo>
                <a:cubicBezTo>
                  <a:pt x="33" y="38"/>
                  <a:pt x="34" y="37"/>
                  <a:pt x="35" y="37"/>
                </a:cubicBezTo>
                <a:cubicBezTo>
                  <a:pt x="36" y="37"/>
                  <a:pt x="37" y="38"/>
                  <a:pt x="37" y="39"/>
                </a:cubicBezTo>
                <a:cubicBezTo>
                  <a:pt x="37" y="40"/>
                  <a:pt x="36" y="41"/>
                  <a:pt x="35" y="41"/>
                </a:cubicBezTo>
                <a:close/>
                <a:moveTo>
                  <a:pt x="119" y="45"/>
                </a:moveTo>
                <a:cubicBezTo>
                  <a:pt x="119" y="47"/>
                  <a:pt x="117" y="49"/>
                  <a:pt x="115" y="49"/>
                </a:cubicBezTo>
                <a:cubicBezTo>
                  <a:pt x="113" y="49"/>
                  <a:pt x="111" y="47"/>
                  <a:pt x="111" y="45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111" y="34"/>
                  <a:pt x="113" y="33"/>
                  <a:pt x="115" y="33"/>
                </a:cubicBezTo>
                <a:cubicBezTo>
                  <a:pt x="117" y="33"/>
                  <a:pt x="119" y="34"/>
                  <a:pt x="119" y="37"/>
                </a:cubicBezTo>
                <a:lnTo>
                  <a:pt x="119" y="45"/>
                </a:lnTo>
                <a:close/>
                <a:moveTo>
                  <a:pt x="20" y="20"/>
                </a:moveTo>
                <a:cubicBezTo>
                  <a:pt x="105" y="20"/>
                  <a:pt x="105" y="20"/>
                  <a:pt x="105" y="20"/>
                </a:cubicBezTo>
                <a:cubicBezTo>
                  <a:pt x="104" y="20"/>
                  <a:pt x="103" y="19"/>
                  <a:pt x="103" y="18"/>
                </a:cubicBezTo>
                <a:cubicBezTo>
                  <a:pt x="105" y="13"/>
                  <a:pt x="105" y="7"/>
                  <a:pt x="103" y="2"/>
                </a:cubicBezTo>
                <a:cubicBezTo>
                  <a:pt x="103" y="1"/>
                  <a:pt x="104" y="0"/>
                  <a:pt x="10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8" y="0"/>
                  <a:pt x="16" y="1"/>
                  <a:pt x="16" y="4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8"/>
                  <a:pt x="18" y="20"/>
                  <a:pt x="20" y="20"/>
                </a:cubicBezTo>
                <a:close/>
                <a:moveTo>
                  <a:pt x="82" y="4"/>
                </a:moveTo>
                <a:cubicBezTo>
                  <a:pt x="99" y="4"/>
                  <a:pt x="99" y="4"/>
                  <a:pt x="99" y="4"/>
                </a:cubicBezTo>
                <a:cubicBezTo>
                  <a:pt x="99" y="16"/>
                  <a:pt x="99" y="16"/>
                  <a:pt x="99" y="16"/>
                </a:cubicBezTo>
                <a:cubicBezTo>
                  <a:pt x="82" y="16"/>
                  <a:pt x="82" y="16"/>
                  <a:pt x="82" y="16"/>
                </a:cubicBezTo>
                <a:lnTo>
                  <a:pt x="82" y="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0" name="Freeform 23"/>
          <p:cNvSpPr>
            <a:spLocks noEditPoints="1"/>
          </p:cNvSpPr>
          <p:nvPr/>
        </p:nvSpPr>
        <p:spPr bwMode="auto">
          <a:xfrm>
            <a:off x="9776856" y="2182138"/>
            <a:ext cx="521594" cy="467370"/>
          </a:xfrm>
          <a:custGeom>
            <a:avLst/>
            <a:gdLst>
              <a:gd name="T0" fmla="*/ 13 w 152"/>
              <a:gd name="T1" fmla="*/ 48 h 137"/>
              <a:gd name="T2" fmla="*/ 8 w 152"/>
              <a:gd name="T3" fmla="*/ 62 h 137"/>
              <a:gd name="T4" fmla="*/ 25 w 152"/>
              <a:gd name="T5" fmla="*/ 60 h 137"/>
              <a:gd name="T6" fmla="*/ 30 w 152"/>
              <a:gd name="T7" fmla="*/ 54 h 137"/>
              <a:gd name="T8" fmla="*/ 23 w 152"/>
              <a:gd name="T9" fmla="*/ 78 h 137"/>
              <a:gd name="T10" fmla="*/ 7 w 152"/>
              <a:gd name="T11" fmla="*/ 72 h 137"/>
              <a:gd name="T12" fmla="*/ 3 w 152"/>
              <a:gd name="T13" fmla="*/ 134 h 137"/>
              <a:gd name="T14" fmla="*/ 21 w 152"/>
              <a:gd name="T15" fmla="*/ 133 h 137"/>
              <a:gd name="T16" fmla="*/ 20 w 152"/>
              <a:gd name="T17" fmla="*/ 126 h 137"/>
              <a:gd name="T18" fmla="*/ 1 w 152"/>
              <a:gd name="T19" fmla="*/ 122 h 137"/>
              <a:gd name="T20" fmla="*/ 20 w 152"/>
              <a:gd name="T21" fmla="*/ 122 h 137"/>
              <a:gd name="T22" fmla="*/ 27 w 152"/>
              <a:gd name="T23" fmla="*/ 75 h 137"/>
              <a:gd name="T24" fmla="*/ 8 w 152"/>
              <a:gd name="T25" fmla="*/ 62 h 137"/>
              <a:gd name="T26" fmla="*/ 7 w 152"/>
              <a:gd name="T27" fmla="*/ 72 h 137"/>
              <a:gd name="T28" fmla="*/ 8 w 152"/>
              <a:gd name="T29" fmla="*/ 62 h 137"/>
              <a:gd name="T30" fmla="*/ 29 w 152"/>
              <a:gd name="T31" fmla="*/ 64 h 137"/>
              <a:gd name="T32" fmla="*/ 27 w 152"/>
              <a:gd name="T33" fmla="*/ 75 h 137"/>
              <a:gd name="T34" fmla="*/ 127 w 152"/>
              <a:gd name="T35" fmla="*/ 44 h 137"/>
              <a:gd name="T36" fmla="*/ 127 w 152"/>
              <a:gd name="T37" fmla="*/ 36 h 137"/>
              <a:gd name="T38" fmla="*/ 110 w 152"/>
              <a:gd name="T39" fmla="*/ 37 h 137"/>
              <a:gd name="T40" fmla="*/ 109 w 152"/>
              <a:gd name="T41" fmla="*/ 52 h 137"/>
              <a:gd name="T42" fmla="*/ 127 w 152"/>
              <a:gd name="T43" fmla="*/ 44 h 137"/>
              <a:gd name="T44" fmla="*/ 67 w 152"/>
              <a:gd name="T45" fmla="*/ 101 h 137"/>
              <a:gd name="T46" fmla="*/ 99 w 152"/>
              <a:gd name="T47" fmla="*/ 19 h 137"/>
              <a:gd name="T48" fmla="*/ 67 w 152"/>
              <a:gd name="T49" fmla="*/ 105 h 137"/>
              <a:gd name="T50" fmla="*/ 99 w 152"/>
              <a:gd name="T51" fmla="*/ 114 h 137"/>
              <a:gd name="T52" fmla="*/ 67 w 152"/>
              <a:gd name="T53" fmla="*/ 105 h 137"/>
              <a:gd name="T54" fmla="*/ 70 w 152"/>
              <a:gd name="T55" fmla="*/ 0 h 137"/>
              <a:gd name="T56" fmla="*/ 67 w 152"/>
              <a:gd name="T57" fmla="*/ 14 h 137"/>
              <a:gd name="T58" fmla="*/ 99 w 152"/>
              <a:gd name="T59" fmla="*/ 4 h 137"/>
              <a:gd name="T60" fmla="*/ 67 w 152"/>
              <a:gd name="T61" fmla="*/ 126 h 137"/>
              <a:gd name="T62" fmla="*/ 70 w 152"/>
              <a:gd name="T63" fmla="*/ 136 h 137"/>
              <a:gd name="T64" fmla="*/ 99 w 152"/>
              <a:gd name="T65" fmla="*/ 132 h 137"/>
              <a:gd name="T66" fmla="*/ 67 w 152"/>
              <a:gd name="T67" fmla="*/ 126 h 137"/>
              <a:gd name="T68" fmla="*/ 41 w 152"/>
              <a:gd name="T69" fmla="*/ 17 h 137"/>
              <a:gd name="T70" fmla="*/ 38 w 152"/>
              <a:gd name="T71" fmla="*/ 132 h 137"/>
              <a:gd name="T72" fmla="*/ 55 w 152"/>
              <a:gd name="T73" fmla="*/ 136 h 137"/>
              <a:gd name="T74" fmla="*/ 58 w 152"/>
              <a:gd name="T75" fmla="*/ 21 h 137"/>
              <a:gd name="T76" fmla="*/ 53 w 152"/>
              <a:gd name="T77" fmla="*/ 123 h 137"/>
              <a:gd name="T78" fmla="*/ 41 w 152"/>
              <a:gd name="T79" fmla="*/ 121 h 137"/>
              <a:gd name="T80" fmla="*/ 53 w 152"/>
              <a:gd name="T81" fmla="*/ 119 h 137"/>
              <a:gd name="T82" fmla="*/ 53 w 152"/>
              <a:gd name="T83" fmla="*/ 123 h 137"/>
              <a:gd name="T84" fmla="*/ 45 w 152"/>
              <a:gd name="T85" fmla="*/ 33 h 137"/>
              <a:gd name="T86" fmla="*/ 45 w 152"/>
              <a:gd name="T87" fmla="*/ 25 h 137"/>
              <a:gd name="T88" fmla="*/ 55 w 152"/>
              <a:gd name="T89" fmla="*/ 29 h 137"/>
              <a:gd name="T90" fmla="*/ 129 w 152"/>
              <a:gd name="T91" fmla="*/ 46 h 137"/>
              <a:gd name="T92" fmla="*/ 112 w 152"/>
              <a:gd name="T93" fmla="*/ 52 h 137"/>
              <a:gd name="T94" fmla="*/ 131 w 152"/>
              <a:gd name="T95" fmla="*/ 133 h 137"/>
              <a:gd name="T96" fmla="*/ 148 w 152"/>
              <a:gd name="T97" fmla="*/ 133 h 137"/>
              <a:gd name="T98" fmla="*/ 129 w 152"/>
              <a:gd name="T99" fmla="*/ 46 h 137"/>
              <a:gd name="T100" fmla="*/ 115 w 152"/>
              <a:gd name="T101" fmla="*/ 56 h 137"/>
              <a:gd name="T102" fmla="*/ 131 w 152"/>
              <a:gd name="T103" fmla="*/ 69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2" h="137">
                <a:moveTo>
                  <a:pt x="27" y="50"/>
                </a:moveTo>
                <a:cubicBezTo>
                  <a:pt x="13" y="48"/>
                  <a:pt x="13" y="48"/>
                  <a:pt x="13" y="48"/>
                </a:cubicBezTo>
                <a:cubicBezTo>
                  <a:pt x="11" y="48"/>
                  <a:pt x="9" y="50"/>
                  <a:pt x="9" y="5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0"/>
                  <a:pt x="10" y="59"/>
                  <a:pt x="12" y="59"/>
                </a:cubicBezTo>
                <a:cubicBezTo>
                  <a:pt x="25" y="60"/>
                  <a:pt x="25" y="60"/>
                  <a:pt x="25" y="60"/>
                </a:cubicBezTo>
                <a:cubicBezTo>
                  <a:pt x="27" y="61"/>
                  <a:pt x="29" y="62"/>
                  <a:pt x="29" y="6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2"/>
                  <a:pt x="29" y="50"/>
                  <a:pt x="27" y="50"/>
                </a:cubicBezTo>
                <a:close/>
                <a:moveTo>
                  <a:pt x="23" y="78"/>
                </a:moveTo>
                <a:cubicBezTo>
                  <a:pt x="10" y="76"/>
                  <a:pt x="10" y="76"/>
                  <a:pt x="10" y="76"/>
                </a:cubicBezTo>
                <a:cubicBezTo>
                  <a:pt x="8" y="76"/>
                  <a:pt x="7" y="74"/>
                  <a:pt x="7" y="7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33"/>
                  <a:pt x="1" y="134"/>
                  <a:pt x="3" y="134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19" y="136"/>
                  <a:pt x="20" y="135"/>
                  <a:pt x="21" y="133"/>
                </a:cubicBezTo>
                <a:cubicBezTo>
                  <a:pt x="22" y="124"/>
                  <a:pt x="22" y="124"/>
                  <a:pt x="22" y="124"/>
                </a:cubicBezTo>
                <a:cubicBezTo>
                  <a:pt x="21" y="125"/>
                  <a:pt x="21" y="126"/>
                  <a:pt x="20" y="126"/>
                </a:cubicBezTo>
                <a:cubicBezTo>
                  <a:pt x="2" y="124"/>
                  <a:pt x="2" y="124"/>
                  <a:pt x="2" y="124"/>
                </a:cubicBezTo>
                <a:cubicBezTo>
                  <a:pt x="2" y="124"/>
                  <a:pt x="1" y="123"/>
                  <a:pt x="1" y="122"/>
                </a:cubicBezTo>
                <a:cubicBezTo>
                  <a:pt x="1" y="121"/>
                  <a:pt x="2" y="120"/>
                  <a:pt x="3" y="121"/>
                </a:cubicBezTo>
                <a:cubicBezTo>
                  <a:pt x="20" y="122"/>
                  <a:pt x="20" y="122"/>
                  <a:pt x="20" y="122"/>
                </a:cubicBezTo>
                <a:cubicBezTo>
                  <a:pt x="21" y="123"/>
                  <a:pt x="22" y="123"/>
                  <a:pt x="22" y="12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6"/>
                  <a:pt x="25" y="78"/>
                  <a:pt x="23" y="78"/>
                </a:cubicBezTo>
                <a:close/>
                <a:moveTo>
                  <a:pt x="8" y="62"/>
                </a:moveTo>
                <a:cubicBezTo>
                  <a:pt x="7" y="72"/>
                  <a:pt x="7" y="72"/>
                  <a:pt x="7" y="72"/>
                </a:cubicBezTo>
                <a:cubicBezTo>
                  <a:pt x="7" y="72"/>
                  <a:pt x="7" y="72"/>
                  <a:pt x="7" y="72"/>
                </a:cubicBezTo>
                <a:cubicBezTo>
                  <a:pt x="8" y="62"/>
                  <a:pt x="8" y="62"/>
                  <a:pt x="8" y="62"/>
                </a:cubicBezTo>
                <a:cubicBezTo>
                  <a:pt x="8" y="62"/>
                  <a:pt x="8" y="62"/>
                  <a:pt x="8" y="62"/>
                </a:cubicBezTo>
                <a:close/>
                <a:moveTo>
                  <a:pt x="27" y="75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7" y="75"/>
                  <a:pt x="27" y="75"/>
                  <a:pt x="27" y="75"/>
                </a:cubicBezTo>
                <a:cubicBezTo>
                  <a:pt x="27" y="75"/>
                  <a:pt x="27" y="75"/>
                  <a:pt x="27" y="75"/>
                </a:cubicBezTo>
                <a:close/>
                <a:moveTo>
                  <a:pt x="127" y="44"/>
                </a:moveTo>
                <a:cubicBezTo>
                  <a:pt x="128" y="44"/>
                  <a:pt x="129" y="45"/>
                  <a:pt x="129" y="46"/>
                </a:cubicBezTo>
                <a:cubicBezTo>
                  <a:pt x="127" y="36"/>
                  <a:pt x="127" y="36"/>
                  <a:pt x="127" y="36"/>
                </a:cubicBezTo>
                <a:cubicBezTo>
                  <a:pt x="126" y="34"/>
                  <a:pt x="124" y="33"/>
                  <a:pt x="122" y="33"/>
                </a:cubicBezTo>
                <a:cubicBezTo>
                  <a:pt x="110" y="37"/>
                  <a:pt x="110" y="37"/>
                  <a:pt x="110" y="37"/>
                </a:cubicBezTo>
                <a:cubicBezTo>
                  <a:pt x="108" y="37"/>
                  <a:pt x="106" y="39"/>
                  <a:pt x="107" y="42"/>
                </a:cubicBez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10" y="49"/>
                  <a:pt x="111" y="48"/>
                </a:cubicBezTo>
                <a:cubicBezTo>
                  <a:pt x="116" y="46"/>
                  <a:pt x="121" y="44"/>
                  <a:pt x="127" y="44"/>
                </a:cubicBezTo>
                <a:close/>
                <a:moveTo>
                  <a:pt x="67" y="19"/>
                </a:moveTo>
                <a:cubicBezTo>
                  <a:pt x="67" y="101"/>
                  <a:pt x="67" y="101"/>
                  <a:pt x="67" y="101"/>
                </a:cubicBezTo>
                <a:cubicBezTo>
                  <a:pt x="77" y="104"/>
                  <a:pt x="89" y="104"/>
                  <a:pt x="99" y="101"/>
                </a:cubicBezTo>
                <a:cubicBezTo>
                  <a:pt x="99" y="19"/>
                  <a:pt x="99" y="19"/>
                  <a:pt x="99" y="19"/>
                </a:cubicBezTo>
                <a:cubicBezTo>
                  <a:pt x="92" y="15"/>
                  <a:pt x="74" y="15"/>
                  <a:pt x="67" y="19"/>
                </a:cubicBezTo>
                <a:close/>
                <a:moveTo>
                  <a:pt x="67" y="105"/>
                </a:moveTo>
                <a:cubicBezTo>
                  <a:pt x="67" y="114"/>
                  <a:pt x="67" y="114"/>
                  <a:pt x="67" y="114"/>
                </a:cubicBezTo>
                <a:cubicBezTo>
                  <a:pt x="73" y="117"/>
                  <a:pt x="93" y="117"/>
                  <a:pt x="99" y="114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89" y="108"/>
                  <a:pt x="77" y="108"/>
                  <a:pt x="67" y="105"/>
                </a:cubicBezTo>
                <a:close/>
                <a:moveTo>
                  <a:pt x="96" y="0"/>
                </a:move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7" y="2"/>
                  <a:pt x="67" y="4"/>
                </a:cubicBezTo>
                <a:cubicBezTo>
                  <a:pt x="67" y="14"/>
                  <a:pt x="67" y="14"/>
                  <a:pt x="67" y="14"/>
                </a:cubicBezTo>
                <a:cubicBezTo>
                  <a:pt x="73" y="11"/>
                  <a:pt x="93" y="11"/>
                  <a:pt x="99" y="14"/>
                </a:cubicBezTo>
                <a:cubicBezTo>
                  <a:pt x="99" y="4"/>
                  <a:pt x="99" y="4"/>
                  <a:pt x="99" y="4"/>
                </a:cubicBezTo>
                <a:cubicBezTo>
                  <a:pt x="99" y="2"/>
                  <a:pt x="98" y="0"/>
                  <a:pt x="96" y="0"/>
                </a:cubicBezTo>
                <a:close/>
                <a:moveTo>
                  <a:pt x="67" y="126"/>
                </a:moveTo>
                <a:cubicBezTo>
                  <a:pt x="67" y="132"/>
                  <a:pt x="67" y="132"/>
                  <a:pt x="67" y="132"/>
                </a:cubicBezTo>
                <a:cubicBezTo>
                  <a:pt x="67" y="134"/>
                  <a:pt x="68" y="136"/>
                  <a:pt x="70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8" y="136"/>
                  <a:pt x="99" y="134"/>
                  <a:pt x="99" y="132"/>
                </a:cubicBezTo>
                <a:cubicBezTo>
                  <a:pt x="99" y="126"/>
                  <a:pt x="99" y="126"/>
                  <a:pt x="99" y="126"/>
                </a:cubicBezTo>
                <a:cubicBezTo>
                  <a:pt x="96" y="128"/>
                  <a:pt x="70" y="128"/>
                  <a:pt x="67" y="126"/>
                </a:cubicBezTo>
                <a:close/>
                <a:moveTo>
                  <a:pt x="55" y="17"/>
                </a:moveTo>
                <a:cubicBezTo>
                  <a:pt x="41" y="17"/>
                  <a:pt x="41" y="17"/>
                  <a:pt x="41" y="17"/>
                </a:cubicBezTo>
                <a:cubicBezTo>
                  <a:pt x="39" y="17"/>
                  <a:pt x="38" y="18"/>
                  <a:pt x="38" y="2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4"/>
                  <a:pt x="39" y="136"/>
                  <a:pt x="41" y="136"/>
                </a:cubicBezTo>
                <a:cubicBezTo>
                  <a:pt x="55" y="136"/>
                  <a:pt x="55" y="136"/>
                  <a:pt x="55" y="136"/>
                </a:cubicBezTo>
                <a:cubicBezTo>
                  <a:pt x="57" y="136"/>
                  <a:pt x="58" y="134"/>
                  <a:pt x="58" y="132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18"/>
                  <a:pt x="57" y="17"/>
                  <a:pt x="55" y="17"/>
                </a:cubicBezTo>
                <a:close/>
                <a:moveTo>
                  <a:pt x="53" y="123"/>
                </a:moveTo>
                <a:cubicBezTo>
                  <a:pt x="43" y="123"/>
                  <a:pt x="43" y="123"/>
                  <a:pt x="43" y="123"/>
                </a:cubicBezTo>
                <a:cubicBezTo>
                  <a:pt x="42" y="123"/>
                  <a:pt x="41" y="123"/>
                  <a:pt x="41" y="121"/>
                </a:cubicBezTo>
                <a:cubicBezTo>
                  <a:pt x="41" y="120"/>
                  <a:pt x="42" y="119"/>
                  <a:pt x="43" y="119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4" y="119"/>
                  <a:pt x="55" y="120"/>
                  <a:pt x="55" y="121"/>
                </a:cubicBezTo>
                <a:cubicBezTo>
                  <a:pt x="55" y="123"/>
                  <a:pt x="54" y="123"/>
                  <a:pt x="53" y="123"/>
                </a:cubicBezTo>
                <a:close/>
                <a:moveTo>
                  <a:pt x="51" y="33"/>
                </a:moveTo>
                <a:cubicBezTo>
                  <a:pt x="45" y="33"/>
                  <a:pt x="45" y="33"/>
                  <a:pt x="45" y="33"/>
                </a:cubicBezTo>
                <a:cubicBezTo>
                  <a:pt x="43" y="33"/>
                  <a:pt x="41" y="31"/>
                  <a:pt x="41" y="29"/>
                </a:cubicBezTo>
                <a:cubicBezTo>
                  <a:pt x="41" y="27"/>
                  <a:pt x="43" y="25"/>
                  <a:pt x="45" y="25"/>
                </a:cubicBezTo>
                <a:cubicBezTo>
                  <a:pt x="51" y="25"/>
                  <a:pt x="51" y="25"/>
                  <a:pt x="51" y="25"/>
                </a:cubicBezTo>
                <a:cubicBezTo>
                  <a:pt x="53" y="25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  <a:moveTo>
                  <a:pt x="129" y="46"/>
                </a:moveTo>
                <a:cubicBezTo>
                  <a:pt x="130" y="47"/>
                  <a:pt x="129" y="48"/>
                  <a:pt x="128" y="48"/>
                </a:cubicBezTo>
                <a:cubicBezTo>
                  <a:pt x="122" y="48"/>
                  <a:pt x="117" y="50"/>
                  <a:pt x="112" y="52"/>
                </a:cubicBezTo>
                <a:cubicBezTo>
                  <a:pt x="111" y="53"/>
                  <a:pt x="110" y="53"/>
                  <a:pt x="109" y="52"/>
                </a:cubicBezTo>
                <a:cubicBezTo>
                  <a:pt x="131" y="133"/>
                  <a:pt x="131" y="133"/>
                  <a:pt x="131" y="133"/>
                </a:cubicBezTo>
                <a:cubicBezTo>
                  <a:pt x="132" y="135"/>
                  <a:pt x="134" y="137"/>
                  <a:pt x="136" y="136"/>
                </a:cubicBezTo>
                <a:cubicBezTo>
                  <a:pt x="148" y="133"/>
                  <a:pt x="148" y="133"/>
                  <a:pt x="148" y="133"/>
                </a:cubicBezTo>
                <a:cubicBezTo>
                  <a:pt x="150" y="132"/>
                  <a:pt x="152" y="130"/>
                  <a:pt x="151" y="128"/>
                </a:cubicBezTo>
                <a:lnTo>
                  <a:pt x="129" y="46"/>
                </a:lnTo>
                <a:close/>
                <a:moveTo>
                  <a:pt x="119" y="72"/>
                </a:moveTo>
                <a:cubicBezTo>
                  <a:pt x="115" y="56"/>
                  <a:pt x="115" y="56"/>
                  <a:pt x="115" y="56"/>
                </a:cubicBezTo>
                <a:cubicBezTo>
                  <a:pt x="127" y="53"/>
                  <a:pt x="127" y="53"/>
                  <a:pt x="127" y="53"/>
                </a:cubicBezTo>
                <a:cubicBezTo>
                  <a:pt x="131" y="69"/>
                  <a:pt x="131" y="69"/>
                  <a:pt x="131" y="69"/>
                </a:cubicBezTo>
                <a:lnTo>
                  <a:pt x="119" y="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1" name="Freeform 24"/>
          <p:cNvSpPr>
            <a:spLocks noEditPoints="1"/>
          </p:cNvSpPr>
          <p:nvPr/>
        </p:nvSpPr>
        <p:spPr bwMode="auto">
          <a:xfrm>
            <a:off x="10918165" y="2223453"/>
            <a:ext cx="493191" cy="508684"/>
          </a:xfrm>
          <a:custGeom>
            <a:avLst/>
            <a:gdLst>
              <a:gd name="T0" fmla="*/ 123 w 144"/>
              <a:gd name="T1" fmla="*/ 74 h 149"/>
              <a:gd name="T2" fmla="*/ 90 w 144"/>
              <a:gd name="T3" fmla="*/ 74 h 149"/>
              <a:gd name="T4" fmla="*/ 90 w 144"/>
              <a:gd name="T5" fmla="*/ 83 h 149"/>
              <a:gd name="T6" fmla="*/ 123 w 144"/>
              <a:gd name="T7" fmla="*/ 83 h 149"/>
              <a:gd name="T8" fmla="*/ 123 w 144"/>
              <a:gd name="T9" fmla="*/ 74 h 149"/>
              <a:gd name="T10" fmla="*/ 132 w 144"/>
              <a:gd name="T11" fmla="*/ 0 h 149"/>
              <a:gd name="T12" fmla="*/ 12 w 144"/>
              <a:gd name="T13" fmla="*/ 0 h 149"/>
              <a:gd name="T14" fmla="*/ 0 w 144"/>
              <a:gd name="T15" fmla="*/ 13 h 149"/>
              <a:gd name="T16" fmla="*/ 0 w 144"/>
              <a:gd name="T17" fmla="*/ 87 h 149"/>
              <a:gd name="T18" fmla="*/ 12 w 144"/>
              <a:gd name="T19" fmla="*/ 99 h 149"/>
              <a:gd name="T20" fmla="*/ 132 w 144"/>
              <a:gd name="T21" fmla="*/ 99 h 149"/>
              <a:gd name="T22" fmla="*/ 144 w 144"/>
              <a:gd name="T23" fmla="*/ 87 h 149"/>
              <a:gd name="T24" fmla="*/ 144 w 144"/>
              <a:gd name="T25" fmla="*/ 13 h 149"/>
              <a:gd name="T26" fmla="*/ 132 w 144"/>
              <a:gd name="T27" fmla="*/ 0 h 149"/>
              <a:gd name="T28" fmla="*/ 136 w 144"/>
              <a:gd name="T29" fmla="*/ 91 h 149"/>
              <a:gd name="T30" fmla="*/ 8 w 144"/>
              <a:gd name="T31" fmla="*/ 91 h 149"/>
              <a:gd name="T32" fmla="*/ 8 w 144"/>
              <a:gd name="T33" fmla="*/ 9 h 149"/>
              <a:gd name="T34" fmla="*/ 136 w 144"/>
              <a:gd name="T35" fmla="*/ 9 h 149"/>
              <a:gd name="T36" fmla="*/ 136 w 144"/>
              <a:gd name="T37" fmla="*/ 91 h 149"/>
              <a:gd name="T38" fmla="*/ 98 w 144"/>
              <a:gd name="T39" fmla="*/ 107 h 149"/>
              <a:gd name="T40" fmla="*/ 82 w 144"/>
              <a:gd name="T41" fmla="*/ 107 h 149"/>
              <a:gd name="T42" fmla="*/ 89 w 144"/>
              <a:gd name="T43" fmla="*/ 124 h 149"/>
              <a:gd name="T44" fmla="*/ 59 w 144"/>
              <a:gd name="T45" fmla="*/ 124 h 149"/>
              <a:gd name="T46" fmla="*/ 66 w 144"/>
              <a:gd name="T47" fmla="*/ 107 h 149"/>
              <a:gd name="T48" fmla="*/ 50 w 144"/>
              <a:gd name="T49" fmla="*/ 107 h 149"/>
              <a:gd name="T50" fmla="*/ 35 w 144"/>
              <a:gd name="T51" fmla="*/ 141 h 149"/>
              <a:gd name="T52" fmla="*/ 40 w 144"/>
              <a:gd name="T53" fmla="*/ 149 h 149"/>
              <a:gd name="T54" fmla="*/ 51 w 144"/>
              <a:gd name="T55" fmla="*/ 141 h 149"/>
              <a:gd name="T56" fmla="*/ 55 w 144"/>
              <a:gd name="T57" fmla="*/ 132 h 149"/>
              <a:gd name="T58" fmla="*/ 93 w 144"/>
              <a:gd name="T59" fmla="*/ 132 h 149"/>
              <a:gd name="T60" fmla="*/ 97 w 144"/>
              <a:gd name="T61" fmla="*/ 141 h 149"/>
              <a:gd name="T62" fmla="*/ 108 w 144"/>
              <a:gd name="T63" fmla="*/ 149 h 149"/>
              <a:gd name="T64" fmla="*/ 113 w 144"/>
              <a:gd name="T65" fmla="*/ 141 h 149"/>
              <a:gd name="T66" fmla="*/ 98 w 144"/>
              <a:gd name="T67" fmla="*/ 107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44" h="149">
                <a:moveTo>
                  <a:pt x="123" y="74"/>
                </a:moveTo>
                <a:cubicBezTo>
                  <a:pt x="90" y="74"/>
                  <a:pt x="90" y="74"/>
                  <a:pt x="90" y="74"/>
                </a:cubicBezTo>
                <a:cubicBezTo>
                  <a:pt x="90" y="83"/>
                  <a:pt x="90" y="83"/>
                  <a:pt x="90" y="83"/>
                </a:cubicBezTo>
                <a:cubicBezTo>
                  <a:pt x="123" y="83"/>
                  <a:pt x="123" y="83"/>
                  <a:pt x="123" y="83"/>
                </a:cubicBezTo>
                <a:lnTo>
                  <a:pt x="123" y="74"/>
                </a:lnTo>
                <a:close/>
                <a:moveTo>
                  <a:pt x="132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6"/>
                  <a:pt x="0" y="13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94"/>
                  <a:pt x="5" y="99"/>
                  <a:pt x="12" y="99"/>
                </a:cubicBezTo>
                <a:cubicBezTo>
                  <a:pt x="132" y="99"/>
                  <a:pt x="132" y="99"/>
                  <a:pt x="132" y="99"/>
                </a:cubicBezTo>
                <a:cubicBezTo>
                  <a:pt x="138" y="99"/>
                  <a:pt x="144" y="94"/>
                  <a:pt x="144" y="87"/>
                </a:cubicBezTo>
                <a:cubicBezTo>
                  <a:pt x="144" y="13"/>
                  <a:pt x="144" y="13"/>
                  <a:pt x="144" y="13"/>
                </a:cubicBezTo>
                <a:cubicBezTo>
                  <a:pt x="144" y="6"/>
                  <a:pt x="138" y="0"/>
                  <a:pt x="132" y="0"/>
                </a:cubicBezTo>
                <a:close/>
                <a:moveTo>
                  <a:pt x="136" y="91"/>
                </a:moveTo>
                <a:cubicBezTo>
                  <a:pt x="8" y="91"/>
                  <a:pt x="8" y="91"/>
                  <a:pt x="8" y="91"/>
                </a:cubicBezTo>
                <a:cubicBezTo>
                  <a:pt x="8" y="9"/>
                  <a:pt x="8" y="9"/>
                  <a:pt x="8" y="9"/>
                </a:cubicBezTo>
                <a:cubicBezTo>
                  <a:pt x="136" y="9"/>
                  <a:pt x="136" y="9"/>
                  <a:pt x="136" y="9"/>
                </a:cubicBezTo>
                <a:lnTo>
                  <a:pt x="136" y="91"/>
                </a:lnTo>
                <a:close/>
                <a:moveTo>
                  <a:pt x="98" y="107"/>
                </a:moveTo>
                <a:cubicBezTo>
                  <a:pt x="82" y="107"/>
                  <a:pt x="82" y="107"/>
                  <a:pt x="82" y="107"/>
                </a:cubicBezTo>
                <a:cubicBezTo>
                  <a:pt x="89" y="124"/>
                  <a:pt x="89" y="124"/>
                  <a:pt x="89" y="124"/>
                </a:cubicBezTo>
                <a:cubicBezTo>
                  <a:pt x="59" y="124"/>
                  <a:pt x="59" y="124"/>
                  <a:pt x="59" y="124"/>
                </a:cubicBezTo>
                <a:cubicBezTo>
                  <a:pt x="66" y="107"/>
                  <a:pt x="66" y="107"/>
                  <a:pt x="66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35" y="141"/>
                  <a:pt x="35" y="141"/>
                  <a:pt x="35" y="141"/>
                </a:cubicBezTo>
                <a:cubicBezTo>
                  <a:pt x="33" y="145"/>
                  <a:pt x="35" y="149"/>
                  <a:pt x="40" y="149"/>
                </a:cubicBezTo>
                <a:cubicBezTo>
                  <a:pt x="44" y="149"/>
                  <a:pt x="50" y="145"/>
                  <a:pt x="51" y="141"/>
                </a:cubicBezTo>
                <a:cubicBezTo>
                  <a:pt x="55" y="132"/>
                  <a:pt x="55" y="132"/>
                  <a:pt x="55" y="132"/>
                </a:cubicBezTo>
                <a:cubicBezTo>
                  <a:pt x="93" y="132"/>
                  <a:pt x="93" y="132"/>
                  <a:pt x="93" y="132"/>
                </a:cubicBezTo>
                <a:cubicBezTo>
                  <a:pt x="97" y="141"/>
                  <a:pt x="97" y="141"/>
                  <a:pt x="97" y="141"/>
                </a:cubicBezTo>
                <a:cubicBezTo>
                  <a:pt x="98" y="145"/>
                  <a:pt x="104" y="149"/>
                  <a:pt x="108" y="149"/>
                </a:cubicBezTo>
                <a:cubicBezTo>
                  <a:pt x="113" y="149"/>
                  <a:pt x="115" y="145"/>
                  <a:pt x="113" y="141"/>
                </a:cubicBezTo>
                <a:lnTo>
                  <a:pt x="98" y="1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2" name="Freeform 25"/>
          <p:cNvSpPr/>
          <p:nvPr/>
        </p:nvSpPr>
        <p:spPr bwMode="auto">
          <a:xfrm>
            <a:off x="842617" y="3367344"/>
            <a:ext cx="374412" cy="371830"/>
          </a:xfrm>
          <a:custGeom>
            <a:avLst/>
            <a:gdLst>
              <a:gd name="T0" fmla="*/ 0 w 145"/>
              <a:gd name="T1" fmla="*/ 0 h 144"/>
              <a:gd name="T2" fmla="*/ 61 w 145"/>
              <a:gd name="T3" fmla="*/ 116 h 144"/>
              <a:gd name="T4" fmla="*/ 71 w 145"/>
              <a:gd name="T5" fmla="*/ 82 h 144"/>
              <a:gd name="T6" fmla="*/ 133 w 145"/>
              <a:gd name="T7" fmla="*/ 144 h 144"/>
              <a:gd name="T8" fmla="*/ 145 w 145"/>
              <a:gd name="T9" fmla="*/ 132 h 144"/>
              <a:gd name="T10" fmla="*/ 83 w 145"/>
              <a:gd name="T11" fmla="*/ 69 h 144"/>
              <a:gd name="T12" fmla="*/ 117 w 145"/>
              <a:gd name="T13" fmla="*/ 61 h 144"/>
              <a:gd name="T14" fmla="*/ 0 w 145"/>
              <a:gd name="T1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5" h="144">
                <a:moveTo>
                  <a:pt x="0" y="0"/>
                </a:moveTo>
                <a:lnTo>
                  <a:pt x="61" y="116"/>
                </a:lnTo>
                <a:lnTo>
                  <a:pt x="71" y="82"/>
                </a:lnTo>
                <a:lnTo>
                  <a:pt x="133" y="144"/>
                </a:lnTo>
                <a:lnTo>
                  <a:pt x="145" y="132"/>
                </a:lnTo>
                <a:lnTo>
                  <a:pt x="83" y="69"/>
                </a:lnTo>
                <a:lnTo>
                  <a:pt x="117" y="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3" name="Freeform 26"/>
          <p:cNvSpPr/>
          <p:nvPr/>
        </p:nvSpPr>
        <p:spPr bwMode="auto">
          <a:xfrm>
            <a:off x="1929702" y="3380256"/>
            <a:ext cx="451877" cy="376994"/>
          </a:xfrm>
          <a:custGeom>
            <a:avLst/>
            <a:gdLst>
              <a:gd name="T0" fmla="*/ 128 w 132"/>
              <a:gd name="T1" fmla="*/ 71 h 110"/>
              <a:gd name="T2" fmla="*/ 108 w 132"/>
              <a:gd name="T3" fmla="*/ 26 h 110"/>
              <a:gd name="T4" fmla="*/ 105 w 132"/>
              <a:gd name="T5" fmla="*/ 23 h 110"/>
              <a:gd name="T6" fmla="*/ 87 w 132"/>
              <a:gd name="T7" fmla="*/ 20 h 110"/>
              <a:gd name="T8" fmla="*/ 86 w 132"/>
              <a:gd name="T9" fmla="*/ 21 h 110"/>
              <a:gd name="T10" fmla="*/ 77 w 132"/>
              <a:gd name="T11" fmla="*/ 18 h 110"/>
              <a:gd name="T12" fmla="*/ 70 w 132"/>
              <a:gd name="T13" fmla="*/ 21 h 110"/>
              <a:gd name="T14" fmla="*/ 67 w 132"/>
              <a:gd name="T15" fmla="*/ 26 h 110"/>
              <a:gd name="T16" fmla="*/ 59 w 132"/>
              <a:gd name="T17" fmla="*/ 24 h 110"/>
              <a:gd name="T18" fmla="*/ 53 w 132"/>
              <a:gd name="T19" fmla="*/ 27 h 110"/>
              <a:gd name="T20" fmla="*/ 50 w 132"/>
              <a:gd name="T21" fmla="*/ 31 h 110"/>
              <a:gd name="T22" fmla="*/ 50 w 132"/>
              <a:gd name="T23" fmla="*/ 37 h 110"/>
              <a:gd name="T24" fmla="*/ 47 w 132"/>
              <a:gd name="T25" fmla="*/ 35 h 110"/>
              <a:gd name="T26" fmla="*/ 27 w 132"/>
              <a:gd name="T27" fmla="*/ 15 h 110"/>
              <a:gd name="T28" fmla="*/ 22 w 132"/>
              <a:gd name="T29" fmla="*/ 36 h 110"/>
              <a:gd name="T30" fmla="*/ 38 w 132"/>
              <a:gd name="T31" fmla="*/ 53 h 110"/>
              <a:gd name="T32" fmla="*/ 61 w 132"/>
              <a:gd name="T33" fmla="*/ 89 h 110"/>
              <a:gd name="T34" fmla="*/ 40 w 132"/>
              <a:gd name="T35" fmla="*/ 87 h 110"/>
              <a:gd name="T36" fmla="*/ 25 w 132"/>
              <a:gd name="T37" fmla="*/ 100 h 110"/>
              <a:gd name="T38" fmla="*/ 89 w 132"/>
              <a:gd name="T39" fmla="*/ 106 h 110"/>
              <a:gd name="T40" fmla="*/ 93 w 132"/>
              <a:gd name="T41" fmla="*/ 110 h 110"/>
              <a:gd name="T42" fmla="*/ 119 w 132"/>
              <a:gd name="T43" fmla="*/ 95 h 110"/>
              <a:gd name="T44" fmla="*/ 132 w 132"/>
              <a:gd name="T45" fmla="*/ 75 h 110"/>
              <a:gd name="T46" fmla="*/ 128 w 132"/>
              <a:gd name="T47" fmla="*/ 71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2" h="110">
                <a:moveTo>
                  <a:pt x="128" y="71"/>
                </a:moveTo>
                <a:cubicBezTo>
                  <a:pt x="119" y="58"/>
                  <a:pt x="128" y="62"/>
                  <a:pt x="108" y="26"/>
                </a:cubicBezTo>
                <a:cubicBezTo>
                  <a:pt x="106" y="24"/>
                  <a:pt x="106" y="23"/>
                  <a:pt x="105" y="23"/>
                </a:cubicBezTo>
                <a:cubicBezTo>
                  <a:pt x="98" y="16"/>
                  <a:pt x="92" y="15"/>
                  <a:pt x="87" y="20"/>
                </a:cubicBezTo>
                <a:cubicBezTo>
                  <a:pt x="87" y="21"/>
                  <a:pt x="87" y="21"/>
                  <a:pt x="86" y="21"/>
                </a:cubicBezTo>
                <a:cubicBezTo>
                  <a:pt x="83" y="19"/>
                  <a:pt x="80" y="18"/>
                  <a:pt x="77" y="18"/>
                </a:cubicBezTo>
                <a:cubicBezTo>
                  <a:pt x="75" y="18"/>
                  <a:pt x="72" y="19"/>
                  <a:pt x="70" y="21"/>
                </a:cubicBezTo>
                <a:cubicBezTo>
                  <a:pt x="69" y="22"/>
                  <a:pt x="68" y="24"/>
                  <a:pt x="67" y="26"/>
                </a:cubicBezTo>
                <a:cubicBezTo>
                  <a:pt x="64" y="24"/>
                  <a:pt x="62" y="24"/>
                  <a:pt x="59" y="24"/>
                </a:cubicBezTo>
                <a:cubicBezTo>
                  <a:pt x="57" y="24"/>
                  <a:pt x="55" y="25"/>
                  <a:pt x="53" y="27"/>
                </a:cubicBezTo>
                <a:cubicBezTo>
                  <a:pt x="52" y="28"/>
                  <a:pt x="51" y="30"/>
                  <a:pt x="50" y="31"/>
                </a:cubicBezTo>
                <a:cubicBezTo>
                  <a:pt x="50" y="33"/>
                  <a:pt x="50" y="35"/>
                  <a:pt x="50" y="37"/>
                </a:cubicBezTo>
                <a:cubicBezTo>
                  <a:pt x="47" y="35"/>
                  <a:pt x="47" y="35"/>
                  <a:pt x="47" y="35"/>
                </a:cubicBezTo>
                <a:cubicBezTo>
                  <a:pt x="47" y="35"/>
                  <a:pt x="41" y="30"/>
                  <a:pt x="27" y="15"/>
                </a:cubicBezTo>
                <a:cubicBezTo>
                  <a:pt x="14" y="0"/>
                  <a:pt x="0" y="12"/>
                  <a:pt x="22" y="36"/>
                </a:cubicBezTo>
                <a:cubicBezTo>
                  <a:pt x="44" y="59"/>
                  <a:pt x="38" y="53"/>
                  <a:pt x="38" y="53"/>
                </a:cubicBezTo>
                <a:cubicBezTo>
                  <a:pt x="38" y="53"/>
                  <a:pt x="66" y="83"/>
                  <a:pt x="61" y="89"/>
                </a:cubicBezTo>
                <a:cubicBezTo>
                  <a:pt x="59" y="93"/>
                  <a:pt x="50" y="88"/>
                  <a:pt x="40" y="87"/>
                </a:cubicBezTo>
                <a:cubicBezTo>
                  <a:pt x="29" y="86"/>
                  <a:pt x="17" y="92"/>
                  <a:pt x="25" y="100"/>
                </a:cubicBezTo>
                <a:cubicBezTo>
                  <a:pt x="34" y="107"/>
                  <a:pt x="83" y="105"/>
                  <a:pt x="89" y="106"/>
                </a:cubicBezTo>
                <a:cubicBezTo>
                  <a:pt x="93" y="110"/>
                  <a:pt x="93" y="110"/>
                  <a:pt x="93" y="110"/>
                </a:cubicBezTo>
                <a:cubicBezTo>
                  <a:pt x="102" y="107"/>
                  <a:pt x="112" y="102"/>
                  <a:pt x="119" y="95"/>
                </a:cubicBezTo>
                <a:cubicBezTo>
                  <a:pt x="124" y="90"/>
                  <a:pt x="129" y="83"/>
                  <a:pt x="132" y="75"/>
                </a:cubicBezTo>
                <a:cubicBezTo>
                  <a:pt x="132" y="75"/>
                  <a:pt x="130" y="74"/>
                  <a:pt x="128" y="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4" name="Freeform 27"/>
          <p:cNvSpPr>
            <a:spLocks noEditPoints="1"/>
          </p:cNvSpPr>
          <p:nvPr/>
        </p:nvSpPr>
        <p:spPr bwMode="auto">
          <a:xfrm>
            <a:off x="3027116" y="3292463"/>
            <a:ext cx="500937" cy="506102"/>
          </a:xfrm>
          <a:custGeom>
            <a:avLst/>
            <a:gdLst>
              <a:gd name="T0" fmla="*/ 142 w 147"/>
              <a:gd name="T1" fmla="*/ 125 h 148"/>
              <a:gd name="T2" fmla="*/ 105 w 147"/>
              <a:gd name="T3" fmla="*/ 88 h 148"/>
              <a:gd name="T4" fmla="*/ 95 w 147"/>
              <a:gd name="T5" fmla="*/ 84 h 148"/>
              <a:gd name="T6" fmla="*/ 87 w 147"/>
              <a:gd name="T7" fmla="*/ 75 h 148"/>
              <a:gd name="T8" fmla="*/ 81 w 147"/>
              <a:gd name="T9" fmla="*/ 18 h 148"/>
              <a:gd name="T10" fmla="*/ 17 w 147"/>
              <a:gd name="T11" fmla="*/ 18 h 148"/>
              <a:gd name="T12" fmla="*/ 17 w 147"/>
              <a:gd name="T13" fmla="*/ 82 h 148"/>
              <a:gd name="T14" fmla="*/ 75 w 147"/>
              <a:gd name="T15" fmla="*/ 87 h 148"/>
              <a:gd name="T16" fmla="*/ 84 w 147"/>
              <a:gd name="T17" fmla="*/ 96 h 148"/>
              <a:gd name="T18" fmla="*/ 87 w 147"/>
              <a:gd name="T19" fmla="*/ 105 h 148"/>
              <a:gd name="T20" fmla="*/ 125 w 147"/>
              <a:gd name="T21" fmla="*/ 143 h 148"/>
              <a:gd name="T22" fmla="*/ 142 w 147"/>
              <a:gd name="T23" fmla="*/ 143 h 148"/>
              <a:gd name="T24" fmla="*/ 142 w 147"/>
              <a:gd name="T25" fmla="*/ 125 h 148"/>
              <a:gd name="T26" fmla="*/ 73 w 147"/>
              <a:gd name="T27" fmla="*/ 73 h 148"/>
              <a:gd name="T28" fmla="*/ 26 w 147"/>
              <a:gd name="T29" fmla="*/ 73 h 148"/>
              <a:gd name="T30" fmla="*/ 26 w 147"/>
              <a:gd name="T31" fmla="*/ 27 h 148"/>
              <a:gd name="T32" fmla="*/ 73 w 147"/>
              <a:gd name="T33" fmla="*/ 27 h 148"/>
              <a:gd name="T34" fmla="*/ 73 w 147"/>
              <a:gd name="T35" fmla="*/ 73 h 148"/>
              <a:gd name="T36" fmla="*/ 53 w 147"/>
              <a:gd name="T37" fmla="*/ 27 h 148"/>
              <a:gd name="T38" fmla="*/ 26 w 147"/>
              <a:gd name="T39" fmla="*/ 53 h 148"/>
              <a:gd name="T40" fmla="*/ 34 w 147"/>
              <a:gd name="T41" fmla="*/ 59 h 148"/>
              <a:gd name="T42" fmla="*/ 34 w 147"/>
              <a:gd name="T43" fmla="*/ 51 h 148"/>
              <a:gd name="T44" fmla="*/ 51 w 147"/>
              <a:gd name="T45" fmla="*/ 34 h 148"/>
              <a:gd name="T46" fmla="*/ 59 w 147"/>
              <a:gd name="T47" fmla="*/ 35 h 148"/>
              <a:gd name="T48" fmla="*/ 53 w 147"/>
              <a:gd name="T49" fmla="*/ 2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7" h="148">
                <a:moveTo>
                  <a:pt x="142" y="125"/>
                </a:moveTo>
                <a:cubicBezTo>
                  <a:pt x="105" y="88"/>
                  <a:pt x="105" y="88"/>
                  <a:pt x="105" y="88"/>
                </a:cubicBezTo>
                <a:cubicBezTo>
                  <a:pt x="102" y="85"/>
                  <a:pt x="99" y="84"/>
                  <a:pt x="95" y="84"/>
                </a:cubicBezTo>
                <a:cubicBezTo>
                  <a:pt x="87" y="75"/>
                  <a:pt x="87" y="75"/>
                  <a:pt x="87" y="75"/>
                </a:cubicBezTo>
                <a:cubicBezTo>
                  <a:pt x="99" y="58"/>
                  <a:pt x="97" y="33"/>
                  <a:pt x="81" y="18"/>
                </a:cubicBezTo>
                <a:cubicBezTo>
                  <a:pt x="64" y="0"/>
                  <a:pt x="35" y="0"/>
                  <a:pt x="17" y="18"/>
                </a:cubicBezTo>
                <a:cubicBezTo>
                  <a:pt x="0" y="35"/>
                  <a:pt x="0" y="64"/>
                  <a:pt x="17" y="82"/>
                </a:cubicBezTo>
                <a:cubicBezTo>
                  <a:pt x="33" y="97"/>
                  <a:pt x="57" y="99"/>
                  <a:pt x="75" y="87"/>
                </a:cubicBezTo>
                <a:cubicBezTo>
                  <a:pt x="84" y="96"/>
                  <a:pt x="84" y="96"/>
                  <a:pt x="84" y="96"/>
                </a:cubicBezTo>
                <a:cubicBezTo>
                  <a:pt x="84" y="99"/>
                  <a:pt x="85" y="102"/>
                  <a:pt x="87" y="105"/>
                </a:cubicBezTo>
                <a:cubicBezTo>
                  <a:pt x="125" y="143"/>
                  <a:pt x="125" y="143"/>
                  <a:pt x="125" y="143"/>
                </a:cubicBezTo>
                <a:cubicBezTo>
                  <a:pt x="130" y="148"/>
                  <a:pt x="138" y="148"/>
                  <a:pt x="142" y="143"/>
                </a:cubicBezTo>
                <a:cubicBezTo>
                  <a:pt x="147" y="138"/>
                  <a:pt x="147" y="130"/>
                  <a:pt x="142" y="125"/>
                </a:cubicBezTo>
                <a:close/>
                <a:moveTo>
                  <a:pt x="73" y="73"/>
                </a:moveTo>
                <a:cubicBezTo>
                  <a:pt x="60" y="86"/>
                  <a:pt x="39" y="86"/>
                  <a:pt x="26" y="73"/>
                </a:cubicBezTo>
                <a:cubicBezTo>
                  <a:pt x="13" y="60"/>
                  <a:pt x="13" y="39"/>
                  <a:pt x="26" y="27"/>
                </a:cubicBezTo>
                <a:cubicBezTo>
                  <a:pt x="39" y="14"/>
                  <a:pt x="60" y="14"/>
                  <a:pt x="73" y="27"/>
                </a:cubicBezTo>
                <a:cubicBezTo>
                  <a:pt x="86" y="39"/>
                  <a:pt x="86" y="60"/>
                  <a:pt x="73" y="73"/>
                </a:cubicBezTo>
                <a:close/>
                <a:moveTo>
                  <a:pt x="53" y="27"/>
                </a:moveTo>
                <a:cubicBezTo>
                  <a:pt x="39" y="24"/>
                  <a:pt x="23" y="39"/>
                  <a:pt x="26" y="53"/>
                </a:cubicBezTo>
                <a:cubicBezTo>
                  <a:pt x="28" y="59"/>
                  <a:pt x="33" y="61"/>
                  <a:pt x="34" y="59"/>
                </a:cubicBezTo>
                <a:cubicBezTo>
                  <a:pt x="36" y="57"/>
                  <a:pt x="34" y="54"/>
                  <a:pt x="34" y="51"/>
                </a:cubicBezTo>
                <a:cubicBezTo>
                  <a:pt x="32" y="42"/>
                  <a:pt x="42" y="32"/>
                  <a:pt x="51" y="34"/>
                </a:cubicBezTo>
                <a:cubicBezTo>
                  <a:pt x="54" y="35"/>
                  <a:pt x="57" y="36"/>
                  <a:pt x="59" y="35"/>
                </a:cubicBezTo>
                <a:cubicBezTo>
                  <a:pt x="61" y="33"/>
                  <a:pt x="58" y="28"/>
                  <a:pt x="53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5" name="Freeform 28"/>
          <p:cNvSpPr/>
          <p:nvPr/>
        </p:nvSpPr>
        <p:spPr bwMode="auto">
          <a:xfrm>
            <a:off x="4191665" y="3344106"/>
            <a:ext cx="464787" cy="457041"/>
          </a:xfrm>
          <a:custGeom>
            <a:avLst/>
            <a:gdLst>
              <a:gd name="T0" fmla="*/ 16 w 136"/>
              <a:gd name="T1" fmla="*/ 57 h 134"/>
              <a:gd name="T2" fmla="*/ 0 w 136"/>
              <a:gd name="T3" fmla="*/ 72 h 134"/>
              <a:gd name="T4" fmla="*/ 25 w 136"/>
              <a:gd name="T5" fmla="*/ 92 h 134"/>
              <a:gd name="T6" fmla="*/ 37 w 136"/>
              <a:gd name="T7" fmla="*/ 78 h 134"/>
              <a:gd name="T8" fmla="*/ 55 w 136"/>
              <a:gd name="T9" fmla="*/ 80 h 134"/>
              <a:gd name="T10" fmla="*/ 42 w 136"/>
              <a:gd name="T11" fmla="*/ 95 h 134"/>
              <a:gd name="T12" fmla="*/ 44 w 136"/>
              <a:gd name="T13" fmla="*/ 115 h 134"/>
              <a:gd name="T14" fmla="*/ 65 w 136"/>
              <a:gd name="T15" fmla="*/ 134 h 134"/>
              <a:gd name="T16" fmla="*/ 92 w 136"/>
              <a:gd name="T17" fmla="*/ 98 h 134"/>
              <a:gd name="T18" fmla="*/ 79 w 136"/>
              <a:gd name="T19" fmla="*/ 92 h 134"/>
              <a:gd name="T20" fmla="*/ 80 w 136"/>
              <a:gd name="T21" fmla="*/ 78 h 134"/>
              <a:gd name="T22" fmla="*/ 96 w 136"/>
              <a:gd name="T23" fmla="*/ 76 h 134"/>
              <a:gd name="T24" fmla="*/ 107 w 136"/>
              <a:gd name="T25" fmla="*/ 90 h 134"/>
              <a:gd name="T26" fmla="*/ 136 w 136"/>
              <a:gd name="T27" fmla="*/ 62 h 134"/>
              <a:gd name="T28" fmla="*/ 103 w 136"/>
              <a:gd name="T29" fmla="*/ 40 h 134"/>
              <a:gd name="T30" fmla="*/ 90 w 136"/>
              <a:gd name="T31" fmla="*/ 54 h 134"/>
              <a:gd name="T32" fmla="*/ 75 w 136"/>
              <a:gd name="T33" fmla="*/ 40 h 134"/>
              <a:gd name="T34" fmla="*/ 93 w 136"/>
              <a:gd name="T35" fmla="*/ 27 h 134"/>
              <a:gd name="T36" fmla="*/ 71 w 136"/>
              <a:gd name="T37" fmla="*/ 0 h 134"/>
              <a:gd name="T38" fmla="*/ 37 w 136"/>
              <a:gd name="T39" fmla="*/ 28 h 134"/>
              <a:gd name="T40" fmla="*/ 30 w 136"/>
              <a:gd name="T41" fmla="*/ 16 h 134"/>
              <a:gd name="T42" fmla="*/ 12 w 136"/>
              <a:gd name="T43" fmla="*/ 15 h 134"/>
              <a:gd name="T44" fmla="*/ 19 w 136"/>
              <a:gd name="T45" fmla="*/ 32 h 134"/>
              <a:gd name="T46" fmla="*/ 16 w 136"/>
              <a:gd name="T47" fmla="*/ 57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6" h="134">
                <a:moveTo>
                  <a:pt x="16" y="57"/>
                </a:moveTo>
                <a:cubicBezTo>
                  <a:pt x="6" y="64"/>
                  <a:pt x="0" y="72"/>
                  <a:pt x="0" y="72"/>
                </a:cubicBezTo>
                <a:cubicBezTo>
                  <a:pt x="0" y="72"/>
                  <a:pt x="16" y="94"/>
                  <a:pt x="25" y="92"/>
                </a:cubicBezTo>
                <a:cubicBezTo>
                  <a:pt x="33" y="90"/>
                  <a:pt x="33" y="85"/>
                  <a:pt x="37" y="78"/>
                </a:cubicBezTo>
                <a:cubicBezTo>
                  <a:pt x="40" y="70"/>
                  <a:pt x="54" y="72"/>
                  <a:pt x="55" y="80"/>
                </a:cubicBezTo>
                <a:cubicBezTo>
                  <a:pt x="55" y="87"/>
                  <a:pt x="53" y="94"/>
                  <a:pt x="42" y="95"/>
                </a:cubicBezTo>
                <a:cubicBezTo>
                  <a:pt x="32" y="96"/>
                  <a:pt x="31" y="108"/>
                  <a:pt x="44" y="115"/>
                </a:cubicBezTo>
                <a:cubicBezTo>
                  <a:pt x="56" y="122"/>
                  <a:pt x="56" y="127"/>
                  <a:pt x="65" y="134"/>
                </a:cubicBezTo>
                <a:cubicBezTo>
                  <a:pt x="74" y="124"/>
                  <a:pt x="98" y="105"/>
                  <a:pt x="92" y="98"/>
                </a:cubicBezTo>
                <a:cubicBezTo>
                  <a:pt x="86" y="95"/>
                  <a:pt x="85" y="99"/>
                  <a:pt x="79" y="92"/>
                </a:cubicBezTo>
                <a:cubicBezTo>
                  <a:pt x="73" y="86"/>
                  <a:pt x="78" y="80"/>
                  <a:pt x="80" y="78"/>
                </a:cubicBezTo>
                <a:cubicBezTo>
                  <a:pt x="82" y="75"/>
                  <a:pt x="90" y="70"/>
                  <a:pt x="96" y="76"/>
                </a:cubicBezTo>
                <a:cubicBezTo>
                  <a:pt x="102" y="82"/>
                  <a:pt x="96" y="89"/>
                  <a:pt x="107" y="90"/>
                </a:cubicBezTo>
                <a:cubicBezTo>
                  <a:pt x="118" y="91"/>
                  <a:pt x="127" y="71"/>
                  <a:pt x="136" y="62"/>
                </a:cubicBezTo>
                <a:cubicBezTo>
                  <a:pt x="123" y="49"/>
                  <a:pt x="114" y="34"/>
                  <a:pt x="103" y="40"/>
                </a:cubicBezTo>
                <a:cubicBezTo>
                  <a:pt x="91" y="46"/>
                  <a:pt x="98" y="45"/>
                  <a:pt x="90" y="54"/>
                </a:cubicBezTo>
                <a:cubicBezTo>
                  <a:pt x="81" y="62"/>
                  <a:pt x="67" y="48"/>
                  <a:pt x="75" y="40"/>
                </a:cubicBezTo>
                <a:cubicBezTo>
                  <a:pt x="83" y="32"/>
                  <a:pt x="85" y="36"/>
                  <a:pt x="93" y="27"/>
                </a:cubicBezTo>
                <a:cubicBezTo>
                  <a:pt x="101" y="18"/>
                  <a:pt x="83" y="12"/>
                  <a:pt x="71" y="0"/>
                </a:cubicBezTo>
                <a:cubicBezTo>
                  <a:pt x="60" y="15"/>
                  <a:pt x="45" y="29"/>
                  <a:pt x="37" y="28"/>
                </a:cubicBezTo>
                <a:cubicBezTo>
                  <a:pt x="30" y="26"/>
                  <a:pt x="30" y="22"/>
                  <a:pt x="30" y="16"/>
                </a:cubicBezTo>
                <a:cubicBezTo>
                  <a:pt x="30" y="11"/>
                  <a:pt x="18" y="8"/>
                  <a:pt x="12" y="15"/>
                </a:cubicBezTo>
                <a:cubicBezTo>
                  <a:pt x="6" y="23"/>
                  <a:pt x="11" y="30"/>
                  <a:pt x="19" y="32"/>
                </a:cubicBezTo>
                <a:cubicBezTo>
                  <a:pt x="27" y="33"/>
                  <a:pt x="26" y="50"/>
                  <a:pt x="16" y="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6" name="Freeform 29"/>
          <p:cNvSpPr>
            <a:spLocks noEditPoints="1"/>
          </p:cNvSpPr>
          <p:nvPr/>
        </p:nvSpPr>
        <p:spPr bwMode="auto">
          <a:xfrm>
            <a:off x="5394947" y="3318285"/>
            <a:ext cx="278872" cy="506102"/>
          </a:xfrm>
          <a:custGeom>
            <a:avLst/>
            <a:gdLst>
              <a:gd name="T0" fmla="*/ 21 w 82"/>
              <a:gd name="T1" fmla="*/ 132 h 148"/>
              <a:gd name="T2" fmla="*/ 29 w 82"/>
              <a:gd name="T3" fmla="*/ 140 h 148"/>
              <a:gd name="T4" fmla="*/ 29 w 82"/>
              <a:gd name="T5" fmla="*/ 140 h 148"/>
              <a:gd name="T6" fmla="*/ 29 w 82"/>
              <a:gd name="T7" fmla="*/ 141 h 148"/>
              <a:gd name="T8" fmla="*/ 36 w 82"/>
              <a:gd name="T9" fmla="*/ 148 h 148"/>
              <a:gd name="T10" fmla="*/ 46 w 82"/>
              <a:gd name="T11" fmla="*/ 148 h 148"/>
              <a:gd name="T12" fmla="*/ 53 w 82"/>
              <a:gd name="T13" fmla="*/ 141 h 148"/>
              <a:gd name="T14" fmla="*/ 53 w 82"/>
              <a:gd name="T15" fmla="*/ 140 h 148"/>
              <a:gd name="T16" fmla="*/ 53 w 82"/>
              <a:gd name="T17" fmla="*/ 140 h 148"/>
              <a:gd name="T18" fmla="*/ 62 w 82"/>
              <a:gd name="T19" fmla="*/ 132 h 148"/>
              <a:gd name="T20" fmla="*/ 62 w 82"/>
              <a:gd name="T21" fmla="*/ 116 h 148"/>
              <a:gd name="T22" fmla="*/ 21 w 82"/>
              <a:gd name="T23" fmla="*/ 116 h 148"/>
              <a:gd name="T24" fmla="*/ 21 w 82"/>
              <a:gd name="T25" fmla="*/ 132 h 148"/>
              <a:gd name="T26" fmla="*/ 41 w 82"/>
              <a:gd name="T27" fmla="*/ 107 h 148"/>
              <a:gd name="T28" fmla="*/ 61 w 82"/>
              <a:gd name="T29" fmla="*/ 108 h 148"/>
              <a:gd name="T30" fmla="*/ 82 w 82"/>
              <a:gd name="T31" fmla="*/ 41 h 148"/>
              <a:gd name="T32" fmla="*/ 41 w 82"/>
              <a:gd name="T33" fmla="*/ 0 h 148"/>
              <a:gd name="T34" fmla="*/ 0 w 82"/>
              <a:gd name="T35" fmla="*/ 41 h 148"/>
              <a:gd name="T36" fmla="*/ 21 w 82"/>
              <a:gd name="T37" fmla="*/ 108 h 148"/>
              <a:gd name="T38" fmla="*/ 41 w 82"/>
              <a:gd name="T39" fmla="*/ 10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2" h="148">
                <a:moveTo>
                  <a:pt x="21" y="132"/>
                </a:moveTo>
                <a:cubicBezTo>
                  <a:pt x="21" y="137"/>
                  <a:pt x="24" y="140"/>
                  <a:pt x="29" y="140"/>
                </a:cubicBezTo>
                <a:cubicBezTo>
                  <a:pt x="29" y="140"/>
                  <a:pt x="29" y="140"/>
                  <a:pt x="29" y="140"/>
                </a:cubicBezTo>
                <a:cubicBezTo>
                  <a:pt x="29" y="141"/>
                  <a:pt x="29" y="141"/>
                  <a:pt x="29" y="141"/>
                </a:cubicBezTo>
                <a:cubicBezTo>
                  <a:pt x="29" y="145"/>
                  <a:pt x="32" y="148"/>
                  <a:pt x="36" y="148"/>
                </a:cubicBezTo>
                <a:cubicBezTo>
                  <a:pt x="46" y="148"/>
                  <a:pt x="46" y="148"/>
                  <a:pt x="46" y="148"/>
                </a:cubicBezTo>
                <a:cubicBezTo>
                  <a:pt x="50" y="148"/>
                  <a:pt x="53" y="145"/>
                  <a:pt x="53" y="141"/>
                </a:cubicBezTo>
                <a:cubicBezTo>
                  <a:pt x="53" y="141"/>
                  <a:pt x="53" y="141"/>
                  <a:pt x="53" y="140"/>
                </a:cubicBezTo>
                <a:cubicBezTo>
                  <a:pt x="53" y="140"/>
                  <a:pt x="53" y="140"/>
                  <a:pt x="53" y="140"/>
                </a:cubicBezTo>
                <a:cubicBezTo>
                  <a:pt x="58" y="140"/>
                  <a:pt x="62" y="137"/>
                  <a:pt x="62" y="132"/>
                </a:cubicBezTo>
                <a:cubicBezTo>
                  <a:pt x="62" y="116"/>
                  <a:pt x="62" y="116"/>
                  <a:pt x="62" y="116"/>
                </a:cubicBezTo>
                <a:cubicBezTo>
                  <a:pt x="21" y="116"/>
                  <a:pt x="21" y="116"/>
                  <a:pt x="21" y="116"/>
                </a:cubicBezTo>
                <a:lnTo>
                  <a:pt x="21" y="132"/>
                </a:lnTo>
                <a:close/>
                <a:moveTo>
                  <a:pt x="41" y="107"/>
                </a:moveTo>
                <a:cubicBezTo>
                  <a:pt x="45" y="107"/>
                  <a:pt x="52" y="107"/>
                  <a:pt x="61" y="108"/>
                </a:cubicBezTo>
                <a:cubicBezTo>
                  <a:pt x="61" y="75"/>
                  <a:pt x="82" y="74"/>
                  <a:pt x="82" y="41"/>
                </a:cubicBezTo>
                <a:cubicBezTo>
                  <a:pt x="82" y="19"/>
                  <a:pt x="64" y="0"/>
                  <a:pt x="41" y="0"/>
                </a:cubicBezTo>
                <a:cubicBezTo>
                  <a:pt x="18" y="0"/>
                  <a:pt x="0" y="19"/>
                  <a:pt x="0" y="41"/>
                </a:cubicBezTo>
                <a:cubicBezTo>
                  <a:pt x="0" y="74"/>
                  <a:pt x="21" y="75"/>
                  <a:pt x="21" y="108"/>
                </a:cubicBezTo>
                <a:cubicBezTo>
                  <a:pt x="31" y="107"/>
                  <a:pt x="37" y="107"/>
                  <a:pt x="41" y="1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7" name="Freeform 30"/>
          <p:cNvSpPr>
            <a:spLocks noEditPoints="1"/>
          </p:cNvSpPr>
          <p:nvPr/>
        </p:nvSpPr>
        <p:spPr bwMode="auto">
          <a:xfrm>
            <a:off x="6518182" y="3349270"/>
            <a:ext cx="312441" cy="395070"/>
          </a:xfrm>
          <a:custGeom>
            <a:avLst/>
            <a:gdLst>
              <a:gd name="T0" fmla="*/ 35 w 121"/>
              <a:gd name="T1" fmla="*/ 92 h 153"/>
              <a:gd name="T2" fmla="*/ 44 w 121"/>
              <a:gd name="T3" fmla="*/ 94 h 153"/>
              <a:gd name="T4" fmla="*/ 44 w 121"/>
              <a:gd name="T5" fmla="*/ 77 h 153"/>
              <a:gd name="T6" fmla="*/ 35 w 121"/>
              <a:gd name="T7" fmla="*/ 92 h 153"/>
              <a:gd name="T8" fmla="*/ 80 w 121"/>
              <a:gd name="T9" fmla="*/ 0 h 153"/>
              <a:gd name="T10" fmla="*/ 0 w 121"/>
              <a:gd name="T11" fmla="*/ 0 h 153"/>
              <a:gd name="T12" fmla="*/ 0 w 121"/>
              <a:gd name="T13" fmla="*/ 153 h 153"/>
              <a:gd name="T14" fmla="*/ 121 w 121"/>
              <a:gd name="T15" fmla="*/ 153 h 153"/>
              <a:gd name="T16" fmla="*/ 121 w 121"/>
              <a:gd name="T17" fmla="*/ 41 h 153"/>
              <a:gd name="T18" fmla="*/ 80 w 121"/>
              <a:gd name="T19" fmla="*/ 0 h 153"/>
              <a:gd name="T20" fmla="*/ 77 w 121"/>
              <a:gd name="T21" fmla="*/ 16 h 153"/>
              <a:gd name="T22" fmla="*/ 103 w 121"/>
              <a:gd name="T23" fmla="*/ 43 h 153"/>
              <a:gd name="T24" fmla="*/ 77 w 121"/>
              <a:gd name="T25" fmla="*/ 43 h 153"/>
              <a:gd name="T26" fmla="*/ 77 w 121"/>
              <a:gd name="T27" fmla="*/ 16 h 153"/>
              <a:gd name="T28" fmla="*/ 45 w 121"/>
              <a:gd name="T29" fmla="*/ 112 h 153"/>
              <a:gd name="T30" fmla="*/ 44 w 121"/>
              <a:gd name="T31" fmla="*/ 100 h 153"/>
              <a:gd name="T32" fmla="*/ 31 w 121"/>
              <a:gd name="T33" fmla="*/ 96 h 153"/>
              <a:gd name="T34" fmla="*/ 24 w 121"/>
              <a:gd name="T35" fmla="*/ 105 h 153"/>
              <a:gd name="T36" fmla="*/ 13 w 121"/>
              <a:gd name="T37" fmla="*/ 102 h 153"/>
              <a:gd name="T38" fmla="*/ 43 w 121"/>
              <a:gd name="T39" fmla="*/ 65 h 153"/>
              <a:gd name="T40" fmla="*/ 53 w 121"/>
              <a:gd name="T41" fmla="*/ 69 h 153"/>
              <a:gd name="T42" fmla="*/ 54 w 121"/>
              <a:gd name="T43" fmla="*/ 116 h 153"/>
              <a:gd name="T44" fmla="*/ 45 w 121"/>
              <a:gd name="T45" fmla="*/ 112 h 153"/>
              <a:gd name="T46" fmla="*/ 106 w 121"/>
              <a:gd name="T47" fmla="*/ 114 h 153"/>
              <a:gd name="T48" fmla="*/ 92 w 121"/>
              <a:gd name="T49" fmla="*/ 109 h 153"/>
              <a:gd name="T50" fmla="*/ 86 w 121"/>
              <a:gd name="T51" fmla="*/ 125 h 153"/>
              <a:gd name="T52" fmla="*/ 76 w 121"/>
              <a:gd name="T53" fmla="*/ 122 h 153"/>
              <a:gd name="T54" fmla="*/ 81 w 121"/>
              <a:gd name="T55" fmla="*/ 106 h 153"/>
              <a:gd name="T56" fmla="*/ 65 w 121"/>
              <a:gd name="T57" fmla="*/ 101 h 153"/>
              <a:gd name="T58" fmla="*/ 69 w 121"/>
              <a:gd name="T59" fmla="*/ 90 h 153"/>
              <a:gd name="T60" fmla="*/ 84 w 121"/>
              <a:gd name="T61" fmla="*/ 96 h 153"/>
              <a:gd name="T62" fmla="*/ 89 w 121"/>
              <a:gd name="T63" fmla="*/ 80 h 153"/>
              <a:gd name="T64" fmla="*/ 99 w 121"/>
              <a:gd name="T65" fmla="*/ 84 h 153"/>
              <a:gd name="T66" fmla="*/ 94 w 121"/>
              <a:gd name="T67" fmla="*/ 100 h 153"/>
              <a:gd name="T68" fmla="*/ 110 w 121"/>
              <a:gd name="T69" fmla="*/ 104 h 153"/>
              <a:gd name="T70" fmla="*/ 106 w 121"/>
              <a:gd name="T71" fmla="*/ 114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1" h="153">
                <a:moveTo>
                  <a:pt x="35" y="92"/>
                </a:moveTo>
                <a:lnTo>
                  <a:pt x="44" y="94"/>
                </a:lnTo>
                <a:lnTo>
                  <a:pt x="44" y="77"/>
                </a:lnTo>
                <a:lnTo>
                  <a:pt x="35" y="92"/>
                </a:lnTo>
                <a:close/>
                <a:moveTo>
                  <a:pt x="80" y="0"/>
                </a:moveTo>
                <a:lnTo>
                  <a:pt x="0" y="0"/>
                </a:lnTo>
                <a:lnTo>
                  <a:pt x="0" y="153"/>
                </a:lnTo>
                <a:lnTo>
                  <a:pt x="121" y="153"/>
                </a:lnTo>
                <a:lnTo>
                  <a:pt x="121" y="41"/>
                </a:lnTo>
                <a:lnTo>
                  <a:pt x="80" y="0"/>
                </a:lnTo>
                <a:close/>
                <a:moveTo>
                  <a:pt x="77" y="16"/>
                </a:moveTo>
                <a:lnTo>
                  <a:pt x="103" y="43"/>
                </a:lnTo>
                <a:lnTo>
                  <a:pt x="77" y="43"/>
                </a:lnTo>
                <a:lnTo>
                  <a:pt x="77" y="16"/>
                </a:lnTo>
                <a:close/>
                <a:moveTo>
                  <a:pt x="45" y="112"/>
                </a:moveTo>
                <a:lnTo>
                  <a:pt x="44" y="100"/>
                </a:lnTo>
                <a:lnTo>
                  <a:pt x="31" y="96"/>
                </a:lnTo>
                <a:lnTo>
                  <a:pt x="24" y="105"/>
                </a:lnTo>
                <a:lnTo>
                  <a:pt x="13" y="102"/>
                </a:lnTo>
                <a:lnTo>
                  <a:pt x="43" y="65"/>
                </a:lnTo>
                <a:lnTo>
                  <a:pt x="53" y="69"/>
                </a:lnTo>
                <a:lnTo>
                  <a:pt x="54" y="116"/>
                </a:lnTo>
                <a:lnTo>
                  <a:pt x="45" y="112"/>
                </a:lnTo>
                <a:close/>
                <a:moveTo>
                  <a:pt x="106" y="114"/>
                </a:moveTo>
                <a:lnTo>
                  <a:pt x="92" y="109"/>
                </a:lnTo>
                <a:lnTo>
                  <a:pt x="86" y="125"/>
                </a:lnTo>
                <a:lnTo>
                  <a:pt x="76" y="122"/>
                </a:lnTo>
                <a:lnTo>
                  <a:pt x="81" y="106"/>
                </a:lnTo>
                <a:lnTo>
                  <a:pt x="65" y="101"/>
                </a:lnTo>
                <a:lnTo>
                  <a:pt x="69" y="90"/>
                </a:lnTo>
                <a:lnTo>
                  <a:pt x="84" y="96"/>
                </a:lnTo>
                <a:lnTo>
                  <a:pt x="89" y="80"/>
                </a:lnTo>
                <a:lnTo>
                  <a:pt x="99" y="84"/>
                </a:lnTo>
                <a:lnTo>
                  <a:pt x="94" y="100"/>
                </a:lnTo>
                <a:lnTo>
                  <a:pt x="110" y="104"/>
                </a:lnTo>
                <a:lnTo>
                  <a:pt x="106" y="1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8" name="Freeform 31"/>
          <p:cNvSpPr>
            <a:spLocks noEditPoints="1"/>
          </p:cNvSpPr>
          <p:nvPr/>
        </p:nvSpPr>
        <p:spPr bwMode="auto">
          <a:xfrm>
            <a:off x="7628507" y="3349270"/>
            <a:ext cx="312441" cy="395070"/>
          </a:xfrm>
          <a:custGeom>
            <a:avLst/>
            <a:gdLst>
              <a:gd name="T0" fmla="*/ 0 w 121"/>
              <a:gd name="T1" fmla="*/ 0 h 153"/>
              <a:gd name="T2" fmla="*/ 121 w 121"/>
              <a:gd name="T3" fmla="*/ 153 h 153"/>
              <a:gd name="T4" fmla="*/ 80 w 121"/>
              <a:gd name="T5" fmla="*/ 0 h 153"/>
              <a:gd name="T6" fmla="*/ 72 w 121"/>
              <a:gd name="T7" fmla="*/ 16 h 153"/>
              <a:gd name="T8" fmla="*/ 60 w 121"/>
              <a:gd name="T9" fmla="*/ 22 h 153"/>
              <a:gd name="T10" fmla="*/ 60 w 121"/>
              <a:gd name="T11" fmla="*/ 27 h 153"/>
              <a:gd name="T12" fmla="*/ 72 w 121"/>
              <a:gd name="T13" fmla="*/ 32 h 153"/>
              <a:gd name="T14" fmla="*/ 60 w 121"/>
              <a:gd name="T15" fmla="*/ 27 h 153"/>
              <a:gd name="T16" fmla="*/ 72 w 121"/>
              <a:gd name="T17" fmla="*/ 37 h 153"/>
              <a:gd name="T18" fmla="*/ 60 w 121"/>
              <a:gd name="T19" fmla="*/ 43 h 153"/>
              <a:gd name="T20" fmla="*/ 17 w 121"/>
              <a:gd name="T21" fmla="*/ 16 h 153"/>
              <a:gd name="T22" fmla="*/ 54 w 121"/>
              <a:gd name="T23" fmla="*/ 55 h 153"/>
              <a:gd name="T24" fmla="*/ 17 w 121"/>
              <a:gd name="T25" fmla="*/ 16 h 153"/>
              <a:gd name="T26" fmla="*/ 17 w 121"/>
              <a:gd name="T27" fmla="*/ 130 h 153"/>
              <a:gd name="T28" fmla="*/ 60 w 121"/>
              <a:gd name="T29" fmla="*/ 125 h 153"/>
              <a:gd name="T30" fmla="*/ 103 w 121"/>
              <a:gd name="T31" fmla="*/ 119 h 153"/>
              <a:gd name="T32" fmla="*/ 17 w 121"/>
              <a:gd name="T33" fmla="*/ 114 h 153"/>
              <a:gd name="T34" fmla="*/ 103 w 121"/>
              <a:gd name="T35" fmla="*/ 119 h 153"/>
              <a:gd name="T36" fmla="*/ 17 w 121"/>
              <a:gd name="T37" fmla="*/ 109 h 153"/>
              <a:gd name="T38" fmla="*/ 103 w 121"/>
              <a:gd name="T39" fmla="*/ 104 h 153"/>
              <a:gd name="T40" fmla="*/ 103 w 121"/>
              <a:gd name="T41" fmla="*/ 98 h 153"/>
              <a:gd name="T42" fmla="*/ 17 w 121"/>
              <a:gd name="T43" fmla="*/ 92 h 153"/>
              <a:gd name="T44" fmla="*/ 103 w 121"/>
              <a:gd name="T45" fmla="*/ 98 h 153"/>
              <a:gd name="T46" fmla="*/ 17 w 121"/>
              <a:gd name="T47" fmla="*/ 86 h 153"/>
              <a:gd name="T48" fmla="*/ 103 w 121"/>
              <a:gd name="T49" fmla="*/ 81 h 153"/>
              <a:gd name="T50" fmla="*/ 103 w 121"/>
              <a:gd name="T51" fmla="*/ 76 h 153"/>
              <a:gd name="T52" fmla="*/ 17 w 121"/>
              <a:gd name="T53" fmla="*/ 71 h 153"/>
              <a:gd name="T54" fmla="*/ 103 w 121"/>
              <a:gd name="T55" fmla="*/ 76 h 153"/>
              <a:gd name="T56" fmla="*/ 17 w 121"/>
              <a:gd name="T57" fmla="*/ 65 h 153"/>
              <a:gd name="T58" fmla="*/ 103 w 121"/>
              <a:gd name="T59" fmla="*/ 60 h 153"/>
              <a:gd name="T60" fmla="*/ 103 w 121"/>
              <a:gd name="T61" fmla="*/ 55 h 153"/>
              <a:gd name="T62" fmla="*/ 60 w 121"/>
              <a:gd name="T63" fmla="*/ 49 h 153"/>
              <a:gd name="T64" fmla="*/ 103 w 121"/>
              <a:gd name="T65" fmla="*/ 55 h 153"/>
              <a:gd name="T66" fmla="*/ 77 w 121"/>
              <a:gd name="T67" fmla="*/ 16 h 153"/>
              <a:gd name="T68" fmla="*/ 77 w 121"/>
              <a:gd name="T69" fmla="*/ 4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1" h="153">
                <a:moveTo>
                  <a:pt x="80" y="0"/>
                </a:moveTo>
                <a:lnTo>
                  <a:pt x="0" y="0"/>
                </a:lnTo>
                <a:lnTo>
                  <a:pt x="0" y="153"/>
                </a:lnTo>
                <a:lnTo>
                  <a:pt x="121" y="153"/>
                </a:lnTo>
                <a:lnTo>
                  <a:pt x="121" y="41"/>
                </a:lnTo>
                <a:lnTo>
                  <a:pt x="80" y="0"/>
                </a:lnTo>
                <a:close/>
                <a:moveTo>
                  <a:pt x="60" y="16"/>
                </a:moveTo>
                <a:lnTo>
                  <a:pt x="72" y="16"/>
                </a:lnTo>
                <a:lnTo>
                  <a:pt x="72" y="22"/>
                </a:lnTo>
                <a:lnTo>
                  <a:pt x="60" y="22"/>
                </a:lnTo>
                <a:lnTo>
                  <a:pt x="60" y="16"/>
                </a:lnTo>
                <a:close/>
                <a:moveTo>
                  <a:pt x="60" y="27"/>
                </a:moveTo>
                <a:lnTo>
                  <a:pt x="72" y="27"/>
                </a:lnTo>
                <a:lnTo>
                  <a:pt x="72" y="32"/>
                </a:lnTo>
                <a:lnTo>
                  <a:pt x="60" y="32"/>
                </a:lnTo>
                <a:lnTo>
                  <a:pt x="60" y="27"/>
                </a:lnTo>
                <a:close/>
                <a:moveTo>
                  <a:pt x="60" y="37"/>
                </a:moveTo>
                <a:lnTo>
                  <a:pt x="72" y="37"/>
                </a:lnTo>
                <a:lnTo>
                  <a:pt x="72" y="43"/>
                </a:lnTo>
                <a:lnTo>
                  <a:pt x="60" y="43"/>
                </a:lnTo>
                <a:lnTo>
                  <a:pt x="60" y="37"/>
                </a:lnTo>
                <a:close/>
                <a:moveTo>
                  <a:pt x="17" y="16"/>
                </a:moveTo>
                <a:lnTo>
                  <a:pt x="54" y="16"/>
                </a:lnTo>
                <a:lnTo>
                  <a:pt x="54" y="55"/>
                </a:lnTo>
                <a:lnTo>
                  <a:pt x="17" y="55"/>
                </a:lnTo>
                <a:lnTo>
                  <a:pt x="17" y="16"/>
                </a:lnTo>
                <a:close/>
                <a:moveTo>
                  <a:pt x="60" y="130"/>
                </a:moveTo>
                <a:lnTo>
                  <a:pt x="17" y="130"/>
                </a:lnTo>
                <a:lnTo>
                  <a:pt x="17" y="125"/>
                </a:lnTo>
                <a:lnTo>
                  <a:pt x="60" y="125"/>
                </a:lnTo>
                <a:lnTo>
                  <a:pt x="60" y="130"/>
                </a:lnTo>
                <a:close/>
                <a:moveTo>
                  <a:pt x="103" y="119"/>
                </a:moveTo>
                <a:lnTo>
                  <a:pt x="17" y="119"/>
                </a:lnTo>
                <a:lnTo>
                  <a:pt x="17" y="114"/>
                </a:lnTo>
                <a:lnTo>
                  <a:pt x="103" y="114"/>
                </a:lnTo>
                <a:lnTo>
                  <a:pt x="103" y="119"/>
                </a:lnTo>
                <a:close/>
                <a:moveTo>
                  <a:pt x="103" y="109"/>
                </a:moveTo>
                <a:lnTo>
                  <a:pt x="17" y="109"/>
                </a:lnTo>
                <a:lnTo>
                  <a:pt x="17" y="104"/>
                </a:lnTo>
                <a:lnTo>
                  <a:pt x="103" y="104"/>
                </a:lnTo>
                <a:lnTo>
                  <a:pt x="103" y="109"/>
                </a:lnTo>
                <a:close/>
                <a:moveTo>
                  <a:pt x="103" y="98"/>
                </a:moveTo>
                <a:lnTo>
                  <a:pt x="17" y="98"/>
                </a:lnTo>
                <a:lnTo>
                  <a:pt x="17" y="92"/>
                </a:lnTo>
                <a:lnTo>
                  <a:pt x="103" y="92"/>
                </a:lnTo>
                <a:lnTo>
                  <a:pt x="103" y="98"/>
                </a:lnTo>
                <a:close/>
                <a:moveTo>
                  <a:pt x="103" y="86"/>
                </a:moveTo>
                <a:lnTo>
                  <a:pt x="17" y="86"/>
                </a:lnTo>
                <a:lnTo>
                  <a:pt x="17" y="81"/>
                </a:lnTo>
                <a:lnTo>
                  <a:pt x="103" y="81"/>
                </a:lnTo>
                <a:lnTo>
                  <a:pt x="103" y="86"/>
                </a:lnTo>
                <a:close/>
                <a:moveTo>
                  <a:pt x="103" y="76"/>
                </a:moveTo>
                <a:lnTo>
                  <a:pt x="17" y="76"/>
                </a:lnTo>
                <a:lnTo>
                  <a:pt x="17" y="71"/>
                </a:lnTo>
                <a:lnTo>
                  <a:pt x="103" y="71"/>
                </a:lnTo>
                <a:lnTo>
                  <a:pt x="103" y="76"/>
                </a:lnTo>
                <a:close/>
                <a:moveTo>
                  <a:pt x="103" y="65"/>
                </a:moveTo>
                <a:lnTo>
                  <a:pt x="17" y="65"/>
                </a:lnTo>
                <a:lnTo>
                  <a:pt x="17" y="60"/>
                </a:lnTo>
                <a:lnTo>
                  <a:pt x="103" y="60"/>
                </a:lnTo>
                <a:lnTo>
                  <a:pt x="103" y="65"/>
                </a:lnTo>
                <a:close/>
                <a:moveTo>
                  <a:pt x="103" y="55"/>
                </a:moveTo>
                <a:lnTo>
                  <a:pt x="60" y="55"/>
                </a:lnTo>
                <a:lnTo>
                  <a:pt x="60" y="49"/>
                </a:lnTo>
                <a:lnTo>
                  <a:pt x="103" y="49"/>
                </a:lnTo>
                <a:lnTo>
                  <a:pt x="103" y="55"/>
                </a:lnTo>
                <a:close/>
                <a:moveTo>
                  <a:pt x="77" y="43"/>
                </a:moveTo>
                <a:lnTo>
                  <a:pt x="77" y="16"/>
                </a:lnTo>
                <a:lnTo>
                  <a:pt x="103" y="43"/>
                </a:lnTo>
                <a:lnTo>
                  <a:pt x="77" y="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9" name="Freeform 32"/>
          <p:cNvSpPr>
            <a:spLocks noEditPoints="1"/>
          </p:cNvSpPr>
          <p:nvPr/>
        </p:nvSpPr>
        <p:spPr bwMode="auto">
          <a:xfrm>
            <a:off x="8671695" y="3377672"/>
            <a:ext cx="477699" cy="366665"/>
          </a:xfrm>
          <a:custGeom>
            <a:avLst/>
            <a:gdLst>
              <a:gd name="T0" fmla="*/ 0 w 140"/>
              <a:gd name="T1" fmla="*/ 0 h 107"/>
              <a:gd name="T2" fmla="*/ 0 w 140"/>
              <a:gd name="T3" fmla="*/ 107 h 107"/>
              <a:gd name="T4" fmla="*/ 140 w 140"/>
              <a:gd name="T5" fmla="*/ 107 h 107"/>
              <a:gd name="T6" fmla="*/ 140 w 140"/>
              <a:gd name="T7" fmla="*/ 0 h 107"/>
              <a:gd name="T8" fmla="*/ 0 w 140"/>
              <a:gd name="T9" fmla="*/ 0 h 107"/>
              <a:gd name="T10" fmla="*/ 74 w 140"/>
              <a:gd name="T11" fmla="*/ 40 h 107"/>
              <a:gd name="T12" fmla="*/ 84 w 140"/>
              <a:gd name="T13" fmla="*/ 53 h 107"/>
              <a:gd name="T14" fmla="*/ 74 w 140"/>
              <a:gd name="T15" fmla="*/ 67 h 107"/>
              <a:gd name="T16" fmla="*/ 74 w 140"/>
              <a:gd name="T17" fmla="*/ 40 h 107"/>
              <a:gd name="T18" fmla="*/ 8 w 140"/>
              <a:gd name="T19" fmla="*/ 33 h 107"/>
              <a:gd name="T20" fmla="*/ 8 w 140"/>
              <a:gd name="T21" fmla="*/ 74 h 107"/>
              <a:gd name="T22" fmla="*/ 8 w 140"/>
              <a:gd name="T23" fmla="*/ 33 h 107"/>
              <a:gd name="T24" fmla="*/ 65 w 140"/>
              <a:gd name="T25" fmla="*/ 67 h 107"/>
              <a:gd name="T26" fmla="*/ 55 w 140"/>
              <a:gd name="T27" fmla="*/ 53 h 107"/>
              <a:gd name="T28" fmla="*/ 65 w 140"/>
              <a:gd name="T29" fmla="*/ 40 h 107"/>
              <a:gd name="T30" fmla="*/ 65 w 140"/>
              <a:gd name="T31" fmla="*/ 67 h 107"/>
              <a:gd name="T32" fmla="*/ 65 w 140"/>
              <a:gd name="T33" fmla="*/ 34 h 107"/>
              <a:gd name="T34" fmla="*/ 49 w 140"/>
              <a:gd name="T35" fmla="*/ 53 h 107"/>
              <a:gd name="T36" fmla="*/ 65 w 140"/>
              <a:gd name="T37" fmla="*/ 73 h 107"/>
              <a:gd name="T38" fmla="*/ 65 w 140"/>
              <a:gd name="T39" fmla="*/ 99 h 107"/>
              <a:gd name="T40" fmla="*/ 8 w 140"/>
              <a:gd name="T41" fmla="*/ 99 h 107"/>
              <a:gd name="T42" fmla="*/ 8 w 140"/>
              <a:gd name="T43" fmla="*/ 82 h 107"/>
              <a:gd name="T44" fmla="*/ 8 w 140"/>
              <a:gd name="T45" fmla="*/ 24 h 107"/>
              <a:gd name="T46" fmla="*/ 8 w 140"/>
              <a:gd name="T47" fmla="*/ 8 h 107"/>
              <a:gd name="T48" fmla="*/ 65 w 140"/>
              <a:gd name="T49" fmla="*/ 8 h 107"/>
              <a:gd name="T50" fmla="*/ 65 w 140"/>
              <a:gd name="T51" fmla="*/ 34 h 107"/>
              <a:gd name="T52" fmla="*/ 131 w 140"/>
              <a:gd name="T53" fmla="*/ 74 h 107"/>
              <a:gd name="T54" fmla="*/ 131 w 140"/>
              <a:gd name="T55" fmla="*/ 33 h 107"/>
              <a:gd name="T56" fmla="*/ 131 w 140"/>
              <a:gd name="T57" fmla="*/ 74 h 107"/>
              <a:gd name="T58" fmla="*/ 131 w 140"/>
              <a:gd name="T59" fmla="*/ 24 h 107"/>
              <a:gd name="T60" fmla="*/ 131 w 140"/>
              <a:gd name="T61" fmla="*/ 82 h 107"/>
              <a:gd name="T62" fmla="*/ 131 w 140"/>
              <a:gd name="T63" fmla="*/ 99 h 107"/>
              <a:gd name="T64" fmla="*/ 74 w 140"/>
              <a:gd name="T65" fmla="*/ 99 h 107"/>
              <a:gd name="T66" fmla="*/ 74 w 140"/>
              <a:gd name="T67" fmla="*/ 73 h 107"/>
              <a:gd name="T68" fmla="*/ 90 w 140"/>
              <a:gd name="T69" fmla="*/ 53 h 107"/>
              <a:gd name="T70" fmla="*/ 74 w 140"/>
              <a:gd name="T71" fmla="*/ 34 h 107"/>
              <a:gd name="T72" fmla="*/ 74 w 140"/>
              <a:gd name="T73" fmla="*/ 8 h 107"/>
              <a:gd name="T74" fmla="*/ 131 w 140"/>
              <a:gd name="T75" fmla="*/ 8 h 107"/>
              <a:gd name="T76" fmla="*/ 131 w 140"/>
              <a:gd name="T77" fmla="*/ 2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0" h="107">
                <a:moveTo>
                  <a:pt x="0" y="0"/>
                </a:moveTo>
                <a:cubicBezTo>
                  <a:pt x="0" y="107"/>
                  <a:pt x="0" y="107"/>
                  <a:pt x="0" y="107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0"/>
                  <a:pt x="140" y="0"/>
                  <a:pt x="140" y="0"/>
                </a:cubicBezTo>
                <a:lnTo>
                  <a:pt x="0" y="0"/>
                </a:lnTo>
                <a:close/>
                <a:moveTo>
                  <a:pt x="74" y="40"/>
                </a:moveTo>
                <a:cubicBezTo>
                  <a:pt x="80" y="42"/>
                  <a:pt x="84" y="47"/>
                  <a:pt x="84" y="53"/>
                </a:cubicBezTo>
                <a:cubicBezTo>
                  <a:pt x="84" y="60"/>
                  <a:pt x="80" y="65"/>
                  <a:pt x="74" y="67"/>
                </a:cubicBezTo>
                <a:lnTo>
                  <a:pt x="74" y="40"/>
                </a:lnTo>
                <a:close/>
                <a:moveTo>
                  <a:pt x="8" y="33"/>
                </a:moveTo>
                <a:cubicBezTo>
                  <a:pt x="35" y="33"/>
                  <a:pt x="35" y="74"/>
                  <a:pt x="8" y="74"/>
                </a:cubicBezTo>
                <a:lnTo>
                  <a:pt x="8" y="33"/>
                </a:lnTo>
                <a:close/>
                <a:moveTo>
                  <a:pt x="65" y="67"/>
                </a:moveTo>
                <a:cubicBezTo>
                  <a:pt x="60" y="65"/>
                  <a:pt x="55" y="60"/>
                  <a:pt x="55" y="53"/>
                </a:cubicBezTo>
                <a:cubicBezTo>
                  <a:pt x="55" y="47"/>
                  <a:pt x="60" y="42"/>
                  <a:pt x="65" y="40"/>
                </a:cubicBezTo>
                <a:lnTo>
                  <a:pt x="65" y="67"/>
                </a:lnTo>
                <a:close/>
                <a:moveTo>
                  <a:pt x="65" y="34"/>
                </a:moveTo>
                <a:cubicBezTo>
                  <a:pt x="56" y="35"/>
                  <a:pt x="49" y="43"/>
                  <a:pt x="49" y="53"/>
                </a:cubicBezTo>
                <a:cubicBezTo>
                  <a:pt x="49" y="63"/>
                  <a:pt x="56" y="71"/>
                  <a:pt x="65" y="73"/>
                </a:cubicBezTo>
                <a:cubicBezTo>
                  <a:pt x="65" y="99"/>
                  <a:pt x="65" y="99"/>
                  <a:pt x="65" y="99"/>
                </a:cubicBezTo>
                <a:cubicBezTo>
                  <a:pt x="8" y="99"/>
                  <a:pt x="8" y="99"/>
                  <a:pt x="8" y="99"/>
                </a:cubicBezTo>
                <a:cubicBezTo>
                  <a:pt x="8" y="82"/>
                  <a:pt x="8" y="82"/>
                  <a:pt x="8" y="82"/>
                </a:cubicBezTo>
                <a:cubicBezTo>
                  <a:pt x="46" y="82"/>
                  <a:pt x="46" y="24"/>
                  <a:pt x="8" y="24"/>
                </a:cubicBezTo>
                <a:cubicBezTo>
                  <a:pt x="8" y="8"/>
                  <a:pt x="8" y="8"/>
                  <a:pt x="8" y="8"/>
                </a:cubicBezTo>
                <a:cubicBezTo>
                  <a:pt x="65" y="8"/>
                  <a:pt x="65" y="8"/>
                  <a:pt x="65" y="8"/>
                </a:cubicBezTo>
                <a:lnTo>
                  <a:pt x="65" y="34"/>
                </a:lnTo>
                <a:close/>
                <a:moveTo>
                  <a:pt x="131" y="74"/>
                </a:moveTo>
                <a:cubicBezTo>
                  <a:pt x="104" y="74"/>
                  <a:pt x="104" y="33"/>
                  <a:pt x="131" y="33"/>
                </a:cubicBezTo>
                <a:lnTo>
                  <a:pt x="131" y="74"/>
                </a:lnTo>
                <a:close/>
                <a:moveTo>
                  <a:pt x="131" y="24"/>
                </a:moveTo>
                <a:cubicBezTo>
                  <a:pt x="93" y="24"/>
                  <a:pt x="93" y="82"/>
                  <a:pt x="131" y="82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74" y="73"/>
                  <a:pt x="74" y="73"/>
                  <a:pt x="74" y="73"/>
                </a:cubicBezTo>
                <a:cubicBezTo>
                  <a:pt x="83" y="71"/>
                  <a:pt x="90" y="63"/>
                  <a:pt x="90" y="53"/>
                </a:cubicBezTo>
                <a:cubicBezTo>
                  <a:pt x="90" y="43"/>
                  <a:pt x="83" y="35"/>
                  <a:pt x="74" y="34"/>
                </a:cubicBezTo>
                <a:cubicBezTo>
                  <a:pt x="74" y="8"/>
                  <a:pt x="74" y="8"/>
                  <a:pt x="74" y="8"/>
                </a:cubicBezTo>
                <a:cubicBezTo>
                  <a:pt x="131" y="8"/>
                  <a:pt x="131" y="8"/>
                  <a:pt x="131" y="8"/>
                </a:cubicBezTo>
                <a:lnTo>
                  <a:pt x="131" y="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0" name="Freeform 33"/>
          <p:cNvSpPr>
            <a:spLocks noEditPoints="1"/>
          </p:cNvSpPr>
          <p:nvPr/>
        </p:nvSpPr>
        <p:spPr bwMode="auto">
          <a:xfrm>
            <a:off x="9802677" y="3328613"/>
            <a:ext cx="459623" cy="462205"/>
          </a:xfrm>
          <a:custGeom>
            <a:avLst/>
            <a:gdLst>
              <a:gd name="T0" fmla="*/ 111 w 135"/>
              <a:gd name="T1" fmla="*/ 24 h 135"/>
              <a:gd name="T2" fmla="*/ 24 w 135"/>
              <a:gd name="T3" fmla="*/ 24 h 135"/>
              <a:gd name="T4" fmla="*/ 24 w 135"/>
              <a:gd name="T5" fmla="*/ 111 h 135"/>
              <a:gd name="T6" fmla="*/ 111 w 135"/>
              <a:gd name="T7" fmla="*/ 111 h 135"/>
              <a:gd name="T8" fmla="*/ 111 w 135"/>
              <a:gd name="T9" fmla="*/ 24 h 135"/>
              <a:gd name="T10" fmla="*/ 121 w 135"/>
              <a:gd name="T11" fmla="*/ 66 h 135"/>
              <a:gd name="T12" fmla="*/ 75 w 135"/>
              <a:gd name="T13" fmla="*/ 44 h 135"/>
              <a:gd name="T14" fmla="*/ 107 w 135"/>
              <a:gd name="T15" fmla="*/ 31 h 135"/>
              <a:gd name="T16" fmla="*/ 121 w 135"/>
              <a:gd name="T17" fmla="*/ 66 h 135"/>
              <a:gd name="T18" fmla="*/ 78 w 135"/>
              <a:gd name="T19" fmla="*/ 15 h 135"/>
              <a:gd name="T20" fmla="*/ 100 w 135"/>
              <a:gd name="T21" fmla="*/ 25 h 135"/>
              <a:gd name="T22" fmla="*/ 69 w 135"/>
              <a:gd name="T23" fmla="*/ 38 h 135"/>
              <a:gd name="T24" fmla="*/ 78 w 135"/>
              <a:gd name="T25" fmla="*/ 15 h 135"/>
              <a:gd name="T26" fmla="*/ 67 w 135"/>
              <a:gd name="T27" fmla="*/ 14 h 135"/>
              <a:gd name="T28" fmla="*/ 61 w 135"/>
              <a:gd name="T29" fmla="*/ 43 h 135"/>
              <a:gd name="T30" fmla="*/ 55 w 135"/>
              <a:gd name="T31" fmla="*/ 48 h 135"/>
              <a:gd name="T32" fmla="*/ 33 w 135"/>
              <a:gd name="T33" fmla="*/ 27 h 135"/>
              <a:gd name="T34" fmla="*/ 67 w 135"/>
              <a:gd name="T35" fmla="*/ 14 h 135"/>
              <a:gd name="T36" fmla="*/ 30 w 135"/>
              <a:gd name="T37" fmla="*/ 29 h 135"/>
              <a:gd name="T38" fmla="*/ 31 w 135"/>
              <a:gd name="T39" fmla="*/ 29 h 135"/>
              <a:gd name="T40" fmla="*/ 29 w 135"/>
              <a:gd name="T41" fmla="*/ 30 h 135"/>
              <a:gd name="T42" fmla="*/ 30 w 135"/>
              <a:gd name="T43" fmla="*/ 29 h 135"/>
              <a:gd name="T44" fmla="*/ 27 w 135"/>
              <a:gd name="T45" fmla="*/ 33 h 135"/>
              <a:gd name="T46" fmla="*/ 49 w 135"/>
              <a:gd name="T47" fmla="*/ 54 h 135"/>
              <a:gd name="T48" fmla="*/ 43 w 135"/>
              <a:gd name="T49" fmla="*/ 61 h 135"/>
              <a:gd name="T50" fmla="*/ 15 w 135"/>
              <a:gd name="T51" fmla="*/ 67 h 135"/>
              <a:gd name="T52" fmla="*/ 27 w 135"/>
              <a:gd name="T53" fmla="*/ 33 h 135"/>
              <a:gd name="T54" fmla="*/ 16 w 135"/>
              <a:gd name="T55" fmla="*/ 77 h 135"/>
              <a:gd name="T56" fmla="*/ 38 w 135"/>
              <a:gd name="T57" fmla="*/ 68 h 135"/>
              <a:gd name="T58" fmla="*/ 25 w 135"/>
              <a:gd name="T59" fmla="*/ 99 h 135"/>
              <a:gd name="T60" fmla="*/ 16 w 135"/>
              <a:gd name="T61" fmla="*/ 77 h 135"/>
              <a:gd name="T62" fmla="*/ 32 w 135"/>
              <a:gd name="T63" fmla="*/ 107 h 135"/>
              <a:gd name="T64" fmla="*/ 44 w 135"/>
              <a:gd name="T65" fmla="*/ 74 h 135"/>
              <a:gd name="T66" fmla="*/ 67 w 135"/>
              <a:gd name="T67" fmla="*/ 121 h 135"/>
              <a:gd name="T68" fmla="*/ 32 w 135"/>
              <a:gd name="T69" fmla="*/ 107 h 135"/>
              <a:gd name="T70" fmla="*/ 77 w 135"/>
              <a:gd name="T71" fmla="*/ 120 h 135"/>
              <a:gd name="T72" fmla="*/ 77 w 135"/>
              <a:gd name="T73" fmla="*/ 120 h 135"/>
              <a:gd name="T74" fmla="*/ 49 w 135"/>
              <a:gd name="T75" fmla="*/ 67 h 135"/>
              <a:gd name="T76" fmla="*/ 55 w 135"/>
              <a:gd name="T77" fmla="*/ 60 h 135"/>
              <a:gd name="T78" fmla="*/ 102 w 135"/>
              <a:gd name="T79" fmla="*/ 108 h 135"/>
              <a:gd name="T80" fmla="*/ 77 w 135"/>
              <a:gd name="T81" fmla="*/ 120 h 135"/>
              <a:gd name="T82" fmla="*/ 108 w 135"/>
              <a:gd name="T83" fmla="*/ 102 h 135"/>
              <a:gd name="T84" fmla="*/ 60 w 135"/>
              <a:gd name="T85" fmla="*/ 54 h 135"/>
              <a:gd name="T86" fmla="*/ 67 w 135"/>
              <a:gd name="T87" fmla="*/ 49 h 135"/>
              <a:gd name="T88" fmla="*/ 120 w 135"/>
              <a:gd name="T89" fmla="*/ 76 h 135"/>
              <a:gd name="T90" fmla="*/ 108 w 135"/>
              <a:gd name="T91" fmla="*/ 10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35" h="135">
                <a:moveTo>
                  <a:pt x="111" y="24"/>
                </a:moveTo>
                <a:cubicBezTo>
                  <a:pt x="87" y="0"/>
                  <a:pt x="48" y="0"/>
                  <a:pt x="24" y="24"/>
                </a:cubicBezTo>
                <a:cubicBezTo>
                  <a:pt x="0" y="48"/>
                  <a:pt x="0" y="87"/>
                  <a:pt x="24" y="111"/>
                </a:cubicBezTo>
                <a:cubicBezTo>
                  <a:pt x="48" y="135"/>
                  <a:pt x="87" y="135"/>
                  <a:pt x="111" y="111"/>
                </a:cubicBezTo>
                <a:cubicBezTo>
                  <a:pt x="135" y="87"/>
                  <a:pt x="135" y="48"/>
                  <a:pt x="111" y="24"/>
                </a:cubicBezTo>
                <a:close/>
                <a:moveTo>
                  <a:pt x="121" y="66"/>
                </a:moveTo>
                <a:cubicBezTo>
                  <a:pt x="114" y="51"/>
                  <a:pt x="88" y="54"/>
                  <a:pt x="75" y="44"/>
                </a:cubicBezTo>
                <a:cubicBezTo>
                  <a:pt x="84" y="38"/>
                  <a:pt x="95" y="33"/>
                  <a:pt x="107" y="31"/>
                </a:cubicBezTo>
                <a:cubicBezTo>
                  <a:pt x="116" y="41"/>
                  <a:pt x="121" y="54"/>
                  <a:pt x="121" y="66"/>
                </a:cubicBezTo>
                <a:close/>
                <a:moveTo>
                  <a:pt x="78" y="15"/>
                </a:moveTo>
                <a:cubicBezTo>
                  <a:pt x="86" y="16"/>
                  <a:pt x="93" y="20"/>
                  <a:pt x="100" y="25"/>
                </a:cubicBezTo>
                <a:cubicBezTo>
                  <a:pt x="89" y="27"/>
                  <a:pt x="78" y="32"/>
                  <a:pt x="69" y="38"/>
                </a:cubicBezTo>
                <a:cubicBezTo>
                  <a:pt x="63" y="28"/>
                  <a:pt x="71" y="20"/>
                  <a:pt x="78" y="15"/>
                </a:cubicBezTo>
                <a:close/>
                <a:moveTo>
                  <a:pt x="67" y="14"/>
                </a:moveTo>
                <a:cubicBezTo>
                  <a:pt x="60" y="21"/>
                  <a:pt x="53" y="31"/>
                  <a:pt x="61" y="43"/>
                </a:cubicBezTo>
                <a:cubicBezTo>
                  <a:pt x="59" y="45"/>
                  <a:pt x="57" y="46"/>
                  <a:pt x="55" y="48"/>
                </a:cubicBezTo>
                <a:cubicBezTo>
                  <a:pt x="33" y="27"/>
                  <a:pt x="33" y="27"/>
                  <a:pt x="33" y="27"/>
                </a:cubicBezTo>
                <a:cubicBezTo>
                  <a:pt x="43" y="18"/>
                  <a:pt x="55" y="14"/>
                  <a:pt x="67" y="14"/>
                </a:cubicBezTo>
                <a:close/>
                <a:moveTo>
                  <a:pt x="30" y="29"/>
                </a:moveTo>
                <a:cubicBezTo>
                  <a:pt x="30" y="29"/>
                  <a:pt x="30" y="29"/>
                  <a:pt x="31" y="29"/>
                </a:cubicBezTo>
                <a:cubicBezTo>
                  <a:pt x="29" y="30"/>
                  <a:pt x="29" y="30"/>
                  <a:pt x="29" y="30"/>
                </a:cubicBezTo>
                <a:cubicBezTo>
                  <a:pt x="30" y="30"/>
                  <a:pt x="30" y="30"/>
                  <a:pt x="30" y="29"/>
                </a:cubicBezTo>
                <a:close/>
                <a:moveTo>
                  <a:pt x="27" y="33"/>
                </a:moveTo>
                <a:cubicBezTo>
                  <a:pt x="49" y="54"/>
                  <a:pt x="49" y="54"/>
                  <a:pt x="49" y="54"/>
                </a:cubicBezTo>
                <a:cubicBezTo>
                  <a:pt x="47" y="56"/>
                  <a:pt x="45" y="59"/>
                  <a:pt x="43" y="61"/>
                </a:cubicBezTo>
                <a:cubicBezTo>
                  <a:pt x="32" y="53"/>
                  <a:pt x="21" y="59"/>
                  <a:pt x="15" y="67"/>
                </a:cubicBezTo>
                <a:cubicBezTo>
                  <a:pt x="15" y="55"/>
                  <a:pt x="19" y="42"/>
                  <a:pt x="27" y="33"/>
                </a:cubicBezTo>
                <a:close/>
                <a:moveTo>
                  <a:pt x="16" y="77"/>
                </a:moveTo>
                <a:cubicBezTo>
                  <a:pt x="21" y="71"/>
                  <a:pt x="29" y="63"/>
                  <a:pt x="38" y="68"/>
                </a:cubicBezTo>
                <a:cubicBezTo>
                  <a:pt x="32" y="78"/>
                  <a:pt x="28" y="88"/>
                  <a:pt x="25" y="99"/>
                </a:cubicBezTo>
                <a:cubicBezTo>
                  <a:pt x="20" y="93"/>
                  <a:pt x="17" y="85"/>
                  <a:pt x="16" y="77"/>
                </a:cubicBezTo>
                <a:close/>
                <a:moveTo>
                  <a:pt x="32" y="107"/>
                </a:moveTo>
                <a:cubicBezTo>
                  <a:pt x="34" y="95"/>
                  <a:pt x="38" y="84"/>
                  <a:pt x="44" y="74"/>
                </a:cubicBezTo>
                <a:cubicBezTo>
                  <a:pt x="54" y="87"/>
                  <a:pt x="51" y="114"/>
                  <a:pt x="67" y="121"/>
                </a:cubicBezTo>
                <a:cubicBezTo>
                  <a:pt x="54" y="120"/>
                  <a:pt x="42" y="116"/>
                  <a:pt x="32" y="107"/>
                </a:cubicBezTo>
                <a:close/>
                <a:moveTo>
                  <a:pt x="77" y="120"/>
                </a:moveTo>
                <a:cubicBezTo>
                  <a:pt x="77" y="120"/>
                  <a:pt x="77" y="120"/>
                  <a:pt x="77" y="120"/>
                </a:cubicBezTo>
                <a:cubicBezTo>
                  <a:pt x="57" y="113"/>
                  <a:pt x="62" y="82"/>
                  <a:pt x="49" y="67"/>
                </a:cubicBezTo>
                <a:cubicBezTo>
                  <a:pt x="51" y="64"/>
                  <a:pt x="53" y="62"/>
                  <a:pt x="55" y="60"/>
                </a:cubicBezTo>
                <a:cubicBezTo>
                  <a:pt x="102" y="108"/>
                  <a:pt x="102" y="108"/>
                  <a:pt x="102" y="108"/>
                </a:cubicBezTo>
                <a:cubicBezTo>
                  <a:pt x="95" y="114"/>
                  <a:pt x="86" y="118"/>
                  <a:pt x="77" y="120"/>
                </a:cubicBezTo>
                <a:close/>
                <a:moveTo>
                  <a:pt x="108" y="102"/>
                </a:moveTo>
                <a:cubicBezTo>
                  <a:pt x="60" y="54"/>
                  <a:pt x="60" y="54"/>
                  <a:pt x="60" y="54"/>
                </a:cubicBezTo>
                <a:cubicBezTo>
                  <a:pt x="63" y="52"/>
                  <a:pt x="65" y="51"/>
                  <a:pt x="67" y="49"/>
                </a:cubicBezTo>
                <a:cubicBezTo>
                  <a:pt x="83" y="61"/>
                  <a:pt x="113" y="56"/>
                  <a:pt x="120" y="76"/>
                </a:cubicBezTo>
                <a:cubicBezTo>
                  <a:pt x="119" y="85"/>
                  <a:pt x="115" y="94"/>
                  <a:pt x="108" y="1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1" name="Freeform 34"/>
          <p:cNvSpPr>
            <a:spLocks noEditPoints="1"/>
          </p:cNvSpPr>
          <p:nvPr/>
        </p:nvSpPr>
        <p:spPr bwMode="auto">
          <a:xfrm>
            <a:off x="10913001" y="3333777"/>
            <a:ext cx="490608" cy="449294"/>
          </a:xfrm>
          <a:custGeom>
            <a:avLst/>
            <a:gdLst>
              <a:gd name="T0" fmla="*/ 35 w 144"/>
              <a:gd name="T1" fmla="*/ 17 h 132"/>
              <a:gd name="T2" fmla="*/ 109 w 144"/>
              <a:gd name="T3" fmla="*/ 17 h 132"/>
              <a:gd name="T4" fmla="*/ 117 w 144"/>
              <a:gd name="T5" fmla="*/ 9 h 132"/>
              <a:gd name="T6" fmla="*/ 109 w 144"/>
              <a:gd name="T7" fmla="*/ 0 h 132"/>
              <a:gd name="T8" fmla="*/ 35 w 144"/>
              <a:gd name="T9" fmla="*/ 0 h 132"/>
              <a:gd name="T10" fmla="*/ 27 w 144"/>
              <a:gd name="T11" fmla="*/ 9 h 132"/>
              <a:gd name="T12" fmla="*/ 35 w 144"/>
              <a:gd name="T13" fmla="*/ 17 h 132"/>
              <a:gd name="T14" fmla="*/ 109 w 144"/>
              <a:gd name="T15" fmla="*/ 25 h 132"/>
              <a:gd name="T16" fmla="*/ 109 w 144"/>
              <a:gd name="T17" fmla="*/ 25 h 132"/>
              <a:gd name="T18" fmla="*/ 35 w 144"/>
              <a:gd name="T19" fmla="*/ 25 h 132"/>
              <a:gd name="T20" fmla="*/ 35 w 144"/>
              <a:gd name="T21" fmla="*/ 25 h 132"/>
              <a:gd name="T22" fmla="*/ 16 w 144"/>
              <a:gd name="T23" fmla="*/ 67 h 132"/>
              <a:gd name="T24" fmla="*/ 52 w 144"/>
              <a:gd name="T25" fmla="*/ 93 h 132"/>
              <a:gd name="T26" fmla="*/ 64 w 144"/>
              <a:gd name="T27" fmla="*/ 107 h 132"/>
              <a:gd name="T28" fmla="*/ 64 w 144"/>
              <a:gd name="T29" fmla="*/ 116 h 132"/>
              <a:gd name="T30" fmla="*/ 66 w 144"/>
              <a:gd name="T31" fmla="*/ 117 h 132"/>
              <a:gd name="T32" fmla="*/ 64 w 144"/>
              <a:gd name="T33" fmla="*/ 120 h 132"/>
              <a:gd name="T34" fmla="*/ 47 w 144"/>
              <a:gd name="T35" fmla="*/ 120 h 132"/>
              <a:gd name="T36" fmla="*/ 39 w 144"/>
              <a:gd name="T37" fmla="*/ 128 h 132"/>
              <a:gd name="T38" fmla="*/ 39 w 144"/>
              <a:gd name="T39" fmla="*/ 132 h 132"/>
              <a:gd name="T40" fmla="*/ 105 w 144"/>
              <a:gd name="T41" fmla="*/ 132 h 132"/>
              <a:gd name="T42" fmla="*/ 105 w 144"/>
              <a:gd name="T43" fmla="*/ 128 h 132"/>
              <a:gd name="T44" fmla="*/ 97 w 144"/>
              <a:gd name="T45" fmla="*/ 120 h 132"/>
              <a:gd name="T46" fmla="*/ 80 w 144"/>
              <a:gd name="T47" fmla="*/ 120 h 132"/>
              <a:gd name="T48" fmla="*/ 78 w 144"/>
              <a:gd name="T49" fmla="*/ 117 h 132"/>
              <a:gd name="T50" fmla="*/ 80 w 144"/>
              <a:gd name="T51" fmla="*/ 116 h 132"/>
              <a:gd name="T52" fmla="*/ 80 w 144"/>
              <a:gd name="T53" fmla="*/ 107 h 132"/>
              <a:gd name="T54" fmla="*/ 92 w 144"/>
              <a:gd name="T55" fmla="*/ 93 h 132"/>
              <a:gd name="T56" fmla="*/ 127 w 144"/>
              <a:gd name="T57" fmla="*/ 67 h 132"/>
              <a:gd name="T58" fmla="*/ 109 w 144"/>
              <a:gd name="T59" fmla="*/ 25 h 132"/>
              <a:gd name="T60" fmla="*/ 24 w 144"/>
              <a:gd name="T61" fmla="*/ 63 h 132"/>
              <a:gd name="T62" fmla="*/ 37 w 144"/>
              <a:gd name="T63" fmla="*/ 37 h 132"/>
              <a:gd name="T64" fmla="*/ 48 w 144"/>
              <a:gd name="T65" fmla="*/ 84 h 132"/>
              <a:gd name="T66" fmla="*/ 24 w 144"/>
              <a:gd name="T67" fmla="*/ 63 h 132"/>
              <a:gd name="T68" fmla="*/ 47 w 144"/>
              <a:gd name="T69" fmla="*/ 37 h 132"/>
              <a:gd name="T70" fmla="*/ 60 w 144"/>
              <a:gd name="T71" fmla="*/ 37 h 132"/>
              <a:gd name="T72" fmla="*/ 64 w 144"/>
              <a:gd name="T73" fmla="*/ 99 h 132"/>
              <a:gd name="T74" fmla="*/ 47 w 144"/>
              <a:gd name="T75" fmla="*/ 37 h 132"/>
              <a:gd name="T76" fmla="*/ 120 w 144"/>
              <a:gd name="T77" fmla="*/ 63 h 132"/>
              <a:gd name="T78" fmla="*/ 96 w 144"/>
              <a:gd name="T79" fmla="*/ 84 h 132"/>
              <a:gd name="T80" fmla="*/ 107 w 144"/>
              <a:gd name="T81" fmla="*/ 37 h 132"/>
              <a:gd name="T82" fmla="*/ 120 w 144"/>
              <a:gd name="T83" fmla="*/ 6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4" h="132">
                <a:moveTo>
                  <a:pt x="35" y="17"/>
                </a:moveTo>
                <a:cubicBezTo>
                  <a:pt x="109" y="17"/>
                  <a:pt x="109" y="17"/>
                  <a:pt x="109" y="17"/>
                </a:cubicBezTo>
                <a:cubicBezTo>
                  <a:pt x="113" y="17"/>
                  <a:pt x="117" y="13"/>
                  <a:pt x="117" y="9"/>
                </a:cubicBezTo>
                <a:cubicBezTo>
                  <a:pt x="117" y="4"/>
                  <a:pt x="113" y="0"/>
                  <a:pt x="109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0" y="0"/>
                  <a:pt x="27" y="4"/>
                  <a:pt x="27" y="9"/>
                </a:cubicBezTo>
                <a:cubicBezTo>
                  <a:pt x="27" y="13"/>
                  <a:pt x="30" y="17"/>
                  <a:pt x="35" y="17"/>
                </a:cubicBezTo>
                <a:close/>
                <a:moveTo>
                  <a:pt x="109" y="25"/>
                </a:moveTo>
                <a:cubicBezTo>
                  <a:pt x="109" y="25"/>
                  <a:pt x="109" y="25"/>
                  <a:pt x="109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19" y="26"/>
                  <a:pt x="0" y="32"/>
                  <a:pt x="16" y="67"/>
                </a:cubicBezTo>
                <a:cubicBezTo>
                  <a:pt x="27" y="90"/>
                  <a:pt x="43" y="92"/>
                  <a:pt x="52" y="93"/>
                </a:cubicBezTo>
                <a:cubicBezTo>
                  <a:pt x="55" y="102"/>
                  <a:pt x="59" y="107"/>
                  <a:pt x="64" y="107"/>
                </a:cubicBezTo>
                <a:cubicBezTo>
                  <a:pt x="64" y="112"/>
                  <a:pt x="64" y="116"/>
                  <a:pt x="64" y="116"/>
                </a:cubicBezTo>
                <a:cubicBezTo>
                  <a:pt x="66" y="117"/>
                  <a:pt x="66" y="117"/>
                  <a:pt x="66" y="117"/>
                </a:cubicBezTo>
                <a:cubicBezTo>
                  <a:pt x="64" y="120"/>
                  <a:pt x="64" y="120"/>
                  <a:pt x="64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20"/>
                  <a:pt x="39" y="120"/>
                  <a:pt x="39" y="128"/>
                </a:cubicBezTo>
                <a:cubicBezTo>
                  <a:pt x="39" y="132"/>
                  <a:pt x="39" y="132"/>
                  <a:pt x="39" y="132"/>
                </a:cubicBezTo>
                <a:cubicBezTo>
                  <a:pt x="105" y="132"/>
                  <a:pt x="105" y="132"/>
                  <a:pt x="105" y="132"/>
                </a:cubicBezTo>
                <a:cubicBezTo>
                  <a:pt x="105" y="132"/>
                  <a:pt x="105" y="132"/>
                  <a:pt x="105" y="128"/>
                </a:cubicBezTo>
                <a:cubicBezTo>
                  <a:pt x="105" y="120"/>
                  <a:pt x="97" y="120"/>
                  <a:pt x="97" y="120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78" y="117"/>
                  <a:pt x="78" y="117"/>
                  <a:pt x="78" y="117"/>
                </a:cubicBezTo>
                <a:cubicBezTo>
                  <a:pt x="80" y="116"/>
                  <a:pt x="80" y="116"/>
                  <a:pt x="80" y="116"/>
                </a:cubicBezTo>
                <a:cubicBezTo>
                  <a:pt x="80" y="116"/>
                  <a:pt x="80" y="112"/>
                  <a:pt x="80" y="107"/>
                </a:cubicBezTo>
                <a:cubicBezTo>
                  <a:pt x="84" y="107"/>
                  <a:pt x="88" y="102"/>
                  <a:pt x="92" y="93"/>
                </a:cubicBezTo>
                <a:cubicBezTo>
                  <a:pt x="101" y="92"/>
                  <a:pt x="116" y="90"/>
                  <a:pt x="127" y="67"/>
                </a:cubicBezTo>
                <a:cubicBezTo>
                  <a:pt x="144" y="32"/>
                  <a:pt x="125" y="26"/>
                  <a:pt x="109" y="25"/>
                </a:cubicBezTo>
                <a:close/>
                <a:moveTo>
                  <a:pt x="24" y="63"/>
                </a:moveTo>
                <a:cubicBezTo>
                  <a:pt x="14" y="40"/>
                  <a:pt x="26" y="37"/>
                  <a:pt x="37" y="37"/>
                </a:cubicBezTo>
                <a:cubicBezTo>
                  <a:pt x="39" y="49"/>
                  <a:pt x="43" y="68"/>
                  <a:pt x="48" y="84"/>
                </a:cubicBezTo>
                <a:cubicBezTo>
                  <a:pt x="41" y="82"/>
                  <a:pt x="31" y="79"/>
                  <a:pt x="24" y="63"/>
                </a:cubicBezTo>
                <a:close/>
                <a:moveTo>
                  <a:pt x="47" y="37"/>
                </a:moveTo>
                <a:cubicBezTo>
                  <a:pt x="47" y="37"/>
                  <a:pt x="55" y="37"/>
                  <a:pt x="60" y="37"/>
                </a:cubicBezTo>
                <a:cubicBezTo>
                  <a:pt x="60" y="66"/>
                  <a:pt x="60" y="74"/>
                  <a:pt x="64" y="99"/>
                </a:cubicBezTo>
                <a:cubicBezTo>
                  <a:pt x="51" y="74"/>
                  <a:pt x="47" y="37"/>
                  <a:pt x="47" y="37"/>
                </a:cubicBezTo>
                <a:close/>
                <a:moveTo>
                  <a:pt x="120" y="63"/>
                </a:moveTo>
                <a:cubicBezTo>
                  <a:pt x="113" y="79"/>
                  <a:pt x="102" y="82"/>
                  <a:pt x="96" y="84"/>
                </a:cubicBezTo>
                <a:cubicBezTo>
                  <a:pt x="101" y="68"/>
                  <a:pt x="105" y="49"/>
                  <a:pt x="107" y="37"/>
                </a:cubicBezTo>
                <a:cubicBezTo>
                  <a:pt x="118" y="37"/>
                  <a:pt x="130" y="40"/>
                  <a:pt x="120" y="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2" name="Freeform 35"/>
          <p:cNvSpPr>
            <a:spLocks noEditPoints="1"/>
          </p:cNvSpPr>
          <p:nvPr/>
        </p:nvSpPr>
        <p:spPr bwMode="auto">
          <a:xfrm>
            <a:off x="881348" y="4431190"/>
            <a:ext cx="309858" cy="521594"/>
          </a:xfrm>
          <a:custGeom>
            <a:avLst/>
            <a:gdLst>
              <a:gd name="T0" fmla="*/ 70 w 91"/>
              <a:gd name="T1" fmla="*/ 56 h 153"/>
              <a:gd name="T2" fmla="*/ 74 w 91"/>
              <a:gd name="T3" fmla="*/ 44 h 153"/>
              <a:gd name="T4" fmla="*/ 56 w 91"/>
              <a:gd name="T5" fmla="*/ 58 h 153"/>
              <a:gd name="T6" fmla="*/ 68 w 91"/>
              <a:gd name="T7" fmla="*/ 62 h 153"/>
              <a:gd name="T8" fmla="*/ 54 w 91"/>
              <a:gd name="T9" fmla="*/ 44 h 153"/>
              <a:gd name="T10" fmla="*/ 50 w 91"/>
              <a:gd name="T11" fmla="*/ 56 h 153"/>
              <a:gd name="T12" fmla="*/ 54 w 91"/>
              <a:gd name="T13" fmla="*/ 44 h 153"/>
              <a:gd name="T14" fmla="*/ 70 w 91"/>
              <a:gd name="T15" fmla="*/ 35 h 153"/>
              <a:gd name="T16" fmla="*/ 74 w 91"/>
              <a:gd name="T17" fmla="*/ 23 h 153"/>
              <a:gd name="T18" fmla="*/ 54 w 91"/>
              <a:gd name="T19" fmla="*/ 35 h 153"/>
              <a:gd name="T20" fmla="*/ 50 w 91"/>
              <a:gd name="T21" fmla="*/ 23 h 153"/>
              <a:gd name="T22" fmla="*/ 56 w 91"/>
              <a:gd name="T23" fmla="*/ 21 h 153"/>
              <a:gd name="T24" fmla="*/ 68 w 91"/>
              <a:gd name="T25" fmla="*/ 17 h 153"/>
              <a:gd name="T26" fmla="*/ 56 w 91"/>
              <a:gd name="T27" fmla="*/ 21 h 153"/>
              <a:gd name="T28" fmla="*/ 0 w 91"/>
              <a:gd name="T29" fmla="*/ 13 h 153"/>
              <a:gd name="T30" fmla="*/ 78 w 91"/>
              <a:gd name="T31" fmla="*/ 153 h 153"/>
              <a:gd name="T32" fmla="*/ 78 w 91"/>
              <a:gd name="T33" fmla="*/ 0 h 153"/>
              <a:gd name="T34" fmla="*/ 17 w 91"/>
              <a:gd name="T35" fmla="*/ 140 h 153"/>
              <a:gd name="T36" fmla="*/ 17 w 91"/>
              <a:gd name="T37" fmla="*/ 124 h 153"/>
              <a:gd name="T38" fmla="*/ 29 w 91"/>
              <a:gd name="T39" fmla="*/ 136 h 153"/>
              <a:gd name="T40" fmla="*/ 17 w 91"/>
              <a:gd name="T41" fmla="*/ 116 h 153"/>
              <a:gd name="T42" fmla="*/ 17 w 91"/>
              <a:gd name="T43" fmla="*/ 99 h 153"/>
              <a:gd name="T44" fmla="*/ 29 w 91"/>
              <a:gd name="T45" fmla="*/ 111 h 153"/>
              <a:gd name="T46" fmla="*/ 17 w 91"/>
              <a:gd name="T47" fmla="*/ 91 h 153"/>
              <a:gd name="T48" fmla="*/ 17 w 91"/>
              <a:gd name="T49" fmla="*/ 74 h 153"/>
              <a:gd name="T50" fmla="*/ 29 w 91"/>
              <a:gd name="T51" fmla="*/ 87 h 153"/>
              <a:gd name="T52" fmla="*/ 41 w 91"/>
              <a:gd name="T53" fmla="*/ 140 h 153"/>
              <a:gd name="T54" fmla="*/ 41 w 91"/>
              <a:gd name="T55" fmla="*/ 124 h 153"/>
              <a:gd name="T56" fmla="*/ 54 w 91"/>
              <a:gd name="T57" fmla="*/ 136 h 153"/>
              <a:gd name="T58" fmla="*/ 41 w 91"/>
              <a:gd name="T59" fmla="*/ 116 h 153"/>
              <a:gd name="T60" fmla="*/ 41 w 91"/>
              <a:gd name="T61" fmla="*/ 99 h 153"/>
              <a:gd name="T62" fmla="*/ 54 w 91"/>
              <a:gd name="T63" fmla="*/ 111 h 153"/>
              <a:gd name="T64" fmla="*/ 41 w 91"/>
              <a:gd name="T65" fmla="*/ 91 h 153"/>
              <a:gd name="T66" fmla="*/ 41 w 91"/>
              <a:gd name="T67" fmla="*/ 74 h 153"/>
              <a:gd name="T68" fmla="*/ 54 w 91"/>
              <a:gd name="T69" fmla="*/ 87 h 153"/>
              <a:gd name="T70" fmla="*/ 66 w 91"/>
              <a:gd name="T71" fmla="*/ 140 h 153"/>
              <a:gd name="T72" fmla="*/ 66 w 91"/>
              <a:gd name="T73" fmla="*/ 124 h 153"/>
              <a:gd name="T74" fmla="*/ 78 w 91"/>
              <a:gd name="T75" fmla="*/ 136 h 153"/>
              <a:gd name="T76" fmla="*/ 66 w 91"/>
              <a:gd name="T77" fmla="*/ 116 h 153"/>
              <a:gd name="T78" fmla="*/ 66 w 91"/>
              <a:gd name="T79" fmla="*/ 99 h 153"/>
              <a:gd name="T80" fmla="*/ 78 w 91"/>
              <a:gd name="T81" fmla="*/ 111 h 153"/>
              <a:gd name="T82" fmla="*/ 66 w 91"/>
              <a:gd name="T83" fmla="*/ 91 h 153"/>
              <a:gd name="T84" fmla="*/ 66 w 91"/>
              <a:gd name="T85" fmla="*/ 74 h 153"/>
              <a:gd name="T86" fmla="*/ 78 w 91"/>
              <a:gd name="T87" fmla="*/ 87 h 153"/>
              <a:gd name="T88" fmla="*/ 17 w 91"/>
              <a:gd name="T89" fmla="*/ 66 h 153"/>
              <a:gd name="T90" fmla="*/ 17 w 91"/>
              <a:gd name="T91" fmla="*/ 13 h 153"/>
              <a:gd name="T92" fmla="*/ 78 w 91"/>
              <a:gd name="T93" fmla="*/ 62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1" h="153">
                <a:moveTo>
                  <a:pt x="72" y="41"/>
                </a:moveTo>
                <a:cubicBezTo>
                  <a:pt x="71" y="41"/>
                  <a:pt x="70" y="42"/>
                  <a:pt x="70" y="44"/>
                </a:cubicBezTo>
                <a:cubicBezTo>
                  <a:pt x="70" y="56"/>
                  <a:pt x="70" y="56"/>
                  <a:pt x="70" y="56"/>
                </a:cubicBezTo>
                <a:cubicBezTo>
                  <a:pt x="70" y="57"/>
                  <a:pt x="71" y="58"/>
                  <a:pt x="72" y="58"/>
                </a:cubicBezTo>
                <a:cubicBezTo>
                  <a:pt x="73" y="58"/>
                  <a:pt x="74" y="57"/>
                  <a:pt x="74" y="56"/>
                </a:cubicBezTo>
                <a:cubicBezTo>
                  <a:pt x="74" y="44"/>
                  <a:pt x="74" y="44"/>
                  <a:pt x="74" y="44"/>
                </a:cubicBezTo>
                <a:cubicBezTo>
                  <a:pt x="74" y="42"/>
                  <a:pt x="73" y="41"/>
                  <a:pt x="72" y="41"/>
                </a:cubicBezTo>
                <a:close/>
                <a:moveTo>
                  <a:pt x="68" y="58"/>
                </a:moveTo>
                <a:cubicBezTo>
                  <a:pt x="56" y="58"/>
                  <a:pt x="56" y="58"/>
                  <a:pt x="56" y="58"/>
                </a:cubicBezTo>
                <a:cubicBezTo>
                  <a:pt x="55" y="58"/>
                  <a:pt x="54" y="59"/>
                  <a:pt x="54" y="60"/>
                </a:cubicBezTo>
                <a:cubicBezTo>
                  <a:pt x="54" y="61"/>
                  <a:pt x="55" y="62"/>
                  <a:pt x="56" y="62"/>
                </a:cubicBezTo>
                <a:cubicBezTo>
                  <a:pt x="68" y="62"/>
                  <a:pt x="68" y="62"/>
                  <a:pt x="68" y="62"/>
                </a:cubicBezTo>
                <a:cubicBezTo>
                  <a:pt x="69" y="62"/>
                  <a:pt x="70" y="61"/>
                  <a:pt x="70" y="60"/>
                </a:cubicBezTo>
                <a:cubicBezTo>
                  <a:pt x="70" y="59"/>
                  <a:pt x="69" y="58"/>
                  <a:pt x="68" y="58"/>
                </a:cubicBezTo>
                <a:close/>
                <a:moveTo>
                  <a:pt x="54" y="44"/>
                </a:moveTo>
                <a:cubicBezTo>
                  <a:pt x="54" y="42"/>
                  <a:pt x="53" y="41"/>
                  <a:pt x="52" y="41"/>
                </a:cubicBezTo>
                <a:cubicBezTo>
                  <a:pt x="51" y="41"/>
                  <a:pt x="50" y="42"/>
                  <a:pt x="50" y="44"/>
                </a:cubicBezTo>
                <a:cubicBezTo>
                  <a:pt x="50" y="56"/>
                  <a:pt x="50" y="56"/>
                  <a:pt x="50" y="56"/>
                </a:cubicBezTo>
                <a:cubicBezTo>
                  <a:pt x="50" y="57"/>
                  <a:pt x="51" y="58"/>
                  <a:pt x="52" y="58"/>
                </a:cubicBezTo>
                <a:cubicBezTo>
                  <a:pt x="53" y="58"/>
                  <a:pt x="54" y="57"/>
                  <a:pt x="54" y="56"/>
                </a:cubicBezTo>
                <a:lnTo>
                  <a:pt x="54" y="44"/>
                </a:lnTo>
                <a:close/>
                <a:moveTo>
                  <a:pt x="72" y="21"/>
                </a:moveTo>
                <a:cubicBezTo>
                  <a:pt x="71" y="21"/>
                  <a:pt x="70" y="22"/>
                  <a:pt x="70" y="23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6"/>
                  <a:pt x="71" y="37"/>
                  <a:pt x="72" y="37"/>
                </a:cubicBezTo>
                <a:cubicBezTo>
                  <a:pt x="73" y="37"/>
                  <a:pt x="74" y="36"/>
                  <a:pt x="74" y="35"/>
                </a:cubicBezTo>
                <a:cubicBezTo>
                  <a:pt x="74" y="23"/>
                  <a:pt x="74" y="23"/>
                  <a:pt x="74" y="23"/>
                </a:cubicBezTo>
                <a:cubicBezTo>
                  <a:pt x="74" y="22"/>
                  <a:pt x="73" y="21"/>
                  <a:pt x="72" y="21"/>
                </a:cubicBezTo>
                <a:close/>
                <a:moveTo>
                  <a:pt x="52" y="37"/>
                </a:moveTo>
                <a:cubicBezTo>
                  <a:pt x="53" y="37"/>
                  <a:pt x="54" y="36"/>
                  <a:pt x="54" y="35"/>
                </a:cubicBezTo>
                <a:cubicBezTo>
                  <a:pt x="54" y="23"/>
                  <a:pt x="54" y="23"/>
                  <a:pt x="54" y="23"/>
                </a:cubicBezTo>
                <a:cubicBezTo>
                  <a:pt x="54" y="22"/>
                  <a:pt x="53" y="21"/>
                  <a:pt x="52" y="21"/>
                </a:cubicBezTo>
                <a:cubicBezTo>
                  <a:pt x="51" y="21"/>
                  <a:pt x="50" y="22"/>
                  <a:pt x="50" y="23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6"/>
                  <a:pt x="51" y="37"/>
                  <a:pt x="52" y="37"/>
                </a:cubicBezTo>
                <a:close/>
                <a:moveTo>
                  <a:pt x="56" y="21"/>
                </a:moveTo>
                <a:cubicBezTo>
                  <a:pt x="68" y="21"/>
                  <a:pt x="68" y="21"/>
                  <a:pt x="68" y="21"/>
                </a:cubicBezTo>
                <a:cubicBezTo>
                  <a:pt x="69" y="21"/>
                  <a:pt x="70" y="20"/>
                  <a:pt x="70" y="19"/>
                </a:cubicBezTo>
                <a:cubicBezTo>
                  <a:pt x="70" y="18"/>
                  <a:pt x="69" y="17"/>
                  <a:pt x="68" y="17"/>
                </a:cubicBezTo>
                <a:cubicBezTo>
                  <a:pt x="56" y="17"/>
                  <a:pt x="56" y="17"/>
                  <a:pt x="56" y="17"/>
                </a:cubicBezTo>
                <a:cubicBezTo>
                  <a:pt x="55" y="17"/>
                  <a:pt x="54" y="18"/>
                  <a:pt x="54" y="19"/>
                </a:cubicBezTo>
                <a:cubicBezTo>
                  <a:pt x="54" y="20"/>
                  <a:pt x="55" y="21"/>
                  <a:pt x="56" y="21"/>
                </a:cubicBezTo>
                <a:close/>
                <a:moveTo>
                  <a:pt x="78" y="0"/>
                </a:move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7"/>
                  <a:pt x="6" y="153"/>
                  <a:pt x="13" y="153"/>
                </a:cubicBezTo>
                <a:cubicBezTo>
                  <a:pt x="78" y="153"/>
                  <a:pt x="78" y="153"/>
                  <a:pt x="78" y="153"/>
                </a:cubicBezTo>
                <a:cubicBezTo>
                  <a:pt x="85" y="153"/>
                  <a:pt x="91" y="147"/>
                  <a:pt x="91" y="140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lose/>
                <a:moveTo>
                  <a:pt x="29" y="136"/>
                </a:moveTo>
                <a:cubicBezTo>
                  <a:pt x="29" y="138"/>
                  <a:pt x="27" y="140"/>
                  <a:pt x="25" y="140"/>
                </a:cubicBezTo>
                <a:cubicBezTo>
                  <a:pt x="17" y="140"/>
                  <a:pt x="17" y="140"/>
                  <a:pt x="17" y="140"/>
                </a:cubicBezTo>
                <a:cubicBezTo>
                  <a:pt x="14" y="140"/>
                  <a:pt x="13" y="138"/>
                  <a:pt x="13" y="136"/>
                </a:cubicBezTo>
                <a:cubicBezTo>
                  <a:pt x="13" y="128"/>
                  <a:pt x="13" y="128"/>
                  <a:pt x="13" y="128"/>
                </a:cubicBezTo>
                <a:cubicBezTo>
                  <a:pt x="13" y="126"/>
                  <a:pt x="14" y="124"/>
                  <a:pt x="17" y="124"/>
                </a:cubicBezTo>
                <a:cubicBezTo>
                  <a:pt x="25" y="124"/>
                  <a:pt x="25" y="124"/>
                  <a:pt x="25" y="124"/>
                </a:cubicBezTo>
                <a:cubicBezTo>
                  <a:pt x="27" y="124"/>
                  <a:pt x="29" y="126"/>
                  <a:pt x="29" y="128"/>
                </a:cubicBezTo>
                <a:lnTo>
                  <a:pt x="29" y="136"/>
                </a:lnTo>
                <a:close/>
                <a:moveTo>
                  <a:pt x="29" y="111"/>
                </a:moveTo>
                <a:cubicBezTo>
                  <a:pt x="29" y="114"/>
                  <a:pt x="27" y="116"/>
                  <a:pt x="25" y="116"/>
                </a:cubicBezTo>
                <a:cubicBezTo>
                  <a:pt x="17" y="116"/>
                  <a:pt x="17" y="116"/>
                  <a:pt x="17" y="116"/>
                </a:cubicBezTo>
                <a:cubicBezTo>
                  <a:pt x="14" y="116"/>
                  <a:pt x="13" y="114"/>
                  <a:pt x="13" y="111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3" y="101"/>
                  <a:pt x="14" y="99"/>
                  <a:pt x="17" y="99"/>
                </a:cubicBezTo>
                <a:cubicBezTo>
                  <a:pt x="25" y="99"/>
                  <a:pt x="25" y="99"/>
                  <a:pt x="25" y="99"/>
                </a:cubicBezTo>
                <a:cubicBezTo>
                  <a:pt x="27" y="99"/>
                  <a:pt x="29" y="101"/>
                  <a:pt x="29" y="103"/>
                </a:cubicBezTo>
                <a:lnTo>
                  <a:pt x="29" y="111"/>
                </a:lnTo>
                <a:close/>
                <a:moveTo>
                  <a:pt x="29" y="87"/>
                </a:moveTo>
                <a:cubicBezTo>
                  <a:pt x="29" y="89"/>
                  <a:pt x="27" y="91"/>
                  <a:pt x="25" y="91"/>
                </a:cubicBezTo>
                <a:cubicBezTo>
                  <a:pt x="17" y="91"/>
                  <a:pt x="17" y="91"/>
                  <a:pt x="17" y="91"/>
                </a:cubicBezTo>
                <a:cubicBezTo>
                  <a:pt x="14" y="91"/>
                  <a:pt x="13" y="89"/>
                  <a:pt x="13" y="87"/>
                </a:cubicBezTo>
                <a:cubicBezTo>
                  <a:pt x="13" y="79"/>
                  <a:pt x="13" y="79"/>
                  <a:pt x="13" y="79"/>
                </a:cubicBezTo>
                <a:cubicBezTo>
                  <a:pt x="13" y="76"/>
                  <a:pt x="14" y="74"/>
                  <a:pt x="17" y="74"/>
                </a:cubicBezTo>
                <a:cubicBezTo>
                  <a:pt x="25" y="74"/>
                  <a:pt x="25" y="74"/>
                  <a:pt x="25" y="74"/>
                </a:cubicBezTo>
                <a:cubicBezTo>
                  <a:pt x="27" y="74"/>
                  <a:pt x="29" y="76"/>
                  <a:pt x="29" y="79"/>
                </a:cubicBezTo>
                <a:lnTo>
                  <a:pt x="29" y="87"/>
                </a:lnTo>
                <a:close/>
                <a:moveTo>
                  <a:pt x="54" y="136"/>
                </a:moveTo>
                <a:cubicBezTo>
                  <a:pt x="54" y="138"/>
                  <a:pt x="52" y="140"/>
                  <a:pt x="50" y="140"/>
                </a:cubicBezTo>
                <a:cubicBezTo>
                  <a:pt x="41" y="140"/>
                  <a:pt x="41" y="140"/>
                  <a:pt x="41" y="140"/>
                </a:cubicBezTo>
                <a:cubicBezTo>
                  <a:pt x="39" y="140"/>
                  <a:pt x="37" y="138"/>
                  <a:pt x="37" y="136"/>
                </a:cubicBezTo>
                <a:cubicBezTo>
                  <a:pt x="37" y="128"/>
                  <a:pt x="37" y="128"/>
                  <a:pt x="37" y="128"/>
                </a:cubicBezTo>
                <a:cubicBezTo>
                  <a:pt x="37" y="126"/>
                  <a:pt x="39" y="124"/>
                  <a:pt x="41" y="124"/>
                </a:cubicBezTo>
                <a:cubicBezTo>
                  <a:pt x="50" y="124"/>
                  <a:pt x="50" y="124"/>
                  <a:pt x="50" y="124"/>
                </a:cubicBezTo>
                <a:cubicBezTo>
                  <a:pt x="52" y="124"/>
                  <a:pt x="54" y="126"/>
                  <a:pt x="54" y="128"/>
                </a:cubicBezTo>
                <a:lnTo>
                  <a:pt x="54" y="136"/>
                </a:lnTo>
                <a:close/>
                <a:moveTo>
                  <a:pt x="54" y="111"/>
                </a:moveTo>
                <a:cubicBezTo>
                  <a:pt x="54" y="114"/>
                  <a:pt x="52" y="116"/>
                  <a:pt x="50" y="116"/>
                </a:cubicBezTo>
                <a:cubicBezTo>
                  <a:pt x="41" y="116"/>
                  <a:pt x="41" y="116"/>
                  <a:pt x="41" y="116"/>
                </a:cubicBezTo>
                <a:cubicBezTo>
                  <a:pt x="39" y="116"/>
                  <a:pt x="37" y="114"/>
                  <a:pt x="37" y="111"/>
                </a:cubicBezTo>
                <a:cubicBezTo>
                  <a:pt x="37" y="103"/>
                  <a:pt x="37" y="103"/>
                  <a:pt x="37" y="103"/>
                </a:cubicBezTo>
                <a:cubicBezTo>
                  <a:pt x="37" y="101"/>
                  <a:pt x="39" y="99"/>
                  <a:pt x="41" y="99"/>
                </a:cubicBezTo>
                <a:cubicBezTo>
                  <a:pt x="50" y="99"/>
                  <a:pt x="50" y="99"/>
                  <a:pt x="50" y="99"/>
                </a:cubicBezTo>
                <a:cubicBezTo>
                  <a:pt x="52" y="99"/>
                  <a:pt x="54" y="101"/>
                  <a:pt x="54" y="103"/>
                </a:cubicBezTo>
                <a:lnTo>
                  <a:pt x="54" y="111"/>
                </a:lnTo>
                <a:close/>
                <a:moveTo>
                  <a:pt x="54" y="87"/>
                </a:moveTo>
                <a:cubicBezTo>
                  <a:pt x="54" y="89"/>
                  <a:pt x="52" y="91"/>
                  <a:pt x="50" y="91"/>
                </a:cubicBezTo>
                <a:cubicBezTo>
                  <a:pt x="41" y="91"/>
                  <a:pt x="41" y="91"/>
                  <a:pt x="41" y="91"/>
                </a:cubicBezTo>
                <a:cubicBezTo>
                  <a:pt x="39" y="91"/>
                  <a:pt x="37" y="89"/>
                  <a:pt x="37" y="87"/>
                </a:cubicBezTo>
                <a:cubicBezTo>
                  <a:pt x="37" y="79"/>
                  <a:pt x="37" y="79"/>
                  <a:pt x="37" y="79"/>
                </a:cubicBezTo>
                <a:cubicBezTo>
                  <a:pt x="37" y="76"/>
                  <a:pt x="39" y="74"/>
                  <a:pt x="41" y="74"/>
                </a:cubicBezTo>
                <a:cubicBezTo>
                  <a:pt x="50" y="74"/>
                  <a:pt x="50" y="74"/>
                  <a:pt x="50" y="74"/>
                </a:cubicBezTo>
                <a:cubicBezTo>
                  <a:pt x="52" y="74"/>
                  <a:pt x="54" y="76"/>
                  <a:pt x="54" y="79"/>
                </a:cubicBezTo>
                <a:lnTo>
                  <a:pt x="54" y="87"/>
                </a:lnTo>
                <a:close/>
                <a:moveTo>
                  <a:pt x="78" y="136"/>
                </a:moveTo>
                <a:cubicBezTo>
                  <a:pt x="78" y="138"/>
                  <a:pt x="77" y="140"/>
                  <a:pt x="74" y="140"/>
                </a:cubicBezTo>
                <a:cubicBezTo>
                  <a:pt x="66" y="140"/>
                  <a:pt x="66" y="140"/>
                  <a:pt x="66" y="140"/>
                </a:cubicBezTo>
                <a:cubicBezTo>
                  <a:pt x="64" y="140"/>
                  <a:pt x="62" y="138"/>
                  <a:pt x="62" y="136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2" y="126"/>
                  <a:pt x="64" y="124"/>
                  <a:pt x="66" y="124"/>
                </a:cubicBezTo>
                <a:cubicBezTo>
                  <a:pt x="74" y="124"/>
                  <a:pt x="74" y="124"/>
                  <a:pt x="74" y="124"/>
                </a:cubicBezTo>
                <a:cubicBezTo>
                  <a:pt x="77" y="124"/>
                  <a:pt x="78" y="126"/>
                  <a:pt x="78" y="128"/>
                </a:cubicBezTo>
                <a:lnTo>
                  <a:pt x="78" y="136"/>
                </a:lnTo>
                <a:close/>
                <a:moveTo>
                  <a:pt x="78" y="111"/>
                </a:moveTo>
                <a:cubicBezTo>
                  <a:pt x="78" y="114"/>
                  <a:pt x="77" y="116"/>
                  <a:pt x="74" y="116"/>
                </a:cubicBezTo>
                <a:cubicBezTo>
                  <a:pt x="66" y="116"/>
                  <a:pt x="66" y="116"/>
                  <a:pt x="66" y="116"/>
                </a:cubicBezTo>
                <a:cubicBezTo>
                  <a:pt x="64" y="116"/>
                  <a:pt x="62" y="114"/>
                  <a:pt x="62" y="111"/>
                </a:cubicBezTo>
                <a:cubicBezTo>
                  <a:pt x="62" y="103"/>
                  <a:pt x="62" y="103"/>
                  <a:pt x="62" y="103"/>
                </a:cubicBezTo>
                <a:cubicBezTo>
                  <a:pt x="62" y="101"/>
                  <a:pt x="64" y="99"/>
                  <a:pt x="66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77" y="99"/>
                  <a:pt x="78" y="101"/>
                  <a:pt x="78" y="103"/>
                </a:cubicBezTo>
                <a:lnTo>
                  <a:pt x="78" y="111"/>
                </a:lnTo>
                <a:close/>
                <a:moveTo>
                  <a:pt x="78" y="87"/>
                </a:moveTo>
                <a:cubicBezTo>
                  <a:pt x="78" y="89"/>
                  <a:pt x="77" y="91"/>
                  <a:pt x="74" y="91"/>
                </a:cubicBezTo>
                <a:cubicBezTo>
                  <a:pt x="66" y="91"/>
                  <a:pt x="66" y="91"/>
                  <a:pt x="66" y="91"/>
                </a:cubicBezTo>
                <a:cubicBezTo>
                  <a:pt x="64" y="91"/>
                  <a:pt x="62" y="89"/>
                  <a:pt x="62" y="87"/>
                </a:cubicBezTo>
                <a:cubicBezTo>
                  <a:pt x="62" y="79"/>
                  <a:pt x="62" y="79"/>
                  <a:pt x="62" y="79"/>
                </a:cubicBezTo>
                <a:cubicBezTo>
                  <a:pt x="62" y="76"/>
                  <a:pt x="64" y="74"/>
                  <a:pt x="66" y="74"/>
                </a:cubicBezTo>
                <a:cubicBezTo>
                  <a:pt x="74" y="74"/>
                  <a:pt x="74" y="74"/>
                  <a:pt x="74" y="74"/>
                </a:cubicBezTo>
                <a:cubicBezTo>
                  <a:pt x="77" y="74"/>
                  <a:pt x="78" y="76"/>
                  <a:pt x="78" y="79"/>
                </a:cubicBezTo>
                <a:lnTo>
                  <a:pt x="78" y="87"/>
                </a:lnTo>
                <a:close/>
                <a:moveTo>
                  <a:pt x="78" y="62"/>
                </a:moveTo>
                <a:cubicBezTo>
                  <a:pt x="78" y="64"/>
                  <a:pt x="77" y="66"/>
                  <a:pt x="74" y="66"/>
                </a:cubicBezTo>
                <a:cubicBezTo>
                  <a:pt x="17" y="66"/>
                  <a:pt x="17" y="66"/>
                  <a:pt x="17" y="66"/>
                </a:cubicBezTo>
                <a:cubicBezTo>
                  <a:pt x="14" y="66"/>
                  <a:pt x="13" y="64"/>
                  <a:pt x="13" y="62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5"/>
                  <a:pt x="14" y="13"/>
                  <a:pt x="17" y="13"/>
                </a:cubicBezTo>
                <a:cubicBezTo>
                  <a:pt x="74" y="13"/>
                  <a:pt x="74" y="13"/>
                  <a:pt x="74" y="13"/>
                </a:cubicBezTo>
                <a:cubicBezTo>
                  <a:pt x="77" y="13"/>
                  <a:pt x="78" y="15"/>
                  <a:pt x="78" y="17"/>
                </a:cubicBezTo>
                <a:lnTo>
                  <a:pt x="78" y="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3" name="Freeform 36"/>
          <p:cNvSpPr>
            <a:spLocks noEditPoints="1"/>
          </p:cNvSpPr>
          <p:nvPr/>
        </p:nvSpPr>
        <p:spPr bwMode="auto">
          <a:xfrm>
            <a:off x="1963270" y="4431190"/>
            <a:ext cx="395070" cy="503520"/>
          </a:xfrm>
          <a:custGeom>
            <a:avLst/>
            <a:gdLst>
              <a:gd name="T0" fmla="*/ 103 w 115"/>
              <a:gd name="T1" fmla="*/ 0 h 148"/>
              <a:gd name="T2" fmla="*/ 12 w 115"/>
              <a:gd name="T3" fmla="*/ 0 h 148"/>
              <a:gd name="T4" fmla="*/ 0 w 115"/>
              <a:gd name="T5" fmla="*/ 13 h 148"/>
              <a:gd name="T6" fmla="*/ 0 w 115"/>
              <a:gd name="T7" fmla="*/ 136 h 148"/>
              <a:gd name="T8" fmla="*/ 12 w 115"/>
              <a:gd name="T9" fmla="*/ 148 h 148"/>
              <a:gd name="T10" fmla="*/ 103 w 115"/>
              <a:gd name="T11" fmla="*/ 148 h 148"/>
              <a:gd name="T12" fmla="*/ 115 w 115"/>
              <a:gd name="T13" fmla="*/ 136 h 148"/>
              <a:gd name="T14" fmla="*/ 115 w 115"/>
              <a:gd name="T15" fmla="*/ 13 h 148"/>
              <a:gd name="T16" fmla="*/ 103 w 115"/>
              <a:gd name="T17" fmla="*/ 0 h 148"/>
              <a:gd name="T18" fmla="*/ 58 w 115"/>
              <a:gd name="T19" fmla="*/ 144 h 148"/>
              <a:gd name="T20" fmla="*/ 49 w 115"/>
              <a:gd name="T21" fmla="*/ 136 h 148"/>
              <a:gd name="T22" fmla="*/ 58 w 115"/>
              <a:gd name="T23" fmla="*/ 128 h 148"/>
              <a:gd name="T24" fmla="*/ 66 w 115"/>
              <a:gd name="T25" fmla="*/ 136 h 148"/>
              <a:gd name="T26" fmla="*/ 58 w 115"/>
              <a:gd name="T27" fmla="*/ 144 h 148"/>
              <a:gd name="T28" fmla="*/ 107 w 115"/>
              <a:gd name="T29" fmla="*/ 120 h 148"/>
              <a:gd name="T30" fmla="*/ 103 w 115"/>
              <a:gd name="T31" fmla="*/ 124 h 148"/>
              <a:gd name="T32" fmla="*/ 12 w 115"/>
              <a:gd name="T33" fmla="*/ 124 h 148"/>
              <a:gd name="T34" fmla="*/ 8 w 115"/>
              <a:gd name="T35" fmla="*/ 120 h 148"/>
              <a:gd name="T36" fmla="*/ 8 w 115"/>
              <a:gd name="T37" fmla="*/ 17 h 148"/>
              <a:gd name="T38" fmla="*/ 12 w 115"/>
              <a:gd name="T39" fmla="*/ 13 h 148"/>
              <a:gd name="T40" fmla="*/ 103 w 115"/>
              <a:gd name="T41" fmla="*/ 13 h 148"/>
              <a:gd name="T42" fmla="*/ 107 w 115"/>
              <a:gd name="T43" fmla="*/ 17 h 148"/>
              <a:gd name="T44" fmla="*/ 107 w 115"/>
              <a:gd name="T45" fmla="*/ 12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5" h="148">
                <a:moveTo>
                  <a:pt x="103" y="0"/>
                </a:move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43"/>
                  <a:pt x="6" y="148"/>
                  <a:pt x="12" y="148"/>
                </a:cubicBezTo>
                <a:cubicBezTo>
                  <a:pt x="103" y="148"/>
                  <a:pt x="103" y="148"/>
                  <a:pt x="103" y="148"/>
                </a:cubicBezTo>
                <a:cubicBezTo>
                  <a:pt x="110" y="148"/>
                  <a:pt x="115" y="143"/>
                  <a:pt x="115" y="136"/>
                </a:cubicBezTo>
                <a:cubicBezTo>
                  <a:pt x="115" y="13"/>
                  <a:pt x="115" y="13"/>
                  <a:pt x="115" y="13"/>
                </a:cubicBezTo>
                <a:cubicBezTo>
                  <a:pt x="115" y="6"/>
                  <a:pt x="110" y="0"/>
                  <a:pt x="103" y="0"/>
                </a:cubicBezTo>
                <a:close/>
                <a:moveTo>
                  <a:pt x="58" y="144"/>
                </a:moveTo>
                <a:cubicBezTo>
                  <a:pt x="53" y="144"/>
                  <a:pt x="49" y="141"/>
                  <a:pt x="49" y="136"/>
                </a:cubicBezTo>
                <a:cubicBezTo>
                  <a:pt x="49" y="132"/>
                  <a:pt x="53" y="128"/>
                  <a:pt x="58" y="128"/>
                </a:cubicBezTo>
                <a:cubicBezTo>
                  <a:pt x="62" y="128"/>
                  <a:pt x="66" y="132"/>
                  <a:pt x="66" y="136"/>
                </a:cubicBezTo>
                <a:cubicBezTo>
                  <a:pt x="66" y="141"/>
                  <a:pt x="62" y="144"/>
                  <a:pt x="58" y="144"/>
                </a:cubicBezTo>
                <a:close/>
                <a:moveTo>
                  <a:pt x="107" y="120"/>
                </a:moveTo>
                <a:cubicBezTo>
                  <a:pt x="107" y="122"/>
                  <a:pt x="105" y="124"/>
                  <a:pt x="103" y="124"/>
                </a:cubicBezTo>
                <a:cubicBezTo>
                  <a:pt x="12" y="124"/>
                  <a:pt x="12" y="124"/>
                  <a:pt x="12" y="124"/>
                </a:cubicBezTo>
                <a:cubicBezTo>
                  <a:pt x="10" y="124"/>
                  <a:pt x="8" y="122"/>
                  <a:pt x="8" y="120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5"/>
                  <a:pt x="10" y="13"/>
                  <a:pt x="12" y="13"/>
                </a:cubicBezTo>
                <a:cubicBezTo>
                  <a:pt x="103" y="13"/>
                  <a:pt x="103" y="13"/>
                  <a:pt x="103" y="13"/>
                </a:cubicBezTo>
                <a:cubicBezTo>
                  <a:pt x="105" y="13"/>
                  <a:pt x="107" y="15"/>
                  <a:pt x="107" y="17"/>
                </a:cubicBezTo>
                <a:lnTo>
                  <a:pt x="107" y="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4" name="Freeform 37"/>
          <p:cNvSpPr/>
          <p:nvPr/>
        </p:nvSpPr>
        <p:spPr bwMode="auto">
          <a:xfrm>
            <a:off x="3034861" y="4415697"/>
            <a:ext cx="503520" cy="549999"/>
          </a:xfrm>
          <a:custGeom>
            <a:avLst/>
            <a:gdLst>
              <a:gd name="T0" fmla="*/ 148 w 148"/>
              <a:gd name="T1" fmla="*/ 79 h 161"/>
              <a:gd name="T2" fmla="*/ 144 w 148"/>
              <a:gd name="T3" fmla="*/ 75 h 161"/>
              <a:gd name="T4" fmla="*/ 144 w 148"/>
              <a:gd name="T5" fmla="*/ 68 h 161"/>
              <a:gd name="T6" fmla="*/ 74 w 148"/>
              <a:gd name="T7" fmla="*/ 0 h 161"/>
              <a:gd name="T8" fmla="*/ 4 w 148"/>
              <a:gd name="T9" fmla="*/ 68 h 161"/>
              <a:gd name="T10" fmla="*/ 4 w 148"/>
              <a:gd name="T11" fmla="*/ 75 h 161"/>
              <a:gd name="T12" fmla="*/ 0 w 148"/>
              <a:gd name="T13" fmla="*/ 79 h 161"/>
              <a:gd name="T14" fmla="*/ 0 w 148"/>
              <a:gd name="T15" fmla="*/ 102 h 161"/>
              <a:gd name="T16" fmla="*/ 5 w 148"/>
              <a:gd name="T17" fmla="*/ 107 h 161"/>
              <a:gd name="T18" fmla="*/ 50 w 148"/>
              <a:gd name="T19" fmla="*/ 156 h 161"/>
              <a:gd name="T20" fmla="*/ 57 w 148"/>
              <a:gd name="T21" fmla="*/ 161 h 161"/>
              <a:gd name="T22" fmla="*/ 78 w 148"/>
              <a:gd name="T23" fmla="*/ 161 h 161"/>
              <a:gd name="T24" fmla="*/ 86 w 148"/>
              <a:gd name="T25" fmla="*/ 152 h 161"/>
              <a:gd name="T26" fmla="*/ 78 w 148"/>
              <a:gd name="T27" fmla="*/ 144 h 161"/>
              <a:gd name="T28" fmla="*/ 57 w 148"/>
              <a:gd name="T29" fmla="*/ 144 h 161"/>
              <a:gd name="T30" fmla="*/ 50 w 148"/>
              <a:gd name="T31" fmla="*/ 149 h 161"/>
              <a:gd name="T32" fmla="*/ 11 w 148"/>
              <a:gd name="T33" fmla="*/ 107 h 161"/>
              <a:gd name="T34" fmla="*/ 12 w 148"/>
              <a:gd name="T35" fmla="*/ 106 h 161"/>
              <a:gd name="T36" fmla="*/ 12 w 148"/>
              <a:gd name="T37" fmla="*/ 107 h 161"/>
              <a:gd name="T38" fmla="*/ 24 w 148"/>
              <a:gd name="T39" fmla="*/ 120 h 161"/>
              <a:gd name="T40" fmla="*/ 37 w 148"/>
              <a:gd name="T41" fmla="*/ 107 h 161"/>
              <a:gd name="T42" fmla="*/ 37 w 148"/>
              <a:gd name="T43" fmla="*/ 74 h 161"/>
              <a:gd name="T44" fmla="*/ 24 w 148"/>
              <a:gd name="T45" fmla="*/ 62 h 161"/>
              <a:gd name="T46" fmla="*/ 12 w 148"/>
              <a:gd name="T47" fmla="*/ 73 h 161"/>
              <a:gd name="T48" fmla="*/ 12 w 148"/>
              <a:gd name="T49" fmla="*/ 66 h 161"/>
              <a:gd name="T50" fmla="*/ 74 w 148"/>
              <a:gd name="T51" fmla="*/ 8 h 161"/>
              <a:gd name="T52" fmla="*/ 135 w 148"/>
              <a:gd name="T53" fmla="*/ 66 h 161"/>
              <a:gd name="T54" fmla="*/ 135 w 148"/>
              <a:gd name="T55" fmla="*/ 73 h 161"/>
              <a:gd name="T56" fmla="*/ 123 w 148"/>
              <a:gd name="T57" fmla="*/ 62 h 161"/>
              <a:gd name="T58" fmla="*/ 111 w 148"/>
              <a:gd name="T59" fmla="*/ 74 h 161"/>
              <a:gd name="T60" fmla="*/ 111 w 148"/>
              <a:gd name="T61" fmla="*/ 107 h 161"/>
              <a:gd name="T62" fmla="*/ 123 w 148"/>
              <a:gd name="T63" fmla="*/ 120 h 161"/>
              <a:gd name="T64" fmla="*/ 136 w 148"/>
              <a:gd name="T65" fmla="*/ 107 h 161"/>
              <a:gd name="T66" fmla="*/ 136 w 148"/>
              <a:gd name="T67" fmla="*/ 106 h 161"/>
              <a:gd name="T68" fmla="*/ 140 w 148"/>
              <a:gd name="T69" fmla="*/ 107 h 161"/>
              <a:gd name="T70" fmla="*/ 148 w 148"/>
              <a:gd name="T71" fmla="*/ 102 h 161"/>
              <a:gd name="T72" fmla="*/ 148 w 148"/>
              <a:gd name="T73" fmla="*/ 79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1">
                <a:moveTo>
                  <a:pt x="148" y="79"/>
                </a:moveTo>
                <a:cubicBezTo>
                  <a:pt x="148" y="77"/>
                  <a:pt x="146" y="76"/>
                  <a:pt x="144" y="75"/>
                </a:cubicBezTo>
                <a:cubicBezTo>
                  <a:pt x="144" y="68"/>
                  <a:pt x="144" y="68"/>
                  <a:pt x="144" y="68"/>
                </a:cubicBezTo>
                <a:cubicBezTo>
                  <a:pt x="144" y="31"/>
                  <a:pt x="112" y="0"/>
                  <a:pt x="74" y="0"/>
                </a:cubicBezTo>
                <a:cubicBezTo>
                  <a:pt x="35" y="0"/>
                  <a:pt x="4" y="31"/>
                  <a:pt x="4" y="68"/>
                </a:cubicBezTo>
                <a:cubicBezTo>
                  <a:pt x="4" y="75"/>
                  <a:pt x="4" y="75"/>
                  <a:pt x="4" y="75"/>
                </a:cubicBezTo>
                <a:cubicBezTo>
                  <a:pt x="1" y="76"/>
                  <a:pt x="0" y="77"/>
                  <a:pt x="0" y="79"/>
                </a:cubicBezTo>
                <a:cubicBezTo>
                  <a:pt x="0" y="102"/>
                  <a:pt x="0" y="102"/>
                  <a:pt x="0" y="102"/>
                </a:cubicBezTo>
                <a:cubicBezTo>
                  <a:pt x="0" y="104"/>
                  <a:pt x="2" y="106"/>
                  <a:pt x="5" y="107"/>
                </a:cubicBezTo>
                <a:cubicBezTo>
                  <a:pt x="7" y="132"/>
                  <a:pt x="26" y="152"/>
                  <a:pt x="50" y="156"/>
                </a:cubicBezTo>
                <a:cubicBezTo>
                  <a:pt x="51" y="159"/>
                  <a:pt x="54" y="161"/>
                  <a:pt x="57" y="161"/>
                </a:cubicBezTo>
                <a:cubicBezTo>
                  <a:pt x="78" y="161"/>
                  <a:pt x="78" y="161"/>
                  <a:pt x="78" y="161"/>
                </a:cubicBezTo>
                <a:cubicBezTo>
                  <a:pt x="82" y="161"/>
                  <a:pt x="86" y="157"/>
                  <a:pt x="86" y="152"/>
                </a:cubicBezTo>
                <a:cubicBezTo>
                  <a:pt x="86" y="148"/>
                  <a:pt x="82" y="144"/>
                  <a:pt x="78" y="144"/>
                </a:cubicBezTo>
                <a:cubicBezTo>
                  <a:pt x="57" y="144"/>
                  <a:pt x="57" y="144"/>
                  <a:pt x="57" y="144"/>
                </a:cubicBezTo>
                <a:cubicBezTo>
                  <a:pt x="54" y="144"/>
                  <a:pt x="51" y="146"/>
                  <a:pt x="50" y="149"/>
                </a:cubicBezTo>
                <a:cubicBezTo>
                  <a:pt x="29" y="146"/>
                  <a:pt x="13" y="128"/>
                  <a:pt x="11" y="107"/>
                </a:cubicBezTo>
                <a:cubicBezTo>
                  <a:pt x="11" y="107"/>
                  <a:pt x="12" y="107"/>
                  <a:pt x="12" y="106"/>
                </a:cubicBezTo>
                <a:cubicBezTo>
                  <a:pt x="12" y="107"/>
                  <a:pt x="12" y="107"/>
                  <a:pt x="12" y="107"/>
                </a:cubicBezTo>
                <a:cubicBezTo>
                  <a:pt x="12" y="114"/>
                  <a:pt x="18" y="120"/>
                  <a:pt x="24" y="120"/>
                </a:cubicBezTo>
                <a:cubicBezTo>
                  <a:pt x="31" y="120"/>
                  <a:pt x="37" y="114"/>
                  <a:pt x="37" y="107"/>
                </a:cubicBezTo>
                <a:cubicBezTo>
                  <a:pt x="37" y="74"/>
                  <a:pt x="37" y="74"/>
                  <a:pt x="37" y="74"/>
                </a:cubicBezTo>
                <a:cubicBezTo>
                  <a:pt x="37" y="67"/>
                  <a:pt x="31" y="62"/>
                  <a:pt x="24" y="62"/>
                </a:cubicBezTo>
                <a:cubicBezTo>
                  <a:pt x="18" y="62"/>
                  <a:pt x="13" y="67"/>
                  <a:pt x="12" y="73"/>
                </a:cubicBezTo>
                <a:cubicBezTo>
                  <a:pt x="12" y="66"/>
                  <a:pt x="12" y="66"/>
                  <a:pt x="12" y="66"/>
                </a:cubicBezTo>
                <a:cubicBezTo>
                  <a:pt x="12" y="34"/>
                  <a:pt x="40" y="8"/>
                  <a:pt x="74" y="8"/>
                </a:cubicBezTo>
                <a:cubicBezTo>
                  <a:pt x="108" y="8"/>
                  <a:pt x="135" y="34"/>
                  <a:pt x="135" y="66"/>
                </a:cubicBezTo>
                <a:cubicBezTo>
                  <a:pt x="135" y="73"/>
                  <a:pt x="135" y="73"/>
                  <a:pt x="135" y="73"/>
                </a:cubicBezTo>
                <a:cubicBezTo>
                  <a:pt x="135" y="67"/>
                  <a:pt x="130" y="62"/>
                  <a:pt x="123" y="62"/>
                </a:cubicBezTo>
                <a:cubicBezTo>
                  <a:pt x="116" y="62"/>
                  <a:pt x="111" y="67"/>
                  <a:pt x="111" y="74"/>
                </a:cubicBezTo>
                <a:cubicBezTo>
                  <a:pt x="111" y="107"/>
                  <a:pt x="111" y="107"/>
                  <a:pt x="111" y="107"/>
                </a:cubicBezTo>
                <a:cubicBezTo>
                  <a:pt x="111" y="114"/>
                  <a:pt x="116" y="120"/>
                  <a:pt x="123" y="120"/>
                </a:cubicBezTo>
                <a:cubicBezTo>
                  <a:pt x="130" y="120"/>
                  <a:pt x="136" y="114"/>
                  <a:pt x="136" y="107"/>
                </a:cubicBezTo>
                <a:cubicBezTo>
                  <a:pt x="136" y="106"/>
                  <a:pt x="136" y="106"/>
                  <a:pt x="136" y="106"/>
                </a:cubicBezTo>
                <a:cubicBezTo>
                  <a:pt x="137" y="107"/>
                  <a:pt x="138" y="107"/>
                  <a:pt x="140" y="107"/>
                </a:cubicBezTo>
                <a:cubicBezTo>
                  <a:pt x="144" y="107"/>
                  <a:pt x="148" y="105"/>
                  <a:pt x="148" y="102"/>
                </a:cubicBezTo>
                <a:lnTo>
                  <a:pt x="148" y="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5" name="Freeform 38"/>
          <p:cNvSpPr>
            <a:spLocks noEditPoints="1"/>
          </p:cNvSpPr>
          <p:nvPr/>
        </p:nvSpPr>
        <p:spPr bwMode="auto">
          <a:xfrm>
            <a:off x="4225233" y="4431190"/>
            <a:ext cx="366665" cy="521594"/>
          </a:xfrm>
          <a:custGeom>
            <a:avLst/>
            <a:gdLst>
              <a:gd name="T0" fmla="*/ 29 w 107"/>
              <a:gd name="T1" fmla="*/ 110 h 153"/>
              <a:gd name="T2" fmla="*/ 29 w 107"/>
              <a:gd name="T3" fmla="*/ 124 h 153"/>
              <a:gd name="T4" fmla="*/ 42 w 107"/>
              <a:gd name="T5" fmla="*/ 132 h 153"/>
              <a:gd name="T6" fmla="*/ 66 w 107"/>
              <a:gd name="T7" fmla="*/ 132 h 153"/>
              <a:gd name="T8" fmla="*/ 79 w 107"/>
              <a:gd name="T9" fmla="*/ 124 h 153"/>
              <a:gd name="T10" fmla="*/ 79 w 107"/>
              <a:gd name="T11" fmla="*/ 110 h 153"/>
              <a:gd name="T12" fmla="*/ 54 w 107"/>
              <a:gd name="T13" fmla="*/ 116 h 153"/>
              <a:gd name="T14" fmla="*/ 29 w 107"/>
              <a:gd name="T15" fmla="*/ 110 h 153"/>
              <a:gd name="T16" fmla="*/ 17 w 107"/>
              <a:gd name="T17" fmla="*/ 50 h 153"/>
              <a:gd name="T18" fmla="*/ 54 w 107"/>
              <a:gd name="T19" fmla="*/ 17 h 153"/>
              <a:gd name="T20" fmla="*/ 91 w 107"/>
              <a:gd name="T21" fmla="*/ 50 h 153"/>
              <a:gd name="T22" fmla="*/ 91 w 107"/>
              <a:gd name="T23" fmla="*/ 92 h 153"/>
              <a:gd name="T24" fmla="*/ 107 w 107"/>
              <a:gd name="T25" fmla="*/ 54 h 153"/>
              <a:gd name="T26" fmla="*/ 54 w 107"/>
              <a:gd name="T27" fmla="*/ 0 h 153"/>
              <a:gd name="T28" fmla="*/ 0 w 107"/>
              <a:gd name="T29" fmla="*/ 54 h 153"/>
              <a:gd name="T30" fmla="*/ 17 w 107"/>
              <a:gd name="T31" fmla="*/ 92 h 153"/>
              <a:gd name="T32" fmla="*/ 17 w 107"/>
              <a:gd name="T33" fmla="*/ 50 h 153"/>
              <a:gd name="T34" fmla="*/ 56 w 107"/>
              <a:gd name="T35" fmla="*/ 38 h 153"/>
              <a:gd name="T36" fmla="*/ 40 w 107"/>
              <a:gd name="T37" fmla="*/ 55 h 153"/>
              <a:gd name="T38" fmla="*/ 43 w 107"/>
              <a:gd name="T39" fmla="*/ 58 h 153"/>
              <a:gd name="T40" fmla="*/ 47 w 107"/>
              <a:gd name="T41" fmla="*/ 60 h 153"/>
              <a:gd name="T42" fmla="*/ 47 w 107"/>
              <a:gd name="T43" fmla="*/ 55 h 153"/>
              <a:gd name="T44" fmla="*/ 57 w 107"/>
              <a:gd name="T45" fmla="*/ 45 h 153"/>
              <a:gd name="T46" fmla="*/ 62 w 107"/>
              <a:gd name="T47" fmla="*/ 45 h 153"/>
              <a:gd name="T48" fmla="*/ 60 w 107"/>
              <a:gd name="T49" fmla="*/ 41 h 153"/>
              <a:gd name="T50" fmla="*/ 56 w 107"/>
              <a:gd name="T51" fmla="*/ 38 h 153"/>
              <a:gd name="T52" fmla="*/ 101 w 107"/>
              <a:gd name="T53" fmla="*/ 140 h 153"/>
              <a:gd name="T54" fmla="*/ 7 w 107"/>
              <a:gd name="T55" fmla="*/ 140 h 153"/>
              <a:gd name="T56" fmla="*/ 0 w 107"/>
              <a:gd name="T57" fmla="*/ 146 h 153"/>
              <a:gd name="T58" fmla="*/ 7 w 107"/>
              <a:gd name="T59" fmla="*/ 153 h 153"/>
              <a:gd name="T60" fmla="*/ 101 w 107"/>
              <a:gd name="T61" fmla="*/ 153 h 153"/>
              <a:gd name="T62" fmla="*/ 107 w 107"/>
              <a:gd name="T63" fmla="*/ 146 h 153"/>
              <a:gd name="T64" fmla="*/ 101 w 107"/>
              <a:gd name="T65" fmla="*/ 140 h 153"/>
              <a:gd name="T66" fmla="*/ 83 w 107"/>
              <a:gd name="T67" fmla="*/ 50 h 153"/>
              <a:gd name="T68" fmla="*/ 54 w 107"/>
              <a:gd name="T69" fmla="*/ 25 h 153"/>
              <a:gd name="T70" fmla="*/ 25 w 107"/>
              <a:gd name="T71" fmla="*/ 50 h 153"/>
              <a:gd name="T72" fmla="*/ 25 w 107"/>
              <a:gd name="T73" fmla="*/ 83 h 153"/>
              <a:gd name="T74" fmla="*/ 54 w 107"/>
              <a:gd name="T75" fmla="*/ 107 h 153"/>
              <a:gd name="T76" fmla="*/ 83 w 107"/>
              <a:gd name="T77" fmla="*/ 83 h 153"/>
              <a:gd name="T78" fmla="*/ 83 w 107"/>
              <a:gd name="T79" fmla="*/ 50 h 153"/>
              <a:gd name="T80" fmla="*/ 54 w 107"/>
              <a:gd name="T81" fmla="*/ 74 h 153"/>
              <a:gd name="T82" fmla="*/ 33 w 107"/>
              <a:gd name="T83" fmla="*/ 54 h 153"/>
              <a:gd name="T84" fmla="*/ 54 w 107"/>
              <a:gd name="T85" fmla="*/ 33 h 153"/>
              <a:gd name="T86" fmla="*/ 75 w 107"/>
              <a:gd name="T87" fmla="*/ 54 h 153"/>
              <a:gd name="T88" fmla="*/ 54 w 107"/>
              <a:gd name="T89" fmla="*/ 74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7" h="153">
                <a:moveTo>
                  <a:pt x="29" y="110"/>
                </a:moveTo>
                <a:cubicBezTo>
                  <a:pt x="29" y="124"/>
                  <a:pt x="29" y="124"/>
                  <a:pt x="29" y="124"/>
                </a:cubicBezTo>
                <a:cubicBezTo>
                  <a:pt x="29" y="131"/>
                  <a:pt x="35" y="132"/>
                  <a:pt x="42" y="132"/>
                </a:cubicBezTo>
                <a:cubicBezTo>
                  <a:pt x="66" y="132"/>
                  <a:pt x="66" y="132"/>
                  <a:pt x="66" y="132"/>
                </a:cubicBezTo>
                <a:cubicBezTo>
                  <a:pt x="73" y="132"/>
                  <a:pt x="79" y="131"/>
                  <a:pt x="79" y="124"/>
                </a:cubicBezTo>
                <a:cubicBezTo>
                  <a:pt x="79" y="110"/>
                  <a:pt x="79" y="110"/>
                  <a:pt x="79" y="110"/>
                </a:cubicBezTo>
                <a:cubicBezTo>
                  <a:pt x="71" y="113"/>
                  <a:pt x="63" y="116"/>
                  <a:pt x="54" y="116"/>
                </a:cubicBezTo>
                <a:cubicBezTo>
                  <a:pt x="45" y="116"/>
                  <a:pt x="37" y="113"/>
                  <a:pt x="29" y="110"/>
                </a:cubicBezTo>
                <a:close/>
                <a:moveTo>
                  <a:pt x="17" y="50"/>
                </a:moveTo>
                <a:cubicBezTo>
                  <a:pt x="17" y="32"/>
                  <a:pt x="34" y="17"/>
                  <a:pt x="54" y="17"/>
                </a:cubicBezTo>
                <a:cubicBezTo>
                  <a:pt x="74" y="17"/>
                  <a:pt x="91" y="32"/>
                  <a:pt x="91" y="50"/>
                </a:cubicBezTo>
                <a:cubicBezTo>
                  <a:pt x="91" y="92"/>
                  <a:pt x="91" y="92"/>
                  <a:pt x="91" y="92"/>
                </a:cubicBezTo>
                <a:cubicBezTo>
                  <a:pt x="101" y="83"/>
                  <a:pt x="107" y="69"/>
                  <a:pt x="107" y="54"/>
                </a:cubicBezTo>
                <a:cubicBezTo>
                  <a:pt x="107" y="24"/>
                  <a:pt x="84" y="0"/>
                  <a:pt x="54" y="0"/>
                </a:cubicBezTo>
                <a:cubicBezTo>
                  <a:pt x="24" y="0"/>
                  <a:pt x="0" y="24"/>
                  <a:pt x="0" y="54"/>
                </a:cubicBezTo>
                <a:cubicBezTo>
                  <a:pt x="0" y="69"/>
                  <a:pt x="7" y="83"/>
                  <a:pt x="17" y="92"/>
                </a:cubicBezTo>
                <a:lnTo>
                  <a:pt x="17" y="50"/>
                </a:lnTo>
                <a:close/>
                <a:moveTo>
                  <a:pt x="56" y="38"/>
                </a:moveTo>
                <a:cubicBezTo>
                  <a:pt x="48" y="36"/>
                  <a:pt x="38" y="46"/>
                  <a:pt x="40" y="55"/>
                </a:cubicBezTo>
                <a:cubicBezTo>
                  <a:pt x="40" y="57"/>
                  <a:pt x="42" y="58"/>
                  <a:pt x="43" y="58"/>
                </a:cubicBezTo>
                <a:cubicBezTo>
                  <a:pt x="44" y="60"/>
                  <a:pt x="46" y="61"/>
                  <a:pt x="47" y="60"/>
                </a:cubicBezTo>
                <a:cubicBezTo>
                  <a:pt x="48" y="59"/>
                  <a:pt x="47" y="57"/>
                  <a:pt x="47" y="55"/>
                </a:cubicBezTo>
                <a:cubicBezTo>
                  <a:pt x="45" y="50"/>
                  <a:pt x="51" y="43"/>
                  <a:pt x="57" y="45"/>
                </a:cubicBezTo>
                <a:cubicBezTo>
                  <a:pt x="59" y="45"/>
                  <a:pt x="61" y="46"/>
                  <a:pt x="62" y="45"/>
                </a:cubicBezTo>
                <a:cubicBezTo>
                  <a:pt x="63" y="44"/>
                  <a:pt x="62" y="42"/>
                  <a:pt x="60" y="41"/>
                </a:cubicBezTo>
                <a:cubicBezTo>
                  <a:pt x="59" y="40"/>
                  <a:pt x="58" y="39"/>
                  <a:pt x="56" y="38"/>
                </a:cubicBezTo>
                <a:close/>
                <a:moveTo>
                  <a:pt x="101" y="140"/>
                </a:moveTo>
                <a:cubicBezTo>
                  <a:pt x="7" y="140"/>
                  <a:pt x="7" y="140"/>
                  <a:pt x="7" y="140"/>
                </a:cubicBezTo>
                <a:cubicBezTo>
                  <a:pt x="3" y="140"/>
                  <a:pt x="0" y="143"/>
                  <a:pt x="0" y="146"/>
                </a:cubicBezTo>
                <a:cubicBezTo>
                  <a:pt x="0" y="150"/>
                  <a:pt x="3" y="153"/>
                  <a:pt x="7" y="153"/>
                </a:cubicBezTo>
                <a:cubicBezTo>
                  <a:pt x="101" y="153"/>
                  <a:pt x="101" y="153"/>
                  <a:pt x="101" y="153"/>
                </a:cubicBezTo>
                <a:cubicBezTo>
                  <a:pt x="105" y="153"/>
                  <a:pt x="107" y="150"/>
                  <a:pt x="107" y="146"/>
                </a:cubicBezTo>
                <a:cubicBezTo>
                  <a:pt x="107" y="143"/>
                  <a:pt x="105" y="140"/>
                  <a:pt x="101" y="140"/>
                </a:cubicBezTo>
                <a:close/>
                <a:moveTo>
                  <a:pt x="83" y="50"/>
                </a:moveTo>
                <a:cubicBezTo>
                  <a:pt x="83" y="36"/>
                  <a:pt x="70" y="25"/>
                  <a:pt x="54" y="25"/>
                </a:cubicBezTo>
                <a:cubicBezTo>
                  <a:pt x="38" y="25"/>
                  <a:pt x="25" y="36"/>
                  <a:pt x="25" y="50"/>
                </a:cubicBezTo>
                <a:cubicBezTo>
                  <a:pt x="25" y="83"/>
                  <a:pt x="25" y="83"/>
                  <a:pt x="25" y="83"/>
                </a:cubicBezTo>
                <a:cubicBezTo>
                  <a:pt x="25" y="96"/>
                  <a:pt x="38" y="107"/>
                  <a:pt x="54" y="107"/>
                </a:cubicBezTo>
                <a:cubicBezTo>
                  <a:pt x="70" y="107"/>
                  <a:pt x="83" y="96"/>
                  <a:pt x="83" y="83"/>
                </a:cubicBezTo>
                <a:lnTo>
                  <a:pt x="83" y="50"/>
                </a:lnTo>
                <a:close/>
                <a:moveTo>
                  <a:pt x="54" y="74"/>
                </a:moveTo>
                <a:cubicBezTo>
                  <a:pt x="43" y="74"/>
                  <a:pt x="33" y="65"/>
                  <a:pt x="33" y="54"/>
                </a:cubicBezTo>
                <a:cubicBezTo>
                  <a:pt x="33" y="42"/>
                  <a:pt x="43" y="33"/>
                  <a:pt x="54" y="33"/>
                </a:cubicBezTo>
                <a:cubicBezTo>
                  <a:pt x="65" y="33"/>
                  <a:pt x="75" y="42"/>
                  <a:pt x="75" y="54"/>
                </a:cubicBezTo>
                <a:cubicBezTo>
                  <a:pt x="75" y="65"/>
                  <a:pt x="65" y="74"/>
                  <a:pt x="54" y="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6" name="Freeform 39"/>
          <p:cNvSpPr>
            <a:spLocks noEditPoints="1"/>
          </p:cNvSpPr>
          <p:nvPr/>
        </p:nvSpPr>
        <p:spPr bwMode="auto">
          <a:xfrm>
            <a:off x="5309736" y="4459594"/>
            <a:ext cx="529342" cy="449294"/>
          </a:xfrm>
          <a:custGeom>
            <a:avLst/>
            <a:gdLst>
              <a:gd name="T0" fmla="*/ 116 w 155"/>
              <a:gd name="T1" fmla="*/ 12 h 131"/>
              <a:gd name="T2" fmla="*/ 116 w 155"/>
              <a:gd name="T3" fmla="*/ 101 h 131"/>
              <a:gd name="T4" fmla="*/ 155 w 155"/>
              <a:gd name="T5" fmla="*/ 34 h 131"/>
              <a:gd name="T6" fmla="*/ 116 w 155"/>
              <a:gd name="T7" fmla="*/ 12 h 131"/>
              <a:gd name="T8" fmla="*/ 9 w 155"/>
              <a:gd name="T9" fmla="*/ 8 h 131"/>
              <a:gd name="T10" fmla="*/ 0 w 155"/>
              <a:gd name="T11" fmla="*/ 8 h 131"/>
              <a:gd name="T12" fmla="*/ 0 w 155"/>
              <a:gd name="T13" fmla="*/ 16 h 131"/>
              <a:gd name="T14" fmla="*/ 17 w 155"/>
              <a:gd name="T15" fmla="*/ 16 h 131"/>
              <a:gd name="T16" fmla="*/ 17 w 155"/>
              <a:gd name="T17" fmla="*/ 8 h 131"/>
              <a:gd name="T18" fmla="*/ 23 w 155"/>
              <a:gd name="T19" fmla="*/ 14 h 131"/>
              <a:gd name="T20" fmla="*/ 17 w 155"/>
              <a:gd name="T21" fmla="*/ 20 h 131"/>
              <a:gd name="T22" fmla="*/ 9 w 155"/>
              <a:gd name="T23" fmla="*/ 20 h 131"/>
              <a:gd name="T24" fmla="*/ 9 w 155"/>
              <a:gd name="T25" fmla="*/ 28 h 131"/>
              <a:gd name="T26" fmla="*/ 0 w 155"/>
              <a:gd name="T27" fmla="*/ 28 h 131"/>
              <a:gd name="T28" fmla="*/ 0 w 155"/>
              <a:gd name="T29" fmla="*/ 37 h 131"/>
              <a:gd name="T30" fmla="*/ 17 w 155"/>
              <a:gd name="T31" fmla="*/ 37 h 131"/>
              <a:gd name="T32" fmla="*/ 17 w 155"/>
              <a:gd name="T33" fmla="*/ 28 h 131"/>
              <a:gd name="T34" fmla="*/ 23 w 155"/>
              <a:gd name="T35" fmla="*/ 35 h 131"/>
              <a:gd name="T36" fmla="*/ 17 w 155"/>
              <a:gd name="T37" fmla="*/ 41 h 131"/>
              <a:gd name="T38" fmla="*/ 9 w 155"/>
              <a:gd name="T39" fmla="*/ 41 h 131"/>
              <a:gd name="T40" fmla="*/ 9 w 155"/>
              <a:gd name="T41" fmla="*/ 49 h 131"/>
              <a:gd name="T42" fmla="*/ 0 w 155"/>
              <a:gd name="T43" fmla="*/ 49 h 131"/>
              <a:gd name="T44" fmla="*/ 0 w 155"/>
              <a:gd name="T45" fmla="*/ 57 h 131"/>
              <a:gd name="T46" fmla="*/ 17 w 155"/>
              <a:gd name="T47" fmla="*/ 57 h 131"/>
              <a:gd name="T48" fmla="*/ 17 w 155"/>
              <a:gd name="T49" fmla="*/ 49 h 131"/>
              <a:gd name="T50" fmla="*/ 23 w 155"/>
              <a:gd name="T51" fmla="*/ 55 h 131"/>
              <a:gd name="T52" fmla="*/ 17 w 155"/>
              <a:gd name="T53" fmla="*/ 61 h 131"/>
              <a:gd name="T54" fmla="*/ 9 w 155"/>
              <a:gd name="T55" fmla="*/ 61 h 131"/>
              <a:gd name="T56" fmla="*/ 9 w 155"/>
              <a:gd name="T57" fmla="*/ 70 h 131"/>
              <a:gd name="T58" fmla="*/ 0 w 155"/>
              <a:gd name="T59" fmla="*/ 70 h 131"/>
              <a:gd name="T60" fmla="*/ 0 w 155"/>
              <a:gd name="T61" fmla="*/ 78 h 131"/>
              <a:gd name="T62" fmla="*/ 17 w 155"/>
              <a:gd name="T63" fmla="*/ 78 h 131"/>
              <a:gd name="T64" fmla="*/ 17 w 155"/>
              <a:gd name="T65" fmla="*/ 70 h 131"/>
              <a:gd name="T66" fmla="*/ 23 w 155"/>
              <a:gd name="T67" fmla="*/ 76 h 131"/>
              <a:gd name="T68" fmla="*/ 17 w 155"/>
              <a:gd name="T69" fmla="*/ 82 h 131"/>
              <a:gd name="T70" fmla="*/ 9 w 155"/>
              <a:gd name="T71" fmla="*/ 82 h 131"/>
              <a:gd name="T72" fmla="*/ 9 w 155"/>
              <a:gd name="T73" fmla="*/ 90 h 131"/>
              <a:gd name="T74" fmla="*/ 0 w 155"/>
              <a:gd name="T75" fmla="*/ 90 h 131"/>
              <a:gd name="T76" fmla="*/ 0 w 155"/>
              <a:gd name="T77" fmla="*/ 98 h 131"/>
              <a:gd name="T78" fmla="*/ 17 w 155"/>
              <a:gd name="T79" fmla="*/ 98 h 131"/>
              <a:gd name="T80" fmla="*/ 17 w 155"/>
              <a:gd name="T81" fmla="*/ 90 h 131"/>
              <a:gd name="T82" fmla="*/ 23 w 155"/>
              <a:gd name="T83" fmla="*/ 96 h 131"/>
              <a:gd name="T84" fmla="*/ 17 w 155"/>
              <a:gd name="T85" fmla="*/ 102 h 131"/>
              <a:gd name="T86" fmla="*/ 9 w 155"/>
              <a:gd name="T87" fmla="*/ 102 h 131"/>
              <a:gd name="T88" fmla="*/ 9 w 155"/>
              <a:gd name="T89" fmla="*/ 111 h 131"/>
              <a:gd name="T90" fmla="*/ 0 w 155"/>
              <a:gd name="T91" fmla="*/ 111 h 131"/>
              <a:gd name="T92" fmla="*/ 0 w 155"/>
              <a:gd name="T93" fmla="*/ 119 h 131"/>
              <a:gd name="T94" fmla="*/ 17 w 155"/>
              <a:gd name="T95" fmla="*/ 119 h 131"/>
              <a:gd name="T96" fmla="*/ 17 w 155"/>
              <a:gd name="T97" fmla="*/ 111 h 131"/>
              <a:gd name="T98" fmla="*/ 23 w 155"/>
              <a:gd name="T99" fmla="*/ 117 h 131"/>
              <a:gd name="T100" fmla="*/ 17 w 155"/>
              <a:gd name="T101" fmla="*/ 123 h 131"/>
              <a:gd name="T102" fmla="*/ 9 w 155"/>
              <a:gd name="T103" fmla="*/ 123 h 131"/>
              <a:gd name="T104" fmla="*/ 9 w 155"/>
              <a:gd name="T105" fmla="*/ 131 h 131"/>
              <a:gd name="T106" fmla="*/ 107 w 155"/>
              <a:gd name="T107" fmla="*/ 131 h 131"/>
              <a:gd name="T108" fmla="*/ 107 w 155"/>
              <a:gd name="T109" fmla="*/ 0 h 131"/>
              <a:gd name="T110" fmla="*/ 9 w 155"/>
              <a:gd name="T111" fmla="*/ 0 h 131"/>
              <a:gd name="T112" fmla="*/ 9 w 155"/>
              <a:gd name="T113" fmla="*/ 8 h 131"/>
              <a:gd name="T114" fmla="*/ 33 w 155"/>
              <a:gd name="T115" fmla="*/ 20 h 131"/>
              <a:gd name="T116" fmla="*/ 83 w 155"/>
              <a:gd name="T117" fmla="*/ 20 h 131"/>
              <a:gd name="T118" fmla="*/ 83 w 155"/>
              <a:gd name="T119" fmla="*/ 45 h 131"/>
              <a:gd name="T120" fmla="*/ 33 w 155"/>
              <a:gd name="T121" fmla="*/ 45 h 131"/>
              <a:gd name="T122" fmla="*/ 33 w 155"/>
              <a:gd name="T123" fmla="*/ 2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5" h="131">
                <a:moveTo>
                  <a:pt x="116" y="12"/>
                </a:moveTo>
                <a:cubicBezTo>
                  <a:pt x="116" y="101"/>
                  <a:pt x="116" y="101"/>
                  <a:pt x="116" y="101"/>
                </a:cubicBezTo>
                <a:cubicBezTo>
                  <a:pt x="155" y="34"/>
                  <a:pt x="155" y="34"/>
                  <a:pt x="155" y="34"/>
                </a:cubicBezTo>
                <a:lnTo>
                  <a:pt x="116" y="12"/>
                </a:lnTo>
                <a:close/>
                <a:moveTo>
                  <a:pt x="9" y="8"/>
                </a:moveTo>
                <a:cubicBezTo>
                  <a:pt x="0" y="8"/>
                  <a:pt x="0" y="8"/>
                  <a:pt x="0" y="8"/>
                </a:cubicBezTo>
                <a:cubicBezTo>
                  <a:pt x="0" y="16"/>
                  <a:pt x="0" y="16"/>
                  <a:pt x="0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8"/>
                  <a:pt x="17" y="8"/>
                  <a:pt x="17" y="8"/>
                </a:cubicBezTo>
                <a:cubicBezTo>
                  <a:pt x="20" y="8"/>
                  <a:pt x="23" y="11"/>
                  <a:pt x="23" y="14"/>
                </a:cubicBezTo>
                <a:cubicBezTo>
                  <a:pt x="23" y="17"/>
                  <a:pt x="20" y="20"/>
                  <a:pt x="17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8"/>
                  <a:pt x="9" y="28"/>
                  <a:pt x="9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7"/>
                  <a:pt x="0" y="37"/>
                  <a:pt x="0" y="37"/>
                </a:cubicBezTo>
                <a:cubicBezTo>
                  <a:pt x="17" y="37"/>
                  <a:pt x="17" y="37"/>
                  <a:pt x="17" y="37"/>
                </a:cubicBezTo>
                <a:cubicBezTo>
                  <a:pt x="17" y="28"/>
                  <a:pt x="17" y="28"/>
                  <a:pt x="17" y="28"/>
                </a:cubicBezTo>
                <a:cubicBezTo>
                  <a:pt x="20" y="28"/>
                  <a:pt x="23" y="31"/>
                  <a:pt x="23" y="35"/>
                </a:cubicBezTo>
                <a:cubicBezTo>
                  <a:pt x="23" y="38"/>
                  <a:pt x="20" y="41"/>
                  <a:pt x="17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9" y="49"/>
                  <a:pt x="9" y="49"/>
                  <a:pt x="9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57"/>
                  <a:pt x="0" y="57"/>
                  <a:pt x="0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7" y="49"/>
                  <a:pt x="17" y="49"/>
                  <a:pt x="17" y="49"/>
                </a:cubicBezTo>
                <a:cubicBezTo>
                  <a:pt x="20" y="49"/>
                  <a:pt x="23" y="52"/>
                  <a:pt x="23" y="55"/>
                </a:cubicBezTo>
                <a:cubicBezTo>
                  <a:pt x="23" y="59"/>
                  <a:pt x="20" y="61"/>
                  <a:pt x="17" y="61"/>
                </a:cubicBezTo>
                <a:cubicBezTo>
                  <a:pt x="9" y="61"/>
                  <a:pt x="9" y="61"/>
                  <a:pt x="9" y="61"/>
                </a:cubicBezTo>
                <a:cubicBezTo>
                  <a:pt x="9" y="70"/>
                  <a:pt x="9" y="70"/>
                  <a:pt x="9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8"/>
                  <a:pt x="0" y="78"/>
                  <a:pt x="0" y="78"/>
                </a:cubicBezTo>
                <a:cubicBezTo>
                  <a:pt x="17" y="78"/>
                  <a:pt x="17" y="78"/>
                  <a:pt x="17" y="78"/>
                </a:cubicBezTo>
                <a:cubicBezTo>
                  <a:pt x="17" y="70"/>
                  <a:pt x="17" y="70"/>
                  <a:pt x="17" y="70"/>
                </a:cubicBezTo>
                <a:cubicBezTo>
                  <a:pt x="20" y="70"/>
                  <a:pt x="23" y="72"/>
                  <a:pt x="23" y="76"/>
                </a:cubicBezTo>
                <a:cubicBezTo>
                  <a:pt x="23" y="79"/>
                  <a:pt x="20" y="82"/>
                  <a:pt x="17" y="82"/>
                </a:cubicBezTo>
                <a:cubicBezTo>
                  <a:pt x="9" y="82"/>
                  <a:pt x="9" y="82"/>
                  <a:pt x="9" y="82"/>
                </a:cubicBezTo>
                <a:cubicBezTo>
                  <a:pt x="9" y="90"/>
                  <a:pt x="9" y="90"/>
                  <a:pt x="9" y="90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8"/>
                  <a:pt x="0" y="98"/>
                  <a:pt x="0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90"/>
                  <a:pt x="17" y="90"/>
                  <a:pt x="17" y="90"/>
                </a:cubicBezTo>
                <a:cubicBezTo>
                  <a:pt x="20" y="90"/>
                  <a:pt x="23" y="93"/>
                  <a:pt x="23" y="96"/>
                </a:cubicBezTo>
                <a:cubicBezTo>
                  <a:pt x="23" y="100"/>
                  <a:pt x="20" y="102"/>
                  <a:pt x="17" y="102"/>
                </a:cubicBezTo>
                <a:cubicBezTo>
                  <a:pt x="9" y="102"/>
                  <a:pt x="9" y="102"/>
                  <a:pt x="9" y="102"/>
                </a:cubicBezTo>
                <a:cubicBezTo>
                  <a:pt x="9" y="111"/>
                  <a:pt x="9" y="111"/>
                  <a:pt x="9" y="111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9"/>
                  <a:pt x="0" y="119"/>
                  <a:pt x="0" y="119"/>
                </a:cubicBezTo>
                <a:cubicBezTo>
                  <a:pt x="17" y="119"/>
                  <a:pt x="17" y="119"/>
                  <a:pt x="17" y="119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20" y="111"/>
                  <a:pt x="23" y="113"/>
                  <a:pt x="23" y="117"/>
                </a:cubicBezTo>
                <a:cubicBezTo>
                  <a:pt x="23" y="120"/>
                  <a:pt x="20" y="123"/>
                  <a:pt x="17" y="123"/>
                </a:cubicBezTo>
                <a:cubicBezTo>
                  <a:pt x="9" y="123"/>
                  <a:pt x="9" y="123"/>
                  <a:pt x="9" y="123"/>
                </a:cubicBezTo>
                <a:cubicBezTo>
                  <a:pt x="9" y="131"/>
                  <a:pt x="9" y="131"/>
                  <a:pt x="9" y="131"/>
                </a:cubicBezTo>
                <a:cubicBezTo>
                  <a:pt x="107" y="131"/>
                  <a:pt x="107" y="131"/>
                  <a:pt x="107" y="131"/>
                </a:cubicBezTo>
                <a:cubicBezTo>
                  <a:pt x="107" y="0"/>
                  <a:pt x="107" y="0"/>
                  <a:pt x="107" y="0"/>
                </a:cubicBezTo>
                <a:cubicBezTo>
                  <a:pt x="9" y="0"/>
                  <a:pt x="9" y="0"/>
                  <a:pt x="9" y="0"/>
                </a:cubicBezTo>
                <a:lnTo>
                  <a:pt x="9" y="8"/>
                </a:lnTo>
                <a:close/>
                <a:moveTo>
                  <a:pt x="33" y="20"/>
                </a:moveTo>
                <a:cubicBezTo>
                  <a:pt x="83" y="20"/>
                  <a:pt x="83" y="20"/>
                  <a:pt x="83" y="20"/>
                </a:cubicBezTo>
                <a:cubicBezTo>
                  <a:pt x="83" y="45"/>
                  <a:pt x="83" y="45"/>
                  <a:pt x="83" y="45"/>
                </a:cubicBezTo>
                <a:cubicBezTo>
                  <a:pt x="33" y="45"/>
                  <a:pt x="33" y="45"/>
                  <a:pt x="33" y="45"/>
                </a:cubicBezTo>
                <a:lnTo>
                  <a:pt x="33" y="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7" name="Freeform 40"/>
          <p:cNvSpPr>
            <a:spLocks noEditPoints="1"/>
          </p:cNvSpPr>
          <p:nvPr/>
        </p:nvSpPr>
        <p:spPr bwMode="auto">
          <a:xfrm>
            <a:off x="6518182" y="4475087"/>
            <a:ext cx="312441" cy="392486"/>
          </a:xfrm>
          <a:custGeom>
            <a:avLst/>
            <a:gdLst>
              <a:gd name="T0" fmla="*/ 80 w 121"/>
              <a:gd name="T1" fmla="*/ 0 h 152"/>
              <a:gd name="T2" fmla="*/ 0 w 121"/>
              <a:gd name="T3" fmla="*/ 0 h 152"/>
              <a:gd name="T4" fmla="*/ 0 w 121"/>
              <a:gd name="T5" fmla="*/ 152 h 152"/>
              <a:gd name="T6" fmla="*/ 121 w 121"/>
              <a:gd name="T7" fmla="*/ 152 h 152"/>
              <a:gd name="T8" fmla="*/ 121 w 121"/>
              <a:gd name="T9" fmla="*/ 41 h 152"/>
              <a:gd name="T10" fmla="*/ 80 w 121"/>
              <a:gd name="T11" fmla="*/ 0 h 152"/>
              <a:gd name="T12" fmla="*/ 77 w 121"/>
              <a:gd name="T13" fmla="*/ 43 h 152"/>
              <a:gd name="T14" fmla="*/ 77 w 121"/>
              <a:gd name="T15" fmla="*/ 16 h 152"/>
              <a:gd name="T16" fmla="*/ 103 w 121"/>
              <a:gd name="T17" fmla="*/ 43 h 152"/>
              <a:gd name="T18" fmla="*/ 77 w 121"/>
              <a:gd name="T19" fmla="*/ 43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1" h="152">
                <a:moveTo>
                  <a:pt x="80" y="0"/>
                </a:moveTo>
                <a:lnTo>
                  <a:pt x="0" y="0"/>
                </a:lnTo>
                <a:lnTo>
                  <a:pt x="0" y="152"/>
                </a:lnTo>
                <a:lnTo>
                  <a:pt x="121" y="152"/>
                </a:lnTo>
                <a:lnTo>
                  <a:pt x="121" y="41"/>
                </a:lnTo>
                <a:lnTo>
                  <a:pt x="80" y="0"/>
                </a:lnTo>
                <a:close/>
                <a:moveTo>
                  <a:pt x="77" y="43"/>
                </a:moveTo>
                <a:lnTo>
                  <a:pt x="77" y="16"/>
                </a:lnTo>
                <a:lnTo>
                  <a:pt x="103" y="43"/>
                </a:lnTo>
                <a:lnTo>
                  <a:pt x="77" y="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8" name="Freeform 41"/>
          <p:cNvSpPr>
            <a:spLocks noEditPoints="1"/>
          </p:cNvSpPr>
          <p:nvPr/>
        </p:nvSpPr>
        <p:spPr bwMode="auto">
          <a:xfrm>
            <a:off x="7561370" y="4464759"/>
            <a:ext cx="444129" cy="467370"/>
          </a:xfrm>
          <a:custGeom>
            <a:avLst/>
            <a:gdLst>
              <a:gd name="T0" fmla="*/ 48 w 130"/>
              <a:gd name="T1" fmla="*/ 74 h 137"/>
              <a:gd name="T2" fmla="*/ 61 w 130"/>
              <a:gd name="T3" fmla="*/ 56 h 137"/>
              <a:gd name="T4" fmla="*/ 18 w 130"/>
              <a:gd name="T5" fmla="*/ 0 h 137"/>
              <a:gd name="T6" fmla="*/ 14 w 130"/>
              <a:gd name="T7" fmla="*/ 1 h 137"/>
              <a:gd name="T8" fmla="*/ 22 w 130"/>
              <a:gd name="T9" fmla="*/ 26 h 137"/>
              <a:gd name="T10" fmla="*/ 48 w 130"/>
              <a:gd name="T11" fmla="*/ 74 h 137"/>
              <a:gd name="T12" fmla="*/ 109 w 130"/>
              <a:gd name="T13" fmla="*/ 26 h 137"/>
              <a:gd name="T14" fmla="*/ 117 w 130"/>
              <a:gd name="T15" fmla="*/ 1 h 137"/>
              <a:gd name="T16" fmla="*/ 113 w 130"/>
              <a:gd name="T17" fmla="*/ 0 h 137"/>
              <a:gd name="T18" fmla="*/ 81 w 130"/>
              <a:gd name="T19" fmla="*/ 42 h 137"/>
              <a:gd name="T20" fmla="*/ 81 w 130"/>
              <a:gd name="T21" fmla="*/ 42 h 137"/>
              <a:gd name="T22" fmla="*/ 52 w 130"/>
              <a:gd name="T23" fmla="*/ 82 h 137"/>
              <a:gd name="T24" fmla="*/ 55 w 130"/>
              <a:gd name="T25" fmla="*/ 86 h 137"/>
              <a:gd name="T26" fmla="*/ 44 w 130"/>
              <a:gd name="T27" fmla="*/ 89 h 137"/>
              <a:gd name="T28" fmla="*/ 38 w 130"/>
              <a:gd name="T29" fmla="*/ 86 h 137"/>
              <a:gd name="T30" fmla="*/ 6 w 130"/>
              <a:gd name="T31" fmla="*/ 105 h 137"/>
              <a:gd name="T32" fmla="*/ 17 w 130"/>
              <a:gd name="T33" fmla="*/ 134 h 137"/>
              <a:gd name="T34" fmla="*/ 47 w 130"/>
              <a:gd name="T35" fmla="*/ 116 h 137"/>
              <a:gd name="T36" fmla="*/ 54 w 130"/>
              <a:gd name="T37" fmla="*/ 114 h 137"/>
              <a:gd name="T38" fmla="*/ 62 w 130"/>
              <a:gd name="T39" fmla="*/ 104 h 137"/>
              <a:gd name="T40" fmla="*/ 77 w 130"/>
              <a:gd name="T41" fmla="*/ 83 h 137"/>
              <a:gd name="T42" fmla="*/ 109 w 130"/>
              <a:gd name="T43" fmla="*/ 26 h 137"/>
              <a:gd name="T44" fmla="*/ 40 w 130"/>
              <a:gd name="T45" fmla="*/ 112 h 137"/>
              <a:gd name="T46" fmla="*/ 22 w 130"/>
              <a:gd name="T47" fmla="*/ 125 h 137"/>
              <a:gd name="T48" fmla="*/ 16 w 130"/>
              <a:gd name="T49" fmla="*/ 106 h 137"/>
              <a:gd name="T50" fmla="*/ 35 w 130"/>
              <a:gd name="T51" fmla="*/ 93 h 137"/>
              <a:gd name="T52" fmla="*/ 40 w 130"/>
              <a:gd name="T53" fmla="*/ 112 h 137"/>
              <a:gd name="T54" fmla="*/ 65 w 130"/>
              <a:gd name="T55" fmla="*/ 89 h 137"/>
              <a:gd name="T56" fmla="*/ 61 w 130"/>
              <a:gd name="T57" fmla="*/ 85 h 137"/>
              <a:gd name="T58" fmla="*/ 65 w 130"/>
              <a:gd name="T59" fmla="*/ 81 h 137"/>
              <a:gd name="T60" fmla="*/ 70 w 130"/>
              <a:gd name="T61" fmla="*/ 85 h 137"/>
              <a:gd name="T62" fmla="*/ 65 w 130"/>
              <a:gd name="T63" fmla="*/ 89 h 137"/>
              <a:gd name="T64" fmla="*/ 125 w 130"/>
              <a:gd name="T65" fmla="*/ 105 h 137"/>
              <a:gd name="T66" fmla="*/ 93 w 130"/>
              <a:gd name="T67" fmla="*/ 86 h 137"/>
              <a:gd name="T68" fmla="*/ 86 w 130"/>
              <a:gd name="T69" fmla="*/ 89 h 137"/>
              <a:gd name="T70" fmla="*/ 84 w 130"/>
              <a:gd name="T71" fmla="*/ 89 h 137"/>
              <a:gd name="T72" fmla="*/ 71 w 130"/>
              <a:gd name="T73" fmla="*/ 107 h 137"/>
              <a:gd name="T74" fmla="*/ 77 w 130"/>
              <a:gd name="T75" fmla="*/ 114 h 137"/>
              <a:gd name="T76" fmla="*/ 83 w 130"/>
              <a:gd name="T77" fmla="*/ 116 h 137"/>
              <a:gd name="T78" fmla="*/ 114 w 130"/>
              <a:gd name="T79" fmla="*/ 134 h 137"/>
              <a:gd name="T80" fmla="*/ 125 w 130"/>
              <a:gd name="T81" fmla="*/ 105 h 137"/>
              <a:gd name="T82" fmla="*/ 109 w 130"/>
              <a:gd name="T83" fmla="*/ 125 h 137"/>
              <a:gd name="T84" fmla="*/ 91 w 130"/>
              <a:gd name="T85" fmla="*/ 112 h 137"/>
              <a:gd name="T86" fmla="*/ 96 w 130"/>
              <a:gd name="T87" fmla="*/ 93 h 137"/>
              <a:gd name="T88" fmla="*/ 114 w 130"/>
              <a:gd name="T89" fmla="*/ 106 h 137"/>
              <a:gd name="T90" fmla="*/ 109 w 130"/>
              <a:gd name="T91" fmla="*/ 125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30" h="137">
                <a:moveTo>
                  <a:pt x="48" y="74"/>
                </a:moveTo>
                <a:cubicBezTo>
                  <a:pt x="61" y="56"/>
                  <a:pt x="61" y="56"/>
                  <a:pt x="61" y="56"/>
                </a:cubicBezTo>
                <a:cubicBezTo>
                  <a:pt x="18" y="0"/>
                  <a:pt x="18" y="0"/>
                  <a:pt x="18" y="0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5" y="8"/>
                  <a:pt x="22" y="26"/>
                </a:cubicBezTo>
                <a:cubicBezTo>
                  <a:pt x="27" y="41"/>
                  <a:pt x="37" y="59"/>
                  <a:pt x="48" y="74"/>
                </a:cubicBezTo>
                <a:close/>
                <a:moveTo>
                  <a:pt x="109" y="26"/>
                </a:moveTo>
                <a:cubicBezTo>
                  <a:pt x="115" y="8"/>
                  <a:pt x="117" y="1"/>
                  <a:pt x="117" y="1"/>
                </a:cubicBezTo>
                <a:cubicBezTo>
                  <a:pt x="113" y="0"/>
                  <a:pt x="113" y="0"/>
                  <a:pt x="113" y="0"/>
                </a:cubicBezTo>
                <a:cubicBezTo>
                  <a:pt x="81" y="42"/>
                  <a:pt x="81" y="42"/>
                  <a:pt x="81" y="42"/>
                </a:cubicBezTo>
                <a:cubicBezTo>
                  <a:pt x="81" y="42"/>
                  <a:pt x="81" y="42"/>
                  <a:pt x="81" y="42"/>
                </a:cubicBezTo>
                <a:cubicBezTo>
                  <a:pt x="52" y="82"/>
                  <a:pt x="52" y="82"/>
                  <a:pt x="52" y="82"/>
                </a:cubicBezTo>
                <a:cubicBezTo>
                  <a:pt x="53" y="83"/>
                  <a:pt x="54" y="85"/>
                  <a:pt x="55" y="86"/>
                </a:cubicBezTo>
                <a:cubicBezTo>
                  <a:pt x="53" y="88"/>
                  <a:pt x="49" y="89"/>
                  <a:pt x="44" y="89"/>
                </a:cubicBezTo>
                <a:cubicBezTo>
                  <a:pt x="43" y="87"/>
                  <a:pt x="40" y="86"/>
                  <a:pt x="38" y="86"/>
                </a:cubicBezTo>
                <a:cubicBezTo>
                  <a:pt x="26" y="83"/>
                  <a:pt x="12" y="91"/>
                  <a:pt x="6" y="105"/>
                </a:cubicBezTo>
                <a:cubicBezTo>
                  <a:pt x="0" y="118"/>
                  <a:pt x="5" y="131"/>
                  <a:pt x="17" y="134"/>
                </a:cubicBezTo>
                <a:cubicBezTo>
                  <a:pt x="28" y="137"/>
                  <a:pt x="41" y="129"/>
                  <a:pt x="47" y="116"/>
                </a:cubicBezTo>
                <a:cubicBezTo>
                  <a:pt x="49" y="115"/>
                  <a:pt x="51" y="114"/>
                  <a:pt x="54" y="114"/>
                </a:cubicBezTo>
                <a:cubicBezTo>
                  <a:pt x="55" y="113"/>
                  <a:pt x="58" y="109"/>
                  <a:pt x="62" y="104"/>
                </a:cubicBezTo>
                <a:cubicBezTo>
                  <a:pt x="77" y="83"/>
                  <a:pt x="77" y="83"/>
                  <a:pt x="77" y="83"/>
                </a:cubicBezTo>
                <a:cubicBezTo>
                  <a:pt x="89" y="66"/>
                  <a:pt x="103" y="44"/>
                  <a:pt x="109" y="26"/>
                </a:cubicBezTo>
                <a:close/>
                <a:moveTo>
                  <a:pt x="40" y="112"/>
                </a:moveTo>
                <a:cubicBezTo>
                  <a:pt x="37" y="120"/>
                  <a:pt x="28" y="126"/>
                  <a:pt x="22" y="125"/>
                </a:cubicBezTo>
                <a:cubicBezTo>
                  <a:pt x="15" y="123"/>
                  <a:pt x="13" y="115"/>
                  <a:pt x="16" y="106"/>
                </a:cubicBezTo>
                <a:cubicBezTo>
                  <a:pt x="20" y="98"/>
                  <a:pt x="28" y="92"/>
                  <a:pt x="35" y="93"/>
                </a:cubicBezTo>
                <a:cubicBezTo>
                  <a:pt x="42" y="95"/>
                  <a:pt x="44" y="103"/>
                  <a:pt x="40" y="112"/>
                </a:cubicBezTo>
                <a:close/>
                <a:moveTo>
                  <a:pt x="65" y="89"/>
                </a:moveTo>
                <a:cubicBezTo>
                  <a:pt x="63" y="89"/>
                  <a:pt x="61" y="87"/>
                  <a:pt x="61" y="85"/>
                </a:cubicBezTo>
                <a:cubicBezTo>
                  <a:pt x="61" y="83"/>
                  <a:pt x="63" y="81"/>
                  <a:pt x="65" y="81"/>
                </a:cubicBezTo>
                <a:cubicBezTo>
                  <a:pt x="68" y="81"/>
                  <a:pt x="70" y="83"/>
                  <a:pt x="70" y="85"/>
                </a:cubicBezTo>
                <a:cubicBezTo>
                  <a:pt x="70" y="87"/>
                  <a:pt x="68" y="89"/>
                  <a:pt x="65" y="89"/>
                </a:cubicBezTo>
                <a:close/>
                <a:moveTo>
                  <a:pt x="125" y="105"/>
                </a:moveTo>
                <a:cubicBezTo>
                  <a:pt x="119" y="91"/>
                  <a:pt x="105" y="83"/>
                  <a:pt x="93" y="86"/>
                </a:cubicBezTo>
                <a:cubicBezTo>
                  <a:pt x="90" y="86"/>
                  <a:pt x="88" y="87"/>
                  <a:pt x="86" y="89"/>
                </a:cubicBezTo>
                <a:cubicBezTo>
                  <a:pt x="85" y="89"/>
                  <a:pt x="85" y="89"/>
                  <a:pt x="84" y="89"/>
                </a:cubicBezTo>
                <a:cubicBezTo>
                  <a:pt x="71" y="107"/>
                  <a:pt x="71" y="107"/>
                  <a:pt x="71" y="107"/>
                </a:cubicBezTo>
                <a:cubicBezTo>
                  <a:pt x="74" y="110"/>
                  <a:pt x="76" y="113"/>
                  <a:pt x="77" y="114"/>
                </a:cubicBezTo>
                <a:cubicBezTo>
                  <a:pt x="80" y="114"/>
                  <a:pt x="82" y="115"/>
                  <a:pt x="83" y="116"/>
                </a:cubicBezTo>
                <a:cubicBezTo>
                  <a:pt x="90" y="129"/>
                  <a:pt x="103" y="137"/>
                  <a:pt x="114" y="134"/>
                </a:cubicBezTo>
                <a:cubicBezTo>
                  <a:pt x="126" y="131"/>
                  <a:pt x="130" y="118"/>
                  <a:pt x="125" y="105"/>
                </a:cubicBezTo>
                <a:close/>
                <a:moveTo>
                  <a:pt x="109" y="125"/>
                </a:moveTo>
                <a:cubicBezTo>
                  <a:pt x="103" y="126"/>
                  <a:pt x="94" y="120"/>
                  <a:pt x="91" y="112"/>
                </a:cubicBezTo>
                <a:cubicBezTo>
                  <a:pt x="87" y="103"/>
                  <a:pt x="89" y="95"/>
                  <a:pt x="96" y="93"/>
                </a:cubicBezTo>
                <a:cubicBezTo>
                  <a:pt x="102" y="92"/>
                  <a:pt x="111" y="98"/>
                  <a:pt x="114" y="106"/>
                </a:cubicBezTo>
                <a:cubicBezTo>
                  <a:pt x="118" y="115"/>
                  <a:pt x="116" y="123"/>
                  <a:pt x="109" y="1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9" name="Freeform 42"/>
          <p:cNvSpPr>
            <a:spLocks noEditPoints="1"/>
          </p:cNvSpPr>
          <p:nvPr/>
        </p:nvSpPr>
        <p:spPr bwMode="auto">
          <a:xfrm>
            <a:off x="8643291" y="4487997"/>
            <a:ext cx="508684" cy="405398"/>
          </a:xfrm>
          <a:custGeom>
            <a:avLst/>
            <a:gdLst>
              <a:gd name="T0" fmla="*/ 125 w 149"/>
              <a:gd name="T1" fmla="*/ 95 h 119"/>
              <a:gd name="T2" fmla="*/ 123 w 149"/>
              <a:gd name="T3" fmla="*/ 99 h 119"/>
              <a:gd name="T4" fmla="*/ 114 w 149"/>
              <a:gd name="T5" fmla="*/ 108 h 119"/>
              <a:gd name="T6" fmla="*/ 126 w 149"/>
              <a:gd name="T7" fmla="*/ 119 h 119"/>
              <a:gd name="T8" fmla="*/ 149 w 149"/>
              <a:gd name="T9" fmla="*/ 119 h 119"/>
              <a:gd name="T10" fmla="*/ 125 w 149"/>
              <a:gd name="T11" fmla="*/ 95 h 119"/>
              <a:gd name="T12" fmla="*/ 119 w 149"/>
              <a:gd name="T13" fmla="*/ 89 h 119"/>
              <a:gd name="T14" fmla="*/ 119 w 149"/>
              <a:gd name="T15" fmla="*/ 86 h 119"/>
              <a:gd name="T16" fmla="*/ 119 w 149"/>
              <a:gd name="T17" fmla="*/ 85 h 119"/>
              <a:gd name="T18" fmla="*/ 117 w 149"/>
              <a:gd name="T19" fmla="*/ 82 h 119"/>
              <a:gd name="T20" fmla="*/ 38 w 149"/>
              <a:gd name="T21" fmla="*/ 3 h 119"/>
              <a:gd name="T22" fmla="*/ 9 w 149"/>
              <a:gd name="T23" fmla="*/ 38 h 119"/>
              <a:gd name="T24" fmla="*/ 50 w 149"/>
              <a:gd name="T25" fmla="*/ 55 h 119"/>
              <a:gd name="T26" fmla="*/ 96 w 149"/>
              <a:gd name="T27" fmla="*/ 102 h 119"/>
              <a:gd name="T28" fmla="*/ 100 w 149"/>
              <a:gd name="T29" fmla="*/ 104 h 119"/>
              <a:gd name="T30" fmla="*/ 108 w 149"/>
              <a:gd name="T31" fmla="*/ 102 h 119"/>
              <a:gd name="T32" fmla="*/ 117 w 149"/>
              <a:gd name="T33" fmla="*/ 93 h 119"/>
              <a:gd name="T34" fmla="*/ 119 w 149"/>
              <a:gd name="T35" fmla="*/ 89 h 119"/>
              <a:gd name="T36" fmla="*/ 108 w 149"/>
              <a:gd name="T37" fmla="*/ 90 h 119"/>
              <a:gd name="T38" fmla="*/ 102 w 149"/>
              <a:gd name="T39" fmla="*/ 90 h 119"/>
              <a:gd name="T40" fmla="*/ 53 w 149"/>
              <a:gd name="T41" fmla="*/ 41 h 119"/>
              <a:gd name="T42" fmla="*/ 40 w 149"/>
              <a:gd name="T43" fmla="*/ 39 h 119"/>
              <a:gd name="T44" fmla="*/ 39 w 149"/>
              <a:gd name="T45" fmla="*/ 27 h 119"/>
              <a:gd name="T46" fmla="*/ 33 w 149"/>
              <a:gd name="T47" fmla="*/ 21 h 119"/>
              <a:gd name="T48" fmla="*/ 33 w 149"/>
              <a:gd name="T49" fmla="*/ 15 h 119"/>
              <a:gd name="T50" fmla="*/ 38 w 149"/>
              <a:gd name="T51" fmla="*/ 15 h 119"/>
              <a:gd name="T52" fmla="*/ 46 w 149"/>
              <a:gd name="T53" fmla="*/ 22 h 119"/>
              <a:gd name="T54" fmla="*/ 54 w 149"/>
              <a:gd name="T55" fmla="*/ 25 h 119"/>
              <a:gd name="T56" fmla="*/ 57 w 149"/>
              <a:gd name="T57" fmla="*/ 34 h 119"/>
              <a:gd name="T58" fmla="*/ 108 w 149"/>
              <a:gd name="T59" fmla="*/ 85 h 119"/>
              <a:gd name="T60" fmla="*/ 108 w 149"/>
              <a:gd name="T61" fmla="*/ 90 h 119"/>
              <a:gd name="T62" fmla="*/ 44 w 149"/>
              <a:gd name="T63" fmla="*/ 26 h 119"/>
              <a:gd name="T64" fmla="*/ 44 w 149"/>
              <a:gd name="T65" fmla="*/ 35 h 119"/>
              <a:gd name="T66" fmla="*/ 53 w 149"/>
              <a:gd name="T67" fmla="*/ 35 h 119"/>
              <a:gd name="T68" fmla="*/ 53 w 149"/>
              <a:gd name="T69" fmla="*/ 26 h 119"/>
              <a:gd name="T70" fmla="*/ 44 w 149"/>
              <a:gd name="T71" fmla="*/ 26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9" h="119">
                <a:moveTo>
                  <a:pt x="125" y="95"/>
                </a:moveTo>
                <a:cubicBezTo>
                  <a:pt x="124" y="97"/>
                  <a:pt x="124" y="98"/>
                  <a:pt x="123" y="99"/>
                </a:cubicBezTo>
                <a:cubicBezTo>
                  <a:pt x="114" y="108"/>
                  <a:pt x="114" y="108"/>
                  <a:pt x="114" y="108"/>
                </a:cubicBezTo>
                <a:cubicBezTo>
                  <a:pt x="126" y="119"/>
                  <a:pt x="126" y="119"/>
                  <a:pt x="126" y="119"/>
                </a:cubicBezTo>
                <a:cubicBezTo>
                  <a:pt x="149" y="119"/>
                  <a:pt x="149" y="119"/>
                  <a:pt x="149" y="119"/>
                </a:cubicBezTo>
                <a:lnTo>
                  <a:pt x="125" y="95"/>
                </a:lnTo>
                <a:close/>
                <a:moveTo>
                  <a:pt x="119" y="89"/>
                </a:moveTo>
                <a:cubicBezTo>
                  <a:pt x="119" y="88"/>
                  <a:pt x="119" y="87"/>
                  <a:pt x="119" y="86"/>
                </a:cubicBezTo>
                <a:cubicBezTo>
                  <a:pt x="119" y="86"/>
                  <a:pt x="119" y="85"/>
                  <a:pt x="119" y="85"/>
                </a:cubicBezTo>
                <a:cubicBezTo>
                  <a:pt x="118" y="84"/>
                  <a:pt x="118" y="83"/>
                  <a:pt x="117" y="82"/>
                </a:cubicBezTo>
                <a:cubicBezTo>
                  <a:pt x="117" y="82"/>
                  <a:pt x="44" y="9"/>
                  <a:pt x="38" y="3"/>
                </a:cubicBezTo>
                <a:cubicBezTo>
                  <a:pt x="24" y="0"/>
                  <a:pt x="0" y="6"/>
                  <a:pt x="9" y="38"/>
                </a:cubicBezTo>
                <a:cubicBezTo>
                  <a:pt x="18" y="70"/>
                  <a:pt x="33" y="38"/>
                  <a:pt x="50" y="55"/>
                </a:cubicBezTo>
                <a:cubicBezTo>
                  <a:pt x="67" y="73"/>
                  <a:pt x="96" y="102"/>
                  <a:pt x="96" y="102"/>
                </a:cubicBezTo>
                <a:cubicBezTo>
                  <a:pt x="97" y="103"/>
                  <a:pt x="99" y="104"/>
                  <a:pt x="100" y="104"/>
                </a:cubicBezTo>
                <a:cubicBezTo>
                  <a:pt x="103" y="105"/>
                  <a:pt x="106" y="104"/>
                  <a:pt x="108" y="102"/>
                </a:cubicBezTo>
                <a:cubicBezTo>
                  <a:pt x="117" y="93"/>
                  <a:pt x="117" y="93"/>
                  <a:pt x="117" y="93"/>
                </a:cubicBezTo>
                <a:cubicBezTo>
                  <a:pt x="118" y="92"/>
                  <a:pt x="119" y="91"/>
                  <a:pt x="119" y="89"/>
                </a:cubicBezTo>
                <a:close/>
                <a:moveTo>
                  <a:pt x="108" y="90"/>
                </a:moveTo>
                <a:cubicBezTo>
                  <a:pt x="107" y="92"/>
                  <a:pt x="104" y="92"/>
                  <a:pt x="102" y="90"/>
                </a:cubicBezTo>
                <a:cubicBezTo>
                  <a:pt x="53" y="41"/>
                  <a:pt x="53" y="41"/>
                  <a:pt x="53" y="41"/>
                </a:cubicBezTo>
                <a:cubicBezTo>
                  <a:pt x="49" y="43"/>
                  <a:pt x="43" y="43"/>
                  <a:pt x="40" y="39"/>
                </a:cubicBezTo>
                <a:cubicBezTo>
                  <a:pt x="37" y="36"/>
                  <a:pt x="36" y="31"/>
                  <a:pt x="39" y="27"/>
                </a:cubicBezTo>
                <a:cubicBezTo>
                  <a:pt x="33" y="21"/>
                  <a:pt x="33" y="21"/>
                  <a:pt x="33" y="21"/>
                </a:cubicBezTo>
                <a:cubicBezTo>
                  <a:pt x="31" y="19"/>
                  <a:pt x="31" y="16"/>
                  <a:pt x="33" y="15"/>
                </a:cubicBezTo>
                <a:cubicBezTo>
                  <a:pt x="34" y="13"/>
                  <a:pt x="37" y="13"/>
                  <a:pt x="38" y="15"/>
                </a:cubicBezTo>
                <a:cubicBezTo>
                  <a:pt x="46" y="22"/>
                  <a:pt x="46" y="22"/>
                  <a:pt x="46" y="22"/>
                </a:cubicBezTo>
                <a:cubicBezTo>
                  <a:pt x="49" y="22"/>
                  <a:pt x="52" y="23"/>
                  <a:pt x="54" y="25"/>
                </a:cubicBezTo>
                <a:cubicBezTo>
                  <a:pt x="57" y="27"/>
                  <a:pt x="57" y="31"/>
                  <a:pt x="57" y="34"/>
                </a:cubicBezTo>
                <a:cubicBezTo>
                  <a:pt x="108" y="85"/>
                  <a:pt x="108" y="85"/>
                  <a:pt x="108" y="85"/>
                </a:cubicBezTo>
                <a:cubicBezTo>
                  <a:pt x="110" y="86"/>
                  <a:pt x="110" y="89"/>
                  <a:pt x="108" y="90"/>
                </a:cubicBezTo>
                <a:close/>
                <a:moveTo>
                  <a:pt x="44" y="26"/>
                </a:moveTo>
                <a:cubicBezTo>
                  <a:pt x="42" y="29"/>
                  <a:pt x="42" y="33"/>
                  <a:pt x="44" y="35"/>
                </a:cubicBezTo>
                <a:cubicBezTo>
                  <a:pt x="47" y="38"/>
                  <a:pt x="50" y="38"/>
                  <a:pt x="53" y="35"/>
                </a:cubicBezTo>
                <a:cubicBezTo>
                  <a:pt x="55" y="33"/>
                  <a:pt x="55" y="29"/>
                  <a:pt x="53" y="26"/>
                </a:cubicBezTo>
                <a:cubicBezTo>
                  <a:pt x="50" y="24"/>
                  <a:pt x="47" y="24"/>
                  <a:pt x="44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0" name="Freeform 43"/>
          <p:cNvSpPr/>
          <p:nvPr/>
        </p:nvSpPr>
        <p:spPr bwMode="auto">
          <a:xfrm>
            <a:off x="9797512" y="4500909"/>
            <a:ext cx="462205" cy="423472"/>
          </a:xfrm>
          <a:custGeom>
            <a:avLst/>
            <a:gdLst>
              <a:gd name="T0" fmla="*/ 8 w 135"/>
              <a:gd name="T1" fmla="*/ 37 h 124"/>
              <a:gd name="T2" fmla="*/ 28 w 135"/>
              <a:gd name="T3" fmla="*/ 58 h 124"/>
              <a:gd name="T4" fmla="*/ 83 w 135"/>
              <a:gd name="T5" fmla="*/ 113 h 124"/>
              <a:gd name="T6" fmla="*/ 124 w 135"/>
              <a:gd name="T7" fmla="*/ 113 h 124"/>
              <a:gd name="T8" fmla="*/ 124 w 135"/>
              <a:gd name="T9" fmla="*/ 72 h 124"/>
              <a:gd name="T10" fmla="*/ 86 w 135"/>
              <a:gd name="T11" fmla="*/ 34 h 124"/>
              <a:gd name="T12" fmla="*/ 69 w 135"/>
              <a:gd name="T13" fmla="*/ 17 h 124"/>
              <a:gd name="T14" fmla="*/ 66 w 135"/>
              <a:gd name="T15" fmla="*/ 14 h 124"/>
              <a:gd name="T16" fmla="*/ 60 w 135"/>
              <a:gd name="T17" fmla="*/ 14 h 124"/>
              <a:gd name="T18" fmla="*/ 60 w 135"/>
              <a:gd name="T19" fmla="*/ 20 h 124"/>
              <a:gd name="T20" fmla="*/ 118 w 135"/>
              <a:gd name="T21" fmla="*/ 78 h 124"/>
              <a:gd name="T22" fmla="*/ 118 w 135"/>
              <a:gd name="T23" fmla="*/ 107 h 124"/>
              <a:gd name="T24" fmla="*/ 89 w 135"/>
              <a:gd name="T25" fmla="*/ 107 h 124"/>
              <a:gd name="T26" fmla="*/ 57 w 135"/>
              <a:gd name="T27" fmla="*/ 75 h 124"/>
              <a:gd name="T28" fmla="*/ 58 w 135"/>
              <a:gd name="T29" fmla="*/ 75 h 124"/>
              <a:gd name="T30" fmla="*/ 54 w 135"/>
              <a:gd name="T31" fmla="*/ 72 h 124"/>
              <a:gd name="T32" fmla="*/ 34 w 135"/>
              <a:gd name="T33" fmla="*/ 52 h 124"/>
              <a:gd name="T34" fmla="*/ 13 w 135"/>
              <a:gd name="T35" fmla="*/ 31 h 124"/>
              <a:gd name="T36" fmla="*/ 13 w 135"/>
              <a:gd name="T37" fmla="*/ 14 h 124"/>
              <a:gd name="T38" fmla="*/ 31 w 135"/>
              <a:gd name="T39" fmla="*/ 14 h 124"/>
              <a:gd name="T40" fmla="*/ 55 w 135"/>
              <a:gd name="T41" fmla="*/ 38 h 124"/>
              <a:gd name="T42" fmla="*/ 89 w 135"/>
              <a:gd name="T43" fmla="*/ 72 h 124"/>
              <a:gd name="T44" fmla="*/ 89 w 135"/>
              <a:gd name="T45" fmla="*/ 78 h 124"/>
              <a:gd name="T46" fmla="*/ 83 w 135"/>
              <a:gd name="T47" fmla="*/ 78 h 124"/>
              <a:gd name="T48" fmla="*/ 60 w 135"/>
              <a:gd name="T49" fmla="*/ 55 h 124"/>
              <a:gd name="T50" fmla="*/ 49 w 135"/>
              <a:gd name="T51" fmla="*/ 44 h 124"/>
              <a:gd name="T52" fmla="*/ 43 w 135"/>
              <a:gd name="T53" fmla="*/ 37 h 124"/>
              <a:gd name="T54" fmla="*/ 37 w 135"/>
              <a:gd name="T55" fmla="*/ 37 h 124"/>
              <a:gd name="T56" fmla="*/ 37 w 135"/>
              <a:gd name="T57" fmla="*/ 43 h 124"/>
              <a:gd name="T58" fmla="*/ 77 w 135"/>
              <a:gd name="T59" fmla="*/ 84 h 124"/>
              <a:gd name="T60" fmla="*/ 95 w 135"/>
              <a:gd name="T61" fmla="*/ 84 h 124"/>
              <a:gd name="T62" fmla="*/ 95 w 135"/>
              <a:gd name="T63" fmla="*/ 66 h 124"/>
              <a:gd name="T64" fmla="*/ 37 w 135"/>
              <a:gd name="T65" fmla="*/ 8 h 124"/>
              <a:gd name="T66" fmla="*/ 8 w 135"/>
              <a:gd name="T67" fmla="*/ 8 h 124"/>
              <a:gd name="T68" fmla="*/ 8 w 135"/>
              <a:gd name="T69" fmla="*/ 3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5" h="124">
                <a:moveTo>
                  <a:pt x="8" y="37"/>
                </a:moveTo>
                <a:cubicBezTo>
                  <a:pt x="28" y="58"/>
                  <a:pt x="28" y="58"/>
                  <a:pt x="28" y="58"/>
                </a:cubicBezTo>
                <a:cubicBezTo>
                  <a:pt x="83" y="113"/>
                  <a:pt x="83" y="113"/>
                  <a:pt x="83" y="113"/>
                </a:cubicBezTo>
                <a:cubicBezTo>
                  <a:pt x="95" y="124"/>
                  <a:pt x="113" y="124"/>
                  <a:pt x="124" y="113"/>
                </a:cubicBezTo>
                <a:cubicBezTo>
                  <a:pt x="135" y="102"/>
                  <a:pt x="135" y="83"/>
                  <a:pt x="124" y="72"/>
                </a:cubicBezTo>
                <a:cubicBezTo>
                  <a:pt x="86" y="34"/>
                  <a:pt x="86" y="34"/>
                  <a:pt x="86" y="34"/>
                </a:cubicBezTo>
                <a:cubicBezTo>
                  <a:pt x="69" y="17"/>
                  <a:pt x="69" y="17"/>
                  <a:pt x="69" y="17"/>
                </a:cubicBezTo>
                <a:cubicBezTo>
                  <a:pt x="66" y="14"/>
                  <a:pt x="66" y="14"/>
                  <a:pt x="66" y="14"/>
                </a:cubicBezTo>
                <a:cubicBezTo>
                  <a:pt x="64" y="12"/>
                  <a:pt x="62" y="12"/>
                  <a:pt x="60" y="14"/>
                </a:cubicBezTo>
                <a:cubicBezTo>
                  <a:pt x="58" y="15"/>
                  <a:pt x="58" y="18"/>
                  <a:pt x="60" y="20"/>
                </a:cubicBezTo>
                <a:cubicBezTo>
                  <a:pt x="118" y="78"/>
                  <a:pt x="118" y="78"/>
                  <a:pt x="118" y="78"/>
                </a:cubicBezTo>
                <a:cubicBezTo>
                  <a:pt x="126" y="86"/>
                  <a:pt x="126" y="99"/>
                  <a:pt x="118" y="107"/>
                </a:cubicBezTo>
                <a:cubicBezTo>
                  <a:pt x="110" y="115"/>
                  <a:pt x="97" y="115"/>
                  <a:pt x="89" y="107"/>
                </a:cubicBezTo>
                <a:cubicBezTo>
                  <a:pt x="57" y="75"/>
                  <a:pt x="57" y="75"/>
                  <a:pt x="57" y="75"/>
                </a:cubicBezTo>
                <a:cubicBezTo>
                  <a:pt x="57" y="75"/>
                  <a:pt x="58" y="75"/>
                  <a:pt x="58" y="75"/>
                </a:cubicBezTo>
                <a:cubicBezTo>
                  <a:pt x="57" y="74"/>
                  <a:pt x="55" y="73"/>
                  <a:pt x="54" y="72"/>
                </a:cubicBezTo>
                <a:cubicBezTo>
                  <a:pt x="34" y="52"/>
                  <a:pt x="34" y="52"/>
                  <a:pt x="34" y="52"/>
                </a:cubicBezTo>
                <a:cubicBezTo>
                  <a:pt x="13" y="31"/>
                  <a:pt x="13" y="31"/>
                  <a:pt x="13" y="31"/>
                </a:cubicBezTo>
                <a:cubicBezTo>
                  <a:pt x="9" y="27"/>
                  <a:pt x="9" y="19"/>
                  <a:pt x="13" y="14"/>
                </a:cubicBezTo>
                <a:cubicBezTo>
                  <a:pt x="18" y="9"/>
                  <a:pt x="26" y="9"/>
                  <a:pt x="31" y="14"/>
                </a:cubicBezTo>
                <a:cubicBezTo>
                  <a:pt x="55" y="38"/>
                  <a:pt x="55" y="38"/>
                  <a:pt x="55" y="38"/>
                </a:cubicBezTo>
                <a:cubicBezTo>
                  <a:pt x="89" y="72"/>
                  <a:pt x="89" y="72"/>
                  <a:pt x="89" y="72"/>
                </a:cubicBezTo>
                <a:cubicBezTo>
                  <a:pt x="91" y="74"/>
                  <a:pt x="91" y="76"/>
                  <a:pt x="89" y="78"/>
                </a:cubicBezTo>
                <a:cubicBezTo>
                  <a:pt x="87" y="80"/>
                  <a:pt x="85" y="80"/>
                  <a:pt x="83" y="78"/>
                </a:cubicBezTo>
                <a:cubicBezTo>
                  <a:pt x="60" y="55"/>
                  <a:pt x="60" y="55"/>
                  <a:pt x="60" y="55"/>
                </a:cubicBezTo>
                <a:cubicBezTo>
                  <a:pt x="49" y="44"/>
                  <a:pt x="49" y="44"/>
                  <a:pt x="49" y="44"/>
                </a:cubicBezTo>
                <a:cubicBezTo>
                  <a:pt x="43" y="37"/>
                  <a:pt x="43" y="37"/>
                  <a:pt x="43" y="37"/>
                </a:cubicBezTo>
                <a:cubicBezTo>
                  <a:pt x="41" y="36"/>
                  <a:pt x="38" y="36"/>
                  <a:pt x="37" y="37"/>
                </a:cubicBezTo>
                <a:cubicBezTo>
                  <a:pt x="35" y="39"/>
                  <a:pt x="35" y="41"/>
                  <a:pt x="37" y="43"/>
                </a:cubicBezTo>
                <a:cubicBezTo>
                  <a:pt x="77" y="84"/>
                  <a:pt x="77" y="84"/>
                  <a:pt x="77" y="84"/>
                </a:cubicBezTo>
                <a:cubicBezTo>
                  <a:pt x="82" y="89"/>
                  <a:pt x="90" y="89"/>
                  <a:pt x="95" y="84"/>
                </a:cubicBezTo>
                <a:cubicBezTo>
                  <a:pt x="100" y="79"/>
                  <a:pt x="100" y="71"/>
                  <a:pt x="95" y="66"/>
                </a:cubicBezTo>
                <a:cubicBezTo>
                  <a:pt x="37" y="8"/>
                  <a:pt x="37" y="8"/>
                  <a:pt x="37" y="8"/>
                </a:cubicBezTo>
                <a:cubicBezTo>
                  <a:pt x="29" y="0"/>
                  <a:pt x="16" y="0"/>
                  <a:pt x="8" y="8"/>
                </a:cubicBezTo>
                <a:cubicBezTo>
                  <a:pt x="0" y="16"/>
                  <a:pt x="0" y="29"/>
                  <a:pt x="8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1" name="Freeform 44"/>
          <p:cNvSpPr>
            <a:spLocks noEditPoints="1"/>
          </p:cNvSpPr>
          <p:nvPr/>
        </p:nvSpPr>
        <p:spPr bwMode="auto">
          <a:xfrm>
            <a:off x="10938823" y="4480251"/>
            <a:ext cx="413144" cy="413144"/>
          </a:xfrm>
          <a:custGeom>
            <a:avLst/>
            <a:gdLst>
              <a:gd name="T0" fmla="*/ 62 w 121"/>
              <a:gd name="T1" fmla="*/ 33 h 121"/>
              <a:gd name="T2" fmla="*/ 50 w 121"/>
              <a:gd name="T3" fmla="*/ 20 h 121"/>
              <a:gd name="T4" fmla="*/ 38 w 121"/>
              <a:gd name="T5" fmla="*/ 37 h 121"/>
              <a:gd name="T6" fmla="*/ 21 w 121"/>
              <a:gd name="T7" fmla="*/ 49 h 121"/>
              <a:gd name="T8" fmla="*/ 34 w 121"/>
              <a:gd name="T9" fmla="*/ 62 h 121"/>
              <a:gd name="T10" fmla="*/ 53 w 121"/>
              <a:gd name="T11" fmla="*/ 52 h 121"/>
              <a:gd name="T12" fmla="*/ 62 w 121"/>
              <a:gd name="T13" fmla="*/ 33 h 121"/>
              <a:gd name="T14" fmla="*/ 89 w 121"/>
              <a:gd name="T15" fmla="*/ 48 h 121"/>
              <a:gd name="T16" fmla="*/ 68 w 121"/>
              <a:gd name="T17" fmla="*/ 38 h 121"/>
              <a:gd name="T18" fmla="*/ 67 w 121"/>
              <a:gd name="T19" fmla="*/ 38 h 121"/>
              <a:gd name="T20" fmla="*/ 58 w 121"/>
              <a:gd name="T21" fmla="*/ 58 h 121"/>
              <a:gd name="T22" fmla="*/ 39 w 121"/>
              <a:gd name="T23" fmla="*/ 67 h 121"/>
              <a:gd name="T24" fmla="*/ 38 w 121"/>
              <a:gd name="T25" fmla="*/ 67 h 121"/>
              <a:gd name="T26" fmla="*/ 49 w 121"/>
              <a:gd name="T27" fmla="*/ 89 h 121"/>
              <a:gd name="T28" fmla="*/ 76 w 121"/>
              <a:gd name="T29" fmla="*/ 75 h 121"/>
              <a:gd name="T30" fmla="*/ 89 w 121"/>
              <a:gd name="T31" fmla="*/ 48 h 121"/>
              <a:gd name="T32" fmla="*/ 44 w 121"/>
              <a:gd name="T33" fmla="*/ 18 h 121"/>
              <a:gd name="T34" fmla="*/ 44 w 121"/>
              <a:gd name="T35" fmla="*/ 18 h 121"/>
              <a:gd name="T36" fmla="*/ 45 w 121"/>
              <a:gd name="T37" fmla="*/ 8 h 121"/>
              <a:gd name="T38" fmla="*/ 40 w 121"/>
              <a:gd name="T39" fmla="*/ 3 h 121"/>
              <a:gd name="T40" fmla="*/ 16 w 121"/>
              <a:gd name="T41" fmla="*/ 15 h 121"/>
              <a:gd name="T42" fmla="*/ 4 w 121"/>
              <a:gd name="T43" fmla="*/ 40 h 121"/>
              <a:gd name="T44" fmla="*/ 8 w 121"/>
              <a:gd name="T45" fmla="*/ 45 h 121"/>
              <a:gd name="T46" fmla="*/ 18 w 121"/>
              <a:gd name="T47" fmla="*/ 44 h 121"/>
              <a:gd name="T48" fmla="*/ 18 w 121"/>
              <a:gd name="T49" fmla="*/ 44 h 121"/>
              <a:gd name="T50" fmla="*/ 33 w 121"/>
              <a:gd name="T51" fmla="*/ 33 h 121"/>
              <a:gd name="T52" fmla="*/ 44 w 121"/>
              <a:gd name="T53" fmla="*/ 18 h 121"/>
              <a:gd name="T54" fmla="*/ 86 w 121"/>
              <a:gd name="T55" fmla="*/ 74 h 121"/>
              <a:gd name="T56" fmla="*/ 81 w 121"/>
              <a:gd name="T57" fmla="*/ 80 h 121"/>
              <a:gd name="T58" fmla="*/ 75 w 121"/>
              <a:gd name="T59" fmla="*/ 85 h 121"/>
              <a:gd name="T60" fmla="*/ 119 w 121"/>
              <a:gd name="T61" fmla="*/ 121 h 121"/>
              <a:gd name="T62" fmla="*/ 121 w 121"/>
              <a:gd name="T63" fmla="*/ 119 h 121"/>
              <a:gd name="T64" fmla="*/ 86 w 121"/>
              <a:gd name="T65" fmla="*/ 74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21">
                <a:moveTo>
                  <a:pt x="62" y="33"/>
                </a:moveTo>
                <a:cubicBezTo>
                  <a:pt x="50" y="20"/>
                  <a:pt x="50" y="20"/>
                  <a:pt x="50" y="20"/>
                </a:cubicBezTo>
                <a:cubicBezTo>
                  <a:pt x="48" y="25"/>
                  <a:pt x="44" y="31"/>
                  <a:pt x="38" y="37"/>
                </a:cubicBezTo>
                <a:cubicBezTo>
                  <a:pt x="32" y="43"/>
                  <a:pt x="26" y="47"/>
                  <a:pt x="21" y="49"/>
                </a:cubicBezTo>
                <a:cubicBezTo>
                  <a:pt x="34" y="62"/>
                  <a:pt x="34" y="62"/>
                  <a:pt x="34" y="62"/>
                </a:cubicBezTo>
                <a:cubicBezTo>
                  <a:pt x="37" y="64"/>
                  <a:pt x="45" y="60"/>
                  <a:pt x="53" y="52"/>
                </a:cubicBezTo>
                <a:cubicBezTo>
                  <a:pt x="61" y="44"/>
                  <a:pt x="65" y="36"/>
                  <a:pt x="62" y="33"/>
                </a:cubicBezTo>
                <a:close/>
                <a:moveTo>
                  <a:pt x="89" y="48"/>
                </a:moveTo>
                <a:cubicBezTo>
                  <a:pt x="84" y="43"/>
                  <a:pt x="76" y="40"/>
                  <a:pt x="68" y="38"/>
                </a:cubicBezTo>
                <a:cubicBezTo>
                  <a:pt x="67" y="38"/>
                  <a:pt x="67" y="38"/>
                  <a:pt x="67" y="38"/>
                </a:cubicBezTo>
                <a:cubicBezTo>
                  <a:pt x="70" y="41"/>
                  <a:pt x="66" y="50"/>
                  <a:pt x="58" y="58"/>
                </a:cubicBezTo>
                <a:cubicBezTo>
                  <a:pt x="50" y="66"/>
                  <a:pt x="42" y="70"/>
                  <a:pt x="39" y="67"/>
                </a:cubicBezTo>
                <a:cubicBezTo>
                  <a:pt x="39" y="67"/>
                  <a:pt x="39" y="67"/>
                  <a:pt x="38" y="67"/>
                </a:cubicBezTo>
                <a:cubicBezTo>
                  <a:pt x="40" y="76"/>
                  <a:pt x="43" y="84"/>
                  <a:pt x="49" y="89"/>
                </a:cubicBezTo>
                <a:cubicBezTo>
                  <a:pt x="52" y="93"/>
                  <a:pt x="64" y="86"/>
                  <a:pt x="76" y="75"/>
                </a:cubicBezTo>
                <a:cubicBezTo>
                  <a:pt x="87" y="64"/>
                  <a:pt x="93" y="52"/>
                  <a:pt x="89" y="48"/>
                </a:cubicBezTo>
                <a:close/>
                <a:moveTo>
                  <a:pt x="44" y="18"/>
                </a:moveTo>
                <a:cubicBezTo>
                  <a:pt x="44" y="18"/>
                  <a:pt x="44" y="18"/>
                  <a:pt x="44" y="18"/>
                </a:cubicBezTo>
                <a:cubicBezTo>
                  <a:pt x="46" y="13"/>
                  <a:pt x="47" y="10"/>
                  <a:pt x="45" y="8"/>
                </a:cubicBezTo>
                <a:cubicBezTo>
                  <a:pt x="40" y="3"/>
                  <a:pt x="40" y="3"/>
                  <a:pt x="40" y="3"/>
                </a:cubicBezTo>
                <a:cubicBezTo>
                  <a:pt x="37" y="0"/>
                  <a:pt x="26" y="5"/>
                  <a:pt x="16" y="15"/>
                </a:cubicBezTo>
                <a:cubicBezTo>
                  <a:pt x="6" y="25"/>
                  <a:pt x="0" y="36"/>
                  <a:pt x="4" y="40"/>
                </a:cubicBezTo>
                <a:cubicBezTo>
                  <a:pt x="8" y="45"/>
                  <a:pt x="8" y="45"/>
                  <a:pt x="8" y="45"/>
                </a:cubicBezTo>
                <a:cubicBezTo>
                  <a:pt x="10" y="46"/>
                  <a:pt x="14" y="46"/>
                  <a:pt x="18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23" y="42"/>
                  <a:pt x="28" y="38"/>
                  <a:pt x="33" y="33"/>
                </a:cubicBezTo>
                <a:cubicBezTo>
                  <a:pt x="38" y="28"/>
                  <a:pt x="42" y="22"/>
                  <a:pt x="44" y="18"/>
                </a:cubicBezTo>
                <a:close/>
                <a:moveTo>
                  <a:pt x="86" y="74"/>
                </a:moveTo>
                <a:cubicBezTo>
                  <a:pt x="84" y="76"/>
                  <a:pt x="82" y="78"/>
                  <a:pt x="81" y="80"/>
                </a:cubicBezTo>
                <a:cubicBezTo>
                  <a:pt x="79" y="82"/>
                  <a:pt x="77" y="84"/>
                  <a:pt x="75" y="85"/>
                </a:cubicBezTo>
                <a:cubicBezTo>
                  <a:pt x="119" y="121"/>
                  <a:pt x="119" y="121"/>
                  <a:pt x="119" y="121"/>
                </a:cubicBezTo>
                <a:cubicBezTo>
                  <a:pt x="121" y="119"/>
                  <a:pt x="121" y="119"/>
                  <a:pt x="121" y="119"/>
                </a:cubicBezTo>
                <a:lnTo>
                  <a:pt x="86" y="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2" name="Freeform 45"/>
          <p:cNvSpPr>
            <a:spLocks noEditPoints="1"/>
          </p:cNvSpPr>
          <p:nvPr/>
        </p:nvSpPr>
        <p:spPr bwMode="auto">
          <a:xfrm>
            <a:off x="814213" y="5639636"/>
            <a:ext cx="446713" cy="392486"/>
          </a:xfrm>
          <a:custGeom>
            <a:avLst/>
            <a:gdLst>
              <a:gd name="T0" fmla="*/ 119 w 131"/>
              <a:gd name="T1" fmla="*/ 0 h 115"/>
              <a:gd name="T2" fmla="*/ 12 w 131"/>
              <a:gd name="T3" fmla="*/ 0 h 115"/>
              <a:gd name="T4" fmla="*/ 0 w 131"/>
              <a:gd name="T5" fmla="*/ 13 h 115"/>
              <a:gd name="T6" fmla="*/ 0 w 131"/>
              <a:gd name="T7" fmla="*/ 78 h 115"/>
              <a:gd name="T8" fmla="*/ 12 w 131"/>
              <a:gd name="T9" fmla="*/ 91 h 115"/>
              <a:gd name="T10" fmla="*/ 45 w 131"/>
              <a:gd name="T11" fmla="*/ 91 h 115"/>
              <a:gd name="T12" fmla="*/ 45 w 131"/>
              <a:gd name="T13" fmla="*/ 103 h 115"/>
              <a:gd name="T14" fmla="*/ 35 w 131"/>
              <a:gd name="T15" fmla="*/ 103 h 115"/>
              <a:gd name="T16" fmla="*/ 12 w 131"/>
              <a:gd name="T17" fmla="*/ 115 h 115"/>
              <a:gd name="T18" fmla="*/ 119 w 131"/>
              <a:gd name="T19" fmla="*/ 115 h 115"/>
              <a:gd name="T20" fmla="*/ 96 w 131"/>
              <a:gd name="T21" fmla="*/ 103 h 115"/>
              <a:gd name="T22" fmla="*/ 86 w 131"/>
              <a:gd name="T23" fmla="*/ 103 h 115"/>
              <a:gd name="T24" fmla="*/ 86 w 131"/>
              <a:gd name="T25" fmla="*/ 91 h 115"/>
              <a:gd name="T26" fmla="*/ 119 w 131"/>
              <a:gd name="T27" fmla="*/ 91 h 115"/>
              <a:gd name="T28" fmla="*/ 131 w 131"/>
              <a:gd name="T29" fmla="*/ 78 h 115"/>
              <a:gd name="T30" fmla="*/ 131 w 131"/>
              <a:gd name="T31" fmla="*/ 13 h 115"/>
              <a:gd name="T32" fmla="*/ 119 w 131"/>
              <a:gd name="T33" fmla="*/ 0 h 115"/>
              <a:gd name="T34" fmla="*/ 123 w 131"/>
              <a:gd name="T35" fmla="*/ 78 h 115"/>
              <a:gd name="T36" fmla="*/ 119 w 131"/>
              <a:gd name="T37" fmla="*/ 82 h 115"/>
              <a:gd name="T38" fmla="*/ 12 w 131"/>
              <a:gd name="T39" fmla="*/ 82 h 115"/>
              <a:gd name="T40" fmla="*/ 8 w 131"/>
              <a:gd name="T41" fmla="*/ 78 h 115"/>
              <a:gd name="T42" fmla="*/ 8 w 131"/>
              <a:gd name="T43" fmla="*/ 13 h 115"/>
              <a:gd name="T44" fmla="*/ 12 w 131"/>
              <a:gd name="T45" fmla="*/ 8 h 115"/>
              <a:gd name="T46" fmla="*/ 119 w 131"/>
              <a:gd name="T47" fmla="*/ 8 h 115"/>
              <a:gd name="T48" fmla="*/ 123 w 131"/>
              <a:gd name="T49" fmla="*/ 13 h 115"/>
              <a:gd name="T50" fmla="*/ 123 w 131"/>
              <a:gd name="T51" fmla="*/ 78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1" h="115">
                <a:moveTo>
                  <a:pt x="119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6"/>
                  <a:pt x="0" y="13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5"/>
                  <a:pt x="5" y="91"/>
                  <a:pt x="12" y="91"/>
                </a:cubicBezTo>
                <a:cubicBezTo>
                  <a:pt x="45" y="91"/>
                  <a:pt x="45" y="91"/>
                  <a:pt x="45" y="91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35" y="103"/>
                  <a:pt x="35" y="103"/>
                  <a:pt x="35" y="103"/>
                </a:cubicBezTo>
                <a:cubicBezTo>
                  <a:pt x="12" y="115"/>
                  <a:pt x="12" y="115"/>
                  <a:pt x="12" y="115"/>
                </a:cubicBezTo>
                <a:cubicBezTo>
                  <a:pt x="119" y="115"/>
                  <a:pt x="119" y="115"/>
                  <a:pt x="119" y="115"/>
                </a:cubicBezTo>
                <a:cubicBezTo>
                  <a:pt x="96" y="103"/>
                  <a:pt x="96" y="103"/>
                  <a:pt x="96" y="103"/>
                </a:cubicBezTo>
                <a:cubicBezTo>
                  <a:pt x="86" y="103"/>
                  <a:pt x="86" y="103"/>
                  <a:pt x="86" y="103"/>
                </a:cubicBezTo>
                <a:cubicBezTo>
                  <a:pt x="86" y="91"/>
                  <a:pt x="86" y="91"/>
                  <a:pt x="86" y="91"/>
                </a:cubicBezTo>
                <a:cubicBezTo>
                  <a:pt x="119" y="91"/>
                  <a:pt x="119" y="91"/>
                  <a:pt x="119" y="91"/>
                </a:cubicBezTo>
                <a:cubicBezTo>
                  <a:pt x="126" y="91"/>
                  <a:pt x="131" y="85"/>
                  <a:pt x="131" y="78"/>
                </a:cubicBezTo>
                <a:cubicBezTo>
                  <a:pt x="131" y="13"/>
                  <a:pt x="131" y="13"/>
                  <a:pt x="131" y="13"/>
                </a:cubicBezTo>
                <a:cubicBezTo>
                  <a:pt x="131" y="6"/>
                  <a:pt x="126" y="0"/>
                  <a:pt x="119" y="0"/>
                </a:cubicBezTo>
                <a:close/>
                <a:moveTo>
                  <a:pt x="123" y="78"/>
                </a:moveTo>
                <a:cubicBezTo>
                  <a:pt x="123" y="81"/>
                  <a:pt x="121" y="82"/>
                  <a:pt x="119" y="82"/>
                </a:cubicBezTo>
                <a:cubicBezTo>
                  <a:pt x="12" y="82"/>
                  <a:pt x="12" y="82"/>
                  <a:pt x="12" y="82"/>
                </a:cubicBezTo>
                <a:cubicBezTo>
                  <a:pt x="10" y="82"/>
                  <a:pt x="8" y="81"/>
                  <a:pt x="8" y="78"/>
                </a:cubicBezTo>
                <a:cubicBezTo>
                  <a:pt x="8" y="13"/>
                  <a:pt x="8" y="13"/>
                  <a:pt x="8" y="13"/>
                </a:cubicBezTo>
                <a:cubicBezTo>
                  <a:pt x="8" y="10"/>
                  <a:pt x="10" y="8"/>
                  <a:pt x="12" y="8"/>
                </a:cubicBezTo>
                <a:cubicBezTo>
                  <a:pt x="119" y="8"/>
                  <a:pt x="119" y="8"/>
                  <a:pt x="119" y="8"/>
                </a:cubicBezTo>
                <a:cubicBezTo>
                  <a:pt x="121" y="8"/>
                  <a:pt x="123" y="10"/>
                  <a:pt x="123" y="13"/>
                </a:cubicBezTo>
                <a:lnTo>
                  <a:pt x="123" y="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3" name="Freeform 46"/>
          <p:cNvSpPr>
            <a:spLocks noEditPoints="1"/>
          </p:cNvSpPr>
          <p:nvPr/>
        </p:nvSpPr>
        <p:spPr bwMode="auto">
          <a:xfrm>
            <a:off x="1878059" y="5639636"/>
            <a:ext cx="565491" cy="364084"/>
          </a:xfrm>
          <a:custGeom>
            <a:avLst/>
            <a:gdLst>
              <a:gd name="T0" fmla="*/ 142 w 165"/>
              <a:gd name="T1" fmla="*/ 91 h 107"/>
              <a:gd name="T2" fmla="*/ 136 w 165"/>
              <a:gd name="T3" fmla="*/ 91 h 107"/>
              <a:gd name="T4" fmla="*/ 148 w 165"/>
              <a:gd name="T5" fmla="*/ 78 h 107"/>
              <a:gd name="T6" fmla="*/ 148 w 165"/>
              <a:gd name="T7" fmla="*/ 13 h 107"/>
              <a:gd name="T8" fmla="*/ 136 w 165"/>
              <a:gd name="T9" fmla="*/ 0 h 107"/>
              <a:gd name="T10" fmla="*/ 29 w 165"/>
              <a:gd name="T11" fmla="*/ 0 h 107"/>
              <a:gd name="T12" fmla="*/ 17 w 165"/>
              <a:gd name="T13" fmla="*/ 13 h 107"/>
              <a:gd name="T14" fmla="*/ 17 w 165"/>
              <a:gd name="T15" fmla="*/ 78 h 107"/>
              <a:gd name="T16" fmla="*/ 29 w 165"/>
              <a:gd name="T17" fmla="*/ 91 h 107"/>
              <a:gd name="T18" fmla="*/ 23 w 165"/>
              <a:gd name="T19" fmla="*/ 91 h 107"/>
              <a:gd name="T20" fmla="*/ 0 w 165"/>
              <a:gd name="T21" fmla="*/ 95 h 107"/>
              <a:gd name="T22" fmla="*/ 0 w 165"/>
              <a:gd name="T23" fmla="*/ 95 h 107"/>
              <a:gd name="T24" fmla="*/ 0 w 165"/>
              <a:gd name="T25" fmla="*/ 103 h 107"/>
              <a:gd name="T26" fmla="*/ 5 w 165"/>
              <a:gd name="T27" fmla="*/ 107 h 107"/>
              <a:gd name="T28" fmla="*/ 161 w 165"/>
              <a:gd name="T29" fmla="*/ 107 h 107"/>
              <a:gd name="T30" fmla="*/ 165 w 165"/>
              <a:gd name="T31" fmla="*/ 103 h 107"/>
              <a:gd name="T32" fmla="*/ 165 w 165"/>
              <a:gd name="T33" fmla="*/ 95 h 107"/>
              <a:gd name="T34" fmla="*/ 165 w 165"/>
              <a:gd name="T35" fmla="*/ 95 h 107"/>
              <a:gd name="T36" fmla="*/ 142 w 165"/>
              <a:gd name="T37" fmla="*/ 91 h 107"/>
              <a:gd name="T38" fmla="*/ 25 w 165"/>
              <a:gd name="T39" fmla="*/ 78 h 107"/>
              <a:gd name="T40" fmla="*/ 25 w 165"/>
              <a:gd name="T41" fmla="*/ 13 h 107"/>
              <a:gd name="T42" fmla="*/ 29 w 165"/>
              <a:gd name="T43" fmla="*/ 8 h 107"/>
              <a:gd name="T44" fmla="*/ 136 w 165"/>
              <a:gd name="T45" fmla="*/ 8 h 107"/>
              <a:gd name="T46" fmla="*/ 140 w 165"/>
              <a:gd name="T47" fmla="*/ 13 h 107"/>
              <a:gd name="T48" fmla="*/ 140 w 165"/>
              <a:gd name="T49" fmla="*/ 78 h 107"/>
              <a:gd name="T50" fmla="*/ 136 w 165"/>
              <a:gd name="T51" fmla="*/ 82 h 107"/>
              <a:gd name="T52" fmla="*/ 29 w 165"/>
              <a:gd name="T53" fmla="*/ 82 h 107"/>
              <a:gd name="T54" fmla="*/ 25 w 165"/>
              <a:gd name="T55" fmla="*/ 78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65" h="107">
                <a:moveTo>
                  <a:pt x="142" y="91"/>
                </a:moveTo>
                <a:cubicBezTo>
                  <a:pt x="136" y="91"/>
                  <a:pt x="136" y="91"/>
                  <a:pt x="136" y="91"/>
                </a:cubicBezTo>
                <a:cubicBezTo>
                  <a:pt x="143" y="91"/>
                  <a:pt x="148" y="85"/>
                  <a:pt x="148" y="78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6"/>
                  <a:pt x="143" y="0"/>
                  <a:pt x="136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2" y="0"/>
                  <a:pt x="17" y="6"/>
                  <a:pt x="17" y="13"/>
                </a:cubicBezTo>
                <a:cubicBezTo>
                  <a:pt x="17" y="78"/>
                  <a:pt x="17" y="78"/>
                  <a:pt x="17" y="78"/>
                </a:cubicBezTo>
                <a:cubicBezTo>
                  <a:pt x="17" y="85"/>
                  <a:pt x="22" y="91"/>
                  <a:pt x="29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103"/>
                  <a:pt x="0" y="103"/>
                  <a:pt x="0" y="103"/>
                </a:cubicBezTo>
                <a:cubicBezTo>
                  <a:pt x="0" y="105"/>
                  <a:pt x="2" y="107"/>
                  <a:pt x="5" y="107"/>
                </a:cubicBezTo>
                <a:cubicBezTo>
                  <a:pt x="161" y="107"/>
                  <a:pt x="161" y="107"/>
                  <a:pt x="161" y="107"/>
                </a:cubicBezTo>
                <a:cubicBezTo>
                  <a:pt x="163" y="107"/>
                  <a:pt x="165" y="105"/>
                  <a:pt x="165" y="103"/>
                </a:cubicBezTo>
                <a:cubicBezTo>
                  <a:pt x="165" y="95"/>
                  <a:pt x="165" y="95"/>
                  <a:pt x="165" y="95"/>
                </a:cubicBezTo>
                <a:cubicBezTo>
                  <a:pt x="165" y="95"/>
                  <a:pt x="165" y="95"/>
                  <a:pt x="165" y="95"/>
                </a:cubicBezTo>
                <a:lnTo>
                  <a:pt x="142" y="91"/>
                </a:lnTo>
                <a:close/>
                <a:moveTo>
                  <a:pt x="25" y="78"/>
                </a:moveTo>
                <a:cubicBezTo>
                  <a:pt x="25" y="13"/>
                  <a:pt x="25" y="13"/>
                  <a:pt x="25" y="13"/>
                </a:cubicBezTo>
                <a:cubicBezTo>
                  <a:pt x="25" y="10"/>
                  <a:pt x="27" y="8"/>
                  <a:pt x="29" y="8"/>
                </a:cubicBezTo>
                <a:cubicBezTo>
                  <a:pt x="136" y="8"/>
                  <a:pt x="136" y="8"/>
                  <a:pt x="136" y="8"/>
                </a:cubicBezTo>
                <a:cubicBezTo>
                  <a:pt x="138" y="8"/>
                  <a:pt x="140" y="10"/>
                  <a:pt x="140" y="13"/>
                </a:cubicBezTo>
                <a:cubicBezTo>
                  <a:pt x="140" y="78"/>
                  <a:pt x="140" y="78"/>
                  <a:pt x="140" y="78"/>
                </a:cubicBezTo>
                <a:cubicBezTo>
                  <a:pt x="140" y="81"/>
                  <a:pt x="138" y="82"/>
                  <a:pt x="136" y="82"/>
                </a:cubicBezTo>
                <a:cubicBezTo>
                  <a:pt x="29" y="82"/>
                  <a:pt x="29" y="82"/>
                  <a:pt x="29" y="82"/>
                </a:cubicBezTo>
                <a:cubicBezTo>
                  <a:pt x="27" y="82"/>
                  <a:pt x="25" y="81"/>
                  <a:pt x="25" y="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4" name="Freeform 47"/>
          <p:cNvSpPr>
            <a:spLocks noEditPoints="1"/>
          </p:cNvSpPr>
          <p:nvPr/>
        </p:nvSpPr>
        <p:spPr bwMode="auto">
          <a:xfrm>
            <a:off x="3034861" y="5711936"/>
            <a:ext cx="503520" cy="265962"/>
          </a:xfrm>
          <a:custGeom>
            <a:avLst/>
            <a:gdLst>
              <a:gd name="T0" fmla="*/ 115 w 148"/>
              <a:gd name="T1" fmla="*/ 70 h 78"/>
              <a:gd name="T2" fmla="*/ 123 w 148"/>
              <a:gd name="T3" fmla="*/ 78 h 78"/>
              <a:gd name="T4" fmla="*/ 131 w 148"/>
              <a:gd name="T5" fmla="*/ 70 h 78"/>
              <a:gd name="T6" fmla="*/ 131 w 148"/>
              <a:gd name="T7" fmla="*/ 66 h 78"/>
              <a:gd name="T8" fmla="*/ 115 w 148"/>
              <a:gd name="T9" fmla="*/ 66 h 78"/>
              <a:gd name="T10" fmla="*/ 115 w 148"/>
              <a:gd name="T11" fmla="*/ 70 h 78"/>
              <a:gd name="T12" fmla="*/ 16 w 148"/>
              <a:gd name="T13" fmla="*/ 70 h 78"/>
              <a:gd name="T14" fmla="*/ 24 w 148"/>
              <a:gd name="T15" fmla="*/ 78 h 78"/>
              <a:gd name="T16" fmla="*/ 33 w 148"/>
              <a:gd name="T17" fmla="*/ 70 h 78"/>
              <a:gd name="T18" fmla="*/ 33 w 148"/>
              <a:gd name="T19" fmla="*/ 66 h 78"/>
              <a:gd name="T20" fmla="*/ 16 w 148"/>
              <a:gd name="T21" fmla="*/ 66 h 78"/>
              <a:gd name="T22" fmla="*/ 16 w 148"/>
              <a:gd name="T23" fmla="*/ 70 h 78"/>
              <a:gd name="T24" fmla="*/ 115 w 148"/>
              <a:gd name="T25" fmla="*/ 16 h 78"/>
              <a:gd name="T26" fmla="*/ 103 w 148"/>
              <a:gd name="T27" fmla="*/ 29 h 78"/>
              <a:gd name="T28" fmla="*/ 115 w 148"/>
              <a:gd name="T29" fmla="*/ 41 h 78"/>
              <a:gd name="T30" fmla="*/ 127 w 148"/>
              <a:gd name="T31" fmla="*/ 29 h 78"/>
              <a:gd name="T32" fmla="*/ 115 w 148"/>
              <a:gd name="T33" fmla="*/ 16 h 78"/>
              <a:gd name="T34" fmla="*/ 136 w 148"/>
              <a:gd name="T35" fmla="*/ 0 h 78"/>
              <a:gd name="T36" fmla="*/ 12 w 148"/>
              <a:gd name="T37" fmla="*/ 0 h 78"/>
              <a:gd name="T38" fmla="*/ 0 w 148"/>
              <a:gd name="T39" fmla="*/ 12 h 78"/>
              <a:gd name="T40" fmla="*/ 0 w 148"/>
              <a:gd name="T41" fmla="*/ 45 h 78"/>
              <a:gd name="T42" fmla="*/ 12 w 148"/>
              <a:gd name="T43" fmla="*/ 57 h 78"/>
              <a:gd name="T44" fmla="*/ 136 w 148"/>
              <a:gd name="T45" fmla="*/ 57 h 78"/>
              <a:gd name="T46" fmla="*/ 148 w 148"/>
              <a:gd name="T47" fmla="*/ 45 h 78"/>
              <a:gd name="T48" fmla="*/ 148 w 148"/>
              <a:gd name="T49" fmla="*/ 12 h 78"/>
              <a:gd name="T50" fmla="*/ 136 w 148"/>
              <a:gd name="T51" fmla="*/ 0 h 78"/>
              <a:gd name="T52" fmla="*/ 57 w 148"/>
              <a:gd name="T53" fmla="*/ 49 h 78"/>
              <a:gd name="T54" fmla="*/ 16 w 148"/>
              <a:gd name="T55" fmla="*/ 49 h 78"/>
              <a:gd name="T56" fmla="*/ 12 w 148"/>
              <a:gd name="T57" fmla="*/ 45 h 78"/>
              <a:gd name="T58" fmla="*/ 16 w 148"/>
              <a:gd name="T59" fmla="*/ 41 h 78"/>
              <a:gd name="T60" fmla="*/ 57 w 148"/>
              <a:gd name="T61" fmla="*/ 41 h 78"/>
              <a:gd name="T62" fmla="*/ 61 w 148"/>
              <a:gd name="T63" fmla="*/ 45 h 78"/>
              <a:gd name="T64" fmla="*/ 57 w 148"/>
              <a:gd name="T65" fmla="*/ 49 h 78"/>
              <a:gd name="T66" fmla="*/ 57 w 148"/>
              <a:gd name="T67" fmla="*/ 33 h 78"/>
              <a:gd name="T68" fmla="*/ 16 w 148"/>
              <a:gd name="T69" fmla="*/ 33 h 78"/>
              <a:gd name="T70" fmla="*/ 12 w 148"/>
              <a:gd name="T71" fmla="*/ 29 h 78"/>
              <a:gd name="T72" fmla="*/ 16 w 148"/>
              <a:gd name="T73" fmla="*/ 24 h 78"/>
              <a:gd name="T74" fmla="*/ 57 w 148"/>
              <a:gd name="T75" fmla="*/ 24 h 78"/>
              <a:gd name="T76" fmla="*/ 61 w 148"/>
              <a:gd name="T77" fmla="*/ 29 h 78"/>
              <a:gd name="T78" fmla="*/ 57 w 148"/>
              <a:gd name="T79" fmla="*/ 33 h 78"/>
              <a:gd name="T80" fmla="*/ 57 w 148"/>
              <a:gd name="T81" fmla="*/ 16 h 78"/>
              <a:gd name="T82" fmla="*/ 16 w 148"/>
              <a:gd name="T83" fmla="*/ 16 h 78"/>
              <a:gd name="T84" fmla="*/ 12 w 148"/>
              <a:gd name="T85" fmla="*/ 12 h 78"/>
              <a:gd name="T86" fmla="*/ 16 w 148"/>
              <a:gd name="T87" fmla="*/ 8 h 78"/>
              <a:gd name="T88" fmla="*/ 57 w 148"/>
              <a:gd name="T89" fmla="*/ 8 h 78"/>
              <a:gd name="T90" fmla="*/ 61 w 148"/>
              <a:gd name="T91" fmla="*/ 12 h 78"/>
              <a:gd name="T92" fmla="*/ 57 w 148"/>
              <a:gd name="T93" fmla="*/ 16 h 78"/>
              <a:gd name="T94" fmla="*/ 115 w 148"/>
              <a:gd name="T95" fmla="*/ 49 h 78"/>
              <a:gd name="T96" fmla="*/ 94 w 148"/>
              <a:gd name="T97" fmla="*/ 29 h 78"/>
              <a:gd name="T98" fmla="*/ 115 w 148"/>
              <a:gd name="T99" fmla="*/ 8 h 78"/>
              <a:gd name="T100" fmla="*/ 136 w 148"/>
              <a:gd name="T101" fmla="*/ 29 h 78"/>
              <a:gd name="T102" fmla="*/ 115 w 148"/>
              <a:gd name="T103" fmla="*/ 49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" h="78">
                <a:moveTo>
                  <a:pt x="115" y="70"/>
                </a:moveTo>
                <a:cubicBezTo>
                  <a:pt x="115" y="74"/>
                  <a:pt x="119" y="78"/>
                  <a:pt x="123" y="78"/>
                </a:cubicBezTo>
                <a:cubicBezTo>
                  <a:pt x="128" y="78"/>
                  <a:pt x="131" y="74"/>
                  <a:pt x="131" y="70"/>
                </a:cubicBezTo>
                <a:cubicBezTo>
                  <a:pt x="131" y="66"/>
                  <a:pt x="131" y="66"/>
                  <a:pt x="131" y="66"/>
                </a:cubicBezTo>
                <a:cubicBezTo>
                  <a:pt x="115" y="66"/>
                  <a:pt x="115" y="66"/>
                  <a:pt x="115" y="66"/>
                </a:cubicBezTo>
                <a:lnTo>
                  <a:pt x="115" y="70"/>
                </a:lnTo>
                <a:close/>
                <a:moveTo>
                  <a:pt x="16" y="70"/>
                </a:moveTo>
                <a:cubicBezTo>
                  <a:pt x="16" y="74"/>
                  <a:pt x="20" y="78"/>
                  <a:pt x="24" y="78"/>
                </a:cubicBezTo>
                <a:cubicBezTo>
                  <a:pt x="29" y="78"/>
                  <a:pt x="33" y="74"/>
                  <a:pt x="33" y="70"/>
                </a:cubicBezTo>
                <a:cubicBezTo>
                  <a:pt x="33" y="66"/>
                  <a:pt x="33" y="66"/>
                  <a:pt x="33" y="66"/>
                </a:cubicBezTo>
                <a:cubicBezTo>
                  <a:pt x="16" y="66"/>
                  <a:pt x="16" y="66"/>
                  <a:pt x="16" y="66"/>
                </a:cubicBezTo>
                <a:lnTo>
                  <a:pt x="16" y="70"/>
                </a:lnTo>
                <a:close/>
                <a:moveTo>
                  <a:pt x="115" y="16"/>
                </a:moveTo>
                <a:cubicBezTo>
                  <a:pt x="108" y="16"/>
                  <a:pt x="103" y="22"/>
                  <a:pt x="103" y="29"/>
                </a:cubicBezTo>
                <a:cubicBezTo>
                  <a:pt x="103" y="35"/>
                  <a:pt x="108" y="41"/>
                  <a:pt x="115" y="41"/>
                </a:cubicBezTo>
                <a:cubicBezTo>
                  <a:pt x="122" y="41"/>
                  <a:pt x="127" y="35"/>
                  <a:pt x="127" y="29"/>
                </a:cubicBezTo>
                <a:cubicBezTo>
                  <a:pt x="127" y="22"/>
                  <a:pt x="122" y="16"/>
                  <a:pt x="115" y="16"/>
                </a:cubicBezTo>
                <a:close/>
                <a:moveTo>
                  <a:pt x="136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52"/>
                  <a:pt x="5" y="57"/>
                  <a:pt x="12" y="57"/>
                </a:cubicBezTo>
                <a:cubicBezTo>
                  <a:pt x="136" y="57"/>
                  <a:pt x="136" y="57"/>
                  <a:pt x="136" y="57"/>
                </a:cubicBezTo>
                <a:cubicBezTo>
                  <a:pt x="142" y="57"/>
                  <a:pt x="148" y="52"/>
                  <a:pt x="148" y="45"/>
                </a:cubicBezTo>
                <a:cubicBezTo>
                  <a:pt x="148" y="12"/>
                  <a:pt x="148" y="12"/>
                  <a:pt x="148" y="12"/>
                </a:cubicBezTo>
                <a:cubicBezTo>
                  <a:pt x="148" y="5"/>
                  <a:pt x="142" y="0"/>
                  <a:pt x="136" y="0"/>
                </a:cubicBezTo>
                <a:close/>
                <a:moveTo>
                  <a:pt x="57" y="49"/>
                </a:moveTo>
                <a:cubicBezTo>
                  <a:pt x="16" y="49"/>
                  <a:pt x="16" y="49"/>
                  <a:pt x="16" y="49"/>
                </a:cubicBezTo>
                <a:cubicBezTo>
                  <a:pt x="14" y="49"/>
                  <a:pt x="12" y="47"/>
                  <a:pt x="12" y="45"/>
                </a:cubicBezTo>
                <a:cubicBezTo>
                  <a:pt x="12" y="43"/>
                  <a:pt x="14" y="41"/>
                  <a:pt x="16" y="41"/>
                </a:cubicBezTo>
                <a:cubicBezTo>
                  <a:pt x="57" y="41"/>
                  <a:pt x="57" y="41"/>
                  <a:pt x="57" y="41"/>
                </a:cubicBezTo>
                <a:cubicBezTo>
                  <a:pt x="60" y="41"/>
                  <a:pt x="61" y="43"/>
                  <a:pt x="61" y="45"/>
                </a:cubicBezTo>
                <a:cubicBezTo>
                  <a:pt x="61" y="47"/>
                  <a:pt x="60" y="49"/>
                  <a:pt x="57" y="49"/>
                </a:cubicBezTo>
                <a:close/>
                <a:moveTo>
                  <a:pt x="57" y="33"/>
                </a:moveTo>
                <a:cubicBezTo>
                  <a:pt x="16" y="33"/>
                  <a:pt x="16" y="33"/>
                  <a:pt x="16" y="33"/>
                </a:cubicBezTo>
                <a:cubicBezTo>
                  <a:pt x="14" y="33"/>
                  <a:pt x="12" y="31"/>
                  <a:pt x="12" y="29"/>
                </a:cubicBezTo>
                <a:cubicBezTo>
                  <a:pt x="12" y="26"/>
                  <a:pt x="14" y="24"/>
                  <a:pt x="16" y="24"/>
                </a:cubicBezTo>
                <a:cubicBezTo>
                  <a:pt x="57" y="24"/>
                  <a:pt x="57" y="24"/>
                  <a:pt x="57" y="24"/>
                </a:cubicBezTo>
                <a:cubicBezTo>
                  <a:pt x="60" y="24"/>
                  <a:pt x="61" y="26"/>
                  <a:pt x="61" y="29"/>
                </a:cubicBezTo>
                <a:cubicBezTo>
                  <a:pt x="61" y="31"/>
                  <a:pt x="60" y="33"/>
                  <a:pt x="57" y="33"/>
                </a:cubicBezTo>
                <a:close/>
                <a:moveTo>
                  <a:pt x="57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4" y="16"/>
                  <a:pt x="12" y="14"/>
                  <a:pt x="12" y="12"/>
                </a:cubicBezTo>
                <a:cubicBezTo>
                  <a:pt x="12" y="10"/>
                  <a:pt x="14" y="8"/>
                  <a:pt x="16" y="8"/>
                </a:cubicBezTo>
                <a:cubicBezTo>
                  <a:pt x="57" y="8"/>
                  <a:pt x="57" y="8"/>
                  <a:pt x="57" y="8"/>
                </a:cubicBezTo>
                <a:cubicBezTo>
                  <a:pt x="60" y="8"/>
                  <a:pt x="61" y="10"/>
                  <a:pt x="61" y="12"/>
                </a:cubicBezTo>
                <a:cubicBezTo>
                  <a:pt x="61" y="14"/>
                  <a:pt x="60" y="16"/>
                  <a:pt x="57" y="16"/>
                </a:cubicBezTo>
                <a:close/>
                <a:moveTo>
                  <a:pt x="115" y="49"/>
                </a:moveTo>
                <a:cubicBezTo>
                  <a:pt x="104" y="49"/>
                  <a:pt x="94" y="40"/>
                  <a:pt x="94" y="29"/>
                </a:cubicBezTo>
                <a:cubicBezTo>
                  <a:pt x="94" y="17"/>
                  <a:pt x="104" y="8"/>
                  <a:pt x="115" y="8"/>
                </a:cubicBezTo>
                <a:cubicBezTo>
                  <a:pt x="126" y="8"/>
                  <a:pt x="136" y="17"/>
                  <a:pt x="136" y="29"/>
                </a:cubicBezTo>
                <a:cubicBezTo>
                  <a:pt x="136" y="40"/>
                  <a:pt x="126" y="49"/>
                  <a:pt x="115" y="4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5" name="Freeform 48"/>
          <p:cNvSpPr>
            <a:spLocks noEditPoints="1"/>
          </p:cNvSpPr>
          <p:nvPr/>
        </p:nvSpPr>
        <p:spPr bwMode="auto">
          <a:xfrm>
            <a:off x="4145186" y="5696443"/>
            <a:ext cx="573237" cy="196243"/>
          </a:xfrm>
          <a:custGeom>
            <a:avLst/>
            <a:gdLst>
              <a:gd name="T0" fmla="*/ 163 w 168"/>
              <a:gd name="T1" fmla="*/ 16 h 57"/>
              <a:gd name="T2" fmla="*/ 168 w 168"/>
              <a:gd name="T3" fmla="*/ 10 h 57"/>
              <a:gd name="T4" fmla="*/ 166 w 168"/>
              <a:gd name="T5" fmla="*/ 2 h 57"/>
              <a:gd name="T6" fmla="*/ 155 w 168"/>
              <a:gd name="T7" fmla="*/ 1 h 57"/>
              <a:gd name="T8" fmla="*/ 157 w 168"/>
              <a:gd name="T9" fmla="*/ 7 h 57"/>
              <a:gd name="T10" fmla="*/ 161 w 168"/>
              <a:gd name="T11" fmla="*/ 4 h 57"/>
              <a:gd name="T12" fmla="*/ 164 w 168"/>
              <a:gd name="T13" fmla="*/ 7 h 57"/>
              <a:gd name="T14" fmla="*/ 159 w 168"/>
              <a:gd name="T15" fmla="*/ 14 h 57"/>
              <a:gd name="T16" fmla="*/ 152 w 168"/>
              <a:gd name="T17" fmla="*/ 24 h 57"/>
              <a:gd name="T18" fmla="*/ 168 w 168"/>
              <a:gd name="T19" fmla="*/ 20 h 57"/>
              <a:gd name="T20" fmla="*/ 160 w 168"/>
              <a:gd name="T21" fmla="*/ 19 h 57"/>
              <a:gd name="T22" fmla="*/ 29 w 168"/>
              <a:gd name="T23" fmla="*/ 57 h 57"/>
              <a:gd name="T24" fmla="*/ 8 w 168"/>
              <a:gd name="T25" fmla="*/ 49 h 57"/>
              <a:gd name="T26" fmla="*/ 20 w 168"/>
              <a:gd name="T27" fmla="*/ 37 h 57"/>
              <a:gd name="T28" fmla="*/ 8 w 168"/>
              <a:gd name="T29" fmla="*/ 28 h 57"/>
              <a:gd name="T30" fmla="*/ 29 w 168"/>
              <a:gd name="T31" fmla="*/ 20 h 57"/>
              <a:gd name="T32" fmla="*/ 0 w 168"/>
              <a:gd name="T33" fmla="*/ 12 h 57"/>
              <a:gd name="T34" fmla="*/ 33 w 168"/>
              <a:gd name="T35" fmla="*/ 33 h 57"/>
              <a:gd name="T36" fmla="*/ 62 w 168"/>
              <a:gd name="T37" fmla="*/ 28 h 57"/>
              <a:gd name="T38" fmla="*/ 33 w 168"/>
              <a:gd name="T39" fmla="*/ 33 h 57"/>
              <a:gd name="T40" fmla="*/ 62 w 168"/>
              <a:gd name="T41" fmla="*/ 41 h 57"/>
              <a:gd name="T42" fmla="*/ 33 w 168"/>
              <a:gd name="T43" fmla="*/ 37 h 57"/>
              <a:gd name="T44" fmla="*/ 94 w 168"/>
              <a:gd name="T45" fmla="*/ 29 h 57"/>
              <a:gd name="T46" fmla="*/ 78 w 168"/>
              <a:gd name="T47" fmla="*/ 24 h 57"/>
              <a:gd name="T48" fmla="*/ 70 w 168"/>
              <a:gd name="T49" fmla="*/ 57 h 57"/>
              <a:gd name="T50" fmla="*/ 78 w 168"/>
              <a:gd name="T51" fmla="*/ 41 h 57"/>
              <a:gd name="T52" fmla="*/ 86 w 168"/>
              <a:gd name="T53" fmla="*/ 31 h 57"/>
              <a:gd name="T54" fmla="*/ 86 w 168"/>
              <a:gd name="T55" fmla="*/ 57 h 57"/>
              <a:gd name="T56" fmla="*/ 94 w 168"/>
              <a:gd name="T57" fmla="*/ 33 h 57"/>
              <a:gd name="T58" fmla="*/ 103 w 168"/>
              <a:gd name="T59" fmla="*/ 57 h 57"/>
              <a:gd name="T60" fmla="*/ 111 w 168"/>
              <a:gd name="T61" fmla="*/ 37 h 57"/>
              <a:gd name="T62" fmla="*/ 94 w 168"/>
              <a:gd name="T63" fmla="*/ 29 h 57"/>
              <a:gd name="T64" fmla="*/ 136 w 168"/>
              <a:gd name="T65" fmla="*/ 50 h 57"/>
              <a:gd name="T66" fmla="*/ 129 w 168"/>
              <a:gd name="T67" fmla="*/ 38 h 57"/>
              <a:gd name="T68" fmla="*/ 136 w 168"/>
              <a:gd name="T69" fmla="*/ 28 h 57"/>
              <a:gd name="T70" fmla="*/ 142 w 168"/>
              <a:gd name="T71" fmla="*/ 33 h 57"/>
              <a:gd name="T72" fmla="*/ 146 w 168"/>
              <a:gd name="T73" fmla="*/ 23 h 57"/>
              <a:gd name="T74" fmla="*/ 124 w 168"/>
              <a:gd name="T75" fmla="*/ 25 h 57"/>
              <a:gd name="T76" fmla="*/ 124 w 168"/>
              <a:gd name="T77" fmla="*/ 52 h 57"/>
              <a:gd name="T78" fmla="*/ 147 w 168"/>
              <a:gd name="T79" fmla="*/ 54 h 57"/>
              <a:gd name="T80" fmla="*/ 143 w 168"/>
              <a:gd name="T81" fmla="*/ 43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8" h="57">
                <a:moveTo>
                  <a:pt x="160" y="19"/>
                </a:moveTo>
                <a:cubicBezTo>
                  <a:pt x="161" y="18"/>
                  <a:pt x="161" y="17"/>
                  <a:pt x="163" y="16"/>
                </a:cubicBezTo>
                <a:cubicBezTo>
                  <a:pt x="164" y="15"/>
                  <a:pt x="165" y="14"/>
                  <a:pt x="166" y="13"/>
                </a:cubicBezTo>
                <a:cubicBezTo>
                  <a:pt x="167" y="12"/>
                  <a:pt x="168" y="11"/>
                  <a:pt x="168" y="10"/>
                </a:cubicBezTo>
                <a:cubicBezTo>
                  <a:pt x="168" y="9"/>
                  <a:pt x="168" y="8"/>
                  <a:pt x="168" y="7"/>
                </a:cubicBezTo>
                <a:cubicBezTo>
                  <a:pt x="168" y="5"/>
                  <a:pt x="168" y="3"/>
                  <a:pt x="166" y="2"/>
                </a:cubicBezTo>
                <a:cubicBezTo>
                  <a:pt x="165" y="0"/>
                  <a:pt x="163" y="0"/>
                  <a:pt x="161" y="0"/>
                </a:cubicBezTo>
                <a:cubicBezTo>
                  <a:pt x="159" y="0"/>
                  <a:pt x="157" y="0"/>
                  <a:pt x="155" y="1"/>
                </a:cubicBezTo>
                <a:cubicBezTo>
                  <a:pt x="154" y="3"/>
                  <a:pt x="153" y="4"/>
                  <a:pt x="153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6"/>
                  <a:pt x="158" y="5"/>
                  <a:pt x="158" y="4"/>
                </a:cubicBezTo>
                <a:cubicBezTo>
                  <a:pt x="159" y="4"/>
                  <a:pt x="160" y="4"/>
                  <a:pt x="161" y="4"/>
                </a:cubicBezTo>
                <a:cubicBezTo>
                  <a:pt x="162" y="4"/>
                  <a:pt x="162" y="4"/>
                  <a:pt x="163" y="4"/>
                </a:cubicBezTo>
                <a:cubicBezTo>
                  <a:pt x="164" y="5"/>
                  <a:pt x="164" y="6"/>
                  <a:pt x="164" y="7"/>
                </a:cubicBezTo>
                <a:cubicBezTo>
                  <a:pt x="164" y="8"/>
                  <a:pt x="163" y="9"/>
                  <a:pt x="163" y="10"/>
                </a:cubicBezTo>
                <a:cubicBezTo>
                  <a:pt x="162" y="10"/>
                  <a:pt x="161" y="12"/>
                  <a:pt x="159" y="14"/>
                </a:cubicBezTo>
                <a:cubicBezTo>
                  <a:pt x="156" y="16"/>
                  <a:pt x="155" y="18"/>
                  <a:pt x="154" y="20"/>
                </a:cubicBezTo>
                <a:cubicBezTo>
                  <a:pt x="153" y="21"/>
                  <a:pt x="152" y="23"/>
                  <a:pt x="152" y="24"/>
                </a:cubicBezTo>
                <a:cubicBezTo>
                  <a:pt x="168" y="24"/>
                  <a:pt x="168" y="24"/>
                  <a:pt x="168" y="24"/>
                </a:cubicBezTo>
                <a:cubicBezTo>
                  <a:pt x="168" y="20"/>
                  <a:pt x="168" y="20"/>
                  <a:pt x="168" y="20"/>
                </a:cubicBezTo>
                <a:cubicBezTo>
                  <a:pt x="159" y="20"/>
                  <a:pt x="159" y="20"/>
                  <a:pt x="159" y="20"/>
                </a:cubicBezTo>
                <a:cubicBezTo>
                  <a:pt x="159" y="20"/>
                  <a:pt x="160" y="19"/>
                  <a:pt x="160" y="19"/>
                </a:cubicBezTo>
                <a:close/>
                <a:moveTo>
                  <a:pt x="0" y="57"/>
                </a:moveTo>
                <a:cubicBezTo>
                  <a:pt x="29" y="57"/>
                  <a:pt x="29" y="57"/>
                  <a:pt x="29" y="57"/>
                </a:cubicBezTo>
                <a:cubicBezTo>
                  <a:pt x="29" y="49"/>
                  <a:pt x="29" y="49"/>
                  <a:pt x="29" y="49"/>
                </a:cubicBezTo>
                <a:cubicBezTo>
                  <a:pt x="8" y="49"/>
                  <a:pt x="8" y="49"/>
                  <a:pt x="8" y="49"/>
                </a:cubicBezTo>
                <a:cubicBezTo>
                  <a:pt x="8" y="37"/>
                  <a:pt x="8" y="37"/>
                  <a:pt x="8" y="37"/>
                </a:cubicBezTo>
                <a:cubicBezTo>
                  <a:pt x="20" y="37"/>
                  <a:pt x="20" y="37"/>
                  <a:pt x="20" y="37"/>
                </a:cubicBezTo>
                <a:cubicBezTo>
                  <a:pt x="20" y="28"/>
                  <a:pt x="20" y="28"/>
                  <a:pt x="20" y="28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0"/>
                  <a:pt x="8" y="20"/>
                  <a:pt x="8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29" y="12"/>
                  <a:pt x="29" y="12"/>
                  <a:pt x="29" y="12"/>
                </a:cubicBezTo>
                <a:cubicBezTo>
                  <a:pt x="0" y="12"/>
                  <a:pt x="0" y="12"/>
                  <a:pt x="0" y="12"/>
                </a:cubicBezTo>
                <a:lnTo>
                  <a:pt x="0" y="57"/>
                </a:lnTo>
                <a:close/>
                <a:moveTo>
                  <a:pt x="33" y="33"/>
                </a:moveTo>
                <a:cubicBezTo>
                  <a:pt x="62" y="33"/>
                  <a:pt x="62" y="33"/>
                  <a:pt x="62" y="33"/>
                </a:cubicBezTo>
                <a:cubicBezTo>
                  <a:pt x="62" y="28"/>
                  <a:pt x="62" y="28"/>
                  <a:pt x="62" y="28"/>
                </a:cubicBezTo>
                <a:cubicBezTo>
                  <a:pt x="33" y="28"/>
                  <a:pt x="33" y="28"/>
                  <a:pt x="33" y="28"/>
                </a:cubicBezTo>
                <a:lnTo>
                  <a:pt x="33" y="33"/>
                </a:lnTo>
                <a:close/>
                <a:moveTo>
                  <a:pt x="33" y="41"/>
                </a:moveTo>
                <a:cubicBezTo>
                  <a:pt x="62" y="41"/>
                  <a:pt x="62" y="41"/>
                  <a:pt x="62" y="41"/>
                </a:cubicBezTo>
                <a:cubicBezTo>
                  <a:pt x="62" y="37"/>
                  <a:pt x="62" y="37"/>
                  <a:pt x="62" y="37"/>
                </a:cubicBezTo>
                <a:cubicBezTo>
                  <a:pt x="33" y="37"/>
                  <a:pt x="33" y="37"/>
                  <a:pt x="33" y="37"/>
                </a:cubicBezTo>
                <a:lnTo>
                  <a:pt x="33" y="41"/>
                </a:lnTo>
                <a:close/>
                <a:moveTo>
                  <a:pt x="94" y="29"/>
                </a:moveTo>
                <a:cubicBezTo>
                  <a:pt x="90" y="16"/>
                  <a:pt x="78" y="24"/>
                  <a:pt x="78" y="28"/>
                </a:cubicBezTo>
                <a:cubicBezTo>
                  <a:pt x="78" y="24"/>
                  <a:pt x="78" y="24"/>
                  <a:pt x="78" y="24"/>
                </a:cubicBezTo>
                <a:cubicBezTo>
                  <a:pt x="70" y="24"/>
                  <a:pt x="70" y="24"/>
                  <a:pt x="70" y="24"/>
                </a:cubicBezTo>
                <a:cubicBezTo>
                  <a:pt x="70" y="57"/>
                  <a:pt x="70" y="57"/>
                  <a:pt x="70" y="57"/>
                </a:cubicBezTo>
                <a:cubicBezTo>
                  <a:pt x="78" y="57"/>
                  <a:pt x="78" y="57"/>
                  <a:pt x="78" y="57"/>
                </a:cubicBezTo>
                <a:cubicBezTo>
                  <a:pt x="78" y="41"/>
                  <a:pt x="78" y="41"/>
                  <a:pt x="78" y="41"/>
                </a:cubicBezTo>
                <a:cubicBezTo>
                  <a:pt x="78" y="38"/>
                  <a:pt x="78" y="33"/>
                  <a:pt x="78" y="33"/>
                </a:cubicBezTo>
                <a:cubicBezTo>
                  <a:pt x="78" y="33"/>
                  <a:pt x="81" y="27"/>
                  <a:pt x="86" y="31"/>
                </a:cubicBezTo>
                <a:cubicBezTo>
                  <a:pt x="86" y="31"/>
                  <a:pt x="86" y="32"/>
                  <a:pt x="86" y="41"/>
                </a:cubicBezTo>
                <a:cubicBezTo>
                  <a:pt x="86" y="57"/>
                  <a:pt x="86" y="57"/>
                  <a:pt x="86" y="57"/>
                </a:cubicBezTo>
                <a:cubicBezTo>
                  <a:pt x="94" y="57"/>
                  <a:pt x="94" y="57"/>
                  <a:pt x="94" y="57"/>
                </a:cubicBezTo>
                <a:cubicBezTo>
                  <a:pt x="94" y="33"/>
                  <a:pt x="94" y="33"/>
                  <a:pt x="94" y="33"/>
                </a:cubicBezTo>
                <a:cubicBezTo>
                  <a:pt x="96" y="29"/>
                  <a:pt x="103" y="27"/>
                  <a:pt x="103" y="34"/>
                </a:cubicBezTo>
                <a:cubicBezTo>
                  <a:pt x="103" y="57"/>
                  <a:pt x="103" y="57"/>
                  <a:pt x="103" y="57"/>
                </a:cubicBezTo>
                <a:cubicBezTo>
                  <a:pt x="111" y="57"/>
                  <a:pt x="111" y="57"/>
                  <a:pt x="111" y="57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111" y="34"/>
                  <a:pt x="111" y="29"/>
                  <a:pt x="111" y="29"/>
                </a:cubicBezTo>
                <a:cubicBezTo>
                  <a:pt x="111" y="29"/>
                  <a:pt x="107" y="16"/>
                  <a:pt x="94" y="29"/>
                </a:cubicBezTo>
                <a:close/>
                <a:moveTo>
                  <a:pt x="141" y="48"/>
                </a:moveTo>
                <a:cubicBezTo>
                  <a:pt x="139" y="49"/>
                  <a:pt x="138" y="50"/>
                  <a:pt x="136" y="50"/>
                </a:cubicBezTo>
                <a:cubicBezTo>
                  <a:pt x="134" y="50"/>
                  <a:pt x="132" y="49"/>
                  <a:pt x="131" y="47"/>
                </a:cubicBezTo>
                <a:cubicBezTo>
                  <a:pt x="129" y="45"/>
                  <a:pt x="129" y="42"/>
                  <a:pt x="129" y="38"/>
                </a:cubicBezTo>
                <a:cubicBezTo>
                  <a:pt x="129" y="34"/>
                  <a:pt x="129" y="32"/>
                  <a:pt x="131" y="30"/>
                </a:cubicBezTo>
                <a:cubicBezTo>
                  <a:pt x="132" y="28"/>
                  <a:pt x="134" y="28"/>
                  <a:pt x="136" y="28"/>
                </a:cubicBezTo>
                <a:cubicBezTo>
                  <a:pt x="138" y="28"/>
                  <a:pt x="139" y="28"/>
                  <a:pt x="140" y="29"/>
                </a:cubicBezTo>
                <a:cubicBezTo>
                  <a:pt x="141" y="30"/>
                  <a:pt x="142" y="31"/>
                  <a:pt x="142" y="33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0" y="28"/>
                  <a:pt x="149" y="25"/>
                  <a:pt x="146" y="23"/>
                </a:cubicBezTo>
                <a:cubicBezTo>
                  <a:pt x="144" y="21"/>
                  <a:pt x="140" y="20"/>
                  <a:pt x="136" y="20"/>
                </a:cubicBezTo>
                <a:cubicBezTo>
                  <a:pt x="131" y="20"/>
                  <a:pt x="127" y="22"/>
                  <a:pt x="124" y="25"/>
                </a:cubicBezTo>
                <a:cubicBezTo>
                  <a:pt x="121" y="28"/>
                  <a:pt x="119" y="33"/>
                  <a:pt x="119" y="39"/>
                </a:cubicBezTo>
                <a:cubicBezTo>
                  <a:pt x="119" y="45"/>
                  <a:pt x="121" y="49"/>
                  <a:pt x="124" y="52"/>
                </a:cubicBezTo>
                <a:cubicBezTo>
                  <a:pt x="127" y="56"/>
                  <a:pt x="131" y="57"/>
                  <a:pt x="136" y="57"/>
                </a:cubicBezTo>
                <a:cubicBezTo>
                  <a:pt x="140" y="57"/>
                  <a:pt x="144" y="56"/>
                  <a:pt x="147" y="54"/>
                </a:cubicBezTo>
                <a:cubicBezTo>
                  <a:pt x="149" y="52"/>
                  <a:pt x="151" y="49"/>
                  <a:pt x="152" y="44"/>
                </a:cubicBezTo>
                <a:cubicBezTo>
                  <a:pt x="143" y="43"/>
                  <a:pt x="143" y="43"/>
                  <a:pt x="143" y="43"/>
                </a:cubicBezTo>
                <a:cubicBezTo>
                  <a:pt x="142" y="45"/>
                  <a:pt x="142" y="47"/>
                  <a:pt x="141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6" name="Freeform 49"/>
          <p:cNvSpPr/>
          <p:nvPr/>
        </p:nvSpPr>
        <p:spPr bwMode="auto">
          <a:xfrm>
            <a:off x="5309736" y="5595740"/>
            <a:ext cx="379576" cy="454459"/>
          </a:xfrm>
          <a:custGeom>
            <a:avLst/>
            <a:gdLst>
              <a:gd name="T0" fmla="*/ 107 w 111"/>
              <a:gd name="T1" fmla="*/ 44 h 133"/>
              <a:gd name="T2" fmla="*/ 101 w 111"/>
              <a:gd name="T3" fmla="*/ 34 h 133"/>
              <a:gd name="T4" fmla="*/ 98 w 111"/>
              <a:gd name="T5" fmla="*/ 31 h 133"/>
              <a:gd name="T6" fmla="*/ 96 w 111"/>
              <a:gd name="T7" fmla="*/ 29 h 133"/>
              <a:gd name="T8" fmla="*/ 90 w 111"/>
              <a:gd name="T9" fmla="*/ 24 h 133"/>
              <a:gd name="T10" fmla="*/ 0 w 111"/>
              <a:gd name="T11" fmla="*/ 20 h 133"/>
              <a:gd name="T12" fmla="*/ 39 w 111"/>
              <a:gd name="T13" fmla="*/ 82 h 133"/>
              <a:gd name="T14" fmla="*/ 42 w 111"/>
              <a:gd name="T15" fmla="*/ 86 h 133"/>
              <a:gd name="T16" fmla="*/ 43 w 111"/>
              <a:gd name="T17" fmla="*/ 88 h 133"/>
              <a:gd name="T18" fmla="*/ 45 w 111"/>
              <a:gd name="T19" fmla="*/ 89 h 133"/>
              <a:gd name="T20" fmla="*/ 51 w 111"/>
              <a:gd name="T21" fmla="*/ 94 h 133"/>
              <a:gd name="T22" fmla="*/ 65 w 111"/>
              <a:gd name="T23" fmla="*/ 99 h 133"/>
              <a:gd name="T24" fmla="*/ 93 w 111"/>
              <a:gd name="T25" fmla="*/ 103 h 133"/>
              <a:gd name="T26" fmla="*/ 80 w 111"/>
              <a:gd name="T27" fmla="*/ 72 h 133"/>
              <a:gd name="T28" fmla="*/ 43 w 111"/>
              <a:gd name="T29" fmla="*/ 34 h 133"/>
              <a:gd name="T30" fmla="*/ 101 w 111"/>
              <a:gd name="T31" fmla="*/ 108 h 133"/>
              <a:gd name="T32" fmla="*/ 101 w 111"/>
              <a:gd name="T33" fmla="*/ 108 h 133"/>
              <a:gd name="T34" fmla="*/ 100 w 111"/>
              <a:gd name="T35" fmla="*/ 131 h 133"/>
              <a:gd name="T36" fmla="*/ 102 w 111"/>
              <a:gd name="T37" fmla="*/ 132 h 133"/>
              <a:gd name="T38" fmla="*/ 105 w 111"/>
              <a:gd name="T39" fmla="*/ 132 h 133"/>
              <a:gd name="T40" fmla="*/ 107 w 111"/>
              <a:gd name="T41" fmla="*/ 132 h 133"/>
              <a:gd name="T42" fmla="*/ 109 w 111"/>
              <a:gd name="T43" fmla="*/ 131 h 133"/>
              <a:gd name="T44" fmla="*/ 103 w 111"/>
              <a:gd name="T45" fmla="*/ 97 h 133"/>
              <a:gd name="T46" fmla="*/ 111 w 111"/>
              <a:gd name="T47" fmla="*/ 64 h 133"/>
              <a:gd name="T48" fmla="*/ 107 w 111"/>
              <a:gd name="T49" fmla="*/ 44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1" h="133">
                <a:moveTo>
                  <a:pt x="107" y="44"/>
                </a:moveTo>
                <a:cubicBezTo>
                  <a:pt x="106" y="40"/>
                  <a:pt x="104" y="37"/>
                  <a:pt x="101" y="34"/>
                </a:cubicBezTo>
                <a:cubicBezTo>
                  <a:pt x="100" y="33"/>
                  <a:pt x="99" y="32"/>
                  <a:pt x="98" y="31"/>
                </a:cubicBezTo>
                <a:cubicBezTo>
                  <a:pt x="98" y="30"/>
                  <a:pt x="97" y="29"/>
                  <a:pt x="96" y="29"/>
                </a:cubicBezTo>
                <a:cubicBezTo>
                  <a:pt x="94" y="27"/>
                  <a:pt x="92" y="26"/>
                  <a:pt x="90" y="24"/>
                </a:cubicBezTo>
                <a:cubicBezTo>
                  <a:pt x="49" y="0"/>
                  <a:pt x="28" y="25"/>
                  <a:pt x="0" y="20"/>
                </a:cubicBezTo>
                <a:cubicBezTo>
                  <a:pt x="26" y="31"/>
                  <a:pt x="19" y="58"/>
                  <a:pt x="39" y="82"/>
                </a:cubicBezTo>
                <a:cubicBezTo>
                  <a:pt x="40" y="83"/>
                  <a:pt x="41" y="85"/>
                  <a:pt x="42" y="86"/>
                </a:cubicBezTo>
                <a:cubicBezTo>
                  <a:pt x="42" y="87"/>
                  <a:pt x="43" y="87"/>
                  <a:pt x="43" y="88"/>
                </a:cubicBezTo>
                <a:cubicBezTo>
                  <a:pt x="44" y="88"/>
                  <a:pt x="44" y="89"/>
                  <a:pt x="45" y="89"/>
                </a:cubicBezTo>
                <a:cubicBezTo>
                  <a:pt x="47" y="91"/>
                  <a:pt x="49" y="93"/>
                  <a:pt x="51" y="94"/>
                </a:cubicBezTo>
                <a:cubicBezTo>
                  <a:pt x="55" y="97"/>
                  <a:pt x="60" y="98"/>
                  <a:pt x="65" y="99"/>
                </a:cubicBezTo>
                <a:cubicBezTo>
                  <a:pt x="75" y="101"/>
                  <a:pt x="85" y="101"/>
                  <a:pt x="93" y="103"/>
                </a:cubicBezTo>
                <a:cubicBezTo>
                  <a:pt x="92" y="98"/>
                  <a:pt x="90" y="87"/>
                  <a:pt x="80" y="72"/>
                </a:cubicBezTo>
                <a:cubicBezTo>
                  <a:pt x="54" y="37"/>
                  <a:pt x="54" y="46"/>
                  <a:pt x="43" y="34"/>
                </a:cubicBezTo>
                <a:cubicBezTo>
                  <a:pt x="66" y="38"/>
                  <a:pt x="101" y="89"/>
                  <a:pt x="101" y="108"/>
                </a:cubicBezTo>
                <a:cubicBezTo>
                  <a:pt x="101" y="108"/>
                  <a:pt x="101" y="108"/>
                  <a:pt x="101" y="108"/>
                </a:cubicBezTo>
                <a:cubicBezTo>
                  <a:pt x="103" y="120"/>
                  <a:pt x="100" y="131"/>
                  <a:pt x="100" y="131"/>
                </a:cubicBezTo>
                <a:cubicBezTo>
                  <a:pt x="100" y="131"/>
                  <a:pt x="101" y="132"/>
                  <a:pt x="102" y="132"/>
                </a:cubicBezTo>
                <a:cubicBezTo>
                  <a:pt x="103" y="132"/>
                  <a:pt x="104" y="133"/>
                  <a:pt x="105" y="132"/>
                </a:cubicBezTo>
                <a:cubicBezTo>
                  <a:pt x="106" y="132"/>
                  <a:pt x="106" y="132"/>
                  <a:pt x="107" y="132"/>
                </a:cubicBezTo>
                <a:cubicBezTo>
                  <a:pt x="108" y="132"/>
                  <a:pt x="108" y="131"/>
                  <a:pt x="109" y="131"/>
                </a:cubicBezTo>
                <a:cubicBezTo>
                  <a:pt x="111" y="124"/>
                  <a:pt x="108" y="108"/>
                  <a:pt x="103" y="97"/>
                </a:cubicBezTo>
                <a:cubicBezTo>
                  <a:pt x="106" y="88"/>
                  <a:pt x="111" y="77"/>
                  <a:pt x="111" y="64"/>
                </a:cubicBezTo>
                <a:cubicBezTo>
                  <a:pt x="111" y="57"/>
                  <a:pt x="110" y="51"/>
                  <a:pt x="107" y="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7" name="Freeform 50"/>
          <p:cNvSpPr/>
          <p:nvPr/>
        </p:nvSpPr>
        <p:spPr bwMode="auto">
          <a:xfrm>
            <a:off x="6399404" y="5598322"/>
            <a:ext cx="495773" cy="475115"/>
          </a:xfrm>
          <a:custGeom>
            <a:avLst/>
            <a:gdLst>
              <a:gd name="T0" fmla="*/ 24 w 145"/>
              <a:gd name="T1" fmla="*/ 31 h 139"/>
              <a:gd name="T2" fmla="*/ 42 w 145"/>
              <a:gd name="T3" fmla="*/ 33 h 139"/>
              <a:gd name="T4" fmla="*/ 33 w 145"/>
              <a:gd name="T5" fmla="*/ 40 h 139"/>
              <a:gd name="T6" fmla="*/ 66 w 145"/>
              <a:gd name="T7" fmla="*/ 74 h 139"/>
              <a:gd name="T8" fmla="*/ 66 w 145"/>
              <a:gd name="T9" fmla="*/ 74 h 139"/>
              <a:gd name="T10" fmla="*/ 93 w 145"/>
              <a:gd name="T11" fmla="*/ 82 h 139"/>
              <a:gd name="T12" fmla="*/ 83 w 145"/>
              <a:gd name="T13" fmla="*/ 89 h 139"/>
              <a:gd name="T14" fmla="*/ 116 w 145"/>
              <a:gd name="T15" fmla="*/ 105 h 139"/>
              <a:gd name="T16" fmla="*/ 131 w 145"/>
              <a:gd name="T17" fmla="*/ 126 h 139"/>
              <a:gd name="T18" fmla="*/ 145 w 145"/>
              <a:gd name="T19" fmla="*/ 139 h 139"/>
              <a:gd name="T20" fmla="*/ 127 w 145"/>
              <a:gd name="T21" fmla="*/ 109 h 139"/>
              <a:gd name="T22" fmla="*/ 127 w 145"/>
              <a:gd name="T23" fmla="*/ 109 h 139"/>
              <a:gd name="T24" fmla="*/ 38 w 145"/>
              <a:gd name="T25" fmla="*/ 19 h 139"/>
              <a:gd name="T26" fmla="*/ 37 w 145"/>
              <a:gd name="T27" fmla="*/ 16 h 139"/>
              <a:gd name="T28" fmla="*/ 127 w 145"/>
              <a:gd name="T29" fmla="*/ 97 h 139"/>
              <a:gd name="T30" fmla="*/ 100 w 145"/>
              <a:gd name="T31" fmla="*/ 40 h 139"/>
              <a:gd name="T32" fmla="*/ 100 w 145"/>
              <a:gd name="T33" fmla="*/ 40 h 139"/>
              <a:gd name="T34" fmla="*/ 107 w 145"/>
              <a:gd name="T35" fmla="*/ 57 h 139"/>
              <a:gd name="T36" fmla="*/ 77 w 145"/>
              <a:gd name="T37" fmla="*/ 22 h 139"/>
              <a:gd name="T38" fmla="*/ 5 w 145"/>
              <a:gd name="T39" fmla="*/ 1 h 139"/>
              <a:gd name="T40" fmla="*/ 1 w 145"/>
              <a:gd name="T41" fmla="*/ 1 h 139"/>
              <a:gd name="T42" fmla="*/ 0 w 145"/>
              <a:gd name="T43" fmla="*/ 2 h 139"/>
              <a:gd name="T44" fmla="*/ 0 w 145"/>
              <a:gd name="T45" fmla="*/ 3 h 139"/>
              <a:gd name="T46" fmla="*/ 0 w 145"/>
              <a:gd name="T47" fmla="*/ 3 h 139"/>
              <a:gd name="T48" fmla="*/ 3 w 145"/>
              <a:gd name="T49" fmla="*/ 10 h 139"/>
              <a:gd name="T50" fmla="*/ 24 w 145"/>
              <a:gd name="T51" fmla="*/ 31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5" h="139">
                <a:moveTo>
                  <a:pt x="24" y="31"/>
                </a:moveTo>
                <a:cubicBezTo>
                  <a:pt x="30" y="33"/>
                  <a:pt x="36" y="33"/>
                  <a:pt x="42" y="33"/>
                </a:cubicBezTo>
                <a:cubicBezTo>
                  <a:pt x="48" y="34"/>
                  <a:pt x="42" y="36"/>
                  <a:pt x="33" y="40"/>
                </a:cubicBezTo>
                <a:cubicBezTo>
                  <a:pt x="46" y="52"/>
                  <a:pt x="59" y="66"/>
                  <a:pt x="66" y="74"/>
                </a:cubicBezTo>
                <a:cubicBezTo>
                  <a:pt x="66" y="74"/>
                  <a:pt x="66" y="74"/>
                  <a:pt x="66" y="74"/>
                </a:cubicBezTo>
                <a:cubicBezTo>
                  <a:pt x="76" y="77"/>
                  <a:pt x="86" y="80"/>
                  <a:pt x="93" y="82"/>
                </a:cubicBezTo>
                <a:cubicBezTo>
                  <a:pt x="95" y="84"/>
                  <a:pt x="90" y="87"/>
                  <a:pt x="83" y="89"/>
                </a:cubicBezTo>
                <a:cubicBezTo>
                  <a:pt x="94" y="100"/>
                  <a:pt x="105" y="107"/>
                  <a:pt x="116" y="105"/>
                </a:cubicBezTo>
                <a:cubicBezTo>
                  <a:pt x="123" y="115"/>
                  <a:pt x="128" y="124"/>
                  <a:pt x="131" y="126"/>
                </a:cubicBezTo>
                <a:cubicBezTo>
                  <a:pt x="138" y="134"/>
                  <a:pt x="145" y="139"/>
                  <a:pt x="145" y="139"/>
                </a:cubicBezTo>
                <a:cubicBezTo>
                  <a:pt x="139" y="129"/>
                  <a:pt x="134" y="11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32" y="104"/>
                  <a:pt x="52" y="20"/>
                  <a:pt x="38" y="19"/>
                </a:cubicBezTo>
                <a:cubicBezTo>
                  <a:pt x="28" y="13"/>
                  <a:pt x="37" y="16"/>
                  <a:pt x="37" y="16"/>
                </a:cubicBezTo>
                <a:cubicBezTo>
                  <a:pt x="72" y="37"/>
                  <a:pt x="102" y="64"/>
                  <a:pt x="127" y="97"/>
                </a:cubicBezTo>
                <a:cubicBezTo>
                  <a:pt x="133" y="84"/>
                  <a:pt x="119" y="59"/>
                  <a:pt x="100" y="40"/>
                </a:cubicBezTo>
                <a:cubicBezTo>
                  <a:pt x="100" y="40"/>
                  <a:pt x="100" y="40"/>
                  <a:pt x="100" y="40"/>
                </a:cubicBezTo>
                <a:cubicBezTo>
                  <a:pt x="104" y="46"/>
                  <a:pt x="106" y="52"/>
                  <a:pt x="107" y="57"/>
                </a:cubicBezTo>
                <a:cubicBezTo>
                  <a:pt x="101" y="55"/>
                  <a:pt x="94" y="38"/>
                  <a:pt x="77" y="22"/>
                </a:cubicBezTo>
                <a:cubicBezTo>
                  <a:pt x="53" y="7"/>
                  <a:pt x="23" y="0"/>
                  <a:pt x="5" y="1"/>
                </a:cubicBezTo>
                <a:cubicBezTo>
                  <a:pt x="3" y="1"/>
                  <a:pt x="2" y="1"/>
                  <a:pt x="1" y="1"/>
                </a:cubicBezTo>
                <a:cubicBezTo>
                  <a:pt x="1" y="2"/>
                  <a:pt x="0" y="2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5"/>
                  <a:pt x="1" y="7"/>
                  <a:pt x="3" y="10"/>
                </a:cubicBezTo>
                <a:cubicBezTo>
                  <a:pt x="7" y="16"/>
                  <a:pt x="15" y="23"/>
                  <a:pt x="24" y="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8" name="Freeform 51"/>
          <p:cNvSpPr>
            <a:spLocks noEditPoints="1"/>
          </p:cNvSpPr>
          <p:nvPr/>
        </p:nvSpPr>
        <p:spPr bwMode="auto">
          <a:xfrm>
            <a:off x="7540714" y="5598322"/>
            <a:ext cx="446713" cy="423472"/>
          </a:xfrm>
          <a:custGeom>
            <a:avLst/>
            <a:gdLst>
              <a:gd name="T0" fmla="*/ 130 w 131"/>
              <a:gd name="T1" fmla="*/ 117 h 124"/>
              <a:gd name="T2" fmla="*/ 127 w 131"/>
              <a:gd name="T3" fmla="*/ 114 h 124"/>
              <a:gd name="T4" fmla="*/ 120 w 131"/>
              <a:gd name="T5" fmla="*/ 92 h 124"/>
              <a:gd name="T6" fmla="*/ 112 w 131"/>
              <a:gd name="T7" fmla="*/ 105 h 124"/>
              <a:gd name="T8" fmla="*/ 99 w 131"/>
              <a:gd name="T9" fmla="*/ 112 h 124"/>
              <a:gd name="T10" fmla="*/ 121 w 131"/>
              <a:gd name="T11" fmla="*/ 120 h 124"/>
              <a:gd name="T12" fmla="*/ 124 w 131"/>
              <a:gd name="T13" fmla="*/ 123 h 124"/>
              <a:gd name="T14" fmla="*/ 130 w 131"/>
              <a:gd name="T15" fmla="*/ 123 h 124"/>
              <a:gd name="T16" fmla="*/ 130 w 131"/>
              <a:gd name="T17" fmla="*/ 117 h 124"/>
              <a:gd name="T18" fmla="*/ 14 w 131"/>
              <a:gd name="T19" fmla="*/ 41 h 124"/>
              <a:gd name="T20" fmla="*/ 19 w 131"/>
              <a:gd name="T21" fmla="*/ 35 h 124"/>
              <a:gd name="T22" fmla="*/ 20 w 131"/>
              <a:gd name="T23" fmla="*/ 36 h 124"/>
              <a:gd name="T24" fmla="*/ 20 w 131"/>
              <a:gd name="T25" fmla="*/ 36 h 124"/>
              <a:gd name="T26" fmla="*/ 37 w 131"/>
              <a:gd name="T27" fmla="*/ 30 h 124"/>
              <a:gd name="T28" fmla="*/ 43 w 131"/>
              <a:gd name="T29" fmla="*/ 12 h 124"/>
              <a:gd name="T30" fmla="*/ 43 w 131"/>
              <a:gd name="T31" fmla="*/ 12 h 124"/>
              <a:gd name="T32" fmla="*/ 44 w 131"/>
              <a:gd name="T33" fmla="*/ 14 h 124"/>
              <a:gd name="T34" fmla="*/ 34 w 131"/>
              <a:gd name="T35" fmla="*/ 3 h 124"/>
              <a:gd name="T36" fmla="*/ 16 w 131"/>
              <a:gd name="T37" fmla="*/ 9 h 124"/>
              <a:gd name="T38" fmla="*/ 11 w 131"/>
              <a:gd name="T39" fmla="*/ 27 h 124"/>
              <a:gd name="T40" fmla="*/ 3 w 131"/>
              <a:gd name="T41" fmla="*/ 34 h 124"/>
              <a:gd name="T42" fmla="*/ 3 w 131"/>
              <a:gd name="T43" fmla="*/ 35 h 124"/>
              <a:gd name="T44" fmla="*/ 2 w 131"/>
              <a:gd name="T45" fmla="*/ 35 h 124"/>
              <a:gd name="T46" fmla="*/ 3 w 131"/>
              <a:gd name="T47" fmla="*/ 43 h 124"/>
              <a:gd name="T48" fmla="*/ 53 w 131"/>
              <a:gd name="T49" fmla="*/ 92 h 124"/>
              <a:gd name="T50" fmla="*/ 60 w 131"/>
              <a:gd name="T51" fmla="*/ 94 h 124"/>
              <a:gd name="T52" fmla="*/ 59 w 131"/>
              <a:gd name="T53" fmla="*/ 86 h 124"/>
              <a:gd name="T54" fmla="*/ 14 w 131"/>
              <a:gd name="T55" fmla="*/ 41 h 124"/>
              <a:gd name="T56" fmla="*/ 112 w 131"/>
              <a:gd name="T57" fmla="*/ 82 h 124"/>
              <a:gd name="T58" fmla="*/ 48 w 131"/>
              <a:gd name="T59" fmla="*/ 18 h 124"/>
              <a:gd name="T60" fmla="*/ 43 w 131"/>
              <a:gd name="T61" fmla="*/ 35 h 124"/>
              <a:gd name="T62" fmla="*/ 25 w 131"/>
              <a:gd name="T63" fmla="*/ 41 h 124"/>
              <a:gd name="T64" fmla="*/ 89 w 131"/>
              <a:gd name="T65" fmla="*/ 105 h 124"/>
              <a:gd name="T66" fmla="*/ 107 w 131"/>
              <a:gd name="T67" fmla="*/ 100 h 124"/>
              <a:gd name="T68" fmla="*/ 112 w 131"/>
              <a:gd name="T69" fmla="*/ 82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1" h="124">
                <a:moveTo>
                  <a:pt x="130" y="117"/>
                </a:moveTo>
                <a:cubicBezTo>
                  <a:pt x="127" y="114"/>
                  <a:pt x="127" y="114"/>
                  <a:pt x="127" y="11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0" y="96"/>
                  <a:pt x="117" y="101"/>
                  <a:pt x="112" y="105"/>
                </a:cubicBezTo>
                <a:cubicBezTo>
                  <a:pt x="108" y="110"/>
                  <a:pt x="103" y="112"/>
                  <a:pt x="99" y="112"/>
                </a:cubicBezTo>
                <a:cubicBezTo>
                  <a:pt x="121" y="120"/>
                  <a:pt x="121" y="120"/>
                  <a:pt x="121" y="120"/>
                </a:cubicBezTo>
                <a:cubicBezTo>
                  <a:pt x="124" y="123"/>
                  <a:pt x="124" y="123"/>
                  <a:pt x="124" y="123"/>
                </a:cubicBezTo>
                <a:cubicBezTo>
                  <a:pt x="126" y="124"/>
                  <a:pt x="128" y="124"/>
                  <a:pt x="130" y="123"/>
                </a:cubicBezTo>
                <a:cubicBezTo>
                  <a:pt x="131" y="121"/>
                  <a:pt x="131" y="119"/>
                  <a:pt x="130" y="117"/>
                </a:cubicBezTo>
                <a:close/>
                <a:moveTo>
                  <a:pt x="14" y="41"/>
                </a:moveTo>
                <a:cubicBezTo>
                  <a:pt x="19" y="35"/>
                  <a:pt x="19" y="35"/>
                  <a:pt x="19" y="35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3" y="39"/>
                  <a:pt x="30" y="36"/>
                  <a:pt x="37" y="30"/>
                </a:cubicBezTo>
                <a:cubicBezTo>
                  <a:pt x="43" y="23"/>
                  <a:pt x="46" y="16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4" y="14"/>
                  <a:pt x="44" y="14"/>
                  <a:pt x="44" y="14"/>
                </a:cubicBezTo>
                <a:cubicBezTo>
                  <a:pt x="34" y="3"/>
                  <a:pt x="34" y="3"/>
                  <a:pt x="34" y="3"/>
                </a:cubicBezTo>
                <a:cubicBezTo>
                  <a:pt x="31" y="0"/>
                  <a:pt x="23" y="3"/>
                  <a:pt x="16" y="9"/>
                </a:cubicBezTo>
                <a:cubicBezTo>
                  <a:pt x="10" y="16"/>
                  <a:pt x="7" y="24"/>
                  <a:pt x="11" y="27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4"/>
                  <a:pt x="3" y="35"/>
                  <a:pt x="3" y="35"/>
                </a:cubicBezTo>
                <a:cubicBezTo>
                  <a:pt x="3" y="35"/>
                  <a:pt x="2" y="35"/>
                  <a:pt x="2" y="35"/>
                </a:cubicBezTo>
                <a:cubicBezTo>
                  <a:pt x="0" y="37"/>
                  <a:pt x="1" y="40"/>
                  <a:pt x="3" y="43"/>
                </a:cubicBezTo>
                <a:cubicBezTo>
                  <a:pt x="53" y="92"/>
                  <a:pt x="53" y="92"/>
                  <a:pt x="53" y="92"/>
                </a:cubicBezTo>
                <a:cubicBezTo>
                  <a:pt x="55" y="95"/>
                  <a:pt x="58" y="95"/>
                  <a:pt x="60" y="94"/>
                </a:cubicBezTo>
                <a:cubicBezTo>
                  <a:pt x="62" y="92"/>
                  <a:pt x="61" y="89"/>
                  <a:pt x="59" y="86"/>
                </a:cubicBezTo>
                <a:lnTo>
                  <a:pt x="14" y="41"/>
                </a:lnTo>
                <a:close/>
                <a:moveTo>
                  <a:pt x="112" y="82"/>
                </a:moveTo>
                <a:cubicBezTo>
                  <a:pt x="48" y="18"/>
                  <a:pt x="48" y="18"/>
                  <a:pt x="48" y="18"/>
                </a:cubicBezTo>
                <a:cubicBezTo>
                  <a:pt x="52" y="21"/>
                  <a:pt x="49" y="29"/>
                  <a:pt x="43" y="35"/>
                </a:cubicBezTo>
                <a:cubicBezTo>
                  <a:pt x="36" y="42"/>
                  <a:pt x="28" y="45"/>
                  <a:pt x="25" y="41"/>
                </a:cubicBezTo>
                <a:cubicBezTo>
                  <a:pt x="89" y="105"/>
                  <a:pt x="89" y="105"/>
                  <a:pt x="89" y="105"/>
                </a:cubicBezTo>
                <a:cubicBezTo>
                  <a:pt x="92" y="109"/>
                  <a:pt x="100" y="106"/>
                  <a:pt x="107" y="100"/>
                </a:cubicBezTo>
                <a:cubicBezTo>
                  <a:pt x="113" y="93"/>
                  <a:pt x="116" y="85"/>
                  <a:pt x="112" y="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9" name="Freeform 52"/>
          <p:cNvSpPr>
            <a:spLocks noEditPoints="1"/>
          </p:cNvSpPr>
          <p:nvPr/>
        </p:nvSpPr>
        <p:spPr bwMode="auto">
          <a:xfrm>
            <a:off x="8676859" y="5587993"/>
            <a:ext cx="431220" cy="433801"/>
          </a:xfrm>
          <a:custGeom>
            <a:avLst/>
            <a:gdLst>
              <a:gd name="T0" fmla="*/ 119 w 126"/>
              <a:gd name="T1" fmla="*/ 109 h 127"/>
              <a:gd name="T2" fmla="*/ 115 w 126"/>
              <a:gd name="T3" fmla="*/ 116 h 127"/>
              <a:gd name="T4" fmla="*/ 109 w 126"/>
              <a:gd name="T5" fmla="*/ 120 h 127"/>
              <a:gd name="T6" fmla="*/ 126 w 126"/>
              <a:gd name="T7" fmla="*/ 127 h 127"/>
              <a:gd name="T8" fmla="*/ 119 w 126"/>
              <a:gd name="T9" fmla="*/ 109 h 127"/>
              <a:gd name="T10" fmla="*/ 116 w 126"/>
              <a:gd name="T11" fmla="*/ 101 h 127"/>
              <a:gd name="T12" fmla="*/ 111 w 126"/>
              <a:gd name="T13" fmla="*/ 89 h 127"/>
              <a:gd name="T14" fmla="*/ 103 w 126"/>
              <a:gd name="T15" fmla="*/ 104 h 127"/>
              <a:gd name="T16" fmla="*/ 97 w 126"/>
              <a:gd name="T17" fmla="*/ 109 h 127"/>
              <a:gd name="T18" fmla="*/ 97 w 126"/>
              <a:gd name="T19" fmla="*/ 109 h 127"/>
              <a:gd name="T20" fmla="*/ 97 w 126"/>
              <a:gd name="T21" fmla="*/ 109 h 127"/>
              <a:gd name="T22" fmla="*/ 88 w 126"/>
              <a:gd name="T23" fmla="*/ 112 h 127"/>
              <a:gd name="T24" fmla="*/ 101 w 126"/>
              <a:gd name="T25" fmla="*/ 117 h 127"/>
              <a:gd name="T26" fmla="*/ 112 w 126"/>
              <a:gd name="T27" fmla="*/ 113 h 127"/>
              <a:gd name="T28" fmla="*/ 116 w 126"/>
              <a:gd name="T29" fmla="*/ 101 h 127"/>
              <a:gd name="T30" fmla="*/ 105 w 126"/>
              <a:gd name="T31" fmla="*/ 94 h 127"/>
              <a:gd name="T32" fmla="*/ 105 w 126"/>
              <a:gd name="T33" fmla="*/ 83 h 127"/>
              <a:gd name="T34" fmla="*/ 41 w 126"/>
              <a:gd name="T35" fmla="*/ 19 h 127"/>
              <a:gd name="T36" fmla="*/ 41 w 126"/>
              <a:gd name="T37" fmla="*/ 30 h 127"/>
              <a:gd name="T38" fmla="*/ 105 w 126"/>
              <a:gd name="T39" fmla="*/ 94 h 127"/>
              <a:gd name="T40" fmla="*/ 30 w 126"/>
              <a:gd name="T41" fmla="*/ 30 h 127"/>
              <a:gd name="T42" fmla="*/ 36 w 126"/>
              <a:gd name="T43" fmla="*/ 13 h 127"/>
              <a:gd name="T44" fmla="*/ 36 w 126"/>
              <a:gd name="T45" fmla="*/ 13 h 127"/>
              <a:gd name="T46" fmla="*/ 27 w 126"/>
              <a:gd name="T47" fmla="*/ 4 h 127"/>
              <a:gd name="T48" fmla="*/ 9 w 126"/>
              <a:gd name="T49" fmla="*/ 9 h 127"/>
              <a:gd name="T50" fmla="*/ 4 w 126"/>
              <a:gd name="T51" fmla="*/ 27 h 127"/>
              <a:gd name="T52" fmla="*/ 13 w 126"/>
              <a:gd name="T53" fmla="*/ 36 h 127"/>
              <a:gd name="T54" fmla="*/ 13 w 126"/>
              <a:gd name="T55" fmla="*/ 36 h 127"/>
              <a:gd name="T56" fmla="*/ 30 w 126"/>
              <a:gd name="T57" fmla="*/ 30 h 127"/>
              <a:gd name="T58" fmla="*/ 32 w 126"/>
              <a:gd name="T59" fmla="*/ 39 h 127"/>
              <a:gd name="T60" fmla="*/ 96 w 126"/>
              <a:gd name="T61" fmla="*/ 103 h 127"/>
              <a:gd name="T62" fmla="*/ 100 w 126"/>
              <a:gd name="T63" fmla="*/ 101 h 127"/>
              <a:gd name="T64" fmla="*/ 102 w 126"/>
              <a:gd name="T65" fmla="*/ 97 h 127"/>
              <a:gd name="T66" fmla="*/ 38 w 126"/>
              <a:gd name="T67" fmla="*/ 33 h 127"/>
              <a:gd name="T68" fmla="*/ 36 w 126"/>
              <a:gd name="T69" fmla="*/ 37 h 127"/>
              <a:gd name="T70" fmla="*/ 32 w 126"/>
              <a:gd name="T71" fmla="*/ 39 h 127"/>
              <a:gd name="T72" fmla="*/ 29 w 126"/>
              <a:gd name="T73" fmla="*/ 42 h 127"/>
              <a:gd name="T74" fmla="*/ 18 w 126"/>
              <a:gd name="T75" fmla="*/ 43 h 127"/>
              <a:gd name="T76" fmla="*/ 82 w 126"/>
              <a:gd name="T77" fmla="*/ 107 h 127"/>
              <a:gd name="T78" fmla="*/ 93 w 126"/>
              <a:gd name="T79" fmla="*/ 106 h 127"/>
              <a:gd name="T80" fmla="*/ 29 w 126"/>
              <a:gd name="T81" fmla="*/ 4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6" h="127">
                <a:moveTo>
                  <a:pt x="119" y="109"/>
                </a:moveTo>
                <a:cubicBezTo>
                  <a:pt x="119" y="111"/>
                  <a:pt x="118" y="114"/>
                  <a:pt x="115" y="116"/>
                </a:cubicBezTo>
                <a:cubicBezTo>
                  <a:pt x="113" y="118"/>
                  <a:pt x="111" y="120"/>
                  <a:pt x="109" y="120"/>
                </a:cubicBezTo>
                <a:cubicBezTo>
                  <a:pt x="126" y="127"/>
                  <a:pt x="126" y="127"/>
                  <a:pt x="126" y="127"/>
                </a:cubicBezTo>
                <a:lnTo>
                  <a:pt x="119" y="109"/>
                </a:lnTo>
                <a:close/>
                <a:moveTo>
                  <a:pt x="116" y="101"/>
                </a:moveTo>
                <a:cubicBezTo>
                  <a:pt x="111" y="89"/>
                  <a:pt x="111" y="89"/>
                  <a:pt x="111" y="89"/>
                </a:cubicBezTo>
                <a:cubicBezTo>
                  <a:pt x="111" y="93"/>
                  <a:pt x="108" y="99"/>
                  <a:pt x="103" y="104"/>
                </a:cubicBezTo>
                <a:cubicBezTo>
                  <a:pt x="101" y="106"/>
                  <a:pt x="99" y="108"/>
                  <a:pt x="97" y="109"/>
                </a:cubicBezTo>
                <a:cubicBezTo>
                  <a:pt x="97" y="109"/>
                  <a:pt x="97" y="109"/>
                  <a:pt x="97" y="109"/>
                </a:cubicBezTo>
                <a:cubicBezTo>
                  <a:pt x="97" y="109"/>
                  <a:pt x="97" y="109"/>
                  <a:pt x="97" y="109"/>
                </a:cubicBezTo>
                <a:cubicBezTo>
                  <a:pt x="94" y="111"/>
                  <a:pt x="91" y="112"/>
                  <a:pt x="88" y="112"/>
                </a:cubicBezTo>
                <a:cubicBezTo>
                  <a:pt x="101" y="117"/>
                  <a:pt x="101" y="117"/>
                  <a:pt x="101" y="117"/>
                </a:cubicBezTo>
                <a:cubicBezTo>
                  <a:pt x="104" y="117"/>
                  <a:pt x="110" y="116"/>
                  <a:pt x="112" y="113"/>
                </a:cubicBezTo>
                <a:cubicBezTo>
                  <a:pt x="115" y="110"/>
                  <a:pt x="116" y="104"/>
                  <a:pt x="116" y="101"/>
                </a:cubicBezTo>
                <a:close/>
                <a:moveTo>
                  <a:pt x="105" y="94"/>
                </a:moveTo>
                <a:cubicBezTo>
                  <a:pt x="107" y="90"/>
                  <a:pt x="108" y="85"/>
                  <a:pt x="105" y="83"/>
                </a:cubicBezTo>
                <a:cubicBezTo>
                  <a:pt x="41" y="19"/>
                  <a:pt x="41" y="19"/>
                  <a:pt x="41" y="19"/>
                </a:cubicBezTo>
                <a:cubicBezTo>
                  <a:pt x="44" y="21"/>
                  <a:pt x="43" y="26"/>
                  <a:pt x="41" y="30"/>
                </a:cubicBezTo>
                <a:lnTo>
                  <a:pt x="105" y="94"/>
                </a:lnTo>
                <a:close/>
                <a:moveTo>
                  <a:pt x="30" y="30"/>
                </a:moveTo>
                <a:cubicBezTo>
                  <a:pt x="36" y="24"/>
                  <a:pt x="39" y="16"/>
                  <a:pt x="36" y="13"/>
                </a:cubicBezTo>
                <a:cubicBezTo>
                  <a:pt x="36" y="13"/>
                  <a:pt x="36" y="13"/>
                  <a:pt x="36" y="13"/>
                </a:cubicBezTo>
                <a:cubicBezTo>
                  <a:pt x="27" y="4"/>
                  <a:pt x="27" y="4"/>
                  <a:pt x="27" y="4"/>
                </a:cubicBezTo>
                <a:cubicBezTo>
                  <a:pt x="24" y="0"/>
                  <a:pt x="16" y="3"/>
                  <a:pt x="9" y="9"/>
                </a:cubicBezTo>
                <a:cubicBezTo>
                  <a:pt x="3" y="16"/>
                  <a:pt x="0" y="24"/>
                  <a:pt x="4" y="27"/>
                </a:cubicBezTo>
                <a:cubicBezTo>
                  <a:pt x="13" y="36"/>
                  <a:pt x="13" y="36"/>
                  <a:pt x="13" y="36"/>
                </a:cubicBezTo>
                <a:cubicBezTo>
                  <a:pt x="13" y="36"/>
                  <a:pt x="13" y="36"/>
                  <a:pt x="13" y="36"/>
                </a:cubicBezTo>
                <a:cubicBezTo>
                  <a:pt x="16" y="39"/>
                  <a:pt x="24" y="36"/>
                  <a:pt x="30" y="30"/>
                </a:cubicBezTo>
                <a:close/>
                <a:moveTo>
                  <a:pt x="32" y="39"/>
                </a:moveTo>
                <a:cubicBezTo>
                  <a:pt x="96" y="103"/>
                  <a:pt x="96" y="103"/>
                  <a:pt x="96" y="103"/>
                </a:cubicBezTo>
                <a:cubicBezTo>
                  <a:pt x="97" y="102"/>
                  <a:pt x="99" y="102"/>
                  <a:pt x="100" y="101"/>
                </a:cubicBezTo>
                <a:cubicBezTo>
                  <a:pt x="101" y="100"/>
                  <a:pt x="101" y="99"/>
                  <a:pt x="102" y="97"/>
                </a:cubicBezTo>
                <a:cubicBezTo>
                  <a:pt x="38" y="33"/>
                  <a:pt x="38" y="33"/>
                  <a:pt x="38" y="33"/>
                </a:cubicBezTo>
                <a:cubicBezTo>
                  <a:pt x="37" y="35"/>
                  <a:pt x="37" y="36"/>
                  <a:pt x="36" y="37"/>
                </a:cubicBezTo>
                <a:cubicBezTo>
                  <a:pt x="35" y="38"/>
                  <a:pt x="33" y="38"/>
                  <a:pt x="32" y="39"/>
                </a:cubicBezTo>
                <a:close/>
                <a:moveTo>
                  <a:pt x="29" y="42"/>
                </a:moveTo>
                <a:cubicBezTo>
                  <a:pt x="24" y="44"/>
                  <a:pt x="20" y="45"/>
                  <a:pt x="18" y="43"/>
                </a:cubicBezTo>
                <a:cubicBezTo>
                  <a:pt x="82" y="107"/>
                  <a:pt x="82" y="107"/>
                  <a:pt x="82" y="107"/>
                </a:cubicBezTo>
                <a:cubicBezTo>
                  <a:pt x="84" y="109"/>
                  <a:pt x="88" y="108"/>
                  <a:pt x="93" y="106"/>
                </a:cubicBezTo>
                <a:lnTo>
                  <a:pt x="29" y="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0" name="Freeform 53"/>
          <p:cNvSpPr>
            <a:spLocks noEditPoints="1"/>
          </p:cNvSpPr>
          <p:nvPr/>
        </p:nvSpPr>
        <p:spPr bwMode="auto">
          <a:xfrm>
            <a:off x="9818170" y="5600904"/>
            <a:ext cx="397651" cy="462205"/>
          </a:xfrm>
          <a:custGeom>
            <a:avLst/>
            <a:gdLst>
              <a:gd name="T0" fmla="*/ 99 w 116"/>
              <a:gd name="T1" fmla="*/ 94 h 135"/>
              <a:gd name="T2" fmla="*/ 93 w 116"/>
              <a:gd name="T3" fmla="*/ 82 h 135"/>
              <a:gd name="T4" fmla="*/ 93 w 116"/>
              <a:gd name="T5" fmla="*/ 82 h 135"/>
              <a:gd name="T6" fmla="*/ 85 w 116"/>
              <a:gd name="T7" fmla="*/ 84 h 135"/>
              <a:gd name="T8" fmla="*/ 82 w 116"/>
              <a:gd name="T9" fmla="*/ 93 h 135"/>
              <a:gd name="T10" fmla="*/ 82 w 116"/>
              <a:gd name="T11" fmla="*/ 93 h 135"/>
              <a:gd name="T12" fmla="*/ 94 w 116"/>
              <a:gd name="T13" fmla="*/ 99 h 135"/>
              <a:gd name="T14" fmla="*/ 96 w 116"/>
              <a:gd name="T15" fmla="*/ 96 h 135"/>
              <a:gd name="T16" fmla="*/ 99 w 116"/>
              <a:gd name="T17" fmla="*/ 94 h 135"/>
              <a:gd name="T18" fmla="*/ 89 w 116"/>
              <a:gd name="T19" fmla="*/ 78 h 135"/>
              <a:gd name="T20" fmla="*/ 15 w 116"/>
              <a:gd name="T21" fmla="*/ 3 h 135"/>
              <a:gd name="T22" fmla="*/ 3 w 116"/>
              <a:gd name="T23" fmla="*/ 3 h 135"/>
              <a:gd name="T24" fmla="*/ 3 w 116"/>
              <a:gd name="T25" fmla="*/ 15 h 135"/>
              <a:gd name="T26" fmla="*/ 77 w 116"/>
              <a:gd name="T27" fmla="*/ 89 h 135"/>
              <a:gd name="T28" fmla="*/ 89 w 116"/>
              <a:gd name="T29" fmla="*/ 78 h 135"/>
              <a:gd name="T30" fmla="*/ 109 w 116"/>
              <a:gd name="T31" fmla="*/ 100 h 135"/>
              <a:gd name="T32" fmla="*/ 98 w 116"/>
              <a:gd name="T33" fmla="*/ 112 h 135"/>
              <a:gd name="T34" fmla="*/ 104 w 116"/>
              <a:gd name="T35" fmla="*/ 135 h 135"/>
              <a:gd name="T36" fmla="*/ 115 w 116"/>
              <a:gd name="T37" fmla="*/ 115 h 135"/>
              <a:gd name="T38" fmla="*/ 109 w 116"/>
              <a:gd name="T39" fmla="*/ 10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" h="135">
                <a:moveTo>
                  <a:pt x="99" y="94"/>
                </a:moveTo>
                <a:cubicBezTo>
                  <a:pt x="97" y="89"/>
                  <a:pt x="96" y="83"/>
                  <a:pt x="93" y="82"/>
                </a:cubicBezTo>
                <a:cubicBezTo>
                  <a:pt x="93" y="82"/>
                  <a:pt x="93" y="82"/>
                  <a:pt x="93" y="82"/>
                </a:cubicBezTo>
                <a:cubicBezTo>
                  <a:pt x="92" y="80"/>
                  <a:pt x="88" y="81"/>
                  <a:pt x="85" y="84"/>
                </a:cubicBezTo>
                <a:cubicBezTo>
                  <a:pt x="81" y="88"/>
                  <a:pt x="80" y="92"/>
                  <a:pt x="82" y="93"/>
                </a:cubicBezTo>
                <a:cubicBezTo>
                  <a:pt x="82" y="93"/>
                  <a:pt x="82" y="93"/>
                  <a:pt x="82" y="93"/>
                </a:cubicBezTo>
                <a:cubicBezTo>
                  <a:pt x="83" y="96"/>
                  <a:pt x="89" y="97"/>
                  <a:pt x="94" y="99"/>
                </a:cubicBezTo>
                <a:cubicBezTo>
                  <a:pt x="95" y="98"/>
                  <a:pt x="95" y="97"/>
                  <a:pt x="96" y="96"/>
                </a:cubicBezTo>
                <a:cubicBezTo>
                  <a:pt x="97" y="95"/>
                  <a:pt x="98" y="95"/>
                  <a:pt x="99" y="94"/>
                </a:cubicBezTo>
                <a:close/>
                <a:moveTo>
                  <a:pt x="89" y="78"/>
                </a:moveTo>
                <a:cubicBezTo>
                  <a:pt x="67" y="50"/>
                  <a:pt x="42" y="24"/>
                  <a:pt x="15" y="3"/>
                </a:cubicBezTo>
                <a:cubicBezTo>
                  <a:pt x="12" y="1"/>
                  <a:pt x="6" y="0"/>
                  <a:pt x="3" y="3"/>
                </a:cubicBezTo>
                <a:cubicBezTo>
                  <a:pt x="0" y="6"/>
                  <a:pt x="1" y="12"/>
                  <a:pt x="3" y="15"/>
                </a:cubicBezTo>
                <a:cubicBezTo>
                  <a:pt x="24" y="42"/>
                  <a:pt x="50" y="68"/>
                  <a:pt x="77" y="89"/>
                </a:cubicBezTo>
                <a:cubicBezTo>
                  <a:pt x="74" y="84"/>
                  <a:pt x="84" y="75"/>
                  <a:pt x="89" y="78"/>
                </a:cubicBezTo>
                <a:close/>
                <a:moveTo>
                  <a:pt x="109" y="100"/>
                </a:moveTo>
                <a:cubicBezTo>
                  <a:pt x="100" y="91"/>
                  <a:pt x="93" y="105"/>
                  <a:pt x="98" y="112"/>
                </a:cubicBezTo>
                <a:cubicBezTo>
                  <a:pt x="107" y="124"/>
                  <a:pt x="104" y="135"/>
                  <a:pt x="104" y="135"/>
                </a:cubicBezTo>
                <a:cubicBezTo>
                  <a:pt x="104" y="135"/>
                  <a:pt x="116" y="126"/>
                  <a:pt x="115" y="115"/>
                </a:cubicBezTo>
                <a:cubicBezTo>
                  <a:pt x="115" y="107"/>
                  <a:pt x="112" y="103"/>
                  <a:pt x="109" y="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1" name="Freeform 54"/>
          <p:cNvSpPr>
            <a:spLocks noEditPoints="1"/>
          </p:cNvSpPr>
          <p:nvPr/>
        </p:nvSpPr>
        <p:spPr bwMode="auto">
          <a:xfrm>
            <a:off x="10928494" y="5585412"/>
            <a:ext cx="459623" cy="433801"/>
          </a:xfrm>
          <a:custGeom>
            <a:avLst/>
            <a:gdLst>
              <a:gd name="T0" fmla="*/ 122 w 134"/>
              <a:gd name="T1" fmla="*/ 46 h 127"/>
              <a:gd name="T2" fmla="*/ 62 w 134"/>
              <a:gd name="T3" fmla="*/ 11 h 127"/>
              <a:gd name="T4" fmla="*/ 6 w 134"/>
              <a:gd name="T5" fmla="*/ 83 h 127"/>
              <a:gd name="T6" fmla="*/ 86 w 134"/>
              <a:gd name="T7" fmla="*/ 116 h 127"/>
              <a:gd name="T8" fmla="*/ 110 w 134"/>
              <a:gd name="T9" fmla="*/ 83 h 127"/>
              <a:gd name="T10" fmla="*/ 122 w 134"/>
              <a:gd name="T11" fmla="*/ 46 h 127"/>
              <a:gd name="T12" fmla="*/ 31 w 134"/>
              <a:gd name="T13" fmla="*/ 88 h 127"/>
              <a:gd name="T14" fmla="*/ 22 w 134"/>
              <a:gd name="T15" fmla="*/ 93 h 127"/>
              <a:gd name="T16" fmla="*/ 17 w 134"/>
              <a:gd name="T17" fmla="*/ 84 h 127"/>
              <a:gd name="T18" fmla="*/ 26 w 134"/>
              <a:gd name="T19" fmla="*/ 79 h 127"/>
              <a:gd name="T20" fmla="*/ 31 w 134"/>
              <a:gd name="T21" fmla="*/ 88 h 127"/>
              <a:gd name="T22" fmla="*/ 36 w 134"/>
              <a:gd name="T23" fmla="*/ 62 h 127"/>
              <a:gd name="T24" fmla="*/ 26 w 134"/>
              <a:gd name="T25" fmla="*/ 68 h 127"/>
              <a:gd name="T26" fmla="*/ 21 w 134"/>
              <a:gd name="T27" fmla="*/ 58 h 127"/>
              <a:gd name="T28" fmla="*/ 30 w 134"/>
              <a:gd name="T29" fmla="*/ 52 h 127"/>
              <a:gd name="T30" fmla="*/ 36 w 134"/>
              <a:gd name="T31" fmla="*/ 62 h 127"/>
              <a:gd name="T32" fmla="*/ 54 w 134"/>
              <a:gd name="T33" fmla="*/ 42 h 127"/>
              <a:gd name="T34" fmla="*/ 43 w 134"/>
              <a:gd name="T35" fmla="*/ 49 h 127"/>
              <a:gd name="T36" fmla="*/ 37 w 134"/>
              <a:gd name="T37" fmla="*/ 38 h 127"/>
              <a:gd name="T38" fmla="*/ 47 w 134"/>
              <a:gd name="T39" fmla="*/ 31 h 127"/>
              <a:gd name="T40" fmla="*/ 54 w 134"/>
              <a:gd name="T41" fmla="*/ 42 h 127"/>
              <a:gd name="T42" fmla="*/ 62 w 134"/>
              <a:gd name="T43" fmla="*/ 28 h 127"/>
              <a:gd name="T44" fmla="*/ 72 w 134"/>
              <a:gd name="T45" fmla="*/ 21 h 127"/>
              <a:gd name="T46" fmla="*/ 78 w 134"/>
              <a:gd name="T47" fmla="*/ 32 h 127"/>
              <a:gd name="T48" fmla="*/ 68 w 134"/>
              <a:gd name="T49" fmla="*/ 38 h 127"/>
              <a:gd name="T50" fmla="*/ 62 w 134"/>
              <a:gd name="T51" fmla="*/ 28 h 127"/>
              <a:gd name="T52" fmla="*/ 91 w 134"/>
              <a:gd name="T53" fmla="*/ 94 h 127"/>
              <a:gd name="T54" fmla="*/ 72 w 134"/>
              <a:gd name="T55" fmla="*/ 106 h 127"/>
              <a:gd name="T56" fmla="*/ 61 w 134"/>
              <a:gd name="T57" fmla="*/ 86 h 127"/>
              <a:gd name="T58" fmla="*/ 80 w 134"/>
              <a:gd name="T59" fmla="*/ 75 h 127"/>
              <a:gd name="T60" fmla="*/ 91 w 134"/>
              <a:gd name="T61" fmla="*/ 94 h 127"/>
              <a:gd name="T62" fmla="*/ 104 w 134"/>
              <a:gd name="T63" fmla="*/ 37 h 127"/>
              <a:gd name="T64" fmla="*/ 94 w 134"/>
              <a:gd name="T65" fmla="*/ 44 h 127"/>
              <a:gd name="T66" fmla="*/ 88 w 134"/>
              <a:gd name="T67" fmla="*/ 32 h 127"/>
              <a:gd name="T68" fmla="*/ 98 w 134"/>
              <a:gd name="T69" fmla="*/ 26 h 127"/>
              <a:gd name="T70" fmla="*/ 104 w 134"/>
              <a:gd name="T71" fmla="*/ 37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34" h="127">
                <a:moveTo>
                  <a:pt x="122" y="46"/>
                </a:moveTo>
                <a:cubicBezTo>
                  <a:pt x="134" y="18"/>
                  <a:pt x="100" y="0"/>
                  <a:pt x="62" y="11"/>
                </a:cubicBezTo>
                <a:cubicBezTo>
                  <a:pt x="25" y="21"/>
                  <a:pt x="0" y="53"/>
                  <a:pt x="6" y="83"/>
                </a:cubicBezTo>
                <a:cubicBezTo>
                  <a:pt x="13" y="112"/>
                  <a:pt x="49" y="127"/>
                  <a:pt x="86" y="116"/>
                </a:cubicBezTo>
                <a:cubicBezTo>
                  <a:pt x="112" y="109"/>
                  <a:pt x="124" y="99"/>
                  <a:pt x="110" y="83"/>
                </a:cubicBezTo>
                <a:cubicBezTo>
                  <a:pt x="92" y="64"/>
                  <a:pt x="115" y="63"/>
                  <a:pt x="122" y="46"/>
                </a:cubicBezTo>
                <a:close/>
                <a:moveTo>
                  <a:pt x="31" y="88"/>
                </a:moveTo>
                <a:cubicBezTo>
                  <a:pt x="30" y="92"/>
                  <a:pt x="26" y="95"/>
                  <a:pt x="22" y="93"/>
                </a:cubicBezTo>
                <a:cubicBezTo>
                  <a:pt x="18" y="92"/>
                  <a:pt x="15" y="88"/>
                  <a:pt x="17" y="84"/>
                </a:cubicBezTo>
                <a:cubicBezTo>
                  <a:pt x="18" y="80"/>
                  <a:pt x="22" y="77"/>
                  <a:pt x="26" y="79"/>
                </a:cubicBezTo>
                <a:cubicBezTo>
                  <a:pt x="29" y="80"/>
                  <a:pt x="32" y="84"/>
                  <a:pt x="31" y="88"/>
                </a:cubicBezTo>
                <a:close/>
                <a:moveTo>
                  <a:pt x="36" y="62"/>
                </a:moveTo>
                <a:cubicBezTo>
                  <a:pt x="35" y="66"/>
                  <a:pt x="31" y="69"/>
                  <a:pt x="26" y="68"/>
                </a:cubicBezTo>
                <a:cubicBezTo>
                  <a:pt x="22" y="67"/>
                  <a:pt x="20" y="62"/>
                  <a:pt x="21" y="58"/>
                </a:cubicBezTo>
                <a:cubicBezTo>
                  <a:pt x="22" y="54"/>
                  <a:pt x="26" y="51"/>
                  <a:pt x="30" y="52"/>
                </a:cubicBezTo>
                <a:cubicBezTo>
                  <a:pt x="35" y="53"/>
                  <a:pt x="37" y="58"/>
                  <a:pt x="36" y="62"/>
                </a:cubicBezTo>
                <a:close/>
                <a:moveTo>
                  <a:pt x="54" y="42"/>
                </a:moveTo>
                <a:cubicBezTo>
                  <a:pt x="52" y="47"/>
                  <a:pt x="48" y="50"/>
                  <a:pt x="43" y="49"/>
                </a:cubicBezTo>
                <a:cubicBezTo>
                  <a:pt x="38" y="47"/>
                  <a:pt x="36" y="42"/>
                  <a:pt x="37" y="38"/>
                </a:cubicBezTo>
                <a:cubicBezTo>
                  <a:pt x="38" y="33"/>
                  <a:pt x="43" y="30"/>
                  <a:pt x="47" y="31"/>
                </a:cubicBezTo>
                <a:cubicBezTo>
                  <a:pt x="52" y="33"/>
                  <a:pt x="55" y="38"/>
                  <a:pt x="54" y="42"/>
                </a:cubicBezTo>
                <a:close/>
                <a:moveTo>
                  <a:pt x="62" y="28"/>
                </a:moveTo>
                <a:cubicBezTo>
                  <a:pt x="63" y="23"/>
                  <a:pt x="68" y="20"/>
                  <a:pt x="72" y="21"/>
                </a:cubicBezTo>
                <a:cubicBezTo>
                  <a:pt x="77" y="23"/>
                  <a:pt x="79" y="27"/>
                  <a:pt x="78" y="32"/>
                </a:cubicBezTo>
                <a:cubicBezTo>
                  <a:pt x="77" y="37"/>
                  <a:pt x="72" y="40"/>
                  <a:pt x="68" y="38"/>
                </a:cubicBezTo>
                <a:cubicBezTo>
                  <a:pt x="63" y="37"/>
                  <a:pt x="61" y="32"/>
                  <a:pt x="62" y="28"/>
                </a:cubicBezTo>
                <a:close/>
                <a:moveTo>
                  <a:pt x="91" y="94"/>
                </a:moveTo>
                <a:cubicBezTo>
                  <a:pt x="89" y="103"/>
                  <a:pt x="80" y="108"/>
                  <a:pt x="72" y="106"/>
                </a:cubicBezTo>
                <a:cubicBezTo>
                  <a:pt x="64" y="103"/>
                  <a:pt x="59" y="95"/>
                  <a:pt x="61" y="86"/>
                </a:cubicBezTo>
                <a:cubicBezTo>
                  <a:pt x="64" y="77"/>
                  <a:pt x="72" y="72"/>
                  <a:pt x="80" y="75"/>
                </a:cubicBezTo>
                <a:cubicBezTo>
                  <a:pt x="88" y="77"/>
                  <a:pt x="93" y="86"/>
                  <a:pt x="91" y="94"/>
                </a:cubicBezTo>
                <a:close/>
                <a:moveTo>
                  <a:pt x="104" y="37"/>
                </a:moveTo>
                <a:cubicBezTo>
                  <a:pt x="103" y="42"/>
                  <a:pt x="98" y="45"/>
                  <a:pt x="94" y="44"/>
                </a:cubicBezTo>
                <a:cubicBezTo>
                  <a:pt x="89" y="42"/>
                  <a:pt x="86" y="37"/>
                  <a:pt x="88" y="32"/>
                </a:cubicBezTo>
                <a:cubicBezTo>
                  <a:pt x="89" y="28"/>
                  <a:pt x="94" y="25"/>
                  <a:pt x="98" y="26"/>
                </a:cubicBezTo>
                <a:cubicBezTo>
                  <a:pt x="103" y="27"/>
                  <a:pt x="106" y="32"/>
                  <a:pt x="104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组合 212"/>
          <p:cNvGrpSpPr/>
          <p:nvPr/>
        </p:nvGrpSpPr>
        <p:grpSpPr>
          <a:xfrm>
            <a:off x="11139491" y="6157924"/>
            <a:ext cx="481013" cy="323851"/>
            <a:chOff x="11139491" y="6157924"/>
            <a:chExt cx="481013" cy="323851"/>
          </a:xfrm>
          <a:solidFill>
            <a:schemeClr val="accent1"/>
          </a:solidFill>
        </p:grpSpPr>
        <p:sp>
          <p:nvSpPr>
            <p:cNvPr id="5" name="Freeform 5"/>
            <p:cNvSpPr>
              <a:spLocks noEditPoints="1"/>
            </p:cNvSpPr>
            <p:nvPr/>
          </p:nvSpPr>
          <p:spPr bwMode="auto">
            <a:xfrm>
              <a:off x="11139491" y="6157924"/>
              <a:ext cx="481013" cy="323851"/>
            </a:xfrm>
            <a:custGeom>
              <a:avLst/>
              <a:gdLst>
                <a:gd name="T0" fmla="*/ 122 w 128"/>
                <a:gd name="T1" fmla="*/ 0 h 86"/>
                <a:gd name="T2" fmla="*/ 6 w 128"/>
                <a:gd name="T3" fmla="*/ 0 h 86"/>
                <a:gd name="T4" fmla="*/ 0 w 128"/>
                <a:gd name="T5" fmla="*/ 6 h 86"/>
                <a:gd name="T6" fmla="*/ 0 w 128"/>
                <a:gd name="T7" fmla="*/ 80 h 86"/>
                <a:gd name="T8" fmla="*/ 6 w 128"/>
                <a:gd name="T9" fmla="*/ 86 h 86"/>
                <a:gd name="T10" fmla="*/ 122 w 128"/>
                <a:gd name="T11" fmla="*/ 86 h 86"/>
                <a:gd name="T12" fmla="*/ 128 w 128"/>
                <a:gd name="T13" fmla="*/ 80 h 86"/>
                <a:gd name="T14" fmla="*/ 128 w 128"/>
                <a:gd name="T15" fmla="*/ 6 h 86"/>
                <a:gd name="T16" fmla="*/ 122 w 128"/>
                <a:gd name="T17" fmla="*/ 0 h 86"/>
                <a:gd name="T18" fmla="*/ 123 w 128"/>
                <a:gd name="T19" fmla="*/ 81 h 86"/>
                <a:gd name="T20" fmla="*/ 5 w 128"/>
                <a:gd name="T21" fmla="*/ 81 h 86"/>
                <a:gd name="T22" fmla="*/ 5 w 128"/>
                <a:gd name="T23" fmla="*/ 4 h 86"/>
                <a:gd name="T24" fmla="*/ 123 w 128"/>
                <a:gd name="T25" fmla="*/ 4 h 86"/>
                <a:gd name="T26" fmla="*/ 123 w 128"/>
                <a:gd name="T27" fmla="*/ 8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86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3"/>
                    <a:pt x="3" y="86"/>
                    <a:pt x="6" y="86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25" y="86"/>
                    <a:pt x="128" y="83"/>
                    <a:pt x="128" y="80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2"/>
                    <a:pt x="125" y="0"/>
                    <a:pt x="122" y="0"/>
                  </a:cubicBezTo>
                  <a:close/>
                  <a:moveTo>
                    <a:pt x="123" y="81"/>
                  </a:moveTo>
                  <a:cubicBezTo>
                    <a:pt x="5" y="81"/>
                    <a:pt x="5" y="81"/>
                    <a:pt x="5" y="8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11196641" y="6202374"/>
              <a:ext cx="368300" cy="233363"/>
            </a:xfrm>
            <a:custGeom>
              <a:avLst/>
              <a:gdLst>
                <a:gd name="T0" fmla="*/ 0 w 98"/>
                <a:gd name="T1" fmla="*/ 59 h 62"/>
                <a:gd name="T2" fmla="*/ 3 w 98"/>
                <a:gd name="T3" fmla="*/ 61 h 62"/>
                <a:gd name="T4" fmla="*/ 36 w 98"/>
                <a:gd name="T5" fmla="*/ 34 h 62"/>
                <a:gd name="T6" fmla="*/ 48 w 98"/>
                <a:gd name="T7" fmla="*/ 44 h 62"/>
                <a:gd name="T8" fmla="*/ 50 w 98"/>
                <a:gd name="T9" fmla="*/ 44 h 62"/>
                <a:gd name="T10" fmla="*/ 62 w 98"/>
                <a:gd name="T11" fmla="*/ 34 h 62"/>
                <a:gd name="T12" fmla="*/ 95 w 98"/>
                <a:gd name="T13" fmla="*/ 61 h 62"/>
                <a:gd name="T14" fmla="*/ 98 w 98"/>
                <a:gd name="T15" fmla="*/ 59 h 62"/>
                <a:gd name="T16" fmla="*/ 98 w 98"/>
                <a:gd name="T17" fmla="*/ 57 h 62"/>
                <a:gd name="T18" fmla="*/ 66 w 98"/>
                <a:gd name="T19" fmla="*/ 31 h 62"/>
                <a:gd name="T20" fmla="*/ 98 w 98"/>
                <a:gd name="T21" fmla="*/ 4 h 62"/>
                <a:gd name="T22" fmla="*/ 98 w 98"/>
                <a:gd name="T23" fmla="*/ 3 h 62"/>
                <a:gd name="T24" fmla="*/ 96 w 98"/>
                <a:gd name="T25" fmla="*/ 0 h 62"/>
                <a:gd name="T26" fmla="*/ 95 w 98"/>
                <a:gd name="T27" fmla="*/ 1 h 62"/>
                <a:gd name="T28" fmla="*/ 49 w 98"/>
                <a:gd name="T29" fmla="*/ 39 h 62"/>
                <a:gd name="T30" fmla="*/ 3 w 98"/>
                <a:gd name="T31" fmla="*/ 1 h 62"/>
                <a:gd name="T32" fmla="*/ 2 w 98"/>
                <a:gd name="T33" fmla="*/ 0 h 62"/>
                <a:gd name="T34" fmla="*/ 0 w 98"/>
                <a:gd name="T35" fmla="*/ 3 h 62"/>
                <a:gd name="T36" fmla="*/ 0 w 98"/>
                <a:gd name="T37" fmla="*/ 4 h 62"/>
                <a:gd name="T38" fmla="*/ 32 w 98"/>
                <a:gd name="T39" fmla="*/ 31 h 62"/>
                <a:gd name="T40" fmla="*/ 0 w 98"/>
                <a:gd name="T41" fmla="*/ 57 h 62"/>
                <a:gd name="T42" fmla="*/ 0 w 98"/>
                <a:gd name="T43" fmla="*/ 5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" h="62">
                  <a:moveTo>
                    <a:pt x="0" y="59"/>
                  </a:moveTo>
                  <a:cubicBezTo>
                    <a:pt x="0" y="61"/>
                    <a:pt x="2" y="62"/>
                    <a:pt x="3" y="61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8" y="44"/>
                    <a:pt x="50" y="44"/>
                    <a:pt x="50" y="4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6" y="62"/>
                    <a:pt x="98" y="61"/>
                    <a:pt x="98" y="59"/>
                  </a:cubicBezTo>
                  <a:cubicBezTo>
                    <a:pt x="98" y="58"/>
                    <a:pt x="98" y="57"/>
                    <a:pt x="98" y="57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3"/>
                    <a:pt x="98" y="3"/>
                  </a:cubicBezTo>
                  <a:cubicBezTo>
                    <a:pt x="98" y="1"/>
                    <a:pt x="97" y="0"/>
                    <a:pt x="96" y="0"/>
                  </a:cubicBezTo>
                  <a:cubicBezTo>
                    <a:pt x="96" y="0"/>
                    <a:pt x="95" y="1"/>
                    <a:pt x="95" y="1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10179053" y="6157924"/>
            <a:ext cx="481013" cy="323851"/>
            <a:chOff x="10179053" y="6157924"/>
            <a:chExt cx="481013" cy="323851"/>
          </a:xfrm>
          <a:solidFill>
            <a:schemeClr val="accent1"/>
          </a:solidFill>
        </p:grpSpPr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10179053" y="6157924"/>
              <a:ext cx="481013" cy="323851"/>
            </a:xfrm>
            <a:custGeom>
              <a:avLst/>
              <a:gdLst>
                <a:gd name="T0" fmla="*/ 122 w 128"/>
                <a:gd name="T1" fmla="*/ 0 h 86"/>
                <a:gd name="T2" fmla="*/ 6 w 128"/>
                <a:gd name="T3" fmla="*/ 0 h 86"/>
                <a:gd name="T4" fmla="*/ 0 w 128"/>
                <a:gd name="T5" fmla="*/ 6 h 86"/>
                <a:gd name="T6" fmla="*/ 0 w 128"/>
                <a:gd name="T7" fmla="*/ 80 h 86"/>
                <a:gd name="T8" fmla="*/ 6 w 128"/>
                <a:gd name="T9" fmla="*/ 86 h 86"/>
                <a:gd name="T10" fmla="*/ 122 w 128"/>
                <a:gd name="T11" fmla="*/ 86 h 86"/>
                <a:gd name="T12" fmla="*/ 128 w 128"/>
                <a:gd name="T13" fmla="*/ 80 h 86"/>
                <a:gd name="T14" fmla="*/ 128 w 128"/>
                <a:gd name="T15" fmla="*/ 6 h 86"/>
                <a:gd name="T16" fmla="*/ 122 w 128"/>
                <a:gd name="T17" fmla="*/ 0 h 86"/>
                <a:gd name="T18" fmla="*/ 123 w 128"/>
                <a:gd name="T19" fmla="*/ 81 h 86"/>
                <a:gd name="T20" fmla="*/ 5 w 128"/>
                <a:gd name="T21" fmla="*/ 81 h 86"/>
                <a:gd name="T22" fmla="*/ 5 w 128"/>
                <a:gd name="T23" fmla="*/ 4 h 86"/>
                <a:gd name="T24" fmla="*/ 123 w 128"/>
                <a:gd name="T25" fmla="*/ 4 h 86"/>
                <a:gd name="T26" fmla="*/ 123 w 128"/>
                <a:gd name="T27" fmla="*/ 8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86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3"/>
                    <a:pt x="3" y="86"/>
                    <a:pt x="6" y="86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25" y="86"/>
                    <a:pt x="128" y="83"/>
                    <a:pt x="128" y="80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2"/>
                    <a:pt x="125" y="0"/>
                    <a:pt x="122" y="0"/>
                  </a:cubicBezTo>
                  <a:close/>
                  <a:moveTo>
                    <a:pt x="123" y="81"/>
                  </a:moveTo>
                  <a:cubicBezTo>
                    <a:pt x="5" y="81"/>
                    <a:pt x="5" y="81"/>
                    <a:pt x="5" y="8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0234616" y="6202374"/>
              <a:ext cx="368300" cy="166688"/>
            </a:xfrm>
            <a:custGeom>
              <a:avLst/>
              <a:gdLst>
                <a:gd name="T0" fmla="*/ 48 w 98"/>
                <a:gd name="T1" fmla="*/ 44 h 44"/>
                <a:gd name="T2" fmla="*/ 50 w 98"/>
                <a:gd name="T3" fmla="*/ 44 h 44"/>
                <a:gd name="T4" fmla="*/ 98 w 98"/>
                <a:gd name="T5" fmla="*/ 4 h 44"/>
                <a:gd name="T6" fmla="*/ 98 w 98"/>
                <a:gd name="T7" fmla="*/ 3 h 44"/>
                <a:gd name="T8" fmla="*/ 95 w 98"/>
                <a:gd name="T9" fmla="*/ 1 h 44"/>
                <a:gd name="T10" fmla="*/ 49 w 98"/>
                <a:gd name="T11" fmla="*/ 39 h 44"/>
                <a:gd name="T12" fmla="*/ 3 w 98"/>
                <a:gd name="T13" fmla="*/ 1 h 44"/>
                <a:gd name="T14" fmla="*/ 2 w 98"/>
                <a:gd name="T15" fmla="*/ 0 h 44"/>
                <a:gd name="T16" fmla="*/ 0 w 98"/>
                <a:gd name="T17" fmla="*/ 3 h 44"/>
                <a:gd name="T18" fmla="*/ 0 w 98"/>
                <a:gd name="T19" fmla="*/ 4 h 44"/>
                <a:gd name="T20" fmla="*/ 48 w 98"/>
                <a:gd name="T2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8" h="44">
                  <a:moveTo>
                    <a:pt x="48" y="44"/>
                  </a:moveTo>
                  <a:cubicBezTo>
                    <a:pt x="48" y="44"/>
                    <a:pt x="50" y="44"/>
                    <a:pt x="50" y="4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3"/>
                    <a:pt x="98" y="3"/>
                  </a:cubicBezTo>
                  <a:cubicBezTo>
                    <a:pt x="98" y="1"/>
                    <a:pt x="96" y="0"/>
                    <a:pt x="95" y="1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48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Freeform 9"/>
          <p:cNvSpPr>
            <a:spLocks noEditPoints="1"/>
          </p:cNvSpPr>
          <p:nvPr/>
        </p:nvSpPr>
        <p:spPr bwMode="auto">
          <a:xfrm>
            <a:off x="9217028" y="6157924"/>
            <a:ext cx="481013" cy="323851"/>
          </a:xfrm>
          <a:custGeom>
            <a:avLst/>
            <a:gdLst>
              <a:gd name="T0" fmla="*/ 128 w 128"/>
              <a:gd name="T1" fmla="*/ 6 h 86"/>
              <a:gd name="T2" fmla="*/ 122 w 128"/>
              <a:gd name="T3" fmla="*/ 0 h 86"/>
              <a:gd name="T4" fmla="*/ 6 w 128"/>
              <a:gd name="T5" fmla="*/ 0 h 86"/>
              <a:gd name="T6" fmla="*/ 0 w 128"/>
              <a:gd name="T7" fmla="*/ 6 h 86"/>
              <a:gd name="T8" fmla="*/ 0 w 128"/>
              <a:gd name="T9" fmla="*/ 80 h 86"/>
              <a:gd name="T10" fmla="*/ 6 w 128"/>
              <a:gd name="T11" fmla="*/ 86 h 86"/>
              <a:gd name="T12" fmla="*/ 122 w 128"/>
              <a:gd name="T13" fmla="*/ 86 h 86"/>
              <a:gd name="T14" fmla="*/ 128 w 128"/>
              <a:gd name="T15" fmla="*/ 80 h 86"/>
              <a:gd name="T16" fmla="*/ 128 w 128"/>
              <a:gd name="T17" fmla="*/ 6 h 86"/>
              <a:gd name="T18" fmla="*/ 120 w 128"/>
              <a:gd name="T19" fmla="*/ 4 h 86"/>
              <a:gd name="T20" fmla="*/ 64 w 128"/>
              <a:gd name="T21" fmla="*/ 51 h 86"/>
              <a:gd name="T22" fmla="*/ 8 w 128"/>
              <a:gd name="T23" fmla="*/ 4 h 86"/>
              <a:gd name="T24" fmla="*/ 120 w 128"/>
              <a:gd name="T25" fmla="*/ 4 h 86"/>
              <a:gd name="T26" fmla="*/ 5 w 128"/>
              <a:gd name="T27" fmla="*/ 78 h 86"/>
              <a:gd name="T28" fmla="*/ 5 w 128"/>
              <a:gd name="T29" fmla="*/ 7 h 86"/>
              <a:gd name="T30" fmla="*/ 47 w 128"/>
              <a:gd name="T31" fmla="*/ 43 h 86"/>
              <a:gd name="T32" fmla="*/ 5 w 128"/>
              <a:gd name="T33" fmla="*/ 78 h 86"/>
              <a:gd name="T34" fmla="*/ 8 w 128"/>
              <a:gd name="T35" fmla="*/ 81 h 86"/>
              <a:gd name="T36" fmla="*/ 51 w 128"/>
              <a:gd name="T37" fmla="*/ 46 h 86"/>
              <a:gd name="T38" fmla="*/ 63 w 128"/>
              <a:gd name="T39" fmla="*/ 56 h 86"/>
              <a:gd name="T40" fmla="*/ 65 w 128"/>
              <a:gd name="T41" fmla="*/ 56 h 86"/>
              <a:gd name="T42" fmla="*/ 77 w 128"/>
              <a:gd name="T43" fmla="*/ 46 h 86"/>
              <a:gd name="T44" fmla="*/ 120 w 128"/>
              <a:gd name="T45" fmla="*/ 81 h 86"/>
              <a:gd name="T46" fmla="*/ 8 w 128"/>
              <a:gd name="T47" fmla="*/ 81 h 86"/>
              <a:gd name="T48" fmla="*/ 123 w 128"/>
              <a:gd name="T49" fmla="*/ 78 h 86"/>
              <a:gd name="T50" fmla="*/ 81 w 128"/>
              <a:gd name="T51" fmla="*/ 43 h 86"/>
              <a:gd name="T52" fmla="*/ 123 w 128"/>
              <a:gd name="T53" fmla="*/ 7 h 86"/>
              <a:gd name="T54" fmla="*/ 123 w 128"/>
              <a:gd name="T55" fmla="*/ 78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" h="86">
                <a:moveTo>
                  <a:pt x="128" y="6"/>
                </a:moveTo>
                <a:cubicBezTo>
                  <a:pt x="128" y="2"/>
                  <a:pt x="125" y="0"/>
                  <a:pt x="122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3"/>
                  <a:pt x="3" y="86"/>
                  <a:pt x="6" y="86"/>
                </a:cubicBezTo>
                <a:cubicBezTo>
                  <a:pt x="122" y="86"/>
                  <a:pt x="122" y="86"/>
                  <a:pt x="122" y="86"/>
                </a:cubicBezTo>
                <a:cubicBezTo>
                  <a:pt x="125" y="86"/>
                  <a:pt x="128" y="83"/>
                  <a:pt x="128" y="80"/>
                </a:cubicBezTo>
                <a:lnTo>
                  <a:pt x="128" y="6"/>
                </a:lnTo>
                <a:close/>
                <a:moveTo>
                  <a:pt x="120" y="4"/>
                </a:moveTo>
                <a:cubicBezTo>
                  <a:pt x="64" y="51"/>
                  <a:pt x="64" y="51"/>
                  <a:pt x="64" y="51"/>
                </a:cubicBezTo>
                <a:cubicBezTo>
                  <a:pt x="8" y="4"/>
                  <a:pt x="8" y="4"/>
                  <a:pt x="8" y="4"/>
                </a:cubicBezTo>
                <a:lnTo>
                  <a:pt x="120" y="4"/>
                </a:lnTo>
                <a:close/>
                <a:moveTo>
                  <a:pt x="5" y="78"/>
                </a:moveTo>
                <a:cubicBezTo>
                  <a:pt x="5" y="7"/>
                  <a:pt x="5" y="7"/>
                  <a:pt x="5" y="7"/>
                </a:cubicBezTo>
                <a:cubicBezTo>
                  <a:pt x="47" y="43"/>
                  <a:pt x="47" y="43"/>
                  <a:pt x="47" y="43"/>
                </a:cubicBezTo>
                <a:lnTo>
                  <a:pt x="5" y="78"/>
                </a:lnTo>
                <a:close/>
                <a:moveTo>
                  <a:pt x="8" y="81"/>
                </a:moveTo>
                <a:cubicBezTo>
                  <a:pt x="51" y="46"/>
                  <a:pt x="51" y="46"/>
                  <a:pt x="51" y="46"/>
                </a:cubicBezTo>
                <a:cubicBezTo>
                  <a:pt x="63" y="56"/>
                  <a:pt x="63" y="56"/>
                  <a:pt x="63" y="56"/>
                </a:cubicBezTo>
                <a:cubicBezTo>
                  <a:pt x="63" y="56"/>
                  <a:pt x="65" y="56"/>
                  <a:pt x="65" y="56"/>
                </a:cubicBezTo>
                <a:cubicBezTo>
                  <a:pt x="77" y="46"/>
                  <a:pt x="77" y="46"/>
                  <a:pt x="77" y="46"/>
                </a:cubicBezTo>
                <a:cubicBezTo>
                  <a:pt x="120" y="81"/>
                  <a:pt x="120" y="81"/>
                  <a:pt x="120" y="81"/>
                </a:cubicBezTo>
                <a:lnTo>
                  <a:pt x="8" y="81"/>
                </a:lnTo>
                <a:close/>
                <a:moveTo>
                  <a:pt x="123" y="78"/>
                </a:moveTo>
                <a:cubicBezTo>
                  <a:pt x="81" y="43"/>
                  <a:pt x="81" y="43"/>
                  <a:pt x="81" y="43"/>
                </a:cubicBezTo>
                <a:cubicBezTo>
                  <a:pt x="123" y="7"/>
                  <a:pt x="123" y="7"/>
                  <a:pt x="123" y="7"/>
                </a:cubicBezTo>
                <a:lnTo>
                  <a:pt x="123" y="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Freeform 10"/>
          <p:cNvSpPr>
            <a:spLocks noEditPoints="1"/>
          </p:cNvSpPr>
          <p:nvPr/>
        </p:nvSpPr>
        <p:spPr bwMode="auto">
          <a:xfrm>
            <a:off x="8256590" y="6157924"/>
            <a:ext cx="481013" cy="323851"/>
          </a:xfrm>
          <a:custGeom>
            <a:avLst/>
            <a:gdLst>
              <a:gd name="T0" fmla="*/ 128 w 128"/>
              <a:gd name="T1" fmla="*/ 6 h 86"/>
              <a:gd name="T2" fmla="*/ 122 w 128"/>
              <a:gd name="T3" fmla="*/ 0 h 86"/>
              <a:gd name="T4" fmla="*/ 6 w 128"/>
              <a:gd name="T5" fmla="*/ 0 h 86"/>
              <a:gd name="T6" fmla="*/ 0 w 128"/>
              <a:gd name="T7" fmla="*/ 6 h 86"/>
              <a:gd name="T8" fmla="*/ 0 w 128"/>
              <a:gd name="T9" fmla="*/ 80 h 86"/>
              <a:gd name="T10" fmla="*/ 6 w 128"/>
              <a:gd name="T11" fmla="*/ 86 h 86"/>
              <a:gd name="T12" fmla="*/ 122 w 128"/>
              <a:gd name="T13" fmla="*/ 86 h 86"/>
              <a:gd name="T14" fmla="*/ 128 w 128"/>
              <a:gd name="T15" fmla="*/ 80 h 86"/>
              <a:gd name="T16" fmla="*/ 128 w 128"/>
              <a:gd name="T17" fmla="*/ 6 h 86"/>
              <a:gd name="T18" fmla="*/ 120 w 128"/>
              <a:gd name="T19" fmla="*/ 4 h 86"/>
              <a:gd name="T20" fmla="*/ 64 w 128"/>
              <a:gd name="T21" fmla="*/ 51 h 86"/>
              <a:gd name="T22" fmla="*/ 8 w 128"/>
              <a:gd name="T23" fmla="*/ 4 h 86"/>
              <a:gd name="T24" fmla="*/ 120 w 128"/>
              <a:gd name="T25" fmla="*/ 4 h 86"/>
              <a:gd name="T26" fmla="*/ 123 w 128"/>
              <a:gd name="T27" fmla="*/ 81 h 86"/>
              <a:gd name="T28" fmla="*/ 5 w 128"/>
              <a:gd name="T29" fmla="*/ 81 h 86"/>
              <a:gd name="T30" fmla="*/ 5 w 128"/>
              <a:gd name="T31" fmla="*/ 7 h 86"/>
              <a:gd name="T32" fmla="*/ 45 w 128"/>
              <a:gd name="T33" fmla="*/ 41 h 86"/>
              <a:gd name="T34" fmla="*/ 63 w 128"/>
              <a:gd name="T35" fmla="*/ 56 h 86"/>
              <a:gd name="T36" fmla="*/ 65 w 128"/>
              <a:gd name="T37" fmla="*/ 56 h 86"/>
              <a:gd name="T38" fmla="*/ 123 w 128"/>
              <a:gd name="T39" fmla="*/ 7 h 86"/>
              <a:gd name="T40" fmla="*/ 123 w 128"/>
              <a:gd name="T41" fmla="*/ 81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86">
                <a:moveTo>
                  <a:pt x="128" y="6"/>
                </a:moveTo>
                <a:cubicBezTo>
                  <a:pt x="128" y="2"/>
                  <a:pt x="125" y="0"/>
                  <a:pt x="122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3"/>
                  <a:pt x="3" y="86"/>
                  <a:pt x="6" y="86"/>
                </a:cubicBezTo>
                <a:cubicBezTo>
                  <a:pt x="122" y="86"/>
                  <a:pt x="122" y="86"/>
                  <a:pt x="122" y="86"/>
                </a:cubicBezTo>
                <a:cubicBezTo>
                  <a:pt x="125" y="86"/>
                  <a:pt x="128" y="83"/>
                  <a:pt x="128" y="80"/>
                </a:cubicBezTo>
                <a:lnTo>
                  <a:pt x="128" y="6"/>
                </a:lnTo>
                <a:close/>
                <a:moveTo>
                  <a:pt x="120" y="4"/>
                </a:moveTo>
                <a:cubicBezTo>
                  <a:pt x="64" y="51"/>
                  <a:pt x="64" y="51"/>
                  <a:pt x="64" y="51"/>
                </a:cubicBezTo>
                <a:cubicBezTo>
                  <a:pt x="8" y="4"/>
                  <a:pt x="8" y="4"/>
                  <a:pt x="8" y="4"/>
                </a:cubicBezTo>
                <a:lnTo>
                  <a:pt x="120" y="4"/>
                </a:lnTo>
                <a:close/>
                <a:moveTo>
                  <a:pt x="123" y="81"/>
                </a:moveTo>
                <a:cubicBezTo>
                  <a:pt x="5" y="81"/>
                  <a:pt x="5" y="81"/>
                  <a:pt x="5" y="81"/>
                </a:cubicBezTo>
                <a:cubicBezTo>
                  <a:pt x="5" y="7"/>
                  <a:pt x="5" y="7"/>
                  <a:pt x="5" y="7"/>
                </a:cubicBezTo>
                <a:cubicBezTo>
                  <a:pt x="45" y="41"/>
                  <a:pt x="45" y="41"/>
                  <a:pt x="45" y="41"/>
                </a:cubicBezTo>
                <a:cubicBezTo>
                  <a:pt x="55" y="50"/>
                  <a:pt x="62" y="55"/>
                  <a:pt x="63" y="56"/>
                </a:cubicBezTo>
                <a:cubicBezTo>
                  <a:pt x="63" y="56"/>
                  <a:pt x="65" y="56"/>
                  <a:pt x="65" y="56"/>
                </a:cubicBezTo>
                <a:cubicBezTo>
                  <a:pt x="123" y="7"/>
                  <a:pt x="123" y="7"/>
                  <a:pt x="123" y="7"/>
                </a:cubicBezTo>
                <a:lnTo>
                  <a:pt x="123" y="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 bwMode="auto">
          <a:xfrm>
            <a:off x="7288215" y="6078549"/>
            <a:ext cx="454025" cy="481013"/>
          </a:xfrm>
          <a:custGeom>
            <a:avLst/>
            <a:gdLst>
              <a:gd name="T0" fmla="*/ 115 w 121"/>
              <a:gd name="T1" fmla="*/ 5 h 128"/>
              <a:gd name="T2" fmla="*/ 102 w 121"/>
              <a:gd name="T3" fmla="*/ 0 h 128"/>
              <a:gd name="T4" fmla="*/ 90 w 121"/>
              <a:gd name="T5" fmla="*/ 5 h 128"/>
              <a:gd name="T6" fmla="*/ 9 w 121"/>
              <a:gd name="T7" fmla="*/ 86 h 128"/>
              <a:gd name="T8" fmla="*/ 9 w 121"/>
              <a:gd name="T9" fmla="*/ 121 h 128"/>
              <a:gd name="T10" fmla="*/ 27 w 121"/>
              <a:gd name="T11" fmla="*/ 128 h 128"/>
              <a:gd name="T12" fmla="*/ 44 w 121"/>
              <a:gd name="T13" fmla="*/ 121 h 128"/>
              <a:gd name="T14" fmla="*/ 109 w 121"/>
              <a:gd name="T15" fmla="*/ 55 h 128"/>
              <a:gd name="T16" fmla="*/ 109 w 121"/>
              <a:gd name="T17" fmla="*/ 52 h 128"/>
              <a:gd name="T18" fmla="*/ 106 w 121"/>
              <a:gd name="T19" fmla="*/ 52 h 128"/>
              <a:gd name="T20" fmla="*/ 41 w 121"/>
              <a:gd name="T21" fmla="*/ 117 h 128"/>
              <a:gd name="T22" fmla="*/ 27 w 121"/>
              <a:gd name="T23" fmla="*/ 123 h 128"/>
              <a:gd name="T24" fmla="*/ 13 w 121"/>
              <a:gd name="T25" fmla="*/ 117 h 128"/>
              <a:gd name="T26" fmla="*/ 7 w 121"/>
              <a:gd name="T27" fmla="*/ 103 h 128"/>
              <a:gd name="T28" fmla="*/ 13 w 121"/>
              <a:gd name="T29" fmla="*/ 89 h 128"/>
              <a:gd name="T30" fmla="*/ 94 w 121"/>
              <a:gd name="T31" fmla="*/ 8 h 128"/>
              <a:gd name="T32" fmla="*/ 111 w 121"/>
              <a:gd name="T33" fmla="*/ 8 h 128"/>
              <a:gd name="T34" fmla="*/ 111 w 121"/>
              <a:gd name="T35" fmla="*/ 26 h 128"/>
              <a:gd name="T36" fmla="*/ 36 w 121"/>
              <a:gd name="T37" fmla="*/ 102 h 128"/>
              <a:gd name="T38" fmla="*/ 28 w 121"/>
              <a:gd name="T39" fmla="*/ 102 h 128"/>
              <a:gd name="T40" fmla="*/ 28 w 121"/>
              <a:gd name="T41" fmla="*/ 94 h 128"/>
              <a:gd name="T42" fmla="*/ 88 w 121"/>
              <a:gd name="T43" fmla="*/ 34 h 128"/>
              <a:gd name="T44" fmla="*/ 89 w 121"/>
              <a:gd name="T45" fmla="*/ 33 h 128"/>
              <a:gd name="T46" fmla="*/ 88 w 121"/>
              <a:gd name="T47" fmla="*/ 31 h 128"/>
              <a:gd name="T48" fmla="*/ 85 w 121"/>
              <a:gd name="T49" fmla="*/ 31 h 128"/>
              <a:gd name="T50" fmla="*/ 25 w 121"/>
              <a:gd name="T51" fmla="*/ 91 h 128"/>
              <a:gd name="T52" fmla="*/ 25 w 121"/>
              <a:gd name="T53" fmla="*/ 105 h 128"/>
              <a:gd name="T54" fmla="*/ 39 w 121"/>
              <a:gd name="T55" fmla="*/ 105 h 128"/>
              <a:gd name="T56" fmla="*/ 115 w 121"/>
              <a:gd name="T57" fmla="*/ 29 h 128"/>
              <a:gd name="T58" fmla="*/ 115 w 121"/>
              <a:gd name="T59" fmla="*/ 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1" h="128">
                <a:moveTo>
                  <a:pt x="115" y="5"/>
                </a:moveTo>
                <a:cubicBezTo>
                  <a:pt x="111" y="2"/>
                  <a:pt x="107" y="0"/>
                  <a:pt x="102" y="0"/>
                </a:cubicBezTo>
                <a:cubicBezTo>
                  <a:pt x="98" y="0"/>
                  <a:pt x="94" y="2"/>
                  <a:pt x="90" y="5"/>
                </a:cubicBezTo>
                <a:cubicBezTo>
                  <a:pt x="9" y="86"/>
                  <a:pt x="9" y="86"/>
                  <a:pt x="9" y="86"/>
                </a:cubicBezTo>
                <a:cubicBezTo>
                  <a:pt x="0" y="95"/>
                  <a:pt x="0" y="111"/>
                  <a:pt x="9" y="121"/>
                </a:cubicBezTo>
                <a:cubicBezTo>
                  <a:pt x="14" y="125"/>
                  <a:pt x="20" y="128"/>
                  <a:pt x="27" y="128"/>
                </a:cubicBezTo>
                <a:cubicBezTo>
                  <a:pt x="33" y="128"/>
                  <a:pt x="39" y="125"/>
                  <a:pt x="44" y="121"/>
                </a:cubicBezTo>
                <a:cubicBezTo>
                  <a:pt x="109" y="55"/>
                  <a:pt x="109" y="55"/>
                  <a:pt x="109" y="55"/>
                </a:cubicBezTo>
                <a:cubicBezTo>
                  <a:pt x="110" y="54"/>
                  <a:pt x="110" y="53"/>
                  <a:pt x="109" y="52"/>
                </a:cubicBezTo>
                <a:cubicBezTo>
                  <a:pt x="108" y="51"/>
                  <a:pt x="107" y="51"/>
                  <a:pt x="106" y="52"/>
                </a:cubicBezTo>
                <a:cubicBezTo>
                  <a:pt x="41" y="117"/>
                  <a:pt x="41" y="117"/>
                  <a:pt x="41" y="117"/>
                </a:cubicBezTo>
                <a:cubicBezTo>
                  <a:pt x="37" y="121"/>
                  <a:pt x="32" y="123"/>
                  <a:pt x="27" y="123"/>
                </a:cubicBezTo>
                <a:cubicBezTo>
                  <a:pt x="21" y="123"/>
                  <a:pt x="16" y="121"/>
                  <a:pt x="13" y="117"/>
                </a:cubicBezTo>
                <a:cubicBezTo>
                  <a:pt x="9" y="114"/>
                  <a:pt x="7" y="109"/>
                  <a:pt x="7" y="103"/>
                </a:cubicBezTo>
                <a:cubicBezTo>
                  <a:pt x="7" y="98"/>
                  <a:pt x="9" y="93"/>
                  <a:pt x="13" y="89"/>
                </a:cubicBezTo>
                <a:cubicBezTo>
                  <a:pt x="94" y="8"/>
                  <a:pt x="94" y="8"/>
                  <a:pt x="94" y="8"/>
                </a:cubicBezTo>
                <a:cubicBezTo>
                  <a:pt x="98" y="3"/>
                  <a:pt x="107" y="3"/>
                  <a:pt x="111" y="8"/>
                </a:cubicBezTo>
                <a:cubicBezTo>
                  <a:pt x="116" y="13"/>
                  <a:pt x="116" y="21"/>
                  <a:pt x="111" y="26"/>
                </a:cubicBezTo>
                <a:cubicBezTo>
                  <a:pt x="36" y="102"/>
                  <a:pt x="36" y="102"/>
                  <a:pt x="36" y="102"/>
                </a:cubicBezTo>
                <a:cubicBezTo>
                  <a:pt x="34" y="104"/>
                  <a:pt x="30" y="103"/>
                  <a:pt x="28" y="102"/>
                </a:cubicBezTo>
                <a:cubicBezTo>
                  <a:pt x="26" y="100"/>
                  <a:pt x="26" y="96"/>
                  <a:pt x="28" y="94"/>
                </a:cubicBezTo>
                <a:cubicBezTo>
                  <a:pt x="88" y="34"/>
                  <a:pt x="88" y="34"/>
                  <a:pt x="88" y="34"/>
                </a:cubicBezTo>
                <a:cubicBezTo>
                  <a:pt x="89" y="34"/>
                  <a:pt x="89" y="33"/>
                  <a:pt x="89" y="33"/>
                </a:cubicBezTo>
                <a:cubicBezTo>
                  <a:pt x="89" y="32"/>
                  <a:pt x="89" y="31"/>
                  <a:pt x="88" y="31"/>
                </a:cubicBezTo>
                <a:cubicBezTo>
                  <a:pt x="88" y="30"/>
                  <a:pt x="86" y="30"/>
                  <a:pt x="85" y="31"/>
                </a:cubicBezTo>
                <a:cubicBezTo>
                  <a:pt x="25" y="91"/>
                  <a:pt x="25" y="91"/>
                  <a:pt x="25" y="91"/>
                </a:cubicBezTo>
                <a:cubicBezTo>
                  <a:pt x="21" y="95"/>
                  <a:pt x="21" y="101"/>
                  <a:pt x="25" y="105"/>
                </a:cubicBezTo>
                <a:cubicBezTo>
                  <a:pt x="29" y="108"/>
                  <a:pt x="35" y="108"/>
                  <a:pt x="39" y="105"/>
                </a:cubicBezTo>
                <a:cubicBezTo>
                  <a:pt x="115" y="29"/>
                  <a:pt x="115" y="29"/>
                  <a:pt x="115" y="29"/>
                </a:cubicBezTo>
                <a:cubicBezTo>
                  <a:pt x="121" y="22"/>
                  <a:pt x="121" y="11"/>
                  <a:pt x="115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1" name="组合 200"/>
          <p:cNvGrpSpPr/>
          <p:nvPr/>
        </p:nvGrpSpPr>
        <p:grpSpPr>
          <a:xfrm>
            <a:off x="6338890" y="6083311"/>
            <a:ext cx="490538" cy="469901"/>
            <a:chOff x="6338890" y="6083311"/>
            <a:chExt cx="490538" cy="469901"/>
          </a:xfrm>
          <a:solidFill>
            <a:schemeClr val="accent1"/>
          </a:solidFill>
        </p:grpSpPr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6338890" y="6083311"/>
              <a:ext cx="490538" cy="469901"/>
            </a:xfrm>
            <a:custGeom>
              <a:avLst/>
              <a:gdLst>
                <a:gd name="T0" fmla="*/ 118 w 131"/>
                <a:gd name="T1" fmla="*/ 10 h 125"/>
                <a:gd name="T2" fmla="*/ 96 w 131"/>
                <a:gd name="T3" fmla="*/ 0 h 125"/>
                <a:gd name="T4" fmla="*/ 73 w 131"/>
                <a:gd name="T5" fmla="*/ 10 h 125"/>
                <a:gd name="T6" fmla="*/ 70 w 131"/>
                <a:gd name="T7" fmla="*/ 53 h 125"/>
                <a:gd name="T8" fmla="*/ 71 w 131"/>
                <a:gd name="T9" fmla="*/ 54 h 125"/>
                <a:gd name="T10" fmla="*/ 0 w 131"/>
                <a:gd name="T11" fmla="*/ 125 h 125"/>
                <a:gd name="T12" fmla="*/ 7 w 131"/>
                <a:gd name="T13" fmla="*/ 125 h 125"/>
                <a:gd name="T14" fmla="*/ 74 w 131"/>
                <a:gd name="T15" fmla="*/ 57 h 125"/>
                <a:gd name="T16" fmla="*/ 75 w 131"/>
                <a:gd name="T17" fmla="*/ 58 h 125"/>
                <a:gd name="T18" fmla="*/ 96 w 131"/>
                <a:gd name="T19" fmla="*/ 65 h 125"/>
                <a:gd name="T20" fmla="*/ 118 w 131"/>
                <a:gd name="T21" fmla="*/ 56 h 125"/>
                <a:gd name="T22" fmla="*/ 118 w 131"/>
                <a:gd name="T23" fmla="*/ 10 h 125"/>
                <a:gd name="T24" fmla="*/ 115 w 131"/>
                <a:gd name="T25" fmla="*/ 52 h 125"/>
                <a:gd name="T26" fmla="*/ 96 w 131"/>
                <a:gd name="T27" fmla="*/ 61 h 125"/>
                <a:gd name="T28" fmla="*/ 76 w 131"/>
                <a:gd name="T29" fmla="*/ 52 h 125"/>
                <a:gd name="T30" fmla="*/ 68 w 131"/>
                <a:gd name="T31" fmla="*/ 33 h 125"/>
                <a:gd name="T32" fmla="*/ 76 w 131"/>
                <a:gd name="T33" fmla="*/ 13 h 125"/>
                <a:gd name="T34" fmla="*/ 96 w 131"/>
                <a:gd name="T35" fmla="*/ 5 h 125"/>
                <a:gd name="T36" fmla="*/ 115 w 131"/>
                <a:gd name="T37" fmla="*/ 13 h 125"/>
                <a:gd name="T38" fmla="*/ 123 w 131"/>
                <a:gd name="T39" fmla="*/ 33 h 125"/>
                <a:gd name="T40" fmla="*/ 115 w 131"/>
                <a:gd name="T41" fmla="*/ 5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125">
                  <a:moveTo>
                    <a:pt x="118" y="10"/>
                  </a:moveTo>
                  <a:cubicBezTo>
                    <a:pt x="112" y="4"/>
                    <a:pt x="104" y="0"/>
                    <a:pt x="96" y="0"/>
                  </a:cubicBezTo>
                  <a:cubicBezTo>
                    <a:pt x="87" y="0"/>
                    <a:pt x="79" y="4"/>
                    <a:pt x="73" y="10"/>
                  </a:cubicBezTo>
                  <a:cubicBezTo>
                    <a:pt x="61" y="22"/>
                    <a:pt x="60" y="40"/>
                    <a:pt x="70" y="53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81" y="63"/>
                    <a:pt x="88" y="65"/>
                    <a:pt x="96" y="65"/>
                  </a:cubicBezTo>
                  <a:cubicBezTo>
                    <a:pt x="104" y="65"/>
                    <a:pt x="112" y="62"/>
                    <a:pt x="118" y="56"/>
                  </a:cubicBezTo>
                  <a:cubicBezTo>
                    <a:pt x="131" y="43"/>
                    <a:pt x="131" y="22"/>
                    <a:pt x="118" y="10"/>
                  </a:cubicBezTo>
                  <a:close/>
                  <a:moveTo>
                    <a:pt x="115" y="52"/>
                  </a:moveTo>
                  <a:cubicBezTo>
                    <a:pt x="110" y="58"/>
                    <a:pt x="103" y="61"/>
                    <a:pt x="96" y="61"/>
                  </a:cubicBezTo>
                  <a:cubicBezTo>
                    <a:pt x="88" y="61"/>
                    <a:pt x="81" y="58"/>
                    <a:pt x="76" y="52"/>
                  </a:cubicBezTo>
                  <a:cubicBezTo>
                    <a:pt x="71" y="47"/>
                    <a:pt x="68" y="40"/>
                    <a:pt x="68" y="33"/>
                  </a:cubicBezTo>
                  <a:cubicBezTo>
                    <a:pt x="68" y="25"/>
                    <a:pt x="71" y="18"/>
                    <a:pt x="76" y="13"/>
                  </a:cubicBezTo>
                  <a:cubicBezTo>
                    <a:pt x="81" y="8"/>
                    <a:pt x="88" y="5"/>
                    <a:pt x="96" y="5"/>
                  </a:cubicBezTo>
                  <a:cubicBezTo>
                    <a:pt x="103" y="5"/>
                    <a:pt x="110" y="8"/>
                    <a:pt x="115" y="13"/>
                  </a:cubicBezTo>
                  <a:cubicBezTo>
                    <a:pt x="120" y="18"/>
                    <a:pt x="123" y="25"/>
                    <a:pt x="123" y="33"/>
                  </a:cubicBezTo>
                  <a:cubicBezTo>
                    <a:pt x="123" y="40"/>
                    <a:pt x="120" y="47"/>
                    <a:pt x="115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6645277" y="6138874"/>
              <a:ext cx="101600" cy="38100"/>
            </a:xfrm>
            <a:custGeom>
              <a:avLst/>
              <a:gdLst>
                <a:gd name="T0" fmla="*/ 14 w 27"/>
                <a:gd name="T1" fmla="*/ 0 h 10"/>
                <a:gd name="T2" fmla="*/ 1 w 27"/>
                <a:gd name="T3" fmla="*/ 5 h 10"/>
                <a:gd name="T4" fmla="*/ 1 w 27"/>
                <a:gd name="T5" fmla="*/ 9 h 10"/>
                <a:gd name="T6" fmla="*/ 5 w 27"/>
                <a:gd name="T7" fmla="*/ 9 h 10"/>
                <a:gd name="T8" fmla="*/ 14 w 27"/>
                <a:gd name="T9" fmla="*/ 5 h 10"/>
                <a:gd name="T10" fmla="*/ 23 w 27"/>
                <a:gd name="T11" fmla="*/ 9 h 10"/>
                <a:gd name="T12" fmla="*/ 26 w 27"/>
                <a:gd name="T13" fmla="*/ 9 h 10"/>
                <a:gd name="T14" fmla="*/ 26 w 27"/>
                <a:gd name="T15" fmla="*/ 5 h 10"/>
                <a:gd name="T16" fmla="*/ 14 w 27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0">
                  <a:moveTo>
                    <a:pt x="14" y="0"/>
                  </a:moveTo>
                  <a:cubicBezTo>
                    <a:pt x="9" y="0"/>
                    <a:pt x="5" y="2"/>
                    <a:pt x="1" y="5"/>
                  </a:cubicBezTo>
                  <a:cubicBezTo>
                    <a:pt x="0" y="6"/>
                    <a:pt x="0" y="8"/>
                    <a:pt x="1" y="9"/>
                  </a:cubicBezTo>
                  <a:cubicBezTo>
                    <a:pt x="2" y="10"/>
                    <a:pt x="4" y="10"/>
                    <a:pt x="5" y="9"/>
                  </a:cubicBezTo>
                  <a:cubicBezTo>
                    <a:pt x="7" y="6"/>
                    <a:pt x="10" y="5"/>
                    <a:pt x="14" y="5"/>
                  </a:cubicBezTo>
                  <a:cubicBezTo>
                    <a:pt x="17" y="5"/>
                    <a:pt x="20" y="6"/>
                    <a:pt x="23" y="9"/>
                  </a:cubicBezTo>
                  <a:cubicBezTo>
                    <a:pt x="23" y="10"/>
                    <a:pt x="25" y="10"/>
                    <a:pt x="26" y="9"/>
                  </a:cubicBezTo>
                  <a:cubicBezTo>
                    <a:pt x="27" y="8"/>
                    <a:pt x="27" y="6"/>
                    <a:pt x="26" y="5"/>
                  </a:cubicBezTo>
                  <a:cubicBezTo>
                    <a:pt x="23" y="2"/>
                    <a:pt x="18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4" name="Freeform 14"/>
          <p:cNvSpPr>
            <a:spLocks noEditPoints="1"/>
          </p:cNvSpPr>
          <p:nvPr/>
        </p:nvSpPr>
        <p:spPr bwMode="auto">
          <a:xfrm>
            <a:off x="5376864" y="6078549"/>
            <a:ext cx="484188" cy="474663"/>
          </a:xfrm>
          <a:custGeom>
            <a:avLst/>
            <a:gdLst>
              <a:gd name="T0" fmla="*/ 118 w 129"/>
              <a:gd name="T1" fmla="*/ 48 h 126"/>
              <a:gd name="T2" fmla="*/ 118 w 129"/>
              <a:gd name="T3" fmla="*/ 48 h 126"/>
              <a:gd name="T4" fmla="*/ 125 w 129"/>
              <a:gd name="T5" fmla="*/ 45 h 126"/>
              <a:gd name="T6" fmla="*/ 125 w 129"/>
              <a:gd name="T7" fmla="*/ 31 h 126"/>
              <a:gd name="T8" fmla="*/ 98 w 129"/>
              <a:gd name="T9" fmla="*/ 4 h 126"/>
              <a:gd name="T10" fmla="*/ 85 w 129"/>
              <a:gd name="T11" fmla="*/ 4 h 126"/>
              <a:gd name="T12" fmla="*/ 83 w 129"/>
              <a:gd name="T13" fmla="*/ 15 h 126"/>
              <a:gd name="T14" fmla="*/ 83 w 129"/>
              <a:gd name="T15" fmla="*/ 16 h 126"/>
              <a:gd name="T16" fmla="*/ 51 w 129"/>
              <a:gd name="T17" fmla="*/ 49 h 126"/>
              <a:gd name="T18" fmla="*/ 50 w 129"/>
              <a:gd name="T19" fmla="*/ 48 h 126"/>
              <a:gd name="T20" fmla="*/ 30 w 129"/>
              <a:gd name="T21" fmla="*/ 48 h 126"/>
              <a:gd name="T22" fmla="*/ 30 w 129"/>
              <a:gd name="T23" fmla="*/ 67 h 126"/>
              <a:gd name="T24" fmla="*/ 45 w 129"/>
              <a:gd name="T25" fmla="*/ 81 h 126"/>
              <a:gd name="T26" fmla="*/ 0 w 129"/>
              <a:gd name="T27" fmla="*/ 126 h 126"/>
              <a:gd name="T28" fmla="*/ 7 w 129"/>
              <a:gd name="T29" fmla="*/ 126 h 126"/>
              <a:gd name="T30" fmla="*/ 48 w 129"/>
              <a:gd name="T31" fmla="*/ 85 h 126"/>
              <a:gd name="T32" fmla="*/ 62 w 129"/>
              <a:gd name="T33" fmla="*/ 99 h 126"/>
              <a:gd name="T34" fmla="*/ 82 w 129"/>
              <a:gd name="T35" fmla="*/ 99 h 126"/>
              <a:gd name="T36" fmla="*/ 82 w 129"/>
              <a:gd name="T37" fmla="*/ 80 h 126"/>
              <a:gd name="T38" fmla="*/ 81 w 129"/>
              <a:gd name="T39" fmla="*/ 79 h 126"/>
              <a:gd name="T40" fmla="*/ 113 w 129"/>
              <a:gd name="T41" fmla="*/ 46 h 126"/>
              <a:gd name="T42" fmla="*/ 114 w 129"/>
              <a:gd name="T43" fmla="*/ 47 h 126"/>
              <a:gd name="T44" fmla="*/ 118 w 129"/>
              <a:gd name="T45" fmla="*/ 48 h 126"/>
              <a:gd name="T46" fmla="*/ 78 w 129"/>
              <a:gd name="T47" fmla="*/ 96 h 126"/>
              <a:gd name="T48" fmla="*/ 72 w 129"/>
              <a:gd name="T49" fmla="*/ 98 h 126"/>
              <a:gd name="T50" fmla="*/ 66 w 129"/>
              <a:gd name="T51" fmla="*/ 96 h 126"/>
              <a:gd name="T52" fmla="*/ 34 w 129"/>
              <a:gd name="T53" fmla="*/ 64 h 126"/>
              <a:gd name="T54" fmla="*/ 34 w 129"/>
              <a:gd name="T55" fmla="*/ 51 h 126"/>
              <a:gd name="T56" fmla="*/ 46 w 129"/>
              <a:gd name="T57" fmla="*/ 51 h 126"/>
              <a:gd name="T58" fmla="*/ 78 w 129"/>
              <a:gd name="T59" fmla="*/ 83 h 126"/>
              <a:gd name="T60" fmla="*/ 78 w 129"/>
              <a:gd name="T61" fmla="*/ 96 h 126"/>
              <a:gd name="T62" fmla="*/ 77 w 129"/>
              <a:gd name="T63" fmla="*/ 75 h 126"/>
              <a:gd name="T64" fmla="*/ 54 w 129"/>
              <a:gd name="T65" fmla="*/ 52 h 126"/>
              <a:gd name="T66" fmla="*/ 86 w 129"/>
              <a:gd name="T67" fmla="*/ 20 h 126"/>
              <a:gd name="T68" fmla="*/ 110 w 129"/>
              <a:gd name="T69" fmla="*/ 43 h 126"/>
              <a:gd name="T70" fmla="*/ 77 w 129"/>
              <a:gd name="T71" fmla="*/ 75 h 126"/>
              <a:gd name="T72" fmla="*/ 88 w 129"/>
              <a:gd name="T73" fmla="*/ 15 h 126"/>
              <a:gd name="T74" fmla="*/ 88 w 129"/>
              <a:gd name="T75" fmla="*/ 7 h 126"/>
              <a:gd name="T76" fmla="*/ 95 w 129"/>
              <a:gd name="T77" fmla="*/ 7 h 126"/>
              <a:gd name="T78" fmla="*/ 122 w 129"/>
              <a:gd name="T79" fmla="*/ 34 h 126"/>
              <a:gd name="T80" fmla="*/ 123 w 129"/>
              <a:gd name="T81" fmla="*/ 38 h 126"/>
              <a:gd name="T82" fmla="*/ 122 w 129"/>
              <a:gd name="T83" fmla="*/ 42 h 126"/>
              <a:gd name="T84" fmla="*/ 118 w 129"/>
              <a:gd name="T85" fmla="*/ 43 h 126"/>
              <a:gd name="T86" fmla="*/ 114 w 129"/>
              <a:gd name="T87" fmla="*/ 42 h 126"/>
              <a:gd name="T88" fmla="*/ 88 w 129"/>
              <a:gd name="T89" fmla="*/ 15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126">
                <a:moveTo>
                  <a:pt x="118" y="48"/>
                </a:moveTo>
                <a:cubicBezTo>
                  <a:pt x="118" y="48"/>
                  <a:pt x="118" y="48"/>
                  <a:pt x="118" y="48"/>
                </a:cubicBezTo>
                <a:cubicBezTo>
                  <a:pt x="121" y="48"/>
                  <a:pt x="123" y="47"/>
                  <a:pt x="125" y="45"/>
                </a:cubicBezTo>
                <a:cubicBezTo>
                  <a:pt x="129" y="41"/>
                  <a:pt x="129" y="35"/>
                  <a:pt x="125" y="31"/>
                </a:cubicBezTo>
                <a:cubicBezTo>
                  <a:pt x="98" y="4"/>
                  <a:pt x="98" y="4"/>
                  <a:pt x="98" y="4"/>
                </a:cubicBezTo>
                <a:cubicBezTo>
                  <a:pt x="95" y="0"/>
                  <a:pt x="88" y="0"/>
                  <a:pt x="85" y="4"/>
                </a:cubicBezTo>
                <a:cubicBezTo>
                  <a:pt x="82" y="7"/>
                  <a:pt x="81" y="12"/>
                  <a:pt x="83" y="15"/>
                </a:cubicBezTo>
                <a:cubicBezTo>
                  <a:pt x="83" y="16"/>
                  <a:pt x="83" y="16"/>
                  <a:pt x="83" y="16"/>
                </a:cubicBezTo>
                <a:cubicBezTo>
                  <a:pt x="51" y="49"/>
                  <a:pt x="51" y="49"/>
                  <a:pt x="51" y="49"/>
                </a:cubicBezTo>
                <a:cubicBezTo>
                  <a:pt x="50" y="48"/>
                  <a:pt x="50" y="48"/>
                  <a:pt x="50" y="48"/>
                </a:cubicBezTo>
                <a:cubicBezTo>
                  <a:pt x="44" y="43"/>
                  <a:pt x="36" y="43"/>
                  <a:pt x="30" y="48"/>
                </a:cubicBezTo>
                <a:cubicBezTo>
                  <a:pt x="25" y="53"/>
                  <a:pt x="25" y="62"/>
                  <a:pt x="30" y="67"/>
                </a:cubicBezTo>
                <a:cubicBezTo>
                  <a:pt x="45" y="81"/>
                  <a:pt x="45" y="81"/>
                  <a:pt x="45" y="81"/>
                </a:cubicBezTo>
                <a:cubicBezTo>
                  <a:pt x="0" y="126"/>
                  <a:pt x="0" y="126"/>
                  <a:pt x="0" y="126"/>
                </a:cubicBezTo>
                <a:cubicBezTo>
                  <a:pt x="7" y="126"/>
                  <a:pt x="7" y="126"/>
                  <a:pt x="7" y="126"/>
                </a:cubicBezTo>
                <a:cubicBezTo>
                  <a:pt x="48" y="85"/>
                  <a:pt x="48" y="85"/>
                  <a:pt x="48" y="85"/>
                </a:cubicBezTo>
                <a:cubicBezTo>
                  <a:pt x="62" y="99"/>
                  <a:pt x="62" y="99"/>
                  <a:pt x="62" y="99"/>
                </a:cubicBezTo>
                <a:cubicBezTo>
                  <a:pt x="67" y="104"/>
                  <a:pt x="76" y="104"/>
                  <a:pt x="82" y="99"/>
                </a:cubicBezTo>
                <a:cubicBezTo>
                  <a:pt x="87" y="94"/>
                  <a:pt x="87" y="85"/>
                  <a:pt x="82" y="80"/>
                </a:cubicBezTo>
                <a:cubicBezTo>
                  <a:pt x="81" y="79"/>
                  <a:pt x="81" y="79"/>
                  <a:pt x="81" y="79"/>
                </a:cubicBezTo>
                <a:cubicBezTo>
                  <a:pt x="113" y="46"/>
                  <a:pt x="113" y="46"/>
                  <a:pt x="113" y="46"/>
                </a:cubicBezTo>
                <a:cubicBezTo>
                  <a:pt x="114" y="47"/>
                  <a:pt x="114" y="47"/>
                  <a:pt x="114" y="47"/>
                </a:cubicBezTo>
                <a:cubicBezTo>
                  <a:pt x="115" y="47"/>
                  <a:pt x="117" y="48"/>
                  <a:pt x="118" y="48"/>
                </a:cubicBezTo>
                <a:close/>
                <a:moveTo>
                  <a:pt x="78" y="96"/>
                </a:moveTo>
                <a:cubicBezTo>
                  <a:pt x="77" y="97"/>
                  <a:pt x="74" y="98"/>
                  <a:pt x="72" y="98"/>
                </a:cubicBezTo>
                <a:cubicBezTo>
                  <a:pt x="70" y="98"/>
                  <a:pt x="67" y="97"/>
                  <a:pt x="66" y="96"/>
                </a:cubicBezTo>
                <a:cubicBezTo>
                  <a:pt x="34" y="64"/>
                  <a:pt x="34" y="64"/>
                  <a:pt x="34" y="64"/>
                </a:cubicBezTo>
                <a:cubicBezTo>
                  <a:pt x="30" y="60"/>
                  <a:pt x="30" y="55"/>
                  <a:pt x="34" y="51"/>
                </a:cubicBezTo>
                <a:cubicBezTo>
                  <a:pt x="37" y="48"/>
                  <a:pt x="43" y="48"/>
                  <a:pt x="46" y="51"/>
                </a:cubicBezTo>
                <a:cubicBezTo>
                  <a:pt x="78" y="83"/>
                  <a:pt x="78" y="83"/>
                  <a:pt x="78" y="83"/>
                </a:cubicBezTo>
                <a:cubicBezTo>
                  <a:pt x="82" y="86"/>
                  <a:pt x="82" y="92"/>
                  <a:pt x="78" y="96"/>
                </a:cubicBezTo>
                <a:close/>
                <a:moveTo>
                  <a:pt x="77" y="75"/>
                </a:moveTo>
                <a:cubicBezTo>
                  <a:pt x="54" y="52"/>
                  <a:pt x="54" y="52"/>
                  <a:pt x="54" y="52"/>
                </a:cubicBezTo>
                <a:cubicBezTo>
                  <a:pt x="86" y="20"/>
                  <a:pt x="86" y="20"/>
                  <a:pt x="86" y="20"/>
                </a:cubicBezTo>
                <a:cubicBezTo>
                  <a:pt x="110" y="43"/>
                  <a:pt x="110" y="43"/>
                  <a:pt x="110" y="43"/>
                </a:cubicBezTo>
                <a:lnTo>
                  <a:pt x="77" y="75"/>
                </a:lnTo>
                <a:close/>
                <a:moveTo>
                  <a:pt x="88" y="15"/>
                </a:moveTo>
                <a:cubicBezTo>
                  <a:pt x="86" y="13"/>
                  <a:pt x="86" y="10"/>
                  <a:pt x="88" y="7"/>
                </a:cubicBezTo>
                <a:cubicBezTo>
                  <a:pt x="90" y="6"/>
                  <a:pt x="93" y="6"/>
                  <a:pt x="95" y="7"/>
                </a:cubicBezTo>
                <a:cubicBezTo>
                  <a:pt x="122" y="34"/>
                  <a:pt x="122" y="34"/>
                  <a:pt x="122" y="34"/>
                </a:cubicBezTo>
                <a:cubicBezTo>
                  <a:pt x="123" y="35"/>
                  <a:pt x="123" y="36"/>
                  <a:pt x="123" y="38"/>
                </a:cubicBezTo>
                <a:cubicBezTo>
                  <a:pt x="123" y="39"/>
                  <a:pt x="123" y="41"/>
                  <a:pt x="122" y="42"/>
                </a:cubicBezTo>
                <a:cubicBezTo>
                  <a:pt x="121" y="43"/>
                  <a:pt x="120" y="43"/>
                  <a:pt x="118" y="43"/>
                </a:cubicBezTo>
                <a:cubicBezTo>
                  <a:pt x="117" y="43"/>
                  <a:pt x="115" y="43"/>
                  <a:pt x="114" y="42"/>
                </a:cubicBezTo>
                <a:lnTo>
                  <a:pt x="88" y="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15"/>
          <p:cNvSpPr/>
          <p:nvPr/>
        </p:nvSpPr>
        <p:spPr bwMode="auto">
          <a:xfrm>
            <a:off x="4400551" y="6251586"/>
            <a:ext cx="311150" cy="307976"/>
          </a:xfrm>
          <a:custGeom>
            <a:avLst/>
            <a:gdLst>
              <a:gd name="T0" fmla="*/ 73 w 83"/>
              <a:gd name="T1" fmla="*/ 45 h 82"/>
              <a:gd name="T2" fmla="*/ 48 w 83"/>
              <a:gd name="T3" fmla="*/ 70 h 82"/>
              <a:gd name="T4" fmla="*/ 31 w 83"/>
              <a:gd name="T5" fmla="*/ 77 h 82"/>
              <a:gd name="T6" fmla="*/ 15 w 83"/>
              <a:gd name="T7" fmla="*/ 70 h 82"/>
              <a:gd name="T8" fmla="*/ 8 w 83"/>
              <a:gd name="T9" fmla="*/ 53 h 82"/>
              <a:gd name="T10" fmla="*/ 15 w 83"/>
              <a:gd name="T11" fmla="*/ 37 h 82"/>
              <a:gd name="T12" fmla="*/ 40 w 83"/>
              <a:gd name="T13" fmla="*/ 11 h 82"/>
              <a:gd name="T14" fmla="*/ 57 w 83"/>
              <a:gd name="T15" fmla="*/ 4 h 82"/>
              <a:gd name="T16" fmla="*/ 73 w 83"/>
              <a:gd name="T17" fmla="*/ 11 h 82"/>
              <a:gd name="T18" fmla="*/ 78 w 83"/>
              <a:gd name="T19" fmla="*/ 19 h 82"/>
              <a:gd name="T20" fmla="*/ 79 w 83"/>
              <a:gd name="T21" fmla="*/ 20 h 82"/>
              <a:gd name="T22" fmla="*/ 82 w 83"/>
              <a:gd name="T23" fmla="*/ 20 h 82"/>
              <a:gd name="T24" fmla="*/ 83 w 83"/>
              <a:gd name="T25" fmla="*/ 17 h 82"/>
              <a:gd name="T26" fmla="*/ 83 w 83"/>
              <a:gd name="T27" fmla="*/ 17 h 82"/>
              <a:gd name="T28" fmla="*/ 77 w 83"/>
              <a:gd name="T29" fmla="*/ 8 h 82"/>
              <a:gd name="T30" fmla="*/ 57 w 83"/>
              <a:gd name="T31" fmla="*/ 0 h 82"/>
              <a:gd name="T32" fmla="*/ 37 w 83"/>
              <a:gd name="T33" fmla="*/ 8 h 82"/>
              <a:gd name="T34" fmla="*/ 11 w 83"/>
              <a:gd name="T35" fmla="*/ 33 h 82"/>
              <a:gd name="T36" fmla="*/ 11 w 83"/>
              <a:gd name="T37" fmla="*/ 73 h 82"/>
              <a:gd name="T38" fmla="*/ 31 w 83"/>
              <a:gd name="T39" fmla="*/ 82 h 82"/>
              <a:gd name="T40" fmla="*/ 31 w 83"/>
              <a:gd name="T41" fmla="*/ 82 h 82"/>
              <a:gd name="T42" fmla="*/ 51 w 83"/>
              <a:gd name="T43" fmla="*/ 73 h 82"/>
              <a:gd name="T44" fmla="*/ 76 w 83"/>
              <a:gd name="T45" fmla="*/ 49 h 82"/>
              <a:gd name="T46" fmla="*/ 76 w 83"/>
              <a:gd name="T47" fmla="*/ 45 h 82"/>
              <a:gd name="T48" fmla="*/ 73 w 83"/>
              <a:gd name="T49" fmla="*/ 45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3" h="82">
                <a:moveTo>
                  <a:pt x="73" y="45"/>
                </a:moveTo>
                <a:cubicBezTo>
                  <a:pt x="48" y="70"/>
                  <a:pt x="48" y="70"/>
                  <a:pt x="48" y="70"/>
                </a:cubicBezTo>
                <a:cubicBezTo>
                  <a:pt x="44" y="75"/>
                  <a:pt x="38" y="77"/>
                  <a:pt x="31" y="77"/>
                </a:cubicBezTo>
                <a:cubicBezTo>
                  <a:pt x="25" y="77"/>
                  <a:pt x="19" y="75"/>
                  <a:pt x="15" y="70"/>
                </a:cubicBezTo>
                <a:cubicBezTo>
                  <a:pt x="10" y="66"/>
                  <a:pt x="8" y="60"/>
                  <a:pt x="8" y="53"/>
                </a:cubicBezTo>
                <a:cubicBezTo>
                  <a:pt x="8" y="47"/>
                  <a:pt x="10" y="41"/>
                  <a:pt x="15" y="37"/>
                </a:cubicBezTo>
                <a:cubicBezTo>
                  <a:pt x="40" y="11"/>
                  <a:pt x="40" y="11"/>
                  <a:pt x="40" y="11"/>
                </a:cubicBezTo>
                <a:cubicBezTo>
                  <a:pt x="44" y="7"/>
                  <a:pt x="50" y="4"/>
                  <a:pt x="57" y="4"/>
                </a:cubicBezTo>
                <a:cubicBezTo>
                  <a:pt x="63" y="4"/>
                  <a:pt x="69" y="7"/>
                  <a:pt x="73" y="11"/>
                </a:cubicBezTo>
                <a:cubicBezTo>
                  <a:pt x="75" y="14"/>
                  <a:pt x="77" y="16"/>
                  <a:pt x="78" y="19"/>
                </a:cubicBezTo>
                <a:cubicBezTo>
                  <a:pt x="79" y="19"/>
                  <a:pt x="79" y="20"/>
                  <a:pt x="79" y="20"/>
                </a:cubicBezTo>
                <a:cubicBezTo>
                  <a:pt x="80" y="21"/>
                  <a:pt x="81" y="21"/>
                  <a:pt x="82" y="20"/>
                </a:cubicBezTo>
                <a:cubicBezTo>
                  <a:pt x="83" y="19"/>
                  <a:pt x="83" y="18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81" y="14"/>
                  <a:pt x="79" y="11"/>
                  <a:pt x="77" y="8"/>
                </a:cubicBezTo>
                <a:cubicBezTo>
                  <a:pt x="71" y="3"/>
                  <a:pt x="64" y="0"/>
                  <a:pt x="57" y="0"/>
                </a:cubicBezTo>
                <a:cubicBezTo>
                  <a:pt x="49" y="0"/>
                  <a:pt x="42" y="3"/>
                  <a:pt x="37" y="8"/>
                </a:cubicBezTo>
                <a:cubicBezTo>
                  <a:pt x="11" y="33"/>
                  <a:pt x="11" y="33"/>
                  <a:pt x="11" y="33"/>
                </a:cubicBezTo>
                <a:cubicBezTo>
                  <a:pt x="0" y="44"/>
                  <a:pt x="0" y="62"/>
                  <a:pt x="11" y="73"/>
                </a:cubicBezTo>
                <a:cubicBezTo>
                  <a:pt x="17" y="79"/>
                  <a:pt x="24" y="82"/>
                  <a:pt x="31" y="82"/>
                </a:cubicBezTo>
                <a:cubicBezTo>
                  <a:pt x="31" y="82"/>
                  <a:pt x="31" y="82"/>
                  <a:pt x="31" y="82"/>
                </a:cubicBezTo>
                <a:cubicBezTo>
                  <a:pt x="39" y="82"/>
                  <a:pt x="46" y="79"/>
                  <a:pt x="51" y="73"/>
                </a:cubicBezTo>
                <a:cubicBezTo>
                  <a:pt x="76" y="49"/>
                  <a:pt x="76" y="49"/>
                  <a:pt x="76" y="49"/>
                </a:cubicBezTo>
                <a:cubicBezTo>
                  <a:pt x="77" y="48"/>
                  <a:pt x="77" y="46"/>
                  <a:pt x="76" y="45"/>
                </a:cubicBezTo>
                <a:cubicBezTo>
                  <a:pt x="75" y="45"/>
                  <a:pt x="74" y="45"/>
                  <a:pt x="73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Freeform 16"/>
          <p:cNvSpPr/>
          <p:nvPr/>
        </p:nvSpPr>
        <p:spPr bwMode="auto">
          <a:xfrm>
            <a:off x="4592639" y="6078549"/>
            <a:ext cx="311150" cy="307976"/>
          </a:xfrm>
          <a:custGeom>
            <a:avLst/>
            <a:gdLst>
              <a:gd name="T0" fmla="*/ 72 w 83"/>
              <a:gd name="T1" fmla="*/ 8 h 82"/>
              <a:gd name="T2" fmla="*/ 52 w 83"/>
              <a:gd name="T3" fmla="*/ 0 h 82"/>
              <a:gd name="T4" fmla="*/ 32 w 83"/>
              <a:gd name="T5" fmla="*/ 8 h 82"/>
              <a:gd name="T6" fmla="*/ 7 w 83"/>
              <a:gd name="T7" fmla="*/ 33 h 82"/>
              <a:gd name="T8" fmla="*/ 7 w 83"/>
              <a:gd name="T9" fmla="*/ 36 h 82"/>
              <a:gd name="T10" fmla="*/ 10 w 83"/>
              <a:gd name="T11" fmla="*/ 36 h 82"/>
              <a:gd name="T12" fmla="*/ 35 w 83"/>
              <a:gd name="T13" fmla="*/ 11 h 82"/>
              <a:gd name="T14" fmla="*/ 52 w 83"/>
              <a:gd name="T15" fmla="*/ 4 h 82"/>
              <a:gd name="T16" fmla="*/ 68 w 83"/>
              <a:gd name="T17" fmla="*/ 11 h 82"/>
              <a:gd name="T18" fmla="*/ 75 w 83"/>
              <a:gd name="T19" fmla="*/ 28 h 82"/>
              <a:gd name="T20" fmla="*/ 68 w 83"/>
              <a:gd name="T21" fmla="*/ 45 h 82"/>
              <a:gd name="T22" fmla="*/ 43 w 83"/>
              <a:gd name="T23" fmla="*/ 70 h 82"/>
              <a:gd name="T24" fmla="*/ 26 w 83"/>
              <a:gd name="T25" fmla="*/ 77 h 82"/>
              <a:gd name="T26" fmla="*/ 10 w 83"/>
              <a:gd name="T27" fmla="*/ 70 h 82"/>
              <a:gd name="T28" fmla="*/ 5 w 83"/>
              <a:gd name="T29" fmla="*/ 63 h 82"/>
              <a:gd name="T30" fmla="*/ 4 w 83"/>
              <a:gd name="T31" fmla="*/ 62 h 82"/>
              <a:gd name="T32" fmla="*/ 2 w 83"/>
              <a:gd name="T33" fmla="*/ 61 h 82"/>
              <a:gd name="T34" fmla="*/ 1 w 83"/>
              <a:gd name="T35" fmla="*/ 62 h 82"/>
              <a:gd name="T36" fmla="*/ 0 w 83"/>
              <a:gd name="T37" fmla="*/ 64 h 82"/>
              <a:gd name="T38" fmla="*/ 6 w 83"/>
              <a:gd name="T39" fmla="*/ 73 h 82"/>
              <a:gd name="T40" fmla="*/ 26 w 83"/>
              <a:gd name="T41" fmla="*/ 82 h 82"/>
              <a:gd name="T42" fmla="*/ 46 w 83"/>
              <a:gd name="T43" fmla="*/ 73 h 82"/>
              <a:gd name="T44" fmla="*/ 72 w 83"/>
              <a:gd name="T45" fmla="*/ 48 h 82"/>
              <a:gd name="T46" fmla="*/ 72 w 83"/>
              <a:gd name="T47" fmla="*/ 8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3" h="82">
                <a:moveTo>
                  <a:pt x="72" y="8"/>
                </a:moveTo>
                <a:cubicBezTo>
                  <a:pt x="66" y="3"/>
                  <a:pt x="59" y="0"/>
                  <a:pt x="52" y="0"/>
                </a:cubicBezTo>
                <a:cubicBezTo>
                  <a:pt x="44" y="0"/>
                  <a:pt x="37" y="3"/>
                  <a:pt x="32" y="8"/>
                </a:cubicBezTo>
                <a:cubicBezTo>
                  <a:pt x="7" y="33"/>
                  <a:pt x="7" y="33"/>
                  <a:pt x="7" y="33"/>
                </a:cubicBezTo>
                <a:cubicBezTo>
                  <a:pt x="6" y="34"/>
                  <a:pt x="6" y="35"/>
                  <a:pt x="7" y="36"/>
                </a:cubicBezTo>
                <a:cubicBezTo>
                  <a:pt x="8" y="37"/>
                  <a:pt x="9" y="37"/>
                  <a:pt x="10" y="36"/>
                </a:cubicBezTo>
                <a:cubicBezTo>
                  <a:pt x="35" y="11"/>
                  <a:pt x="35" y="11"/>
                  <a:pt x="35" y="11"/>
                </a:cubicBezTo>
                <a:cubicBezTo>
                  <a:pt x="39" y="7"/>
                  <a:pt x="45" y="4"/>
                  <a:pt x="52" y="4"/>
                </a:cubicBezTo>
                <a:cubicBezTo>
                  <a:pt x="58" y="4"/>
                  <a:pt x="64" y="7"/>
                  <a:pt x="68" y="11"/>
                </a:cubicBezTo>
                <a:cubicBezTo>
                  <a:pt x="73" y="16"/>
                  <a:pt x="75" y="22"/>
                  <a:pt x="75" y="28"/>
                </a:cubicBezTo>
                <a:cubicBezTo>
                  <a:pt x="75" y="34"/>
                  <a:pt x="73" y="40"/>
                  <a:pt x="68" y="45"/>
                </a:cubicBezTo>
                <a:cubicBezTo>
                  <a:pt x="43" y="70"/>
                  <a:pt x="43" y="70"/>
                  <a:pt x="43" y="70"/>
                </a:cubicBezTo>
                <a:cubicBezTo>
                  <a:pt x="39" y="75"/>
                  <a:pt x="33" y="77"/>
                  <a:pt x="26" y="77"/>
                </a:cubicBezTo>
                <a:cubicBezTo>
                  <a:pt x="20" y="77"/>
                  <a:pt x="14" y="75"/>
                  <a:pt x="10" y="70"/>
                </a:cubicBezTo>
                <a:cubicBezTo>
                  <a:pt x="8" y="68"/>
                  <a:pt x="6" y="65"/>
                  <a:pt x="5" y="63"/>
                </a:cubicBezTo>
                <a:cubicBezTo>
                  <a:pt x="4" y="62"/>
                  <a:pt x="4" y="62"/>
                  <a:pt x="4" y="62"/>
                </a:cubicBezTo>
                <a:cubicBezTo>
                  <a:pt x="4" y="61"/>
                  <a:pt x="3" y="61"/>
                  <a:pt x="2" y="61"/>
                </a:cubicBezTo>
                <a:cubicBezTo>
                  <a:pt x="2" y="61"/>
                  <a:pt x="1" y="61"/>
                  <a:pt x="1" y="62"/>
                </a:cubicBezTo>
                <a:cubicBezTo>
                  <a:pt x="0" y="62"/>
                  <a:pt x="0" y="63"/>
                  <a:pt x="0" y="64"/>
                </a:cubicBezTo>
                <a:cubicBezTo>
                  <a:pt x="2" y="68"/>
                  <a:pt x="4" y="71"/>
                  <a:pt x="6" y="73"/>
                </a:cubicBezTo>
                <a:cubicBezTo>
                  <a:pt x="12" y="79"/>
                  <a:pt x="19" y="82"/>
                  <a:pt x="26" y="82"/>
                </a:cubicBezTo>
                <a:cubicBezTo>
                  <a:pt x="34" y="82"/>
                  <a:pt x="41" y="79"/>
                  <a:pt x="46" y="73"/>
                </a:cubicBezTo>
                <a:cubicBezTo>
                  <a:pt x="72" y="48"/>
                  <a:pt x="72" y="48"/>
                  <a:pt x="72" y="48"/>
                </a:cubicBezTo>
                <a:cubicBezTo>
                  <a:pt x="83" y="37"/>
                  <a:pt x="83" y="19"/>
                  <a:pt x="72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Freeform 17"/>
          <p:cNvSpPr>
            <a:spLocks noEditPoints="1"/>
          </p:cNvSpPr>
          <p:nvPr/>
        </p:nvSpPr>
        <p:spPr bwMode="auto">
          <a:xfrm>
            <a:off x="3443289" y="6078549"/>
            <a:ext cx="495300" cy="481013"/>
          </a:xfrm>
          <a:custGeom>
            <a:avLst/>
            <a:gdLst>
              <a:gd name="T0" fmla="*/ 123 w 132"/>
              <a:gd name="T1" fmla="*/ 7 h 128"/>
              <a:gd name="T2" fmla="*/ 105 w 132"/>
              <a:gd name="T3" fmla="*/ 0 h 128"/>
              <a:gd name="T4" fmla="*/ 88 w 132"/>
              <a:gd name="T5" fmla="*/ 7 h 128"/>
              <a:gd name="T6" fmla="*/ 72 w 132"/>
              <a:gd name="T7" fmla="*/ 23 h 128"/>
              <a:gd name="T8" fmla="*/ 70 w 132"/>
              <a:gd name="T9" fmla="*/ 55 h 128"/>
              <a:gd name="T10" fmla="*/ 71 w 132"/>
              <a:gd name="T11" fmla="*/ 56 h 128"/>
              <a:gd name="T12" fmla="*/ 58 w 132"/>
              <a:gd name="T13" fmla="*/ 69 h 128"/>
              <a:gd name="T14" fmla="*/ 57 w 132"/>
              <a:gd name="T15" fmla="*/ 68 h 128"/>
              <a:gd name="T16" fmla="*/ 42 w 132"/>
              <a:gd name="T17" fmla="*/ 63 h 128"/>
              <a:gd name="T18" fmla="*/ 25 w 132"/>
              <a:gd name="T19" fmla="*/ 70 h 128"/>
              <a:gd name="T20" fmla="*/ 9 w 132"/>
              <a:gd name="T21" fmla="*/ 86 h 128"/>
              <a:gd name="T22" fmla="*/ 9 w 132"/>
              <a:gd name="T23" fmla="*/ 121 h 128"/>
              <a:gd name="T24" fmla="*/ 27 w 132"/>
              <a:gd name="T25" fmla="*/ 128 h 128"/>
              <a:gd name="T26" fmla="*/ 44 w 132"/>
              <a:gd name="T27" fmla="*/ 121 h 128"/>
              <a:gd name="T28" fmla="*/ 60 w 132"/>
              <a:gd name="T29" fmla="*/ 105 h 128"/>
              <a:gd name="T30" fmla="*/ 62 w 132"/>
              <a:gd name="T31" fmla="*/ 73 h 128"/>
              <a:gd name="T32" fmla="*/ 61 w 132"/>
              <a:gd name="T33" fmla="*/ 72 h 128"/>
              <a:gd name="T34" fmla="*/ 74 w 132"/>
              <a:gd name="T35" fmla="*/ 59 h 128"/>
              <a:gd name="T36" fmla="*/ 75 w 132"/>
              <a:gd name="T37" fmla="*/ 60 h 128"/>
              <a:gd name="T38" fmla="*/ 90 w 132"/>
              <a:gd name="T39" fmla="*/ 65 h 128"/>
              <a:gd name="T40" fmla="*/ 107 w 132"/>
              <a:gd name="T41" fmla="*/ 57 h 128"/>
              <a:gd name="T42" fmla="*/ 123 w 132"/>
              <a:gd name="T43" fmla="*/ 42 h 128"/>
              <a:gd name="T44" fmla="*/ 123 w 132"/>
              <a:gd name="T45" fmla="*/ 7 h 128"/>
              <a:gd name="T46" fmla="*/ 62 w 132"/>
              <a:gd name="T47" fmla="*/ 87 h 128"/>
              <a:gd name="T48" fmla="*/ 56 w 132"/>
              <a:gd name="T49" fmla="*/ 102 h 128"/>
              <a:gd name="T50" fmla="*/ 41 w 132"/>
              <a:gd name="T51" fmla="*/ 117 h 128"/>
              <a:gd name="T52" fmla="*/ 27 w 132"/>
              <a:gd name="T53" fmla="*/ 123 h 128"/>
              <a:gd name="T54" fmla="*/ 12 w 132"/>
              <a:gd name="T55" fmla="*/ 117 h 128"/>
              <a:gd name="T56" fmla="*/ 7 w 132"/>
              <a:gd name="T57" fmla="*/ 103 h 128"/>
              <a:gd name="T58" fmla="*/ 12 w 132"/>
              <a:gd name="T59" fmla="*/ 89 h 128"/>
              <a:gd name="T60" fmla="*/ 28 w 132"/>
              <a:gd name="T61" fmla="*/ 73 h 128"/>
              <a:gd name="T62" fmla="*/ 42 w 132"/>
              <a:gd name="T63" fmla="*/ 67 h 128"/>
              <a:gd name="T64" fmla="*/ 53 w 132"/>
              <a:gd name="T65" fmla="*/ 71 h 128"/>
              <a:gd name="T66" fmla="*/ 55 w 132"/>
              <a:gd name="T67" fmla="*/ 72 h 128"/>
              <a:gd name="T68" fmla="*/ 41 w 132"/>
              <a:gd name="T69" fmla="*/ 86 h 128"/>
              <a:gd name="T70" fmla="*/ 41 w 132"/>
              <a:gd name="T71" fmla="*/ 89 h 128"/>
              <a:gd name="T72" fmla="*/ 44 w 132"/>
              <a:gd name="T73" fmla="*/ 89 h 128"/>
              <a:gd name="T74" fmla="*/ 58 w 132"/>
              <a:gd name="T75" fmla="*/ 75 h 128"/>
              <a:gd name="T76" fmla="*/ 59 w 132"/>
              <a:gd name="T77" fmla="*/ 76 h 128"/>
              <a:gd name="T78" fmla="*/ 62 w 132"/>
              <a:gd name="T79" fmla="*/ 87 h 128"/>
              <a:gd name="T80" fmla="*/ 120 w 132"/>
              <a:gd name="T81" fmla="*/ 38 h 128"/>
              <a:gd name="T82" fmla="*/ 104 w 132"/>
              <a:gd name="T83" fmla="*/ 54 h 128"/>
              <a:gd name="T84" fmla="*/ 90 w 132"/>
              <a:gd name="T85" fmla="*/ 60 h 128"/>
              <a:gd name="T86" fmla="*/ 79 w 132"/>
              <a:gd name="T87" fmla="*/ 57 h 128"/>
              <a:gd name="T88" fmla="*/ 77 w 132"/>
              <a:gd name="T89" fmla="*/ 56 h 128"/>
              <a:gd name="T90" fmla="*/ 91 w 132"/>
              <a:gd name="T91" fmla="*/ 42 h 128"/>
              <a:gd name="T92" fmla="*/ 91 w 132"/>
              <a:gd name="T93" fmla="*/ 39 h 128"/>
              <a:gd name="T94" fmla="*/ 88 w 132"/>
              <a:gd name="T95" fmla="*/ 39 h 128"/>
              <a:gd name="T96" fmla="*/ 74 w 132"/>
              <a:gd name="T97" fmla="*/ 52 h 128"/>
              <a:gd name="T98" fmla="*/ 73 w 132"/>
              <a:gd name="T99" fmla="*/ 51 h 128"/>
              <a:gd name="T100" fmla="*/ 70 w 132"/>
              <a:gd name="T101" fmla="*/ 40 h 128"/>
              <a:gd name="T102" fmla="*/ 76 w 132"/>
              <a:gd name="T103" fmla="*/ 26 h 128"/>
              <a:gd name="T104" fmla="*/ 91 w 132"/>
              <a:gd name="T105" fmla="*/ 10 h 128"/>
              <a:gd name="T106" fmla="*/ 105 w 132"/>
              <a:gd name="T107" fmla="*/ 4 h 128"/>
              <a:gd name="T108" fmla="*/ 120 w 132"/>
              <a:gd name="T109" fmla="*/ 10 h 128"/>
              <a:gd name="T110" fmla="*/ 125 w 132"/>
              <a:gd name="T111" fmla="*/ 24 h 128"/>
              <a:gd name="T112" fmla="*/ 120 w 132"/>
              <a:gd name="T113" fmla="*/ 3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32" h="128">
                <a:moveTo>
                  <a:pt x="123" y="7"/>
                </a:moveTo>
                <a:cubicBezTo>
                  <a:pt x="118" y="2"/>
                  <a:pt x="112" y="0"/>
                  <a:pt x="105" y="0"/>
                </a:cubicBezTo>
                <a:cubicBezTo>
                  <a:pt x="99" y="0"/>
                  <a:pt x="93" y="2"/>
                  <a:pt x="88" y="7"/>
                </a:cubicBezTo>
                <a:cubicBezTo>
                  <a:pt x="72" y="23"/>
                  <a:pt x="72" y="23"/>
                  <a:pt x="72" y="23"/>
                </a:cubicBezTo>
                <a:cubicBezTo>
                  <a:pt x="64" y="31"/>
                  <a:pt x="63" y="45"/>
                  <a:pt x="70" y="55"/>
                </a:cubicBezTo>
                <a:cubicBezTo>
                  <a:pt x="71" y="56"/>
                  <a:pt x="71" y="56"/>
                  <a:pt x="71" y="56"/>
                </a:cubicBezTo>
                <a:cubicBezTo>
                  <a:pt x="58" y="69"/>
                  <a:pt x="58" y="69"/>
                  <a:pt x="58" y="69"/>
                </a:cubicBezTo>
                <a:cubicBezTo>
                  <a:pt x="57" y="68"/>
                  <a:pt x="57" y="68"/>
                  <a:pt x="57" y="68"/>
                </a:cubicBezTo>
                <a:cubicBezTo>
                  <a:pt x="53" y="65"/>
                  <a:pt x="48" y="63"/>
                  <a:pt x="42" y="63"/>
                </a:cubicBezTo>
                <a:cubicBezTo>
                  <a:pt x="36" y="63"/>
                  <a:pt x="30" y="65"/>
                  <a:pt x="25" y="70"/>
                </a:cubicBezTo>
                <a:cubicBezTo>
                  <a:pt x="9" y="86"/>
                  <a:pt x="9" y="86"/>
                  <a:pt x="9" y="86"/>
                </a:cubicBezTo>
                <a:cubicBezTo>
                  <a:pt x="0" y="95"/>
                  <a:pt x="0" y="111"/>
                  <a:pt x="9" y="121"/>
                </a:cubicBezTo>
                <a:cubicBezTo>
                  <a:pt x="14" y="125"/>
                  <a:pt x="20" y="128"/>
                  <a:pt x="27" y="128"/>
                </a:cubicBezTo>
                <a:cubicBezTo>
                  <a:pt x="33" y="128"/>
                  <a:pt x="39" y="125"/>
                  <a:pt x="44" y="121"/>
                </a:cubicBezTo>
                <a:cubicBezTo>
                  <a:pt x="60" y="105"/>
                  <a:pt x="60" y="105"/>
                  <a:pt x="60" y="105"/>
                </a:cubicBezTo>
                <a:cubicBezTo>
                  <a:pt x="68" y="96"/>
                  <a:pt x="69" y="82"/>
                  <a:pt x="62" y="73"/>
                </a:cubicBezTo>
                <a:cubicBezTo>
                  <a:pt x="61" y="72"/>
                  <a:pt x="61" y="72"/>
                  <a:pt x="61" y="72"/>
                </a:cubicBezTo>
                <a:cubicBezTo>
                  <a:pt x="74" y="59"/>
                  <a:pt x="74" y="59"/>
                  <a:pt x="74" y="59"/>
                </a:cubicBezTo>
                <a:cubicBezTo>
                  <a:pt x="75" y="60"/>
                  <a:pt x="75" y="60"/>
                  <a:pt x="75" y="60"/>
                </a:cubicBezTo>
                <a:cubicBezTo>
                  <a:pt x="79" y="63"/>
                  <a:pt x="84" y="65"/>
                  <a:pt x="90" y="65"/>
                </a:cubicBezTo>
                <a:cubicBezTo>
                  <a:pt x="96" y="65"/>
                  <a:pt x="102" y="62"/>
                  <a:pt x="107" y="57"/>
                </a:cubicBezTo>
                <a:cubicBezTo>
                  <a:pt x="123" y="42"/>
                  <a:pt x="123" y="42"/>
                  <a:pt x="123" y="42"/>
                </a:cubicBezTo>
                <a:cubicBezTo>
                  <a:pt x="132" y="32"/>
                  <a:pt x="132" y="16"/>
                  <a:pt x="123" y="7"/>
                </a:cubicBezTo>
                <a:close/>
                <a:moveTo>
                  <a:pt x="62" y="87"/>
                </a:moveTo>
                <a:cubicBezTo>
                  <a:pt x="62" y="93"/>
                  <a:pt x="60" y="98"/>
                  <a:pt x="56" y="102"/>
                </a:cubicBezTo>
                <a:cubicBezTo>
                  <a:pt x="41" y="117"/>
                  <a:pt x="41" y="117"/>
                  <a:pt x="41" y="117"/>
                </a:cubicBezTo>
                <a:cubicBezTo>
                  <a:pt x="37" y="121"/>
                  <a:pt x="32" y="123"/>
                  <a:pt x="27" y="123"/>
                </a:cubicBezTo>
                <a:cubicBezTo>
                  <a:pt x="21" y="123"/>
                  <a:pt x="16" y="121"/>
                  <a:pt x="12" y="117"/>
                </a:cubicBezTo>
                <a:cubicBezTo>
                  <a:pt x="9" y="114"/>
                  <a:pt x="7" y="109"/>
                  <a:pt x="7" y="103"/>
                </a:cubicBezTo>
                <a:cubicBezTo>
                  <a:pt x="7" y="98"/>
                  <a:pt x="9" y="93"/>
                  <a:pt x="12" y="89"/>
                </a:cubicBezTo>
                <a:cubicBezTo>
                  <a:pt x="28" y="73"/>
                  <a:pt x="28" y="73"/>
                  <a:pt x="28" y="73"/>
                </a:cubicBezTo>
                <a:cubicBezTo>
                  <a:pt x="32" y="70"/>
                  <a:pt x="37" y="67"/>
                  <a:pt x="42" y="67"/>
                </a:cubicBezTo>
                <a:cubicBezTo>
                  <a:pt x="46" y="67"/>
                  <a:pt x="50" y="69"/>
                  <a:pt x="53" y="71"/>
                </a:cubicBezTo>
                <a:cubicBezTo>
                  <a:pt x="55" y="72"/>
                  <a:pt x="55" y="72"/>
                  <a:pt x="55" y="72"/>
                </a:cubicBezTo>
                <a:cubicBezTo>
                  <a:pt x="41" y="86"/>
                  <a:pt x="41" y="86"/>
                  <a:pt x="41" y="86"/>
                </a:cubicBezTo>
                <a:cubicBezTo>
                  <a:pt x="40" y="87"/>
                  <a:pt x="40" y="88"/>
                  <a:pt x="41" y="89"/>
                </a:cubicBezTo>
                <a:cubicBezTo>
                  <a:pt x="42" y="90"/>
                  <a:pt x="43" y="90"/>
                  <a:pt x="44" y="89"/>
                </a:cubicBezTo>
                <a:cubicBezTo>
                  <a:pt x="58" y="75"/>
                  <a:pt x="58" y="75"/>
                  <a:pt x="58" y="75"/>
                </a:cubicBezTo>
                <a:cubicBezTo>
                  <a:pt x="59" y="76"/>
                  <a:pt x="59" y="76"/>
                  <a:pt x="59" y="76"/>
                </a:cubicBezTo>
                <a:cubicBezTo>
                  <a:pt x="61" y="80"/>
                  <a:pt x="62" y="84"/>
                  <a:pt x="62" y="87"/>
                </a:cubicBezTo>
                <a:close/>
                <a:moveTo>
                  <a:pt x="120" y="38"/>
                </a:moveTo>
                <a:cubicBezTo>
                  <a:pt x="104" y="54"/>
                  <a:pt x="104" y="54"/>
                  <a:pt x="104" y="54"/>
                </a:cubicBezTo>
                <a:cubicBezTo>
                  <a:pt x="100" y="58"/>
                  <a:pt x="95" y="60"/>
                  <a:pt x="90" y="60"/>
                </a:cubicBezTo>
                <a:cubicBezTo>
                  <a:pt x="86" y="60"/>
                  <a:pt x="82" y="59"/>
                  <a:pt x="79" y="57"/>
                </a:cubicBezTo>
                <a:cubicBezTo>
                  <a:pt x="77" y="56"/>
                  <a:pt x="77" y="56"/>
                  <a:pt x="77" y="56"/>
                </a:cubicBezTo>
                <a:cubicBezTo>
                  <a:pt x="91" y="42"/>
                  <a:pt x="91" y="42"/>
                  <a:pt x="91" y="42"/>
                </a:cubicBezTo>
                <a:cubicBezTo>
                  <a:pt x="92" y="41"/>
                  <a:pt x="92" y="39"/>
                  <a:pt x="91" y="39"/>
                </a:cubicBezTo>
                <a:cubicBezTo>
                  <a:pt x="90" y="38"/>
                  <a:pt x="89" y="38"/>
                  <a:pt x="88" y="39"/>
                </a:cubicBezTo>
                <a:cubicBezTo>
                  <a:pt x="74" y="52"/>
                  <a:pt x="74" y="52"/>
                  <a:pt x="74" y="52"/>
                </a:cubicBezTo>
                <a:cubicBezTo>
                  <a:pt x="73" y="51"/>
                  <a:pt x="73" y="51"/>
                  <a:pt x="73" y="51"/>
                </a:cubicBezTo>
                <a:cubicBezTo>
                  <a:pt x="71" y="48"/>
                  <a:pt x="70" y="44"/>
                  <a:pt x="70" y="40"/>
                </a:cubicBezTo>
                <a:cubicBezTo>
                  <a:pt x="70" y="35"/>
                  <a:pt x="72" y="30"/>
                  <a:pt x="76" y="26"/>
                </a:cubicBezTo>
                <a:cubicBezTo>
                  <a:pt x="91" y="10"/>
                  <a:pt x="91" y="10"/>
                  <a:pt x="91" y="10"/>
                </a:cubicBezTo>
                <a:cubicBezTo>
                  <a:pt x="95" y="6"/>
                  <a:pt x="100" y="4"/>
                  <a:pt x="105" y="4"/>
                </a:cubicBezTo>
                <a:cubicBezTo>
                  <a:pt x="111" y="4"/>
                  <a:pt x="116" y="6"/>
                  <a:pt x="120" y="10"/>
                </a:cubicBezTo>
                <a:cubicBezTo>
                  <a:pt x="123" y="14"/>
                  <a:pt x="125" y="19"/>
                  <a:pt x="125" y="24"/>
                </a:cubicBezTo>
                <a:cubicBezTo>
                  <a:pt x="125" y="30"/>
                  <a:pt x="123" y="35"/>
                  <a:pt x="120" y="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Freeform 18"/>
          <p:cNvSpPr>
            <a:spLocks noEditPoints="1"/>
          </p:cNvSpPr>
          <p:nvPr/>
        </p:nvSpPr>
        <p:spPr bwMode="auto">
          <a:xfrm>
            <a:off x="2538413" y="6078549"/>
            <a:ext cx="382588" cy="481013"/>
          </a:xfrm>
          <a:custGeom>
            <a:avLst/>
            <a:gdLst>
              <a:gd name="T0" fmla="*/ 91 w 102"/>
              <a:gd name="T1" fmla="*/ 8 h 128"/>
              <a:gd name="T2" fmla="*/ 71 w 102"/>
              <a:gd name="T3" fmla="*/ 0 h 128"/>
              <a:gd name="T4" fmla="*/ 51 w 102"/>
              <a:gd name="T5" fmla="*/ 8 h 128"/>
              <a:gd name="T6" fmla="*/ 30 w 102"/>
              <a:gd name="T7" fmla="*/ 29 h 128"/>
              <a:gd name="T8" fmla="*/ 26 w 102"/>
              <a:gd name="T9" fmla="*/ 63 h 128"/>
              <a:gd name="T10" fmla="*/ 26 w 102"/>
              <a:gd name="T11" fmla="*/ 64 h 128"/>
              <a:gd name="T12" fmla="*/ 11 w 102"/>
              <a:gd name="T13" fmla="*/ 79 h 128"/>
              <a:gd name="T14" fmla="*/ 11 w 102"/>
              <a:gd name="T15" fmla="*/ 119 h 128"/>
              <a:gd name="T16" fmla="*/ 31 w 102"/>
              <a:gd name="T17" fmla="*/ 128 h 128"/>
              <a:gd name="T18" fmla="*/ 51 w 102"/>
              <a:gd name="T19" fmla="*/ 119 h 128"/>
              <a:gd name="T20" fmla="*/ 72 w 102"/>
              <a:gd name="T21" fmla="*/ 98 h 128"/>
              <a:gd name="T22" fmla="*/ 76 w 102"/>
              <a:gd name="T23" fmla="*/ 64 h 128"/>
              <a:gd name="T24" fmla="*/ 76 w 102"/>
              <a:gd name="T25" fmla="*/ 63 h 128"/>
              <a:gd name="T26" fmla="*/ 91 w 102"/>
              <a:gd name="T27" fmla="*/ 48 h 128"/>
              <a:gd name="T28" fmla="*/ 91 w 102"/>
              <a:gd name="T29" fmla="*/ 8 h 128"/>
              <a:gd name="T30" fmla="*/ 69 w 102"/>
              <a:gd name="T31" fmla="*/ 95 h 128"/>
              <a:gd name="T32" fmla="*/ 48 w 102"/>
              <a:gd name="T33" fmla="*/ 116 h 128"/>
              <a:gd name="T34" fmla="*/ 31 w 102"/>
              <a:gd name="T35" fmla="*/ 123 h 128"/>
              <a:gd name="T36" fmla="*/ 14 w 102"/>
              <a:gd name="T37" fmla="*/ 116 h 128"/>
              <a:gd name="T38" fmla="*/ 7 w 102"/>
              <a:gd name="T39" fmla="*/ 99 h 128"/>
              <a:gd name="T40" fmla="*/ 14 w 102"/>
              <a:gd name="T41" fmla="*/ 83 h 128"/>
              <a:gd name="T42" fmla="*/ 29 w 102"/>
              <a:gd name="T43" fmla="*/ 68 h 128"/>
              <a:gd name="T44" fmla="*/ 30 w 102"/>
              <a:gd name="T45" fmla="*/ 69 h 128"/>
              <a:gd name="T46" fmla="*/ 50 w 102"/>
              <a:gd name="T47" fmla="*/ 77 h 128"/>
              <a:gd name="T48" fmla="*/ 70 w 102"/>
              <a:gd name="T49" fmla="*/ 69 h 128"/>
              <a:gd name="T50" fmla="*/ 73 w 102"/>
              <a:gd name="T51" fmla="*/ 66 h 128"/>
              <a:gd name="T52" fmla="*/ 73 w 102"/>
              <a:gd name="T53" fmla="*/ 68 h 128"/>
              <a:gd name="T54" fmla="*/ 76 w 102"/>
              <a:gd name="T55" fmla="*/ 78 h 128"/>
              <a:gd name="T56" fmla="*/ 69 w 102"/>
              <a:gd name="T57" fmla="*/ 95 h 128"/>
              <a:gd name="T58" fmla="*/ 32 w 102"/>
              <a:gd name="T59" fmla="*/ 65 h 128"/>
              <a:gd name="T60" fmla="*/ 35 w 102"/>
              <a:gd name="T61" fmla="*/ 62 h 128"/>
              <a:gd name="T62" fmla="*/ 52 w 102"/>
              <a:gd name="T63" fmla="*/ 55 h 128"/>
              <a:gd name="T64" fmla="*/ 69 w 102"/>
              <a:gd name="T65" fmla="*/ 62 h 128"/>
              <a:gd name="T66" fmla="*/ 70 w 102"/>
              <a:gd name="T67" fmla="*/ 63 h 128"/>
              <a:gd name="T68" fmla="*/ 67 w 102"/>
              <a:gd name="T69" fmla="*/ 66 h 128"/>
              <a:gd name="T70" fmla="*/ 50 w 102"/>
              <a:gd name="T71" fmla="*/ 73 h 128"/>
              <a:gd name="T72" fmla="*/ 33 w 102"/>
              <a:gd name="T73" fmla="*/ 66 h 128"/>
              <a:gd name="T74" fmla="*/ 32 w 102"/>
              <a:gd name="T75" fmla="*/ 65 h 128"/>
              <a:gd name="T76" fmla="*/ 88 w 102"/>
              <a:gd name="T77" fmla="*/ 45 h 128"/>
              <a:gd name="T78" fmla="*/ 73 w 102"/>
              <a:gd name="T79" fmla="*/ 59 h 128"/>
              <a:gd name="T80" fmla="*/ 72 w 102"/>
              <a:gd name="T81" fmla="*/ 58 h 128"/>
              <a:gd name="T82" fmla="*/ 52 w 102"/>
              <a:gd name="T83" fmla="*/ 50 h 128"/>
              <a:gd name="T84" fmla="*/ 32 w 102"/>
              <a:gd name="T85" fmla="*/ 58 h 128"/>
              <a:gd name="T86" fmla="*/ 29 w 102"/>
              <a:gd name="T87" fmla="*/ 61 h 128"/>
              <a:gd name="T88" fmla="*/ 29 w 102"/>
              <a:gd name="T89" fmla="*/ 59 h 128"/>
              <a:gd name="T90" fmla="*/ 26 w 102"/>
              <a:gd name="T91" fmla="*/ 49 h 128"/>
              <a:gd name="T92" fmla="*/ 33 w 102"/>
              <a:gd name="T93" fmla="*/ 32 h 128"/>
              <a:gd name="T94" fmla="*/ 54 w 102"/>
              <a:gd name="T95" fmla="*/ 11 h 128"/>
              <a:gd name="T96" fmla="*/ 71 w 102"/>
              <a:gd name="T97" fmla="*/ 4 h 128"/>
              <a:gd name="T98" fmla="*/ 88 w 102"/>
              <a:gd name="T99" fmla="*/ 11 h 128"/>
              <a:gd name="T100" fmla="*/ 95 w 102"/>
              <a:gd name="T101" fmla="*/ 28 h 128"/>
              <a:gd name="T102" fmla="*/ 88 w 102"/>
              <a:gd name="T103" fmla="*/ 4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2" h="128">
                <a:moveTo>
                  <a:pt x="91" y="8"/>
                </a:moveTo>
                <a:cubicBezTo>
                  <a:pt x="86" y="3"/>
                  <a:pt x="78" y="0"/>
                  <a:pt x="71" y="0"/>
                </a:cubicBezTo>
                <a:cubicBezTo>
                  <a:pt x="63" y="0"/>
                  <a:pt x="56" y="3"/>
                  <a:pt x="51" y="8"/>
                </a:cubicBezTo>
                <a:cubicBezTo>
                  <a:pt x="30" y="29"/>
                  <a:pt x="30" y="29"/>
                  <a:pt x="30" y="29"/>
                </a:cubicBezTo>
                <a:cubicBezTo>
                  <a:pt x="21" y="38"/>
                  <a:pt x="19" y="52"/>
                  <a:pt x="26" y="63"/>
                </a:cubicBezTo>
                <a:cubicBezTo>
                  <a:pt x="26" y="64"/>
                  <a:pt x="26" y="64"/>
                  <a:pt x="26" y="64"/>
                </a:cubicBezTo>
                <a:cubicBezTo>
                  <a:pt x="11" y="79"/>
                  <a:pt x="11" y="79"/>
                  <a:pt x="11" y="79"/>
                </a:cubicBezTo>
                <a:cubicBezTo>
                  <a:pt x="0" y="90"/>
                  <a:pt x="0" y="108"/>
                  <a:pt x="11" y="119"/>
                </a:cubicBezTo>
                <a:cubicBezTo>
                  <a:pt x="16" y="125"/>
                  <a:pt x="24" y="128"/>
                  <a:pt x="31" y="128"/>
                </a:cubicBezTo>
                <a:cubicBezTo>
                  <a:pt x="39" y="128"/>
                  <a:pt x="46" y="125"/>
                  <a:pt x="51" y="119"/>
                </a:cubicBezTo>
                <a:cubicBezTo>
                  <a:pt x="72" y="98"/>
                  <a:pt x="72" y="98"/>
                  <a:pt x="72" y="98"/>
                </a:cubicBezTo>
                <a:cubicBezTo>
                  <a:pt x="81" y="89"/>
                  <a:pt x="83" y="75"/>
                  <a:pt x="76" y="64"/>
                </a:cubicBezTo>
                <a:cubicBezTo>
                  <a:pt x="76" y="63"/>
                  <a:pt x="76" y="63"/>
                  <a:pt x="76" y="63"/>
                </a:cubicBezTo>
                <a:cubicBezTo>
                  <a:pt x="91" y="48"/>
                  <a:pt x="91" y="48"/>
                  <a:pt x="91" y="48"/>
                </a:cubicBezTo>
                <a:cubicBezTo>
                  <a:pt x="102" y="37"/>
                  <a:pt x="102" y="19"/>
                  <a:pt x="91" y="8"/>
                </a:cubicBezTo>
                <a:close/>
                <a:moveTo>
                  <a:pt x="69" y="95"/>
                </a:moveTo>
                <a:cubicBezTo>
                  <a:pt x="48" y="116"/>
                  <a:pt x="48" y="116"/>
                  <a:pt x="48" y="116"/>
                </a:cubicBezTo>
                <a:cubicBezTo>
                  <a:pt x="43" y="121"/>
                  <a:pt x="37" y="123"/>
                  <a:pt x="31" y="123"/>
                </a:cubicBezTo>
                <a:cubicBezTo>
                  <a:pt x="25" y="123"/>
                  <a:pt x="19" y="121"/>
                  <a:pt x="14" y="116"/>
                </a:cubicBezTo>
                <a:cubicBezTo>
                  <a:pt x="10" y="112"/>
                  <a:pt x="7" y="106"/>
                  <a:pt x="7" y="99"/>
                </a:cubicBezTo>
                <a:cubicBezTo>
                  <a:pt x="7" y="93"/>
                  <a:pt x="10" y="87"/>
                  <a:pt x="14" y="83"/>
                </a:cubicBezTo>
                <a:cubicBezTo>
                  <a:pt x="29" y="68"/>
                  <a:pt x="29" y="68"/>
                  <a:pt x="29" y="68"/>
                </a:cubicBezTo>
                <a:cubicBezTo>
                  <a:pt x="30" y="69"/>
                  <a:pt x="30" y="69"/>
                  <a:pt x="30" y="69"/>
                </a:cubicBezTo>
                <a:cubicBezTo>
                  <a:pt x="35" y="74"/>
                  <a:pt x="42" y="77"/>
                  <a:pt x="50" y="77"/>
                </a:cubicBezTo>
                <a:cubicBezTo>
                  <a:pt x="57" y="77"/>
                  <a:pt x="65" y="74"/>
                  <a:pt x="70" y="69"/>
                </a:cubicBezTo>
                <a:cubicBezTo>
                  <a:pt x="73" y="66"/>
                  <a:pt x="73" y="66"/>
                  <a:pt x="73" y="66"/>
                </a:cubicBezTo>
                <a:cubicBezTo>
                  <a:pt x="73" y="68"/>
                  <a:pt x="73" y="68"/>
                  <a:pt x="73" y="68"/>
                </a:cubicBezTo>
                <a:cubicBezTo>
                  <a:pt x="75" y="71"/>
                  <a:pt x="76" y="75"/>
                  <a:pt x="76" y="78"/>
                </a:cubicBezTo>
                <a:cubicBezTo>
                  <a:pt x="76" y="85"/>
                  <a:pt x="73" y="91"/>
                  <a:pt x="69" y="95"/>
                </a:cubicBezTo>
                <a:close/>
                <a:moveTo>
                  <a:pt x="32" y="65"/>
                </a:moveTo>
                <a:cubicBezTo>
                  <a:pt x="35" y="62"/>
                  <a:pt x="35" y="62"/>
                  <a:pt x="35" y="62"/>
                </a:cubicBezTo>
                <a:cubicBezTo>
                  <a:pt x="40" y="57"/>
                  <a:pt x="46" y="55"/>
                  <a:pt x="52" y="55"/>
                </a:cubicBezTo>
                <a:cubicBezTo>
                  <a:pt x="58" y="55"/>
                  <a:pt x="64" y="57"/>
                  <a:pt x="69" y="62"/>
                </a:cubicBezTo>
                <a:cubicBezTo>
                  <a:pt x="70" y="63"/>
                  <a:pt x="70" y="63"/>
                  <a:pt x="70" y="63"/>
                </a:cubicBezTo>
                <a:cubicBezTo>
                  <a:pt x="67" y="66"/>
                  <a:pt x="67" y="66"/>
                  <a:pt x="67" y="66"/>
                </a:cubicBezTo>
                <a:cubicBezTo>
                  <a:pt x="62" y="70"/>
                  <a:pt x="56" y="73"/>
                  <a:pt x="50" y="73"/>
                </a:cubicBezTo>
                <a:cubicBezTo>
                  <a:pt x="44" y="73"/>
                  <a:pt x="38" y="70"/>
                  <a:pt x="33" y="66"/>
                </a:cubicBezTo>
                <a:lnTo>
                  <a:pt x="32" y="65"/>
                </a:lnTo>
                <a:close/>
                <a:moveTo>
                  <a:pt x="88" y="45"/>
                </a:moveTo>
                <a:cubicBezTo>
                  <a:pt x="73" y="59"/>
                  <a:pt x="73" y="59"/>
                  <a:pt x="73" y="59"/>
                </a:cubicBezTo>
                <a:cubicBezTo>
                  <a:pt x="72" y="58"/>
                  <a:pt x="72" y="58"/>
                  <a:pt x="72" y="58"/>
                </a:cubicBezTo>
                <a:cubicBezTo>
                  <a:pt x="67" y="53"/>
                  <a:pt x="60" y="50"/>
                  <a:pt x="52" y="50"/>
                </a:cubicBezTo>
                <a:cubicBezTo>
                  <a:pt x="45" y="50"/>
                  <a:pt x="37" y="53"/>
                  <a:pt x="32" y="58"/>
                </a:cubicBezTo>
                <a:cubicBezTo>
                  <a:pt x="29" y="61"/>
                  <a:pt x="29" y="61"/>
                  <a:pt x="29" y="61"/>
                </a:cubicBezTo>
                <a:cubicBezTo>
                  <a:pt x="29" y="59"/>
                  <a:pt x="29" y="59"/>
                  <a:pt x="29" y="59"/>
                </a:cubicBezTo>
                <a:cubicBezTo>
                  <a:pt x="27" y="56"/>
                  <a:pt x="26" y="53"/>
                  <a:pt x="26" y="49"/>
                </a:cubicBezTo>
                <a:cubicBezTo>
                  <a:pt x="26" y="43"/>
                  <a:pt x="29" y="37"/>
                  <a:pt x="33" y="32"/>
                </a:cubicBezTo>
                <a:cubicBezTo>
                  <a:pt x="54" y="11"/>
                  <a:pt x="54" y="11"/>
                  <a:pt x="54" y="11"/>
                </a:cubicBezTo>
                <a:cubicBezTo>
                  <a:pt x="59" y="7"/>
                  <a:pt x="65" y="4"/>
                  <a:pt x="71" y="4"/>
                </a:cubicBezTo>
                <a:cubicBezTo>
                  <a:pt x="77" y="4"/>
                  <a:pt x="83" y="7"/>
                  <a:pt x="88" y="11"/>
                </a:cubicBezTo>
                <a:cubicBezTo>
                  <a:pt x="92" y="16"/>
                  <a:pt x="95" y="22"/>
                  <a:pt x="95" y="28"/>
                </a:cubicBezTo>
                <a:cubicBezTo>
                  <a:pt x="95" y="34"/>
                  <a:pt x="92" y="40"/>
                  <a:pt x="88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Freeform 19"/>
          <p:cNvSpPr>
            <a:spLocks noEditPoints="1"/>
          </p:cNvSpPr>
          <p:nvPr/>
        </p:nvSpPr>
        <p:spPr bwMode="auto">
          <a:xfrm>
            <a:off x="1528763" y="6078549"/>
            <a:ext cx="481013" cy="481013"/>
          </a:xfrm>
          <a:custGeom>
            <a:avLst/>
            <a:gdLst>
              <a:gd name="T0" fmla="*/ 103 w 128"/>
              <a:gd name="T1" fmla="*/ 79 h 128"/>
              <a:gd name="T2" fmla="*/ 83 w 128"/>
              <a:gd name="T3" fmla="*/ 89 h 128"/>
              <a:gd name="T4" fmla="*/ 47 w 128"/>
              <a:gd name="T5" fmla="*/ 73 h 128"/>
              <a:gd name="T6" fmla="*/ 49 w 128"/>
              <a:gd name="T7" fmla="*/ 64 h 128"/>
              <a:gd name="T8" fmla="*/ 47 w 128"/>
              <a:gd name="T9" fmla="*/ 55 h 128"/>
              <a:gd name="T10" fmla="*/ 83 w 128"/>
              <a:gd name="T11" fmla="*/ 38 h 128"/>
              <a:gd name="T12" fmla="*/ 114 w 128"/>
              <a:gd name="T13" fmla="*/ 46 h 128"/>
              <a:gd name="T14" fmla="*/ 103 w 128"/>
              <a:gd name="T15" fmla="*/ 0 h 128"/>
              <a:gd name="T16" fmla="*/ 79 w 128"/>
              <a:gd name="T17" fmla="*/ 24 h 128"/>
              <a:gd name="T18" fmla="*/ 81 w 128"/>
              <a:gd name="T19" fmla="*/ 33 h 128"/>
              <a:gd name="T20" fmla="*/ 45 w 128"/>
              <a:gd name="T21" fmla="*/ 50 h 128"/>
              <a:gd name="T22" fmla="*/ 14 w 128"/>
              <a:gd name="T23" fmla="*/ 42 h 128"/>
              <a:gd name="T24" fmla="*/ 25 w 128"/>
              <a:gd name="T25" fmla="*/ 88 h 128"/>
              <a:gd name="T26" fmla="*/ 45 w 128"/>
              <a:gd name="T27" fmla="*/ 78 h 128"/>
              <a:gd name="T28" fmla="*/ 81 w 128"/>
              <a:gd name="T29" fmla="*/ 94 h 128"/>
              <a:gd name="T30" fmla="*/ 79 w 128"/>
              <a:gd name="T31" fmla="*/ 103 h 128"/>
              <a:gd name="T32" fmla="*/ 114 w 128"/>
              <a:gd name="T33" fmla="*/ 125 h 128"/>
              <a:gd name="T34" fmla="*/ 87 w 128"/>
              <a:gd name="T35" fmla="*/ 14 h 128"/>
              <a:gd name="T36" fmla="*/ 103 w 128"/>
              <a:gd name="T37" fmla="*/ 4 h 128"/>
              <a:gd name="T38" fmla="*/ 123 w 128"/>
              <a:gd name="T39" fmla="*/ 24 h 128"/>
              <a:gd name="T40" fmla="*/ 112 w 128"/>
              <a:gd name="T41" fmla="*/ 42 h 128"/>
              <a:gd name="T42" fmla="*/ 89 w 128"/>
              <a:gd name="T43" fmla="*/ 38 h 128"/>
              <a:gd name="T44" fmla="*/ 87 w 128"/>
              <a:gd name="T45" fmla="*/ 14 h 128"/>
              <a:gd name="T46" fmla="*/ 33 w 128"/>
              <a:gd name="T47" fmla="*/ 82 h 128"/>
              <a:gd name="T48" fmla="*/ 10 w 128"/>
              <a:gd name="T49" fmla="*/ 78 h 128"/>
              <a:gd name="T50" fmla="*/ 8 w 128"/>
              <a:gd name="T51" fmla="*/ 53 h 128"/>
              <a:gd name="T52" fmla="*/ 25 w 128"/>
              <a:gd name="T53" fmla="*/ 44 h 128"/>
              <a:gd name="T54" fmla="*/ 45 w 128"/>
              <a:gd name="T55" fmla="*/ 64 h 128"/>
              <a:gd name="T56" fmla="*/ 112 w 128"/>
              <a:gd name="T57" fmla="*/ 121 h 128"/>
              <a:gd name="T58" fmla="*/ 89 w 128"/>
              <a:gd name="T59" fmla="*/ 117 h 128"/>
              <a:gd name="T60" fmla="*/ 87 w 128"/>
              <a:gd name="T61" fmla="*/ 93 h 128"/>
              <a:gd name="T62" fmla="*/ 118 w 128"/>
              <a:gd name="T63" fmla="*/ 89 h 128"/>
              <a:gd name="T64" fmla="*/ 120 w 128"/>
              <a:gd name="T65" fmla="*/ 11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" h="128">
                <a:moveTo>
                  <a:pt x="128" y="103"/>
                </a:moveTo>
                <a:cubicBezTo>
                  <a:pt x="128" y="90"/>
                  <a:pt x="117" y="79"/>
                  <a:pt x="103" y="79"/>
                </a:cubicBezTo>
                <a:cubicBezTo>
                  <a:pt x="100" y="79"/>
                  <a:pt x="96" y="80"/>
                  <a:pt x="93" y="81"/>
                </a:cubicBezTo>
                <a:cubicBezTo>
                  <a:pt x="89" y="83"/>
                  <a:pt x="86" y="86"/>
                  <a:pt x="83" y="89"/>
                </a:cubicBezTo>
                <a:cubicBezTo>
                  <a:pt x="83" y="90"/>
                  <a:pt x="83" y="90"/>
                  <a:pt x="83" y="90"/>
                </a:cubicBezTo>
                <a:cubicBezTo>
                  <a:pt x="47" y="73"/>
                  <a:pt x="47" y="73"/>
                  <a:pt x="47" y="73"/>
                </a:cubicBezTo>
                <a:cubicBezTo>
                  <a:pt x="48" y="72"/>
                  <a:pt x="48" y="72"/>
                  <a:pt x="48" y="72"/>
                </a:cubicBezTo>
                <a:cubicBezTo>
                  <a:pt x="49" y="69"/>
                  <a:pt x="49" y="66"/>
                  <a:pt x="49" y="64"/>
                </a:cubicBezTo>
                <a:cubicBezTo>
                  <a:pt x="49" y="61"/>
                  <a:pt x="49" y="59"/>
                  <a:pt x="48" y="56"/>
                </a:cubicBezTo>
                <a:cubicBezTo>
                  <a:pt x="47" y="55"/>
                  <a:pt x="47" y="55"/>
                  <a:pt x="47" y="55"/>
                </a:cubicBezTo>
                <a:cubicBezTo>
                  <a:pt x="83" y="37"/>
                  <a:pt x="83" y="37"/>
                  <a:pt x="83" y="37"/>
                </a:cubicBezTo>
                <a:cubicBezTo>
                  <a:pt x="83" y="38"/>
                  <a:pt x="83" y="38"/>
                  <a:pt x="83" y="38"/>
                </a:cubicBezTo>
                <a:cubicBezTo>
                  <a:pt x="88" y="45"/>
                  <a:pt x="95" y="49"/>
                  <a:pt x="103" y="49"/>
                </a:cubicBezTo>
                <a:cubicBezTo>
                  <a:pt x="107" y="49"/>
                  <a:pt x="111" y="48"/>
                  <a:pt x="114" y="46"/>
                </a:cubicBezTo>
                <a:cubicBezTo>
                  <a:pt x="123" y="42"/>
                  <a:pt x="128" y="34"/>
                  <a:pt x="128" y="24"/>
                </a:cubicBezTo>
                <a:cubicBezTo>
                  <a:pt x="128" y="11"/>
                  <a:pt x="117" y="0"/>
                  <a:pt x="103" y="0"/>
                </a:cubicBezTo>
                <a:cubicBezTo>
                  <a:pt x="100" y="0"/>
                  <a:pt x="96" y="1"/>
                  <a:pt x="93" y="2"/>
                </a:cubicBezTo>
                <a:cubicBezTo>
                  <a:pt x="84" y="6"/>
                  <a:pt x="79" y="15"/>
                  <a:pt x="79" y="24"/>
                </a:cubicBezTo>
                <a:cubicBezTo>
                  <a:pt x="79" y="27"/>
                  <a:pt x="79" y="30"/>
                  <a:pt x="80" y="32"/>
                </a:cubicBezTo>
                <a:cubicBezTo>
                  <a:pt x="81" y="33"/>
                  <a:pt x="81" y="33"/>
                  <a:pt x="81" y="33"/>
                </a:cubicBezTo>
                <a:cubicBezTo>
                  <a:pt x="45" y="51"/>
                  <a:pt x="45" y="51"/>
                  <a:pt x="45" y="51"/>
                </a:cubicBezTo>
                <a:cubicBezTo>
                  <a:pt x="45" y="50"/>
                  <a:pt x="45" y="50"/>
                  <a:pt x="45" y="50"/>
                </a:cubicBezTo>
                <a:cubicBezTo>
                  <a:pt x="40" y="43"/>
                  <a:pt x="33" y="39"/>
                  <a:pt x="25" y="39"/>
                </a:cubicBezTo>
                <a:cubicBezTo>
                  <a:pt x="21" y="39"/>
                  <a:pt x="17" y="40"/>
                  <a:pt x="14" y="42"/>
                </a:cubicBezTo>
                <a:cubicBezTo>
                  <a:pt x="5" y="46"/>
                  <a:pt x="0" y="54"/>
                  <a:pt x="0" y="64"/>
                </a:cubicBezTo>
                <a:cubicBezTo>
                  <a:pt x="0" y="77"/>
                  <a:pt x="11" y="88"/>
                  <a:pt x="25" y="88"/>
                </a:cubicBezTo>
                <a:cubicBezTo>
                  <a:pt x="28" y="88"/>
                  <a:pt x="32" y="87"/>
                  <a:pt x="35" y="86"/>
                </a:cubicBezTo>
                <a:cubicBezTo>
                  <a:pt x="39" y="84"/>
                  <a:pt x="42" y="81"/>
                  <a:pt x="45" y="78"/>
                </a:cubicBezTo>
                <a:cubicBezTo>
                  <a:pt x="45" y="77"/>
                  <a:pt x="45" y="77"/>
                  <a:pt x="45" y="77"/>
                </a:cubicBezTo>
                <a:cubicBezTo>
                  <a:pt x="81" y="94"/>
                  <a:pt x="81" y="94"/>
                  <a:pt x="81" y="94"/>
                </a:cubicBezTo>
                <a:cubicBezTo>
                  <a:pt x="80" y="95"/>
                  <a:pt x="80" y="95"/>
                  <a:pt x="80" y="95"/>
                </a:cubicBezTo>
                <a:cubicBezTo>
                  <a:pt x="79" y="98"/>
                  <a:pt x="79" y="101"/>
                  <a:pt x="79" y="103"/>
                </a:cubicBezTo>
                <a:cubicBezTo>
                  <a:pt x="79" y="117"/>
                  <a:pt x="90" y="128"/>
                  <a:pt x="103" y="128"/>
                </a:cubicBezTo>
                <a:cubicBezTo>
                  <a:pt x="107" y="128"/>
                  <a:pt x="111" y="127"/>
                  <a:pt x="114" y="125"/>
                </a:cubicBezTo>
                <a:cubicBezTo>
                  <a:pt x="123" y="121"/>
                  <a:pt x="128" y="113"/>
                  <a:pt x="128" y="103"/>
                </a:cubicBezTo>
                <a:close/>
                <a:moveTo>
                  <a:pt x="87" y="14"/>
                </a:moveTo>
                <a:cubicBezTo>
                  <a:pt x="89" y="11"/>
                  <a:pt x="91" y="8"/>
                  <a:pt x="95" y="6"/>
                </a:cubicBezTo>
                <a:cubicBezTo>
                  <a:pt x="97" y="5"/>
                  <a:pt x="100" y="4"/>
                  <a:pt x="103" y="4"/>
                </a:cubicBezTo>
                <a:cubicBezTo>
                  <a:pt x="109" y="4"/>
                  <a:pt x="114" y="6"/>
                  <a:pt x="118" y="10"/>
                </a:cubicBezTo>
                <a:cubicBezTo>
                  <a:pt x="121" y="14"/>
                  <a:pt x="123" y="19"/>
                  <a:pt x="123" y="24"/>
                </a:cubicBezTo>
                <a:cubicBezTo>
                  <a:pt x="123" y="28"/>
                  <a:pt x="122" y="32"/>
                  <a:pt x="120" y="35"/>
                </a:cubicBezTo>
                <a:cubicBezTo>
                  <a:pt x="118" y="38"/>
                  <a:pt x="116" y="41"/>
                  <a:pt x="112" y="42"/>
                </a:cubicBezTo>
                <a:cubicBezTo>
                  <a:pt x="110" y="44"/>
                  <a:pt x="107" y="44"/>
                  <a:pt x="103" y="44"/>
                </a:cubicBezTo>
                <a:cubicBezTo>
                  <a:pt x="98" y="44"/>
                  <a:pt x="93" y="42"/>
                  <a:pt x="89" y="38"/>
                </a:cubicBezTo>
                <a:cubicBezTo>
                  <a:pt x="86" y="35"/>
                  <a:pt x="83" y="30"/>
                  <a:pt x="83" y="24"/>
                </a:cubicBezTo>
                <a:cubicBezTo>
                  <a:pt x="83" y="20"/>
                  <a:pt x="85" y="17"/>
                  <a:pt x="87" y="14"/>
                </a:cubicBezTo>
                <a:close/>
                <a:moveTo>
                  <a:pt x="41" y="74"/>
                </a:moveTo>
                <a:cubicBezTo>
                  <a:pt x="39" y="77"/>
                  <a:pt x="37" y="80"/>
                  <a:pt x="33" y="82"/>
                </a:cubicBezTo>
                <a:cubicBezTo>
                  <a:pt x="31" y="83"/>
                  <a:pt x="28" y="84"/>
                  <a:pt x="25" y="84"/>
                </a:cubicBezTo>
                <a:cubicBezTo>
                  <a:pt x="19" y="84"/>
                  <a:pt x="14" y="82"/>
                  <a:pt x="10" y="78"/>
                </a:cubicBezTo>
                <a:cubicBezTo>
                  <a:pt x="7" y="74"/>
                  <a:pt x="5" y="69"/>
                  <a:pt x="5" y="64"/>
                </a:cubicBezTo>
                <a:cubicBezTo>
                  <a:pt x="5" y="60"/>
                  <a:pt x="6" y="56"/>
                  <a:pt x="8" y="53"/>
                </a:cubicBezTo>
                <a:cubicBezTo>
                  <a:pt x="10" y="50"/>
                  <a:pt x="12" y="47"/>
                  <a:pt x="16" y="46"/>
                </a:cubicBezTo>
                <a:cubicBezTo>
                  <a:pt x="18" y="44"/>
                  <a:pt x="21" y="44"/>
                  <a:pt x="25" y="44"/>
                </a:cubicBezTo>
                <a:cubicBezTo>
                  <a:pt x="30" y="44"/>
                  <a:pt x="35" y="46"/>
                  <a:pt x="39" y="50"/>
                </a:cubicBezTo>
                <a:cubicBezTo>
                  <a:pt x="42" y="53"/>
                  <a:pt x="45" y="58"/>
                  <a:pt x="45" y="64"/>
                </a:cubicBezTo>
                <a:cubicBezTo>
                  <a:pt x="45" y="68"/>
                  <a:pt x="43" y="71"/>
                  <a:pt x="41" y="74"/>
                </a:cubicBezTo>
                <a:close/>
                <a:moveTo>
                  <a:pt x="112" y="121"/>
                </a:moveTo>
                <a:cubicBezTo>
                  <a:pt x="110" y="122"/>
                  <a:pt x="107" y="123"/>
                  <a:pt x="103" y="123"/>
                </a:cubicBezTo>
                <a:cubicBezTo>
                  <a:pt x="98" y="123"/>
                  <a:pt x="93" y="121"/>
                  <a:pt x="89" y="117"/>
                </a:cubicBezTo>
                <a:cubicBezTo>
                  <a:pt x="86" y="114"/>
                  <a:pt x="83" y="109"/>
                  <a:pt x="83" y="103"/>
                </a:cubicBezTo>
                <a:cubicBezTo>
                  <a:pt x="83" y="99"/>
                  <a:pt x="85" y="96"/>
                  <a:pt x="87" y="93"/>
                </a:cubicBezTo>
                <a:cubicBezTo>
                  <a:pt x="89" y="89"/>
                  <a:pt x="91" y="87"/>
                  <a:pt x="95" y="85"/>
                </a:cubicBezTo>
                <a:cubicBezTo>
                  <a:pt x="102" y="82"/>
                  <a:pt x="112" y="83"/>
                  <a:pt x="118" y="89"/>
                </a:cubicBezTo>
                <a:cubicBezTo>
                  <a:pt x="121" y="93"/>
                  <a:pt x="123" y="98"/>
                  <a:pt x="123" y="103"/>
                </a:cubicBezTo>
                <a:cubicBezTo>
                  <a:pt x="123" y="107"/>
                  <a:pt x="122" y="111"/>
                  <a:pt x="120" y="114"/>
                </a:cubicBezTo>
                <a:cubicBezTo>
                  <a:pt x="118" y="117"/>
                  <a:pt x="116" y="119"/>
                  <a:pt x="112" y="1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Freeform 20"/>
          <p:cNvSpPr>
            <a:spLocks noEditPoints="1"/>
          </p:cNvSpPr>
          <p:nvPr/>
        </p:nvSpPr>
        <p:spPr bwMode="auto">
          <a:xfrm>
            <a:off x="568325" y="6078549"/>
            <a:ext cx="479425" cy="481013"/>
          </a:xfrm>
          <a:custGeom>
            <a:avLst/>
            <a:gdLst>
              <a:gd name="T0" fmla="*/ 122 w 128"/>
              <a:gd name="T1" fmla="*/ 94 h 128"/>
              <a:gd name="T2" fmla="*/ 113 w 128"/>
              <a:gd name="T3" fmla="*/ 67 h 128"/>
              <a:gd name="T4" fmla="*/ 66 w 128"/>
              <a:gd name="T5" fmla="*/ 61 h 128"/>
              <a:gd name="T6" fmla="*/ 75 w 128"/>
              <a:gd name="T7" fmla="*/ 34 h 128"/>
              <a:gd name="T8" fmla="*/ 81 w 128"/>
              <a:gd name="T9" fmla="*/ 6 h 128"/>
              <a:gd name="T10" fmla="*/ 53 w 128"/>
              <a:gd name="T11" fmla="*/ 0 h 128"/>
              <a:gd name="T12" fmla="*/ 47 w 128"/>
              <a:gd name="T13" fmla="*/ 28 h 128"/>
              <a:gd name="T14" fmla="*/ 62 w 128"/>
              <a:gd name="T15" fmla="*/ 34 h 128"/>
              <a:gd name="T16" fmla="*/ 21 w 128"/>
              <a:gd name="T17" fmla="*/ 61 h 128"/>
              <a:gd name="T18" fmla="*/ 15 w 128"/>
              <a:gd name="T19" fmla="*/ 94 h 128"/>
              <a:gd name="T20" fmla="*/ 0 w 128"/>
              <a:gd name="T21" fmla="*/ 99 h 128"/>
              <a:gd name="T22" fmla="*/ 6 w 128"/>
              <a:gd name="T23" fmla="*/ 128 h 128"/>
              <a:gd name="T24" fmla="*/ 34 w 128"/>
              <a:gd name="T25" fmla="*/ 122 h 128"/>
              <a:gd name="T26" fmla="*/ 28 w 128"/>
              <a:gd name="T27" fmla="*/ 94 h 128"/>
              <a:gd name="T28" fmla="*/ 19 w 128"/>
              <a:gd name="T29" fmla="*/ 66 h 128"/>
              <a:gd name="T30" fmla="*/ 62 w 128"/>
              <a:gd name="T31" fmla="*/ 94 h 128"/>
              <a:gd name="T32" fmla="*/ 47 w 128"/>
              <a:gd name="T33" fmla="*/ 99 h 128"/>
              <a:gd name="T34" fmla="*/ 53 w 128"/>
              <a:gd name="T35" fmla="*/ 128 h 128"/>
              <a:gd name="T36" fmla="*/ 81 w 128"/>
              <a:gd name="T37" fmla="*/ 122 h 128"/>
              <a:gd name="T38" fmla="*/ 75 w 128"/>
              <a:gd name="T39" fmla="*/ 94 h 128"/>
              <a:gd name="T40" fmla="*/ 66 w 128"/>
              <a:gd name="T41" fmla="*/ 66 h 128"/>
              <a:gd name="T42" fmla="*/ 109 w 128"/>
              <a:gd name="T43" fmla="*/ 94 h 128"/>
              <a:gd name="T44" fmla="*/ 94 w 128"/>
              <a:gd name="T45" fmla="*/ 99 h 128"/>
              <a:gd name="T46" fmla="*/ 100 w 128"/>
              <a:gd name="T47" fmla="*/ 128 h 128"/>
              <a:gd name="T48" fmla="*/ 128 w 128"/>
              <a:gd name="T49" fmla="*/ 122 h 128"/>
              <a:gd name="T50" fmla="*/ 30 w 128"/>
              <a:gd name="T51" fmla="*/ 98 h 128"/>
              <a:gd name="T52" fmla="*/ 5 w 128"/>
              <a:gd name="T53" fmla="*/ 123 h 128"/>
              <a:gd name="T54" fmla="*/ 30 w 128"/>
              <a:gd name="T55" fmla="*/ 98 h 128"/>
              <a:gd name="T56" fmla="*/ 77 w 128"/>
              <a:gd name="T57" fmla="*/ 123 h 128"/>
              <a:gd name="T58" fmla="*/ 51 w 128"/>
              <a:gd name="T59" fmla="*/ 98 h 128"/>
              <a:gd name="T60" fmla="*/ 51 w 128"/>
              <a:gd name="T61" fmla="*/ 29 h 128"/>
              <a:gd name="T62" fmla="*/ 77 w 128"/>
              <a:gd name="T63" fmla="*/ 4 h 128"/>
              <a:gd name="T64" fmla="*/ 51 w 128"/>
              <a:gd name="T65" fmla="*/ 29 h 128"/>
              <a:gd name="T66" fmla="*/ 98 w 128"/>
              <a:gd name="T67" fmla="*/ 123 h 128"/>
              <a:gd name="T68" fmla="*/ 123 w 128"/>
              <a:gd name="T69" fmla="*/ 9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28">
                <a:moveTo>
                  <a:pt x="128" y="99"/>
                </a:moveTo>
                <a:cubicBezTo>
                  <a:pt x="128" y="96"/>
                  <a:pt x="125" y="94"/>
                  <a:pt x="122" y="94"/>
                </a:cubicBezTo>
                <a:cubicBezTo>
                  <a:pt x="113" y="94"/>
                  <a:pt x="113" y="94"/>
                  <a:pt x="113" y="94"/>
                </a:cubicBezTo>
                <a:cubicBezTo>
                  <a:pt x="113" y="67"/>
                  <a:pt x="113" y="67"/>
                  <a:pt x="113" y="67"/>
                </a:cubicBezTo>
                <a:cubicBezTo>
                  <a:pt x="113" y="64"/>
                  <a:pt x="110" y="61"/>
                  <a:pt x="107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34"/>
                  <a:pt x="66" y="34"/>
                  <a:pt x="66" y="34"/>
                </a:cubicBezTo>
                <a:cubicBezTo>
                  <a:pt x="75" y="34"/>
                  <a:pt x="75" y="34"/>
                  <a:pt x="75" y="34"/>
                </a:cubicBezTo>
                <a:cubicBezTo>
                  <a:pt x="78" y="34"/>
                  <a:pt x="81" y="31"/>
                  <a:pt x="81" y="28"/>
                </a:cubicBezTo>
                <a:cubicBezTo>
                  <a:pt x="81" y="6"/>
                  <a:pt x="81" y="6"/>
                  <a:pt x="81" y="6"/>
                </a:cubicBezTo>
                <a:cubicBezTo>
                  <a:pt x="81" y="2"/>
                  <a:pt x="78" y="0"/>
                  <a:pt x="75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0" y="0"/>
                  <a:pt x="47" y="2"/>
                  <a:pt x="47" y="6"/>
                </a:cubicBezTo>
                <a:cubicBezTo>
                  <a:pt x="47" y="28"/>
                  <a:pt x="47" y="28"/>
                  <a:pt x="47" y="28"/>
                </a:cubicBezTo>
                <a:cubicBezTo>
                  <a:pt x="47" y="31"/>
                  <a:pt x="50" y="34"/>
                  <a:pt x="53" y="34"/>
                </a:cubicBezTo>
                <a:cubicBezTo>
                  <a:pt x="62" y="34"/>
                  <a:pt x="62" y="34"/>
                  <a:pt x="62" y="34"/>
                </a:cubicBezTo>
                <a:cubicBezTo>
                  <a:pt x="62" y="61"/>
                  <a:pt x="62" y="61"/>
                  <a:pt x="6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18" y="61"/>
                  <a:pt x="15" y="64"/>
                  <a:pt x="15" y="67"/>
                </a:cubicBezTo>
                <a:cubicBezTo>
                  <a:pt x="15" y="94"/>
                  <a:pt x="15" y="94"/>
                  <a:pt x="15" y="94"/>
                </a:cubicBezTo>
                <a:cubicBezTo>
                  <a:pt x="6" y="94"/>
                  <a:pt x="6" y="94"/>
                  <a:pt x="6" y="94"/>
                </a:cubicBezTo>
                <a:cubicBezTo>
                  <a:pt x="3" y="94"/>
                  <a:pt x="0" y="96"/>
                  <a:pt x="0" y="99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28" y="128"/>
                  <a:pt x="28" y="128"/>
                  <a:pt x="28" y="128"/>
                </a:cubicBezTo>
                <a:cubicBezTo>
                  <a:pt x="32" y="128"/>
                  <a:pt x="34" y="125"/>
                  <a:pt x="34" y="122"/>
                </a:cubicBezTo>
                <a:cubicBezTo>
                  <a:pt x="34" y="99"/>
                  <a:pt x="34" y="99"/>
                  <a:pt x="34" y="99"/>
                </a:cubicBezTo>
                <a:cubicBezTo>
                  <a:pt x="34" y="96"/>
                  <a:pt x="32" y="94"/>
                  <a:pt x="28" y="94"/>
                </a:cubicBezTo>
                <a:cubicBezTo>
                  <a:pt x="19" y="94"/>
                  <a:pt x="19" y="94"/>
                  <a:pt x="19" y="94"/>
                </a:cubicBezTo>
                <a:cubicBezTo>
                  <a:pt x="19" y="66"/>
                  <a:pt x="19" y="66"/>
                  <a:pt x="19" y="66"/>
                </a:cubicBezTo>
                <a:cubicBezTo>
                  <a:pt x="62" y="66"/>
                  <a:pt x="62" y="66"/>
                  <a:pt x="62" y="66"/>
                </a:cubicBezTo>
                <a:cubicBezTo>
                  <a:pt x="62" y="94"/>
                  <a:pt x="62" y="94"/>
                  <a:pt x="62" y="94"/>
                </a:cubicBezTo>
                <a:cubicBezTo>
                  <a:pt x="53" y="94"/>
                  <a:pt x="53" y="94"/>
                  <a:pt x="53" y="94"/>
                </a:cubicBezTo>
                <a:cubicBezTo>
                  <a:pt x="50" y="94"/>
                  <a:pt x="47" y="96"/>
                  <a:pt x="47" y="99"/>
                </a:cubicBezTo>
                <a:cubicBezTo>
                  <a:pt x="47" y="122"/>
                  <a:pt x="47" y="122"/>
                  <a:pt x="47" y="122"/>
                </a:cubicBezTo>
                <a:cubicBezTo>
                  <a:pt x="47" y="125"/>
                  <a:pt x="50" y="128"/>
                  <a:pt x="53" y="128"/>
                </a:cubicBezTo>
                <a:cubicBezTo>
                  <a:pt x="75" y="128"/>
                  <a:pt x="75" y="128"/>
                  <a:pt x="75" y="128"/>
                </a:cubicBezTo>
                <a:cubicBezTo>
                  <a:pt x="78" y="128"/>
                  <a:pt x="81" y="125"/>
                  <a:pt x="81" y="122"/>
                </a:cubicBezTo>
                <a:cubicBezTo>
                  <a:pt x="81" y="99"/>
                  <a:pt x="81" y="99"/>
                  <a:pt x="81" y="99"/>
                </a:cubicBezTo>
                <a:cubicBezTo>
                  <a:pt x="81" y="96"/>
                  <a:pt x="78" y="94"/>
                  <a:pt x="75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66"/>
                  <a:pt x="66" y="66"/>
                  <a:pt x="66" y="66"/>
                </a:cubicBezTo>
                <a:cubicBezTo>
                  <a:pt x="109" y="66"/>
                  <a:pt x="109" y="66"/>
                  <a:pt x="109" y="66"/>
                </a:cubicBezTo>
                <a:cubicBezTo>
                  <a:pt x="109" y="94"/>
                  <a:pt x="109" y="94"/>
                  <a:pt x="109" y="94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96" y="94"/>
                  <a:pt x="94" y="96"/>
                  <a:pt x="94" y="99"/>
                </a:cubicBezTo>
                <a:cubicBezTo>
                  <a:pt x="94" y="122"/>
                  <a:pt x="94" y="122"/>
                  <a:pt x="94" y="122"/>
                </a:cubicBezTo>
                <a:cubicBezTo>
                  <a:pt x="94" y="125"/>
                  <a:pt x="96" y="128"/>
                  <a:pt x="100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99"/>
                </a:lnTo>
                <a:close/>
                <a:moveTo>
                  <a:pt x="30" y="98"/>
                </a:moveTo>
                <a:cubicBezTo>
                  <a:pt x="30" y="123"/>
                  <a:pt x="30" y="123"/>
                  <a:pt x="30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98"/>
                  <a:pt x="5" y="98"/>
                  <a:pt x="5" y="98"/>
                </a:cubicBezTo>
                <a:lnTo>
                  <a:pt x="30" y="98"/>
                </a:lnTo>
                <a:close/>
                <a:moveTo>
                  <a:pt x="77" y="98"/>
                </a:moveTo>
                <a:cubicBezTo>
                  <a:pt x="77" y="123"/>
                  <a:pt x="77" y="123"/>
                  <a:pt x="77" y="123"/>
                </a:cubicBezTo>
                <a:cubicBezTo>
                  <a:pt x="51" y="123"/>
                  <a:pt x="51" y="123"/>
                  <a:pt x="51" y="123"/>
                </a:cubicBezTo>
                <a:cubicBezTo>
                  <a:pt x="51" y="98"/>
                  <a:pt x="51" y="98"/>
                  <a:pt x="51" y="98"/>
                </a:cubicBezTo>
                <a:lnTo>
                  <a:pt x="77" y="98"/>
                </a:lnTo>
                <a:close/>
                <a:moveTo>
                  <a:pt x="51" y="29"/>
                </a:moveTo>
                <a:cubicBezTo>
                  <a:pt x="51" y="4"/>
                  <a:pt x="51" y="4"/>
                  <a:pt x="51" y="4"/>
                </a:cubicBezTo>
                <a:cubicBezTo>
                  <a:pt x="77" y="4"/>
                  <a:pt x="77" y="4"/>
                  <a:pt x="77" y="4"/>
                </a:cubicBezTo>
                <a:cubicBezTo>
                  <a:pt x="77" y="29"/>
                  <a:pt x="77" y="29"/>
                  <a:pt x="77" y="29"/>
                </a:cubicBezTo>
                <a:lnTo>
                  <a:pt x="51" y="29"/>
                </a:lnTo>
                <a:close/>
                <a:moveTo>
                  <a:pt x="123" y="123"/>
                </a:moveTo>
                <a:cubicBezTo>
                  <a:pt x="98" y="123"/>
                  <a:pt x="98" y="123"/>
                  <a:pt x="98" y="123"/>
                </a:cubicBezTo>
                <a:cubicBezTo>
                  <a:pt x="98" y="98"/>
                  <a:pt x="98" y="98"/>
                  <a:pt x="98" y="98"/>
                </a:cubicBezTo>
                <a:cubicBezTo>
                  <a:pt x="123" y="98"/>
                  <a:pt x="123" y="98"/>
                  <a:pt x="123" y="98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4" name="组合 193"/>
          <p:cNvGrpSpPr/>
          <p:nvPr/>
        </p:nvGrpSpPr>
        <p:grpSpPr>
          <a:xfrm>
            <a:off x="11166479" y="5118109"/>
            <a:ext cx="427038" cy="479426"/>
            <a:chOff x="11166479" y="5118109"/>
            <a:chExt cx="427038" cy="479426"/>
          </a:xfrm>
          <a:solidFill>
            <a:schemeClr val="accent1"/>
          </a:solidFill>
        </p:grpSpPr>
        <p:sp>
          <p:nvSpPr>
            <p:cNvPr id="21" name="Freeform 21"/>
            <p:cNvSpPr/>
            <p:nvPr/>
          </p:nvSpPr>
          <p:spPr bwMode="auto">
            <a:xfrm>
              <a:off x="11287129" y="5256222"/>
              <a:ext cx="17463" cy="285751"/>
            </a:xfrm>
            <a:custGeom>
              <a:avLst/>
              <a:gdLst>
                <a:gd name="T0" fmla="*/ 3 w 5"/>
                <a:gd name="T1" fmla="*/ 76 h 76"/>
                <a:gd name="T2" fmla="*/ 5 w 5"/>
                <a:gd name="T3" fmla="*/ 73 h 76"/>
                <a:gd name="T4" fmla="*/ 5 w 5"/>
                <a:gd name="T5" fmla="*/ 2 h 76"/>
                <a:gd name="T6" fmla="*/ 3 w 5"/>
                <a:gd name="T7" fmla="*/ 0 h 76"/>
                <a:gd name="T8" fmla="*/ 0 w 5"/>
                <a:gd name="T9" fmla="*/ 2 h 76"/>
                <a:gd name="T10" fmla="*/ 0 w 5"/>
                <a:gd name="T11" fmla="*/ 73 h 76"/>
                <a:gd name="T12" fmla="*/ 3 w 5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6">
                  <a:moveTo>
                    <a:pt x="3" y="76"/>
                  </a:moveTo>
                  <a:cubicBezTo>
                    <a:pt x="4" y="76"/>
                    <a:pt x="5" y="75"/>
                    <a:pt x="5" y="7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1" y="76"/>
                    <a:pt x="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11369679" y="5256222"/>
              <a:ext cx="17463" cy="285751"/>
            </a:xfrm>
            <a:custGeom>
              <a:avLst/>
              <a:gdLst>
                <a:gd name="T0" fmla="*/ 3 w 5"/>
                <a:gd name="T1" fmla="*/ 76 h 76"/>
                <a:gd name="T2" fmla="*/ 5 w 5"/>
                <a:gd name="T3" fmla="*/ 73 h 76"/>
                <a:gd name="T4" fmla="*/ 5 w 5"/>
                <a:gd name="T5" fmla="*/ 2 h 76"/>
                <a:gd name="T6" fmla="*/ 3 w 5"/>
                <a:gd name="T7" fmla="*/ 0 h 76"/>
                <a:gd name="T8" fmla="*/ 0 w 5"/>
                <a:gd name="T9" fmla="*/ 2 h 76"/>
                <a:gd name="T10" fmla="*/ 0 w 5"/>
                <a:gd name="T11" fmla="*/ 73 h 76"/>
                <a:gd name="T12" fmla="*/ 3 w 5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6">
                  <a:moveTo>
                    <a:pt x="3" y="76"/>
                  </a:moveTo>
                  <a:cubicBezTo>
                    <a:pt x="4" y="76"/>
                    <a:pt x="5" y="75"/>
                    <a:pt x="5" y="7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2" y="76"/>
                    <a:pt x="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11455404" y="5256222"/>
              <a:ext cx="14288" cy="285751"/>
            </a:xfrm>
            <a:custGeom>
              <a:avLst/>
              <a:gdLst>
                <a:gd name="T0" fmla="*/ 2 w 4"/>
                <a:gd name="T1" fmla="*/ 76 h 76"/>
                <a:gd name="T2" fmla="*/ 4 w 4"/>
                <a:gd name="T3" fmla="*/ 73 h 76"/>
                <a:gd name="T4" fmla="*/ 4 w 4"/>
                <a:gd name="T5" fmla="*/ 2 h 76"/>
                <a:gd name="T6" fmla="*/ 2 w 4"/>
                <a:gd name="T7" fmla="*/ 0 h 76"/>
                <a:gd name="T8" fmla="*/ 0 w 4"/>
                <a:gd name="T9" fmla="*/ 2 h 76"/>
                <a:gd name="T10" fmla="*/ 0 w 4"/>
                <a:gd name="T11" fmla="*/ 73 h 76"/>
                <a:gd name="T12" fmla="*/ 2 w 4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76">
                  <a:moveTo>
                    <a:pt x="2" y="76"/>
                  </a:moveTo>
                  <a:cubicBezTo>
                    <a:pt x="3" y="76"/>
                    <a:pt x="4" y="75"/>
                    <a:pt x="4" y="7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1" y="76"/>
                    <a:pt x="2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24"/>
            <p:cNvSpPr>
              <a:spLocks noEditPoints="1"/>
            </p:cNvSpPr>
            <p:nvPr/>
          </p:nvSpPr>
          <p:spPr bwMode="auto">
            <a:xfrm>
              <a:off x="11166479" y="5118109"/>
              <a:ext cx="427038" cy="479426"/>
            </a:xfrm>
            <a:custGeom>
              <a:avLst/>
              <a:gdLst>
                <a:gd name="T0" fmla="*/ 108 w 114"/>
                <a:gd name="T1" fmla="*/ 7 h 128"/>
                <a:gd name="T2" fmla="*/ 67 w 114"/>
                <a:gd name="T3" fmla="*/ 7 h 128"/>
                <a:gd name="T4" fmla="*/ 67 w 114"/>
                <a:gd name="T5" fmla="*/ 6 h 128"/>
                <a:gd name="T6" fmla="*/ 61 w 114"/>
                <a:gd name="T7" fmla="*/ 0 h 128"/>
                <a:gd name="T8" fmla="*/ 53 w 114"/>
                <a:gd name="T9" fmla="*/ 0 h 128"/>
                <a:gd name="T10" fmla="*/ 47 w 114"/>
                <a:gd name="T11" fmla="*/ 6 h 128"/>
                <a:gd name="T12" fmla="*/ 47 w 114"/>
                <a:gd name="T13" fmla="*/ 7 h 128"/>
                <a:gd name="T14" fmla="*/ 6 w 114"/>
                <a:gd name="T15" fmla="*/ 7 h 128"/>
                <a:gd name="T16" fmla="*/ 0 w 114"/>
                <a:gd name="T17" fmla="*/ 13 h 128"/>
                <a:gd name="T18" fmla="*/ 0 w 114"/>
                <a:gd name="T19" fmla="*/ 20 h 128"/>
                <a:gd name="T20" fmla="*/ 6 w 114"/>
                <a:gd name="T21" fmla="*/ 26 h 128"/>
                <a:gd name="T22" fmla="*/ 7 w 114"/>
                <a:gd name="T23" fmla="*/ 27 h 128"/>
                <a:gd name="T24" fmla="*/ 7 w 114"/>
                <a:gd name="T25" fmla="*/ 122 h 128"/>
                <a:gd name="T26" fmla="*/ 13 w 114"/>
                <a:gd name="T27" fmla="*/ 128 h 128"/>
                <a:gd name="T28" fmla="*/ 102 w 114"/>
                <a:gd name="T29" fmla="*/ 128 h 128"/>
                <a:gd name="T30" fmla="*/ 108 w 114"/>
                <a:gd name="T31" fmla="*/ 122 h 128"/>
                <a:gd name="T32" fmla="*/ 108 w 114"/>
                <a:gd name="T33" fmla="*/ 27 h 128"/>
                <a:gd name="T34" fmla="*/ 109 w 114"/>
                <a:gd name="T35" fmla="*/ 26 h 128"/>
                <a:gd name="T36" fmla="*/ 114 w 114"/>
                <a:gd name="T37" fmla="*/ 20 h 128"/>
                <a:gd name="T38" fmla="*/ 114 w 114"/>
                <a:gd name="T39" fmla="*/ 13 h 128"/>
                <a:gd name="T40" fmla="*/ 108 w 114"/>
                <a:gd name="T41" fmla="*/ 7 h 128"/>
                <a:gd name="T42" fmla="*/ 103 w 114"/>
                <a:gd name="T43" fmla="*/ 123 h 128"/>
                <a:gd name="T44" fmla="*/ 11 w 114"/>
                <a:gd name="T45" fmla="*/ 123 h 128"/>
                <a:gd name="T46" fmla="*/ 11 w 114"/>
                <a:gd name="T47" fmla="*/ 26 h 128"/>
                <a:gd name="T48" fmla="*/ 103 w 114"/>
                <a:gd name="T49" fmla="*/ 26 h 128"/>
                <a:gd name="T50" fmla="*/ 103 w 114"/>
                <a:gd name="T51" fmla="*/ 123 h 128"/>
                <a:gd name="T52" fmla="*/ 109 w 114"/>
                <a:gd name="T53" fmla="*/ 22 h 128"/>
                <a:gd name="T54" fmla="*/ 5 w 114"/>
                <a:gd name="T55" fmla="*/ 22 h 128"/>
                <a:gd name="T56" fmla="*/ 5 w 114"/>
                <a:gd name="T57" fmla="*/ 12 h 128"/>
                <a:gd name="T58" fmla="*/ 109 w 114"/>
                <a:gd name="T59" fmla="*/ 12 h 128"/>
                <a:gd name="T60" fmla="*/ 109 w 114"/>
                <a:gd name="T61" fmla="*/ 2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28">
                  <a:moveTo>
                    <a:pt x="108" y="7"/>
                  </a:moveTo>
                  <a:cubicBezTo>
                    <a:pt x="67" y="7"/>
                    <a:pt x="67" y="7"/>
                    <a:pt x="67" y="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2"/>
                    <a:pt x="64" y="0"/>
                    <a:pt x="6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0" y="0"/>
                    <a:pt x="47" y="2"/>
                    <a:pt x="47" y="6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3" y="7"/>
                    <a:pt x="0" y="10"/>
                    <a:pt x="0" y="1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3"/>
                    <a:pt x="3" y="26"/>
                    <a:pt x="6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122"/>
                    <a:pt x="7" y="122"/>
                    <a:pt x="7" y="122"/>
                  </a:cubicBezTo>
                  <a:cubicBezTo>
                    <a:pt x="7" y="125"/>
                    <a:pt x="9" y="128"/>
                    <a:pt x="13" y="128"/>
                  </a:cubicBezTo>
                  <a:cubicBezTo>
                    <a:pt x="102" y="128"/>
                    <a:pt x="102" y="128"/>
                    <a:pt x="102" y="128"/>
                  </a:cubicBezTo>
                  <a:cubicBezTo>
                    <a:pt x="105" y="128"/>
                    <a:pt x="108" y="125"/>
                    <a:pt x="108" y="122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2" y="26"/>
                    <a:pt x="114" y="23"/>
                    <a:pt x="114" y="20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14" y="10"/>
                    <a:pt x="111" y="7"/>
                    <a:pt x="108" y="7"/>
                  </a:cubicBezTo>
                  <a:close/>
                  <a:moveTo>
                    <a:pt x="103" y="123"/>
                  </a:moveTo>
                  <a:cubicBezTo>
                    <a:pt x="11" y="123"/>
                    <a:pt x="11" y="123"/>
                    <a:pt x="11" y="123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3" y="123"/>
                  </a:lnTo>
                  <a:close/>
                  <a:moveTo>
                    <a:pt x="109" y="22"/>
                  </a:moveTo>
                  <a:cubicBezTo>
                    <a:pt x="5" y="22"/>
                    <a:pt x="5" y="22"/>
                    <a:pt x="5" y="2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109" y="12"/>
                    <a:pt x="109" y="12"/>
                    <a:pt x="109" y="12"/>
                  </a:cubicBezTo>
                  <a:lnTo>
                    <a:pt x="10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10179053" y="5118109"/>
            <a:ext cx="481013" cy="479426"/>
            <a:chOff x="10179053" y="5118109"/>
            <a:chExt cx="481013" cy="479426"/>
          </a:xfrm>
          <a:solidFill>
            <a:schemeClr val="accent1"/>
          </a:solidFill>
        </p:grpSpPr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10179053" y="5118109"/>
              <a:ext cx="481013" cy="479426"/>
            </a:xfrm>
            <a:custGeom>
              <a:avLst/>
              <a:gdLst>
                <a:gd name="T0" fmla="*/ 126 w 128"/>
                <a:gd name="T1" fmla="*/ 7 h 128"/>
                <a:gd name="T2" fmla="*/ 73 w 128"/>
                <a:gd name="T3" fmla="*/ 7 h 128"/>
                <a:gd name="T4" fmla="*/ 73 w 128"/>
                <a:gd name="T5" fmla="*/ 6 h 128"/>
                <a:gd name="T6" fmla="*/ 67 w 128"/>
                <a:gd name="T7" fmla="*/ 0 h 128"/>
                <a:gd name="T8" fmla="*/ 60 w 128"/>
                <a:gd name="T9" fmla="*/ 0 h 128"/>
                <a:gd name="T10" fmla="*/ 54 w 128"/>
                <a:gd name="T11" fmla="*/ 6 h 128"/>
                <a:gd name="T12" fmla="*/ 54 w 128"/>
                <a:gd name="T13" fmla="*/ 7 h 128"/>
                <a:gd name="T14" fmla="*/ 2 w 128"/>
                <a:gd name="T15" fmla="*/ 7 h 128"/>
                <a:gd name="T16" fmla="*/ 0 w 128"/>
                <a:gd name="T17" fmla="*/ 9 h 128"/>
                <a:gd name="T18" fmla="*/ 2 w 128"/>
                <a:gd name="T19" fmla="*/ 12 h 128"/>
                <a:gd name="T20" fmla="*/ 14 w 128"/>
                <a:gd name="T21" fmla="*/ 12 h 128"/>
                <a:gd name="T22" fmla="*/ 14 w 128"/>
                <a:gd name="T23" fmla="*/ 122 h 128"/>
                <a:gd name="T24" fmla="*/ 19 w 128"/>
                <a:gd name="T25" fmla="*/ 128 h 128"/>
                <a:gd name="T26" fmla="*/ 108 w 128"/>
                <a:gd name="T27" fmla="*/ 128 h 128"/>
                <a:gd name="T28" fmla="*/ 114 w 128"/>
                <a:gd name="T29" fmla="*/ 122 h 128"/>
                <a:gd name="T30" fmla="*/ 114 w 128"/>
                <a:gd name="T31" fmla="*/ 12 h 128"/>
                <a:gd name="T32" fmla="*/ 126 w 128"/>
                <a:gd name="T33" fmla="*/ 12 h 128"/>
                <a:gd name="T34" fmla="*/ 128 w 128"/>
                <a:gd name="T35" fmla="*/ 9 h 128"/>
                <a:gd name="T36" fmla="*/ 126 w 128"/>
                <a:gd name="T37" fmla="*/ 7 h 128"/>
                <a:gd name="T38" fmla="*/ 110 w 128"/>
                <a:gd name="T39" fmla="*/ 123 h 128"/>
                <a:gd name="T40" fmla="*/ 18 w 128"/>
                <a:gd name="T41" fmla="*/ 123 h 128"/>
                <a:gd name="T42" fmla="*/ 18 w 128"/>
                <a:gd name="T43" fmla="*/ 27 h 128"/>
                <a:gd name="T44" fmla="*/ 110 w 128"/>
                <a:gd name="T45" fmla="*/ 27 h 128"/>
                <a:gd name="T46" fmla="*/ 110 w 128"/>
                <a:gd name="T47" fmla="*/ 123 h 128"/>
                <a:gd name="T48" fmla="*/ 110 w 128"/>
                <a:gd name="T49" fmla="*/ 22 h 128"/>
                <a:gd name="T50" fmla="*/ 18 w 128"/>
                <a:gd name="T51" fmla="*/ 22 h 128"/>
                <a:gd name="T52" fmla="*/ 18 w 128"/>
                <a:gd name="T53" fmla="*/ 12 h 128"/>
                <a:gd name="T54" fmla="*/ 110 w 128"/>
                <a:gd name="T55" fmla="*/ 12 h 128"/>
                <a:gd name="T56" fmla="*/ 110 w 128"/>
                <a:gd name="T57" fmla="*/ 2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28">
                  <a:moveTo>
                    <a:pt x="126" y="7"/>
                  </a:moveTo>
                  <a:cubicBezTo>
                    <a:pt x="73" y="7"/>
                    <a:pt x="73" y="7"/>
                    <a:pt x="73" y="7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1" y="0"/>
                    <a:pt x="67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7" y="0"/>
                    <a:pt x="54" y="2"/>
                    <a:pt x="54" y="6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8"/>
                    <a:pt x="0" y="9"/>
                  </a:cubicBezTo>
                  <a:cubicBezTo>
                    <a:pt x="0" y="11"/>
                    <a:pt x="1" y="12"/>
                    <a:pt x="2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2"/>
                    <a:pt x="14" y="122"/>
                    <a:pt x="14" y="122"/>
                  </a:cubicBezTo>
                  <a:cubicBezTo>
                    <a:pt x="14" y="125"/>
                    <a:pt x="16" y="128"/>
                    <a:pt x="19" y="128"/>
                  </a:cubicBezTo>
                  <a:cubicBezTo>
                    <a:pt x="108" y="128"/>
                    <a:pt x="108" y="128"/>
                    <a:pt x="108" y="128"/>
                  </a:cubicBezTo>
                  <a:cubicBezTo>
                    <a:pt x="112" y="128"/>
                    <a:pt x="114" y="125"/>
                    <a:pt x="114" y="122"/>
                  </a:cubicBezTo>
                  <a:cubicBezTo>
                    <a:pt x="114" y="12"/>
                    <a:pt x="114" y="12"/>
                    <a:pt x="114" y="12"/>
                  </a:cubicBezTo>
                  <a:cubicBezTo>
                    <a:pt x="126" y="12"/>
                    <a:pt x="126" y="12"/>
                    <a:pt x="126" y="12"/>
                  </a:cubicBezTo>
                  <a:cubicBezTo>
                    <a:pt x="127" y="12"/>
                    <a:pt x="128" y="11"/>
                    <a:pt x="128" y="9"/>
                  </a:cubicBezTo>
                  <a:cubicBezTo>
                    <a:pt x="128" y="8"/>
                    <a:pt x="127" y="7"/>
                    <a:pt x="126" y="7"/>
                  </a:cubicBezTo>
                  <a:close/>
                  <a:moveTo>
                    <a:pt x="110" y="123"/>
                  </a:moveTo>
                  <a:cubicBezTo>
                    <a:pt x="18" y="123"/>
                    <a:pt x="18" y="123"/>
                    <a:pt x="18" y="123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10" y="27"/>
                    <a:pt x="110" y="27"/>
                    <a:pt x="110" y="27"/>
                  </a:cubicBezTo>
                  <a:lnTo>
                    <a:pt x="110" y="123"/>
                  </a:lnTo>
                  <a:close/>
                  <a:moveTo>
                    <a:pt x="110" y="22"/>
                  </a:moveTo>
                  <a:cubicBezTo>
                    <a:pt x="18" y="22"/>
                    <a:pt x="18" y="22"/>
                    <a:pt x="18" y="2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10" y="12"/>
                    <a:pt x="110" y="12"/>
                    <a:pt x="110" y="12"/>
                  </a:cubicBezTo>
                  <a:lnTo>
                    <a:pt x="1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0325104" y="5256222"/>
              <a:ext cx="19050" cy="285751"/>
            </a:xfrm>
            <a:custGeom>
              <a:avLst/>
              <a:gdLst>
                <a:gd name="T0" fmla="*/ 2 w 5"/>
                <a:gd name="T1" fmla="*/ 76 h 76"/>
                <a:gd name="T2" fmla="*/ 5 w 5"/>
                <a:gd name="T3" fmla="*/ 73 h 76"/>
                <a:gd name="T4" fmla="*/ 5 w 5"/>
                <a:gd name="T5" fmla="*/ 2 h 76"/>
                <a:gd name="T6" fmla="*/ 2 w 5"/>
                <a:gd name="T7" fmla="*/ 0 h 76"/>
                <a:gd name="T8" fmla="*/ 0 w 5"/>
                <a:gd name="T9" fmla="*/ 2 h 76"/>
                <a:gd name="T10" fmla="*/ 0 w 5"/>
                <a:gd name="T11" fmla="*/ 73 h 76"/>
                <a:gd name="T12" fmla="*/ 2 w 5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6">
                  <a:moveTo>
                    <a:pt x="2" y="76"/>
                  </a:moveTo>
                  <a:cubicBezTo>
                    <a:pt x="4" y="76"/>
                    <a:pt x="5" y="75"/>
                    <a:pt x="5" y="7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1" y="76"/>
                    <a:pt x="2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27"/>
            <p:cNvSpPr/>
            <p:nvPr/>
          </p:nvSpPr>
          <p:spPr bwMode="auto">
            <a:xfrm>
              <a:off x="10407654" y="5256222"/>
              <a:ext cx="19050" cy="285751"/>
            </a:xfrm>
            <a:custGeom>
              <a:avLst/>
              <a:gdLst>
                <a:gd name="T0" fmla="*/ 3 w 5"/>
                <a:gd name="T1" fmla="*/ 76 h 76"/>
                <a:gd name="T2" fmla="*/ 5 w 5"/>
                <a:gd name="T3" fmla="*/ 73 h 76"/>
                <a:gd name="T4" fmla="*/ 5 w 5"/>
                <a:gd name="T5" fmla="*/ 2 h 76"/>
                <a:gd name="T6" fmla="*/ 3 w 5"/>
                <a:gd name="T7" fmla="*/ 0 h 76"/>
                <a:gd name="T8" fmla="*/ 0 w 5"/>
                <a:gd name="T9" fmla="*/ 2 h 76"/>
                <a:gd name="T10" fmla="*/ 0 w 5"/>
                <a:gd name="T11" fmla="*/ 73 h 76"/>
                <a:gd name="T12" fmla="*/ 3 w 5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6">
                  <a:moveTo>
                    <a:pt x="3" y="76"/>
                  </a:moveTo>
                  <a:cubicBezTo>
                    <a:pt x="4" y="76"/>
                    <a:pt x="5" y="75"/>
                    <a:pt x="5" y="7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1" y="76"/>
                    <a:pt x="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10494966" y="5256222"/>
              <a:ext cx="14288" cy="285751"/>
            </a:xfrm>
            <a:custGeom>
              <a:avLst/>
              <a:gdLst>
                <a:gd name="T0" fmla="*/ 2 w 4"/>
                <a:gd name="T1" fmla="*/ 76 h 76"/>
                <a:gd name="T2" fmla="*/ 4 w 4"/>
                <a:gd name="T3" fmla="*/ 73 h 76"/>
                <a:gd name="T4" fmla="*/ 4 w 4"/>
                <a:gd name="T5" fmla="*/ 2 h 76"/>
                <a:gd name="T6" fmla="*/ 2 w 4"/>
                <a:gd name="T7" fmla="*/ 0 h 76"/>
                <a:gd name="T8" fmla="*/ 0 w 4"/>
                <a:gd name="T9" fmla="*/ 2 h 76"/>
                <a:gd name="T10" fmla="*/ 0 w 4"/>
                <a:gd name="T11" fmla="*/ 73 h 76"/>
                <a:gd name="T12" fmla="*/ 2 w 4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76">
                  <a:moveTo>
                    <a:pt x="2" y="76"/>
                  </a:moveTo>
                  <a:cubicBezTo>
                    <a:pt x="3" y="76"/>
                    <a:pt x="4" y="75"/>
                    <a:pt x="4" y="7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1" y="76"/>
                    <a:pt x="2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" name="Freeform 29"/>
          <p:cNvSpPr>
            <a:spLocks noEditPoints="1"/>
          </p:cNvSpPr>
          <p:nvPr/>
        </p:nvSpPr>
        <p:spPr bwMode="auto">
          <a:xfrm>
            <a:off x="9217028" y="5118109"/>
            <a:ext cx="481013" cy="479426"/>
          </a:xfrm>
          <a:custGeom>
            <a:avLst/>
            <a:gdLst>
              <a:gd name="T0" fmla="*/ 0 w 128"/>
              <a:gd name="T1" fmla="*/ 64 h 128"/>
              <a:gd name="T2" fmla="*/ 128 w 128"/>
              <a:gd name="T3" fmla="*/ 64 h 128"/>
              <a:gd name="T4" fmla="*/ 7 w 128"/>
              <a:gd name="T5" fmla="*/ 47 h 128"/>
              <a:gd name="T6" fmla="*/ 22 w 128"/>
              <a:gd name="T7" fmla="*/ 22 h 128"/>
              <a:gd name="T8" fmla="*/ 48 w 128"/>
              <a:gd name="T9" fmla="*/ 6 h 128"/>
              <a:gd name="T10" fmla="*/ 5 w 128"/>
              <a:gd name="T11" fmla="*/ 53 h 128"/>
              <a:gd name="T12" fmla="*/ 62 w 128"/>
              <a:gd name="T13" fmla="*/ 123 h 128"/>
              <a:gd name="T14" fmla="*/ 51 w 128"/>
              <a:gd name="T15" fmla="*/ 122 h 128"/>
              <a:gd name="T16" fmla="*/ 62 w 128"/>
              <a:gd name="T17" fmla="*/ 107 h 128"/>
              <a:gd name="T18" fmla="*/ 62 w 128"/>
              <a:gd name="T19" fmla="*/ 101 h 128"/>
              <a:gd name="T20" fmla="*/ 43 w 128"/>
              <a:gd name="T21" fmla="*/ 119 h 128"/>
              <a:gd name="T22" fmla="*/ 35 w 128"/>
              <a:gd name="T23" fmla="*/ 116 h 128"/>
              <a:gd name="T24" fmla="*/ 62 w 128"/>
              <a:gd name="T25" fmla="*/ 87 h 128"/>
              <a:gd name="T26" fmla="*/ 62 w 128"/>
              <a:gd name="T27" fmla="*/ 80 h 128"/>
              <a:gd name="T28" fmla="*/ 29 w 128"/>
              <a:gd name="T29" fmla="*/ 111 h 128"/>
              <a:gd name="T30" fmla="*/ 22 w 128"/>
              <a:gd name="T31" fmla="*/ 105 h 128"/>
              <a:gd name="T32" fmla="*/ 62 w 128"/>
              <a:gd name="T33" fmla="*/ 80 h 128"/>
              <a:gd name="T34" fmla="*/ 61 w 128"/>
              <a:gd name="T35" fmla="*/ 60 h 128"/>
              <a:gd name="T36" fmla="*/ 18 w 128"/>
              <a:gd name="T37" fmla="*/ 101 h 128"/>
              <a:gd name="T38" fmla="*/ 13 w 128"/>
              <a:gd name="T39" fmla="*/ 94 h 128"/>
              <a:gd name="T40" fmla="*/ 62 w 128"/>
              <a:gd name="T41" fmla="*/ 59 h 128"/>
              <a:gd name="T42" fmla="*/ 10 w 128"/>
              <a:gd name="T43" fmla="*/ 89 h 128"/>
              <a:gd name="T44" fmla="*/ 7 w 128"/>
              <a:gd name="T45" fmla="*/ 80 h 128"/>
              <a:gd name="T46" fmla="*/ 7 w 128"/>
              <a:gd name="T47" fmla="*/ 78 h 128"/>
              <a:gd name="T48" fmla="*/ 62 w 128"/>
              <a:gd name="T49" fmla="*/ 38 h 128"/>
              <a:gd name="T50" fmla="*/ 5 w 128"/>
              <a:gd name="T51" fmla="*/ 74 h 128"/>
              <a:gd name="T52" fmla="*/ 5 w 128"/>
              <a:gd name="T53" fmla="*/ 64 h 128"/>
              <a:gd name="T54" fmla="*/ 5 w 128"/>
              <a:gd name="T55" fmla="*/ 60 h 128"/>
              <a:gd name="T56" fmla="*/ 62 w 128"/>
              <a:gd name="T57" fmla="*/ 3 h 128"/>
              <a:gd name="T58" fmla="*/ 106 w 128"/>
              <a:gd name="T59" fmla="*/ 106 h 128"/>
              <a:gd name="T60" fmla="*/ 68 w 128"/>
              <a:gd name="T61" fmla="*/ 123 h 128"/>
              <a:gd name="T62" fmla="*/ 66 w 128"/>
              <a:gd name="T63" fmla="*/ 4 h 128"/>
              <a:gd name="T64" fmla="*/ 87 w 128"/>
              <a:gd name="T65" fmla="*/ 9 h 128"/>
              <a:gd name="T66" fmla="*/ 119 w 128"/>
              <a:gd name="T67" fmla="*/ 40 h 128"/>
              <a:gd name="T68" fmla="*/ 119 w 128"/>
              <a:gd name="T69" fmla="*/ 8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8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8"/>
                  <a:pt x="99" y="0"/>
                  <a:pt x="64" y="0"/>
                </a:cubicBezTo>
                <a:close/>
                <a:moveTo>
                  <a:pt x="7" y="47"/>
                </a:moveTo>
                <a:cubicBezTo>
                  <a:pt x="7" y="45"/>
                  <a:pt x="8" y="43"/>
                  <a:pt x="9" y="40"/>
                </a:cubicBezTo>
                <a:cubicBezTo>
                  <a:pt x="12" y="33"/>
                  <a:pt x="17" y="27"/>
                  <a:pt x="22" y="22"/>
                </a:cubicBezTo>
                <a:cubicBezTo>
                  <a:pt x="27" y="16"/>
                  <a:pt x="34" y="12"/>
                  <a:pt x="41" y="9"/>
                </a:cubicBezTo>
                <a:cubicBezTo>
                  <a:pt x="43" y="8"/>
                  <a:pt x="45" y="7"/>
                  <a:pt x="48" y="6"/>
                </a:cubicBezTo>
                <a:cubicBezTo>
                  <a:pt x="53" y="5"/>
                  <a:pt x="53" y="5"/>
                  <a:pt x="53" y="5"/>
                </a:cubicBezTo>
                <a:cubicBezTo>
                  <a:pt x="5" y="53"/>
                  <a:pt x="5" y="53"/>
                  <a:pt x="5" y="53"/>
                </a:cubicBezTo>
                <a:lnTo>
                  <a:pt x="7" y="47"/>
                </a:lnTo>
                <a:close/>
                <a:moveTo>
                  <a:pt x="62" y="123"/>
                </a:moveTo>
                <a:cubicBezTo>
                  <a:pt x="60" y="123"/>
                  <a:pt x="60" y="123"/>
                  <a:pt x="60" y="123"/>
                </a:cubicBezTo>
                <a:cubicBezTo>
                  <a:pt x="57" y="123"/>
                  <a:pt x="54" y="122"/>
                  <a:pt x="51" y="122"/>
                </a:cubicBezTo>
                <a:cubicBezTo>
                  <a:pt x="48" y="121"/>
                  <a:pt x="48" y="121"/>
                  <a:pt x="48" y="121"/>
                </a:cubicBezTo>
                <a:cubicBezTo>
                  <a:pt x="62" y="107"/>
                  <a:pt x="62" y="107"/>
                  <a:pt x="62" y="107"/>
                </a:cubicBezTo>
                <a:lnTo>
                  <a:pt x="62" y="123"/>
                </a:lnTo>
                <a:close/>
                <a:moveTo>
                  <a:pt x="62" y="101"/>
                </a:moveTo>
                <a:cubicBezTo>
                  <a:pt x="43" y="119"/>
                  <a:pt x="43" y="119"/>
                  <a:pt x="43" y="119"/>
                </a:cubicBezTo>
                <a:cubicBezTo>
                  <a:pt x="43" y="119"/>
                  <a:pt x="43" y="119"/>
                  <a:pt x="43" y="119"/>
                </a:cubicBezTo>
                <a:cubicBezTo>
                  <a:pt x="42" y="119"/>
                  <a:pt x="41" y="119"/>
                  <a:pt x="41" y="118"/>
                </a:cubicBezTo>
                <a:cubicBezTo>
                  <a:pt x="39" y="118"/>
                  <a:pt x="37" y="117"/>
                  <a:pt x="35" y="116"/>
                </a:cubicBezTo>
                <a:cubicBezTo>
                  <a:pt x="34" y="115"/>
                  <a:pt x="34" y="115"/>
                  <a:pt x="34" y="115"/>
                </a:cubicBezTo>
                <a:cubicBezTo>
                  <a:pt x="62" y="87"/>
                  <a:pt x="62" y="87"/>
                  <a:pt x="62" y="87"/>
                </a:cubicBezTo>
                <a:lnTo>
                  <a:pt x="62" y="101"/>
                </a:lnTo>
                <a:close/>
                <a:moveTo>
                  <a:pt x="62" y="80"/>
                </a:moveTo>
                <a:cubicBezTo>
                  <a:pt x="30" y="112"/>
                  <a:pt x="30" y="112"/>
                  <a:pt x="30" y="112"/>
                </a:cubicBezTo>
                <a:cubicBezTo>
                  <a:pt x="29" y="111"/>
                  <a:pt x="29" y="111"/>
                  <a:pt x="29" y="111"/>
                </a:cubicBezTo>
                <a:cubicBezTo>
                  <a:pt x="27" y="110"/>
                  <a:pt x="25" y="108"/>
                  <a:pt x="23" y="106"/>
                </a:cubicBezTo>
                <a:cubicBezTo>
                  <a:pt x="22" y="105"/>
                  <a:pt x="22" y="105"/>
                  <a:pt x="22" y="105"/>
                </a:cubicBezTo>
                <a:cubicBezTo>
                  <a:pt x="62" y="66"/>
                  <a:pt x="62" y="66"/>
                  <a:pt x="62" y="66"/>
                </a:cubicBezTo>
                <a:lnTo>
                  <a:pt x="62" y="80"/>
                </a:lnTo>
                <a:close/>
                <a:moveTo>
                  <a:pt x="62" y="59"/>
                </a:moveTo>
                <a:cubicBezTo>
                  <a:pt x="61" y="60"/>
                  <a:pt x="61" y="60"/>
                  <a:pt x="61" y="60"/>
                </a:cubicBezTo>
                <a:cubicBezTo>
                  <a:pt x="19" y="102"/>
                  <a:pt x="19" y="102"/>
                  <a:pt x="19" y="102"/>
                </a:cubicBezTo>
                <a:cubicBezTo>
                  <a:pt x="18" y="101"/>
                  <a:pt x="18" y="101"/>
                  <a:pt x="18" y="101"/>
                </a:cubicBezTo>
                <a:cubicBezTo>
                  <a:pt x="16" y="99"/>
                  <a:pt x="15" y="97"/>
                  <a:pt x="13" y="95"/>
                </a:cubicBezTo>
                <a:cubicBezTo>
                  <a:pt x="13" y="94"/>
                  <a:pt x="13" y="94"/>
                  <a:pt x="13" y="94"/>
                </a:cubicBezTo>
                <a:cubicBezTo>
                  <a:pt x="62" y="45"/>
                  <a:pt x="62" y="45"/>
                  <a:pt x="62" y="45"/>
                </a:cubicBezTo>
                <a:lnTo>
                  <a:pt x="62" y="59"/>
                </a:lnTo>
                <a:close/>
                <a:moveTo>
                  <a:pt x="62" y="38"/>
                </a:moveTo>
                <a:cubicBezTo>
                  <a:pt x="10" y="89"/>
                  <a:pt x="10" y="89"/>
                  <a:pt x="10" y="89"/>
                </a:cubicBezTo>
                <a:cubicBezTo>
                  <a:pt x="9" y="87"/>
                  <a:pt x="9" y="87"/>
                  <a:pt x="9" y="87"/>
                </a:cubicBezTo>
                <a:cubicBezTo>
                  <a:pt x="8" y="84"/>
                  <a:pt x="7" y="82"/>
                  <a:pt x="7" y="80"/>
                </a:cubicBezTo>
                <a:cubicBezTo>
                  <a:pt x="7" y="79"/>
                  <a:pt x="7" y="79"/>
                  <a:pt x="7" y="79"/>
                </a:cubicBezTo>
                <a:cubicBezTo>
                  <a:pt x="7" y="78"/>
                  <a:pt x="7" y="78"/>
                  <a:pt x="7" y="78"/>
                </a:cubicBezTo>
                <a:cubicBezTo>
                  <a:pt x="62" y="24"/>
                  <a:pt x="62" y="24"/>
                  <a:pt x="62" y="24"/>
                </a:cubicBezTo>
                <a:lnTo>
                  <a:pt x="62" y="38"/>
                </a:lnTo>
                <a:close/>
                <a:moveTo>
                  <a:pt x="62" y="17"/>
                </a:moveTo>
                <a:cubicBezTo>
                  <a:pt x="5" y="74"/>
                  <a:pt x="5" y="74"/>
                  <a:pt x="5" y="74"/>
                </a:cubicBezTo>
                <a:cubicBezTo>
                  <a:pt x="5" y="71"/>
                  <a:pt x="5" y="71"/>
                  <a:pt x="5" y="71"/>
                </a:cubicBezTo>
                <a:cubicBezTo>
                  <a:pt x="5" y="68"/>
                  <a:pt x="5" y="66"/>
                  <a:pt x="5" y="64"/>
                </a:cubicBezTo>
                <a:cubicBezTo>
                  <a:pt x="5" y="62"/>
                  <a:pt x="5" y="61"/>
                  <a:pt x="5" y="60"/>
                </a:cubicBezTo>
                <a:cubicBezTo>
                  <a:pt x="5" y="60"/>
                  <a:pt x="5" y="60"/>
                  <a:pt x="5" y="60"/>
                </a:cubicBezTo>
                <a:cubicBezTo>
                  <a:pt x="5" y="59"/>
                  <a:pt x="5" y="59"/>
                  <a:pt x="5" y="59"/>
                </a:cubicBezTo>
                <a:cubicBezTo>
                  <a:pt x="62" y="3"/>
                  <a:pt x="62" y="3"/>
                  <a:pt x="62" y="3"/>
                </a:cubicBezTo>
                <a:lnTo>
                  <a:pt x="62" y="17"/>
                </a:lnTo>
                <a:close/>
                <a:moveTo>
                  <a:pt x="106" y="106"/>
                </a:moveTo>
                <a:cubicBezTo>
                  <a:pt x="101" y="111"/>
                  <a:pt x="94" y="115"/>
                  <a:pt x="87" y="118"/>
                </a:cubicBezTo>
                <a:cubicBezTo>
                  <a:pt x="81" y="121"/>
                  <a:pt x="74" y="123"/>
                  <a:pt x="68" y="123"/>
                </a:cubicBezTo>
                <a:cubicBezTo>
                  <a:pt x="66" y="123"/>
                  <a:pt x="66" y="123"/>
                  <a:pt x="66" y="123"/>
                </a:cubicBezTo>
                <a:cubicBezTo>
                  <a:pt x="66" y="4"/>
                  <a:pt x="66" y="4"/>
                  <a:pt x="66" y="4"/>
                </a:cubicBezTo>
                <a:cubicBezTo>
                  <a:pt x="68" y="4"/>
                  <a:pt x="68" y="4"/>
                  <a:pt x="68" y="4"/>
                </a:cubicBezTo>
                <a:cubicBezTo>
                  <a:pt x="74" y="5"/>
                  <a:pt x="81" y="6"/>
                  <a:pt x="87" y="9"/>
                </a:cubicBezTo>
                <a:cubicBezTo>
                  <a:pt x="94" y="12"/>
                  <a:pt x="101" y="16"/>
                  <a:pt x="106" y="22"/>
                </a:cubicBezTo>
                <a:cubicBezTo>
                  <a:pt x="111" y="27"/>
                  <a:pt x="116" y="33"/>
                  <a:pt x="119" y="40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79"/>
                  <a:pt x="119" y="87"/>
                </a:cubicBezTo>
                <a:cubicBezTo>
                  <a:pt x="116" y="94"/>
                  <a:pt x="111" y="100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Freeform 30"/>
          <p:cNvSpPr>
            <a:spLocks noEditPoints="1"/>
          </p:cNvSpPr>
          <p:nvPr/>
        </p:nvSpPr>
        <p:spPr bwMode="auto">
          <a:xfrm>
            <a:off x="8328028" y="5118109"/>
            <a:ext cx="338138" cy="479426"/>
          </a:xfrm>
          <a:custGeom>
            <a:avLst/>
            <a:gdLst>
              <a:gd name="T0" fmla="*/ 79 w 90"/>
              <a:gd name="T1" fmla="*/ 63 h 128"/>
              <a:gd name="T2" fmla="*/ 79 w 90"/>
              <a:gd name="T3" fmla="*/ 61 h 128"/>
              <a:gd name="T4" fmla="*/ 79 w 90"/>
              <a:gd name="T5" fmla="*/ 59 h 128"/>
              <a:gd name="T6" fmla="*/ 90 w 90"/>
              <a:gd name="T7" fmla="*/ 40 h 128"/>
              <a:gd name="T8" fmla="*/ 90 w 90"/>
              <a:gd name="T9" fmla="*/ 39 h 128"/>
              <a:gd name="T10" fmla="*/ 88 w 90"/>
              <a:gd name="T11" fmla="*/ 37 h 128"/>
              <a:gd name="T12" fmla="*/ 56 w 90"/>
              <a:gd name="T13" fmla="*/ 37 h 128"/>
              <a:gd name="T14" fmla="*/ 56 w 90"/>
              <a:gd name="T15" fmla="*/ 28 h 128"/>
              <a:gd name="T16" fmla="*/ 50 w 90"/>
              <a:gd name="T17" fmla="*/ 22 h 128"/>
              <a:gd name="T18" fmla="*/ 4 w 90"/>
              <a:gd name="T19" fmla="*/ 22 h 128"/>
              <a:gd name="T20" fmla="*/ 4 w 90"/>
              <a:gd name="T21" fmla="*/ 2 h 128"/>
              <a:gd name="T22" fmla="*/ 2 w 90"/>
              <a:gd name="T23" fmla="*/ 0 h 128"/>
              <a:gd name="T24" fmla="*/ 0 w 90"/>
              <a:gd name="T25" fmla="*/ 2 h 128"/>
              <a:gd name="T26" fmla="*/ 0 w 90"/>
              <a:gd name="T27" fmla="*/ 128 h 128"/>
              <a:gd name="T28" fmla="*/ 4 w 90"/>
              <a:gd name="T29" fmla="*/ 128 h 128"/>
              <a:gd name="T30" fmla="*/ 4 w 90"/>
              <a:gd name="T31" fmla="*/ 71 h 128"/>
              <a:gd name="T32" fmla="*/ 37 w 90"/>
              <a:gd name="T33" fmla="*/ 71 h 128"/>
              <a:gd name="T34" fmla="*/ 37 w 90"/>
              <a:gd name="T35" fmla="*/ 80 h 128"/>
              <a:gd name="T36" fmla="*/ 43 w 90"/>
              <a:gd name="T37" fmla="*/ 86 h 128"/>
              <a:gd name="T38" fmla="*/ 88 w 90"/>
              <a:gd name="T39" fmla="*/ 86 h 128"/>
              <a:gd name="T40" fmla="*/ 90 w 90"/>
              <a:gd name="T41" fmla="*/ 83 h 128"/>
              <a:gd name="T42" fmla="*/ 90 w 90"/>
              <a:gd name="T43" fmla="*/ 82 h 128"/>
              <a:gd name="T44" fmla="*/ 79 w 90"/>
              <a:gd name="T45" fmla="*/ 63 h 128"/>
              <a:gd name="T46" fmla="*/ 4 w 90"/>
              <a:gd name="T47" fmla="*/ 66 h 128"/>
              <a:gd name="T48" fmla="*/ 4 w 90"/>
              <a:gd name="T49" fmla="*/ 26 h 128"/>
              <a:gd name="T50" fmla="*/ 51 w 90"/>
              <a:gd name="T51" fmla="*/ 26 h 128"/>
              <a:gd name="T52" fmla="*/ 51 w 90"/>
              <a:gd name="T53" fmla="*/ 66 h 128"/>
              <a:gd name="T54" fmla="*/ 4 w 90"/>
              <a:gd name="T55" fmla="*/ 66 h 128"/>
              <a:gd name="T56" fmla="*/ 41 w 90"/>
              <a:gd name="T57" fmla="*/ 81 h 128"/>
              <a:gd name="T58" fmla="*/ 41 w 90"/>
              <a:gd name="T59" fmla="*/ 71 h 128"/>
              <a:gd name="T60" fmla="*/ 50 w 90"/>
              <a:gd name="T61" fmla="*/ 71 h 128"/>
              <a:gd name="T62" fmla="*/ 56 w 90"/>
              <a:gd name="T63" fmla="*/ 65 h 128"/>
              <a:gd name="T64" fmla="*/ 56 w 90"/>
              <a:gd name="T65" fmla="*/ 41 h 128"/>
              <a:gd name="T66" fmla="*/ 84 w 90"/>
              <a:gd name="T67" fmla="*/ 41 h 128"/>
              <a:gd name="T68" fmla="*/ 75 w 90"/>
              <a:gd name="T69" fmla="*/ 57 h 128"/>
              <a:gd name="T70" fmla="*/ 75 w 90"/>
              <a:gd name="T71" fmla="*/ 57 h 128"/>
              <a:gd name="T72" fmla="*/ 74 w 90"/>
              <a:gd name="T73" fmla="*/ 61 h 128"/>
              <a:gd name="T74" fmla="*/ 75 w 90"/>
              <a:gd name="T75" fmla="*/ 65 h 128"/>
              <a:gd name="T76" fmla="*/ 75 w 90"/>
              <a:gd name="T77" fmla="*/ 66 h 128"/>
              <a:gd name="T78" fmla="*/ 84 w 90"/>
              <a:gd name="T79" fmla="*/ 81 h 128"/>
              <a:gd name="T80" fmla="*/ 41 w 90"/>
              <a:gd name="T81" fmla="*/ 81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0" h="128">
                <a:moveTo>
                  <a:pt x="79" y="63"/>
                </a:moveTo>
                <a:cubicBezTo>
                  <a:pt x="79" y="63"/>
                  <a:pt x="79" y="62"/>
                  <a:pt x="79" y="61"/>
                </a:cubicBezTo>
                <a:cubicBezTo>
                  <a:pt x="79" y="60"/>
                  <a:pt x="79" y="60"/>
                  <a:pt x="79" y="59"/>
                </a:cubicBezTo>
                <a:cubicBezTo>
                  <a:pt x="90" y="40"/>
                  <a:pt x="90" y="40"/>
                  <a:pt x="90" y="40"/>
                </a:cubicBezTo>
                <a:cubicBezTo>
                  <a:pt x="90" y="40"/>
                  <a:pt x="90" y="39"/>
                  <a:pt x="90" y="39"/>
                </a:cubicBezTo>
                <a:cubicBezTo>
                  <a:pt x="90" y="38"/>
                  <a:pt x="89" y="37"/>
                  <a:pt x="88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5"/>
                  <a:pt x="53" y="22"/>
                  <a:pt x="50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28"/>
                  <a:pt x="0" y="128"/>
                  <a:pt x="0" y="128"/>
                </a:cubicBezTo>
                <a:cubicBezTo>
                  <a:pt x="4" y="128"/>
                  <a:pt x="4" y="128"/>
                  <a:pt x="4" y="128"/>
                </a:cubicBezTo>
                <a:cubicBezTo>
                  <a:pt x="4" y="71"/>
                  <a:pt x="4" y="71"/>
                  <a:pt x="4" y="71"/>
                </a:cubicBezTo>
                <a:cubicBezTo>
                  <a:pt x="37" y="71"/>
                  <a:pt x="37" y="71"/>
                  <a:pt x="37" y="71"/>
                </a:cubicBezTo>
                <a:cubicBezTo>
                  <a:pt x="37" y="80"/>
                  <a:pt x="37" y="80"/>
                  <a:pt x="37" y="80"/>
                </a:cubicBezTo>
                <a:cubicBezTo>
                  <a:pt x="37" y="83"/>
                  <a:pt x="39" y="86"/>
                  <a:pt x="43" y="86"/>
                </a:cubicBezTo>
                <a:cubicBezTo>
                  <a:pt x="88" y="86"/>
                  <a:pt x="88" y="86"/>
                  <a:pt x="88" y="86"/>
                </a:cubicBezTo>
                <a:cubicBezTo>
                  <a:pt x="89" y="86"/>
                  <a:pt x="90" y="85"/>
                  <a:pt x="90" y="83"/>
                </a:cubicBezTo>
                <a:cubicBezTo>
                  <a:pt x="90" y="83"/>
                  <a:pt x="90" y="83"/>
                  <a:pt x="90" y="82"/>
                </a:cubicBezTo>
                <a:lnTo>
                  <a:pt x="79" y="63"/>
                </a:lnTo>
                <a:close/>
                <a:moveTo>
                  <a:pt x="4" y="66"/>
                </a:moveTo>
                <a:cubicBezTo>
                  <a:pt x="4" y="26"/>
                  <a:pt x="4" y="26"/>
                  <a:pt x="4" y="26"/>
                </a:cubicBezTo>
                <a:cubicBezTo>
                  <a:pt x="51" y="26"/>
                  <a:pt x="51" y="26"/>
                  <a:pt x="51" y="26"/>
                </a:cubicBezTo>
                <a:cubicBezTo>
                  <a:pt x="51" y="66"/>
                  <a:pt x="51" y="66"/>
                  <a:pt x="51" y="66"/>
                </a:cubicBezTo>
                <a:lnTo>
                  <a:pt x="4" y="66"/>
                </a:lnTo>
                <a:close/>
                <a:moveTo>
                  <a:pt x="41" y="81"/>
                </a:moveTo>
                <a:cubicBezTo>
                  <a:pt x="41" y="71"/>
                  <a:pt x="41" y="71"/>
                  <a:pt x="41" y="71"/>
                </a:cubicBezTo>
                <a:cubicBezTo>
                  <a:pt x="50" y="71"/>
                  <a:pt x="50" y="71"/>
                  <a:pt x="50" y="71"/>
                </a:cubicBezTo>
                <a:cubicBezTo>
                  <a:pt x="53" y="71"/>
                  <a:pt x="56" y="68"/>
                  <a:pt x="56" y="65"/>
                </a:cubicBezTo>
                <a:cubicBezTo>
                  <a:pt x="56" y="41"/>
                  <a:pt x="56" y="41"/>
                  <a:pt x="56" y="41"/>
                </a:cubicBezTo>
                <a:cubicBezTo>
                  <a:pt x="84" y="41"/>
                  <a:pt x="84" y="41"/>
                  <a:pt x="84" y="41"/>
                </a:cubicBezTo>
                <a:cubicBezTo>
                  <a:pt x="75" y="57"/>
                  <a:pt x="75" y="57"/>
                  <a:pt x="75" y="57"/>
                </a:cubicBezTo>
                <a:cubicBezTo>
                  <a:pt x="75" y="57"/>
                  <a:pt x="75" y="57"/>
                  <a:pt x="75" y="57"/>
                </a:cubicBezTo>
                <a:cubicBezTo>
                  <a:pt x="75" y="58"/>
                  <a:pt x="74" y="60"/>
                  <a:pt x="74" y="61"/>
                </a:cubicBezTo>
                <a:cubicBezTo>
                  <a:pt x="74" y="63"/>
                  <a:pt x="75" y="64"/>
                  <a:pt x="75" y="65"/>
                </a:cubicBezTo>
                <a:cubicBezTo>
                  <a:pt x="75" y="66"/>
                  <a:pt x="75" y="66"/>
                  <a:pt x="75" y="66"/>
                </a:cubicBezTo>
                <a:cubicBezTo>
                  <a:pt x="84" y="81"/>
                  <a:pt x="84" y="81"/>
                  <a:pt x="84" y="81"/>
                </a:cubicBezTo>
                <a:lnTo>
                  <a:pt x="41" y="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Freeform 31"/>
          <p:cNvSpPr>
            <a:spLocks noEditPoints="1"/>
          </p:cNvSpPr>
          <p:nvPr/>
        </p:nvSpPr>
        <p:spPr bwMode="auto">
          <a:xfrm>
            <a:off x="7408865" y="5118109"/>
            <a:ext cx="295275" cy="479426"/>
          </a:xfrm>
          <a:custGeom>
            <a:avLst/>
            <a:gdLst>
              <a:gd name="T0" fmla="*/ 79 w 79"/>
              <a:gd name="T1" fmla="*/ 23 h 128"/>
              <a:gd name="T2" fmla="*/ 75 w 79"/>
              <a:gd name="T3" fmla="*/ 21 h 128"/>
              <a:gd name="T4" fmla="*/ 74 w 79"/>
              <a:gd name="T5" fmla="*/ 22 h 128"/>
              <a:gd name="T6" fmla="*/ 74 w 79"/>
              <a:gd name="T7" fmla="*/ 22 h 128"/>
              <a:gd name="T8" fmla="*/ 58 w 79"/>
              <a:gd name="T9" fmla="*/ 28 h 128"/>
              <a:gd name="T10" fmla="*/ 41 w 79"/>
              <a:gd name="T11" fmla="*/ 21 h 128"/>
              <a:gd name="T12" fmla="*/ 7 w 79"/>
              <a:gd name="T13" fmla="*/ 18 h 128"/>
              <a:gd name="T14" fmla="*/ 5 w 79"/>
              <a:gd name="T15" fmla="*/ 19 h 128"/>
              <a:gd name="T16" fmla="*/ 5 w 79"/>
              <a:gd name="T17" fmla="*/ 2 h 128"/>
              <a:gd name="T18" fmla="*/ 2 w 79"/>
              <a:gd name="T19" fmla="*/ 0 h 128"/>
              <a:gd name="T20" fmla="*/ 0 w 79"/>
              <a:gd name="T21" fmla="*/ 2 h 128"/>
              <a:gd name="T22" fmla="*/ 0 w 79"/>
              <a:gd name="T23" fmla="*/ 128 h 128"/>
              <a:gd name="T24" fmla="*/ 5 w 79"/>
              <a:gd name="T25" fmla="*/ 128 h 128"/>
              <a:gd name="T26" fmla="*/ 5 w 79"/>
              <a:gd name="T27" fmla="*/ 84 h 128"/>
              <a:gd name="T28" fmla="*/ 5 w 79"/>
              <a:gd name="T29" fmla="*/ 83 h 128"/>
              <a:gd name="T30" fmla="*/ 21 w 79"/>
              <a:gd name="T31" fmla="*/ 78 h 128"/>
              <a:gd name="T32" fmla="*/ 38 w 79"/>
              <a:gd name="T33" fmla="*/ 84 h 128"/>
              <a:gd name="T34" fmla="*/ 58 w 79"/>
              <a:gd name="T35" fmla="*/ 91 h 128"/>
              <a:gd name="T36" fmla="*/ 78 w 79"/>
              <a:gd name="T37" fmla="*/ 84 h 128"/>
              <a:gd name="T38" fmla="*/ 79 w 79"/>
              <a:gd name="T39" fmla="*/ 83 h 128"/>
              <a:gd name="T40" fmla="*/ 79 w 79"/>
              <a:gd name="T41" fmla="*/ 23 h 128"/>
              <a:gd name="T42" fmla="*/ 74 w 79"/>
              <a:gd name="T43" fmla="*/ 81 h 128"/>
              <a:gd name="T44" fmla="*/ 74 w 79"/>
              <a:gd name="T45" fmla="*/ 82 h 128"/>
              <a:gd name="T46" fmla="*/ 58 w 79"/>
              <a:gd name="T47" fmla="*/ 87 h 128"/>
              <a:gd name="T48" fmla="*/ 41 w 79"/>
              <a:gd name="T49" fmla="*/ 81 h 128"/>
              <a:gd name="T50" fmla="*/ 7 w 79"/>
              <a:gd name="T51" fmla="*/ 77 h 128"/>
              <a:gd name="T52" fmla="*/ 5 w 79"/>
              <a:gd name="T53" fmla="*/ 78 h 128"/>
              <a:gd name="T54" fmla="*/ 5 w 79"/>
              <a:gd name="T55" fmla="*/ 24 h 128"/>
              <a:gd name="T56" fmla="*/ 5 w 79"/>
              <a:gd name="T57" fmla="*/ 24 h 128"/>
              <a:gd name="T58" fmla="*/ 21 w 79"/>
              <a:gd name="T59" fmla="*/ 19 h 128"/>
              <a:gd name="T60" fmla="*/ 38 w 79"/>
              <a:gd name="T61" fmla="*/ 25 h 128"/>
              <a:gd name="T62" fmla="*/ 72 w 79"/>
              <a:gd name="T63" fmla="*/ 29 h 128"/>
              <a:gd name="T64" fmla="*/ 74 w 79"/>
              <a:gd name="T65" fmla="*/ 28 h 128"/>
              <a:gd name="T66" fmla="*/ 74 w 79"/>
              <a:gd name="T67" fmla="*/ 81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9" h="128">
                <a:moveTo>
                  <a:pt x="79" y="23"/>
                </a:moveTo>
                <a:cubicBezTo>
                  <a:pt x="79" y="21"/>
                  <a:pt x="77" y="20"/>
                  <a:pt x="75" y="21"/>
                </a:cubicBezTo>
                <a:cubicBezTo>
                  <a:pt x="74" y="22"/>
                  <a:pt x="74" y="22"/>
                  <a:pt x="74" y="22"/>
                </a:cubicBezTo>
                <a:cubicBezTo>
                  <a:pt x="74" y="22"/>
                  <a:pt x="74" y="22"/>
                  <a:pt x="74" y="22"/>
                </a:cubicBezTo>
                <a:cubicBezTo>
                  <a:pt x="70" y="26"/>
                  <a:pt x="64" y="28"/>
                  <a:pt x="58" y="28"/>
                </a:cubicBezTo>
                <a:cubicBezTo>
                  <a:pt x="52" y="28"/>
                  <a:pt x="46" y="25"/>
                  <a:pt x="41" y="21"/>
                </a:cubicBezTo>
                <a:cubicBezTo>
                  <a:pt x="32" y="14"/>
                  <a:pt x="18" y="12"/>
                  <a:pt x="7" y="18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2"/>
                  <a:pt x="5" y="2"/>
                  <a:pt x="5" y="2"/>
                </a:cubicBezTo>
                <a:cubicBezTo>
                  <a:pt x="5" y="1"/>
                  <a:pt x="4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28"/>
                  <a:pt x="0" y="128"/>
                  <a:pt x="0" y="128"/>
                </a:cubicBezTo>
                <a:cubicBezTo>
                  <a:pt x="5" y="128"/>
                  <a:pt x="5" y="128"/>
                  <a:pt x="5" y="128"/>
                </a:cubicBezTo>
                <a:cubicBezTo>
                  <a:pt x="5" y="84"/>
                  <a:pt x="5" y="84"/>
                  <a:pt x="5" y="84"/>
                </a:cubicBezTo>
                <a:cubicBezTo>
                  <a:pt x="5" y="83"/>
                  <a:pt x="5" y="83"/>
                  <a:pt x="5" y="83"/>
                </a:cubicBezTo>
                <a:cubicBezTo>
                  <a:pt x="10" y="80"/>
                  <a:pt x="15" y="78"/>
                  <a:pt x="21" y="78"/>
                </a:cubicBezTo>
                <a:cubicBezTo>
                  <a:pt x="27" y="78"/>
                  <a:pt x="33" y="80"/>
                  <a:pt x="38" y="84"/>
                </a:cubicBezTo>
                <a:cubicBezTo>
                  <a:pt x="44" y="89"/>
                  <a:pt x="51" y="91"/>
                  <a:pt x="58" y="91"/>
                </a:cubicBezTo>
                <a:cubicBezTo>
                  <a:pt x="65" y="91"/>
                  <a:pt x="72" y="89"/>
                  <a:pt x="78" y="84"/>
                </a:cubicBezTo>
                <a:cubicBezTo>
                  <a:pt x="79" y="84"/>
                  <a:pt x="79" y="83"/>
                  <a:pt x="79" y="83"/>
                </a:cubicBezTo>
                <a:lnTo>
                  <a:pt x="79" y="23"/>
                </a:lnTo>
                <a:close/>
                <a:moveTo>
                  <a:pt x="74" y="81"/>
                </a:moveTo>
                <a:cubicBezTo>
                  <a:pt x="74" y="82"/>
                  <a:pt x="74" y="82"/>
                  <a:pt x="74" y="82"/>
                </a:cubicBezTo>
                <a:cubicBezTo>
                  <a:pt x="69" y="85"/>
                  <a:pt x="64" y="87"/>
                  <a:pt x="58" y="87"/>
                </a:cubicBezTo>
                <a:cubicBezTo>
                  <a:pt x="52" y="87"/>
                  <a:pt x="46" y="85"/>
                  <a:pt x="41" y="81"/>
                </a:cubicBezTo>
                <a:cubicBezTo>
                  <a:pt x="32" y="73"/>
                  <a:pt x="18" y="72"/>
                  <a:pt x="7" y="77"/>
                </a:cubicBezTo>
                <a:cubicBezTo>
                  <a:pt x="5" y="78"/>
                  <a:pt x="5" y="78"/>
                  <a:pt x="5" y="78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10" y="21"/>
                  <a:pt x="15" y="19"/>
                  <a:pt x="21" y="19"/>
                </a:cubicBezTo>
                <a:cubicBezTo>
                  <a:pt x="27" y="19"/>
                  <a:pt x="33" y="21"/>
                  <a:pt x="38" y="25"/>
                </a:cubicBezTo>
                <a:cubicBezTo>
                  <a:pt x="48" y="33"/>
                  <a:pt x="61" y="34"/>
                  <a:pt x="72" y="29"/>
                </a:cubicBezTo>
                <a:cubicBezTo>
                  <a:pt x="74" y="28"/>
                  <a:pt x="74" y="28"/>
                  <a:pt x="74" y="28"/>
                </a:cubicBezTo>
                <a:lnTo>
                  <a:pt x="74" y="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Freeform 32"/>
          <p:cNvSpPr>
            <a:spLocks noEditPoints="1"/>
          </p:cNvSpPr>
          <p:nvPr/>
        </p:nvSpPr>
        <p:spPr bwMode="auto">
          <a:xfrm>
            <a:off x="6334127" y="5124459"/>
            <a:ext cx="481013" cy="461963"/>
          </a:xfrm>
          <a:custGeom>
            <a:avLst/>
            <a:gdLst>
              <a:gd name="T0" fmla="*/ 65 w 128"/>
              <a:gd name="T1" fmla="*/ 123 h 123"/>
              <a:gd name="T2" fmla="*/ 127 w 128"/>
              <a:gd name="T3" fmla="*/ 79 h 123"/>
              <a:gd name="T4" fmla="*/ 128 w 128"/>
              <a:gd name="T5" fmla="*/ 77 h 123"/>
              <a:gd name="T6" fmla="*/ 128 w 128"/>
              <a:gd name="T7" fmla="*/ 76 h 123"/>
              <a:gd name="T8" fmla="*/ 127 w 128"/>
              <a:gd name="T9" fmla="*/ 75 h 123"/>
              <a:gd name="T10" fmla="*/ 109 w 128"/>
              <a:gd name="T11" fmla="*/ 62 h 123"/>
              <a:gd name="T12" fmla="*/ 127 w 128"/>
              <a:gd name="T13" fmla="*/ 49 h 123"/>
              <a:gd name="T14" fmla="*/ 128 w 128"/>
              <a:gd name="T15" fmla="*/ 47 h 123"/>
              <a:gd name="T16" fmla="*/ 128 w 128"/>
              <a:gd name="T17" fmla="*/ 47 h 123"/>
              <a:gd name="T18" fmla="*/ 127 w 128"/>
              <a:gd name="T19" fmla="*/ 45 h 123"/>
              <a:gd name="T20" fmla="*/ 65 w 128"/>
              <a:gd name="T21" fmla="*/ 1 h 123"/>
              <a:gd name="T22" fmla="*/ 64 w 128"/>
              <a:gd name="T23" fmla="*/ 0 h 123"/>
              <a:gd name="T24" fmla="*/ 63 w 128"/>
              <a:gd name="T25" fmla="*/ 1 h 123"/>
              <a:gd name="T26" fmla="*/ 1 w 128"/>
              <a:gd name="T27" fmla="*/ 45 h 123"/>
              <a:gd name="T28" fmla="*/ 0 w 128"/>
              <a:gd name="T29" fmla="*/ 47 h 123"/>
              <a:gd name="T30" fmla="*/ 0 w 128"/>
              <a:gd name="T31" fmla="*/ 47 h 123"/>
              <a:gd name="T32" fmla="*/ 1 w 128"/>
              <a:gd name="T33" fmla="*/ 49 h 123"/>
              <a:gd name="T34" fmla="*/ 19 w 128"/>
              <a:gd name="T35" fmla="*/ 62 h 123"/>
              <a:gd name="T36" fmla="*/ 1 w 128"/>
              <a:gd name="T37" fmla="*/ 75 h 123"/>
              <a:gd name="T38" fmla="*/ 0 w 128"/>
              <a:gd name="T39" fmla="*/ 76 h 123"/>
              <a:gd name="T40" fmla="*/ 0 w 128"/>
              <a:gd name="T41" fmla="*/ 77 h 123"/>
              <a:gd name="T42" fmla="*/ 1 w 128"/>
              <a:gd name="T43" fmla="*/ 79 h 123"/>
              <a:gd name="T44" fmla="*/ 63 w 128"/>
              <a:gd name="T45" fmla="*/ 123 h 123"/>
              <a:gd name="T46" fmla="*/ 64 w 128"/>
              <a:gd name="T47" fmla="*/ 123 h 123"/>
              <a:gd name="T48" fmla="*/ 65 w 128"/>
              <a:gd name="T49" fmla="*/ 123 h 123"/>
              <a:gd name="T50" fmla="*/ 6 w 128"/>
              <a:gd name="T51" fmla="*/ 47 h 123"/>
              <a:gd name="T52" fmla="*/ 64 w 128"/>
              <a:gd name="T53" fmla="*/ 6 h 123"/>
              <a:gd name="T54" fmla="*/ 122 w 128"/>
              <a:gd name="T55" fmla="*/ 47 h 123"/>
              <a:gd name="T56" fmla="*/ 64 w 128"/>
              <a:gd name="T57" fmla="*/ 89 h 123"/>
              <a:gd name="T58" fmla="*/ 6 w 128"/>
              <a:gd name="T59" fmla="*/ 47 h 123"/>
              <a:gd name="T60" fmla="*/ 6 w 128"/>
              <a:gd name="T61" fmla="*/ 77 h 123"/>
              <a:gd name="T62" fmla="*/ 23 w 128"/>
              <a:gd name="T63" fmla="*/ 65 h 123"/>
              <a:gd name="T64" fmla="*/ 63 w 128"/>
              <a:gd name="T65" fmla="*/ 93 h 123"/>
              <a:gd name="T66" fmla="*/ 64 w 128"/>
              <a:gd name="T67" fmla="*/ 94 h 123"/>
              <a:gd name="T68" fmla="*/ 65 w 128"/>
              <a:gd name="T69" fmla="*/ 93 h 123"/>
              <a:gd name="T70" fmla="*/ 105 w 128"/>
              <a:gd name="T71" fmla="*/ 65 h 123"/>
              <a:gd name="T72" fmla="*/ 122 w 128"/>
              <a:gd name="T73" fmla="*/ 77 h 123"/>
              <a:gd name="T74" fmla="*/ 64 w 128"/>
              <a:gd name="T75" fmla="*/ 118 h 123"/>
              <a:gd name="T76" fmla="*/ 6 w 128"/>
              <a:gd name="T77" fmla="*/ 77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123">
                <a:moveTo>
                  <a:pt x="65" y="123"/>
                </a:moveTo>
                <a:cubicBezTo>
                  <a:pt x="127" y="79"/>
                  <a:pt x="127" y="79"/>
                  <a:pt x="127" y="79"/>
                </a:cubicBezTo>
                <a:cubicBezTo>
                  <a:pt x="128" y="78"/>
                  <a:pt x="128" y="78"/>
                  <a:pt x="128" y="77"/>
                </a:cubicBezTo>
                <a:cubicBezTo>
                  <a:pt x="128" y="76"/>
                  <a:pt x="128" y="76"/>
                  <a:pt x="128" y="76"/>
                </a:cubicBezTo>
                <a:cubicBezTo>
                  <a:pt x="128" y="76"/>
                  <a:pt x="128" y="75"/>
                  <a:pt x="127" y="75"/>
                </a:cubicBezTo>
                <a:cubicBezTo>
                  <a:pt x="109" y="62"/>
                  <a:pt x="109" y="62"/>
                  <a:pt x="109" y="62"/>
                </a:cubicBezTo>
                <a:cubicBezTo>
                  <a:pt x="127" y="49"/>
                  <a:pt x="127" y="49"/>
                  <a:pt x="127" y="49"/>
                </a:cubicBezTo>
                <a:cubicBezTo>
                  <a:pt x="128" y="49"/>
                  <a:pt x="128" y="48"/>
                  <a:pt x="128" y="47"/>
                </a:cubicBezTo>
                <a:cubicBezTo>
                  <a:pt x="128" y="47"/>
                  <a:pt x="128" y="47"/>
                  <a:pt x="128" y="47"/>
                </a:cubicBezTo>
                <a:cubicBezTo>
                  <a:pt x="128" y="46"/>
                  <a:pt x="128" y="45"/>
                  <a:pt x="127" y="45"/>
                </a:cubicBezTo>
                <a:cubicBezTo>
                  <a:pt x="65" y="1"/>
                  <a:pt x="65" y="1"/>
                  <a:pt x="65" y="1"/>
                </a:cubicBezTo>
                <a:cubicBezTo>
                  <a:pt x="65" y="1"/>
                  <a:pt x="65" y="0"/>
                  <a:pt x="64" y="0"/>
                </a:cubicBezTo>
                <a:cubicBezTo>
                  <a:pt x="63" y="0"/>
                  <a:pt x="63" y="1"/>
                  <a:pt x="63" y="1"/>
                </a:cubicBezTo>
                <a:cubicBezTo>
                  <a:pt x="1" y="45"/>
                  <a:pt x="1" y="45"/>
                  <a:pt x="1" y="45"/>
                </a:cubicBezTo>
                <a:cubicBezTo>
                  <a:pt x="0" y="45"/>
                  <a:pt x="0" y="46"/>
                  <a:pt x="0" y="47"/>
                </a:cubicBezTo>
                <a:cubicBezTo>
                  <a:pt x="0" y="47"/>
                  <a:pt x="0" y="47"/>
                  <a:pt x="0" y="47"/>
                </a:cubicBezTo>
                <a:cubicBezTo>
                  <a:pt x="0" y="48"/>
                  <a:pt x="0" y="49"/>
                  <a:pt x="1" y="49"/>
                </a:cubicBezTo>
                <a:cubicBezTo>
                  <a:pt x="19" y="62"/>
                  <a:pt x="19" y="62"/>
                  <a:pt x="19" y="62"/>
                </a:cubicBezTo>
                <a:cubicBezTo>
                  <a:pt x="1" y="75"/>
                  <a:pt x="1" y="75"/>
                  <a:pt x="1" y="75"/>
                </a:cubicBezTo>
                <a:cubicBezTo>
                  <a:pt x="0" y="75"/>
                  <a:pt x="0" y="76"/>
                  <a:pt x="0" y="76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78"/>
                  <a:pt x="0" y="78"/>
                  <a:pt x="1" y="79"/>
                </a:cubicBezTo>
                <a:cubicBezTo>
                  <a:pt x="63" y="123"/>
                  <a:pt x="63" y="123"/>
                  <a:pt x="63" y="123"/>
                </a:cubicBezTo>
                <a:cubicBezTo>
                  <a:pt x="63" y="123"/>
                  <a:pt x="64" y="123"/>
                  <a:pt x="64" y="123"/>
                </a:cubicBezTo>
                <a:cubicBezTo>
                  <a:pt x="65" y="123"/>
                  <a:pt x="65" y="123"/>
                  <a:pt x="65" y="123"/>
                </a:cubicBezTo>
                <a:close/>
                <a:moveTo>
                  <a:pt x="6" y="47"/>
                </a:moveTo>
                <a:cubicBezTo>
                  <a:pt x="64" y="6"/>
                  <a:pt x="64" y="6"/>
                  <a:pt x="64" y="6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64" y="89"/>
                  <a:pt x="64" y="89"/>
                  <a:pt x="64" y="89"/>
                </a:cubicBezTo>
                <a:lnTo>
                  <a:pt x="6" y="47"/>
                </a:lnTo>
                <a:close/>
                <a:moveTo>
                  <a:pt x="6" y="77"/>
                </a:moveTo>
                <a:cubicBezTo>
                  <a:pt x="23" y="65"/>
                  <a:pt x="23" y="65"/>
                  <a:pt x="23" y="65"/>
                </a:cubicBezTo>
                <a:cubicBezTo>
                  <a:pt x="63" y="93"/>
                  <a:pt x="63" y="93"/>
                  <a:pt x="63" y="93"/>
                </a:cubicBezTo>
                <a:cubicBezTo>
                  <a:pt x="63" y="93"/>
                  <a:pt x="63" y="94"/>
                  <a:pt x="64" y="94"/>
                </a:cubicBezTo>
                <a:cubicBezTo>
                  <a:pt x="65" y="94"/>
                  <a:pt x="65" y="93"/>
                  <a:pt x="65" y="93"/>
                </a:cubicBezTo>
                <a:cubicBezTo>
                  <a:pt x="105" y="65"/>
                  <a:pt x="105" y="65"/>
                  <a:pt x="105" y="65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64" y="118"/>
                  <a:pt x="64" y="118"/>
                  <a:pt x="64" y="118"/>
                </a:cubicBezTo>
                <a:lnTo>
                  <a:pt x="6" y="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Freeform 33"/>
          <p:cNvSpPr>
            <a:spLocks noEditPoints="1"/>
          </p:cNvSpPr>
          <p:nvPr/>
        </p:nvSpPr>
        <p:spPr bwMode="auto">
          <a:xfrm>
            <a:off x="5373689" y="5118109"/>
            <a:ext cx="479425" cy="479426"/>
          </a:xfrm>
          <a:custGeom>
            <a:avLst/>
            <a:gdLst>
              <a:gd name="T0" fmla="*/ 128 w 128"/>
              <a:gd name="T1" fmla="*/ 47 h 128"/>
              <a:gd name="T2" fmla="*/ 122 w 128"/>
              <a:gd name="T3" fmla="*/ 41 h 128"/>
              <a:gd name="T4" fmla="*/ 86 w 128"/>
              <a:gd name="T5" fmla="*/ 41 h 128"/>
              <a:gd name="T6" fmla="*/ 86 w 128"/>
              <a:gd name="T7" fmla="*/ 6 h 128"/>
              <a:gd name="T8" fmla="*/ 80 w 128"/>
              <a:gd name="T9" fmla="*/ 0 h 128"/>
              <a:gd name="T10" fmla="*/ 6 w 128"/>
              <a:gd name="T11" fmla="*/ 0 h 128"/>
              <a:gd name="T12" fmla="*/ 0 w 128"/>
              <a:gd name="T13" fmla="*/ 6 h 128"/>
              <a:gd name="T14" fmla="*/ 0 w 128"/>
              <a:gd name="T15" fmla="*/ 80 h 128"/>
              <a:gd name="T16" fmla="*/ 6 w 128"/>
              <a:gd name="T17" fmla="*/ 86 h 128"/>
              <a:gd name="T18" fmla="*/ 42 w 128"/>
              <a:gd name="T19" fmla="*/ 86 h 128"/>
              <a:gd name="T20" fmla="*/ 42 w 128"/>
              <a:gd name="T21" fmla="*/ 122 h 128"/>
              <a:gd name="T22" fmla="*/ 48 w 128"/>
              <a:gd name="T23" fmla="*/ 128 h 128"/>
              <a:gd name="T24" fmla="*/ 122 w 128"/>
              <a:gd name="T25" fmla="*/ 128 h 128"/>
              <a:gd name="T26" fmla="*/ 128 w 128"/>
              <a:gd name="T27" fmla="*/ 122 h 128"/>
              <a:gd name="T28" fmla="*/ 128 w 128"/>
              <a:gd name="T29" fmla="*/ 47 h 128"/>
              <a:gd name="T30" fmla="*/ 42 w 128"/>
              <a:gd name="T31" fmla="*/ 47 h 128"/>
              <a:gd name="T32" fmla="*/ 42 w 128"/>
              <a:gd name="T33" fmla="*/ 81 h 128"/>
              <a:gd name="T34" fmla="*/ 5 w 128"/>
              <a:gd name="T35" fmla="*/ 81 h 128"/>
              <a:gd name="T36" fmla="*/ 5 w 128"/>
              <a:gd name="T37" fmla="*/ 4 h 128"/>
              <a:gd name="T38" fmla="*/ 82 w 128"/>
              <a:gd name="T39" fmla="*/ 4 h 128"/>
              <a:gd name="T40" fmla="*/ 82 w 128"/>
              <a:gd name="T41" fmla="*/ 41 h 128"/>
              <a:gd name="T42" fmla="*/ 48 w 128"/>
              <a:gd name="T43" fmla="*/ 41 h 128"/>
              <a:gd name="T44" fmla="*/ 42 w 128"/>
              <a:gd name="T45" fmla="*/ 47 h 128"/>
              <a:gd name="T46" fmla="*/ 123 w 128"/>
              <a:gd name="T47" fmla="*/ 123 h 128"/>
              <a:gd name="T48" fmla="*/ 46 w 128"/>
              <a:gd name="T49" fmla="*/ 123 h 128"/>
              <a:gd name="T50" fmla="*/ 46 w 128"/>
              <a:gd name="T51" fmla="*/ 46 h 128"/>
              <a:gd name="T52" fmla="*/ 123 w 128"/>
              <a:gd name="T53" fmla="*/ 46 h 128"/>
              <a:gd name="T54" fmla="*/ 123 w 128"/>
              <a:gd name="T5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" h="128">
                <a:moveTo>
                  <a:pt x="128" y="47"/>
                </a:moveTo>
                <a:cubicBezTo>
                  <a:pt x="128" y="44"/>
                  <a:pt x="125" y="41"/>
                  <a:pt x="122" y="41"/>
                </a:cubicBezTo>
                <a:cubicBezTo>
                  <a:pt x="86" y="41"/>
                  <a:pt x="86" y="41"/>
                  <a:pt x="86" y="41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2"/>
                  <a:pt x="83" y="0"/>
                  <a:pt x="80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3"/>
                  <a:pt x="3" y="86"/>
                  <a:pt x="6" y="86"/>
                </a:cubicBezTo>
                <a:cubicBezTo>
                  <a:pt x="42" y="86"/>
                  <a:pt x="42" y="86"/>
                  <a:pt x="42" y="86"/>
                </a:cubicBezTo>
                <a:cubicBezTo>
                  <a:pt x="42" y="122"/>
                  <a:pt x="42" y="122"/>
                  <a:pt x="42" y="122"/>
                </a:cubicBezTo>
                <a:cubicBezTo>
                  <a:pt x="42" y="125"/>
                  <a:pt x="45" y="128"/>
                  <a:pt x="48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47"/>
                </a:lnTo>
                <a:close/>
                <a:moveTo>
                  <a:pt x="42" y="47"/>
                </a:moveTo>
                <a:cubicBezTo>
                  <a:pt x="42" y="81"/>
                  <a:pt x="42" y="81"/>
                  <a:pt x="42" y="81"/>
                </a:cubicBezTo>
                <a:cubicBezTo>
                  <a:pt x="5" y="81"/>
                  <a:pt x="5" y="81"/>
                  <a:pt x="5" y="81"/>
                </a:cubicBezTo>
                <a:cubicBezTo>
                  <a:pt x="5" y="4"/>
                  <a:pt x="5" y="4"/>
                  <a:pt x="5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1"/>
                  <a:pt x="82" y="41"/>
                  <a:pt x="82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5" y="41"/>
                  <a:pt x="42" y="44"/>
                  <a:pt x="42" y="47"/>
                </a:cubicBezTo>
                <a:close/>
                <a:moveTo>
                  <a:pt x="123" y="123"/>
                </a:moveTo>
                <a:cubicBezTo>
                  <a:pt x="46" y="123"/>
                  <a:pt x="46" y="123"/>
                  <a:pt x="46" y="123"/>
                </a:cubicBezTo>
                <a:cubicBezTo>
                  <a:pt x="46" y="46"/>
                  <a:pt x="46" y="46"/>
                  <a:pt x="46" y="46"/>
                </a:cubicBezTo>
                <a:cubicBezTo>
                  <a:pt x="123" y="46"/>
                  <a:pt x="123" y="46"/>
                  <a:pt x="123" y="46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Freeform 34"/>
          <p:cNvSpPr>
            <a:spLocks noEditPoints="1"/>
          </p:cNvSpPr>
          <p:nvPr/>
        </p:nvSpPr>
        <p:spPr bwMode="auto">
          <a:xfrm>
            <a:off x="4491039" y="5118109"/>
            <a:ext cx="322263" cy="479426"/>
          </a:xfrm>
          <a:custGeom>
            <a:avLst/>
            <a:gdLst>
              <a:gd name="T0" fmla="*/ 80 w 86"/>
              <a:gd name="T1" fmla="*/ 63 h 128"/>
              <a:gd name="T2" fmla="*/ 45 w 86"/>
              <a:gd name="T3" fmla="*/ 1 h 128"/>
              <a:gd name="T4" fmla="*/ 43 w 86"/>
              <a:gd name="T5" fmla="*/ 0 h 128"/>
              <a:gd name="T6" fmla="*/ 41 w 86"/>
              <a:gd name="T7" fmla="*/ 1 h 128"/>
              <a:gd name="T8" fmla="*/ 6 w 86"/>
              <a:gd name="T9" fmla="*/ 63 h 128"/>
              <a:gd name="T10" fmla="*/ 0 w 86"/>
              <a:gd name="T11" fmla="*/ 85 h 128"/>
              <a:gd name="T12" fmla="*/ 43 w 86"/>
              <a:gd name="T13" fmla="*/ 128 h 128"/>
              <a:gd name="T14" fmla="*/ 86 w 86"/>
              <a:gd name="T15" fmla="*/ 85 h 128"/>
              <a:gd name="T16" fmla="*/ 80 w 86"/>
              <a:gd name="T17" fmla="*/ 63 h 128"/>
              <a:gd name="T18" fmla="*/ 70 w 86"/>
              <a:gd name="T19" fmla="*/ 112 h 128"/>
              <a:gd name="T20" fmla="*/ 58 w 86"/>
              <a:gd name="T21" fmla="*/ 120 h 128"/>
              <a:gd name="T22" fmla="*/ 43 w 86"/>
              <a:gd name="T23" fmla="*/ 123 h 128"/>
              <a:gd name="T24" fmla="*/ 28 w 86"/>
              <a:gd name="T25" fmla="*/ 120 h 128"/>
              <a:gd name="T26" fmla="*/ 16 w 86"/>
              <a:gd name="T27" fmla="*/ 112 h 128"/>
              <a:gd name="T28" fmla="*/ 8 w 86"/>
              <a:gd name="T29" fmla="*/ 100 h 128"/>
              <a:gd name="T30" fmla="*/ 5 w 86"/>
              <a:gd name="T31" fmla="*/ 85 h 128"/>
              <a:gd name="T32" fmla="*/ 10 w 86"/>
              <a:gd name="T33" fmla="*/ 65 h 128"/>
              <a:gd name="T34" fmla="*/ 43 w 86"/>
              <a:gd name="T35" fmla="*/ 6 h 128"/>
              <a:gd name="T36" fmla="*/ 76 w 86"/>
              <a:gd name="T37" fmla="*/ 65 h 128"/>
              <a:gd name="T38" fmla="*/ 81 w 86"/>
              <a:gd name="T39" fmla="*/ 85 h 128"/>
              <a:gd name="T40" fmla="*/ 78 w 86"/>
              <a:gd name="T41" fmla="*/ 100 h 128"/>
              <a:gd name="T42" fmla="*/ 70 w 86"/>
              <a:gd name="T43" fmla="*/ 11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6" h="128">
                <a:moveTo>
                  <a:pt x="80" y="63"/>
                </a:moveTo>
                <a:cubicBezTo>
                  <a:pt x="45" y="1"/>
                  <a:pt x="45" y="1"/>
                  <a:pt x="45" y="1"/>
                </a:cubicBezTo>
                <a:cubicBezTo>
                  <a:pt x="45" y="0"/>
                  <a:pt x="44" y="0"/>
                  <a:pt x="43" y="0"/>
                </a:cubicBezTo>
                <a:cubicBezTo>
                  <a:pt x="42" y="0"/>
                  <a:pt x="41" y="0"/>
                  <a:pt x="41" y="1"/>
                </a:cubicBezTo>
                <a:cubicBezTo>
                  <a:pt x="6" y="63"/>
                  <a:pt x="6" y="63"/>
                  <a:pt x="6" y="63"/>
                </a:cubicBezTo>
                <a:cubicBezTo>
                  <a:pt x="2" y="69"/>
                  <a:pt x="0" y="77"/>
                  <a:pt x="0" y="85"/>
                </a:cubicBezTo>
                <a:cubicBezTo>
                  <a:pt x="0" y="108"/>
                  <a:pt x="19" y="128"/>
                  <a:pt x="43" y="128"/>
                </a:cubicBezTo>
                <a:cubicBezTo>
                  <a:pt x="67" y="128"/>
                  <a:pt x="86" y="108"/>
                  <a:pt x="86" y="85"/>
                </a:cubicBezTo>
                <a:cubicBezTo>
                  <a:pt x="86" y="77"/>
                  <a:pt x="84" y="69"/>
                  <a:pt x="80" y="63"/>
                </a:cubicBezTo>
                <a:close/>
                <a:moveTo>
                  <a:pt x="70" y="112"/>
                </a:moveTo>
                <a:cubicBezTo>
                  <a:pt x="67" y="115"/>
                  <a:pt x="63" y="118"/>
                  <a:pt x="58" y="120"/>
                </a:cubicBezTo>
                <a:cubicBezTo>
                  <a:pt x="53" y="122"/>
                  <a:pt x="48" y="123"/>
                  <a:pt x="43" y="123"/>
                </a:cubicBezTo>
                <a:cubicBezTo>
                  <a:pt x="38" y="123"/>
                  <a:pt x="33" y="122"/>
                  <a:pt x="28" y="120"/>
                </a:cubicBezTo>
                <a:cubicBezTo>
                  <a:pt x="23" y="118"/>
                  <a:pt x="19" y="115"/>
                  <a:pt x="16" y="112"/>
                </a:cubicBezTo>
                <a:cubicBezTo>
                  <a:pt x="12" y="108"/>
                  <a:pt x="9" y="104"/>
                  <a:pt x="8" y="100"/>
                </a:cubicBezTo>
                <a:cubicBezTo>
                  <a:pt x="6" y="95"/>
                  <a:pt x="5" y="90"/>
                  <a:pt x="5" y="85"/>
                </a:cubicBezTo>
                <a:cubicBezTo>
                  <a:pt x="5" y="78"/>
                  <a:pt x="6" y="71"/>
                  <a:pt x="10" y="65"/>
                </a:cubicBezTo>
                <a:cubicBezTo>
                  <a:pt x="43" y="6"/>
                  <a:pt x="43" y="6"/>
                  <a:pt x="43" y="6"/>
                </a:cubicBezTo>
                <a:cubicBezTo>
                  <a:pt x="76" y="65"/>
                  <a:pt x="76" y="65"/>
                  <a:pt x="76" y="65"/>
                </a:cubicBezTo>
                <a:cubicBezTo>
                  <a:pt x="80" y="71"/>
                  <a:pt x="81" y="78"/>
                  <a:pt x="81" y="85"/>
                </a:cubicBezTo>
                <a:cubicBezTo>
                  <a:pt x="81" y="90"/>
                  <a:pt x="80" y="95"/>
                  <a:pt x="78" y="100"/>
                </a:cubicBezTo>
                <a:cubicBezTo>
                  <a:pt x="77" y="104"/>
                  <a:pt x="74" y="108"/>
                  <a:pt x="70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Freeform 35"/>
          <p:cNvSpPr/>
          <p:nvPr/>
        </p:nvSpPr>
        <p:spPr bwMode="auto">
          <a:xfrm>
            <a:off x="4546601" y="5426085"/>
            <a:ext cx="112713" cy="115888"/>
          </a:xfrm>
          <a:custGeom>
            <a:avLst/>
            <a:gdLst>
              <a:gd name="T0" fmla="*/ 28 w 30"/>
              <a:gd name="T1" fmla="*/ 26 h 31"/>
              <a:gd name="T2" fmla="*/ 28 w 30"/>
              <a:gd name="T3" fmla="*/ 26 h 31"/>
              <a:gd name="T4" fmla="*/ 11 w 30"/>
              <a:gd name="T5" fmla="*/ 19 h 31"/>
              <a:gd name="T6" fmla="*/ 4 w 30"/>
              <a:gd name="T7" fmla="*/ 3 h 31"/>
              <a:gd name="T8" fmla="*/ 2 w 30"/>
              <a:gd name="T9" fmla="*/ 0 h 31"/>
              <a:gd name="T10" fmla="*/ 0 w 30"/>
              <a:gd name="T11" fmla="*/ 3 h 31"/>
              <a:gd name="T12" fmla="*/ 28 w 30"/>
              <a:gd name="T13" fmla="*/ 31 h 31"/>
              <a:gd name="T14" fmla="*/ 28 w 30"/>
              <a:gd name="T15" fmla="*/ 31 h 31"/>
              <a:gd name="T16" fmla="*/ 30 w 30"/>
              <a:gd name="T17" fmla="*/ 28 h 31"/>
              <a:gd name="T18" fmla="*/ 28 w 30"/>
              <a:gd name="T19" fmla="*/ 26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" h="31">
                <a:moveTo>
                  <a:pt x="28" y="26"/>
                </a:moveTo>
                <a:cubicBezTo>
                  <a:pt x="28" y="26"/>
                  <a:pt x="28" y="26"/>
                  <a:pt x="28" y="26"/>
                </a:cubicBezTo>
                <a:cubicBezTo>
                  <a:pt x="22" y="26"/>
                  <a:pt x="16" y="24"/>
                  <a:pt x="11" y="19"/>
                </a:cubicBezTo>
                <a:cubicBezTo>
                  <a:pt x="7" y="15"/>
                  <a:pt x="4" y="9"/>
                  <a:pt x="4" y="3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18"/>
                  <a:pt x="12" y="31"/>
                  <a:pt x="28" y="31"/>
                </a:cubicBezTo>
                <a:cubicBezTo>
                  <a:pt x="28" y="31"/>
                  <a:pt x="28" y="31"/>
                  <a:pt x="28" y="31"/>
                </a:cubicBezTo>
                <a:cubicBezTo>
                  <a:pt x="29" y="31"/>
                  <a:pt x="30" y="30"/>
                  <a:pt x="30" y="28"/>
                </a:cubicBezTo>
                <a:cubicBezTo>
                  <a:pt x="30" y="27"/>
                  <a:pt x="29" y="26"/>
                  <a:pt x="28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Freeform 36"/>
          <p:cNvSpPr>
            <a:spLocks noEditPoints="1"/>
          </p:cNvSpPr>
          <p:nvPr/>
        </p:nvSpPr>
        <p:spPr bwMode="auto">
          <a:xfrm>
            <a:off x="3451226" y="5211772"/>
            <a:ext cx="481013" cy="288926"/>
          </a:xfrm>
          <a:custGeom>
            <a:avLst/>
            <a:gdLst>
              <a:gd name="T0" fmla="*/ 64 w 128"/>
              <a:gd name="T1" fmla="*/ 0 h 77"/>
              <a:gd name="T2" fmla="*/ 0 w 128"/>
              <a:gd name="T3" fmla="*/ 39 h 77"/>
              <a:gd name="T4" fmla="*/ 64 w 128"/>
              <a:gd name="T5" fmla="*/ 77 h 77"/>
              <a:gd name="T6" fmla="*/ 128 w 128"/>
              <a:gd name="T7" fmla="*/ 39 h 77"/>
              <a:gd name="T8" fmla="*/ 64 w 128"/>
              <a:gd name="T9" fmla="*/ 0 h 77"/>
              <a:gd name="T10" fmla="*/ 112 w 128"/>
              <a:gd name="T11" fmla="*/ 51 h 77"/>
              <a:gd name="T12" fmla="*/ 97 w 128"/>
              <a:gd name="T13" fmla="*/ 63 h 77"/>
              <a:gd name="T14" fmla="*/ 81 w 128"/>
              <a:gd name="T15" fmla="*/ 70 h 77"/>
              <a:gd name="T16" fmla="*/ 64 w 128"/>
              <a:gd name="T17" fmla="*/ 73 h 77"/>
              <a:gd name="T18" fmla="*/ 47 w 128"/>
              <a:gd name="T19" fmla="*/ 70 h 77"/>
              <a:gd name="T20" fmla="*/ 31 w 128"/>
              <a:gd name="T21" fmla="*/ 63 h 77"/>
              <a:gd name="T22" fmla="*/ 16 w 128"/>
              <a:gd name="T23" fmla="*/ 51 h 77"/>
              <a:gd name="T24" fmla="*/ 6 w 128"/>
              <a:gd name="T25" fmla="*/ 39 h 77"/>
              <a:gd name="T26" fmla="*/ 6 w 128"/>
              <a:gd name="T27" fmla="*/ 39 h 77"/>
              <a:gd name="T28" fmla="*/ 6 w 128"/>
              <a:gd name="T29" fmla="*/ 38 h 77"/>
              <a:gd name="T30" fmla="*/ 16 w 128"/>
              <a:gd name="T31" fmla="*/ 26 h 77"/>
              <a:gd name="T32" fmla="*/ 31 w 128"/>
              <a:gd name="T33" fmla="*/ 14 h 77"/>
              <a:gd name="T34" fmla="*/ 47 w 128"/>
              <a:gd name="T35" fmla="*/ 7 h 77"/>
              <a:gd name="T36" fmla="*/ 81 w 128"/>
              <a:gd name="T37" fmla="*/ 7 h 77"/>
              <a:gd name="T38" fmla="*/ 97 w 128"/>
              <a:gd name="T39" fmla="*/ 14 h 77"/>
              <a:gd name="T40" fmla="*/ 112 w 128"/>
              <a:gd name="T41" fmla="*/ 26 h 77"/>
              <a:gd name="T42" fmla="*/ 122 w 128"/>
              <a:gd name="T43" fmla="*/ 38 h 77"/>
              <a:gd name="T44" fmla="*/ 122 w 128"/>
              <a:gd name="T45" fmla="*/ 39 h 77"/>
              <a:gd name="T46" fmla="*/ 122 w 128"/>
              <a:gd name="T47" fmla="*/ 39 h 77"/>
              <a:gd name="T48" fmla="*/ 112 w 128"/>
              <a:gd name="T49" fmla="*/ 5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" h="77">
                <a:moveTo>
                  <a:pt x="64" y="0"/>
                </a:moveTo>
                <a:cubicBezTo>
                  <a:pt x="40" y="0"/>
                  <a:pt x="16" y="14"/>
                  <a:pt x="0" y="39"/>
                </a:cubicBezTo>
                <a:cubicBezTo>
                  <a:pt x="16" y="63"/>
                  <a:pt x="40" y="77"/>
                  <a:pt x="64" y="77"/>
                </a:cubicBezTo>
                <a:cubicBezTo>
                  <a:pt x="88" y="77"/>
                  <a:pt x="112" y="63"/>
                  <a:pt x="128" y="39"/>
                </a:cubicBezTo>
                <a:cubicBezTo>
                  <a:pt x="112" y="14"/>
                  <a:pt x="88" y="0"/>
                  <a:pt x="64" y="0"/>
                </a:cubicBezTo>
                <a:close/>
                <a:moveTo>
                  <a:pt x="112" y="51"/>
                </a:moveTo>
                <a:cubicBezTo>
                  <a:pt x="108" y="56"/>
                  <a:pt x="103" y="60"/>
                  <a:pt x="97" y="63"/>
                </a:cubicBezTo>
                <a:cubicBezTo>
                  <a:pt x="92" y="66"/>
                  <a:pt x="87" y="69"/>
                  <a:pt x="81" y="70"/>
                </a:cubicBezTo>
                <a:cubicBezTo>
                  <a:pt x="76" y="72"/>
                  <a:pt x="70" y="73"/>
                  <a:pt x="64" y="73"/>
                </a:cubicBezTo>
                <a:cubicBezTo>
                  <a:pt x="58" y="73"/>
                  <a:pt x="52" y="72"/>
                  <a:pt x="47" y="70"/>
                </a:cubicBezTo>
                <a:cubicBezTo>
                  <a:pt x="41" y="69"/>
                  <a:pt x="36" y="66"/>
                  <a:pt x="31" y="63"/>
                </a:cubicBezTo>
                <a:cubicBezTo>
                  <a:pt x="25" y="60"/>
                  <a:pt x="20" y="56"/>
                  <a:pt x="16" y="51"/>
                </a:cubicBezTo>
                <a:cubicBezTo>
                  <a:pt x="12" y="48"/>
                  <a:pt x="9" y="44"/>
                  <a:pt x="6" y="39"/>
                </a:cubicBezTo>
                <a:cubicBezTo>
                  <a:pt x="6" y="39"/>
                  <a:pt x="6" y="39"/>
                  <a:pt x="6" y="39"/>
                </a:cubicBezTo>
                <a:cubicBezTo>
                  <a:pt x="6" y="38"/>
                  <a:pt x="6" y="38"/>
                  <a:pt x="6" y="38"/>
                </a:cubicBezTo>
                <a:cubicBezTo>
                  <a:pt x="9" y="33"/>
                  <a:pt x="12" y="30"/>
                  <a:pt x="16" y="26"/>
                </a:cubicBezTo>
                <a:cubicBezTo>
                  <a:pt x="20" y="21"/>
                  <a:pt x="25" y="17"/>
                  <a:pt x="31" y="14"/>
                </a:cubicBezTo>
                <a:cubicBezTo>
                  <a:pt x="36" y="11"/>
                  <a:pt x="41" y="8"/>
                  <a:pt x="47" y="7"/>
                </a:cubicBezTo>
                <a:cubicBezTo>
                  <a:pt x="58" y="3"/>
                  <a:pt x="70" y="3"/>
                  <a:pt x="81" y="7"/>
                </a:cubicBezTo>
                <a:cubicBezTo>
                  <a:pt x="87" y="8"/>
                  <a:pt x="92" y="11"/>
                  <a:pt x="97" y="14"/>
                </a:cubicBezTo>
                <a:cubicBezTo>
                  <a:pt x="103" y="17"/>
                  <a:pt x="108" y="21"/>
                  <a:pt x="112" y="26"/>
                </a:cubicBezTo>
                <a:cubicBezTo>
                  <a:pt x="116" y="30"/>
                  <a:pt x="119" y="33"/>
                  <a:pt x="122" y="38"/>
                </a:cubicBezTo>
                <a:cubicBezTo>
                  <a:pt x="122" y="39"/>
                  <a:pt x="122" y="39"/>
                  <a:pt x="122" y="39"/>
                </a:cubicBezTo>
                <a:cubicBezTo>
                  <a:pt x="122" y="39"/>
                  <a:pt x="122" y="39"/>
                  <a:pt x="122" y="39"/>
                </a:cubicBezTo>
                <a:cubicBezTo>
                  <a:pt x="119" y="44"/>
                  <a:pt x="116" y="48"/>
                  <a:pt x="112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Freeform 37"/>
          <p:cNvSpPr>
            <a:spLocks noEditPoints="1"/>
          </p:cNvSpPr>
          <p:nvPr/>
        </p:nvSpPr>
        <p:spPr bwMode="auto">
          <a:xfrm>
            <a:off x="3613151" y="5278447"/>
            <a:ext cx="157163" cy="153988"/>
          </a:xfrm>
          <a:custGeom>
            <a:avLst/>
            <a:gdLst>
              <a:gd name="T0" fmla="*/ 21 w 42"/>
              <a:gd name="T1" fmla="*/ 0 h 41"/>
              <a:gd name="T2" fmla="*/ 0 w 42"/>
              <a:gd name="T3" fmla="*/ 21 h 41"/>
              <a:gd name="T4" fmla="*/ 21 w 42"/>
              <a:gd name="T5" fmla="*/ 41 h 41"/>
              <a:gd name="T6" fmla="*/ 42 w 42"/>
              <a:gd name="T7" fmla="*/ 21 h 41"/>
              <a:gd name="T8" fmla="*/ 21 w 42"/>
              <a:gd name="T9" fmla="*/ 0 h 41"/>
              <a:gd name="T10" fmla="*/ 21 w 42"/>
              <a:gd name="T11" fmla="*/ 37 h 41"/>
              <a:gd name="T12" fmla="*/ 5 w 42"/>
              <a:gd name="T13" fmla="*/ 21 h 41"/>
              <a:gd name="T14" fmla="*/ 21 w 42"/>
              <a:gd name="T15" fmla="*/ 4 h 41"/>
              <a:gd name="T16" fmla="*/ 37 w 42"/>
              <a:gd name="T17" fmla="*/ 21 h 41"/>
              <a:gd name="T18" fmla="*/ 21 w 42"/>
              <a:gd name="T19" fmla="*/ 37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" h="41">
                <a:moveTo>
                  <a:pt x="21" y="0"/>
                </a:moveTo>
                <a:cubicBezTo>
                  <a:pt x="9" y="0"/>
                  <a:pt x="0" y="9"/>
                  <a:pt x="0" y="21"/>
                </a:cubicBezTo>
                <a:cubicBezTo>
                  <a:pt x="0" y="32"/>
                  <a:pt x="9" y="41"/>
                  <a:pt x="21" y="41"/>
                </a:cubicBezTo>
                <a:cubicBezTo>
                  <a:pt x="33" y="41"/>
                  <a:pt x="42" y="32"/>
                  <a:pt x="42" y="21"/>
                </a:cubicBezTo>
                <a:cubicBezTo>
                  <a:pt x="42" y="9"/>
                  <a:pt x="33" y="0"/>
                  <a:pt x="21" y="0"/>
                </a:cubicBezTo>
                <a:close/>
                <a:moveTo>
                  <a:pt x="21" y="37"/>
                </a:moveTo>
                <a:cubicBezTo>
                  <a:pt x="12" y="37"/>
                  <a:pt x="5" y="30"/>
                  <a:pt x="5" y="21"/>
                </a:cubicBezTo>
                <a:cubicBezTo>
                  <a:pt x="5" y="12"/>
                  <a:pt x="12" y="4"/>
                  <a:pt x="21" y="4"/>
                </a:cubicBezTo>
                <a:cubicBezTo>
                  <a:pt x="30" y="4"/>
                  <a:pt x="37" y="12"/>
                  <a:pt x="37" y="21"/>
                </a:cubicBezTo>
                <a:cubicBezTo>
                  <a:pt x="37" y="30"/>
                  <a:pt x="30" y="37"/>
                  <a:pt x="2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0" name="组合 189"/>
          <p:cNvGrpSpPr/>
          <p:nvPr/>
        </p:nvGrpSpPr>
        <p:grpSpPr>
          <a:xfrm>
            <a:off x="2489201" y="5118109"/>
            <a:ext cx="481013" cy="479426"/>
            <a:chOff x="2489201" y="5118109"/>
            <a:chExt cx="481013" cy="479426"/>
          </a:xfrm>
          <a:solidFill>
            <a:schemeClr val="accent1"/>
          </a:solidFill>
        </p:grpSpPr>
        <p:sp>
          <p:nvSpPr>
            <p:cNvPr id="38" name="Freeform 38"/>
            <p:cNvSpPr>
              <a:spLocks noEditPoints="1"/>
            </p:cNvSpPr>
            <p:nvPr/>
          </p:nvSpPr>
          <p:spPr bwMode="auto">
            <a:xfrm>
              <a:off x="2489201" y="5118109"/>
              <a:ext cx="481013" cy="479426"/>
            </a:xfrm>
            <a:custGeom>
              <a:avLst/>
              <a:gdLst>
                <a:gd name="T0" fmla="*/ 122 w 128"/>
                <a:gd name="T1" fmla="*/ 0 h 128"/>
                <a:gd name="T2" fmla="*/ 6 w 128"/>
                <a:gd name="T3" fmla="*/ 0 h 128"/>
                <a:gd name="T4" fmla="*/ 0 w 128"/>
                <a:gd name="T5" fmla="*/ 6 h 128"/>
                <a:gd name="T6" fmla="*/ 0 w 128"/>
                <a:gd name="T7" fmla="*/ 122 h 128"/>
                <a:gd name="T8" fmla="*/ 6 w 128"/>
                <a:gd name="T9" fmla="*/ 128 h 128"/>
                <a:gd name="T10" fmla="*/ 122 w 128"/>
                <a:gd name="T11" fmla="*/ 128 h 128"/>
                <a:gd name="T12" fmla="*/ 128 w 128"/>
                <a:gd name="T13" fmla="*/ 122 h 128"/>
                <a:gd name="T14" fmla="*/ 128 w 128"/>
                <a:gd name="T15" fmla="*/ 6 h 128"/>
                <a:gd name="T16" fmla="*/ 122 w 128"/>
                <a:gd name="T17" fmla="*/ 0 h 128"/>
                <a:gd name="T18" fmla="*/ 123 w 128"/>
                <a:gd name="T19" fmla="*/ 123 h 128"/>
                <a:gd name="T20" fmla="*/ 5 w 128"/>
                <a:gd name="T21" fmla="*/ 123 h 128"/>
                <a:gd name="T22" fmla="*/ 5 w 128"/>
                <a:gd name="T23" fmla="*/ 4 h 128"/>
                <a:gd name="T24" fmla="*/ 123 w 128"/>
                <a:gd name="T25" fmla="*/ 4 h 128"/>
                <a:gd name="T26" fmla="*/ 123 w 128"/>
                <a:gd name="T2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28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2"/>
                    <a:pt x="125" y="0"/>
                    <a:pt x="122" y="0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39"/>
            <p:cNvSpPr>
              <a:spLocks noEditPoints="1"/>
            </p:cNvSpPr>
            <p:nvPr/>
          </p:nvSpPr>
          <p:spPr bwMode="auto">
            <a:xfrm>
              <a:off x="2568576" y="5181609"/>
              <a:ext cx="322263" cy="101600"/>
            </a:xfrm>
            <a:custGeom>
              <a:avLst/>
              <a:gdLst>
                <a:gd name="T0" fmla="*/ 2 w 86"/>
                <a:gd name="T1" fmla="*/ 16 h 27"/>
                <a:gd name="T2" fmla="*/ 8 w 86"/>
                <a:gd name="T3" fmla="*/ 16 h 27"/>
                <a:gd name="T4" fmla="*/ 8 w 86"/>
                <a:gd name="T5" fmla="*/ 17 h 27"/>
                <a:gd name="T6" fmla="*/ 21 w 86"/>
                <a:gd name="T7" fmla="*/ 27 h 27"/>
                <a:gd name="T8" fmla="*/ 34 w 86"/>
                <a:gd name="T9" fmla="*/ 17 h 27"/>
                <a:gd name="T10" fmla="*/ 34 w 86"/>
                <a:gd name="T11" fmla="*/ 16 h 27"/>
                <a:gd name="T12" fmla="*/ 84 w 86"/>
                <a:gd name="T13" fmla="*/ 16 h 27"/>
                <a:gd name="T14" fmla="*/ 86 w 86"/>
                <a:gd name="T15" fmla="*/ 13 h 27"/>
                <a:gd name="T16" fmla="*/ 84 w 86"/>
                <a:gd name="T17" fmla="*/ 11 h 27"/>
                <a:gd name="T18" fmla="*/ 34 w 86"/>
                <a:gd name="T19" fmla="*/ 11 h 27"/>
                <a:gd name="T20" fmla="*/ 34 w 86"/>
                <a:gd name="T21" fmla="*/ 10 h 27"/>
                <a:gd name="T22" fmla="*/ 21 w 86"/>
                <a:gd name="T23" fmla="*/ 0 h 27"/>
                <a:gd name="T24" fmla="*/ 8 w 86"/>
                <a:gd name="T25" fmla="*/ 10 h 27"/>
                <a:gd name="T26" fmla="*/ 8 w 86"/>
                <a:gd name="T27" fmla="*/ 11 h 27"/>
                <a:gd name="T28" fmla="*/ 2 w 86"/>
                <a:gd name="T29" fmla="*/ 11 h 27"/>
                <a:gd name="T30" fmla="*/ 0 w 86"/>
                <a:gd name="T31" fmla="*/ 13 h 27"/>
                <a:gd name="T32" fmla="*/ 2 w 86"/>
                <a:gd name="T33" fmla="*/ 16 h 27"/>
                <a:gd name="T34" fmla="*/ 21 w 86"/>
                <a:gd name="T35" fmla="*/ 4 h 27"/>
                <a:gd name="T36" fmla="*/ 30 w 86"/>
                <a:gd name="T37" fmla="*/ 13 h 27"/>
                <a:gd name="T38" fmla="*/ 21 w 86"/>
                <a:gd name="T39" fmla="*/ 22 h 27"/>
                <a:gd name="T40" fmla="*/ 12 w 86"/>
                <a:gd name="T41" fmla="*/ 13 h 27"/>
                <a:gd name="T42" fmla="*/ 21 w 86"/>
                <a:gd name="T43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7">
                  <a:moveTo>
                    <a:pt x="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22"/>
                    <a:pt x="15" y="27"/>
                    <a:pt x="21" y="27"/>
                  </a:cubicBezTo>
                  <a:cubicBezTo>
                    <a:pt x="27" y="27"/>
                    <a:pt x="32" y="22"/>
                    <a:pt x="34" y="17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6"/>
                    <a:pt x="86" y="14"/>
                    <a:pt x="86" y="13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2" y="4"/>
                    <a:pt x="27" y="0"/>
                    <a:pt x="21" y="0"/>
                  </a:cubicBezTo>
                  <a:cubicBezTo>
                    <a:pt x="15" y="0"/>
                    <a:pt x="9" y="4"/>
                    <a:pt x="8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6"/>
                    <a:pt x="2" y="16"/>
                  </a:cubicBezTo>
                  <a:close/>
                  <a:moveTo>
                    <a:pt x="21" y="4"/>
                  </a:moveTo>
                  <a:cubicBezTo>
                    <a:pt x="26" y="4"/>
                    <a:pt x="30" y="8"/>
                    <a:pt x="30" y="13"/>
                  </a:cubicBezTo>
                  <a:cubicBezTo>
                    <a:pt x="30" y="18"/>
                    <a:pt x="26" y="22"/>
                    <a:pt x="21" y="22"/>
                  </a:cubicBezTo>
                  <a:cubicBezTo>
                    <a:pt x="16" y="22"/>
                    <a:pt x="12" y="18"/>
                    <a:pt x="12" y="13"/>
                  </a:cubicBezTo>
                  <a:cubicBezTo>
                    <a:pt x="12" y="8"/>
                    <a:pt x="16" y="4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Freeform 40"/>
            <p:cNvSpPr>
              <a:spLocks noEditPoints="1"/>
            </p:cNvSpPr>
            <p:nvPr/>
          </p:nvSpPr>
          <p:spPr bwMode="auto">
            <a:xfrm>
              <a:off x="2568576" y="5432435"/>
              <a:ext cx="322263" cy="98425"/>
            </a:xfrm>
            <a:custGeom>
              <a:avLst/>
              <a:gdLst>
                <a:gd name="T0" fmla="*/ 2 w 86"/>
                <a:gd name="T1" fmla="*/ 15 h 26"/>
                <a:gd name="T2" fmla="*/ 52 w 86"/>
                <a:gd name="T3" fmla="*/ 15 h 26"/>
                <a:gd name="T4" fmla="*/ 52 w 86"/>
                <a:gd name="T5" fmla="*/ 16 h 26"/>
                <a:gd name="T6" fmla="*/ 65 w 86"/>
                <a:gd name="T7" fmla="*/ 26 h 26"/>
                <a:gd name="T8" fmla="*/ 78 w 86"/>
                <a:gd name="T9" fmla="*/ 16 h 26"/>
                <a:gd name="T10" fmla="*/ 78 w 86"/>
                <a:gd name="T11" fmla="*/ 15 h 26"/>
                <a:gd name="T12" fmla="*/ 84 w 86"/>
                <a:gd name="T13" fmla="*/ 15 h 26"/>
                <a:gd name="T14" fmla="*/ 86 w 86"/>
                <a:gd name="T15" fmla="*/ 13 h 26"/>
                <a:gd name="T16" fmla="*/ 84 w 86"/>
                <a:gd name="T17" fmla="*/ 11 h 26"/>
                <a:gd name="T18" fmla="*/ 78 w 86"/>
                <a:gd name="T19" fmla="*/ 11 h 26"/>
                <a:gd name="T20" fmla="*/ 78 w 86"/>
                <a:gd name="T21" fmla="*/ 10 h 26"/>
                <a:gd name="T22" fmla="*/ 65 w 86"/>
                <a:gd name="T23" fmla="*/ 0 h 26"/>
                <a:gd name="T24" fmla="*/ 52 w 86"/>
                <a:gd name="T25" fmla="*/ 10 h 26"/>
                <a:gd name="T26" fmla="*/ 52 w 86"/>
                <a:gd name="T27" fmla="*/ 11 h 26"/>
                <a:gd name="T28" fmla="*/ 2 w 86"/>
                <a:gd name="T29" fmla="*/ 11 h 26"/>
                <a:gd name="T30" fmla="*/ 0 w 86"/>
                <a:gd name="T31" fmla="*/ 13 h 26"/>
                <a:gd name="T32" fmla="*/ 2 w 86"/>
                <a:gd name="T33" fmla="*/ 15 h 26"/>
                <a:gd name="T34" fmla="*/ 65 w 86"/>
                <a:gd name="T35" fmla="*/ 4 h 26"/>
                <a:gd name="T36" fmla="*/ 74 w 86"/>
                <a:gd name="T37" fmla="*/ 13 h 26"/>
                <a:gd name="T38" fmla="*/ 65 w 86"/>
                <a:gd name="T39" fmla="*/ 22 h 26"/>
                <a:gd name="T40" fmla="*/ 56 w 86"/>
                <a:gd name="T41" fmla="*/ 13 h 26"/>
                <a:gd name="T42" fmla="*/ 65 w 86"/>
                <a:gd name="T4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6">
                  <a:moveTo>
                    <a:pt x="2" y="15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4" y="22"/>
                    <a:pt x="59" y="26"/>
                    <a:pt x="65" y="26"/>
                  </a:cubicBezTo>
                  <a:cubicBezTo>
                    <a:pt x="71" y="26"/>
                    <a:pt x="77" y="22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6" y="14"/>
                    <a:pt x="86" y="13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7" y="4"/>
                    <a:pt x="71" y="0"/>
                    <a:pt x="65" y="0"/>
                  </a:cubicBezTo>
                  <a:cubicBezTo>
                    <a:pt x="59" y="0"/>
                    <a:pt x="54" y="4"/>
                    <a:pt x="52" y="10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lose/>
                  <a:moveTo>
                    <a:pt x="65" y="4"/>
                  </a:moveTo>
                  <a:cubicBezTo>
                    <a:pt x="70" y="4"/>
                    <a:pt x="74" y="8"/>
                    <a:pt x="74" y="13"/>
                  </a:cubicBezTo>
                  <a:cubicBezTo>
                    <a:pt x="74" y="18"/>
                    <a:pt x="70" y="22"/>
                    <a:pt x="65" y="22"/>
                  </a:cubicBezTo>
                  <a:cubicBezTo>
                    <a:pt x="60" y="22"/>
                    <a:pt x="56" y="18"/>
                    <a:pt x="56" y="13"/>
                  </a:cubicBezTo>
                  <a:cubicBezTo>
                    <a:pt x="56" y="8"/>
                    <a:pt x="60" y="4"/>
                    <a:pt x="6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Freeform 41"/>
            <p:cNvSpPr>
              <a:spLocks noEditPoints="1"/>
            </p:cNvSpPr>
            <p:nvPr/>
          </p:nvSpPr>
          <p:spPr bwMode="auto">
            <a:xfrm>
              <a:off x="2568576" y="5305435"/>
              <a:ext cx="322263" cy="101600"/>
            </a:xfrm>
            <a:custGeom>
              <a:avLst/>
              <a:gdLst>
                <a:gd name="T0" fmla="*/ 2 w 86"/>
                <a:gd name="T1" fmla="*/ 16 h 27"/>
                <a:gd name="T2" fmla="*/ 30 w 86"/>
                <a:gd name="T3" fmla="*/ 16 h 27"/>
                <a:gd name="T4" fmla="*/ 30 w 86"/>
                <a:gd name="T5" fmla="*/ 17 h 27"/>
                <a:gd name="T6" fmla="*/ 43 w 86"/>
                <a:gd name="T7" fmla="*/ 27 h 27"/>
                <a:gd name="T8" fmla="*/ 56 w 86"/>
                <a:gd name="T9" fmla="*/ 17 h 27"/>
                <a:gd name="T10" fmla="*/ 56 w 86"/>
                <a:gd name="T11" fmla="*/ 16 h 27"/>
                <a:gd name="T12" fmla="*/ 84 w 86"/>
                <a:gd name="T13" fmla="*/ 16 h 27"/>
                <a:gd name="T14" fmla="*/ 86 w 86"/>
                <a:gd name="T15" fmla="*/ 14 h 27"/>
                <a:gd name="T16" fmla="*/ 84 w 86"/>
                <a:gd name="T17" fmla="*/ 11 h 27"/>
                <a:gd name="T18" fmla="*/ 56 w 86"/>
                <a:gd name="T19" fmla="*/ 11 h 27"/>
                <a:gd name="T20" fmla="*/ 56 w 86"/>
                <a:gd name="T21" fmla="*/ 10 h 27"/>
                <a:gd name="T22" fmla="*/ 43 w 86"/>
                <a:gd name="T23" fmla="*/ 0 h 27"/>
                <a:gd name="T24" fmla="*/ 30 w 86"/>
                <a:gd name="T25" fmla="*/ 10 h 27"/>
                <a:gd name="T26" fmla="*/ 30 w 86"/>
                <a:gd name="T27" fmla="*/ 11 h 27"/>
                <a:gd name="T28" fmla="*/ 2 w 86"/>
                <a:gd name="T29" fmla="*/ 11 h 27"/>
                <a:gd name="T30" fmla="*/ 0 w 86"/>
                <a:gd name="T31" fmla="*/ 14 h 27"/>
                <a:gd name="T32" fmla="*/ 2 w 86"/>
                <a:gd name="T33" fmla="*/ 16 h 27"/>
                <a:gd name="T34" fmla="*/ 43 w 86"/>
                <a:gd name="T35" fmla="*/ 5 h 27"/>
                <a:gd name="T36" fmla="*/ 52 w 86"/>
                <a:gd name="T37" fmla="*/ 14 h 27"/>
                <a:gd name="T38" fmla="*/ 43 w 86"/>
                <a:gd name="T39" fmla="*/ 22 h 27"/>
                <a:gd name="T40" fmla="*/ 34 w 86"/>
                <a:gd name="T41" fmla="*/ 14 h 27"/>
                <a:gd name="T42" fmla="*/ 43 w 86"/>
                <a:gd name="T43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7">
                  <a:moveTo>
                    <a:pt x="2" y="16"/>
                  </a:moveTo>
                  <a:cubicBezTo>
                    <a:pt x="30" y="16"/>
                    <a:pt x="30" y="16"/>
                    <a:pt x="30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2" y="23"/>
                    <a:pt x="37" y="27"/>
                    <a:pt x="43" y="27"/>
                  </a:cubicBezTo>
                  <a:cubicBezTo>
                    <a:pt x="49" y="27"/>
                    <a:pt x="54" y="23"/>
                    <a:pt x="56" y="17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6"/>
                    <a:pt x="86" y="15"/>
                    <a:pt x="86" y="14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4" y="4"/>
                    <a:pt x="49" y="0"/>
                    <a:pt x="43" y="0"/>
                  </a:cubicBezTo>
                  <a:cubicBezTo>
                    <a:pt x="37" y="0"/>
                    <a:pt x="32" y="4"/>
                    <a:pt x="30" y="1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lose/>
                  <a:moveTo>
                    <a:pt x="43" y="5"/>
                  </a:moveTo>
                  <a:cubicBezTo>
                    <a:pt x="48" y="5"/>
                    <a:pt x="52" y="9"/>
                    <a:pt x="52" y="14"/>
                  </a:cubicBezTo>
                  <a:cubicBezTo>
                    <a:pt x="52" y="18"/>
                    <a:pt x="48" y="22"/>
                    <a:pt x="43" y="22"/>
                  </a:cubicBezTo>
                  <a:cubicBezTo>
                    <a:pt x="38" y="22"/>
                    <a:pt x="34" y="18"/>
                    <a:pt x="34" y="14"/>
                  </a:cubicBezTo>
                  <a:cubicBezTo>
                    <a:pt x="34" y="9"/>
                    <a:pt x="38" y="5"/>
                    <a:pt x="4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1566863" y="5118109"/>
            <a:ext cx="404812" cy="479426"/>
            <a:chOff x="1566863" y="5118109"/>
            <a:chExt cx="404812" cy="479426"/>
          </a:xfrm>
          <a:solidFill>
            <a:schemeClr val="accent1"/>
          </a:solidFill>
        </p:grpSpPr>
        <p:sp>
          <p:nvSpPr>
            <p:cNvPr id="42" name="Freeform 42"/>
            <p:cNvSpPr>
              <a:spLocks noEditPoints="1"/>
            </p:cNvSpPr>
            <p:nvPr/>
          </p:nvSpPr>
          <p:spPr bwMode="auto">
            <a:xfrm>
              <a:off x="1704975" y="5233997"/>
              <a:ext cx="128588" cy="363538"/>
            </a:xfrm>
            <a:custGeom>
              <a:avLst/>
              <a:gdLst>
                <a:gd name="T0" fmla="*/ 24 w 34"/>
                <a:gd name="T1" fmla="*/ 0 h 97"/>
                <a:gd name="T2" fmla="*/ 10 w 34"/>
                <a:gd name="T3" fmla="*/ 0 h 97"/>
                <a:gd name="T4" fmla="*/ 0 w 34"/>
                <a:gd name="T5" fmla="*/ 10 h 97"/>
                <a:gd name="T6" fmla="*/ 10 w 34"/>
                <a:gd name="T7" fmla="*/ 20 h 97"/>
                <a:gd name="T8" fmla="*/ 15 w 34"/>
                <a:gd name="T9" fmla="*/ 20 h 97"/>
                <a:gd name="T10" fmla="*/ 15 w 34"/>
                <a:gd name="T11" fmla="*/ 94 h 97"/>
                <a:gd name="T12" fmla="*/ 17 w 34"/>
                <a:gd name="T13" fmla="*/ 97 h 97"/>
                <a:gd name="T14" fmla="*/ 19 w 34"/>
                <a:gd name="T15" fmla="*/ 94 h 97"/>
                <a:gd name="T16" fmla="*/ 19 w 34"/>
                <a:gd name="T17" fmla="*/ 20 h 97"/>
                <a:gd name="T18" fmla="*/ 24 w 34"/>
                <a:gd name="T19" fmla="*/ 20 h 97"/>
                <a:gd name="T20" fmla="*/ 34 w 34"/>
                <a:gd name="T21" fmla="*/ 10 h 97"/>
                <a:gd name="T22" fmla="*/ 24 w 34"/>
                <a:gd name="T23" fmla="*/ 0 h 97"/>
                <a:gd name="T24" fmla="*/ 24 w 34"/>
                <a:gd name="T25" fmla="*/ 15 h 97"/>
                <a:gd name="T26" fmla="*/ 10 w 34"/>
                <a:gd name="T27" fmla="*/ 15 h 97"/>
                <a:gd name="T28" fmla="*/ 4 w 34"/>
                <a:gd name="T29" fmla="*/ 10 h 97"/>
                <a:gd name="T30" fmla="*/ 10 w 34"/>
                <a:gd name="T31" fmla="*/ 5 h 97"/>
                <a:gd name="T32" fmla="*/ 24 w 34"/>
                <a:gd name="T33" fmla="*/ 5 h 97"/>
                <a:gd name="T34" fmla="*/ 30 w 34"/>
                <a:gd name="T35" fmla="*/ 10 h 97"/>
                <a:gd name="T36" fmla="*/ 24 w 34"/>
                <a:gd name="T37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97">
                  <a:moveTo>
                    <a:pt x="2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6"/>
                    <a:pt x="16" y="97"/>
                    <a:pt x="17" y="97"/>
                  </a:cubicBezTo>
                  <a:cubicBezTo>
                    <a:pt x="18" y="97"/>
                    <a:pt x="19" y="96"/>
                    <a:pt x="19" y="94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30" y="20"/>
                    <a:pt x="34" y="15"/>
                    <a:pt x="34" y="10"/>
                  </a:cubicBezTo>
                  <a:cubicBezTo>
                    <a:pt x="34" y="5"/>
                    <a:pt x="30" y="0"/>
                    <a:pt x="24" y="0"/>
                  </a:cubicBezTo>
                  <a:close/>
                  <a:moveTo>
                    <a:pt x="24" y="15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4" y="13"/>
                    <a:pt x="4" y="10"/>
                  </a:cubicBezTo>
                  <a:cubicBezTo>
                    <a:pt x="4" y="7"/>
                    <a:pt x="7" y="5"/>
                    <a:pt x="10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7" y="5"/>
                    <a:pt x="30" y="7"/>
                    <a:pt x="30" y="10"/>
                  </a:cubicBezTo>
                  <a:cubicBezTo>
                    <a:pt x="30" y="13"/>
                    <a:pt x="27" y="15"/>
                    <a:pt x="2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Freeform 43"/>
            <p:cNvSpPr/>
            <p:nvPr/>
          </p:nvSpPr>
          <p:spPr bwMode="auto">
            <a:xfrm>
              <a:off x="1762125" y="5118109"/>
              <a:ext cx="14288" cy="77788"/>
            </a:xfrm>
            <a:custGeom>
              <a:avLst/>
              <a:gdLst>
                <a:gd name="T0" fmla="*/ 2 w 4"/>
                <a:gd name="T1" fmla="*/ 21 h 21"/>
                <a:gd name="T2" fmla="*/ 4 w 4"/>
                <a:gd name="T3" fmla="*/ 19 h 21"/>
                <a:gd name="T4" fmla="*/ 4 w 4"/>
                <a:gd name="T5" fmla="*/ 2 h 21"/>
                <a:gd name="T6" fmla="*/ 2 w 4"/>
                <a:gd name="T7" fmla="*/ 0 h 21"/>
                <a:gd name="T8" fmla="*/ 0 w 4"/>
                <a:gd name="T9" fmla="*/ 2 h 21"/>
                <a:gd name="T10" fmla="*/ 0 w 4"/>
                <a:gd name="T11" fmla="*/ 19 h 21"/>
                <a:gd name="T12" fmla="*/ 2 w 4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1">
                  <a:moveTo>
                    <a:pt x="2" y="21"/>
                  </a:moveTo>
                  <a:cubicBezTo>
                    <a:pt x="3" y="21"/>
                    <a:pt x="4" y="20"/>
                    <a:pt x="4" y="19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0"/>
                    <a:pt x="1" y="21"/>
                    <a:pt x="2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Freeform 44"/>
            <p:cNvSpPr>
              <a:spLocks noEditPoints="1"/>
            </p:cNvSpPr>
            <p:nvPr/>
          </p:nvSpPr>
          <p:spPr bwMode="auto">
            <a:xfrm>
              <a:off x="1566863" y="5399097"/>
              <a:ext cx="127000" cy="198438"/>
            </a:xfrm>
            <a:custGeom>
              <a:avLst/>
              <a:gdLst>
                <a:gd name="T0" fmla="*/ 24 w 34"/>
                <a:gd name="T1" fmla="*/ 0 h 53"/>
                <a:gd name="T2" fmla="*/ 10 w 34"/>
                <a:gd name="T3" fmla="*/ 0 h 53"/>
                <a:gd name="T4" fmla="*/ 0 w 34"/>
                <a:gd name="T5" fmla="*/ 10 h 53"/>
                <a:gd name="T6" fmla="*/ 10 w 34"/>
                <a:gd name="T7" fmla="*/ 19 h 53"/>
                <a:gd name="T8" fmla="*/ 15 w 34"/>
                <a:gd name="T9" fmla="*/ 19 h 53"/>
                <a:gd name="T10" fmla="*/ 15 w 34"/>
                <a:gd name="T11" fmla="*/ 50 h 53"/>
                <a:gd name="T12" fmla="*/ 17 w 34"/>
                <a:gd name="T13" fmla="*/ 53 h 53"/>
                <a:gd name="T14" fmla="*/ 19 w 34"/>
                <a:gd name="T15" fmla="*/ 50 h 53"/>
                <a:gd name="T16" fmla="*/ 19 w 34"/>
                <a:gd name="T17" fmla="*/ 19 h 53"/>
                <a:gd name="T18" fmla="*/ 24 w 34"/>
                <a:gd name="T19" fmla="*/ 19 h 53"/>
                <a:gd name="T20" fmla="*/ 34 w 34"/>
                <a:gd name="T21" fmla="*/ 10 h 53"/>
                <a:gd name="T22" fmla="*/ 24 w 34"/>
                <a:gd name="T23" fmla="*/ 0 h 53"/>
                <a:gd name="T24" fmla="*/ 24 w 34"/>
                <a:gd name="T25" fmla="*/ 15 h 53"/>
                <a:gd name="T26" fmla="*/ 10 w 34"/>
                <a:gd name="T27" fmla="*/ 15 h 53"/>
                <a:gd name="T28" fmla="*/ 4 w 34"/>
                <a:gd name="T29" fmla="*/ 10 h 53"/>
                <a:gd name="T30" fmla="*/ 10 w 34"/>
                <a:gd name="T31" fmla="*/ 4 h 53"/>
                <a:gd name="T32" fmla="*/ 24 w 34"/>
                <a:gd name="T33" fmla="*/ 4 h 53"/>
                <a:gd name="T34" fmla="*/ 29 w 34"/>
                <a:gd name="T35" fmla="*/ 10 h 53"/>
                <a:gd name="T36" fmla="*/ 24 w 34"/>
                <a:gd name="T37" fmla="*/ 1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53">
                  <a:moveTo>
                    <a:pt x="2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19"/>
                    <a:pt x="1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2"/>
                    <a:pt x="16" y="53"/>
                    <a:pt x="17" y="53"/>
                  </a:cubicBezTo>
                  <a:cubicBezTo>
                    <a:pt x="18" y="53"/>
                    <a:pt x="19" y="52"/>
                    <a:pt x="19" y="50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30" y="19"/>
                    <a:pt x="34" y="15"/>
                    <a:pt x="34" y="10"/>
                  </a:cubicBezTo>
                  <a:cubicBezTo>
                    <a:pt x="34" y="4"/>
                    <a:pt x="30" y="0"/>
                    <a:pt x="24" y="0"/>
                  </a:cubicBezTo>
                  <a:close/>
                  <a:moveTo>
                    <a:pt x="24" y="15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4" y="12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7" y="4"/>
                    <a:pt x="29" y="7"/>
                    <a:pt x="29" y="10"/>
                  </a:cubicBezTo>
                  <a:cubicBezTo>
                    <a:pt x="29" y="12"/>
                    <a:pt x="27" y="15"/>
                    <a:pt x="2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Freeform 45"/>
            <p:cNvSpPr/>
            <p:nvPr/>
          </p:nvSpPr>
          <p:spPr bwMode="auto">
            <a:xfrm>
              <a:off x="1622425" y="5118109"/>
              <a:ext cx="15875" cy="242888"/>
            </a:xfrm>
            <a:custGeom>
              <a:avLst/>
              <a:gdLst>
                <a:gd name="T0" fmla="*/ 2 w 4"/>
                <a:gd name="T1" fmla="*/ 65 h 65"/>
                <a:gd name="T2" fmla="*/ 4 w 4"/>
                <a:gd name="T3" fmla="*/ 63 h 65"/>
                <a:gd name="T4" fmla="*/ 4 w 4"/>
                <a:gd name="T5" fmla="*/ 2 h 65"/>
                <a:gd name="T6" fmla="*/ 2 w 4"/>
                <a:gd name="T7" fmla="*/ 0 h 65"/>
                <a:gd name="T8" fmla="*/ 0 w 4"/>
                <a:gd name="T9" fmla="*/ 2 h 65"/>
                <a:gd name="T10" fmla="*/ 0 w 4"/>
                <a:gd name="T11" fmla="*/ 63 h 65"/>
                <a:gd name="T12" fmla="*/ 2 w 4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5">
                  <a:moveTo>
                    <a:pt x="2" y="65"/>
                  </a:moveTo>
                  <a:cubicBezTo>
                    <a:pt x="3" y="65"/>
                    <a:pt x="4" y="64"/>
                    <a:pt x="4" y="6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4"/>
                    <a:pt x="1" y="65"/>
                    <a:pt x="2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Freeform 46"/>
            <p:cNvSpPr>
              <a:spLocks noEditPoints="1"/>
            </p:cNvSpPr>
            <p:nvPr/>
          </p:nvSpPr>
          <p:spPr bwMode="auto">
            <a:xfrm>
              <a:off x="1844675" y="5399097"/>
              <a:ext cx="127000" cy="198438"/>
            </a:xfrm>
            <a:custGeom>
              <a:avLst/>
              <a:gdLst>
                <a:gd name="T0" fmla="*/ 24 w 34"/>
                <a:gd name="T1" fmla="*/ 0 h 53"/>
                <a:gd name="T2" fmla="*/ 10 w 34"/>
                <a:gd name="T3" fmla="*/ 0 h 53"/>
                <a:gd name="T4" fmla="*/ 0 w 34"/>
                <a:gd name="T5" fmla="*/ 10 h 53"/>
                <a:gd name="T6" fmla="*/ 10 w 34"/>
                <a:gd name="T7" fmla="*/ 19 h 53"/>
                <a:gd name="T8" fmla="*/ 15 w 34"/>
                <a:gd name="T9" fmla="*/ 19 h 53"/>
                <a:gd name="T10" fmla="*/ 15 w 34"/>
                <a:gd name="T11" fmla="*/ 50 h 53"/>
                <a:gd name="T12" fmla="*/ 17 w 34"/>
                <a:gd name="T13" fmla="*/ 53 h 53"/>
                <a:gd name="T14" fmla="*/ 19 w 34"/>
                <a:gd name="T15" fmla="*/ 50 h 53"/>
                <a:gd name="T16" fmla="*/ 19 w 34"/>
                <a:gd name="T17" fmla="*/ 19 h 53"/>
                <a:gd name="T18" fmla="*/ 24 w 34"/>
                <a:gd name="T19" fmla="*/ 19 h 53"/>
                <a:gd name="T20" fmla="*/ 34 w 34"/>
                <a:gd name="T21" fmla="*/ 10 h 53"/>
                <a:gd name="T22" fmla="*/ 24 w 34"/>
                <a:gd name="T23" fmla="*/ 0 h 53"/>
                <a:gd name="T24" fmla="*/ 24 w 34"/>
                <a:gd name="T25" fmla="*/ 15 h 53"/>
                <a:gd name="T26" fmla="*/ 10 w 34"/>
                <a:gd name="T27" fmla="*/ 15 h 53"/>
                <a:gd name="T28" fmla="*/ 5 w 34"/>
                <a:gd name="T29" fmla="*/ 10 h 53"/>
                <a:gd name="T30" fmla="*/ 10 w 34"/>
                <a:gd name="T31" fmla="*/ 4 h 53"/>
                <a:gd name="T32" fmla="*/ 24 w 34"/>
                <a:gd name="T33" fmla="*/ 4 h 53"/>
                <a:gd name="T34" fmla="*/ 30 w 34"/>
                <a:gd name="T35" fmla="*/ 10 h 53"/>
                <a:gd name="T36" fmla="*/ 24 w 34"/>
                <a:gd name="T37" fmla="*/ 1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53">
                  <a:moveTo>
                    <a:pt x="2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19"/>
                    <a:pt x="1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2"/>
                    <a:pt x="16" y="53"/>
                    <a:pt x="17" y="53"/>
                  </a:cubicBezTo>
                  <a:cubicBezTo>
                    <a:pt x="18" y="53"/>
                    <a:pt x="19" y="52"/>
                    <a:pt x="19" y="50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30" y="19"/>
                    <a:pt x="34" y="15"/>
                    <a:pt x="34" y="10"/>
                  </a:cubicBezTo>
                  <a:cubicBezTo>
                    <a:pt x="34" y="4"/>
                    <a:pt x="30" y="0"/>
                    <a:pt x="24" y="0"/>
                  </a:cubicBezTo>
                  <a:close/>
                  <a:moveTo>
                    <a:pt x="24" y="15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5" y="12"/>
                    <a:pt x="5" y="10"/>
                  </a:cubicBezTo>
                  <a:cubicBezTo>
                    <a:pt x="5" y="7"/>
                    <a:pt x="7" y="4"/>
                    <a:pt x="10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7" y="4"/>
                    <a:pt x="30" y="7"/>
                    <a:pt x="30" y="10"/>
                  </a:cubicBezTo>
                  <a:cubicBezTo>
                    <a:pt x="30" y="12"/>
                    <a:pt x="27" y="15"/>
                    <a:pt x="2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Freeform 47"/>
            <p:cNvSpPr/>
            <p:nvPr/>
          </p:nvSpPr>
          <p:spPr bwMode="auto">
            <a:xfrm>
              <a:off x="1900238" y="5118109"/>
              <a:ext cx="15875" cy="242888"/>
            </a:xfrm>
            <a:custGeom>
              <a:avLst/>
              <a:gdLst>
                <a:gd name="T0" fmla="*/ 2 w 4"/>
                <a:gd name="T1" fmla="*/ 65 h 65"/>
                <a:gd name="T2" fmla="*/ 4 w 4"/>
                <a:gd name="T3" fmla="*/ 63 h 65"/>
                <a:gd name="T4" fmla="*/ 4 w 4"/>
                <a:gd name="T5" fmla="*/ 2 h 65"/>
                <a:gd name="T6" fmla="*/ 2 w 4"/>
                <a:gd name="T7" fmla="*/ 0 h 65"/>
                <a:gd name="T8" fmla="*/ 0 w 4"/>
                <a:gd name="T9" fmla="*/ 2 h 65"/>
                <a:gd name="T10" fmla="*/ 0 w 4"/>
                <a:gd name="T11" fmla="*/ 63 h 65"/>
                <a:gd name="T12" fmla="*/ 2 w 4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5">
                  <a:moveTo>
                    <a:pt x="2" y="65"/>
                  </a:moveTo>
                  <a:cubicBezTo>
                    <a:pt x="3" y="65"/>
                    <a:pt x="4" y="64"/>
                    <a:pt x="4" y="6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4"/>
                    <a:pt x="1" y="65"/>
                    <a:pt x="2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568325" y="5118109"/>
            <a:ext cx="479425" cy="479426"/>
            <a:chOff x="568325" y="5118109"/>
            <a:chExt cx="479425" cy="479426"/>
          </a:xfrm>
          <a:solidFill>
            <a:schemeClr val="accent1"/>
          </a:solidFill>
        </p:grpSpPr>
        <p:sp>
          <p:nvSpPr>
            <p:cNvPr id="48" name="Freeform 48"/>
            <p:cNvSpPr>
              <a:spLocks noEditPoints="1"/>
            </p:cNvSpPr>
            <p:nvPr/>
          </p:nvSpPr>
          <p:spPr bwMode="auto">
            <a:xfrm>
              <a:off x="568325" y="5118109"/>
              <a:ext cx="479425" cy="479426"/>
            </a:xfrm>
            <a:custGeom>
              <a:avLst/>
              <a:gdLst>
                <a:gd name="T0" fmla="*/ 116 w 128"/>
                <a:gd name="T1" fmla="*/ 77 h 128"/>
                <a:gd name="T2" fmla="*/ 128 w 128"/>
                <a:gd name="T3" fmla="*/ 50 h 128"/>
                <a:gd name="T4" fmla="*/ 116 w 128"/>
                <a:gd name="T5" fmla="*/ 49 h 128"/>
                <a:gd name="T6" fmla="*/ 111 w 128"/>
                <a:gd name="T7" fmla="*/ 36 h 128"/>
                <a:gd name="T8" fmla="*/ 100 w 128"/>
                <a:gd name="T9" fmla="*/ 9 h 128"/>
                <a:gd name="T10" fmla="*/ 91 w 128"/>
                <a:gd name="T11" fmla="*/ 16 h 128"/>
                <a:gd name="T12" fmla="*/ 77 w 128"/>
                <a:gd name="T13" fmla="*/ 11 h 128"/>
                <a:gd name="T14" fmla="*/ 51 w 128"/>
                <a:gd name="T15" fmla="*/ 0 h 128"/>
                <a:gd name="T16" fmla="*/ 50 w 128"/>
                <a:gd name="T17" fmla="*/ 11 h 128"/>
                <a:gd name="T18" fmla="*/ 36 w 128"/>
                <a:gd name="T19" fmla="*/ 17 h 128"/>
                <a:gd name="T20" fmla="*/ 9 w 128"/>
                <a:gd name="T21" fmla="*/ 28 h 128"/>
                <a:gd name="T22" fmla="*/ 17 w 128"/>
                <a:gd name="T23" fmla="*/ 37 h 128"/>
                <a:gd name="T24" fmla="*/ 11 w 128"/>
                <a:gd name="T25" fmla="*/ 50 h 128"/>
                <a:gd name="T26" fmla="*/ 0 w 128"/>
                <a:gd name="T27" fmla="*/ 77 h 128"/>
                <a:gd name="T28" fmla="*/ 12 w 128"/>
                <a:gd name="T29" fmla="*/ 78 h 128"/>
                <a:gd name="T30" fmla="*/ 17 w 128"/>
                <a:gd name="T31" fmla="*/ 91 h 128"/>
                <a:gd name="T32" fmla="*/ 28 w 128"/>
                <a:gd name="T33" fmla="*/ 118 h 128"/>
                <a:gd name="T34" fmla="*/ 37 w 128"/>
                <a:gd name="T35" fmla="*/ 111 h 128"/>
                <a:gd name="T36" fmla="*/ 51 w 128"/>
                <a:gd name="T37" fmla="*/ 116 h 128"/>
                <a:gd name="T38" fmla="*/ 77 w 128"/>
                <a:gd name="T39" fmla="*/ 128 h 128"/>
                <a:gd name="T40" fmla="*/ 78 w 128"/>
                <a:gd name="T41" fmla="*/ 116 h 128"/>
                <a:gd name="T42" fmla="*/ 92 w 128"/>
                <a:gd name="T43" fmla="*/ 110 h 128"/>
                <a:gd name="T44" fmla="*/ 119 w 128"/>
                <a:gd name="T45" fmla="*/ 99 h 128"/>
                <a:gd name="T46" fmla="*/ 111 w 128"/>
                <a:gd name="T47" fmla="*/ 90 h 128"/>
                <a:gd name="T48" fmla="*/ 112 w 128"/>
                <a:gd name="T49" fmla="*/ 99 h 128"/>
                <a:gd name="T50" fmla="*/ 92 w 128"/>
                <a:gd name="T51" fmla="*/ 105 h 128"/>
                <a:gd name="T52" fmla="*/ 77 w 128"/>
                <a:gd name="T53" fmla="*/ 111 h 128"/>
                <a:gd name="T54" fmla="*/ 73 w 128"/>
                <a:gd name="T55" fmla="*/ 123 h 128"/>
                <a:gd name="T56" fmla="*/ 55 w 128"/>
                <a:gd name="T57" fmla="*/ 113 h 128"/>
                <a:gd name="T58" fmla="*/ 40 w 128"/>
                <a:gd name="T59" fmla="*/ 107 h 128"/>
                <a:gd name="T60" fmla="*/ 28 w 128"/>
                <a:gd name="T61" fmla="*/ 112 h 128"/>
                <a:gd name="T62" fmla="*/ 23 w 128"/>
                <a:gd name="T63" fmla="*/ 92 h 128"/>
                <a:gd name="T64" fmla="*/ 16 w 128"/>
                <a:gd name="T65" fmla="*/ 77 h 128"/>
                <a:gd name="T66" fmla="*/ 5 w 128"/>
                <a:gd name="T67" fmla="*/ 72 h 128"/>
                <a:gd name="T68" fmla="*/ 15 w 128"/>
                <a:gd name="T69" fmla="*/ 55 h 128"/>
                <a:gd name="T70" fmla="*/ 21 w 128"/>
                <a:gd name="T71" fmla="*/ 39 h 128"/>
                <a:gd name="T72" fmla="*/ 16 w 128"/>
                <a:gd name="T73" fmla="*/ 28 h 128"/>
                <a:gd name="T74" fmla="*/ 36 w 128"/>
                <a:gd name="T75" fmla="*/ 23 h 128"/>
                <a:gd name="T76" fmla="*/ 51 w 128"/>
                <a:gd name="T77" fmla="*/ 16 h 128"/>
                <a:gd name="T78" fmla="*/ 55 w 128"/>
                <a:gd name="T79" fmla="*/ 4 h 128"/>
                <a:gd name="T80" fmla="*/ 73 w 128"/>
                <a:gd name="T81" fmla="*/ 15 h 128"/>
                <a:gd name="T82" fmla="*/ 88 w 128"/>
                <a:gd name="T83" fmla="*/ 20 h 128"/>
                <a:gd name="T84" fmla="*/ 100 w 128"/>
                <a:gd name="T85" fmla="*/ 15 h 128"/>
                <a:gd name="T86" fmla="*/ 105 w 128"/>
                <a:gd name="T87" fmla="*/ 35 h 128"/>
                <a:gd name="T88" fmla="*/ 112 w 128"/>
                <a:gd name="T89" fmla="*/ 50 h 128"/>
                <a:gd name="T90" fmla="*/ 123 w 128"/>
                <a:gd name="T91" fmla="*/ 55 h 128"/>
                <a:gd name="T92" fmla="*/ 113 w 128"/>
                <a:gd name="T93" fmla="*/ 72 h 128"/>
                <a:gd name="T94" fmla="*/ 107 w 128"/>
                <a:gd name="T95" fmla="*/ 88 h 128"/>
                <a:gd name="T96" fmla="*/ 112 w 128"/>
                <a:gd name="T97" fmla="*/ 9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16" y="78"/>
                  </a:moveTo>
                  <a:cubicBezTo>
                    <a:pt x="116" y="77"/>
                    <a:pt x="116" y="77"/>
                    <a:pt x="116" y="77"/>
                  </a:cubicBezTo>
                  <a:cubicBezTo>
                    <a:pt x="128" y="77"/>
                    <a:pt x="128" y="77"/>
                    <a:pt x="128" y="77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5" y="45"/>
                    <a:pt x="113" y="41"/>
                    <a:pt x="111" y="37"/>
                  </a:cubicBezTo>
                  <a:cubicBezTo>
                    <a:pt x="111" y="36"/>
                    <a:pt x="111" y="36"/>
                    <a:pt x="111" y="36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7" y="14"/>
                    <a:pt x="83" y="13"/>
                    <a:pt x="78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5" y="13"/>
                    <a:pt x="41" y="14"/>
                    <a:pt x="37" y="16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5" y="41"/>
                    <a:pt x="13" y="45"/>
                    <a:pt x="12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3" y="82"/>
                    <a:pt x="15" y="86"/>
                    <a:pt x="17" y="9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41" y="113"/>
                    <a:pt x="45" y="115"/>
                    <a:pt x="50" y="116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1" y="128"/>
                    <a:pt x="51" y="128"/>
                    <a:pt x="51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6"/>
                    <a:pt x="78" y="116"/>
                    <a:pt x="78" y="116"/>
                  </a:cubicBezTo>
                  <a:cubicBezTo>
                    <a:pt x="83" y="115"/>
                    <a:pt x="87" y="113"/>
                    <a:pt x="91" y="111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100" y="118"/>
                    <a:pt x="100" y="118"/>
                    <a:pt x="100" y="118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3" y="86"/>
                    <a:pt x="115" y="82"/>
                    <a:pt x="116" y="78"/>
                  </a:cubicBezTo>
                  <a:close/>
                  <a:moveTo>
                    <a:pt x="112" y="99"/>
                  </a:moveTo>
                  <a:cubicBezTo>
                    <a:pt x="100" y="112"/>
                    <a:pt x="100" y="112"/>
                    <a:pt x="100" y="112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5" y="109"/>
                    <a:pt x="81" y="110"/>
                    <a:pt x="77" y="111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47" y="110"/>
                    <a:pt x="43" y="109"/>
                    <a:pt x="40" y="107"/>
                  </a:cubicBezTo>
                  <a:cubicBezTo>
                    <a:pt x="36" y="105"/>
                    <a:pt x="36" y="105"/>
                    <a:pt x="36" y="105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19" y="85"/>
                    <a:pt x="17" y="81"/>
                    <a:pt x="16" y="77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46"/>
                    <a:pt x="19" y="43"/>
                    <a:pt x="21" y="39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3" y="18"/>
                    <a:pt x="47" y="17"/>
                    <a:pt x="51" y="16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81" y="17"/>
                    <a:pt x="85" y="18"/>
                    <a:pt x="88" y="20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9" y="43"/>
                    <a:pt x="111" y="46"/>
                    <a:pt x="112" y="50"/>
                  </a:cubicBezTo>
                  <a:cubicBezTo>
                    <a:pt x="113" y="55"/>
                    <a:pt x="113" y="55"/>
                    <a:pt x="11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81"/>
                    <a:pt x="109" y="85"/>
                    <a:pt x="107" y="88"/>
                  </a:cubicBezTo>
                  <a:cubicBezTo>
                    <a:pt x="105" y="92"/>
                    <a:pt x="105" y="92"/>
                    <a:pt x="105" y="92"/>
                  </a:cubicBezTo>
                  <a:lnTo>
                    <a:pt x="112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Freeform 49"/>
            <p:cNvSpPr>
              <a:spLocks noEditPoints="1"/>
            </p:cNvSpPr>
            <p:nvPr/>
          </p:nvSpPr>
          <p:spPr bwMode="auto">
            <a:xfrm>
              <a:off x="714375" y="5264160"/>
              <a:ext cx="184150" cy="184150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5 h 49"/>
                <a:gd name="T4" fmla="*/ 25 w 49"/>
                <a:gd name="T5" fmla="*/ 49 h 49"/>
                <a:gd name="T6" fmla="*/ 49 w 49"/>
                <a:gd name="T7" fmla="*/ 25 h 49"/>
                <a:gd name="T8" fmla="*/ 25 w 49"/>
                <a:gd name="T9" fmla="*/ 0 h 49"/>
                <a:gd name="T10" fmla="*/ 39 w 49"/>
                <a:gd name="T11" fmla="*/ 39 h 49"/>
                <a:gd name="T12" fmla="*/ 25 w 49"/>
                <a:gd name="T13" fmla="*/ 45 h 49"/>
                <a:gd name="T14" fmla="*/ 11 w 49"/>
                <a:gd name="T15" fmla="*/ 39 h 49"/>
                <a:gd name="T16" fmla="*/ 5 w 49"/>
                <a:gd name="T17" fmla="*/ 25 h 49"/>
                <a:gd name="T18" fmla="*/ 11 w 49"/>
                <a:gd name="T19" fmla="*/ 10 h 49"/>
                <a:gd name="T20" fmla="*/ 25 w 49"/>
                <a:gd name="T21" fmla="*/ 5 h 49"/>
                <a:gd name="T22" fmla="*/ 39 w 49"/>
                <a:gd name="T23" fmla="*/ 10 h 49"/>
                <a:gd name="T24" fmla="*/ 45 w 49"/>
                <a:gd name="T25" fmla="*/ 25 h 49"/>
                <a:gd name="T26" fmla="*/ 39 w 49"/>
                <a:gd name="T27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5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39" y="39"/>
                  </a:moveTo>
                  <a:cubicBezTo>
                    <a:pt x="35" y="43"/>
                    <a:pt x="30" y="45"/>
                    <a:pt x="25" y="45"/>
                  </a:cubicBezTo>
                  <a:cubicBezTo>
                    <a:pt x="20" y="45"/>
                    <a:pt x="15" y="43"/>
                    <a:pt x="11" y="39"/>
                  </a:cubicBezTo>
                  <a:cubicBezTo>
                    <a:pt x="7" y="35"/>
                    <a:pt x="5" y="30"/>
                    <a:pt x="5" y="25"/>
                  </a:cubicBezTo>
                  <a:cubicBezTo>
                    <a:pt x="5" y="19"/>
                    <a:pt x="7" y="14"/>
                    <a:pt x="11" y="10"/>
                  </a:cubicBezTo>
                  <a:cubicBezTo>
                    <a:pt x="15" y="7"/>
                    <a:pt x="20" y="5"/>
                    <a:pt x="25" y="5"/>
                  </a:cubicBezTo>
                  <a:cubicBezTo>
                    <a:pt x="30" y="5"/>
                    <a:pt x="35" y="7"/>
                    <a:pt x="39" y="10"/>
                  </a:cubicBezTo>
                  <a:cubicBezTo>
                    <a:pt x="43" y="14"/>
                    <a:pt x="45" y="19"/>
                    <a:pt x="45" y="25"/>
                  </a:cubicBezTo>
                  <a:cubicBezTo>
                    <a:pt x="45" y="30"/>
                    <a:pt x="43" y="35"/>
                    <a:pt x="39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11139491" y="4276733"/>
            <a:ext cx="481013" cy="239713"/>
            <a:chOff x="11139491" y="4276733"/>
            <a:chExt cx="481013" cy="239713"/>
          </a:xfrm>
          <a:solidFill>
            <a:schemeClr val="accent1"/>
          </a:solidFill>
        </p:grpSpPr>
        <p:sp>
          <p:nvSpPr>
            <p:cNvPr id="50" name="Freeform 50"/>
            <p:cNvSpPr>
              <a:spLocks noEditPoints="1"/>
            </p:cNvSpPr>
            <p:nvPr/>
          </p:nvSpPr>
          <p:spPr bwMode="auto">
            <a:xfrm>
              <a:off x="11372854" y="4276733"/>
              <a:ext cx="192088" cy="239713"/>
            </a:xfrm>
            <a:custGeom>
              <a:avLst/>
              <a:gdLst>
                <a:gd name="T0" fmla="*/ 3 w 51"/>
                <a:gd name="T1" fmla="*/ 0 h 64"/>
                <a:gd name="T2" fmla="*/ 2 w 51"/>
                <a:gd name="T3" fmla="*/ 0 h 64"/>
                <a:gd name="T4" fmla="*/ 0 w 51"/>
                <a:gd name="T5" fmla="*/ 2 h 64"/>
                <a:gd name="T6" fmla="*/ 0 w 51"/>
                <a:gd name="T7" fmla="*/ 61 h 64"/>
                <a:gd name="T8" fmla="*/ 3 w 51"/>
                <a:gd name="T9" fmla="*/ 63 h 64"/>
                <a:gd name="T10" fmla="*/ 50 w 51"/>
                <a:gd name="T11" fmla="*/ 33 h 64"/>
                <a:gd name="T12" fmla="*/ 51 w 51"/>
                <a:gd name="T13" fmla="*/ 31 h 64"/>
                <a:gd name="T14" fmla="*/ 50 w 51"/>
                <a:gd name="T15" fmla="*/ 30 h 64"/>
                <a:gd name="T16" fmla="*/ 3 w 51"/>
                <a:gd name="T17" fmla="*/ 0 h 64"/>
                <a:gd name="T18" fmla="*/ 4 w 51"/>
                <a:gd name="T19" fmla="*/ 56 h 64"/>
                <a:gd name="T20" fmla="*/ 4 w 51"/>
                <a:gd name="T21" fmla="*/ 6 h 64"/>
                <a:gd name="T22" fmla="*/ 44 w 51"/>
                <a:gd name="T23" fmla="*/ 31 h 64"/>
                <a:gd name="T24" fmla="*/ 4 w 51"/>
                <a:gd name="T25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64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3"/>
                    <a:pt x="2" y="64"/>
                    <a:pt x="3" y="6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1" y="33"/>
                    <a:pt x="51" y="32"/>
                    <a:pt x="51" y="31"/>
                  </a:cubicBezTo>
                  <a:cubicBezTo>
                    <a:pt x="51" y="31"/>
                    <a:pt x="51" y="30"/>
                    <a:pt x="50" y="30"/>
                  </a:cubicBezTo>
                  <a:lnTo>
                    <a:pt x="3" y="0"/>
                  </a:lnTo>
                  <a:close/>
                  <a:moveTo>
                    <a:pt x="4" y="5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4" y="31"/>
                    <a:pt x="44" y="31"/>
                    <a:pt x="44" y="31"/>
                  </a:cubicBezTo>
                  <a:lnTo>
                    <a:pt x="4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Freeform 51"/>
            <p:cNvSpPr>
              <a:spLocks noEditPoints="1"/>
            </p:cNvSpPr>
            <p:nvPr/>
          </p:nvSpPr>
          <p:spPr bwMode="auto">
            <a:xfrm>
              <a:off x="11139491" y="4276733"/>
              <a:ext cx="192088" cy="239713"/>
            </a:xfrm>
            <a:custGeom>
              <a:avLst/>
              <a:gdLst>
                <a:gd name="T0" fmla="*/ 3 w 51"/>
                <a:gd name="T1" fmla="*/ 0 h 64"/>
                <a:gd name="T2" fmla="*/ 2 w 51"/>
                <a:gd name="T3" fmla="*/ 0 h 64"/>
                <a:gd name="T4" fmla="*/ 0 w 51"/>
                <a:gd name="T5" fmla="*/ 2 h 64"/>
                <a:gd name="T6" fmla="*/ 0 w 51"/>
                <a:gd name="T7" fmla="*/ 61 h 64"/>
                <a:gd name="T8" fmla="*/ 3 w 51"/>
                <a:gd name="T9" fmla="*/ 63 h 64"/>
                <a:gd name="T10" fmla="*/ 51 w 51"/>
                <a:gd name="T11" fmla="*/ 33 h 64"/>
                <a:gd name="T12" fmla="*/ 51 w 51"/>
                <a:gd name="T13" fmla="*/ 31 h 64"/>
                <a:gd name="T14" fmla="*/ 51 w 51"/>
                <a:gd name="T15" fmla="*/ 30 h 64"/>
                <a:gd name="T16" fmla="*/ 3 w 51"/>
                <a:gd name="T17" fmla="*/ 0 h 64"/>
                <a:gd name="T18" fmla="*/ 5 w 51"/>
                <a:gd name="T19" fmla="*/ 56 h 64"/>
                <a:gd name="T20" fmla="*/ 5 w 51"/>
                <a:gd name="T21" fmla="*/ 6 h 64"/>
                <a:gd name="T22" fmla="*/ 45 w 51"/>
                <a:gd name="T23" fmla="*/ 31 h 64"/>
                <a:gd name="T24" fmla="*/ 5 w 51"/>
                <a:gd name="T25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64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3"/>
                    <a:pt x="2" y="64"/>
                    <a:pt x="3" y="63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1" y="33"/>
                    <a:pt x="51" y="32"/>
                    <a:pt x="51" y="31"/>
                  </a:cubicBezTo>
                  <a:cubicBezTo>
                    <a:pt x="51" y="31"/>
                    <a:pt x="51" y="30"/>
                    <a:pt x="51" y="30"/>
                  </a:cubicBezTo>
                  <a:lnTo>
                    <a:pt x="3" y="0"/>
                  </a:lnTo>
                  <a:close/>
                  <a:moveTo>
                    <a:pt x="5" y="5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45" y="31"/>
                    <a:pt x="45" y="31"/>
                    <a:pt x="45" y="31"/>
                  </a:cubicBezTo>
                  <a:lnTo>
                    <a:pt x="5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Freeform 52"/>
            <p:cNvSpPr/>
            <p:nvPr/>
          </p:nvSpPr>
          <p:spPr bwMode="auto">
            <a:xfrm>
              <a:off x="11601454" y="4276733"/>
              <a:ext cx="19050" cy="236538"/>
            </a:xfrm>
            <a:custGeom>
              <a:avLst/>
              <a:gdLst>
                <a:gd name="T0" fmla="*/ 3 w 5"/>
                <a:gd name="T1" fmla="*/ 0 h 63"/>
                <a:gd name="T2" fmla="*/ 0 w 5"/>
                <a:gd name="T3" fmla="*/ 2 h 63"/>
                <a:gd name="T4" fmla="*/ 0 w 5"/>
                <a:gd name="T5" fmla="*/ 61 h 63"/>
                <a:gd name="T6" fmla="*/ 3 w 5"/>
                <a:gd name="T7" fmla="*/ 63 h 63"/>
                <a:gd name="T8" fmla="*/ 5 w 5"/>
                <a:gd name="T9" fmla="*/ 61 h 63"/>
                <a:gd name="T10" fmla="*/ 5 w 5"/>
                <a:gd name="T11" fmla="*/ 2 h 63"/>
                <a:gd name="T12" fmla="*/ 3 w 5"/>
                <a:gd name="T1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3">
                  <a:moveTo>
                    <a:pt x="3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2"/>
                    <a:pt x="1" y="63"/>
                    <a:pt x="3" y="63"/>
                  </a:cubicBezTo>
                  <a:cubicBezTo>
                    <a:pt x="4" y="63"/>
                    <a:pt x="5" y="62"/>
                    <a:pt x="5" y="6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10179053" y="4276733"/>
            <a:ext cx="481014" cy="239713"/>
            <a:chOff x="10179053" y="4276733"/>
            <a:chExt cx="481014" cy="239713"/>
          </a:xfrm>
          <a:solidFill>
            <a:schemeClr val="accent1"/>
          </a:solidFill>
        </p:grpSpPr>
        <p:sp>
          <p:nvSpPr>
            <p:cNvPr id="53" name="Freeform 53"/>
            <p:cNvSpPr>
              <a:spLocks noEditPoints="1"/>
            </p:cNvSpPr>
            <p:nvPr/>
          </p:nvSpPr>
          <p:spPr bwMode="auto">
            <a:xfrm>
              <a:off x="10234616" y="4276733"/>
              <a:ext cx="192088" cy="239713"/>
            </a:xfrm>
            <a:custGeom>
              <a:avLst/>
              <a:gdLst>
                <a:gd name="T0" fmla="*/ 49 w 51"/>
                <a:gd name="T1" fmla="*/ 0 h 64"/>
                <a:gd name="T2" fmla="*/ 48 w 51"/>
                <a:gd name="T3" fmla="*/ 0 h 64"/>
                <a:gd name="T4" fmla="*/ 1 w 51"/>
                <a:gd name="T5" fmla="*/ 30 h 64"/>
                <a:gd name="T6" fmla="*/ 0 w 51"/>
                <a:gd name="T7" fmla="*/ 31 h 64"/>
                <a:gd name="T8" fmla="*/ 1 w 51"/>
                <a:gd name="T9" fmla="*/ 33 h 64"/>
                <a:gd name="T10" fmla="*/ 48 w 51"/>
                <a:gd name="T11" fmla="*/ 63 h 64"/>
                <a:gd name="T12" fmla="*/ 51 w 51"/>
                <a:gd name="T13" fmla="*/ 61 h 64"/>
                <a:gd name="T14" fmla="*/ 51 w 51"/>
                <a:gd name="T15" fmla="*/ 2 h 64"/>
                <a:gd name="T16" fmla="*/ 49 w 51"/>
                <a:gd name="T17" fmla="*/ 0 h 64"/>
                <a:gd name="T18" fmla="*/ 47 w 51"/>
                <a:gd name="T19" fmla="*/ 56 h 64"/>
                <a:gd name="T20" fmla="*/ 7 w 51"/>
                <a:gd name="T21" fmla="*/ 31 h 64"/>
                <a:gd name="T22" fmla="*/ 47 w 51"/>
                <a:gd name="T23" fmla="*/ 6 h 64"/>
                <a:gd name="T24" fmla="*/ 47 w 51"/>
                <a:gd name="T25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64">
                  <a:moveTo>
                    <a:pt x="49" y="0"/>
                  </a:moveTo>
                  <a:cubicBezTo>
                    <a:pt x="49" y="0"/>
                    <a:pt x="48" y="0"/>
                    <a:pt x="48" y="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0"/>
                    <a:pt x="0" y="31"/>
                    <a:pt x="0" y="31"/>
                  </a:cubicBezTo>
                  <a:cubicBezTo>
                    <a:pt x="0" y="32"/>
                    <a:pt x="0" y="33"/>
                    <a:pt x="1" y="33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50" y="64"/>
                    <a:pt x="51" y="63"/>
                    <a:pt x="51" y="61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1"/>
                    <a:pt x="50" y="0"/>
                    <a:pt x="49" y="0"/>
                  </a:cubicBezTo>
                  <a:close/>
                  <a:moveTo>
                    <a:pt x="47" y="56"/>
                  </a:moveTo>
                  <a:cubicBezTo>
                    <a:pt x="7" y="31"/>
                    <a:pt x="7" y="31"/>
                    <a:pt x="7" y="31"/>
                  </a:cubicBezTo>
                  <a:cubicBezTo>
                    <a:pt x="47" y="6"/>
                    <a:pt x="47" y="6"/>
                    <a:pt x="47" y="6"/>
                  </a:cubicBezTo>
                  <a:lnTo>
                    <a:pt x="47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Freeform 54"/>
            <p:cNvSpPr>
              <a:spLocks noEditPoints="1"/>
            </p:cNvSpPr>
            <p:nvPr/>
          </p:nvSpPr>
          <p:spPr bwMode="auto">
            <a:xfrm>
              <a:off x="10467979" y="4276733"/>
              <a:ext cx="192088" cy="239713"/>
            </a:xfrm>
            <a:custGeom>
              <a:avLst/>
              <a:gdLst>
                <a:gd name="T0" fmla="*/ 49 w 51"/>
                <a:gd name="T1" fmla="*/ 0 h 64"/>
                <a:gd name="T2" fmla="*/ 48 w 51"/>
                <a:gd name="T3" fmla="*/ 0 h 64"/>
                <a:gd name="T4" fmla="*/ 0 w 51"/>
                <a:gd name="T5" fmla="*/ 30 h 64"/>
                <a:gd name="T6" fmla="*/ 0 w 51"/>
                <a:gd name="T7" fmla="*/ 31 h 64"/>
                <a:gd name="T8" fmla="*/ 0 w 51"/>
                <a:gd name="T9" fmla="*/ 33 h 64"/>
                <a:gd name="T10" fmla="*/ 48 w 51"/>
                <a:gd name="T11" fmla="*/ 63 h 64"/>
                <a:gd name="T12" fmla="*/ 51 w 51"/>
                <a:gd name="T13" fmla="*/ 61 h 64"/>
                <a:gd name="T14" fmla="*/ 51 w 51"/>
                <a:gd name="T15" fmla="*/ 2 h 64"/>
                <a:gd name="T16" fmla="*/ 49 w 51"/>
                <a:gd name="T17" fmla="*/ 0 h 64"/>
                <a:gd name="T18" fmla="*/ 46 w 51"/>
                <a:gd name="T19" fmla="*/ 56 h 64"/>
                <a:gd name="T20" fmla="*/ 6 w 51"/>
                <a:gd name="T21" fmla="*/ 31 h 64"/>
                <a:gd name="T22" fmla="*/ 46 w 51"/>
                <a:gd name="T23" fmla="*/ 6 h 64"/>
                <a:gd name="T24" fmla="*/ 46 w 51"/>
                <a:gd name="T25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64">
                  <a:moveTo>
                    <a:pt x="49" y="0"/>
                  </a:moveTo>
                  <a:cubicBezTo>
                    <a:pt x="49" y="0"/>
                    <a:pt x="48" y="0"/>
                    <a:pt x="48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1"/>
                    <a:pt x="0" y="31"/>
                  </a:cubicBezTo>
                  <a:cubicBezTo>
                    <a:pt x="0" y="32"/>
                    <a:pt x="0" y="33"/>
                    <a:pt x="0" y="33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9" y="64"/>
                    <a:pt x="51" y="63"/>
                    <a:pt x="51" y="61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1"/>
                    <a:pt x="50" y="0"/>
                    <a:pt x="49" y="0"/>
                  </a:cubicBezTo>
                  <a:close/>
                  <a:moveTo>
                    <a:pt x="46" y="56"/>
                  </a:moveTo>
                  <a:cubicBezTo>
                    <a:pt x="6" y="31"/>
                    <a:pt x="6" y="31"/>
                    <a:pt x="6" y="31"/>
                  </a:cubicBezTo>
                  <a:cubicBezTo>
                    <a:pt x="46" y="6"/>
                    <a:pt x="46" y="6"/>
                    <a:pt x="46" y="6"/>
                  </a:cubicBezTo>
                  <a:lnTo>
                    <a:pt x="46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Freeform 55"/>
            <p:cNvSpPr/>
            <p:nvPr/>
          </p:nvSpPr>
          <p:spPr bwMode="auto">
            <a:xfrm>
              <a:off x="10179053" y="4276733"/>
              <a:ext cx="19050" cy="236538"/>
            </a:xfrm>
            <a:custGeom>
              <a:avLst/>
              <a:gdLst>
                <a:gd name="T0" fmla="*/ 2 w 5"/>
                <a:gd name="T1" fmla="*/ 0 h 63"/>
                <a:gd name="T2" fmla="*/ 0 w 5"/>
                <a:gd name="T3" fmla="*/ 2 h 63"/>
                <a:gd name="T4" fmla="*/ 0 w 5"/>
                <a:gd name="T5" fmla="*/ 61 h 63"/>
                <a:gd name="T6" fmla="*/ 2 w 5"/>
                <a:gd name="T7" fmla="*/ 63 h 63"/>
                <a:gd name="T8" fmla="*/ 5 w 5"/>
                <a:gd name="T9" fmla="*/ 61 h 63"/>
                <a:gd name="T10" fmla="*/ 5 w 5"/>
                <a:gd name="T11" fmla="*/ 2 h 63"/>
                <a:gd name="T12" fmla="*/ 2 w 5"/>
                <a:gd name="T1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3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2"/>
                    <a:pt x="1" y="63"/>
                    <a:pt x="2" y="63"/>
                  </a:cubicBezTo>
                  <a:cubicBezTo>
                    <a:pt x="4" y="63"/>
                    <a:pt x="5" y="62"/>
                    <a:pt x="5" y="6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9217028" y="4257683"/>
            <a:ext cx="481013" cy="273051"/>
            <a:chOff x="9217028" y="4257683"/>
            <a:chExt cx="481013" cy="273051"/>
          </a:xfrm>
          <a:solidFill>
            <a:schemeClr val="accent1"/>
          </a:solidFill>
        </p:grpSpPr>
        <p:sp>
          <p:nvSpPr>
            <p:cNvPr id="56" name="Freeform 56"/>
            <p:cNvSpPr>
              <a:spLocks noEditPoints="1"/>
            </p:cNvSpPr>
            <p:nvPr/>
          </p:nvSpPr>
          <p:spPr bwMode="auto">
            <a:xfrm>
              <a:off x="9217028" y="4257683"/>
              <a:ext cx="222250" cy="273051"/>
            </a:xfrm>
            <a:custGeom>
              <a:avLst/>
              <a:gdLst>
                <a:gd name="T0" fmla="*/ 4 w 59"/>
                <a:gd name="T1" fmla="*/ 1 h 73"/>
                <a:gd name="T2" fmla="*/ 2 w 59"/>
                <a:gd name="T3" fmla="*/ 0 h 73"/>
                <a:gd name="T4" fmla="*/ 0 w 59"/>
                <a:gd name="T5" fmla="*/ 3 h 73"/>
                <a:gd name="T6" fmla="*/ 0 w 59"/>
                <a:gd name="T7" fmla="*/ 70 h 73"/>
                <a:gd name="T8" fmla="*/ 4 w 59"/>
                <a:gd name="T9" fmla="*/ 72 h 73"/>
                <a:gd name="T10" fmla="*/ 58 w 59"/>
                <a:gd name="T11" fmla="*/ 39 h 73"/>
                <a:gd name="T12" fmla="*/ 59 w 59"/>
                <a:gd name="T13" fmla="*/ 36 h 73"/>
                <a:gd name="T14" fmla="*/ 58 w 59"/>
                <a:gd name="T15" fmla="*/ 34 h 73"/>
                <a:gd name="T16" fmla="*/ 4 w 59"/>
                <a:gd name="T17" fmla="*/ 1 h 73"/>
                <a:gd name="T18" fmla="*/ 5 w 59"/>
                <a:gd name="T19" fmla="*/ 66 h 73"/>
                <a:gd name="T20" fmla="*/ 5 w 59"/>
                <a:gd name="T21" fmla="*/ 7 h 73"/>
                <a:gd name="T22" fmla="*/ 52 w 59"/>
                <a:gd name="T23" fmla="*/ 36 h 73"/>
                <a:gd name="T24" fmla="*/ 5 w 59"/>
                <a:gd name="T25" fmla="*/ 6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73">
                  <a:moveTo>
                    <a:pt x="4" y="1"/>
                  </a:moveTo>
                  <a:cubicBezTo>
                    <a:pt x="3" y="1"/>
                    <a:pt x="3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2"/>
                    <a:pt x="2" y="73"/>
                    <a:pt x="4" y="72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8" y="38"/>
                    <a:pt x="59" y="37"/>
                    <a:pt x="59" y="36"/>
                  </a:cubicBezTo>
                  <a:cubicBezTo>
                    <a:pt x="59" y="36"/>
                    <a:pt x="58" y="35"/>
                    <a:pt x="58" y="34"/>
                  </a:cubicBezTo>
                  <a:lnTo>
                    <a:pt x="4" y="1"/>
                  </a:lnTo>
                  <a:close/>
                  <a:moveTo>
                    <a:pt x="5" y="66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52" y="36"/>
                    <a:pt x="52" y="36"/>
                    <a:pt x="52" y="36"/>
                  </a:cubicBezTo>
                  <a:lnTo>
                    <a:pt x="5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Freeform 57"/>
            <p:cNvSpPr>
              <a:spLocks noEditPoints="1"/>
            </p:cNvSpPr>
            <p:nvPr/>
          </p:nvSpPr>
          <p:spPr bwMode="auto">
            <a:xfrm>
              <a:off x="9477378" y="4257683"/>
              <a:ext cx="220663" cy="273051"/>
            </a:xfrm>
            <a:custGeom>
              <a:avLst/>
              <a:gdLst>
                <a:gd name="T0" fmla="*/ 58 w 59"/>
                <a:gd name="T1" fmla="*/ 34 h 73"/>
                <a:gd name="T2" fmla="*/ 4 w 59"/>
                <a:gd name="T3" fmla="*/ 1 h 73"/>
                <a:gd name="T4" fmla="*/ 3 w 59"/>
                <a:gd name="T5" fmla="*/ 0 h 73"/>
                <a:gd name="T6" fmla="*/ 0 w 59"/>
                <a:gd name="T7" fmla="*/ 3 h 73"/>
                <a:gd name="T8" fmla="*/ 0 w 59"/>
                <a:gd name="T9" fmla="*/ 70 h 73"/>
                <a:gd name="T10" fmla="*/ 4 w 59"/>
                <a:gd name="T11" fmla="*/ 72 h 73"/>
                <a:gd name="T12" fmla="*/ 58 w 59"/>
                <a:gd name="T13" fmla="*/ 39 h 73"/>
                <a:gd name="T14" fmla="*/ 59 w 59"/>
                <a:gd name="T15" fmla="*/ 36 h 73"/>
                <a:gd name="T16" fmla="*/ 58 w 59"/>
                <a:gd name="T17" fmla="*/ 34 h 73"/>
                <a:gd name="T18" fmla="*/ 5 w 59"/>
                <a:gd name="T19" fmla="*/ 66 h 73"/>
                <a:gd name="T20" fmla="*/ 5 w 59"/>
                <a:gd name="T21" fmla="*/ 7 h 73"/>
                <a:gd name="T22" fmla="*/ 53 w 59"/>
                <a:gd name="T23" fmla="*/ 36 h 73"/>
                <a:gd name="T24" fmla="*/ 5 w 59"/>
                <a:gd name="T25" fmla="*/ 6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73">
                  <a:moveTo>
                    <a:pt x="58" y="3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2"/>
                    <a:pt x="3" y="73"/>
                    <a:pt x="4" y="72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9" y="38"/>
                    <a:pt x="59" y="37"/>
                    <a:pt x="59" y="36"/>
                  </a:cubicBezTo>
                  <a:cubicBezTo>
                    <a:pt x="59" y="36"/>
                    <a:pt x="59" y="35"/>
                    <a:pt x="58" y="34"/>
                  </a:cubicBezTo>
                  <a:close/>
                  <a:moveTo>
                    <a:pt x="5" y="66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53" y="36"/>
                    <a:pt x="53" y="36"/>
                    <a:pt x="53" y="36"/>
                  </a:cubicBezTo>
                  <a:lnTo>
                    <a:pt x="5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8" name="组合 197"/>
          <p:cNvGrpSpPr/>
          <p:nvPr/>
        </p:nvGrpSpPr>
        <p:grpSpPr>
          <a:xfrm>
            <a:off x="8256590" y="4257683"/>
            <a:ext cx="481013" cy="273051"/>
            <a:chOff x="8256590" y="4257683"/>
            <a:chExt cx="481013" cy="273051"/>
          </a:xfrm>
          <a:solidFill>
            <a:schemeClr val="accent1"/>
          </a:solidFill>
        </p:grpSpPr>
        <p:sp>
          <p:nvSpPr>
            <p:cNvPr id="58" name="Freeform 58"/>
            <p:cNvSpPr>
              <a:spLocks noEditPoints="1"/>
            </p:cNvSpPr>
            <p:nvPr/>
          </p:nvSpPr>
          <p:spPr bwMode="auto">
            <a:xfrm>
              <a:off x="8515353" y="4257683"/>
              <a:ext cx="222250" cy="273051"/>
            </a:xfrm>
            <a:custGeom>
              <a:avLst/>
              <a:gdLst>
                <a:gd name="T0" fmla="*/ 57 w 59"/>
                <a:gd name="T1" fmla="*/ 0 h 73"/>
                <a:gd name="T2" fmla="*/ 55 w 59"/>
                <a:gd name="T3" fmla="*/ 1 h 73"/>
                <a:gd name="T4" fmla="*/ 1 w 59"/>
                <a:gd name="T5" fmla="*/ 34 h 73"/>
                <a:gd name="T6" fmla="*/ 0 w 59"/>
                <a:gd name="T7" fmla="*/ 36 h 73"/>
                <a:gd name="T8" fmla="*/ 1 w 59"/>
                <a:gd name="T9" fmla="*/ 39 h 73"/>
                <a:gd name="T10" fmla="*/ 55 w 59"/>
                <a:gd name="T11" fmla="*/ 72 h 73"/>
                <a:gd name="T12" fmla="*/ 59 w 59"/>
                <a:gd name="T13" fmla="*/ 70 h 73"/>
                <a:gd name="T14" fmla="*/ 59 w 59"/>
                <a:gd name="T15" fmla="*/ 3 h 73"/>
                <a:gd name="T16" fmla="*/ 57 w 59"/>
                <a:gd name="T17" fmla="*/ 0 h 73"/>
                <a:gd name="T18" fmla="*/ 54 w 59"/>
                <a:gd name="T19" fmla="*/ 66 h 73"/>
                <a:gd name="T20" fmla="*/ 7 w 59"/>
                <a:gd name="T21" fmla="*/ 36 h 73"/>
                <a:gd name="T22" fmla="*/ 54 w 59"/>
                <a:gd name="T23" fmla="*/ 7 h 73"/>
                <a:gd name="T24" fmla="*/ 54 w 59"/>
                <a:gd name="T25" fmla="*/ 6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73">
                  <a:moveTo>
                    <a:pt x="57" y="0"/>
                  </a:moveTo>
                  <a:cubicBezTo>
                    <a:pt x="56" y="0"/>
                    <a:pt x="56" y="1"/>
                    <a:pt x="55" y="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5"/>
                    <a:pt x="0" y="36"/>
                    <a:pt x="0" y="36"/>
                  </a:cubicBezTo>
                  <a:cubicBezTo>
                    <a:pt x="0" y="37"/>
                    <a:pt x="1" y="38"/>
                    <a:pt x="1" y="39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7" y="73"/>
                    <a:pt x="59" y="72"/>
                    <a:pt x="59" y="70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2"/>
                    <a:pt x="58" y="0"/>
                    <a:pt x="57" y="0"/>
                  </a:cubicBezTo>
                  <a:close/>
                  <a:moveTo>
                    <a:pt x="54" y="66"/>
                  </a:moveTo>
                  <a:cubicBezTo>
                    <a:pt x="7" y="36"/>
                    <a:pt x="7" y="36"/>
                    <a:pt x="7" y="36"/>
                  </a:cubicBezTo>
                  <a:cubicBezTo>
                    <a:pt x="54" y="7"/>
                    <a:pt x="54" y="7"/>
                    <a:pt x="54" y="7"/>
                  </a:cubicBezTo>
                  <a:lnTo>
                    <a:pt x="54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Freeform 59"/>
            <p:cNvSpPr>
              <a:spLocks noEditPoints="1"/>
            </p:cNvSpPr>
            <p:nvPr/>
          </p:nvSpPr>
          <p:spPr bwMode="auto">
            <a:xfrm>
              <a:off x="8256590" y="4257683"/>
              <a:ext cx="222250" cy="273051"/>
            </a:xfrm>
            <a:custGeom>
              <a:avLst/>
              <a:gdLst>
                <a:gd name="T0" fmla="*/ 56 w 59"/>
                <a:gd name="T1" fmla="*/ 0 h 73"/>
                <a:gd name="T2" fmla="*/ 55 w 59"/>
                <a:gd name="T3" fmla="*/ 1 h 73"/>
                <a:gd name="T4" fmla="*/ 1 w 59"/>
                <a:gd name="T5" fmla="*/ 34 h 73"/>
                <a:gd name="T6" fmla="*/ 0 w 59"/>
                <a:gd name="T7" fmla="*/ 36 h 73"/>
                <a:gd name="T8" fmla="*/ 1 w 59"/>
                <a:gd name="T9" fmla="*/ 39 h 73"/>
                <a:gd name="T10" fmla="*/ 55 w 59"/>
                <a:gd name="T11" fmla="*/ 72 h 73"/>
                <a:gd name="T12" fmla="*/ 59 w 59"/>
                <a:gd name="T13" fmla="*/ 70 h 73"/>
                <a:gd name="T14" fmla="*/ 59 w 59"/>
                <a:gd name="T15" fmla="*/ 3 h 73"/>
                <a:gd name="T16" fmla="*/ 56 w 59"/>
                <a:gd name="T17" fmla="*/ 0 h 73"/>
                <a:gd name="T18" fmla="*/ 54 w 59"/>
                <a:gd name="T19" fmla="*/ 66 h 73"/>
                <a:gd name="T20" fmla="*/ 6 w 59"/>
                <a:gd name="T21" fmla="*/ 36 h 73"/>
                <a:gd name="T22" fmla="*/ 54 w 59"/>
                <a:gd name="T23" fmla="*/ 7 h 73"/>
                <a:gd name="T24" fmla="*/ 54 w 59"/>
                <a:gd name="T25" fmla="*/ 6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73">
                  <a:moveTo>
                    <a:pt x="56" y="0"/>
                  </a:moveTo>
                  <a:cubicBezTo>
                    <a:pt x="56" y="0"/>
                    <a:pt x="55" y="1"/>
                    <a:pt x="55" y="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37"/>
                    <a:pt x="0" y="38"/>
                    <a:pt x="1" y="39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7" y="73"/>
                    <a:pt x="59" y="72"/>
                    <a:pt x="59" y="70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2"/>
                    <a:pt x="58" y="0"/>
                    <a:pt x="56" y="0"/>
                  </a:cubicBezTo>
                  <a:close/>
                  <a:moveTo>
                    <a:pt x="54" y="6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54" y="7"/>
                    <a:pt x="54" y="7"/>
                    <a:pt x="54" y="7"/>
                  </a:cubicBezTo>
                  <a:lnTo>
                    <a:pt x="54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7321552" y="4156082"/>
            <a:ext cx="428626" cy="481013"/>
            <a:chOff x="7321552" y="4156082"/>
            <a:chExt cx="428626" cy="481013"/>
          </a:xfrm>
          <a:solidFill>
            <a:schemeClr val="accent1"/>
          </a:solidFill>
        </p:grpSpPr>
        <p:sp>
          <p:nvSpPr>
            <p:cNvPr id="60" name="Freeform 60"/>
            <p:cNvSpPr>
              <a:spLocks noEditPoints="1"/>
            </p:cNvSpPr>
            <p:nvPr/>
          </p:nvSpPr>
          <p:spPr bwMode="auto">
            <a:xfrm>
              <a:off x="7321552" y="4156082"/>
              <a:ext cx="371475" cy="481013"/>
            </a:xfrm>
            <a:custGeom>
              <a:avLst/>
              <a:gdLst>
                <a:gd name="T0" fmla="*/ 4 w 99"/>
                <a:gd name="T1" fmla="*/ 0 h 128"/>
                <a:gd name="T2" fmla="*/ 3 w 99"/>
                <a:gd name="T3" fmla="*/ 0 h 128"/>
                <a:gd name="T4" fmla="*/ 0 w 99"/>
                <a:gd name="T5" fmla="*/ 2 h 128"/>
                <a:gd name="T6" fmla="*/ 0 w 99"/>
                <a:gd name="T7" fmla="*/ 125 h 128"/>
                <a:gd name="T8" fmla="*/ 4 w 99"/>
                <a:gd name="T9" fmla="*/ 127 h 128"/>
                <a:gd name="T10" fmla="*/ 98 w 99"/>
                <a:gd name="T11" fmla="*/ 66 h 128"/>
                <a:gd name="T12" fmla="*/ 99 w 99"/>
                <a:gd name="T13" fmla="*/ 64 h 128"/>
                <a:gd name="T14" fmla="*/ 98 w 99"/>
                <a:gd name="T15" fmla="*/ 62 h 128"/>
                <a:gd name="T16" fmla="*/ 4 w 99"/>
                <a:gd name="T17" fmla="*/ 0 h 128"/>
                <a:gd name="T18" fmla="*/ 5 w 99"/>
                <a:gd name="T19" fmla="*/ 121 h 128"/>
                <a:gd name="T20" fmla="*/ 5 w 99"/>
                <a:gd name="T21" fmla="*/ 6 h 128"/>
                <a:gd name="T22" fmla="*/ 92 w 99"/>
                <a:gd name="T23" fmla="*/ 64 h 128"/>
                <a:gd name="T24" fmla="*/ 5 w 99"/>
                <a:gd name="T25" fmla="*/ 12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28">
                  <a:moveTo>
                    <a:pt x="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127"/>
                    <a:pt x="2" y="128"/>
                    <a:pt x="4" y="127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98" y="65"/>
                    <a:pt x="99" y="64"/>
                    <a:pt x="99" y="64"/>
                  </a:cubicBezTo>
                  <a:cubicBezTo>
                    <a:pt x="99" y="63"/>
                    <a:pt x="98" y="62"/>
                    <a:pt x="98" y="62"/>
                  </a:cubicBezTo>
                  <a:lnTo>
                    <a:pt x="4" y="0"/>
                  </a:lnTo>
                  <a:close/>
                  <a:moveTo>
                    <a:pt x="5" y="121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92" y="64"/>
                    <a:pt x="92" y="64"/>
                    <a:pt x="92" y="64"/>
                  </a:cubicBezTo>
                  <a:lnTo>
                    <a:pt x="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Freeform 61"/>
            <p:cNvSpPr/>
            <p:nvPr/>
          </p:nvSpPr>
          <p:spPr bwMode="auto">
            <a:xfrm>
              <a:off x="7731128" y="4156082"/>
              <a:ext cx="19050" cy="481013"/>
            </a:xfrm>
            <a:custGeom>
              <a:avLst/>
              <a:gdLst>
                <a:gd name="T0" fmla="*/ 2 w 5"/>
                <a:gd name="T1" fmla="*/ 0 h 128"/>
                <a:gd name="T2" fmla="*/ 0 w 5"/>
                <a:gd name="T3" fmla="*/ 2 h 128"/>
                <a:gd name="T4" fmla="*/ 0 w 5"/>
                <a:gd name="T5" fmla="*/ 125 h 128"/>
                <a:gd name="T6" fmla="*/ 2 w 5"/>
                <a:gd name="T7" fmla="*/ 128 h 128"/>
                <a:gd name="T8" fmla="*/ 5 w 5"/>
                <a:gd name="T9" fmla="*/ 125 h 128"/>
                <a:gd name="T10" fmla="*/ 5 w 5"/>
                <a:gd name="T11" fmla="*/ 2 h 128"/>
                <a:gd name="T12" fmla="*/ 2 w 5"/>
                <a:gd name="T1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8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4" y="128"/>
                    <a:pt x="5" y="127"/>
                    <a:pt x="5" y="125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6361115" y="4151320"/>
            <a:ext cx="427037" cy="485776"/>
            <a:chOff x="6361115" y="4151320"/>
            <a:chExt cx="427037" cy="485776"/>
          </a:xfrm>
          <a:solidFill>
            <a:schemeClr val="accent1"/>
          </a:solidFill>
        </p:grpSpPr>
        <p:sp>
          <p:nvSpPr>
            <p:cNvPr id="62" name="Freeform 62"/>
            <p:cNvSpPr>
              <a:spLocks noEditPoints="1"/>
            </p:cNvSpPr>
            <p:nvPr/>
          </p:nvSpPr>
          <p:spPr bwMode="auto">
            <a:xfrm>
              <a:off x="6416677" y="4151320"/>
              <a:ext cx="371475" cy="485776"/>
            </a:xfrm>
            <a:custGeom>
              <a:avLst/>
              <a:gdLst>
                <a:gd name="T0" fmla="*/ 96 w 99"/>
                <a:gd name="T1" fmla="*/ 0 h 129"/>
                <a:gd name="T2" fmla="*/ 95 w 99"/>
                <a:gd name="T3" fmla="*/ 1 h 129"/>
                <a:gd name="T4" fmla="*/ 1 w 99"/>
                <a:gd name="T5" fmla="*/ 62 h 129"/>
                <a:gd name="T6" fmla="*/ 0 w 99"/>
                <a:gd name="T7" fmla="*/ 64 h 129"/>
                <a:gd name="T8" fmla="*/ 1 w 99"/>
                <a:gd name="T9" fmla="*/ 66 h 129"/>
                <a:gd name="T10" fmla="*/ 95 w 99"/>
                <a:gd name="T11" fmla="*/ 128 h 129"/>
                <a:gd name="T12" fmla="*/ 99 w 99"/>
                <a:gd name="T13" fmla="*/ 126 h 129"/>
                <a:gd name="T14" fmla="*/ 99 w 99"/>
                <a:gd name="T15" fmla="*/ 3 h 129"/>
                <a:gd name="T16" fmla="*/ 96 w 99"/>
                <a:gd name="T17" fmla="*/ 0 h 129"/>
                <a:gd name="T18" fmla="*/ 94 w 99"/>
                <a:gd name="T19" fmla="*/ 122 h 129"/>
                <a:gd name="T20" fmla="*/ 7 w 99"/>
                <a:gd name="T21" fmla="*/ 64 h 129"/>
                <a:gd name="T22" fmla="*/ 94 w 99"/>
                <a:gd name="T23" fmla="*/ 7 h 129"/>
                <a:gd name="T24" fmla="*/ 94 w 99"/>
                <a:gd name="T25" fmla="*/ 12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29">
                  <a:moveTo>
                    <a:pt x="96" y="0"/>
                  </a:moveTo>
                  <a:cubicBezTo>
                    <a:pt x="96" y="0"/>
                    <a:pt x="96" y="0"/>
                    <a:pt x="95" y="1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1" y="63"/>
                    <a:pt x="0" y="64"/>
                    <a:pt x="0" y="64"/>
                  </a:cubicBezTo>
                  <a:cubicBezTo>
                    <a:pt x="0" y="65"/>
                    <a:pt x="1" y="66"/>
                    <a:pt x="1" y="66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97" y="129"/>
                    <a:pt x="99" y="128"/>
                    <a:pt x="99" y="126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99" y="1"/>
                    <a:pt x="98" y="0"/>
                    <a:pt x="96" y="0"/>
                  </a:cubicBezTo>
                  <a:close/>
                  <a:moveTo>
                    <a:pt x="94" y="122"/>
                  </a:moveTo>
                  <a:cubicBezTo>
                    <a:pt x="7" y="64"/>
                    <a:pt x="7" y="64"/>
                    <a:pt x="7" y="64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4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63"/>
            <p:cNvSpPr/>
            <p:nvPr/>
          </p:nvSpPr>
          <p:spPr bwMode="auto">
            <a:xfrm>
              <a:off x="6361115" y="4151320"/>
              <a:ext cx="19050" cy="481013"/>
            </a:xfrm>
            <a:custGeom>
              <a:avLst/>
              <a:gdLst>
                <a:gd name="T0" fmla="*/ 3 w 5"/>
                <a:gd name="T1" fmla="*/ 0 h 128"/>
                <a:gd name="T2" fmla="*/ 0 w 5"/>
                <a:gd name="T3" fmla="*/ 3 h 128"/>
                <a:gd name="T4" fmla="*/ 0 w 5"/>
                <a:gd name="T5" fmla="*/ 126 h 128"/>
                <a:gd name="T6" fmla="*/ 3 w 5"/>
                <a:gd name="T7" fmla="*/ 128 h 128"/>
                <a:gd name="T8" fmla="*/ 5 w 5"/>
                <a:gd name="T9" fmla="*/ 126 h 128"/>
                <a:gd name="T10" fmla="*/ 5 w 5"/>
                <a:gd name="T11" fmla="*/ 3 h 128"/>
                <a:gd name="T12" fmla="*/ 3 w 5"/>
                <a:gd name="T1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8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3" y="128"/>
                  </a:cubicBezTo>
                  <a:cubicBezTo>
                    <a:pt x="4" y="128"/>
                    <a:pt x="5" y="127"/>
                    <a:pt x="5" y="126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5373689" y="4181482"/>
            <a:ext cx="479425" cy="425451"/>
            <a:chOff x="5373689" y="4181482"/>
            <a:chExt cx="479425" cy="425451"/>
          </a:xfrm>
          <a:solidFill>
            <a:schemeClr val="accent1"/>
          </a:solidFill>
        </p:grpSpPr>
        <p:sp>
          <p:nvSpPr>
            <p:cNvPr id="64" name="Freeform 64"/>
            <p:cNvSpPr>
              <a:spLocks noEditPoints="1"/>
            </p:cNvSpPr>
            <p:nvPr/>
          </p:nvSpPr>
          <p:spPr bwMode="auto">
            <a:xfrm>
              <a:off x="5373689" y="4181482"/>
              <a:ext cx="479425" cy="368301"/>
            </a:xfrm>
            <a:custGeom>
              <a:avLst/>
              <a:gdLst>
                <a:gd name="T0" fmla="*/ 2 w 128"/>
                <a:gd name="T1" fmla="*/ 98 h 98"/>
                <a:gd name="T2" fmla="*/ 126 w 128"/>
                <a:gd name="T3" fmla="*/ 98 h 98"/>
                <a:gd name="T4" fmla="*/ 128 w 128"/>
                <a:gd name="T5" fmla="*/ 96 h 98"/>
                <a:gd name="T6" fmla="*/ 128 w 128"/>
                <a:gd name="T7" fmla="*/ 95 h 98"/>
                <a:gd name="T8" fmla="*/ 66 w 128"/>
                <a:gd name="T9" fmla="*/ 1 h 98"/>
                <a:gd name="T10" fmla="*/ 64 w 128"/>
                <a:gd name="T11" fmla="*/ 0 h 98"/>
                <a:gd name="T12" fmla="*/ 62 w 128"/>
                <a:gd name="T13" fmla="*/ 1 h 98"/>
                <a:gd name="T14" fmla="*/ 0 w 128"/>
                <a:gd name="T15" fmla="*/ 95 h 98"/>
                <a:gd name="T16" fmla="*/ 0 w 128"/>
                <a:gd name="T17" fmla="*/ 96 h 98"/>
                <a:gd name="T18" fmla="*/ 2 w 128"/>
                <a:gd name="T19" fmla="*/ 98 h 98"/>
                <a:gd name="T20" fmla="*/ 64 w 128"/>
                <a:gd name="T21" fmla="*/ 6 h 98"/>
                <a:gd name="T22" fmla="*/ 121 w 128"/>
                <a:gd name="T23" fmla="*/ 94 h 98"/>
                <a:gd name="T24" fmla="*/ 6 w 128"/>
                <a:gd name="T25" fmla="*/ 94 h 98"/>
                <a:gd name="T26" fmla="*/ 64 w 128"/>
                <a:gd name="T27" fmla="*/ 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98">
                  <a:moveTo>
                    <a:pt x="2" y="98"/>
                  </a:moveTo>
                  <a:cubicBezTo>
                    <a:pt x="126" y="98"/>
                    <a:pt x="126" y="98"/>
                    <a:pt x="126" y="98"/>
                  </a:cubicBezTo>
                  <a:cubicBezTo>
                    <a:pt x="127" y="98"/>
                    <a:pt x="128" y="97"/>
                    <a:pt x="128" y="96"/>
                  </a:cubicBezTo>
                  <a:cubicBezTo>
                    <a:pt x="128" y="96"/>
                    <a:pt x="128" y="95"/>
                    <a:pt x="128" y="95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6" y="0"/>
                    <a:pt x="65" y="0"/>
                    <a:pt x="64" y="0"/>
                  </a:cubicBezTo>
                  <a:cubicBezTo>
                    <a:pt x="63" y="0"/>
                    <a:pt x="62" y="0"/>
                    <a:pt x="62" y="1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5"/>
                    <a:pt x="0" y="96"/>
                    <a:pt x="0" y="96"/>
                  </a:cubicBezTo>
                  <a:cubicBezTo>
                    <a:pt x="0" y="97"/>
                    <a:pt x="1" y="98"/>
                    <a:pt x="2" y="98"/>
                  </a:cubicBezTo>
                  <a:close/>
                  <a:moveTo>
                    <a:pt x="64" y="6"/>
                  </a:moveTo>
                  <a:cubicBezTo>
                    <a:pt x="121" y="94"/>
                    <a:pt x="121" y="94"/>
                    <a:pt x="121" y="94"/>
                  </a:cubicBezTo>
                  <a:cubicBezTo>
                    <a:pt x="6" y="94"/>
                    <a:pt x="6" y="94"/>
                    <a:pt x="6" y="94"/>
                  </a:cubicBezTo>
                  <a:lnTo>
                    <a:pt x="64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65"/>
            <p:cNvSpPr/>
            <p:nvPr/>
          </p:nvSpPr>
          <p:spPr bwMode="auto">
            <a:xfrm>
              <a:off x="5373689" y="4591058"/>
              <a:ext cx="479425" cy="15875"/>
            </a:xfrm>
            <a:custGeom>
              <a:avLst/>
              <a:gdLst>
                <a:gd name="T0" fmla="*/ 126 w 128"/>
                <a:gd name="T1" fmla="*/ 0 h 4"/>
                <a:gd name="T2" fmla="*/ 2 w 128"/>
                <a:gd name="T3" fmla="*/ 0 h 4"/>
                <a:gd name="T4" fmla="*/ 0 w 128"/>
                <a:gd name="T5" fmla="*/ 2 h 4"/>
                <a:gd name="T6" fmla="*/ 2 w 128"/>
                <a:gd name="T7" fmla="*/ 4 h 4"/>
                <a:gd name="T8" fmla="*/ 126 w 128"/>
                <a:gd name="T9" fmla="*/ 4 h 4"/>
                <a:gd name="T10" fmla="*/ 128 w 128"/>
                <a:gd name="T11" fmla="*/ 2 h 4"/>
                <a:gd name="T12" fmla="*/ 126 w 12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4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7" y="4"/>
                    <a:pt x="128" y="3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6" name="Freeform 66"/>
          <p:cNvSpPr>
            <a:spLocks noEditPoints="1"/>
          </p:cNvSpPr>
          <p:nvPr/>
        </p:nvSpPr>
        <p:spPr bwMode="auto">
          <a:xfrm>
            <a:off x="4411664" y="4151320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7 h 128"/>
              <a:gd name="T12" fmla="*/ 87 w 128"/>
              <a:gd name="T13" fmla="*/ 119 h 128"/>
              <a:gd name="T14" fmla="*/ 64 w 128"/>
              <a:gd name="T15" fmla="*/ 124 h 128"/>
              <a:gd name="T16" fmla="*/ 41 w 128"/>
              <a:gd name="T17" fmla="*/ 119 h 128"/>
              <a:gd name="T18" fmla="*/ 22 w 128"/>
              <a:gd name="T19" fmla="*/ 107 h 128"/>
              <a:gd name="T20" fmla="*/ 9 w 128"/>
              <a:gd name="T21" fmla="*/ 88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10 h 128"/>
              <a:gd name="T30" fmla="*/ 87 w 128"/>
              <a:gd name="T31" fmla="*/ 10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8 h 128"/>
              <a:gd name="T40" fmla="*/ 106 w 128"/>
              <a:gd name="T41" fmla="*/ 10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99" y="128"/>
                  <a:pt x="128" y="100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7"/>
                </a:moveTo>
                <a:cubicBezTo>
                  <a:pt x="101" y="112"/>
                  <a:pt x="94" y="116"/>
                  <a:pt x="87" y="119"/>
                </a:cubicBezTo>
                <a:cubicBezTo>
                  <a:pt x="80" y="122"/>
                  <a:pt x="72" y="124"/>
                  <a:pt x="64" y="124"/>
                </a:cubicBezTo>
                <a:cubicBezTo>
                  <a:pt x="56" y="124"/>
                  <a:pt x="48" y="122"/>
                  <a:pt x="41" y="119"/>
                </a:cubicBezTo>
                <a:cubicBezTo>
                  <a:pt x="34" y="116"/>
                  <a:pt x="27" y="112"/>
                  <a:pt x="22" y="107"/>
                </a:cubicBezTo>
                <a:cubicBezTo>
                  <a:pt x="17" y="101"/>
                  <a:pt x="12" y="95"/>
                  <a:pt x="9" y="88"/>
                </a:cubicBezTo>
                <a:cubicBezTo>
                  <a:pt x="6" y="80"/>
                  <a:pt x="5" y="73"/>
                  <a:pt x="5" y="64"/>
                </a:cubicBezTo>
                <a:cubicBezTo>
                  <a:pt x="5" y="56"/>
                  <a:pt x="6" y="49"/>
                  <a:pt x="9" y="41"/>
                </a:cubicBezTo>
                <a:cubicBezTo>
                  <a:pt x="12" y="34"/>
                  <a:pt x="17" y="28"/>
                  <a:pt x="22" y="22"/>
                </a:cubicBezTo>
                <a:cubicBezTo>
                  <a:pt x="27" y="17"/>
                  <a:pt x="34" y="13"/>
                  <a:pt x="41" y="10"/>
                </a:cubicBezTo>
                <a:cubicBezTo>
                  <a:pt x="55" y="4"/>
                  <a:pt x="72" y="4"/>
                  <a:pt x="87" y="10"/>
                </a:cubicBezTo>
                <a:cubicBezTo>
                  <a:pt x="94" y="13"/>
                  <a:pt x="101" y="17"/>
                  <a:pt x="106" y="22"/>
                </a:cubicBezTo>
                <a:cubicBezTo>
                  <a:pt x="111" y="28"/>
                  <a:pt x="116" y="34"/>
                  <a:pt x="119" y="41"/>
                </a:cubicBezTo>
                <a:cubicBezTo>
                  <a:pt x="122" y="49"/>
                  <a:pt x="123" y="56"/>
                  <a:pt x="123" y="64"/>
                </a:cubicBezTo>
                <a:cubicBezTo>
                  <a:pt x="123" y="73"/>
                  <a:pt x="122" y="80"/>
                  <a:pt x="119" y="88"/>
                </a:cubicBezTo>
                <a:cubicBezTo>
                  <a:pt x="116" y="95"/>
                  <a:pt x="111" y="101"/>
                  <a:pt x="106" y="1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Freeform 67"/>
          <p:cNvSpPr>
            <a:spLocks noEditPoints="1"/>
          </p:cNvSpPr>
          <p:nvPr/>
        </p:nvSpPr>
        <p:spPr bwMode="auto">
          <a:xfrm>
            <a:off x="3451226" y="4151320"/>
            <a:ext cx="184150" cy="481013"/>
          </a:xfrm>
          <a:custGeom>
            <a:avLst/>
            <a:gdLst>
              <a:gd name="T0" fmla="*/ 43 w 49"/>
              <a:gd name="T1" fmla="*/ 0 h 128"/>
              <a:gd name="T2" fmla="*/ 6 w 49"/>
              <a:gd name="T3" fmla="*/ 0 h 128"/>
              <a:gd name="T4" fmla="*/ 0 w 49"/>
              <a:gd name="T5" fmla="*/ 6 h 128"/>
              <a:gd name="T6" fmla="*/ 0 w 49"/>
              <a:gd name="T7" fmla="*/ 122 h 128"/>
              <a:gd name="T8" fmla="*/ 6 w 49"/>
              <a:gd name="T9" fmla="*/ 128 h 128"/>
              <a:gd name="T10" fmla="*/ 43 w 49"/>
              <a:gd name="T11" fmla="*/ 128 h 128"/>
              <a:gd name="T12" fmla="*/ 49 w 49"/>
              <a:gd name="T13" fmla="*/ 122 h 128"/>
              <a:gd name="T14" fmla="*/ 49 w 49"/>
              <a:gd name="T15" fmla="*/ 6 h 128"/>
              <a:gd name="T16" fmla="*/ 43 w 49"/>
              <a:gd name="T17" fmla="*/ 0 h 128"/>
              <a:gd name="T18" fmla="*/ 45 w 49"/>
              <a:gd name="T19" fmla="*/ 124 h 128"/>
              <a:gd name="T20" fmla="*/ 5 w 49"/>
              <a:gd name="T21" fmla="*/ 124 h 128"/>
              <a:gd name="T22" fmla="*/ 5 w 49"/>
              <a:gd name="T23" fmla="*/ 5 h 128"/>
              <a:gd name="T24" fmla="*/ 45 w 49"/>
              <a:gd name="T25" fmla="*/ 5 h 128"/>
              <a:gd name="T26" fmla="*/ 45 w 49"/>
              <a:gd name="T27" fmla="*/ 12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" h="128">
                <a:moveTo>
                  <a:pt x="43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6"/>
                  <a:pt x="3" y="128"/>
                  <a:pt x="6" y="128"/>
                </a:cubicBezTo>
                <a:cubicBezTo>
                  <a:pt x="43" y="128"/>
                  <a:pt x="43" y="128"/>
                  <a:pt x="43" y="128"/>
                </a:cubicBezTo>
                <a:cubicBezTo>
                  <a:pt x="46" y="128"/>
                  <a:pt x="49" y="126"/>
                  <a:pt x="49" y="122"/>
                </a:cubicBezTo>
                <a:cubicBezTo>
                  <a:pt x="49" y="6"/>
                  <a:pt x="49" y="6"/>
                  <a:pt x="49" y="6"/>
                </a:cubicBezTo>
                <a:cubicBezTo>
                  <a:pt x="49" y="3"/>
                  <a:pt x="46" y="0"/>
                  <a:pt x="43" y="0"/>
                </a:cubicBezTo>
                <a:close/>
                <a:moveTo>
                  <a:pt x="45" y="124"/>
                </a:moveTo>
                <a:cubicBezTo>
                  <a:pt x="5" y="124"/>
                  <a:pt x="5" y="124"/>
                  <a:pt x="5" y="124"/>
                </a:cubicBezTo>
                <a:cubicBezTo>
                  <a:pt x="5" y="5"/>
                  <a:pt x="5" y="5"/>
                  <a:pt x="5" y="5"/>
                </a:cubicBezTo>
                <a:cubicBezTo>
                  <a:pt x="45" y="5"/>
                  <a:pt x="45" y="5"/>
                  <a:pt x="45" y="5"/>
                </a:cubicBezTo>
                <a:lnTo>
                  <a:pt x="45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Freeform 68"/>
          <p:cNvSpPr>
            <a:spLocks noEditPoints="1"/>
          </p:cNvSpPr>
          <p:nvPr/>
        </p:nvSpPr>
        <p:spPr bwMode="auto">
          <a:xfrm>
            <a:off x="3748089" y="4151320"/>
            <a:ext cx="184150" cy="481013"/>
          </a:xfrm>
          <a:custGeom>
            <a:avLst/>
            <a:gdLst>
              <a:gd name="T0" fmla="*/ 43 w 49"/>
              <a:gd name="T1" fmla="*/ 0 h 128"/>
              <a:gd name="T2" fmla="*/ 6 w 49"/>
              <a:gd name="T3" fmla="*/ 0 h 128"/>
              <a:gd name="T4" fmla="*/ 0 w 49"/>
              <a:gd name="T5" fmla="*/ 6 h 128"/>
              <a:gd name="T6" fmla="*/ 0 w 49"/>
              <a:gd name="T7" fmla="*/ 122 h 128"/>
              <a:gd name="T8" fmla="*/ 6 w 49"/>
              <a:gd name="T9" fmla="*/ 128 h 128"/>
              <a:gd name="T10" fmla="*/ 43 w 49"/>
              <a:gd name="T11" fmla="*/ 128 h 128"/>
              <a:gd name="T12" fmla="*/ 49 w 49"/>
              <a:gd name="T13" fmla="*/ 122 h 128"/>
              <a:gd name="T14" fmla="*/ 49 w 49"/>
              <a:gd name="T15" fmla="*/ 6 h 128"/>
              <a:gd name="T16" fmla="*/ 43 w 49"/>
              <a:gd name="T17" fmla="*/ 0 h 128"/>
              <a:gd name="T18" fmla="*/ 44 w 49"/>
              <a:gd name="T19" fmla="*/ 124 h 128"/>
              <a:gd name="T20" fmla="*/ 4 w 49"/>
              <a:gd name="T21" fmla="*/ 124 h 128"/>
              <a:gd name="T22" fmla="*/ 4 w 49"/>
              <a:gd name="T23" fmla="*/ 5 h 128"/>
              <a:gd name="T24" fmla="*/ 44 w 49"/>
              <a:gd name="T25" fmla="*/ 5 h 128"/>
              <a:gd name="T26" fmla="*/ 44 w 49"/>
              <a:gd name="T27" fmla="*/ 12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" h="128">
                <a:moveTo>
                  <a:pt x="43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6"/>
                  <a:pt x="3" y="128"/>
                  <a:pt x="6" y="128"/>
                </a:cubicBezTo>
                <a:cubicBezTo>
                  <a:pt x="43" y="128"/>
                  <a:pt x="43" y="128"/>
                  <a:pt x="43" y="128"/>
                </a:cubicBezTo>
                <a:cubicBezTo>
                  <a:pt x="46" y="128"/>
                  <a:pt x="49" y="126"/>
                  <a:pt x="49" y="122"/>
                </a:cubicBezTo>
                <a:cubicBezTo>
                  <a:pt x="49" y="6"/>
                  <a:pt x="49" y="6"/>
                  <a:pt x="49" y="6"/>
                </a:cubicBezTo>
                <a:cubicBezTo>
                  <a:pt x="49" y="3"/>
                  <a:pt x="46" y="0"/>
                  <a:pt x="43" y="0"/>
                </a:cubicBezTo>
                <a:close/>
                <a:moveTo>
                  <a:pt x="44" y="124"/>
                </a:moveTo>
                <a:cubicBezTo>
                  <a:pt x="4" y="124"/>
                  <a:pt x="4" y="124"/>
                  <a:pt x="4" y="124"/>
                </a:cubicBezTo>
                <a:cubicBezTo>
                  <a:pt x="4" y="5"/>
                  <a:pt x="4" y="5"/>
                  <a:pt x="4" y="5"/>
                </a:cubicBezTo>
                <a:cubicBezTo>
                  <a:pt x="44" y="5"/>
                  <a:pt x="44" y="5"/>
                  <a:pt x="44" y="5"/>
                </a:cubicBezTo>
                <a:lnTo>
                  <a:pt x="44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Freeform 69"/>
          <p:cNvSpPr>
            <a:spLocks noEditPoints="1"/>
          </p:cNvSpPr>
          <p:nvPr/>
        </p:nvSpPr>
        <p:spPr bwMode="auto">
          <a:xfrm>
            <a:off x="2489201" y="4151320"/>
            <a:ext cx="481013" cy="481013"/>
          </a:xfrm>
          <a:custGeom>
            <a:avLst/>
            <a:gdLst>
              <a:gd name="T0" fmla="*/ 128 w 128"/>
              <a:gd name="T1" fmla="*/ 6 h 128"/>
              <a:gd name="T2" fmla="*/ 122 w 128"/>
              <a:gd name="T3" fmla="*/ 0 h 128"/>
              <a:gd name="T4" fmla="*/ 6 w 128"/>
              <a:gd name="T5" fmla="*/ 0 h 128"/>
              <a:gd name="T6" fmla="*/ 0 w 128"/>
              <a:gd name="T7" fmla="*/ 6 h 128"/>
              <a:gd name="T8" fmla="*/ 0 w 128"/>
              <a:gd name="T9" fmla="*/ 122 h 128"/>
              <a:gd name="T10" fmla="*/ 6 w 128"/>
              <a:gd name="T11" fmla="*/ 128 h 128"/>
              <a:gd name="T12" fmla="*/ 122 w 128"/>
              <a:gd name="T13" fmla="*/ 128 h 128"/>
              <a:gd name="T14" fmla="*/ 128 w 128"/>
              <a:gd name="T15" fmla="*/ 122 h 128"/>
              <a:gd name="T16" fmla="*/ 128 w 128"/>
              <a:gd name="T17" fmla="*/ 6 h 128"/>
              <a:gd name="T18" fmla="*/ 123 w 128"/>
              <a:gd name="T19" fmla="*/ 124 h 128"/>
              <a:gd name="T20" fmla="*/ 5 w 128"/>
              <a:gd name="T21" fmla="*/ 124 h 128"/>
              <a:gd name="T22" fmla="*/ 5 w 128"/>
              <a:gd name="T23" fmla="*/ 5 h 128"/>
              <a:gd name="T24" fmla="*/ 123 w 128"/>
              <a:gd name="T25" fmla="*/ 5 h 128"/>
              <a:gd name="T26" fmla="*/ 123 w 128"/>
              <a:gd name="T27" fmla="*/ 12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" h="128">
                <a:moveTo>
                  <a:pt x="128" y="6"/>
                </a:moveTo>
                <a:cubicBezTo>
                  <a:pt x="128" y="3"/>
                  <a:pt x="125" y="0"/>
                  <a:pt x="122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6"/>
                  <a:pt x="3" y="128"/>
                  <a:pt x="6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6"/>
                  <a:pt x="128" y="122"/>
                </a:cubicBezTo>
                <a:lnTo>
                  <a:pt x="128" y="6"/>
                </a:lnTo>
                <a:close/>
                <a:moveTo>
                  <a:pt x="123" y="124"/>
                </a:moveTo>
                <a:cubicBezTo>
                  <a:pt x="5" y="124"/>
                  <a:pt x="5" y="124"/>
                  <a:pt x="5" y="124"/>
                </a:cubicBezTo>
                <a:cubicBezTo>
                  <a:pt x="5" y="5"/>
                  <a:pt x="5" y="5"/>
                  <a:pt x="5" y="5"/>
                </a:cubicBezTo>
                <a:cubicBezTo>
                  <a:pt x="123" y="5"/>
                  <a:pt x="123" y="5"/>
                  <a:pt x="123" y="5"/>
                </a:cubicBezTo>
                <a:lnTo>
                  <a:pt x="123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Freeform 70"/>
          <p:cNvSpPr/>
          <p:nvPr/>
        </p:nvSpPr>
        <p:spPr bwMode="auto">
          <a:xfrm>
            <a:off x="1762125" y="4151320"/>
            <a:ext cx="14288" cy="158750"/>
          </a:xfrm>
          <a:custGeom>
            <a:avLst/>
            <a:gdLst>
              <a:gd name="T0" fmla="*/ 2 w 4"/>
              <a:gd name="T1" fmla="*/ 42 h 42"/>
              <a:gd name="T2" fmla="*/ 4 w 4"/>
              <a:gd name="T3" fmla="*/ 40 h 42"/>
              <a:gd name="T4" fmla="*/ 4 w 4"/>
              <a:gd name="T5" fmla="*/ 3 h 42"/>
              <a:gd name="T6" fmla="*/ 2 w 4"/>
              <a:gd name="T7" fmla="*/ 0 h 42"/>
              <a:gd name="T8" fmla="*/ 0 w 4"/>
              <a:gd name="T9" fmla="*/ 3 h 42"/>
              <a:gd name="T10" fmla="*/ 0 w 4"/>
              <a:gd name="T11" fmla="*/ 40 h 42"/>
              <a:gd name="T12" fmla="*/ 2 w 4"/>
              <a:gd name="T13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42">
                <a:moveTo>
                  <a:pt x="2" y="42"/>
                </a:moveTo>
                <a:cubicBezTo>
                  <a:pt x="3" y="42"/>
                  <a:pt x="4" y="41"/>
                  <a:pt x="4" y="40"/>
                </a:cubicBezTo>
                <a:cubicBezTo>
                  <a:pt x="4" y="3"/>
                  <a:pt x="4" y="3"/>
                  <a:pt x="4" y="3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1"/>
                  <a:pt x="1" y="42"/>
                  <a:pt x="2" y="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Freeform 71"/>
          <p:cNvSpPr/>
          <p:nvPr/>
        </p:nvSpPr>
        <p:spPr bwMode="auto">
          <a:xfrm>
            <a:off x="1562100" y="4230695"/>
            <a:ext cx="412750" cy="401638"/>
          </a:xfrm>
          <a:custGeom>
            <a:avLst/>
            <a:gdLst>
              <a:gd name="T0" fmla="*/ 71 w 110"/>
              <a:gd name="T1" fmla="*/ 0 h 107"/>
              <a:gd name="T2" fmla="*/ 70 w 110"/>
              <a:gd name="T3" fmla="*/ 0 h 107"/>
              <a:gd name="T4" fmla="*/ 70 w 110"/>
              <a:gd name="T5" fmla="*/ 0 h 107"/>
              <a:gd name="T6" fmla="*/ 68 w 110"/>
              <a:gd name="T7" fmla="*/ 2 h 107"/>
              <a:gd name="T8" fmla="*/ 69 w 110"/>
              <a:gd name="T9" fmla="*/ 5 h 107"/>
              <a:gd name="T10" fmla="*/ 69 w 110"/>
              <a:gd name="T11" fmla="*/ 5 h 107"/>
              <a:gd name="T12" fmla="*/ 75 w 110"/>
              <a:gd name="T13" fmla="*/ 7 h 107"/>
              <a:gd name="T14" fmla="*/ 90 w 110"/>
              <a:gd name="T15" fmla="*/ 17 h 107"/>
              <a:gd name="T16" fmla="*/ 101 w 110"/>
              <a:gd name="T17" fmla="*/ 33 h 107"/>
              <a:gd name="T18" fmla="*/ 105 w 110"/>
              <a:gd name="T19" fmla="*/ 53 h 107"/>
              <a:gd name="T20" fmla="*/ 101 w 110"/>
              <a:gd name="T21" fmla="*/ 72 h 107"/>
              <a:gd name="T22" fmla="*/ 90 w 110"/>
              <a:gd name="T23" fmla="*/ 88 h 107"/>
              <a:gd name="T24" fmla="*/ 75 w 110"/>
              <a:gd name="T25" fmla="*/ 99 h 107"/>
              <a:gd name="T26" fmla="*/ 35 w 110"/>
              <a:gd name="T27" fmla="*/ 99 h 107"/>
              <a:gd name="T28" fmla="*/ 20 w 110"/>
              <a:gd name="T29" fmla="*/ 88 h 107"/>
              <a:gd name="T30" fmla="*/ 9 w 110"/>
              <a:gd name="T31" fmla="*/ 72 h 107"/>
              <a:gd name="T32" fmla="*/ 5 w 110"/>
              <a:gd name="T33" fmla="*/ 53 h 107"/>
              <a:gd name="T34" fmla="*/ 9 w 110"/>
              <a:gd name="T35" fmla="*/ 33 h 107"/>
              <a:gd name="T36" fmla="*/ 20 w 110"/>
              <a:gd name="T37" fmla="*/ 17 h 107"/>
              <a:gd name="T38" fmla="*/ 35 w 110"/>
              <a:gd name="T39" fmla="*/ 7 h 107"/>
              <a:gd name="T40" fmla="*/ 41 w 110"/>
              <a:gd name="T41" fmla="*/ 5 h 107"/>
              <a:gd name="T42" fmla="*/ 41 w 110"/>
              <a:gd name="T43" fmla="*/ 5 h 107"/>
              <a:gd name="T44" fmla="*/ 42 w 110"/>
              <a:gd name="T45" fmla="*/ 2 h 107"/>
              <a:gd name="T46" fmla="*/ 40 w 110"/>
              <a:gd name="T47" fmla="*/ 0 h 107"/>
              <a:gd name="T48" fmla="*/ 40 w 110"/>
              <a:gd name="T49" fmla="*/ 0 h 107"/>
              <a:gd name="T50" fmla="*/ 0 w 110"/>
              <a:gd name="T51" fmla="*/ 53 h 107"/>
              <a:gd name="T52" fmla="*/ 55 w 110"/>
              <a:gd name="T53" fmla="*/ 107 h 107"/>
              <a:gd name="T54" fmla="*/ 110 w 110"/>
              <a:gd name="T55" fmla="*/ 53 h 107"/>
              <a:gd name="T56" fmla="*/ 71 w 110"/>
              <a:gd name="T57" fmla="*/ 0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0" h="107">
                <a:moveTo>
                  <a:pt x="71" y="0"/>
                </a:moveTo>
                <a:cubicBezTo>
                  <a:pt x="70" y="0"/>
                  <a:pt x="70" y="0"/>
                  <a:pt x="70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69" y="0"/>
                  <a:pt x="68" y="1"/>
                  <a:pt x="68" y="2"/>
                </a:cubicBezTo>
                <a:cubicBezTo>
                  <a:pt x="68" y="3"/>
                  <a:pt x="68" y="4"/>
                  <a:pt x="69" y="5"/>
                </a:cubicBezTo>
                <a:cubicBezTo>
                  <a:pt x="69" y="5"/>
                  <a:pt x="69" y="5"/>
                  <a:pt x="69" y="5"/>
                </a:cubicBezTo>
                <a:cubicBezTo>
                  <a:pt x="71" y="5"/>
                  <a:pt x="73" y="6"/>
                  <a:pt x="75" y="7"/>
                </a:cubicBezTo>
                <a:cubicBezTo>
                  <a:pt x="80" y="9"/>
                  <a:pt x="86" y="13"/>
                  <a:pt x="90" y="17"/>
                </a:cubicBezTo>
                <a:cubicBezTo>
                  <a:pt x="95" y="22"/>
                  <a:pt x="99" y="27"/>
                  <a:pt x="101" y="33"/>
                </a:cubicBezTo>
                <a:cubicBezTo>
                  <a:pt x="104" y="39"/>
                  <a:pt x="105" y="46"/>
                  <a:pt x="105" y="53"/>
                </a:cubicBezTo>
                <a:cubicBezTo>
                  <a:pt x="105" y="60"/>
                  <a:pt x="104" y="66"/>
                  <a:pt x="101" y="72"/>
                </a:cubicBezTo>
                <a:cubicBezTo>
                  <a:pt x="99" y="78"/>
                  <a:pt x="95" y="84"/>
                  <a:pt x="90" y="88"/>
                </a:cubicBezTo>
                <a:cubicBezTo>
                  <a:pt x="86" y="93"/>
                  <a:pt x="80" y="96"/>
                  <a:pt x="75" y="99"/>
                </a:cubicBezTo>
                <a:cubicBezTo>
                  <a:pt x="62" y="104"/>
                  <a:pt x="48" y="104"/>
                  <a:pt x="35" y="99"/>
                </a:cubicBezTo>
                <a:cubicBezTo>
                  <a:pt x="30" y="96"/>
                  <a:pt x="24" y="93"/>
                  <a:pt x="20" y="88"/>
                </a:cubicBezTo>
                <a:cubicBezTo>
                  <a:pt x="15" y="84"/>
                  <a:pt x="11" y="78"/>
                  <a:pt x="9" y="72"/>
                </a:cubicBezTo>
                <a:cubicBezTo>
                  <a:pt x="6" y="66"/>
                  <a:pt x="5" y="60"/>
                  <a:pt x="5" y="53"/>
                </a:cubicBezTo>
                <a:cubicBezTo>
                  <a:pt x="5" y="46"/>
                  <a:pt x="6" y="39"/>
                  <a:pt x="9" y="33"/>
                </a:cubicBezTo>
                <a:cubicBezTo>
                  <a:pt x="11" y="27"/>
                  <a:pt x="15" y="22"/>
                  <a:pt x="20" y="17"/>
                </a:cubicBezTo>
                <a:cubicBezTo>
                  <a:pt x="24" y="13"/>
                  <a:pt x="30" y="9"/>
                  <a:pt x="35" y="7"/>
                </a:cubicBezTo>
                <a:cubicBezTo>
                  <a:pt x="37" y="6"/>
                  <a:pt x="39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2" y="4"/>
                  <a:pt x="42" y="3"/>
                  <a:pt x="42" y="2"/>
                </a:cubicBezTo>
                <a:cubicBezTo>
                  <a:pt x="42" y="1"/>
                  <a:pt x="41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16" y="7"/>
                  <a:pt x="0" y="29"/>
                  <a:pt x="0" y="53"/>
                </a:cubicBezTo>
                <a:cubicBezTo>
                  <a:pt x="0" y="83"/>
                  <a:pt x="25" y="107"/>
                  <a:pt x="55" y="107"/>
                </a:cubicBezTo>
                <a:cubicBezTo>
                  <a:pt x="85" y="107"/>
                  <a:pt x="110" y="83"/>
                  <a:pt x="110" y="53"/>
                </a:cubicBezTo>
                <a:cubicBezTo>
                  <a:pt x="110" y="29"/>
                  <a:pt x="94" y="7"/>
                  <a:pt x="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Freeform 72"/>
          <p:cNvSpPr>
            <a:spLocks noEditPoints="1"/>
          </p:cNvSpPr>
          <p:nvPr/>
        </p:nvSpPr>
        <p:spPr bwMode="auto">
          <a:xfrm>
            <a:off x="623888" y="4151320"/>
            <a:ext cx="368300" cy="485776"/>
          </a:xfrm>
          <a:custGeom>
            <a:avLst/>
            <a:gdLst>
              <a:gd name="T0" fmla="*/ 98 w 98"/>
              <a:gd name="T1" fmla="*/ 64 h 129"/>
              <a:gd name="T2" fmla="*/ 97 w 98"/>
              <a:gd name="T3" fmla="*/ 63 h 129"/>
              <a:gd name="T4" fmla="*/ 3 w 98"/>
              <a:gd name="T5" fmla="*/ 1 h 129"/>
              <a:gd name="T6" fmla="*/ 2 w 98"/>
              <a:gd name="T7" fmla="*/ 0 h 129"/>
              <a:gd name="T8" fmla="*/ 0 w 98"/>
              <a:gd name="T9" fmla="*/ 3 h 129"/>
              <a:gd name="T10" fmla="*/ 0 w 98"/>
              <a:gd name="T11" fmla="*/ 126 h 129"/>
              <a:gd name="T12" fmla="*/ 3 w 98"/>
              <a:gd name="T13" fmla="*/ 128 h 129"/>
              <a:gd name="T14" fmla="*/ 97 w 98"/>
              <a:gd name="T15" fmla="*/ 66 h 129"/>
              <a:gd name="T16" fmla="*/ 98 w 98"/>
              <a:gd name="T17" fmla="*/ 64 h 129"/>
              <a:gd name="T18" fmla="*/ 4 w 98"/>
              <a:gd name="T19" fmla="*/ 122 h 129"/>
              <a:gd name="T20" fmla="*/ 4 w 98"/>
              <a:gd name="T21" fmla="*/ 7 h 129"/>
              <a:gd name="T22" fmla="*/ 92 w 98"/>
              <a:gd name="T23" fmla="*/ 64 h 129"/>
              <a:gd name="T24" fmla="*/ 4 w 98"/>
              <a:gd name="T25" fmla="*/ 122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29">
                <a:moveTo>
                  <a:pt x="98" y="64"/>
                </a:moveTo>
                <a:cubicBezTo>
                  <a:pt x="98" y="64"/>
                  <a:pt x="98" y="63"/>
                  <a:pt x="97" y="63"/>
                </a:cubicBezTo>
                <a:cubicBezTo>
                  <a:pt x="3" y="1"/>
                  <a:pt x="3" y="1"/>
                  <a:pt x="3" y="1"/>
                </a:cubicBezTo>
                <a:cubicBezTo>
                  <a:pt x="3" y="1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8"/>
                  <a:pt x="2" y="129"/>
                  <a:pt x="3" y="128"/>
                </a:cubicBezTo>
                <a:cubicBezTo>
                  <a:pt x="97" y="66"/>
                  <a:pt x="97" y="66"/>
                  <a:pt x="97" y="66"/>
                </a:cubicBezTo>
                <a:cubicBezTo>
                  <a:pt x="98" y="66"/>
                  <a:pt x="98" y="65"/>
                  <a:pt x="98" y="64"/>
                </a:cubicBezTo>
                <a:close/>
                <a:moveTo>
                  <a:pt x="4" y="122"/>
                </a:moveTo>
                <a:cubicBezTo>
                  <a:pt x="4" y="7"/>
                  <a:pt x="4" y="7"/>
                  <a:pt x="4" y="7"/>
                </a:cubicBezTo>
                <a:cubicBezTo>
                  <a:pt x="92" y="64"/>
                  <a:pt x="92" y="64"/>
                  <a:pt x="92" y="64"/>
                </a:cubicBezTo>
                <a:lnTo>
                  <a:pt x="4" y="1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Freeform 73"/>
          <p:cNvSpPr>
            <a:spLocks noEditPoints="1"/>
          </p:cNvSpPr>
          <p:nvPr/>
        </p:nvSpPr>
        <p:spPr bwMode="auto">
          <a:xfrm>
            <a:off x="11166479" y="3190881"/>
            <a:ext cx="427038" cy="481013"/>
          </a:xfrm>
          <a:custGeom>
            <a:avLst/>
            <a:gdLst>
              <a:gd name="T0" fmla="*/ 114 w 114"/>
              <a:gd name="T1" fmla="*/ 95 h 128"/>
              <a:gd name="T2" fmla="*/ 114 w 114"/>
              <a:gd name="T3" fmla="*/ 34 h 128"/>
              <a:gd name="T4" fmla="*/ 112 w 114"/>
              <a:gd name="T5" fmla="*/ 32 h 128"/>
              <a:gd name="T6" fmla="*/ 58 w 114"/>
              <a:gd name="T7" fmla="*/ 1 h 128"/>
              <a:gd name="T8" fmla="*/ 57 w 114"/>
              <a:gd name="T9" fmla="*/ 0 h 128"/>
              <a:gd name="T10" fmla="*/ 56 w 114"/>
              <a:gd name="T11" fmla="*/ 1 h 128"/>
              <a:gd name="T12" fmla="*/ 1 w 114"/>
              <a:gd name="T13" fmla="*/ 32 h 128"/>
              <a:gd name="T14" fmla="*/ 0 w 114"/>
              <a:gd name="T15" fmla="*/ 34 h 128"/>
              <a:gd name="T16" fmla="*/ 0 w 114"/>
              <a:gd name="T17" fmla="*/ 94 h 128"/>
              <a:gd name="T18" fmla="*/ 0 w 114"/>
              <a:gd name="T19" fmla="*/ 95 h 128"/>
              <a:gd name="T20" fmla="*/ 1 w 114"/>
              <a:gd name="T21" fmla="*/ 97 h 128"/>
              <a:gd name="T22" fmla="*/ 56 w 114"/>
              <a:gd name="T23" fmla="*/ 128 h 128"/>
              <a:gd name="T24" fmla="*/ 58 w 114"/>
              <a:gd name="T25" fmla="*/ 128 h 128"/>
              <a:gd name="T26" fmla="*/ 112 w 114"/>
              <a:gd name="T27" fmla="*/ 97 h 128"/>
              <a:gd name="T28" fmla="*/ 114 w 114"/>
              <a:gd name="T29" fmla="*/ 95 h 128"/>
              <a:gd name="T30" fmla="*/ 55 w 114"/>
              <a:gd name="T31" fmla="*/ 122 h 128"/>
              <a:gd name="T32" fmla="*/ 5 w 114"/>
              <a:gd name="T33" fmla="*/ 93 h 128"/>
              <a:gd name="T34" fmla="*/ 5 w 114"/>
              <a:gd name="T35" fmla="*/ 38 h 128"/>
              <a:gd name="T36" fmla="*/ 55 w 114"/>
              <a:gd name="T37" fmla="*/ 67 h 128"/>
              <a:gd name="T38" fmla="*/ 55 w 114"/>
              <a:gd name="T39" fmla="*/ 122 h 128"/>
              <a:gd name="T40" fmla="*/ 57 w 114"/>
              <a:gd name="T41" fmla="*/ 63 h 128"/>
              <a:gd name="T42" fmla="*/ 7 w 114"/>
              <a:gd name="T43" fmla="*/ 34 h 128"/>
              <a:gd name="T44" fmla="*/ 57 w 114"/>
              <a:gd name="T45" fmla="*/ 5 h 128"/>
              <a:gd name="T46" fmla="*/ 107 w 114"/>
              <a:gd name="T47" fmla="*/ 34 h 128"/>
              <a:gd name="T48" fmla="*/ 57 w 114"/>
              <a:gd name="T49" fmla="*/ 63 h 128"/>
              <a:gd name="T50" fmla="*/ 109 w 114"/>
              <a:gd name="T51" fmla="*/ 93 h 128"/>
              <a:gd name="T52" fmla="*/ 59 w 114"/>
              <a:gd name="T53" fmla="*/ 122 h 128"/>
              <a:gd name="T54" fmla="*/ 59 w 114"/>
              <a:gd name="T55" fmla="*/ 67 h 128"/>
              <a:gd name="T56" fmla="*/ 109 w 114"/>
              <a:gd name="T57" fmla="*/ 38 h 128"/>
              <a:gd name="T58" fmla="*/ 109 w 114"/>
              <a:gd name="T59" fmla="*/ 9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4" h="128">
                <a:moveTo>
                  <a:pt x="114" y="95"/>
                </a:moveTo>
                <a:cubicBezTo>
                  <a:pt x="114" y="34"/>
                  <a:pt x="114" y="34"/>
                  <a:pt x="114" y="34"/>
                </a:cubicBezTo>
                <a:cubicBezTo>
                  <a:pt x="114" y="33"/>
                  <a:pt x="113" y="32"/>
                  <a:pt x="112" y="32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0"/>
                  <a:pt x="57" y="0"/>
                  <a:pt x="57" y="0"/>
                </a:cubicBezTo>
                <a:cubicBezTo>
                  <a:pt x="57" y="0"/>
                  <a:pt x="56" y="0"/>
                  <a:pt x="56" y="1"/>
                </a:cubicBezTo>
                <a:cubicBezTo>
                  <a:pt x="1" y="32"/>
                  <a:pt x="1" y="32"/>
                  <a:pt x="1" y="32"/>
                </a:cubicBezTo>
                <a:cubicBezTo>
                  <a:pt x="1" y="32"/>
                  <a:pt x="0" y="33"/>
                  <a:pt x="0" y="3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4"/>
                  <a:pt x="0" y="95"/>
                  <a:pt x="0" y="95"/>
                </a:cubicBezTo>
                <a:cubicBezTo>
                  <a:pt x="0" y="95"/>
                  <a:pt x="1" y="96"/>
                  <a:pt x="1" y="97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56" y="128"/>
                  <a:pt x="57" y="128"/>
                  <a:pt x="58" y="128"/>
                </a:cubicBezTo>
                <a:cubicBezTo>
                  <a:pt x="112" y="97"/>
                  <a:pt x="112" y="97"/>
                  <a:pt x="112" y="97"/>
                </a:cubicBezTo>
                <a:cubicBezTo>
                  <a:pt x="113" y="96"/>
                  <a:pt x="114" y="95"/>
                  <a:pt x="114" y="95"/>
                </a:cubicBezTo>
                <a:close/>
                <a:moveTo>
                  <a:pt x="55" y="122"/>
                </a:moveTo>
                <a:cubicBezTo>
                  <a:pt x="5" y="93"/>
                  <a:pt x="5" y="93"/>
                  <a:pt x="5" y="93"/>
                </a:cubicBezTo>
                <a:cubicBezTo>
                  <a:pt x="5" y="38"/>
                  <a:pt x="5" y="38"/>
                  <a:pt x="5" y="38"/>
                </a:cubicBezTo>
                <a:cubicBezTo>
                  <a:pt x="55" y="67"/>
                  <a:pt x="55" y="67"/>
                  <a:pt x="55" y="67"/>
                </a:cubicBezTo>
                <a:lnTo>
                  <a:pt x="55" y="122"/>
                </a:lnTo>
                <a:close/>
                <a:moveTo>
                  <a:pt x="57" y="63"/>
                </a:moveTo>
                <a:cubicBezTo>
                  <a:pt x="7" y="34"/>
                  <a:pt x="7" y="34"/>
                  <a:pt x="7" y="34"/>
                </a:cubicBezTo>
                <a:cubicBezTo>
                  <a:pt x="57" y="5"/>
                  <a:pt x="57" y="5"/>
                  <a:pt x="57" y="5"/>
                </a:cubicBezTo>
                <a:cubicBezTo>
                  <a:pt x="107" y="34"/>
                  <a:pt x="107" y="34"/>
                  <a:pt x="107" y="34"/>
                </a:cubicBezTo>
                <a:lnTo>
                  <a:pt x="57" y="63"/>
                </a:lnTo>
                <a:close/>
                <a:moveTo>
                  <a:pt x="109" y="93"/>
                </a:moveTo>
                <a:cubicBezTo>
                  <a:pt x="59" y="122"/>
                  <a:pt x="59" y="122"/>
                  <a:pt x="59" y="122"/>
                </a:cubicBezTo>
                <a:cubicBezTo>
                  <a:pt x="59" y="67"/>
                  <a:pt x="59" y="67"/>
                  <a:pt x="59" y="67"/>
                </a:cubicBezTo>
                <a:cubicBezTo>
                  <a:pt x="109" y="38"/>
                  <a:pt x="109" y="38"/>
                  <a:pt x="109" y="38"/>
                </a:cubicBezTo>
                <a:lnTo>
                  <a:pt x="109" y="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10179053" y="3190881"/>
            <a:ext cx="481014" cy="481013"/>
            <a:chOff x="10179053" y="3190881"/>
            <a:chExt cx="481014" cy="481013"/>
          </a:xfrm>
          <a:solidFill>
            <a:schemeClr val="accent1"/>
          </a:solidFill>
        </p:grpSpPr>
        <p:sp>
          <p:nvSpPr>
            <p:cNvPr id="74" name="Freeform 74"/>
            <p:cNvSpPr>
              <a:spLocks noEditPoints="1"/>
            </p:cNvSpPr>
            <p:nvPr/>
          </p:nvSpPr>
          <p:spPr bwMode="auto">
            <a:xfrm>
              <a:off x="10179053" y="3190881"/>
              <a:ext cx="127000" cy="130175"/>
            </a:xfrm>
            <a:custGeom>
              <a:avLst/>
              <a:gdLst>
                <a:gd name="T0" fmla="*/ 28 w 34"/>
                <a:gd name="T1" fmla="*/ 0 h 35"/>
                <a:gd name="T2" fmla="*/ 6 w 34"/>
                <a:gd name="T3" fmla="*/ 0 h 35"/>
                <a:gd name="T4" fmla="*/ 0 w 34"/>
                <a:gd name="T5" fmla="*/ 6 h 35"/>
                <a:gd name="T6" fmla="*/ 0 w 34"/>
                <a:gd name="T7" fmla="*/ 29 h 35"/>
                <a:gd name="T8" fmla="*/ 6 w 34"/>
                <a:gd name="T9" fmla="*/ 35 h 35"/>
                <a:gd name="T10" fmla="*/ 28 w 34"/>
                <a:gd name="T11" fmla="*/ 35 h 35"/>
                <a:gd name="T12" fmla="*/ 34 w 34"/>
                <a:gd name="T13" fmla="*/ 29 h 35"/>
                <a:gd name="T14" fmla="*/ 34 w 34"/>
                <a:gd name="T15" fmla="*/ 6 h 35"/>
                <a:gd name="T16" fmla="*/ 28 w 34"/>
                <a:gd name="T17" fmla="*/ 0 h 35"/>
                <a:gd name="T18" fmla="*/ 30 w 34"/>
                <a:gd name="T19" fmla="*/ 30 h 35"/>
                <a:gd name="T20" fmla="*/ 5 w 34"/>
                <a:gd name="T21" fmla="*/ 30 h 35"/>
                <a:gd name="T22" fmla="*/ 5 w 34"/>
                <a:gd name="T23" fmla="*/ 5 h 35"/>
                <a:gd name="T24" fmla="*/ 30 w 34"/>
                <a:gd name="T25" fmla="*/ 5 h 35"/>
                <a:gd name="T26" fmla="*/ 30 w 34"/>
                <a:gd name="T27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5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3" y="35"/>
                    <a:pt x="6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32" y="35"/>
                    <a:pt x="34" y="32"/>
                    <a:pt x="34" y="29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2" y="0"/>
                    <a:pt x="28" y="0"/>
                  </a:cubicBezTo>
                  <a:close/>
                  <a:moveTo>
                    <a:pt x="30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75"/>
            <p:cNvSpPr>
              <a:spLocks noEditPoints="1"/>
            </p:cNvSpPr>
            <p:nvPr/>
          </p:nvSpPr>
          <p:spPr bwMode="auto">
            <a:xfrm>
              <a:off x="10531479" y="3190881"/>
              <a:ext cx="128588" cy="130175"/>
            </a:xfrm>
            <a:custGeom>
              <a:avLst/>
              <a:gdLst>
                <a:gd name="T0" fmla="*/ 28 w 34"/>
                <a:gd name="T1" fmla="*/ 0 h 35"/>
                <a:gd name="T2" fmla="*/ 6 w 34"/>
                <a:gd name="T3" fmla="*/ 0 h 35"/>
                <a:gd name="T4" fmla="*/ 0 w 34"/>
                <a:gd name="T5" fmla="*/ 6 h 35"/>
                <a:gd name="T6" fmla="*/ 0 w 34"/>
                <a:gd name="T7" fmla="*/ 29 h 35"/>
                <a:gd name="T8" fmla="*/ 6 w 34"/>
                <a:gd name="T9" fmla="*/ 35 h 35"/>
                <a:gd name="T10" fmla="*/ 28 w 34"/>
                <a:gd name="T11" fmla="*/ 35 h 35"/>
                <a:gd name="T12" fmla="*/ 34 w 34"/>
                <a:gd name="T13" fmla="*/ 29 h 35"/>
                <a:gd name="T14" fmla="*/ 34 w 34"/>
                <a:gd name="T15" fmla="*/ 6 h 35"/>
                <a:gd name="T16" fmla="*/ 28 w 34"/>
                <a:gd name="T17" fmla="*/ 0 h 35"/>
                <a:gd name="T18" fmla="*/ 29 w 34"/>
                <a:gd name="T19" fmla="*/ 30 h 35"/>
                <a:gd name="T20" fmla="*/ 4 w 34"/>
                <a:gd name="T21" fmla="*/ 30 h 35"/>
                <a:gd name="T22" fmla="*/ 4 w 34"/>
                <a:gd name="T23" fmla="*/ 5 h 35"/>
                <a:gd name="T24" fmla="*/ 29 w 34"/>
                <a:gd name="T25" fmla="*/ 5 h 35"/>
                <a:gd name="T26" fmla="*/ 29 w 34"/>
                <a:gd name="T27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5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2" y="35"/>
                    <a:pt x="6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31" y="35"/>
                    <a:pt x="34" y="32"/>
                    <a:pt x="34" y="29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1" y="0"/>
                    <a:pt x="28" y="0"/>
                  </a:cubicBezTo>
                  <a:close/>
                  <a:moveTo>
                    <a:pt x="29" y="30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9" y="5"/>
                    <a:pt x="29" y="5"/>
                    <a:pt x="29" y="5"/>
                  </a:cubicBezTo>
                  <a:lnTo>
                    <a:pt x="29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76"/>
            <p:cNvSpPr>
              <a:spLocks noEditPoints="1"/>
            </p:cNvSpPr>
            <p:nvPr/>
          </p:nvSpPr>
          <p:spPr bwMode="auto">
            <a:xfrm>
              <a:off x="10355266" y="3190881"/>
              <a:ext cx="127000" cy="130175"/>
            </a:xfrm>
            <a:custGeom>
              <a:avLst/>
              <a:gdLst>
                <a:gd name="T0" fmla="*/ 28 w 34"/>
                <a:gd name="T1" fmla="*/ 0 h 35"/>
                <a:gd name="T2" fmla="*/ 6 w 34"/>
                <a:gd name="T3" fmla="*/ 0 h 35"/>
                <a:gd name="T4" fmla="*/ 0 w 34"/>
                <a:gd name="T5" fmla="*/ 6 h 35"/>
                <a:gd name="T6" fmla="*/ 0 w 34"/>
                <a:gd name="T7" fmla="*/ 29 h 35"/>
                <a:gd name="T8" fmla="*/ 6 w 34"/>
                <a:gd name="T9" fmla="*/ 35 h 35"/>
                <a:gd name="T10" fmla="*/ 28 w 34"/>
                <a:gd name="T11" fmla="*/ 35 h 35"/>
                <a:gd name="T12" fmla="*/ 34 w 34"/>
                <a:gd name="T13" fmla="*/ 29 h 35"/>
                <a:gd name="T14" fmla="*/ 34 w 34"/>
                <a:gd name="T15" fmla="*/ 6 h 35"/>
                <a:gd name="T16" fmla="*/ 28 w 34"/>
                <a:gd name="T17" fmla="*/ 0 h 35"/>
                <a:gd name="T18" fmla="*/ 30 w 34"/>
                <a:gd name="T19" fmla="*/ 30 h 35"/>
                <a:gd name="T20" fmla="*/ 4 w 34"/>
                <a:gd name="T21" fmla="*/ 30 h 35"/>
                <a:gd name="T22" fmla="*/ 4 w 34"/>
                <a:gd name="T23" fmla="*/ 5 h 35"/>
                <a:gd name="T24" fmla="*/ 30 w 34"/>
                <a:gd name="T25" fmla="*/ 5 h 35"/>
                <a:gd name="T26" fmla="*/ 30 w 34"/>
                <a:gd name="T27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5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3" y="35"/>
                    <a:pt x="6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31" y="35"/>
                    <a:pt x="34" y="32"/>
                    <a:pt x="34" y="29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1" y="0"/>
                    <a:pt x="28" y="0"/>
                  </a:cubicBezTo>
                  <a:close/>
                  <a:moveTo>
                    <a:pt x="30" y="30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77"/>
            <p:cNvSpPr>
              <a:spLocks noEditPoints="1"/>
            </p:cNvSpPr>
            <p:nvPr/>
          </p:nvSpPr>
          <p:spPr bwMode="auto">
            <a:xfrm>
              <a:off x="10179053" y="3543306"/>
              <a:ext cx="127000" cy="128588"/>
            </a:xfrm>
            <a:custGeom>
              <a:avLst/>
              <a:gdLst>
                <a:gd name="T0" fmla="*/ 28 w 34"/>
                <a:gd name="T1" fmla="*/ 0 h 34"/>
                <a:gd name="T2" fmla="*/ 6 w 34"/>
                <a:gd name="T3" fmla="*/ 0 h 34"/>
                <a:gd name="T4" fmla="*/ 0 w 34"/>
                <a:gd name="T5" fmla="*/ 6 h 34"/>
                <a:gd name="T6" fmla="*/ 0 w 34"/>
                <a:gd name="T7" fmla="*/ 28 h 34"/>
                <a:gd name="T8" fmla="*/ 6 w 34"/>
                <a:gd name="T9" fmla="*/ 34 h 34"/>
                <a:gd name="T10" fmla="*/ 28 w 34"/>
                <a:gd name="T11" fmla="*/ 34 h 34"/>
                <a:gd name="T12" fmla="*/ 34 w 34"/>
                <a:gd name="T13" fmla="*/ 28 h 34"/>
                <a:gd name="T14" fmla="*/ 34 w 34"/>
                <a:gd name="T15" fmla="*/ 6 h 34"/>
                <a:gd name="T16" fmla="*/ 28 w 34"/>
                <a:gd name="T17" fmla="*/ 0 h 34"/>
                <a:gd name="T18" fmla="*/ 30 w 34"/>
                <a:gd name="T19" fmla="*/ 30 h 34"/>
                <a:gd name="T20" fmla="*/ 5 w 34"/>
                <a:gd name="T21" fmla="*/ 30 h 34"/>
                <a:gd name="T22" fmla="*/ 5 w 34"/>
                <a:gd name="T23" fmla="*/ 5 h 34"/>
                <a:gd name="T24" fmla="*/ 30 w 34"/>
                <a:gd name="T25" fmla="*/ 5 h 34"/>
                <a:gd name="T26" fmla="*/ 30 w 34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3" y="34"/>
                    <a:pt x="6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2" y="34"/>
                    <a:pt x="34" y="32"/>
                    <a:pt x="34" y="2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2" y="0"/>
                    <a:pt x="28" y="0"/>
                  </a:cubicBezTo>
                  <a:close/>
                  <a:moveTo>
                    <a:pt x="30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78"/>
            <p:cNvSpPr>
              <a:spLocks noEditPoints="1"/>
            </p:cNvSpPr>
            <p:nvPr/>
          </p:nvSpPr>
          <p:spPr bwMode="auto">
            <a:xfrm>
              <a:off x="10531479" y="3543306"/>
              <a:ext cx="128588" cy="128588"/>
            </a:xfrm>
            <a:custGeom>
              <a:avLst/>
              <a:gdLst>
                <a:gd name="T0" fmla="*/ 28 w 34"/>
                <a:gd name="T1" fmla="*/ 0 h 34"/>
                <a:gd name="T2" fmla="*/ 6 w 34"/>
                <a:gd name="T3" fmla="*/ 0 h 34"/>
                <a:gd name="T4" fmla="*/ 0 w 34"/>
                <a:gd name="T5" fmla="*/ 6 h 34"/>
                <a:gd name="T6" fmla="*/ 0 w 34"/>
                <a:gd name="T7" fmla="*/ 28 h 34"/>
                <a:gd name="T8" fmla="*/ 6 w 34"/>
                <a:gd name="T9" fmla="*/ 34 h 34"/>
                <a:gd name="T10" fmla="*/ 28 w 34"/>
                <a:gd name="T11" fmla="*/ 34 h 34"/>
                <a:gd name="T12" fmla="*/ 34 w 34"/>
                <a:gd name="T13" fmla="*/ 28 h 34"/>
                <a:gd name="T14" fmla="*/ 34 w 34"/>
                <a:gd name="T15" fmla="*/ 6 h 34"/>
                <a:gd name="T16" fmla="*/ 28 w 34"/>
                <a:gd name="T17" fmla="*/ 0 h 34"/>
                <a:gd name="T18" fmla="*/ 29 w 34"/>
                <a:gd name="T19" fmla="*/ 30 h 34"/>
                <a:gd name="T20" fmla="*/ 4 w 34"/>
                <a:gd name="T21" fmla="*/ 30 h 34"/>
                <a:gd name="T22" fmla="*/ 4 w 34"/>
                <a:gd name="T23" fmla="*/ 5 h 34"/>
                <a:gd name="T24" fmla="*/ 29 w 34"/>
                <a:gd name="T25" fmla="*/ 5 h 34"/>
                <a:gd name="T26" fmla="*/ 29 w 34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2" y="34"/>
                    <a:pt x="6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1" y="34"/>
                    <a:pt x="34" y="32"/>
                    <a:pt x="34" y="2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1" y="0"/>
                    <a:pt x="28" y="0"/>
                  </a:cubicBezTo>
                  <a:close/>
                  <a:moveTo>
                    <a:pt x="29" y="30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9" y="5"/>
                    <a:pt x="29" y="5"/>
                    <a:pt x="29" y="5"/>
                  </a:cubicBezTo>
                  <a:lnTo>
                    <a:pt x="29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79"/>
            <p:cNvSpPr>
              <a:spLocks noEditPoints="1"/>
            </p:cNvSpPr>
            <p:nvPr/>
          </p:nvSpPr>
          <p:spPr bwMode="auto">
            <a:xfrm>
              <a:off x="10355266" y="3543306"/>
              <a:ext cx="127000" cy="128588"/>
            </a:xfrm>
            <a:custGeom>
              <a:avLst/>
              <a:gdLst>
                <a:gd name="T0" fmla="*/ 28 w 34"/>
                <a:gd name="T1" fmla="*/ 0 h 34"/>
                <a:gd name="T2" fmla="*/ 6 w 34"/>
                <a:gd name="T3" fmla="*/ 0 h 34"/>
                <a:gd name="T4" fmla="*/ 0 w 34"/>
                <a:gd name="T5" fmla="*/ 6 h 34"/>
                <a:gd name="T6" fmla="*/ 0 w 34"/>
                <a:gd name="T7" fmla="*/ 28 h 34"/>
                <a:gd name="T8" fmla="*/ 6 w 34"/>
                <a:gd name="T9" fmla="*/ 34 h 34"/>
                <a:gd name="T10" fmla="*/ 28 w 34"/>
                <a:gd name="T11" fmla="*/ 34 h 34"/>
                <a:gd name="T12" fmla="*/ 34 w 34"/>
                <a:gd name="T13" fmla="*/ 28 h 34"/>
                <a:gd name="T14" fmla="*/ 34 w 34"/>
                <a:gd name="T15" fmla="*/ 6 h 34"/>
                <a:gd name="T16" fmla="*/ 28 w 34"/>
                <a:gd name="T17" fmla="*/ 0 h 34"/>
                <a:gd name="T18" fmla="*/ 30 w 34"/>
                <a:gd name="T19" fmla="*/ 30 h 34"/>
                <a:gd name="T20" fmla="*/ 4 w 34"/>
                <a:gd name="T21" fmla="*/ 30 h 34"/>
                <a:gd name="T22" fmla="*/ 4 w 34"/>
                <a:gd name="T23" fmla="*/ 5 h 34"/>
                <a:gd name="T24" fmla="*/ 30 w 34"/>
                <a:gd name="T25" fmla="*/ 5 h 34"/>
                <a:gd name="T26" fmla="*/ 30 w 34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3" y="34"/>
                    <a:pt x="6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1" y="34"/>
                    <a:pt x="34" y="32"/>
                    <a:pt x="34" y="2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1" y="0"/>
                    <a:pt x="28" y="0"/>
                  </a:cubicBezTo>
                  <a:close/>
                  <a:moveTo>
                    <a:pt x="30" y="30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80"/>
            <p:cNvSpPr>
              <a:spLocks noEditPoints="1"/>
            </p:cNvSpPr>
            <p:nvPr/>
          </p:nvSpPr>
          <p:spPr bwMode="auto">
            <a:xfrm>
              <a:off x="10179053" y="3367093"/>
              <a:ext cx="127000" cy="127000"/>
            </a:xfrm>
            <a:custGeom>
              <a:avLst/>
              <a:gdLst>
                <a:gd name="T0" fmla="*/ 28 w 34"/>
                <a:gd name="T1" fmla="*/ 0 h 34"/>
                <a:gd name="T2" fmla="*/ 6 w 34"/>
                <a:gd name="T3" fmla="*/ 0 h 34"/>
                <a:gd name="T4" fmla="*/ 0 w 34"/>
                <a:gd name="T5" fmla="*/ 6 h 34"/>
                <a:gd name="T6" fmla="*/ 0 w 34"/>
                <a:gd name="T7" fmla="*/ 28 h 34"/>
                <a:gd name="T8" fmla="*/ 6 w 34"/>
                <a:gd name="T9" fmla="*/ 34 h 34"/>
                <a:gd name="T10" fmla="*/ 28 w 34"/>
                <a:gd name="T11" fmla="*/ 34 h 34"/>
                <a:gd name="T12" fmla="*/ 34 w 34"/>
                <a:gd name="T13" fmla="*/ 28 h 34"/>
                <a:gd name="T14" fmla="*/ 34 w 34"/>
                <a:gd name="T15" fmla="*/ 6 h 34"/>
                <a:gd name="T16" fmla="*/ 28 w 34"/>
                <a:gd name="T17" fmla="*/ 0 h 34"/>
                <a:gd name="T18" fmla="*/ 30 w 34"/>
                <a:gd name="T19" fmla="*/ 30 h 34"/>
                <a:gd name="T20" fmla="*/ 5 w 34"/>
                <a:gd name="T21" fmla="*/ 30 h 34"/>
                <a:gd name="T22" fmla="*/ 5 w 34"/>
                <a:gd name="T23" fmla="*/ 5 h 34"/>
                <a:gd name="T24" fmla="*/ 30 w 34"/>
                <a:gd name="T25" fmla="*/ 5 h 34"/>
                <a:gd name="T26" fmla="*/ 30 w 34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3" y="34"/>
                    <a:pt x="6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2" y="34"/>
                    <a:pt x="34" y="32"/>
                    <a:pt x="34" y="2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2" y="0"/>
                    <a:pt x="28" y="0"/>
                  </a:cubicBezTo>
                  <a:close/>
                  <a:moveTo>
                    <a:pt x="30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81"/>
            <p:cNvSpPr>
              <a:spLocks noEditPoints="1"/>
            </p:cNvSpPr>
            <p:nvPr/>
          </p:nvSpPr>
          <p:spPr bwMode="auto">
            <a:xfrm>
              <a:off x="10531479" y="3367093"/>
              <a:ext cx="128588" cy="127000"/>
            </a:xfrm>
            <a:custGeom>
              <a:avLst/>
              <a:gdLst>
                <a:gd name="T0" fmla="*/ 28 w 34"/>
                <a:gd name="T1" fmla="*/ 0 h 34"/>
                <a:gd name="T2" fmla="*/ 6 w 34"/>
                <a:gd name="T3" fmla="*/ 0 h 34"/>
                <a:gd name="T4" fmla="*/ 0 w 34"/>
                <a:gd name="T5" fmla="*/ 6 h 34"/>
                <a:gd name="T6" fmla="*/ 0 w 34"/>
                <a:gd name="T7" fmla="*/ 28 h 34"/>
                <a:gd name="T8" fmla="*/ 6 w 34"/>
                <a:gd name="T9" fmla="*/ 34 h 34"/>
                <a:gd name="T10" fmla="*/ 28 w 34"/>
                <a:gd name="T11" fmla="*/ 34 h 34"/>
                <a:gd name="T12" fmla="*/ 34 w 34"/>
                <a:gd name="T13" fmla="*/ 28 h 34"/>
                <a:gd name="T14" fmla="*/ 34 w 34"/>
                <a:gd name="T15" fmla="*/ 6 h 34"/>
                <a:gd name="T16" fmla="*/ 28 w 34"/>
                <a:gd name="T17" fmla="*/ 0 h 34"/>
                <a:gd name="T18" fmla="*/ 29 w 34"/>
                <a:gd name="T19" fmla="*/ 30 h 34"/>
                <a:gd name="T20" fmla="*/ 4 w 34"/>
                <a:gd name="T21" fmla="*/ 30 h 34"/>
                <a:gd name="T22" fmla="*/ 4 w 34"/>
                <a:gd name="T23" fmla="*/ 5 h 34"/>
                <a:gd name="T24" fmla="*/ 29 w 34"/>
                <a:gd name="T25" fmla="*/ 5 h 34"/>
                <a:gd name="T26" fmla="*/ 29 w 34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2" y="34"/>
                    <a:pt x="6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1" y="34"/>
                    <a:pt x="34" y="32"/>
                    <a:pt x="34" y="2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1" y="0"/>
                    <a:pt x="28" y="0"/>
                  </a:cubicBezTo>
                  <a:close/>
                  <a:moveTo>
                    <a:pt x="29" y="30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9" y="5"/>
                    <a:pt x="29" y="5"/>
                    <a:pt x="29" y="5"/>
                  </a:cubicBezTo>
                  <a:lnTo>
                    <a:pt x="29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82"/>
            <p:cNvSpPr>
              <a:spLocks noEditPoints="1"/>
            </p:cNvSpPr>
            <p:nvPr/>
          </p:nvSpPr>
          <p:spPr bwMode="auto">
            <a:xfrm>
              <a:off x="10355266" y="3367093"/>
              <a:ext cx="127000" cy="127000"/>
            </a:xfrm>
            <a:custGeom>
              <a:avLst/>
              <a:gdLst>
                <a:gd name="T0" fmla="*/ 28 w 34"/>
                <a:gd name="T1" fmla="*/ 0 h 34"/>
                <a:gd name="T2" fmla="*/ 6 w 34"/>
                <a:gd name="T3" fmla="*/ 0 h 34"/>
                <a:gd name="T4" fmla="*/ 0 w 34"/>
                <a:gd name="T5" fmla="*/ 6 h 34"/>
                <a:gd name="T6" fmla="*/ 0 w 34"/>
                <a:gd name="T7" fmla="*/ 28 h 34"/>
                <a:gd name="T8" fmla="*/ 6 w 34"/>
                <a:gd name="T9" fmla="*/ 34 h 34"/>
                <a:gd name="T10" fmla="*/ 28 w 34"/>
                <a:gd name="T11" fmla="*/ 34 h 34"/>
                <a:gd name="T12" fmla="*/ 34 w 34"/>
                <a:gd name="T13" fmla="*/ 28 h 34"/>
                <a:gd name="T14" fmla="*/ 34 w 34"/>
                <a:gd name="T15" fmla="*/ 6 h 34"/>
                <a:gd name="T16" fmla="*/ 28 w 34"/>
                <a:gd name="T17" fmla="*/ 0 h 34"/>
                <a:gd name="T18" fmla="*/ 30 w 34"/>
                <a:gd name="T19" fmla="*/ 30 h 34"/>
                <a:gd name="T20" fmla="*/ 4 w 34"/>
                <a:gd name="T21" fmla="*/ 30 h 34"/>
                <a:gd name="T22" fmla="*/ 4 w 34"/>
                <a:gd name="T23" fmla="*/ 5 h 34"/>
                <a:gd name="T24" fmla="*/ 30 w 34"/>
                <a:gd name="T25" fmla="*/ 5 h 34"/>
                <a:gd name="T26" fmla="*/ 30 w 34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4">
                  <a:moveTo>
                    <a:pt x="2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3" y="34"/>
                    <a:pt x="6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1" y="34"/>
                    <a:pt x="34" y="32"/>
                    <a:pt x="34" y="2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3"/>
                    <a:pt x="31" y="0"/>
                    <a:pt x="28" y="0"/>
                  </a:cubicBezTo>
                  <a:close/>
                  <a:moveTo>
                    <a:pt x="30" y="30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3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9217028" y="3190881"/>
            <a:ext cx="481013" cy="481013"/>
            <a:chOff x="9217028" y="3190881"/>
            <a:chExt cx="481013" cy="481013"/>
          </a:xfrm>
          <a:solidFill>
            <a:schemeClr val="accent1"/>
          </a:solidFill>
        </p:grpSpPr>
        <p:sp>
          <p:nvSpPr>
            <p:cNvPr id="83" name="Freeform 83"/>
            <p:cNvSpPr>
              <a:spLocks noEditPoints="1"/>
            </p:cNvSpPr>
            <p:nvPr/>
          </p:nvSpPr>
          <p:spPr bwMode="auto">
            <a:xfrm>
              <a:off x="9217028" y="3190881"/>
              <a:ext cx="219075" cy="217488"/>
            </a:xfrm>
            <a:custGeom>
              <a:avLst/>
              <a:gdLst>
                <a:gd name="T0" fmla="*/ 52 w 58"/>
                <a:gd name="T1" fmla="*/ 0 h 58"/>
                <a:gd name="T2" fmla="*/ 6 w 58"/>
                <a:gd name="T3" fmla="*/ 0 h 58"/>
                <a:gd name="T4" fmla="*/ 0 w 58"/>
                <a:gd name="T5" fmla="*/ 6 h 58"/>
                <a:gd name="T6" fmla="*/ 0 w 58"/>
                <a:gd name="T7" fmla="*/ 52 h 58"/>
                <a:gd name="T8" fmla="*/ 6 w 58"/>
                <a:gd name="T9" fmla="*/ 58 h 58"/>
                <a:gd name="T10" fmla="*/ 52 w 58"/>
                <a:gd name="T11" fmla="*/ 58 h 58"/>
                <a:gd name="T12" fmla="*/ 58 w 58"/>
                <a:gd name="T13" fmla="*/ 52 h 58"/>
                <a:gd name="T14" fmla="*/ 58 w 58"/>
                <a:gd name="T15" fmla="*/ 6 h 58"/>
                <a:gd name="T16" fmla="*/ 52 w 58"/>
                <a:gd name="T17" fmla="*/ 0 h 58"/>
                <a:gd name="T18" fmla="*/ 53 w 58"/>
                <a:gd name="T19" fmla="*/ 53 h 58"/>
                <a:gd name="T20" fmla="*/ 5 w 58"/>
                <a:gd name="T21" fmla="*/ 53 h 58"/>
                <a:gd name="T22" fmla="*/ 5 w 58"/>
                <a:gd name="T23" fmla="*/ 5 h 58"/>
                <a:gd name="T24" fmla="*/ 53 w 58"/>
                <a:gd name="T25" fmla="*/ 5 h 58"/>
                <a:gd name="T26" fmla="*/ 53 w 58"/>
                <a:gd name="T27" fmla="*/ 5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8">
                  <a:moveTo>
                    <a:pt x="5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5"/>
                    <a:pt x="3" y="58"/>
                    <a:pt x="6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5" y="58"/>
                    <a:pt x="58" y="55"/>
                    <a:pt x="58" y="52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3"/>
                    <a:pt x="55" y="0"/>
                    <a:pt x="52" y="0"/>
                  </a:cubicBezTo>
                  <a:close/>
                  <a:moveTo>
                    <a:pt x="53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3" y="5"/>
                    <a:pt x="53" y="5"/>
                    <a:pt x="53" y="5"/>
                  </a:cubicBezTo>
                  <a:lnTo>
                    <a:pt x="5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84"/>
            <p:cNvSpPr>
              <a:spLocks noEditPoints="1"/>
            </p:cNvSpPr>
            <p:nvPr/>
          </p:nvSpPr>
          <p:spPr bwMode="auto">
            <a:xfrm>
              <a:off x="9480553" y="3190881"/>
              <a:ext cx="217488" cy="217488"/>
            </a:xfrm>
            <a:custGeom>
              <a:avLst/>
              <a:gdLst>
                <a:gd name="T0" fmla="*/ 52 w 58"/>
                <a:gd name="T1" fmla="*/ 0 h 58"/>
                <a:gd name="T2" fmla="*/ 6 w 58"/>
                <a:gd name="T3" fmla="*/ 0 h 58"/>
                <a:gd name="T4" fmla="*/ 0 w 58"/>
                <a:gd name="T5" fmla="*/ 6 h 58"/>
                <a:gd name="T6" fmla="*/ 0 w 58"/>
                <a:gd name="T7" fmla="*/ 52 h 58"/>
                <a:gd name="T8" fmla="*/ 6 w 58"/>
                <a:gd name="T9" fmla="*/ 58 h 58"/>
                <a:gd name="T10" fmla="*/ 52 w 58"/>
                <a:gd name="T11" fmla="*/ 58 h 58"/>
                <a:gd name="T12" fmla="*/ 58 w 58"/>
                <a:gd name="T13" fmla="*/ 52 h 58"/>
                <a:gd name="T14" fmla="*/ 58 w 58"/>
                <a:gd name="T15" fmla="*/ 6 h 58"/>
                <a:gd name="T16" fmla="*/ 52 w 58"/>
                <a:gd name="T17" fmla="*/ 0 h 58"/>
                <a:gd name="T18" fmla="*/ 53 w 58"/>
                <a:gd name="T19" fmla="*/ 53 h 58"/>
                <a:gd name="T20" fmla="*/ 5 w 58"/>
                <a:gd name="T21" fmla="*/ 53 h 58"/>
                <a:gd name="T22" fmla="*/ 5 w 58"/>
                <a:gd name="T23" fmla="*/ 5 h 58"/>
                <a:gd name="T24" fmla="*/ 53 w 58"/>
                <a:gd name="T25" fmla="*/ 5 h 58"/>
                <a:gd name="T26" fmla="*/ 53 w 58"/>
                <a:gd name="T27" fmla="*/ 5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8">
                  <a:moveTo>
                    <a:pt x="5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5"/>
                    <a:pt x="3" y="58"/>
                    <a:pt x="6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5" y="58"/>
                    <a:pt x="58" y="55"/>
                    <a:pt x="58" y="52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3"/>
                    <a:pt x="55" y="0"/>
                    <a:pt x="52" y="0"/>
                  </a:cubicBezTo>
                  <a:close/>
                  <a:moveTo>
                    <a:pt x="53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3" y="5"/>
                    <a:pt x="53" y="5"/>
                    <a:pt x="53" y="5"/>
                  </a:cubicBezTo>
                  <a:lnTo>
                    <a:pt x="5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85"/>
            <p:cNvSpPr>
              <a:spLocks noEditPoints="1"/>
            </p:cNvSpPr>
            <p:nvPr/>
          </p:nvSpPr>
          <p:spPr bwMode="auto">
            <a:xfrm>
              <a:off x="9217028" y="3457581"/>
              <a:ext cx="219075" cy="214313"/>
            </a:xfrm>
            <a:custGeom>
              <a:avLst/>
              <a:gdLst>
                <a:gd name="T0" fmla="*/ 52 w 58"/>
                <a:gd name="T1" fmla="*/ 0 h 57"/>
                <a:gd name="T2" fmla="*/ 6 w 58"/>
                <a:gd name="T3" fmla="*/ 0 h 57"/>
                <a:gd name="T4" fmla="*/ 0 w 58"/>
                <a:gd name="T5" fmla="*/ 6 h 57"/>
                <a:gd name="T6" fmla="*/ 0 w 58"/>
                <a:gd name="T7" fmla="*/ 51 h 57"/>
                <a:gd name="T8" fmla="*/ 6 w 58"/>
                <a:gd name="T9" fmla="*/ 57 h 57"/>
                <a:gd name="T10" fmla="*/ 52 w 58"/>
                <a:gd name="T11" fmla="*/ 57 h 57"/>
                <a:gd name="T12" fmla="*/ 58 w 58"/>
                <a:gd name="T13" fmla="*/ 51 h 57"/>
                <a:gd name="T14" fmla="*/ 58 w 58"/>
                <a:gd name="T15" fmla="*/ 6 h 57"/>
                <a:gd name="T16" fmla="*/ 52 w 58"/>
                <a:gd name="T17" fmla="*/ 0 h 57"/>
                <a:gd name="T18" fmla="*/ 53 w 58"/>
                <a:gd name="T19" fmla="*/ 53 h 57"/>
                <a:gd name="T20" fmla="*/ 5 w 58"/>
                <a:gd name="T21" fmla="*/ 53 h 57"/>
                <a:gd name="T22" fmla="*/ 5 w 58"/>
                <a:gd name="T23" fmla="*/ 4 h 57"/>
                <a:gd name="T24" fmla="*/ 53 w 58"/>
                <a:gd name="T25" fmla="*/ 4 h 57"/>
                <a:gd name="T26" fmla="*/ 53 w 58"/>
                <a:gd name="T27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7">
                  <a:moveTo>
                    <a:pt x="5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3" y="57"/>
                    <a:pt x="6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5" y="57"/>
                    <a:pt x="58" y="55"/>
                    <a:pt x="58" y="51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2"/>
                    <a:pt x="55" y="0"/>
                    <a:pt x="52" y="0"/>
                  </a:cubicBezTo>
                  <a:close/>
                  <a:moveTo>
                    <a:pt x="53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3" y="4"/>
                    <a:pt x="53" y="4"/>
                    <a:pt x="53" y="4"/>
                  </a:cubicBezTo>
                  <a:lnTo>
                    <a:pt x="5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86"/>
            <p:cNvSpPr>
              <a:spLocks noEditPoints="1"/>
            </p:cNvSpPr>
            <p:nvPr/>
          </p:nvSpPr>
          <p:spPr bwMode="auto">
            <a:xfrm>
              <a:off x="9480553" y="3457581"/>
              <a:ext cx="217488" cy="214313"/>
            </a:xfrm>
            <a:custGeom>
              <a:avLst/>
              <a:gdLst>
                <a:gd name="T0" fmla="*/ 52 w 58"/>
                <a:gd name="T1" fmla="*/ 0 h 57"/>
                <a:gd name="T2" fmla="*/ 6 w 58"/>
                <a:gd name="T3" fmla="*/ 0 h 57"/>
                <a:gd name="T4" fmla="*/ 0 w 58"/>
                <a:gd name="T5" fmla="*/ 6 h 57"/>
                <a:gd name="T6" fmla="*/ 0 w 58"/>
                <a:gd name="T7" fmla="*/ 51 h 57"/>
                <a:gd name="T8" fmla="*/ 6 w 58"/>
                <a:gd name="T9" fmla="*/ 57 h 57"/>
                <a:gd name="T10" fmla="*/ 52 w 58"/>
                <a:gd name="T11" fmla="*/ 57 h 57"/>
                <a:gd name="T12" fmla="*/ 58 w 58"/>
                <a:gd name="T13" fmla="*/ 51 h 57"/>
                <a:gd name="T14" fmla="*/ 58 w 58"/>
                <a:gd name="T15" fmla="*/ 6 h 57"/>
                <a:gd name="T16" fmla="*/ 52 w 58"/>
                <a:gd name="T17" fmla="*/ 0 h 57"/>
                <a:gd name="T18" fmla="*/ 53 w 58"/>
                <a:gd name="T19" fmla="*/ 53 h 57"/>
                <a:gd name="T20" fmla="*/ 5 w 58"/>
                <a:gd name="T21" fmla="*/ 53 h 57"/>
                <a:gd name="T22" fmla="*/ 5 w 58"/>
                <a:gd name="T23" fmla="*/ 4 h 57"/>
                <a:gd name="T24" fmla="*/ 53 w 58"/>
                <a:gd name="T25" fmla="*/ 4 h 57"/>
                <a:gd name="T26" fmla="*/ 53 w 58"/>
                <a:gd name="T27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7">
                  <a:moveTo>
                    <a:pt x="5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3" y="57"/>
                    <a:pt x="6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5" y="57"/>
                    <a:pt x="58" y="55"/>
                    <a:pt x="58" y="51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2"/>
                    <a:pt x="55" y="0"/>
                    <a:pt x="52" y="0"/>
                  </a:cubicBezTo>
                  <a:close/>
                  <a:moveTo>
                    <a:pt x="53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3" y="4"/>
                    <a:pt x="53" y="4"/>
                    <a:pt x="53" y="4"/>
                  </a:cubicBezTo>
                  <a:lnTo>
                    <a:pt x="5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8256590" y="3190881"/>
            <a:ext cx="481013" cy="481013"/>
            <a:chOff x="8256590" y="3190881"/>
            <a:chExt cx="481013" cy="481013"/>
          </a:xfrm>
          <a:solidFill>
            <a:schemeClr val="accent1"/>
          </a:solidFill>
        </p:grpSpPr>
        <p:sp>
          <p:nvSpPr>
            <p:cNvPr id="87" name="Freeform 87"/>
            <p:cNvSpPr>
              <a:spLocks noEditPoints="1"/>
            </p:cNvSpPr>
            <p:nvPr/>
          </p:nvSpPr>
          <p:spPr bwMode="auto">
            <a:xfrm>
              <a:off x="8256590" y="3190881"/>
              <a:ext cx="481013" cy="130175"/>
            </a:xfrm>
            <a:custGeom>
              <a:avLst/>
              <a:gdLst>
                <a:gd name="T0" fmla="*/ 122 w 128"/>
                <a:gd name="T1" fmla="*/ 0 h 35"/>
                <a:gd name="T2" fmla="*/ 6 w 128"/>
                <a:gd name="T3" fmla="*/ 0 h 35"/>
                <a:gd name="T4" fmla="*/ 0 w 128"/>
                <a:gd name="T5" fmla="*/ 6 h 35"/>
                <a:gd name="T6" fmla="*/ 0 w 128"/>
                <a:gd name="T7" fmla="*/ 29 h 35"/>
                <a:gd name="T8" fmla="*/ 6 w 128"/>
                <a:gd name="T9" fmla="*/ 35 h 35"/>
                <a:gd name="T10" fmla="*/ 122 w 128"/>
                <a:gd name="T11" fmla="*/ 35 h 35"/>
                <a:gd name="T12" fmla="*/ 128 w 128"/>
                <a:gd name="T13" fmla="*/ 29 h 35"/>
                <a:gd name="T14" fmla="*/ 128 w 128"/>
                <a:gd name="T15" fmla="*/ 6 h 35"/>
                <a:gd name="T16" fmla="*/ 122 w 128"/>
                <a:gd name="T17" fmla="*/ 0 h 35"/>
                <a:gd name="T18" fmla="*/ 123 w 128"/>
                <a:gd name="T19" fmla="*/ 30 h 35"/>
                <a:gd name="T20" fmla="*/ 5 w 128"/>
                <a:gd name="T21" fmla="*/ 30 h 35"/>
                <a:gd name="T22" fmla="*/ 5 w 128"/>
                <a:gd name="T23" fmla="*/ 5 h 35"/>
                <a:gd name="T24" fmla="*/ 123 w 128"/>
                <a:gd name="T25" fmla="*/ 5 h 35"/>
                <a:gd name="T26" fmla="*/ 123 w 128"/>
                <a:gd name="T27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35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3" y="35"/>
                    <a:pt x="6" y="35"/>
                  </a:cubicBezTo>
                  <a:cubicBezTo>
                    <a:pt x="122" y="35"/>
                    <a:pt x="122" y="35"/>
                    <a:pt x="122" y="35"/>
                  </a:cubicBezTo>
                  <a:cubicBezTo>
                    <a:pt x="125" y="35"/>
                    <a:pt x="128" y="32"/>
                    <a:pt x="128" y="29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88"/>
            <p:cNvSpPr>
              <a:spLocks noEditPoints="1"/>
            </p:cNvSpPr>
            <p:nvPr/>
          </p:nvSpPr>
          <p:spPr bwMode="auto">
            <a:xfrm>
              <a:off x="8256590" y="3367093"/>
              <a:ext cx="481013" cy="127000"/>
            </a:xfrm>
            <a:custGeom>
              <a:avLst/>
              <a:gdLst>
                <a:gd name="T0" fmla="*/ 122 w 128"/>
                <a:gd name="T1" fmla="*/ 0 h 34"/>
                <a:gd name="T2" fmla="*/ 6 w 128"/>
                <a:gd name="T3" fmla="*/ 0 h 34"/>
                <a:gd name="T4" fmla="*/ 0 w 128"/>
                <a:gd name="T5" fmla="*/ 6 h 34"/>
                <a:gd name="T6" fmla="*/ 0 w 128"/>
                <a:gd name="T7" fmla="*/ 28 h 34"/>
                <a:gd name="T8" fmla="*/ 6 w 128"/>
                <a:gd name="T9" fmla="*/ 34 h 34"/>
                <a:gd name="T10" fmla="*/ 122 w 128"/>
                <a:gd name="T11" fmla="*/ 34 h 34"/>
                <a:gd name="T12" fmla="*/ 128 w 128"/>
                <a:gd name="T13" fmla="*/ 28 h 34"/>
                <a:gd name="T14" fmla="*/ 128 w 128"/>
                <a:gd name="T15" fmla="*/ 6 h 34"/>
                <a:gd name="T16" fmla="*/ 122 w 128"/>
                <a:gd name="T17" fmla="*/ 0 h 34"/>
                <a:gd name="T18" fmla="*/ 123 w 128"/>
                <a:gd name="T19" fmla="*/ 30 h 34"/>
                <a:gd name="T20" fmla="*/ 5 w 128"/>
                <a:gd name="T21" fmla="*/ 30 h 34"/>
                <a:gd name="T22" fmla="*/ 5 w 128"/>
                <a:gd name="T23" fmla="*/ 5 h 34"/>
                <a:gd name="T24" fmla="*/ 123 w 128"/>
                <a:gd name="T25" fmla="*/ 5 h 34"/>
                <a:gd name="T26" fmla="*/ 123 w 128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3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3" y="34"/>
                    <a:pt x="6" y="34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5" y="34"/>
                    <a:pt x="128" y="32"/>
                    <a:pt x="128" y="2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89"/>
            <p:cNvSpPr>
              <a:spLocks noEditPoints="1"/>
            </p:cNvSpPr>
            <p:nvPr/>
          </p:nvSpPr>
          <p:spPr bwMode="auto">
            <a:xfrm>
              <a:off x="8256590" y="3543306"/>
              <a:ext cx="481013" cy="128588"/>
            </a:xfrm>
            <a:custGeom>
              <a:avLst/>
              <a:gdLst>
                <a:gd name="T0" fmla="*/ 122 w 128"/>
                <a:gd name="T1" fmla="*/ 0 h 34"/>
                <a:gd name="T2" fmla="*/ 6 w 128"/>
                <a:gd name="T3" fmla="*/ 0 h 34"/>
                <a:gd name="T4" fmla="*/ 0 w 128"/>
                <a:gd name="T5" fmla="*/ 6 h 34"/>
                <a:gd name="T6" fmla="*/ 0 w 128"/>
                <a:gd name="T7" fmla="*/ 28 h 34"/>
                <a:gd name="T8" fmla="*/ 6 w 128"/>
                <a:gd name="T9" fmla="*/ 34 h 34"/>
                <a:gd name="T10" fmla="*/ 122 w 128"/>
                <a:gd name="T11" fmla="*/ 34 h 34"/>
                <a:gd name="T12" fmla="*/ 128 w 128"/>
                <a:gd name="T13" fmla="*/ 28 h 34"/>
                <a:gd name="T14" fmla="*/ 128 w 128"/>
                <a:gd name="T15" fmla="*/ 6 h 34"/>
                <a:gd name="T16" fmla="*/ 122 w 128"/>
                <a:gd name="T17" fmla="*/ 0 h 34"/>
                <a:gd name="T18" fmla="*/ 123 w 128"/>
                <a:gd name="T19" fmla="*/ 30 h 34"/>
                <a:gd name="T20" fmla="*/ 5 w 128"/>
                <a:gd name="T21" fmla="*/ 30 h 34"/>
                <a:gd name="T22" fmla="*/ 5 w 128"/>
                <a:gd name="T23" fmla="*/ 5 h 34"/>
                <a:gd name="T24" fmla="*/ 123 w 128"/>
                <a:gd name="T25" fmla="*/ 5 h 34"/>
                <a:gd name="T26" fmla="*/ 123 w 128"/>
                <a:gd name="T2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3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3" y="34"/>
                    <a:pt x="6" y="34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5" y="34"/>
                    <a:pt x="128" y="32"/>
                    <a:pt x="128" y="2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7296152" y="3284543"/>
            <a:ext cx="479425" cy="296863"/>
            <a:chOff x="7296152" y="3284543"/>
            <a:chExt cx="479425" cy="296863"/>
          </a:xfrm>
          <a:solidFill>
            <a:schemeClr val="accent1"/>
          </a:solidFill>
        </p:grpSpPr>
        <p:sp>
          <p:nvSpPr>
            <p:cNvPr id="90" name="Freeform 90"/>
            <p:cNvSpPr/>
            <p:nvPr/>
          </p:nvSpPr>
          <p:spPr bwMode="auto">
            <a:xfrm>
              <a:off x="7296152" y="3284543"/>
              <a:ext cx="479425" cy="19050"/>
            </a:xfrm>
            <a:custGeom>
              <a:avLst/>
              <a:gdLst>
                <a:gd name="T0" fmla="*/ 2 w 128"/>
                <a:gd name="T1" fmla="*/ 5 h 5"/>
                <a:gd name="T2" fmla="*/ 126 w 128"/>
                <a:gd name="T3" fmla="*/ 5 h 5"/>
                <a:gd name="T4" fmla="*/ 128 w 128"/>
                <a:gd name="T5" fmla="*/ 2 h 5"/>
                <a:gd name="T6" fmla="*/ 126 w 128"/>
                <a:gd name="T7" fmla="*/ 0 h 5"/>
                <a:gd name="T8" fmla="*/ 2 w 128"/>
                <a:gd name="T9" fmla="*/ 0 h 5"/>
                <a:gd name="T10" fmla="*/ 0 w 128"/>
                <a:gd name="T11" fmla="*/ 2 h 5"/>
                <a:gd name="T12" fmla="*/ 2 w 12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5">
                  <a:moveTo>
                    <a:pt x="2" y="5"/>
                  </a:moveTo>
                  <a:cubicBezTo>
                    <a:pt x="126" y="5"/>
                    <a:pt x="126" y="5"/>
                    <a:pt x="126" y="5"/>
                  </a:cubicBezTo>
                  <a:cubicBezTo>
                    <a:pt x="127" y="5"/>
                    <a:pt x="128" y="4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91"/>
            <p:cNvSpPr/>
            <p:nvPr/>
          </p:nvSpPr>
          <p:spPr bwMode="auto">
            <a:xfrm>
              <a:off x="7296152" y="3422656"/>
              <a:ext cx="479425" cy="19050"/>
            </a:xfrm>
            <a:custGeom>
              <a:avLst/>
              <a:gdLst>
                <a:gd name="T0" fmla="*/ 126 w 128"/>
                <a:gd name="T1" fmla="*/ 0 h 5"/>
                <a:gd name="T2" fmla="*/ 2 w 128"/>
                <a:gd name="T3" fmla="*/ 0 h 5"/>
                <a:gd name="T4" fmla="*/ 0 w 128"/>
                <a:gd name="T5" fmla="*/ 2 h 5"/>
                <a:gd name="T6" fmla="*/ 2 w 128"/>
                <a:gd name="T7" fmla="*/ 5 h 5"/>
                <a:gd name="T8" fmla="*/ 126 w 128"/>
                <a:gd name="T9" fmla="*/ 5 h 5"/>
                <a:gd name="T10" fmla="*/ 128 w 128"/>
                <a:gd name="T11" fmla="*/ 2 h 5"/>
                <a:gd name="T12" fmla="*/ 126 w 12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5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7" y="5"/>
                    <a:pt x="128" y="4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92"/>
            <p:cNvSpPr/>
            <p:nvPr/>
          </p:nvSpPr>
          <p:spPr bwMode="auto">
            <a:xfrm>
              <a:off x="7296152" y="3562356"/>
              <a:ext cx="479425" cy="19050"/>
            </a:xfrm>
            <a:custGeom>
              <a:avLst/>
              <a:gdLst>
                <a:gd name="T0" fmla="*/ 126 w 128"/>
                <a:gd name="T1" fmla="*/ 0 h 5"/>
                <a:gd name="T2" fmla="*/ 2 w 128"/>
                <a:gd name="T3" fmla="*/ 0 h 5"/>
                <a:gd name="T4" fmla="*/ 0 w 128"/>
                <a:gd name="T5" fmla="*/ 2 h 5"/>
                <a:gd name="T6" fmla="*/ 2 w 128"/>
                <a:gd name="T7" fmla="*/ 5 h 5"/>
                <a:gd name="T8" fmla="*/ 126 w 128"/>
                <a:gd name="T9" fmla="*/ 5 h 5"/>
                <a:gd name="T10" fmla="*/ 128 w 128"/>
                <a:gd name="T11" fmla="*/ 2 h 5"/>
                <a:gd name="T12" fmla="*/ 126 w 12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5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7" y="5"/>
                    <a:pt x="128" y="4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3" name="Freeform 93"/>
          <p:cNvSpPr/>
          <p:nvPr/>
        </p:nvSpPr>
        <p:spPr bwMode="auto">
          <a:xfrm>
            <a:off x="6334127" y="3328993"/>
            <a:ext cx="481013" cy="203200"/>
          </a:xfrm>
          <a:custGeom>
            <a:avLst/>
            <a:gdLst>
              <a:gd name="T0" fmla="*/ 127 w 128"/>
              <a:gd name="T1" fmla="*/ 29 h 54"/>
              <a:gd name="T2" fmla="*/ 128 w 128"/>
              <a:gd name="T3" fmla="*/ 27 h 54"/>
              <a:gd name="T4" fmla="*/ 127 w 128"/>
              <a:gd name="T5" fmla="*/ 26 h 54"/>
              <a:gd name="T6" fmla="*/ 106 w 128"/>
              <a:gd name="T7" fmla="*/ 5 h 54"/>
              <a:gd name="T8" fmla="*/ 103 w 128"/>
              <a:gd name="T9" fmla="*/ 5 h 54"/>
              <a:gd name="T10" fmla="*/ 103 w 128"/>
              <a:gd name="T11" fmla="*/ 8 h 54"/>
              <a:gd name="T12" fmla="*/ 120 w 128"/>
              <a:gd name="T13" fmla="*/ 25 h 54"/>
              <a:gd name="T14" fmla="*/ 70 w 128"/>
              <a:gd name="T15" fmla="*/ 25 h 54"/>
              <a:gd name="T16" fmla="*/ 56 w 128"/>
              <a:gd name="T17" fmla="*/ 0 h 54"/>
              <a:gd name="T18" fmla="*/ 2 w 128"/>
              <a:gd name="T19" fmla="*/ 0 h 54"/>
              <a:gd name="T20" fmla="*/ 0 w 128"/>
              <a:gd name="T21" fmla="*/ 3 h 54"/>
              <a:gd name="T22" fmla="*/ 2 w 128"/>
              <a:gd name="T23" fmla="*/ 5 h 54"/>
              <a:gd name="T24" fmla="*/ 53 w 128"/>
              <a:gd name="T25" fmla="*/ 5 h 54"/>
              <a:gd name="T26" fmla="*/ 66 w 128"/>
              <a:gd name="T27" fmla="*/ 27 h 54"/>
              <a:gd name="T28" fmla="*/ 53 w 128"/>
              <a:gd name="T29" fmla="*/ 50 h 54"/>
              <a:gd name="T30" fmla="*/ 2 w 128"/>
              <a:gd name="T31" fmla="*/ 50 h 54"/>
              <a:gd name="T32" fmla="*/ 0 w 128"/>
              <a:gd name="T33" fmla="*/ 52 h 54"/>
              <a:gd name="T34" fmla="*/ 2 w 128"/>
              <a:gd name="T35" fmla="*/ 54 h 54"/>
              <a:gd name="T36" fmla="*/ 56 w 128"/>
              <a:gd name="T37" fmla="*/ 54 h 54"/>
              <a:gd name="T38" fmla="*/ 70 w 128"/>
              <a:gd name="T39" fmla="*/ 30 h 54"/>
              <a:gd name="T40" fmla="*/ 120 w 128"/>
              <a:gd name="T41" fmla="*/ 30 h 54"/>
              <a:gd name="T42" fmla="*/ 103 w 128"/>
              <a:gd name="T43" fmla="*/ 47 h 54"/>
              <a:gd name="T44" fmla="*/ 102 w 128"/>
              <a:gd name="T45" fmla="*/ 48 h 54"/>
              <a:gd name="T46" fmla="*/ 103 w 128"/>
              <a:gd name="T47" fmla="*/ 50 h 54"/>
              <a:gd name="T48" fmla="*/ 106 w 128"/>
              <a:gd name="T49" fmla="*/ 50 h 54"/>
              <a:gd name="T50" fmla="*/ 127 w 128"/>
              <a:gd name="T51" fmla="*/ 29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54">
                <a:moveTo>
                  <a:pt x="127" y="29"/>
                </a:moveTo>
                <a:cubicBezTo>
                  <a:pt x="128" y="29"/>
                  <a:pt x="128" y="28"/>
                  <a:pt x="128" y="27"/>
                </a:cubicBezTo>
                <a:cubicBezTo>
                  <a:pt x="128" y="27"/>
                  <a:pt x="128" y="26"/>
                  <a:pt x="127" y="26"/>
                </a:cubicBezTo>
                <a:cubicBezTo>
                  <a:pt x="106" y="5"/>
                  <a:pt x="106" y="5"/>
                  <a:pt x="106" y="5"/>
                </a:cubicBezTo>
                <a:cubicBezTo>
                  <a:pt x="105" y="4"/>
                  <a:pt x="104" y="4"/>
                  <a:pt x="103" y="5"/>
                </a:cubicBezTo>
                <a:cubicBezTo>
                  <a:pt x="102" y="6"/>
                  <a:pt x="102" y="7"/>
                  <a:pt x="103" y="8"/>
                </a:cubicBezTo>
                <a:cubicBezTo>
                  <a:pt x="120" y="25"/>
                  <a:pt x="120" y="25"/>
                  <a:pt x="120" y="25"/>
                </a:cubicBezTo>
                <a:cubicBezTo>
                  <a:pt x="70" y="25"/>
                  <a:pt x="70" y="25"/>
                  <a:pt x="70" y="25"/>
                </a:cubicBezTo>
                <a:cubicBezTo>
                  <a:pt x="56" y="0"/>
                  <a:pt x="56" y="0"/>
                  <a:pt x="56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66" y="27"/>
                  <a:pt x="66" y="27"/>
                  <a:pt x="66" y="27"/>
                </a:cubicBezTo>
                <a:cubicBezTo>
                  <a:pt x="53" y="50"/>
                  <a:pt x="53" y="50"/>
                  <a:pt x="53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51"/>
                  <a:pt x="0" y="52"/>
                </a:cubicBezTo>
                <a:cubicBezTo>
                  <a:pt x="0" y="53"/>
                  <a:pt x="1" y="54"/>
                  <a:pt x="2" y="54"/>
                </a:cubicBezTo>
                <a:cubicBezTo>
                  <a:pt x="56" y="54"/>
                  <a:pt x="56" y="54"/>
                  <a:pt x="56" y="54"/>
                </a:cubicBezTo>
                <a:cubicBezTo>
                  <a:pt x="70" y="30"/>
                  <a:pt x="70" y="30"/>
                  <a:pt x="70" y="30"/>
                </a:cubicBezTo>
                <a:cubicBezTo>
                  <a:pt x="120" y="30"/>
                  <a:pt x="120" y="30"/>
                  <a:pt x="120" y="30"/>
                </a:cubicBezTo>
                <a:cubicBezTo>
                  <a:pt x="103" y="47"/>
                  <a:pt x="103" y="47"/>
                  <a:pt x="103" y="47"/>
                </a:cubicBezTo>
                <a:cubicBezTo>
                  <a:pt x="103" y="47"/>
                  <a:pt x="102" y="48"/>
                  <a:pt x="102" y="48"/>
                </a:cubicBezTo>
                <a:cubicBezTo>
                  <a:pt x="102" y="49"/>
                  <a:pt x="103" y="50"/>
                  <a:pt x="103" y="50"/>
                </a:cubicBezTo>
                <a:cubicBezTo>
                  <a:pt x="104" y="51"/>
                  <a:pt x="106" y="51"/>
                  <a:pt x="106" y="50"/>
                </a:cubicBezTo>
                <a:lnTo>
                  <a:pt x="127" y="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Freeform 94"/>
          <p:cNvSpPr/>
          <p:nvPr/>
        </p:nvSpPr>
        <p:spPr bwMode="auto">
          <a:xfrm>
            <a:off x="5373689" y="3224218"/>
            <a:ext cx="479425" cy="417513"/>
          </a:xfrm>
          <a:custGeom>
            <a:avLst/>
            <a:gdLst>
              <a:gd name="T0" fmla="*/ 128 w 128"/>
              <a:gd name="T1" fmla="*/ 88 h 111"/>
              <a:gd name="T2" fmla="*/ 127 w 128"/>
              <a:gd name="T3" fmla="*/ 86 h 111"/>
              <a:gd name="T4" fmla="*/ 106 w 128"/>
              <a:gd name="T5" fmla="*/ 65 h 111"/>
              <a:gd name="T6" fmla="*/ 103 w 128"/>
              <a:gd name="T7" fmla="*/ 65 h 111"/>
              <a:gd name="T8" fmla="*/ 102 w 128"/>
              <a:gd name="T9" fmla="*/ 67 h 111"/>
              <a:gd name="T10" fmla="*/ 103 w 128"/>
              <a:gd name="T11" fmla="*/ 68 h 111"/>
              <a:gd name="T12" fmla="*/ 120 w 128"/>
              <a:gd name="T13" fmla="*/ 85 h 111"/>
              <a:gd name="T14" fmla="*/ 76 w 128"/>
              <a:gd name="T15" fmla="*/ 85 h 111"/>
              <a:gd name="T16" fmla="*/ 59 w 128"/>
              <a:gd name="T17" fmla="*/ 55 h 111"/>
              <a:gd name="T18" fmla="*/ 76 w 128"/>
              <a:gd name="T19" fmla="*/ 25 h 111"/>
              <a:gd name="T20" fmla="*/ 120 w 128"/>
              <a:gd name="T21" fmla="*/ 25 h 111"/>
              <a:gd name="T22" fmla="*/ 103 w 128"/>
              <a:gd name="T23" fmla="*/ 43 h 111"/>
              <a:gd name="T24" fmla="*/ 102 w 128"/>
              <a:gd name="T25" fmla="*/ 44 h 111"/>
              <a:gd name="T26" fmla="*/ 103 w 128"/>
              <a:gd name="T27" fmla="*/ 46 h 111"/>
              <a:gd name="T28" fmla="*/ 106 w 128"/>
              <a:gd name="T29" fmla="*/ 46 h 111"/>
              <a:gd name="T30" fmla="*/ 127 w 128"/>
              <a:gd name="T31" fmla="*/ 25 h 111"/>
              <a:gd name="T32" fmla="*/ 127 w 128"/>
              <a:gd name="T33" fmla="*/ 22 h 111"/>
              <a:gd name="T34" fmla="*/ 106 w 128"/>
              <a:gd name="T35" fmla="*/ 1 h 111"/>
              <a:gd name="T36" fmla="*/ 103 w 128"/>
              <a:gd name="T37" fmla="*/ 1 h 111"/>
              <a:gd name="T38" fmla="*/ 103 w 128"/>
              <a:gd name="T39" fmla="*/ 4 h 111"/>
              <a:gd name="T40" fmla="*/ 120 w 128"/>
              <a:gd name="T41" fmla="*/ 21 h 111"/>
              <a:gd name="T42" fmla="*/ 73 w 128"/>
              <a:gd name="T43" fmla="*/ 21 h 111"/>
              <a:gd name="T44" fmla="*/ 55 w 128"/>
              <a:gd name="T45" fmla="*/ 53 h 111"/>
              <a:gd name="T46" fmla="*/ 2 w 128"/>
              <a:gd name="T47" fmla="*/ 53 h 111"/>
              <a:gd name="T48" fmla="*/ 0 w 128"/>
              <a:gd name="T49" fmla="*/ 55 h 111"/>
              <a:gd name="T50" fmla="*/ 2 w 128"/>
              <a:gd name="T51" fmla="*/ 58 h 111"/>
              <a:gd name="T52" fmla="*/ 55 w 128"/>
              <a:gd name="T53" fmla="*/ 58 h 111"/>
              <a:gd name="T54" fmla="*/ 73 w 128"/>
              <a:gd name="T55" fmla="*/ 90 h 111"/>
              <a:gd name="T56" fmla="*/ 120 w 128"/>
              <a:gd name="T57" fmla="*/ 90 h 111"/>
              <a:gd name="T58" fmla="*/ 103 w 128"/>
              <a:gd name="T59" fmla="*/ 107 h 111"/>
              <a:gd name="T60" fmla="*/ 103 w 128"/>
              <a:gd name="T61" fmla="*/ 110 h 111"/>
              <a:gd name="T62" fmla="*/ 106 w 128"/>
              <a:gd name="T63" fmla="*/ 110 h 111"/>
              <a:gd name="T64" fmla="*/ 127 w 128"/>
              <a:gd name="T65" fmla="*/ 89 h 111"/>
              <a:gd name="T66" fmla="*/ 128 w 128"/>
              <a:gd name="T67" fmla="*/ 88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" h="111">
                <a:moveTo>
                  <a:pt x="128" y="88"/>
                </a:moveTo>
                <a:cubicBezTo>
                  <a:pt x="128" y="87"/>
                  <a:pt x="128" y="86"/>
                  <a:pt x="127" y="86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05" y="64"/>
                  <a:pt x="104" y="64"/>
                  <a:pt x="103" y="65"/>
                </a:cubicBezTo>
                <a:cubicBezTo>
                  <a:pt x="103" y="65"/>
                  <a:pt x="102" y="66"/>
                  <a:pt x="102" y="67"/>
                </a:cubicBezTo>
                <a:cubicBezTo>
                  <a:pt x="102" y="67"/>
                  <a:pt x="103" y="68"/>
                  <a:pt x="103" y="68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76" y="85"/>
                  <a:pt x="76" y="85"/>
                  <a:pt x="76" y="85"/>
                </a:cubicBezTo>
                <a:cubicBezTo>
                  <a:pt x="59" y="55"/>
                  <a:pt x="59" y="55"/>
                  <a:pt x="59" y="55"/>
                </a:cubicBezTo>
                <a:cubicBezTo>
                  <a:pt x="76" y="25"/>
                  <a:pt x="76" y="25"/>
                  <a:pt x="76" y="25"/>
                </a:cubicBezTo>
                <a:cubicBezTo>
                  <a:pt x="120" y="25"/>
                  <a:pt x="120" y="25"/>
                  <a:pt x="120" y="25"/>
                </a:cubicBezTo>
                <a:cubicBezTo>
                  <a:pt x="103" y="43"/>
                  <a:pt x="103" y="43"/>
                  <a:pt x="103" y="43"/>
                </a:cubicBezTo>
                <a:cubicBezTo>
                  <a:pt x="103" y="43"/>
                  <a:pt x="102" y="44"/>
                  <a:pt x="102" y="44"/>
                </a:cubicBezTo>
                <a:cubicBezTo>
                  <a:pt x="102" y="45"/>
                  <a:pt x="103" y="45"/>
                  <a:pt x="103" y="46"/>
                </a:cubicBezTo>
                <a:cubicBezTo>
                  <a:pt x="104" y="47"/>
                  <a:pt x="105" y="47"/>
                  <a:pt x="106" y="46"/>
                </a:cubicBezTo>
                <a:cubicBezTo>
                  <a:pt x="127" y="25"/>
                  <a:pt x="127" y="25"/>
                  <a:pt x="127" y="25"/>
                </a:cubicBezTo>
                <a:cubicBezTo>
                  <a:pt x="128" y="24"/>
                  <a:pt x="128" y="22"/>
                  <a:pt x="127" y="22"/>
                </a:cubicBezTo>
                <a:cubicBezTo>
                  <a:pt x="106" y="1"/>
                  <a:pt x="106" y="1"/>
                  <a:pt x="106" y="1"/>
                </a:cubicBezTo>
                <a:cubicBezTo>
                  <a:pt x="105" y="0"/>
                  <a:pt x="104" y="0"/>
                  <a:pt x="103" y="1"/>
                </a:cubicBezTo>
                <a:cubicBezTo>
                  <a:pt x="102" y="1"/>
                  <a:pt x="102" y="3"/>
                  <a:pt x="103" y="4"/>
                </a:cubicBezTo>
                <a:cubicBezTo>
                  <a:pt x="120" y="21"/>
                  <a:pt x="120" y="21"/>
                  <a:pt x="120" y="21"/>
                </a:cubicBezTo>
                <a:cubicBezTo>
                  <a:pt x="73" y="21"/>
                  <a:pt x="73" y="21"/>
                  <a:pt x="73" y="21"/>
                </a:cubicBezTo>
                <a:cubicBezTo>
                  <a:pt x="55" y="53"/>
                  <a:pt x="55" y="53"/>
                  <a:pt x="55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4"/>
                  <a:pt x="0" y="55"/>
                </a:cubicBezTo>
                <a:cubicBezTo>
                  <a:pt x="0" y="57"/>
                  <a:pt x="1" y="58"/>
                  <a:pt x="2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73" y="90"/>
                  <a:pt x="73" y="90"/>
                  <a:pt x="73" y="90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03" y="107"/>
                  <a:pt x="103" y="107"/>
                  <a:pt x="103" y="107"/>
                </a:cubicBezTo>
                <a:cubicBezTo>
                  <a:pt x="102" y="108"/>
                  <a:pt x="102" y="109"/>
                  <a:pt x="103" y="110"/>
                </a:cubicBezTo>
                <a:cubicBezTo>
                  <a:pt x="104" y="111"/>
                  <a:pt x="105" y="111"/>
                  <a:pt x="106" y="110"/>
                </a:cubicBezTo>
                <a:cubicBezTo>
                  <a:pt x="127" y="89"/>
                  <a:pt x="127" y="89"/>
                  <a:pt x="127" y="89"/>
                </a:cubicBezTo>
                <a:cubicBezTo>
                  <a:pt x="128" y="89"/>
                  <a:pt x="128" y="88"/>
                  <a:pt x="128" y="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6" name="组合 215"/>
          <p:cNvGrpSpPr/>
          <p:nvPr/>
        </p:nvGrpSpPr>
        <p:grpSpPr>
          <a:xfrm>
            <a:off x="4411664" y="3235331"/>
            <a:ext cx="481013" cy="420688"/>
            <a:chOff x="4411664" y="3235331"/>
            <a:chExt cx="481013" cy="420688"/>
          </a:xfrm>
          <a:solidFill>
            <a:schemeClr val="accent1"/>
          </a:solidFill>
        </p:grpSpPr>
        <p:sp>
          <p:nvSpPr>
            <p:cNvPr id="95" name="Freeform 95"/>
            <p:cNvSpPr/>
            <p:nvPr/>
          </p:nvSpPr>
          <p:spPr bwMode="auto">
            <a:xfrm>
              <a:off x="4411664" y="3559181"/>
              <a:ext cx="211138" cy="17463"/>
            </a:xfrm>
            <a:custGeom>
              <a:avLst/>
              <a:gdLst>
                <a:gd name="T0" fmla="*/ 53 w 56"/>
                <a:gd name="T1" fmla="*/ 0 h 5"/>
                <a:gd name="T2" fmla="*/ 2 w 56"/>
                <a:gd name="T3" fmla="*/ 0 h 5"/>
                <a:gd name="T4" fmla="*/ 0 w 56"/>
                <a:gd name="T5" fmla="*/ 2 h 5"/>
                <a:gd name="T6" fmla="*/ 2 w 56"/>
                <a:gd name="T7" fmla="*/ 5 h 5"/>
                <a:gd name="T8" fmla="*/ 53 w 56"/>
                <a:gd name="T9" fmla="*/ 5 h 5"/>
                <a:gd name="T10" fmla="*/ 56 w 56"/>
                <a:gd name="T11" fmla="*/ 2 h 5"/>
                <a:gd name="T12" fmla="*/ 53 w 56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">
                  <a:moveTo>
                    <a:pt x="5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5"/>
                    <a:pt x="2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5" y="5"/>
                    <a:pt x="56" y="3"/>
                    <a:pt x="56" y="2"/>
                  </a:cubicBezTo>
                  <a:cubicBezTo>
                    <a:pt x="56" y="1"/>
                    <a:pt x="55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Freeform 96"/>
            <p:cNvSpPr/>
            <p:nvPr/>
          </p:nvSpPr>
          <p:spPr bwMode="auto">
            <a:xfrm>
              <a:off x="4411664" y="3317881"/>
              <a:ext cx="481013" cy="338138"/>
            </a:xfrm>
            <a:custGeom>
              <a:avLst/>
              <a:gdLst>
                <a:gd name="T0" fmla="*/ 106 w 128"/>
                <a:gd name="T1" fmla="*/ 44 h 90"/>
                <a:gd name="T2" fmla="*/ 103 w 128"/>
                <a:gd name="T3" fmla="*/ 44 h 90"/>
                <a:gd name="T4" fmla="*/ 102 w 128"/>
                <a:gd name="T5" fmla="*/ 45 h 90"/>
                <a:gd name="T6" fmla="*/ 103 w 128"/>
                <a:gd name="T7" fmla="*/ 47 h 90"/>
                <a:gd name="T8" fmla="*/ 120 w 128"/>
                <a:gd name="T9" fmla="*/ 64 h 90"/>
                <a:gd name="T10" fmla="*/ 76 w 128"/>
                <a:gd name="T11" fmla="*/ 64 h 90"/>
                <a:gd name="T12" fmla="*/ 39 w 128"/>
                <a:gd name="T13" fmla="*/ 0 h 90"/>
                <a:gd name="T14" fmla="*/ 2 w 128"/>
                <a:gd name="T15" fmla="*/ 0 h 90"/>
                <a:gd name="T16" fmla="*/ 0 w 128"/>
                <a:gd name="T17" fmla="*/ 2 h 90"/>
                <a:gd name="T18" fmla="*/ 2 w 128"/>
                <a:gd name="T19" fmla="*/ 4 h 90"/>
                <a:gd name="T20" fmla="*/ 36 w 128"/>
                <a:gd name="T21" fmla="*/ 4 h 90"/>
                <a:gd name="T22" fmla="*/ 73 w 128"/>
                <a:gd name="T23" fmla="*/ 68 h 90"/>
                <a:gd name="T24" fmla="*/ 73 w 128"/>
                <a:gd name="T25" fmla="*/ 68 h 90"/>
                <a:gd name="T26" fmla="*/ 73 w 128"/>
                <a:gd name="T27" fmla="*/ 69 h 90"/>
                <a:gd name="T28" fmla="*/ 120 w 128"/>
                <a:gd name="T29" fmla="*/ 69 h 90"/>
                <a:gd name="T30" fmla="*/ 103 w 128"/>
                <a:gd name="T31" fmla="*/ 86 h 90"/>
                <a:gd name="T32" fmla="*/ 102 w 128"/>
                <a:gd name="T33" fmla="*/ 87 h 90"/>
                <a:gd name="T34" fmla="*/ 103 w 128"/>
                <a:gd name="T35" fmla="*/ 89 h 90"/>
                <a:gd name="T36" fmla="*/ 106 w 128"/>
                <a:gd name="T37" fmla="*/ 89 h 90"/>
                <a:gd name="T38" fmla="*/ 127 w 128"/>
                <a:gd name="T39" fmla="*/ 68 h 90"/>
                <a:gd name="T40" fmla="*/ 127 w 128"/>
                <a:gd name="T41" fmla="*/ 65 h 90"/>
                <a:gd name="T42" fmla="*/ 106 w 128"/>
                <a:gd name="T43" fmla="*/ 4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" h="90">
                  <a:moveTo>
                    <a:pt x="106" y="44"/>
                  </a:moveTo>
                  <a:cubicBezTo>
                    <a:pt x="105" y="43"/>
                    <a:pt x="104" y="43"/>
                    <a:pt x="103" y="44"/>
                  </a:cubicBezTo>
                  <a:cubicBezTo>
                    <a:pt x="103" y="44"/>
                    <a:pt x="102" y="45"/>
                    <a:pt x="102" y="45"/>
                  </a:cubicBezTo>
                  <a:cubicBezTo>
                    <a:pt x="102" y="46"/>
                    <a:pt x="103" y="46"/>
                    <a:pt x="103" y="47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03" y="86"/>
                    <a:pt x="103" y="86"/>
                    <a:pt x="103" y="86"/>
                  </a:cubicBezTo>
                  <a:cubicBezTo>
                    <a:pt x="103" y="86"/>
                    <a:pt x="102" y="87"/>
                    <a:pt x="102" y="87"/>
                  </a:cubicBezTo>
                  <a:cubicBezTo>
                    <a:pt x="102" y="88"/>
                    <a:pt x="103" y="88"/>
                    <a:pt x="103" y="89"/>
                  </a:cubicBezTo>
                  <a:cubicBezTo>
                    <a:pt x="104" y="90"/>
                    <a:pt x="105" y="90"/>
                    <a:pt x="106" y="89"/>
                  </a:cubicBezTo>
                  <a:cubicBezTo>
                    <a:pt x="127" y="68"/>
                    <a:pt x="127" y="68"/>
                    <a:pt x="127" y="68"/>
                  </a:cubicBezTo>
                  <a:cubicBezTo>
                    <a:pt x="128" y="67"/>
                    <a:pt x="128" y="66"/>
                    <a:pt x="127" y="65"/>
                  </a:cubicBezTo>
                  <a:lnTo>
                    <a:pt x="10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Freeform 97"/>
            <p:cNvSpPr/>
            <p:nvPr/>
          </p:nvSpPr>
          <p:spPr bwMode="auto">
            <a:xfrm>
              <a:off x="4622801" y="3235331"/>
              <a:ext cx="269875" cy="176213"/>
            </a:xfrm>
            <a:custGeom>
              <a:avLst/>
              <a:gdLst>
                <a:gd name="T0" fmla="*/ 3 w 72"/>
                <a:gd name="T1" fmla="*/ 26 h 47"/>
                <a:gd name="T2" fmla="*/ 64 w 72"/>
                <a:gd name="T3" fmla="*/ 26 h 47"/>
                <a:gd name="T4" fmla="*/ 47 w 72"/>
                <a:gd name="T5" fmla="*/ 43 h 47"/>
                <a:gd name="T6" fmla="*/ 47 w 72"/>
                <a:gd name="T7" fmla="*/ 46 h 47"/>
                <a:gd name="T8" fmla="*/ 50 w 72"/>
                <a:gd name="T9" fmla="*/ 46 h 47"/>
                <a:gd name="T10" fmla="*/ 71 w 72"/>
                <a:gd name="T11" fmla="*/ 25 h 47"/>
                <a:gd name="T12" fmla="*/ 71 w 72"/>
                <a:gd name="T13" fmla="*/ 22 h 47"/>
                <a:gd name="T14" fmla="*/ 50 w 72"/>
                <a:gd name="T15" fmla="*/ 1 h 47"/>
                <a:gd name="T16" fmla="*/ 47 w 72"/>
                <a:gd name="T17" fmla="*/ 1 h 47"/>
                <a:gd name="T18" fmla="*/ 47 w 72"/>
                <a:gd name="T19" fmla="*/ 4 h 47"/>
                <a:gd name="T20" fmla="*/ 64 w 72"/>
                <a:gd name="T21" fmla="*/ 22 h 47"/>
                <a:gd name="T22" fmla="*/ 3 w 72"/>
                <a:gd name="T23" fmla="*/ 22 h 47"/>
                <a:gd name="T24" fmla="*/ 0 w 72"/>
                <a:gd name="T25" fmla="*/ 24 h 47"/>
                <a:gd name="T26" fmla="*/ 3 w 72"/>
                <a:gd name="T27" fmla="*/ 2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47">
                  <a:moveTo>
                    <a:pt x="3" y="26"/>
                  </a:moveTo>
                  <a:cubicBezTo>
                    <a:pt x="64" y="26"/>
                    <a:pt x="64" y="26"/>
                    <a:pt x="64" y="26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6" y="44"/>
                    <a:pt x="46" y="46"/>
                    <a:pt x="47" y="46"/>
                  </a:cubicBezTo>
                  <a:cubicBezTo>
                    <a:pt x="48" y="47"/>
                    <a:pt x="49" y="47"/>
                    <a:pt x="50" y="46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72" y="25"/>
                    <a:pt x="72" y="23"/>
                    <a:pt x="71" y="22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49" y="0"/>
                    <a:pt x="48" y="0"/>
                    <a:pt x="47" y="1"/>
                  </a:cubicBezTo>
                  <a:cubicBezTo>
                    <a:pt x="46" y="2"/>
                    <a:pt x="46" y="4"/>
                    <a:pt x="47" y="4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5"/>
                    <a:pt x="1" y="26"/>
                    <a:pt x="3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3451226" y="3190881"/>
            <a:ext cx="481013" cy="484188"/>
            <a:chOff x="3451226" y="3190881"/>
            <a:chExt cx="481013" cy="484188"/>
          </a:xfrm>
          <a:solidFill>
            <a:schemeClr val="accent1"/>
          </a:solidFill>
        </p:grpSpPr>
        <p:sp>
          <p:nvSpPr>
            <p:cNvPr id="98" name="Freeform 98"/>
            <p:cNvSpPr/>
            <p:nvPr/>
          </p:nvSpPr>
          <p:spPr bwMode="auto">
            <a:xfrm>
              <a:off x="3451226" y="3381381"/>
              <a:ext cx="481013" cy="293688"/>
            </a:xfrm>
            <a:custGeom>
              <a:avLst/>
              <a:gdLst>
                <a:gd name="T0" fmla="*/ 126 w 128"/>
                <a:gd name="T1" fmla="*/ 0 h 78"/>
                <a:gd name="T2" fmla="*/ 123 w 128"/>
                <a:gd name="T3" fmla="*/ 2 h 78"/>
                <a:gd name="T4" fmla="*/ 123 w 128"/>
                <a:gd name="T5" fmla="*/ 52 h 78"/>
                <a:gd name="T6" fmla="*/ 8 w 128"/>
                <a:gd name="T7" fmla="*/ 52 h 78"/>
                <a:gd name="T8" fmla="*/ 25 w 128"/>
                <a:gd name="T9" fmla="*/ 35 h 78"/>
                <a:gd name="T10" fmla="*/ 26 w 128"/>
                <a:gd name="T11" fmla="*/ 33 h 78"/>
                <a:gd name="T12" fmla="*/ 25 w 128"/>
                <a:gd name="T13" fmla="*/ 32 h 78"/>
                <a:gd name="T14" fmla="*/ 23 w 128"/>
                <a:gd name="T15" fmla="*/ 31 h 78"/>
                <a:gd name="T16" fmla="*/ 22 w 128"/>
                <a:gd name="T17" fmla="*/ 32 h 78"/>
                <a:gd name="T18" fmla="*/ 1 w 128"/>
                <a:gd name="T19" fmla="*/ 53 h 78"/>
                <a:gd name="T20" fmla="*/ 1 w 128"/>
                <a:gd name="T21" fmla="*/ 56 h 78"/>
                <a:gd name="T22" fmla="*/ 22 w 128"/>
                <a:gd name="T23" fmla="*/ 77 h 78"/>
                <a:gd name="T24" fmla="*/ 25 w 128"/>
                <a:gd name="T25" fmla="*/ 77 h 78"/>
                <a:gd name="T26" fmla="*/ 25 w 128"/>
                <a:gd name="T27" fmla="*/ 73 h 78"/>
                <a:gd name="T28" fmla="*/ 8 w 128"/>
                <a:gd name="T29" fmla="*/ 56 h 78"/>
                <a:gd name="T30" fmla="*/ 122 w 128"/>
                <a:gd name="T31" fmla="*/ 56 h 78"/>
                <a:gd name="T32" fmla="*/ 128 w 128"/>
                <a:gd name="T33" fmla="*/ 50 h 78"/>
                <a:gd name="T34" fmla="*/ 128 w 128"/>
                <a:gd name="T35" fmla="*/ 2 h 78"/>
                <a:gd name="T36" fmla="*/ 126 w 128"/>
                <a:gd name="T3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78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52"/>
                    <a:pt x="123" y="52"/>
                    <a:pt x="123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6" y="34"/>
                    <a:pt x="26" y="33"/>
                  </a:cubicBezTo>
                  <a:cubicBezTo>
                    <a:pt x="26" y="33"/>
                    <a:pt x="25" y="32"/>
                    <a:pt x="25" y="32"/>
                  </a:cubicBezTo>
                  <a:cubicBezTo>
                    <a:pt x="24" y="31"/>
                    <a:pt x="24" y="31"/>
                    <a:pt x="23" y="31"/>
                  </a:cubicBezTo>
                  <a:cubicBezTo>
                    <a:pt x="23" y="31"/>
                    <a:pt x="22" y="31"/>
                    <a:pt x="22" y="3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3"/>
                    <a:pt x="0" y="55"/>
                    <a:pt x="1" y="56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3" y="78"/>
                    <a:pt x="24" y="78"/>
                    <a:pt x="25" y="77"/>
                  </a:cubicBezTo>
                  <a:cubicBezTo>
                    <a:pt x="26" y="76"/>
                    <a:pt x="26" y="74"/>
                    <a:pt x="25" y="73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122" y="56"/>
                    <a:pt x="122" y="56"/>
                    <a:pt x="122" y="56"/>
                  </a:cubicBezTo>
                  <a:cubicBezTo>
                    <a:pt x="125" y="56"/>
                    <a:pt x="128" y="54"/>
                    <a:pt x="128" y="50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Freeform 99"/>
            <p:cNvSpPr/>
            <p:nvPr/>
          </p:nvSpPr>
          <p:spPr bwMode="auto">
            <a:xfrm>
              <a:off x="3451226" y="3190881"/>
              <a:ext cx="481013" cy="292101"/>
            </a:xfrm>
            <a:custGeom>
              <a:avLst/>
              <a:gdLst>
                <a:gd name="T0" fmla="*/ 2 w 128"/>
                <a:gd name="T1" fmla="*/ 78 h 78"/>
                <a:gd name="T2" fmla="*/ 5 w 128"/>
                <a:gd name="T3" fmla="*/ 76 h 78"/>
                <a:gd name="T4" fmla="*/ 5 w 128"/>
                <a:gd name="T5" fmla="*/ 26 h 78"/>
                <a:gd name="T6" fmla="*/ 120 w 128"/>
                <a:gd name="T7" fmla="*/ 26 h 78"/>
                <a:gd name="T8" fmla="*/ 103 w 128"/>
                <a:gd name="T9" fmla="*/ 43 h 78"/>
                <a:gd name="T10" fmla="*/ 103 w 128"/>
                <a:gd name="T11" fmla="*/ 46 h 78"/>
                <a:gd name="T12" fmla="*/ 106 w 128"/>
                <a:gd name="T13" fmla="*/ 46 h 78"/>
                <a:gd name="T14" fmla="*/ 127 w 128"/>
                <a:gd name="T15" fmla="*/ 25 h 78"/>
                <a:gd name="T16" fmla="*/ 127 w 128"/>
                <a:gd name="T17" fmla="*/ 22 h 78"/>
                <a:gd name="T18" fmla="*/ 106 w 128"/>
                <a:gd name="T19" fmla="*/ 1 h 78"/>
                <a:gd name="T20" fmla="*/ 103 w 128"/>
                <a:gd name="T21" fmla="*/ 1 h 78"/>
                <a:gd name="T22" fmla="*/ 103 w 128"/>
                <a:gd name="T23" fmla="*/ 4 h 78"/>
                <a:gd name="T24" fmla="*/ 120 w 128"/>
                <a:gd name="T25" fmla="*/ 21 h 78"/>
                <a:gd name="T26" fmla="*/ 6 w 128"/>
                <a:gd name="T27" fmla="*/ 21 h 78"/>
                <a:gd name="T28" fmla="*/ 0 w 128"/>
                <a:gd name="T29" fmla="*/ 27 h 78"/>
                <a:gd name="T30" fmla="*/ 0 w 128"/>
                <a:gd name="T31" fmla="*/ 76 h 78"/>
                <a:gd name="T32" fmla="*/ 2 w 128"/>
                <a:gd name="T3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8" h="78">
                  <a:moveTo>
                    <a:pt x="2" y="78"/>
                  </a:moveTo>
                  <a:cubicBezTo>
                    <a:pt x="4" y="78"/>
                    <a:pt x="5" y="77"/>
                    <a:pt x="5" y="7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2" y="44"/>
                    <a:pt x="102" y="45"/>
                    <a:pt x="103" y="46"/>
                  </a:cubicBezTo>
                  <a:cubicBezTo>
                    <a:pt x="104" y="47"/>
                    <a:pt x="105" y="47"/>
                    <a:pt x="106" y="46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28" y="23"/>
                    <a:pt x="127" y="22"/>
                  </a:cubicBezTo>
                  <a:cubicBezTo>
                    <a:pt x="106" y="1"/>
                    <a:pt x="106" y="1"/>
                    <a:pt x="106" y="1"/>
                  </a:cubicBezTo>
                  <a:cubicBezTo>
                    <a:pt x="105" y="0"/>
                    <a:pt x="104" y="0"/>
                    <a:pt x="103" y="1"/>
                  </a:cubicBezTo>
                  <a:cubicBezTo>
                    <a:pt x="102" y="2"/>
                    <a:pt x="102" y="3"/>
                    <a:pt x="103" y="4"/>
                  </a:cubicBezTo>
                  <a:cubicBezTo>
                    <a:pt x="120" y="21"/>
                    <a:pt x="120" y="21"/>
                    <a:pt x="120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3" y="21"/>
                    <a:pt x="0" y="24"/>
                    <a:pt x="0" y="2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1" y="78"/>
                    <a:pt x="2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0" name="Freeform 100"/>
          <p:cNvSpPr/>
          <p:nvPr/>
        </p:nvSpPr>
        <p:spPr bwMode="auto">
          <a:xfrm>
            <a:off x="2489201" y="3232156"/>
            <a:ext cx="481013" cy="401638"/>
          </a:xfrm>
          <a:custGeom>
            <a:avLst/>
            <a:gdLst>
              <a:gd name="T0" fmla="*/ 128 w 128"/>
              <a:gd name="T1" fmla="*/ 53 h 107"/>
              <a:gd name="T2" fmla="*/ 126 w 128"/>
              <a:gd name="T3" fmla="*/ 50 h 107"/>
              <a:gd name="T4" fmla="*/ 123 w 128"/>
              <a:gd name="T5" fmla="*/ 53 h 107"/>
              <a:gd name="T6" fmla="*/ 123 w 128"/>
              <a:gd name="T7" fmla="*/ 102 h 107"/>
              <a:gd name="T8" fmla="*/ 5 w 128"/>
              <a:gd name="T9" fmla="*/ 102 h 107"/>
              <a:gd name="T10" fmla="*/ 5 w 128"/>
              <a:gd name="T11" fmla="*/ 25 h 107"/>
              <a:gd name="T12" fmla="*/ 120 w 128"/>
              <a:gd name="T13" fmla="*/ 25 h 107"/>
              <a:gd name="T14" fmla="*/ 103 w 128"/>
              <a:gd name="T15" fmla="*/ 42 h 107"/>
              <a:gd name="T16" fmla="*/ 103 w 128"/>
              <a:gd name="T17" fmla="*/ 46 h 107"/>
              <a:gd name="T18" fmla="*/ 106 w 128"/>
              <a:gd name="T19" fmla="*/ 46 h 107"/>
              <a:gd name="T20" fmla="*/ 127 w 128"/>
              <a:gd name="T21" fmla="*/ 25 h 107"/>
              <a:gd name="T22" fmla="*/ 128 w 128"/>
              <a:gd name="T23" fmla="*/ 23 h 107"/>
              <a:gd name="T24" fmla="*/ 127 w 128"/>
              <a:gd name="T25" fmla="*/ 21 h 107"/>
              <a:gd name="T26" fmla="*/ 106 w 128"/>
              <a:gd name="T27" fmla="*/ 0 h 107"/>
              <a:gd name="T28" fmla="*/ 103 w 128"/>
              <a:gd name="T29" fmla="*/ 0 h 107"/>
              <a:gd name="T30" fmla="*/ 102 w 128"/>
              <a:gd name="T31" fmla="*/ 2 h 107"/>
              <a:gd name="T32" fmla="*/ 103 w 128"/>
              <a:gd name="T33" fmla="*/ 4 h 107"/>
              <a:gd name="T34" fmla="*/ 120 w 128"/>
              <a:gd name="T35" fmla="*/ 21 h 107"/>
              <a:gd name="T36" fmla="*/ 6 w 128"/>
              <a:gd name="T37" fmla="*/ 21 h 107"/>
              <a:gd name="T38" fmla="*/ 0 w 128"/>
              <a:gd name="T39" fmla="*/ 27 h 107"/>
              <a:gd name="T40" fmla="*/ 0 w 128"/>
              <a:gd name="T41" fmla="*/ 101 h 107"/>
              <a:gd name="T42" fmla="*/ 6 w 128"/>
              <a:gd name="T43" fmla="*/ 107 h 107"/>
              <a:gd name="T44" fmla="*/ 122 w 128"/>
              <a:gd name="T45" fmla="*/ 107 h 107"/>
              <a:gd name="T46" fmla="*/ 128 w 128"/>
              <a:gd name="T47" fmla="*/ 101 h 107"/>
              <a:gd name="T48" fmla="*/ 128 w 128"/>
              <a:gd name="T49" fmla="*/ 53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" h="107">
                <a:moveTo>
                  <a:pt x="128" y="53"/>
                </a:moveTo>
                <a:cubicBezTo>
                  <a:pt x="128" y="51"/>
                  <a:pt x="127" y="50"/>
                  <a:pt x="126" y="50"/>
                </a:cubicBezTo>
                <a:cubicBezTo>
                  <a:pt x="124" y="50"/>
                  <a:pt x="123" y="51"/>
                  <a:pt x="123" y="53"/>
                </a:cubicBezTo>
                <a:cubicBezTo>
                  <a:pt x="123" y="102"/>
                  <a:pt x="123" y="102"/>
                  <a:pt x="123" y="102"/>
                </a:cubicBezTo>
                <a:cubicBezTo>
                  <a:pt x="5" y="102"/>
                  <a:pt x="5" y="102"/>
                  <a:pt x="5" y="102"/>
                </a:cubicBezTo>
                <a:cubicBezTo>
                  <a:pt x="5" y="25"/>
                  <a:pt x="5" y="25"/>
                  <a:pt x="5" y="25"/>
                </a:cubicBezTo>
                <a:cubicBezTo>
                  <a:pt x="120" y="25"/>
                  <a:pt x="120" y="25"/>
                  <a:pt x="120" y="25"/>
                </a:cubicBezTo>
                <a:cubicBezTo>
                  <a:pt x="103" y="42"/>
                  <a:pt x="103" y="42"/>
                  <a:pt x="103" y="42"/>
                </a:cubicBezTo>
                <a:cubicBezTo>
                  <a:pt x="102" y="43"/>
                  <a:pt x="102" y="45"/>
                  <a:pt x="103" y="46"/>
                </a:cubicBezTo>
                <a:cubicBezTo>
                  <a:pt x="104" y="47"/>
                  <a:pt x="105" y="47"/>
                  <a:pt x="106" y="46"/>
                </a:cubicBezTo>
                <a:cubicBezTo>
                  <a:pt x="127" y="25"/>
                  <a:pt x="127" y="25"/>
                  <a:pt x="127" y="25"/>
                </a:cubicBezTo>
                <a:cubicBezTo>
                  <a:pt x="128" y="24"/>
                  <a:pt x="128" y="24"/>
                  <a:pt x="128" y="23"/>
                </a:cubicBezTo>
                <a:cubicBezTo>
                  <a:pt x="128" y="22"/>
                  <a:pt x="128" y="22"/>
                  <a:pt x="127" y="21"/>
                </a:cubicBezTo>
                <a:cubicBezTo>
                  <a:pt x="106" y="0"/>
                  <a:pt x="106" y="0"/>
                  <a:pt x="106" y="0"/>
                </a:cubicBezTo>
                <a:cubicBezTo>
                  <a:pt x="105" y="0"/>
                  <a:pt x="104" y="0"/>
                  <a:pt x="103" y="0"/>
                </a:cubicBezTo>
                <a:cubicBezTo>
                  <a:pt x="103" y="1"/>
                  <a:pt x="102" y="1"/>
                  <a:pt x="102" y="2"/>
                </a:cubicBezTo>
                <a:cubicBezTo>
                  <a:pt x="102" y="3"/>
                  <a:pt x="103" y="3"/>
                  <a:pt x="103" y="4"/>
                </a:cubicBezTo>
                <a:cubicBezTo>
                  <a:pt x="120" y="21"/>
                  <a:pt x="120" y="21"/>
                  <a:pt x="120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3" y="21"/>
                  <a:pt x="0" y="23"/>
                  <a:pt x="0" y="27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104"/>
                  <a:pt x="3" y="107"/>
                  <a:pt x="6" y="107"/>
                </a:cubicBezTo>
                <a:cubicBezTo>
                  <a:pt x="122" y="107"/>
                  <a:pt x="122" y="107"/>
                  <a:pt x="122" y="107"/>
                </a:cubicBezTo>
                <a:cubicBezTo>
                  <a:pt x="125" y="107"/>
                  <a:pt x="128" y="104"/>
                  <a:pt x="128" y="101"/>
                </a:cubicBezTo>
                <a:lnTo>
                  <a:pt x="128" y="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Freeform 101"/>
          <p:cNvSpPr/>
          <p:nvPr/>
        </p:nvSpPr>
        <p:spPr bwMode="auto">
          <a:xfrm>
            <a:off x="1528763" y="3190881"/>
            <a:ext cx="454025" cy="250825"/>
          </a:xfrm>
          <a:custGeom>
            <a:avLst/>
            <a:gdLst>
              <a:gd name="T0" fmla="*/ 22 w 121"/>
              <a:gd name="T1" fmla="*/ 22 h 67"/>
              <a:gd name="T2" fmla="*/ 41 w 121"/>
              <a:gd name="T3" fmla="*/ 10 h 67"/>
              <a:gd name="T4" fmla="*/ 87 w 121"/>
              <a:gd name="T5" fmla="*/ 10 h 67"/>
              <a:gd name="T6" fmla="*/ 106 w 121"/>
              <a:gd name="T7" fmla="*/ 22 h 67"/>
              <a:gd name="T8" fmla="*/ 111 w 121"/>
              <a:gd name="T9" fmla="*/ 28 h 67"/>
              <a:gd name="T10" fmla="*/ 113 w 121"/>
              <a:gd name="T11" fmla="*/ 30 h 67"/>
              <a:gd name="T12" fmla="*/ 89 w 121"/>
              <a:gd name="T13" fmla="*/ 30 h 67"/>
              <a:gd name="T14" fmla="*/ 86 w 121"/>
              <a:gd name="T15" fmla="*/ 32 h 67"/>
              <a:gd name="T16" fmla="*/ 89 w 121"/>
              <a:gd name="T17" fmla="*/ 35 h 67"/>
              <a:gd name="T18" fmla="*/ 118 w 121"/>
              <a:gd name="T19" fmla="*/ 35 h 67"/>
              <a:gd name="T20" fmla="*/ 121 w 121"/>
              <a:gd name="T21" fmla="*/ 32 h 67"/>
              <a:gd name="T22" fmla="*/ 121 w 121"/>
              <a:gd name="T23" fmla="*/ 3 h 67"/>
              <a:gd name="T24" fmla="*/ 118 w 121"/>
              <a:gd name="T25" fmla="*/ 0 h 67"/>
              <a:gd name="T26" fmla="*/ 116 w 121"/>
              <a:gd name="T27" fmla="*/ 3 h 67"/>
              <a:gd name="T28" fmla="*/ 116 w 121"/>
              <a:gd name="T29" fmla="*/ 27 h 67"/>
              <a:gd name="T30" fmla="*/ 114 w 121"/>
              <a:gd name="T31" fmla="*/ 24 h 67"/>
              <a:gd name="T32" fmla="*/ 64 w 121"/>
              <a:gd name="T33" fmla="*/ 0 h 67"/>
              <a:gd name="T34" fmla="*/ 0 w 121"/>
              <a:gd name="T35" fmla="*/ 64 h 67"/>
              <a:gd name="T36" fmla="*/ 2 w 121"/>
              <a:gd name="T37" fmla="*/ 67 h 67"/>
              <a:gd name="T38" fmla="*/ 5 w 121"/>
              <a:gd name="T39" fmla="*/ 64 h 67"/>
              <a:gd name="T40" fmla="*/ 9 w 121"/>
              <a:gd name="T41" fmla="*/ 41 h 67"/>
              <a:gd name="T42" fmla="*/ 22 w 121"/>
              <a:gd name="T43" fmla="*/ 22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1" h="67">
                <a:moveTo>
                  <a:pt x="22" y="22"/>
                </a:moveTo>
                <a:cubicBezTo>
                  <a:pt x="27" y="17"/>
                  <a:pt x="34" y="13"/>
                  <a:pt x="41" y="10"/>
                </a:cubicBezTo>
                <a:cubicBezTo>
                  <a:pt x="55" y="3"/>
                  <a:pt x="72" y="3"/>
                  <a:pt x="87" y="10"/>
                </a:cubicBezTo>
                <a:cubicBezTo>
                  <a:pt x="94" y="13"/>
                  <a:pt x="101" y="17"/>
                  <a:pt x="106" y="22"/>
                </a:cubicBezTo>
                <a:cubicBezTo>
                  <a:pt x="108" y="24"/>
                  <a:pt x="109" y="26"/>
                  <a:pt x="111" y="28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89" y="30"/>
                  <a:pt x="89" y="30"/>
                  <a:pt x="89" y="30"/>
                </a:cubicBezTo>
                <a:cubicBezTo>
                  <a:pt x="87" y="30"/>
                  <a:pt x="86" y="31"/>
                  <a:pt x="86" y="32"/>
                </a:cubicBezTo>
                <a:cubicBezTo>
                  <a:pt x="86" y="34"/>
                  <a:pt x="87" y="35"/>
                  <a:pt x="89" y="35"/>
                </a:cubicBezTo>
                <a:cubicBezTo>
                  <a:pt x="118" y="35"/>
                  <a:pt x="118" y="35"/>
                  <a:pt x="118" y="35"/>
                </a:cubicBezTo>
                <a:cubicBezTo>
                  <a:pt x="120" y="35"/>
                  <a:pt x="121" y="34"/>
                  <a:pt x="121" y="32"/>
                </a:cubicBezTo>
                <a:cubicBezTo>
                  <a:pt x="121" y="3"/>
                  <a:pt x="121" y="3"/>
                  <a:pt x="121" y="3"/>
                </a:cubicBezTo>
                <a:cubicBezTo>
                  <a:pt x="121" y="1"/>
                  <a:pt x="120" y="0"/>
                  <a:pt x="118" y="0"/>
                </a:cubicBezTo>
                <a:cubicBezTo>
                  <a:pt x="117" y="0"/>
                  <a:pt x="116" y="1"/>
                  <a:pt x="116" y="3"/>
                </a:cubicBezTo>
                <a:cubicBezTo>
                  <a:pt x="116" y="27"/>
                  <a:pt x="116" y="27"/>
                  <a:pt x="116" y="27"/>
                </a:cubicBezTo>
                <a:cubicBezTo>
                  <a:pt x="114" y="24"/>
                  <a:pt x="114" y="24"/>
                  <a:pt x="114" y="24"/>
                </a:cubicBezTo>
                <a:cubicBezTo>
                  <a:pt x="101" y="9"/>
                  <a:pt x="83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6"/>
                  <a:pt x="1" y="67"/>
                  <a:pt x="2" y="67"/>
                </a:cubicBezTo>
                <a:cubicBezTo>
                  <a:pt x="4" y="67"/>
                  <a:pt x="5" y="66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8"/>
                  <a:pt x="22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Freeform 102"/>
          <p:cNvSpPr/>
          <p:nvPr/>
        </p:nvSpPr>
        <p:spPr bwMode="auto">
          <a:xfrm>
            <a:off x="1555750" y="3422656"/>
            <a:ext cx="454025" cy="249238"/>
          </a:xfrm>
          <a:custGeom>
            <a:avLst/>
            <a:gdLst>
              <a:gd name="T0" fmla="*/ 119 w 121"/>
              <a:gd name="T1" fmla="*/ 0 h 66"/>
              <a:gd name="T2" fmla="*/ 116 w 121"/>
              <a:gd name="T3" fmla="*/ 2 h 66"/>
              <a:gd name="T4" fmla="*/ 112 w 121"/>
              <a:gd name="T5" fmla="*/ 25 h 66"/>
              <a:gd name="T6" fmla="*/ 99 w 121"/>
              <a:gd name="T7" fmla="*/ 44 h 66"/>
              <a:gd name="T8" fmla="*/ 80 w 121"/>
              <a:gd name="T9" fmla="*/ 57 h 66"/>
              <a:gd name="T10" fmla="*/ 34 w 121"/>
              <a:gd name="T11" fmla="*/ 57 h 66"/>
              <a:gd name="T12" fmla="*/ 15 w 121"/>
              <a:gd name="T13" fmla="*/ 44 h 66"/>
              <a:gd name="T14" fmla="*/ 10 w 121"/>
              <a:gd name="T15" fmla="*/ 39 h 66"/>
              <a:gd name="T16" fmla="*/ 8 w 121"/>
              <a:gd name="T17" fmla="*/ 37 h 66"/>
              <a:gd name="T18" fmla="*/ 32 w 121"/>
              <a:gd name="T19" fmla="*/ 37 h 66"/>
              <a:gd name="T20" fmla="*/ 35 w 121"/>
              <a:gd name="T21" fmla="*/ 34 h 66"/>
              <a:gd name="T22" fmla="*/ 32 w 121"/>
              <a:gd name="T23" fmla="*/ 32 h 66"/>
              <a:gd name="T24" fmla="*/ 3 w 121"/>
              <a:gd name="T25" fmla="*/ 32 h 66"/>
              <a:gd name="T26" fmla="*/ 0 w 121"/>
              <a:gd name="T27" fmla="*/ 34 h 66"/>
              <a:gd name="T28" fmla="*/ 0 w 121"/>
              <a:gd name="T29" fmla="*/ 64 h 66"/>
              <a:gd name="T30" fmla="*/ 3 w 121"/>
              <a:gd name="T31" fmla="*/ 66 h 66"/>
              <a:gd name="T32" fmla="*/ 5 w 121"/>
              <a:gd name="T33" fmla="*/ 64 h 66"/>
              <a:gd name="T34" fmla="*/ 5 w 121"/>
              <a:gd name="T35" fmla="*/ 40 h 66"/>
              <a:gd name="T36" fmla="*/ 7 w 121"/>
              <a:gd name="T37" fmla="*/ 43 h 66"/>
              <a:gd name="T38" fmla="*/ 57 w 121"/>
              <a:gd name="T39" fmla="*/ 66 h 66"/>
              <a:gd name="T40" fmla="*/ 121 w 121"/>
              <a:gd name="T41" fmla="*/ 2 h 66"/>
              <a:gd name="T42" fmla="*/ 119 w 121"/>
              <a:gd name="T43" fmla="*/ 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1" h="66">
                <a:moveTo>
                  <a:pt x="119" y="0"/>
                </a:moveTo>
                <a:cubicBezTo>
                  <a:pt x="117" y="0"/>
                  <a:pt x="116" y="1"/>
                  <a:pt x="116" y="2"/>
                </a:cubicBezTo>
                <a:cubicBezTo>
                  <a:pt x="116" y="10"/>
                  <a:pt x="115" y="18"/>
                  <a:pt x="112" y="25"/>
                </a:cubicBezTo>
                <a:cubicBezTo>
                  <a:pt x="109" y="33"/>
                  <a:pt x="104" y="39"/>
                  <a:pt x="99" y="44"/>
                </a:cubicBezTo>
                <a:cubicBezTo>
                  <a:pt x="94" y="50"/>
                  <a:pt x="87" y="54"/>
                  <a:pt x="80" y="57"/>
                </a:cubicBezTo>
                <a:cubicBezTo>
                  <a:pt x="65" y="63"/>
                  <a:pt x="49" y="63"/>
                  <a:pt x="34" y="57"/>
                </a:cubicBezTo>
                <a:cubicBezTo>
                  <a:pt x="27" y="54"/>
                  <a:pt x="20" y="50"/>
                  <a:pt x="15" y="44"/>
                </a:cubicBezTo>
                <a:cubicBezTo>
                  <a:pt x="13" y="43"/>
                  <a:pt x="12" y="41"/>
                  <a:pt x="10" y="39"/>
                </a:cubicBezTo>
                <a:cubicBezTo>
                  <a:pt x="8" y="37"/>
                  <a:pt x="8" y="37"/>
                  <a:pt x="8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4" y="37"/>
                  <a:pt x="35" y="36"/>
                  <a:pt x="35" y="34"/>
                </a:cubicBezTo>
                <a:cubicBezTo>
                  <a:pt x="35" y="33"/>
                  <a:pt x="34" y="32"/>
                  <a:pt x="32" y="32"/>
                </a:cubicBezTo>
                <a:cubicBezTo>
                  <a:pt x="3" y="32"/>
                  <a:pt x="3" y="32"/>
                  <a:pt x="3" y="32"/>
                </a:cubicBezTo>
                <a:cubicBezTo>
                  <a:pt x="1" y="32"/>
                  <a:pt x="0" y="33"/>
                  <a:pt x="0" y="3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5"/>
                  <a:pt x="1" y="66"/>
                  <a:pt x="3" y="66"/>
                </a:cubicBezTo>
                <a:cubicBezTo>
                  <a:pt x="4" y="66"/>
                  <a:pt x="5" y="65"/>
                  <a:pt x="5" y="64"/>
                </a:cubicBezTo>
                <a:cubicBezTo>
                  <a:pt x="5" y="40"/>
                  <a:pt x="5" y="40"/>
                  <a:pt x="5" y="40"/>
                </a:cubicBezTo>
                <a:cubicBezTo>
                  <a:pt x="7" y="43"/>
                  <a:pt x="7" y="43"/>
                  <a:pt x="7" y="43"/>
                </a:cubicBezTo>
                <a:cubicBezTo>
                  <a:pt x="20" y="58"/>
                  <a:pt x="38" y="66"/>
                  <a:pt x="57" y="66"/>
                </a:cubicBezTo>
                <a:cubicBezTo>
                  <a:pt x="92" y="66"/>
                  <a:pt x="121" y="38"/>
                  <a:pt x="121" y="2"/>
                </a:cubicBezTo>
                <a:cubicBezTo>
                  <a:pt x="121" y="1"/>
                  <a:pt x="120" y="0"/>
                  <a:pt x="1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Freeform 103"/>
          <p:cNvSpPr/>
          <p:nvPr/>
        </p:nvSpPr>
        <p:spPr bwMode="auto">
          <a:xfrm>
            <a:off x="568325" y="3190881"/>
            <a:ext cx="479425" cy="481013"/>
          </a:xfrm>
          <a:custGeom>
            <a:avLst/>
            <a:gdLst>
              <a:gd name="T0" fmla="*/ 126 w 128"/>
              <a:gd name="T1" fmla="*/ 62 h 128"/>
              <a:gd name="T2" fmla="*/ 123 w 128"/>
              <a:gd name="T3" fmla="*/ 64 h 128"/>
              <a:gd name="T4" fmla="*/ 119 w 128"/>
              <a:gd name="T5" fmla="*/ 87 h 128"/>
              <a:gd name="T6" fmla="*/ 106 w 128"/>
              <a:gd name="T7" fmla="*/ 106 h 128"/>
              <a:gd name="T8" fmla="*/ 87 w 128"/>
              <a:gd name="T9" fmla="*/ 119 h 128"/>
              <a:gd name="T10" fmla="*/ 41 w 128"/>
              <a:gd name="T11" fmla="*/ 119 h 128"/>
              <a:gd name="T12" fmla="*/ 22 w 128"/>
              <a:gd name="T13" fmla="*/ 106 h 128"/>
              <a:gd name="T14" fmla="*/ 9 w 128"/>
              <a:gd name="T15" fmla="*/ 87 h 128"/>
              <a:gd name="T16" fmla="*/ 5 w 128"/>
              <a:gd name="T17" fmla="*/ 64 h 128"/>
              <a:gd name="T18" fmla="*/ 9 w 128"/>
              <a:gd name="T19" fmla="*/ 41 h 128"/>
              <a:gd name="T20" fmla="*/ 22 w 128"/>
              <a:gd name="T21" fmla="*/ 22 h 128"/>
              <a:gd name="T22" fmla="*/ 41 w 128"/>
              <a:gd name="T23" fmla="*/ 10 h 128"/>
              <a:gd name="T24" fmla="*/ 87 w 128"/>
              <a:gd name="T25" fmla="*/ 10 h 128"/>
              <a:gd name="T26" fmla="*/ 106 w 128"/>
              <a:gd name="T27" fmla="*/ 22 h 128"/>
              <a:gd name="T28" fmla="*/ 111 w 128"/>
              <a:gd name="T29" fmla="*/ 28 h 128"/>
              <a:gd name="T30" fmla="*/ 113 w 128"/>
              <a:gd name="T31" fmla="*/ 30 h 128"/>
              <a:gd name="T32" fmla="*/ 89 w 128"/>
              <a:gd name="T33" fmla="*/ 30 h 128"/>
              <a:gd name="T34" fmla="*/ 86 w 128"/>
              <a:gd name="T35" fmla="*/ 32 h 128"/>
              <a:gd name="T36" fmla="*/ 89 w 128"/>
              <a:gd name="T37" fmla="*/ 35 h 128"/>
              <a:gd name="T38" fmla="*/ 118 w 128"/>
              <a:gd name="T39" fmla="*/ 35 h 128"/>
              <a:gd name="T40" fmla="*/ 121 w 128"/>
              <a:gd name="T41" fmla="*/ 32 h 128"/>
              <a:gd name="T42" fmla="*/ 121 w 128"/>
              <a:gd name="T43" fmla="*/ 3 h 128"/>
              <a:gd name="T44" fmla="*/ 118 w 128"/>
              <a:gd name="T45" fmla="*/ 0 h 128"/>
              <a:gd name="T46" fmla="*/ 116 w 128"/>
              <a:gd name="T47" fmla="*/ 3 h 128"/>
              <a:gd name="T48" fmla="*/ 116 w 128"/>
              <a:gd name="T49" fmla="*/ 27 h 128"/>
              <a:gd name="T50" fmla="*/ 114 w 128"/>
              <a:gd name="T51" fmla="*/ 24 h 128"/>
              <a:gd name="T52" fmla="*/ 64 w 128"/>
              <a:gd name="T53" fmla="*/ 0 h 128"/>
              <a:gd name="T54" fmla="*/ 0 w 128"/>
              <a:gd name="T55" fmla="*/ 64 h 128"/>
              <a:gd name="T56" fmla="*/ 64 w 128"/>
              <a:gd name="T57" fmla="*/ 128 h 128"/>
              <a:gd name="T58" fmla="*/ 128 w 128"/>
              <a:gd name="T59" fmla="*/ 64 h 128"/>
              <a:gd name="T60" fmla="*/ 126 w 128"/>
              <a:gd name="T61" fmla="*/ 6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" h="128">
                <a:moveTo>
                  <a:pt x="126" y="62"/>
                </a:moveTo>
                <a:cubicBezTo>
                  <a:pt x="124" y="62"/>
                  <a:pt x="123" y="63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5"/>
                  <a:pt x="111" y="101"/>
                  <a:pt x="106" y="106"/>
                </a:cubicBezTo>
                <a:cubicBezTo>
                  <a:pt x="101" y="112"/>
                  <a:pt x="94" y="116"/>
                  <a:pt x="87" y="119"/>
                </a:cubicBezTo>
                <a:cubicBezTo>
                  <a:pt x="72" y="125"/>
                  <a:pt x="56" y="125"/>
                  <a:pt x="41" y="119"/>
                </a:cubicBezTo>
                <a:cubicBezTo>
                  <a:pt x="34" y="116"/>
                  <a:pt x="27" y="112"/>
                  <a:pt x="22" y="106"/>
                </a:cubicBezTo>
                <a:cubicBezTo>
                  <a:pt x="17" y="101"/>
                  <a:pt x="12" y="95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9"/>
                  <a:pt x="9" y="41"/>
                </a:cubicBezTo>
                <a:cubicBezTo>
                  <a:pt x="12" y="34"/>
                  <a:pt x="17" y="28"/>
                  <a:pt x="22" y="22"/>
                </a:cubicBezTo>
                <a:cubicBezTo>
                  <a:pt x="27" y="17"/>
                  <a:pt x="34" y="13"/>
                  <a:pt x="41" y="10"/>
                </a:cubicBezTo>
                <a:cubicBezTo>
                  <a:pt x="55" y="3"/>
                  <a:pt x="72" y="3"/>
                  <a:pt x="87" y="10"/>
                </a:cubicBezTo>
                <a:cubicBezTo>
                  <a:pt x="94" y="13"/>
                  <a:pt x="101" y="17"/>
                  <a:pt x="106" y="22"/>
                </a:cubicBezTo>
                <a:cubicBezTo>
                  <a:pt x="108" y="24"/>
                  <a:pt x="109" y="26"/>
                  <a:pt x="111" y="28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89" y="30"/>
                  <a:pt x="89" y="30"/>
                  <a:pt x="89" y="30"/>
                </a:cubicBezTo>
                <a:cubicBezTo>
                  <a:pt x="87" y="30"/>
                  <a:pt x="86" y="31"/>
                  <a:pt x="86" y="32"/>
                </a:cubicBezTo>
                <a:cubicBezTo>
                  <a:pt x="86" y="34"/>
                  <a:pt x="87" y="35"/>
                  <a:pt x="89" y="35"/>
                </a:cubicBezTo>
                <a:cubicBezTo>
                  <a:pt x="118" y="35"/>
                  <a:pt x="118" y="35"/>
                  <a:pt x="118" y="35"/>
                </a:cubicBezTo>
                <a:cubicBezTo>
                  <a:pt x="120" y="35"/>
                  <a:pt x="121" y="34"/>
                  <a:pt x="121" y="32"/>
                </a:cubicBezTo>
                <a:cubicBezTo>
                  <a:pt x="121" y="3"/>
                  <a:pt x="121" y="3"/>
                  <a:pt x="121" y="3"/>
                </a:cubicBezTo>
                <a:cubicBezTo>
                  <a:pt x="121" y="1"/>
                  <a:pt x="120" y="0"/>
                  <a:pt x="118" y="0"/>
                </a:cubicBezTo>
                <a:cubicBezTo>
                  <a:pt x="117" y="0"/>
                  <a:pt x="116" y="1"/>
                  <a:pt x="116" y="3"/>
                </a:cubicBezTo>
                <a:cubicBezTo>
                  <a:pt x="116" y="27"/>
                  <a:pt x="116" y="27"/>
                  <a:pt x="116" y="27"/>
                </a:cubicBezTo>
                <a:cubicBezTo>
                  <a:pt x="114" y="24"/>
                  <a:pt x="114" y="24"/>
                  <a:pt x="114" y="24"/>
                </a:cubicBezTo>
                <a:cubicBezTo>
                  <a:pt x="101" y="9"/>
                  <a:pt x="83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99" y="128"/>
                  <a:pt x="128" y="100"/>
                  <a:pt x="128" y="64"/>
                </a:cubicBezTo>
                <a:cubicBezTo>
                  <a:pt x="128" y="63"/>
                  <a:pt x="127" y="62"/>
                  <a:pt x="126" y="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11139491" y="2228854"/>
            <a:ext cx="481013" cy="481013"/>
            <a:chOff x="11139491" y="2228854"/>
            <a:chExt cx="481013" cy="481013"/>
          </a:xfrm>
          <a:solidFill>
            <a:schemeClr val="accent1"/>
          </a:solidFill>
        </p:grpSpPr>
        <p:sp>
          <p:nvSpPr>
            <p:cNvPr id="104" name="Freeform 104"/>
            <p:cNvSpPr/>
            <p:nvPr/>
          </p:nvSpPr>
          <p:spPr bwMode="auto">
            <a:xfrm>
              <a:off x="11139491" y="2382841"/>
              <a:ext cx="323850" cy="176213"/>
            </a:xfrm>
            <a:custGeom>
              <a:avLst/>
              <a:gdLst>
                <a:gd name="T0" fmla="*/ 61 w 86"/>
                <a:gd name="T1" fmla="*/ 43 h 47"/>
                <a:gd name="T2" fmla="*/ 61 w 86"/>
                <a:gd name="T3" fmla="*/ 46 h 47"/>
                <a:gd name="T4" fmla="*/ 64 w 86"/>
                <a:gd name="T5" fmla="*/ 46 h 47"/>
                <a:gd name="T6" fmla="*/ 85 w 86"/>
                <a:gd name="T7" fmla="*/ 25 h 47"/>
                <a:gd name="T8" fmla="*/ 85 w 86"/>
                <a:gd name="T9" fmla="*/ 22 h 47"/>
                <a:gd name="T10" fmla="*/ 86 w 86"/>
                <a:gd name="T11" fmla="*/ 22 h 47"/>
                <a:gd name="T12" fmla="*/ 64 w 86"/>
                <a:gd name="T13" fmla="*/ 1 h 47"/>
                <a:gd name="T14" fmla="*/ 61 w 86"/>
                <a:gd name="T15" fmla="*/ 1 h 47"/>
                <a:gd name="T16" fmla="*/ 61 w 86"/>
                <a:gd name="T17" fmla="*/ 4 h 47"/>
                <a:gd name="T18" fmla="*/ 78 w 86"/>
                <a:gd name="T19" fmla="*/ 21 h 47"/>
                <a:gd name="T20" fmla="*/ 2 w 86"/>
                <a:gd name="T21" fmla="*/ 21 h 47"/>
                <a:gd name="T22" fmla="*/ 0 w 86"/>
                <a:gd name="T23" fmla="*/ 23 h 47"/>
                <a:gd name="T24" fmla="*/ 2 w 86"/>
                <a:gd name="T25" fmla="*/ 25 h 47"/>
                <a:gd name="T26" fmla="*/ 78 w 86"/>
                <a:gd name="T27" fmla="*/ 26 h 47"/>
                <a:gd name="T28" fmla="*/ 61 w 86"/>
                <a:gd name="T29" fmla="*/ 4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6" h="47">
                  <a:moveTo>
                    <a:pt x="61" y="43"/>
                  </a:moveTo>
                  <a:cubicBezTo>
                    <a:pt x="60" y="43"/>
                    <a:pt x="60" y="45"/>
                    <a:pt x="61" y="46"/>
                  </a:cubicBezTo>
                  <a:cubicBezTo>
                    <a:pt x="62" y="47"/>
                    <a:pt x="64" y="47"/>
                    <a:pt x="64" y="46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86" y="24"/>
                    <a:pt x="86" y="22"/>
                    <a:pt x="85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4" y="20"/>
                    <a:pt x="80" y="16"/>
                    <a:pt x="64" y="1"/>
                  </a:cubicBezTo>
                  <a:cubicBezTo>
                    <a:pt x="64" y="0"/>
                    <a:pt x="62" y="0"/>
                    <a:pt x="61" y="1"/>
                  </a:cubicBezTo>
                  <a:cubicBezTo>
                    <a:pt x="60" y="2"/>
                    <a:pt x="60" y="3"/>
                    <a:pt x="61" y="4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2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78" y="26"/>
                    <a:pt x="78" y="26"/>
                    <a:pt x="78" y="26"/>
                  </a:cubicBezTo>
                  <a:lnTo>
                    <a:pt x="61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5" name="Freeform 105"/>
            <p:cNvSpPr/>
            <p:nvPr/>
          </p:nvSpPr>
          <p:spPr bwMode="auto">
            <a:xfrm>
              <a:off x="11268079" y="2228854"/>
              <a:ext cx="352425" cy="481013"/>
            </a:xfrm>
            <a:custGeom>
              <a:avLst/>
              <a:gdLst>
                <a:gd name="T0" fmla="*/ 88 w 94"/>
                <a:gd name="T1" fmla="*/ 0 h 128"/>
                <a:gd name="T2" fmla="*/ 6 w 94"/>
                <a:gd name="T3" fmla="*/ 0 h 128"/>
                <a:gd name="T4" fmla="*/ 2 w 94"/>
                <a:gd name="T5" fmla="*/ 2 h 128"/>
                <a:gd name="T6" fmla="*/ 0 w 94"/>
                <a:gd name="T7" fmla="*/ 6 h 128"/>
                <a:gd name="T8" fmla="*/ 0 w 94"/>
                <a:gd name="T9" fmla="*/ 36 h 128"/>
                <a:gd name="T10" fmla="*/ 3 w 94"/>
                <a:gd name="T11" fmla="*/ 38 h 128"/>
                <a:gd name="T12" fmla="*/ 5 w 94"/>
                <a:gd name="T13" fmla="*/ 36 h 128"/>
                <a:gd name="T14" fmla="*/ 5 w 94"/>
                <a:gd name="T15" fmla="*/ 5 h 128"/>
                <a:gd name="T16" fmla="*/ 89 w 94"/>
                <a:gd name="T17" fmla="*/ 5 h 128"/>
                <a:gd name="T18" fmla="*/ 89 w 94"/>
                <a:gd name="T19" fmla="*/ 124 h 128"/>
                <a:gd name="T20" fmla="*/ 5 w 94"/>
                <a:gd name="T21" fmla="*/ 124 h 128"/>
                <a:gd name="T22" fmla="*/ 5 w 94"/>
                <a:gd name="T23" fmla="*/ 93 h 128"/>
                <a:gd name="T24" fmla="*/ 3 w 94"/>
                <a:gd name="T25" fmla="*/ 90 h 128"/>
                <a:gd name="T26" fmla="*/ 0 w 94"/>
                <a:gd name="T27" fmla="*/ 93 h 128"/>
                <a:gd name="T28" fmla="*/ 0 w 94"/>
                <a:gd name="T29" fmla="*/ 122 h 128"/>
                <a:gd name="T30" fmla="*/ 6 w 94"/>
                <a:gd name="T31" fmla="*/ 128 h 128"/>
                <a:gd name="T32" fmla="*/ 88 w 94"/>
                <a:gd name="T33" fmla="*/ 128 h 128"/>
                <a:gd name="T34" fmla="*/ 94 w 94"/>
                <a:gd name="T35" fmla="*/ 122 h 128"/>
                <a:gd name="T36" fmla="*/ 94 w 94"/>
                <a:gd name="T37" fmla="*/ 6 h 128"/>
                <a:gd name="T38" fmla="*/ 88 w 94"/>
                <a:gd name="T3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4" h="128">
                  <a:moveTo>
                    <a:pt x="8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5"/>
                    <a:pt x="0" y="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7"/>
                    <a:pt x="1" y="38"/>
                    <a:pt x="3" y="38"/>
                  </a:cubicBezTo>
                  <a:cubicBezTo>
                    <a:pt x="4" y="38"/>
                    <a:pt x="5" y="37"/>
                    <a:pt x="5" y="3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9" y="124"/>
                    <a:pt x="89" y="124"/>
                    <a:pt x="89" y="124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5" y="91"/>
                    <a:pt x="4" y="90"/>
                    <a:pt x="3" y="90"/>
                  </a:cubicBezTo>
                  <a:cubicBezTo>
                    <a:pt x="1" y="90"/>
                    <a:pt x="0" y="91"/>
                    <a:pt x="0" y="93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6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6"/>
                    <a:pt x="94" y="122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3"/>
                    <a:pt x="91" y="0"/>
                    <a:pt x="8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6" name="Freeform 106"/>
          <p:cNvSpPr/>
          <p:nvPr/>
        </p:nvSpPr>
        <p:spPr bwMode="auto">
          <a:xfrm>
            <a:off x="10179053" y="2228854"/>
            <a:ext cx="481013" cy="481013"/>
          </a:xfrm>
          <a:custGeom>
            <a:avLst/>
            <a:gdLst>
              <a:gd name="T0" fmla="*/ 127 w 128"/>
              <a:gd name="T1" fmla="*/ 63 h 128"/>
              <a:gd name="T2" fmla="*/ 106 w 128"/>
              <a:gd name="T3" fmla="*/ 42 h 128"/>
              <a:gd name="T4" fmla="*/ 103 w 128"/>
              <a:gd name="T5" fmla="*/ 42 h 128"/>
              <a:gd name="T6" fmla="*/ 103 w 128"/>
              <a:gd name="T7" fmla="*/ 45 h 128"/>
              <a:gd name="T8" fmla="*/ 120 w 128"/>
              <a:gd name="T9" fmla="*/ 62 h 128"/>
              <a:gd name="T10" fmla="*/ 66 w 128"/>
              <a:gd name="T11" fmla="*/ 62 h 128"/>
              <a:gd name="T12" fmla="*/ 66 w 128"/>
              <a:gd name="T13" fmla="*/ 8 h 128"/>
              <a:gd name="T14" fmla="*/ 83 w 128"/>
              <a:gd name="T15" fmla="*/ 25 h 128"/>
              <a:gd name="T16" fmla="*/ 87 w 128"/>
              <a:gd name="T17" fmla="*/ 25 h 128"/>
              <a:gd name="T18" fmla="*/ 87 w 128"/>
              <a:gd name="T19" fmla="*/ 22 h 128"/>
              <a:gd name="T20" fmla="*/ 66 w 128"/>
              <a:gd name="T21" fmla="*/ 1 h 128"/>
              <a:gd name="T22" fmla="*/ 62 w 128"/>
              <a:gd name="T23" fmla="*/ 1 h 128"/>
              <a:gd name="T24" fmla="*/ 41 w 128"/>
              <a:gd name="T25" fmla="*/ 22 h 128"/>
              <a:gd name="T26" fmla="*/ 41 w 128"/>
              <a:gd name="T27" fmla="*/ 25 h 128"/>
              <a:gd name="T28" fmla="*/ 45 w 128"/>
              <a:gd name="T29" fmla="*/ 25 h 128"/>
              <a:gd name="T30" fmla="*/ 62 w 128"/>
              <a:gd name="T31" fmla="*/ 8 h 128"/>
              <a:gd name="T32" fmla="*/ 62 w 128"/>
              <a:gd name="T33" fmla="*/ 62 h 128"/>
              <a:gd name="T34" fmla="*/ 8 w 128"/>
              <a:gd name="T35" fmla="*/ 62 h 128"/>
              <a:gd name="T36" fmla="*/ 25 w 128"/>
              <a:gd name="T37" fmla="*/ 45 h 128"/>
              <a:gd name="T38" fmla="*/ 25 w 128"/>
              <a:gd name="T39" fmla="*/ 42 h 128"/>
              <a:gd name="T40" fmla="*/ 22 w 128"/>
              <a:gd name="T41" fmla="*/ 42 h 128"/>
              <a:gd name="T42" fmla="*/ 1 w 128"/>
              <a:gd name="T43" fmla="*/ 63 h 128"/>
              <a:gd name="T44" fmla="*/ 1 w 128"/>
              <a:gd name="T45" fmla="*/ 66 h 128"/>
              <a:gd name="T46" fmla="*/ 22 w 128"/>
              <a:gd name="T47" fmla="*/ 87 h 128"/>
              <a:gd name="T48" fmla="*/ 25 w 128"/>
              <a:gd name="T49" fmla="*/ 87 h 128"/>
              <a:gd name="T50" fmla="*/ 26 w 128"/>
              <a:gd name="T51" fmla="*/ 85 h 128"/>
              <a:gd name="T52" fmla="*/ 25 w 128"/>
              <a:gd name="T53" fmla="*/ 84 h 128"/>
              <a:gd name="T54" fmla="*/ 8 w 128"/>
              <a:gd name="T55" fmla="*/ 67 h 128"/>
              <a:gd name="T56" fmla="*/ 62 w 128"/>
              <a:gd name="T57" fmla="*/ 67 h 128"/>
              <a:gd name="T58" fmla="*/ 62 w 128"/>
              <a:gd name="T59" fmla="*/ 120 h 128"/>
              <a:gd name="T60" fmla="*/ 45 w 128"/>
              <a:gd name="T61" fmla="*/ 103 h 128"/>
              <a:gd name="T62" fmla="*/ 43 w 128"/>
              <a:gd name="T63" fmla="*/ 103 h 128"/>
              <a:gd name="T64" fmla="*/ 41 w 128"/>
              <a:gd name="T65" fmla="*/ 103 h 128"/>
              <a:gd name="T66" fmla="*/ 41 w 128"/>
              <a:gd name="T67" fmla="*/ 107 h 128"/>
              <a:gd name="T68" fmla="*/ 62 w 128"/>
              <a:gd name="T69" fmla="*/ 128 h 128"/>
              <a:gd name="T70" fmla="*/ 66 w 128"/>
              <a:gd name="T71" fmla="*/ 128 h 128"/>
              <a:gd name="T72" fmla="*/ 87 w 128"/>
              <a:gd name="T73" fmla="*/ 107 h 128"/>
              <a:gd name="T74" fmla="*/ 87 w 128"/>
              <a:gd name="T75" fmla="*/ 103 h 128"/>
              <a:gd name="T76" fmla="*/ 83 w 128"/>
              <a:gd name="T77" fmla="*/ 103 h 128"/>
              <a:gd name="T78" fmla="*/ 66 w 128"/>
              <a:gd name="T79" fmla="*/ 120 h 128"/>
              <a:gd name="T80" fmla="*/ 66 w 128"/>
              <a:gd name="T81" fmla="*/ 67 h 128"/>
              <a:gd name="T82" fmla="*/ 120 w 128"/>
              <a:gd name="T83" fmla="*/ 67 h 128"/>
              <a:gd name="T84" fmla="*/ 103 w 128"/>
              <a:gd name="T85" fmla="*/ 84 h 128"/>
              <a:gd name="T86" fmla="*/ 102 w 128"/>
              <a:gd name="T87" fmla="*/ 85 h 128"/>
              <a:gd name="T88" fmla="*/ 103 w 128"/>
              <a:gd name="T89" fmla="*/ 87 h 128"/>
              <a:gd name="T90" fmla="*/ 106 w 128"/>
              <a:gd name="T91" fmla="*/ 87 h 128"/>
              <a:gd name="T92" fmla="*/ 127 w 128"/>
              <a:gd name="T93" fmla="*/ 66 h 128"/>
              <a:gd name="T94" fmla="*/ 127 w 128"/>
              <a:gd name="T95" fmla="*/ 6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" h="128">
                <a:moveTo>
                  <a:pt x="127" y="63"/>
                </a:moveTo>
                <a:cubicBezTo>
                  <a:pt x="106" y="42"/>
                  <a:pt x="106" y="42"/>
                  <a:pt x="106" y="42"/>
                </a:cubicBezTo>
                <a:cubicBezTo>
                  <a:pt x="105" y="41"/>
                  <a:pt x="104" y="41"/>
                  <a:pt x="103" y="42"/>
                </a:cubicBezTo>
                <a:cubicBezTo>
                  <a:pt x="102" y="43"/>
                  <a:pt x="102" y="44"/>
                  <a:pt x="103" y="45"/>
                </a:cubicBezTo>
                <a:cubicBezTo>
                  <a:pt x="120" y="62"/>
                  <a:pt x="120" y="62"/>
                  <a:pt x="120" y="62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8"/>
                  <a:pt x="66" y="8"/>
                  <a:pt x="66" y="8"/>
                </a:cubicBezTo>
                <a:cubicBezTo>
                  <a:pt x="83" y="25"/>
                  <a:pt x="83" y="25"/>
                  <a:pt x="83" y="25"/>
                </a:cubicBezTo>
                <a:cubicBezTo>
                  <a:pt x="84" y="26"/>
                  <a:pt x="86" y="26"/>
                  <a:pt x="87" y="25"/>
                </a:cubicBezTo>
                <a:cubicBezTo>
                  <a:pt x="87" y="24"/>
                  <a:pt x="87" y="23"/>
                  <a:pt x="87" y="22"/>
                </a:cubicBezTo>
                <a:cubicBezTo>
                  <a:pt x="66" y="1"/>
                  <a:pt x="66" y="1"/>
                  <a:pt x="66" y="1"/>
                </a:cubicBezTo>
                <a:cubicBezTo>
                  <a:pt x="65" y="0"/>
                  <a:pt x="63" y="0"/>
                  <a:pt x="62" y="1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4"/>
                  <a:pt x="41" y="25"/>
                </a:cubicBezTo>
                <a:cubicBezTo>
                  <a:pt x="42" y="26"/>
                  <a:pt x="44" y="26"/>
                  <a:pt x="45" y="25"/>
                </a:cubicBezTo>
                <a:cubicBezTo>
                  <a:pt x="62" y="8"/>
                  <a:pt x="62" y="8"/>
                  <a:pt x="62" y="8"/>
                </a:cubicBezTo>
                <a:cubicBezTo>
                  <a:pt x="62" y="62"/>
                  <a:pt x="62" y="62"/>
                  <a:pt x="62" y="62"/>
                </a:cubicBezTo>
                <a:cubicBezTo>
                  <a:pt x="8" y="62"/>
                  <a:pt x="8" y="62"/>
                  <a:pt x="8" y="62"/>
                </a:cubicBezTo>
                <a:cubicBezTo>
                  <a:pt x="25" y="45"/>
                  <a:pt x="25" y="45"/>
                  <a:pt x="25" y="45"/>
                </a:cubicBezTo>
                <a:cubicBezTo>
                  <a:pt x="26" y="44"/>
                  <a:pt x="26" y="43"/>
                  <a:pt x="25" y="42"/>
                </a:cubicBezTo>
                <a:cubicBezTo>
                  <a:pt x="24" y="41"/>
                  <a:pt x="22" y="41"/>
                  <a:pt x="22" y="42"/>
                </a:cubicBezTo>
                <a:cubicBezTo>
                  <a:pt x="1" y="63"/>
                  <a:pt x="1" y="63"/>
                  <a:pt x="1" y="63"/>
                </a:cubicBezTo>
                <a:cubicBezTo>
                  <a:pt x="0" y="63"/>
                  <a:pt x="0" y="65"/>
                  <a:pt x="1" y="66"/>
                </a:cubicBezTo>
                <a:cubicBezTo>
                  <a:pt x="22" y="87"/>
                  <a:pt x="22" y="87"/>
                  <a:pt x="22" y="87"/>
                </a:cubicBezTo>
                <a:cubicBezTo>
                  <a:pt x="23" y="88"/>
                  <a:pt x="24" y="88"/>
                  <a:pt x="25" y="87"/>
                </a:cubicBezTo>
                <a:cubicBezTo>
                  <a:pt x="25" y="86"/>
                  <a:pt x="26" y="86"/>
                  <a:pt x="26" y="85"/>
                </a:cubicBezTo>
                <a:cubicBezTo>
                  <a:pt x="26" y="85"/>
                  <a:pt x="25" y="84"/>
                  <a:pt x="25" y="84"/>
                </a:cubicBezTo>
                <a:cubicBezTo>
                  <a:pt x="8" y="67"/>
                  <a:pt x="8" y="67"/>
                  <a:pt x="8" y="67"/>
                </a:cubicBezTo>
                <a:cubicBezTo>
                  <a:pt x="62" y="67"/>
                  <a:pt x="62" y="67"/>
                  <a:pt x="62" y="67"/>
                </a:cubicBezTo>
                <a:cubicBezTo>
                  <a:pt x="62" y="120"/>
                  <a:pt x="62" y="120"/>
                  <a:pt x="62" y="120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4" y="103"/>
                  <a:pt x="44" y="103"/>
                  <a:pt x="43" y="103"/>
                </a:cubicBezTo>
                <a:cubicBezTo>
                  <a:pt x="42" y="103"/>
                  <a:pt x="42" y="103"/>
                  <a:pt x="41" y="103"/>
                </a:cubicBezTo>
                <a:cubicBezTo>
                  <a:pt x="41" y="104"/>
                  <a:pt x="41" y="106"/>
                  <a:pt x="41" y="107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3" y="128"/>
                  <a:pt x="65" y="128"/>
                  <a:pt x="66" y="128"/>
                </a:cubicBezTo>
                <a:cubicBezTo>
                  <a:pt x="87" y="107"/>
                  <a:pt x="87" y="107"/>
                  <a:pt x="87" y="107"/>
                </a:cubicBezTo>
                <a:cubicBezTo>
                  <a:pt x="87" y="106"/>
                  <a:pt x="87" y="104"/>
                  <a:pt x="87" y="103"/>
                </a:cubicBezTo>
                <a:cubicBezTo>
                  <a:pt x="86" y="103"/>
                  <a:pt x="84" y="103"/>
                  <a:pt x="83" y="103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66" y="67"/>
                  <a:pt x="66" y="67"/>
                  <a:pt x="66" y="67"/>
                </a:cubicBezTo>
                <a:cubicBezTo>
                  <a:pt x="120" y="67"/>
                  <a:pt x="120" y="67"/>
                  <a:pt x="120" y="67"/>
                </a:cubicBezTo>
                <a:cubicBezTo>
                  <a:pt x="103" y="84"/>
                  <a:pt x="103" y="84"/>
                  <a:pt x="103" y="84"/>
                </a:cubicBezTo>
                <a:cubicBezTo>
                  <a:pt x="103" y="84"/>
                  <a:pt x="102" y="85"/>
                  <a:pt x="102" y="85"/>
                </a:cubicBezTo>
                <a:cubicBezTo>
                  <a:pt x="102" y="86"/>
                  <a:pt x="103" y="86"/>
                  <a:pt x="103" y="87"/>
                </a:cubicBezTo>
                <a:cubicBezTo>
                  <a:pt x="104" y="88"/>
                  <a:pt x="105" y="88"/>
                  <a:pt x="106" y="87"/>
                </a:cubicBezTo>
                <a:cubicBezTo>
                  <a:pt x="127" y="66"/>
                  <a:pt x="127" y="66"/>
                  <a:pt x="127" y="66"/>
                </a:cubicBezTo>
                <a:cubicBezTo>
                  <a:pt x="128" y="65"/>
                  <a:pt x="128" y="63"/>
                  <a:pt x="127" y="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Freeform 107"/>
          <p:cNvSpPr/>
          <p:nvPr/>
        </p:nvSpPr>
        <p:spPr bwMode="auto">
          <a:xfrm>
            <a:off x="9371016" y="2228854"/>
            <a:ext cx="173038" cy="481013"/>
          </a:xfrm>
          <a:custGeom>
            <a:avLst/>
            <a:gdLst>
              <a:gd name="T0" fmla="*/ 46 w 46"/>
              <a:gd name="T1" fmla="*/ 103 h 128"/>
              <a:gd name="T2" fmla="*/ 42 w 46"/>
              <a:gd name="T3" fmla="*/ 103 h 128"/>
              <a:gd name="T4" fmla="*/ 25 w 46"/>
              <a:gd name="T5" fmla="*/ 120 h 128"/>
              <a:gd name="T6" fmla="*/ 25 w 46"/>
              <a:gd name="T7" fmla="*/ 8 h 128"/>
              <a:gd name="T8" fmla="*/ 42 w 46"/>
              <a:gd name="T9" fmla="*/ 25 h 128"/>
              <a:gd name="T10" fmla="*/ 46 w 46"/>
              <a:gd name="T11" fmla="*/ 25 h 128"/>
              <a:gd name="T12" fmla="*/ 46 w 46"/>
              <a:gd name="T13" fmla="*/ 23 h 128"/>
              <a:gd name="T14" fmla="*/ 46 w 46"/>
              <a:gd name="T15" fmla="*/ 22 h 128"/>
              <a:gd name="T16" fmla="*/ 25 w 46"/>
              <a:gd name="T17" fmla="*/ 1 h 128"/>
              <a:gd name="T18" fmla="*/ 21 w 46"/>
              <a:gd name="T19" fmla="*/ 1 h 128"/>
              <a:gd name="T20" fmla="*/ 0 w 46"/>
              <a:gd name="T21" fmla="*/ 22 h 128"/>
              <a:gd name="T22" fmla="*/ 0 w 46"/>
              <a:gd name="T23" fmla="*/ 23 h 128"/>
              <a:gd name="T24" fmla="*/ 0 w 46"/>
              <a:gd name="T25" fmla="*/ 25 h 128"/>
              <a:gd name="T26" fmla="*/ 4 w 46"/>
              <a:gd name="T27" fmla="*/ 25 h 128"/>
              <a:gd name="T28" fmla="*/ 21 w 46"/>
              <a:gd name="T29" fmla="*/ 8 h 128"/>
              <a:gd name="T30" fmla="*/ 21 w 46"/>
              <a:gd name="T31" fmla="*/ 120 h 128"/>
              <a:gd name="T32" fmla="*/ 4 w 46"/>
              <a:gd name="T33" fmla="*/ 103 h 128"/>
              <a:gd name="T34" fmla="*/ 2 w 46"/>
              <a:gd name="T35" fmla="*/ 103 h 128"/>
              <a:gd name="T36" fmla="*/ 0 w 46"/>
              <a:gd name="T37" fmla="*/ 103 h 128"/>
              <a:gd name="T38" fmla="*/ 0 w 46"/>
              <a:gd name="T39" fmla="*/ 107 h 128"/>
              <a:gd name="T40" fmla="*/ 21 w 46"/>
              <a:gd name="T41" fmla="*/ 128 h 128"/>
              <a:gd name="T42" fmla="*/ 25 w 46"/>
              <a:gd name="T43" fmla="*/ 128 h 128"/>
              <a:gd name="T44" fmla="*/ 46 w 46"/>
              <a:gd name="T45" fmla="*/ 107 h 128"/>
              <a:gd name="T46" fmla="*/ 46 w 46"/>
              <a:gd name="T47" fmla="*/ 10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" h="128">
                <a:moveTo>
                  <a:pt x="46" y="103"/>
                </a:moveTo>
                <a:cubicBezTo>
                  <a:pt x="45" y="103"/>
                  <a:pt x="43" y="103"/>
                  <a:pt x="42" y="103"/>
                </a:cubicBezTo>
                <a:cubicBezTo>
                  <a:pt x="25" y="120"/>
                  <a:pt x="25" y="120"/>
                  <a:pt x="25" y="120"/>
                </a:cubicBezTo>
                <a:cubicBezTo>
                  <a:pt x="25" y="8"/>
                  <a:pt x="25" y="8"/>
                  <a:pt x="25" y="8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6"/>
                  <a:pt x="45" y="26"/>
                  <a:pt x="46" y="25"/>
                </a:cubicBezTo>
                <a:cubicBezTo>
                  <a:pt x="46" y="25"/>
                  <a:pt x="46" y="24"/>
                  <a:pt x="46" y="23"/>
                </a:cubicBezTo>
                <a:cubicBezTo>
                  <a:pt x="46" y="23"/>
                  <a:pt x="46" y="22"/>
                  <a:pt x="46" y="22"/>
                </a:cubicBezTo>
                <a:cubicBezTo>
                  <a:pt x="25" y="1"/>
                  <a:pt x="25" y="1"/>
                  <a:pt x="25" y="1"/>
                </a:cubicBezTo>
                <a:cubicBezTo>
                  <a:pt x="24" y="0"/>
                  <a:pt x="22" y="0"/>
                  <a:pt x="21" y="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2"/>
                  <a:pt x="0" y="23"/>
                  <a:pt x="0" y="23"/>
                </a:cubicBezTo>
                <a:cubicBezTo>
                  <a:pt x="0" y="24"/>
                  <a:pt x="0" y="25"/>
                  <a:pt x="0" y="25"/>
                </a:cubicBezTo>
                <a:cubicBezTo>
                  <a:pt x="1" y="26"/>
                  <a:pt x="3" y="26"/>
                  <a:pt x="4" y="25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120"/>
                  <a:pt x="21" y="120"/>
                  <a:pt x="21" y="120"/>
                </a:cubicBezTo>
                <a:cubicBezTo>
                  <a:pt x="4" y="103"/>
                  <a:pt x="4" y="103"/>
                  <a:pt x="4" y="103"/>
                </a:cubicBezTo>
                <a:cubicBezTo>
                  <a:pt x="3" y="103"/>
                  <a:pt x="3" y="103"/>
                  <a:pt x="2" y="103"/>
                </a:cubicBezTo>
                <a:cubicBezTo>
                  <a:pt x="1" y="103"/>
                  <a:pt x="1" y="103"/>
                  <a:pt x="0" y="103"/>
                </a:cubicBezTo>
                <a:cubicBezTo>
                  <a:pt x="0" y="104"/>
                  <a:pt x="0" y="106"/>
                  <a:pt x="0" y="107"/>
                </a:cubicBezTo>
                <a:cubicBezTo>
                  <a:pt x="21" y="128"/>
                  <a:pt x="21" y="128"/>
                  <a:pt x="21" y="128"/>
                </a:cubicBezTo>
                <a:cubicBezTo>
                  <a:pt x="22" y="128"/>
                  <a:pt x="24" y="128"/>
                  <a:pt x="25" y="128"/>
                </a:cubicBezTo>
                <a:cubicBezTo>
                  <a:pt x="46" y="107"/>
                  <a:pt x="46" y="107"/>
                  <a:pt x="46" y="107"/>
                </a:cubicBezTo>
                <a:cubicBezTo>
                  <a:pt x="46" y="106"/>
                  <a:pt x="46" y="104"/>
                  <a:pt x="46" y="1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Freeform 108"/>
          <p:cNvSpPr/>
          <p:nvPr/>
        </p:nvSpPr>
        <p:spPr bwMode="auto">
          <a:xfrm>
            <a:off x="8256590" y="2382841"/>
            <a:ext cx="481013" cy="176213"/>
          </a:xfrm>
          <a:custGeom>
            <a:avLst/>
            <a:gdLst>
              <a:gd name="T0" fmla="*/ 127 w 128"/>
              <a:gd name="T1" fmla="*/ 25 h 47"/>
              <a:gd name="T2" fmla="*/ 127 w 128"/>
              <a:gd name="T3" fmla="*/ 22 h 47"/>
              <a:gd name="T4" fmla="*/ 106 w 128"/>
              <a:gd name="T5" fmla="*/ 1 h 47"/>
              <a:gd name="T6" fmla="*/ 103 w 128"/>
              <a:gd name="T7" fmla="*/ 1 h 47"/>
              <a:gd name="T8" fmla="*/ 103 w 128"/>
              <a:gd name="T9" fmla="*/ 4 h 47"/>
              <a:gd name="T10" fmla="*/ 120 w 128"/>
              <a:gd name="T11" fmla="*/ 21 h 47"/>
              <a:gd name="T12" fmla="*/ 8 w 128"/>
              <a:gd name="T13" fmla="*/ 21 h 47"/>
              <a:gd name="T14" fmla="*/ 25 w 128"/>
              <a:gd name="T15" fmla="*/ 4 h 47"/>
              <a:gd name="T16" fmla="*/ 25 w 128"/>
              <a:gd name="T17" fmla="*/ 1 h 47"/>
              <a:gd name="T18" fmla="*/ 22 w 128"/>
              <a:gd name="T19" fmla="*/ 1 h 47"/>
              <a:gd name="T20" fmla="*/ 1 w 128"/>
              <a:gd name="T21" fmla="*/ 22 h 47"/>
              <a:gd name="T22" fmla="*/ 1 w 128"/>
              <a:gd name="T23" fmla="*/ 25 h 47"/>
              <a:gd name="T24" fmla="*/ 22 w 128"/>
              <a:gd name="T25" fmla="*/ 46 h 47"/>
              <a:gd name="T26" fmla="*/ 25 w 128"/>
              <a:gd name="T27" fmla="*/ 46 h 47"/>
              <a:gd name="T28" fmla="*/ 25 w 128"/>
              <a:gd name="T29" fmla="*/ 43 h 47"/>
              <a:gd name="T30" fmla="*/ 8 w 128"/>
              <a:gd name="T31" fmla="*/ 26 h 47"/>
              <a:gd name="T32" fmla="*/ 120 w 128"/>
              <a:gd name="T33" fmla="*/ 26 h 47"/>
              <a:gd name="T34" fmla="*/ 103 w 128"/>
              <a:gd name="T35" fmla="*/ 43 h 47"/>
              <a:gd name="T36" fmla="*/ 103 w 128"/>
              <a:gd name="T37" fmla="*/ 46 h 47"/>
              <a:gd name="T38" fmla="*/ 106 w 128"/>
              <a:gd name="T39" fmla="*/ 46 h 47"/>
              <a:gd name="T40" fmla="*/ 127 w 128"/>
              <a:gd name="T41" fmla="*/ 25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47">
                <a:moveTo>
                  <a:pt x="127" y="25"/>
                </a:moveTo>
                <a:cubicBezTo>
                  <a:pt x="128" y="24"/>
                  <a:pt x="128" y="22"/>
                  <a:pt x="127" y="22"/>
                </a:cubicBezTo>
                <a:cubicBezTo>
                  <a:pt x="106" y="1"/>
                  <a:pt x="106" y="1"/>
                  <a:pt x="106" y="1"/>
                </a:cubicBezTo>
                <a:cubicBezTo>
                  <a:pt x="105" y="0"/>
                  <a:pt x="104" y="0"/>
                  <a:pt x="103" y="1"/>
                </a:cubicBezTo>
                <a:cubicBezTo>
                  <a:pt x="102" y="2"/>
                  <a:pt x="102" y="3"/>
                  <a:pt x="103" y="4"/>
                </a:cubicBezTo>
                <a:cubicBezTo>
                  <a:pt x="120" y="21"/>
                  <a:pt x="120" y="21"/>
                  <a:pt x="120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25" y="4"/>
                  <a:pt x="25" y="4"/>
                  <a:pt x="25" y="4"/>
                </a:cubicBezTo>
                <a:cubicBezTo>
                  <a:pt x="26" y="3"/>
                  <a:pt x="26" y="2"/>
                  <a:pt x="25" y="1"/>
                </a:cubicBezTo>
                <a:cubicBezTo>
                  <a:pt x="24" y="0"/>
                  <a:pt x="22" y="0"/>
                  <a:pt x="22" y="1"/>
                </a:cubicBezTo>
                <a:cubicBezTo>
                  <a:pt x="1" y="22"/>
                  <a:pt x="1" y="22"/>
                  <a:pt x="1" y="22"/>
                </a:cubicBezTo>
                <a:cubicBezTo>
                  <a:pt x="0" y="22"/>
                  <a:pt x="0" y="24"/>
                  <a:pt x="1" y="25"/>
                </a:cubicBezTo>
                <a:cubicBezTo>
                  <a:pt x="22" y="46"/>
                  <a:pt x="22" y="46"/>
                  <a:pt x="22" y="46"/>
                </a:cubicBezTo>
                <a:cubicBezTo>
                  <a:pt x="22" y="47"/>
                  <a:pt x="24" y="47"/>
                  <a:pt x="25" y="46"/>
                </a:cubicBezTo>
                <a:cubicBezTo>
                  <a:pt x="26" y="45"/>
                  <a:pt x="26" y="43"/>
                  <a:pt x="25" y="43"/>
                </a:cubicBezTo>
                <a:cubicBezTo>
                  <a:pt x="8" y="26"/>
                  <a:pt x="8" y="26"/>
                  <a:pt x="8" y="26"/>
                </a:cubicBezTo>
                <a:cubicBezTo>
                  <a:pt x="120" y="26"/>
                  <a:pt x="120" y="26"/>
                  <a:pt x="120" y="26"/>
                </a:cubicBezTo>
                <a:cubicBezTo>
                  <a:pt x="103" y="43"/>
                  <a:pt x="103" y="43"/>
                  <a:pt x="103" y="43"/>
                </a:cubicBezTo>
                <a:cubicBezTo>
                  <a:pt x="102" y="43"/>
                  <a:pt x="102" y="45"/>
                  <a:pt x="103" y="46"/>
                </a:cubicBezTo>
                <a:cubicBezTo>
                  <a:pt x="104" y="47"/>
                  <a:pt x="105" y="47"/>
                  <a:pt x="106" y="46"/>
                </a:cubicBezTo>
                <a:lnTo>
                  <a:pt x="127" y="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96152" y="2228854"/>
            <a:ext cx="479426" cy="481013"/>
            <a:chOff x="7296152" y="2228854"/>
            <a:chExt cx="479426" cy="481013"/>
          </a:xfrm>
          <a:solidFill>
            <a:schemeClr val="accent1"/>
          </a:solidFill>
        </p:grpSpPr>
        <p:sp>
          <p:nvSpPr>
            <p:cNvPr id="109" name="Freeform 109"/>
            <p:cNvSpPr/>
            <p:nvPr/>
          </p:nvSpPr>
          <p:spPr bwMode="auto">
            <a:xfrm>
              <a:off x="7607303" y="2228854"/>
              <a:ext cx="168275" cy="168275"/>
            </a:xfrm>
            <a:custGeom>
              <a:avLst/>
              <a:gdLst>
                <a:gd name="T0" fmla="*/ 2 w 45"/>
                <a:gd name="T1" fmla="*/ 45 h 45"/>
                <a:gd name="T2" fmla="*/ 32 w 45"/>
                <a:gd name="T3" fmla="*/ 45 h 45"/>
                <a:gd name="T4" fmla="*/ 34 w 45"/>
                <a:gd name="T5" fmla="*/ 43 h 45"/>
                <a:gd name="T6" fmla="*/ 32 w 45"/>
                <a:gd name="T7" fmla="*/ 41 h 45"/>
                <a:gd name="T8" fmla="*/ 8 w 45"/>
                <a:gd name="T9" fmla="*/ 41 h 45"/>
                <a:gd name="T10" fmla="*/ 44 w 45"/>
                <a:gd name="T11" fmla="*/ 4 h 45"/>
                <a:gd name="T12" fmla="*/ 44 w 45"/>
                <a:gd name="T13" fmla="*/ 1 h 45"/>
                <a:gd name="T14" fmla="*/ 41 w 45"/>
                <a:gd name="T15" fmla="*/ 1 h 45"/>
                <a:gd name="T16" fmla="*/ 4 w 45"/>
                <a:gd name="T17" fmla="*/ 38 h 45"/>
                <a:gd name="T18" fmla="*/ 4 w 45"/>
                <a:gd name="T19" fmla="*/ 13 h 45"/>
                <a:gd name="T20" fmla="*/ 2 w 45"/>
                <a:gd name="T21" fmla="*/ 11 h 45"/>
                <a:gd name="T22" fmla="*/ 0 w 45"/>
                <a:gd name="T23" fmla="*/ 13 h 45"/>
                <a:gd name="T24" fmla="*/ 0 w 45"/>
                <a:gd name="T25" fmla="*/ 43 h 45"/>
                <a:gd name="T26" fmla="*/ 2 w 45"/>
                <a:gd name="T2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" h="45">
                  <a:moveTo>
                    <a:pt x="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3"/>
                    <a:pt x="45" y="2"/>
                    <a:pt x="44" y="1"/>
                  </a:cubicBezTo>
                  <a:cubicBezTo>
                    <a:pt x="43" y="0"/>
                    <a:pt x="42" y="0"/>
                    <a:pt x="41" y="1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2"/>
                    <a:pt x="3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0" name="Freeform 110"/>
            <p:cNvSpPr/>
            <p:nvPr/>
          </p:nvSpPr>
          <p:spPr bwMode="auto">
            <a:xfrm>
              <a:off x="7296152" y="2540004"/>
              <a:ext cx="168275" cy="169863"/>
            </a:xfrm>
            <a:custGeom>
              <a:avLst/>
              <a:gdLst>
                <a:gd name="T0" fmla="*/ 43 w 45"/>
                <a:gd name="T1" fmla="*/ 0 h 45"/>
                <a:gd name="T2" fmla="*/ 13 w 45"/>
                <a:gd name="T3" fmla="*/ 0 h 45"/>
                <a:gd name="T4" fmla="*/ 11 w 45"/>
                <a:gd name="T5" fmla="*/ 2 h 45"/>
                <a:gd name="T6" fmla="*/ 13 w 45"/>
                <a:gd name="T7" fmla="*/ 5 h 45"/>
                <a:gd name="T8" fmla="*/ 37 w 45"/>
                <a:gd name="T9" fmla="*/ 5 h 45"/>
                <a:gd name="T10" fmla="*/ 1 w 45"/>
                <a:gd name="T11" fmla="*/ 41 h 45"/>
                <a:gd name="T12" fmla="*/ 0 w 45"/>
                <a:gd name="T13" fmla="*/ 43 h 45"/>
                <a:gd name="T14" fmla="*/ 1 w 45"/>
                <a:gd name="T15" fmla="*/ 45 h 45"/>
                <a:gd name="T16" fmla="*/ 4 w 45"/>
                <a:gd name="T17" fmla="*/ 45 h 45"/>
                <a:gd name="T18" fmla="*/ 41 w 45"/>
                <a:gd name="T19" fmla="*/ 8 h 45"/>
                <a:gd name="T20" fmla="*/ 41 w 45"/>
                <a:gd name="T21" fmla="*/ 32 h 45"/>
                <a:gd name="T22" fmla="*/ 43 w 45"/>
                <a:gd name="T23" fmla="*/ 34 h 45"/>
                <a:gd name="T24" fmla="*/ 45 w 45"/>
                <a:gd name="T25" fmla="*/ 32 h 45"/>
                <a:gd name="T26" fmla="*/ 45 w 45"/>
                <a:gd name="T27" fmla="*/ 2 h 45"/>
                <a:gd name="T28" fmla="*/ 43 w 45"/>
                <a:gd name="T2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2" y="45"/>
                    <a:pt x="3" y="45"/>
                    <a:pt x="4" y="45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1" name="Freeform 111"/>
            <p:cNvSpPr/>
            <p:nvPr/>
          </p:nvSpPr>
          <p:spPr bwMode="auto">
            <a:xfrm>
              <a:off x="7607303" y="2540004"/>
              <a:ext cx="168275" cy="169863"/>
            </a:xfrm>
            <a:custGeom>
              <a:avLst/>
              <a:gdLst>
                <a:gd name="T0" fmla="*/ 8 w 45"/>
                <a:gd name="T1" fmla="*/ 5 h 45"/>
                <a:gd name="T2" fmla="*/ 32 w 45"/>
                <a:gd name="T3" fmla="*/ 5 h 45"/>
                <a:gd name="T4" fmla="*/ 34 w 45"/>
                <a:gd name="T5" fmla="*/ 2 h 45"/>
                <a:gd name="T6" fmla="*/ 32 w 45"/>
                <a:gd name="T7" fmla="*/ 0 h 45"/>
                <a:gd name="T8" fmla="*/ 2 w 45"/>
                <a:gd name="T9" fmla="*/ 0 h 45"/>
                <a:gd name="T10" fmla="*/ 0 w 45"/>
                <a:gd name="T11" fmla="*/ 2 h 45"/>
                <a:gd name="T12" fmla="*/ 0 w 45"/>
                <a:gd name="T13" fmla="*/ 32 h 45"/>
                <a:gd name="T14" fmla="*/ 2 w 45"/>
                <a:gd name="T15" fmla="*/ 34 h 45"/>
                <a:gd name="T16" fmla="*/ 4 w 45"/>
                <a:gd name="T17" fmla="*/ 32 h 45"/>
                <a:gd name="T18" fmla="*/ 4 w 45"/>
                <a:gd name="T19" fmla="*/ 8 h 45"/>
                <a:gd name="T20" fmla="*/ 41 w 45"/>
                <a:gd name="T21" fmla="*/ 45 h 45"/>
                <a:gd name="T22" fmla="*/ 43 w 45"/>
                <a:gd name="T23" fmla="*/ 45 h 45"/>
                <a:gd name="T24" fmla="*/ 44 w 45"/>
                <a:gd name="T25" fmla="*/ 45 h 45"/>
                <a:gd name="T26" fmla="*/ 44 w 45"/>
                <a:gd name="T27" fmla="*/ 41 h 45"/>
                <a:gd name="T28" fmla="*/ 8 w 45"/>
                <a:gd name="T2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3" y="45"/>
                    <a:pt x="44" y="45"/>
                    <a:pt x="44" y="45"/>
                  </a:cubicBezTo>
                  <a:cubicBezTo>
                    <a:pt x="45" y="44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2" name="Freeform 112"/>
            <p:cNvSpPr/>
            <p:nvPr/>
          </p:nvSpPr>
          <p:spPr bwMode="auto">
            <a:xfrm>
              <a:off x="7296152" y="2228854"/>
              <a:ext cx="168275" cy="168275"/>
            </a:xfrm>
            <a:custGeom>
              <a:avLst/>
              <a:gdLst>
                <a:gd name="T0" fmla="*/ 43 w 45"/>
                <a:gd name="T1" fmla="*/ 11 h 45"/>
                <a:gd name="T2" fmla="*/ 41 w 45"/>
                <a:gd name="T3" fmla="*/ 13 h 45"/>
                <a:gd name="T4" fmla="*/ 41 w 45"/>
                <a:gd name="T5" fmla="*/ 38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2 w 45"/>
                <a:gd name="T19" fmla="*/ 41 h 45"/>
                <a:gd name="T20" fmla="*/ 11 w 45"/>
                <a:gd name="T21" fmla="*/ 43 h 45"/>
                <a:gd name="T22" fmla="*/ 13 w 45"/>
                <a:gd name="T23" fmla="*/ 45 h 45"/>
                <a:gd name="T24" fmla="*/ 43 w 45"/>
                <a:gd name="T25" fmla="*/ 45 h 45"/>
                <a:gd name="T26" fmla="*/ 45 w 45"/>
                <a:gd name="T27" fmla="*/ 43 h 45"/>
                <a:gd name="T28" fmla="*/ 45 w 45"/>
                <a:gd name="T29" fmla="*/ 13 h 45"/>
                <a:gd name="T30" fmla="*/ 43 w 45"/>
                <a:gd name="T31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2" y="11"/>
                    <a:pt x="41" y="12"/>
                    <a:pt x="41" y="13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2" y="41"/>
                    <a:pt x="12" y="41"/>
                  </a:cubicBezTo>
                  <a:cubicBezTo>
                    <a:pt x="11" y="42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334127" y="2228854"/>
            <a:ext cx="481013" cy="481013"/>
            <a:chOff x="6334127" y="2228854"/>
            <a:chExt cx="481013" cy="481013"/>
          </a:xfrm>
          <a:solidFill>
            <a:schemeClr val="accent1"/>
          </a:solidFill>
        </p:grpSpPr>
        <p:sp>
          <p:nvSpPr>
            <p:cNvPr id="113" name="Freeform 113"/>
            <p:cNvSpPr/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4" name="Freeform 114"/>
            <p:cNvSpPr/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5" name="Freeform 115"/>
            <p:cNvSpPr/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Freeform 116"/>
            <p:cNvSpPr/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7" name="组合 216"/>
          <p:cNvGrpSpPr/>
          <p:nvPr/>
        </p:nvGrpSpPr>
        <p:grpSpPr>
          <a:xfrm>
            <a:off x="5373689" y="2228854"/>
            <a:ext cx="479425" cy="481013"/>
            <a:chOff x="5373689" y="2228854"/>
            <a:chExt cx="479425" cy="481013"/>
          </a:xfrm>
          <a:solidFill>
            <a:schemeClr val="accent1"/>
          </a:solidFill>
        </p:grpSpPr>
        <p:sp>
          <p:nvSpPr>
            <p:cNvPr id="117" name="Freeform 117"/>
            <p:cNvSpPr/>
            <p:nvPr/>
          </p:nvSpPr>
          <p:spPr bwMode="auto">
            <a:xfrm>
              <a:off x="5684839" y="2228854"/>
              <a:ext cx="168275" cy="168275"/>
            </a:xfrm>
            <a:custGeom>
              <a:avLst/>
              <a:gdLst>
                <a:gd name="T0" fmla="*/ 44 w 45"/>
                <a:gd name="T1" fmla="*/ 1 h 45"/>
                <a:gd name="T2" fmla="*/ 41 w 45"/>
                <a:gd name="T3" fmla="*/ 1 h 45"/>
                <a:gd name="T4" fmla="*/ 4 w 45"/>
                <a:gd name="T5" fmla="*/ 38 h 45"/>
                <a:gd name="T6" fmla="*/ 4 w 45"/>
                <a:gd name="T7" fmla="*/ 13 h 45"/>
                <a:gd name="T8" fmla="*/ 2 w 45"/>
                <a:gd name="T9" fmla="*/ 11 h 45"/>
                <a:gd name="T10" fmla="*/ 0 w 45"/>
                <a:gd name="T11" fmla="*/ 13 h 45"/>
                <a:gd name="T12" fmla="*/ 0 w 45"/>
                <a:gd name="T13" fmla="*/ 43 h 45"/>
                <a:gd name="T14" fmla="*/ 2 w 45"/>
                <a:gd name="T15" fmla="*/ 45 h 45"/>
                <a:gd name="T16" fmla="*/ 32 w 45"/>
                <a:gd name="T17" fmla="*/ 45 h 45"/>
                <a:gd name="T18" fmla="*/ 34 w 45"/>
                <a:gd name="T19" fmla="*/ 43 h 45"/>
                <a:gd name="T20" fmla="*/ 32 w 45"/>
                <a:gd name="T21" fmla="*/ 41 h 45"/>
                <a:gd name="T22" fmla="*/ 8 w 45"/>
                <a:gd name="T23" fmla="*/ 41 h 45"/>
                <a:gd name="T24" fmla="*/ 44 w 45"/>
                <a:gd name="T25" fmla="*/ 4 h 45"/>
                <a:gd name="T26" fmla="*/ 44 w 45"/>
                <a:gd name="T27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" h="45">
                  <a:moveTo>
                    <a:pt x="44" y="1"/>
                  </a:moveTo>
                  <a:cubicBezTo>
                    <a:pt x="43" y="0"/>
                    <a:pt x="42" y="0"/>
                    <a:pt x="41" y="1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2"/>
                    <a:pt x="3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3"/>
                    <a:pt x="45" y="2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8" name="Freeform 118"/>
            <p:cNvSpPr/>
            <p:nvPr/>
          </p:nvSpPr>
          <p:spPr bwMode="auto">
            <a:xfrm>
              <a:off x="5373689" y="2540004"/>
              <a:ext cx="168275" cy="169863"/>
            </a:xfrm>
            <a:custGeom>
              <a:avLst/>
              <a:gdLst>
                <a:gd name="T0" fmla="*/ 43 w 45"/>
                <a:gd name="T1" fmla="*/ 0 h 45"/>
                <a:gd name="T2" fmla="*/ 13 w 45"/>
                <a:gd name="T3" fmla="*/ 0 h 45"/>
                <a:gd name="T4" fmla="*/ 11 w 45"/>
                <a:gd name="T5" fmla="*/ 2 h 45"/>
                <a:gd name="T6" fmla="*/ 13 w 45"/>
                <a:gd name="T7" fmla="*/ 5 h 45"/>
                <a:gd name="T8" fmla="*/ 37 w 45"/>
                <a:gd name="T9" fmla="*/ 5 h 45"/>
                <a:gd name="T10" fmla="*/ 1 w 45"/>
                <a:gd name="T11" fmla="*/ 41 h 45"/>
                <a:gd name="T12" fmla="*/ 0 w 45"/>
                <a:gd name="T13" fmla="*/ 43 h 45"/>
                <a:gd name="T14" fmla="*/ 1 w 45"/>
                <a:gd name="T15" fmla="*/ 45 h 45"/>
                <a:gd name="T16" fmla="*/ 4 w 45"/>
                <a:gd name="T17" fmla="*/ 45 h 45"/>
                <a:gd name="T18" fmla="*/ 41 w 45"/>
                <a:gd name="T19" fmla="*/ 8 h 45"/>
                <a:gd name="T20" fmla="*/ 41 w 45"/>
                <a:gd name="T21" fmla="*/ 32 h 45"/>
                <a:gd name="T22" fmla="*/ 43 w 45"/>
                <a:gd name="T23" fmla="*/ 34 h 45"/>
                <a:gd name="T24" fmla="*/ 45 w 45"/>
                <a:gd name="T25" fmla="*/ 32 h 45"/>
                <a:gd name="T26" fmla="*/ 45 w 45"/>
                <a:gd name="T27" fmla="*/ 2 h 45"/>
                <a:gd name="T28" fmla="*/ 43 w 45"/>
                <a:gd name="T2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2" y="45"/>
                    <a:pt x="3" y="45"/>
                    <a:pt x="4" y="45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4411664" y="2228854"/>
            <a:ext cx="481013" cy="481013"/>
            <a:chOff x="4411664" y="2228854"/>
            <a:chExt cx="481013" cy="481013"/>
          </a:xfrm>
          <a:solidFill>
            <a:schemeClr val="accent1"/>
          </a:solidFill>
        </p:grpSpPr>
        <p:sp>
          <p:nvSpPr>
            <p:cNvPr id="119" name="Freeform 119"/>
            <p:cNvSpPr/>
            <p:nvPr/>
          </p:nvSpPr>
          <p:spPr bwMode="auto">
            <a:xfrm>
              <a:off x="4724402" y="2228854"/>
              <a:ext cx="168275" cy="173038"/>
            </a:xfrm>
            <a:custGeom>
              <a:avLst/>
              <a:gdLst>
                <a:gd name="T0" fmla="*/ 43 w 45"/>
                <a:gd name="T1" fmla="*/ 0 h 46"/>
                <a:gd name="T2" fmla="*/ 13 w 45"/>
                <a:gd name="T3" fmla="*/ 0 h 46"/>
                <a:gd name="T4" fmla="*/ 11 w 45"/>
                <a:gd name="T5" fmla="*/ 2 h 46"/>
                <a:gd name="T6" fmla="*/ 13 w 45"/>
                <a:gd name="T7" fmla="*/ 5 h 46"/>
                <a:gd name="T8" fmla="*/ 37 w 45"/>
                <a:gd name="T9" fmla="*/ 5 h 46"/>
                <a:gd name="T10" fmla="*/ 1 w 45"/>
                <a:gd name="T11" fmla="*/ 41 h 46"/>
                <a:gd name="T12" fmla="*/ 1 w 45"/>
                <a:gd name="T13" fmla="*/ 45 h 46"/>
                <a:gd name="T14" fmla="*/ 4 w 45"/>
                <a:gd name="T15" fmla="*/ 45 h 46"/>
                <a:gd name="T16" fmla="*/ 40 w 45"/>
                <a:gd name="T17" fmla="*/ 8 h 46"/>
                <a:gd name="T18" fmla="*/ 40 w 45"/>
                <a:gd name="T19" fmla="*/ 32 h 46"/>
                <a:gd name="T20" fmla="*/ 43 w 45"/>
                <a:gd name="T21" fmla="*/ 34 h 46"/>
                <a:gd name="T22" fmla="*/ 45 w 45"/>
                <a:gd name="T23" fmla="*/ 32 h 46"/>
                <a:gd name="T24" fmla="*/ 45 w 45"/>
                <a:gd name="T25" fmla="*/ 2 h 46"/>
                <a:gd name="T26" fmla="*/ 43 w 45"/>
                <a:gd name="T2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" h="46">
                  <a:moveTo>
                    <a:pt x="4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0" name="Freeform 120"/>
            <p:cNvSpPr/>
            <p:nvPr/>
          </p:nvSpPr>
          <p:spPr bwMode="auto">
            <a:xfrm>
              <a:off x="4411664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4 w 45"/>
                <a:gd name="T25" fmla="*/ 1 h 45"/>
                <a:gd name="T26" fmla="*/ 41 w 45"/>
                <a:gd name="T27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3"/>
                    <a:pt x="45" y="2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1" name="Freeform 121"/>
          <p:cNvSpPr/>
          <p:nvPr/>
        </p:nvSpPr>
        <p:spPr bwMode="auto">
          <a:xfrm>
            <a:off x="3525839" y="2228854"/>
            <a:ext cx="330200" cy="481013"/>
          </a:xfrm>
          <a:custGeom>
            <a:avLst/>
            <a:gdLst>
              <a:gd name="T0" fmla="*/ 88 w 88"/>
              <a:gd name="T1" fmla="*/ 46 h 128"/>
              <a:gd name="T2" fmla="*/ 88 w 88"/>
              <a:gd name="T3" fmla="*/ 44 h 128"/>
              <a:gd name="T4" fmla="*/ 88 w 88"/>
              <a:gd name="T5" fmla="*/ 43 h 128"/>
              <a:gd name="T6" fmla="*/ 46 w 88"/>
              <a:gd name="T7" fmla="*/ 1 h 128"/>
              <a:gd name="T8" fmla="*/ 42 w 88"/>
              <a:gd name="T9" fmla="*/ 1 h 128"/>
              <a:gd name="T10" fmla="*/ 0 w 88"/>
              <a:gd name="T11" fmla="*/ 43 h 128"/>
              <a:gd name="T12" fmla="*/ 0 w 88"/>
              <a:gd name="T13" fmla="*/ 46 h 128"/>
              <a:gd name="T14" fmla="*/ 4 w 88"/>
              <a:gd name="T15" fmla="*/ 46 h 128"/>
              <a:gd name="T16" fmla="*/ 42 w 88"/>
              <a:gd name="T17" fmla="*/ 8 h 128"/>
              <a:gd name="T18" fmla="*/ 42 w 88"/>
              <a:gd name="T19" fmla="*/ 126 h 128"/>
              <a:gd name="T20" fmla="*/ 44 w 88"/>
              <a:gd name="T21" fmla="*/ 128 h 128"/>
              <a:gd name="T22" fmla="*/ 46 w 88"/>
              <a:gd name="T23" fmla="*/ 126 h 128"/>
              <a:gd name="T24" fmla="*/ 46 w 88"/>
              <a:gd name="T25" fmla="*/ 8 h 128"/>
              <a:gd name="T26" fmla="*/ 84 w 88"/>
              <a:gd name="T27" fmla="*/ 46 h 128"/>
              <a:gd name="T28" fmla="*/ 88 w 88"/>
              <a:gd name="T29" fmla="*/ 4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8" h="128">
                <a:moveTo>
                  <a:pt x="88" y="46"/>
                </a:moveTo>
                <a:cubicBezTo>
                  <a:pt x="88" y="46"/>
                  <a:pt x="88" y="45"/>
                  <a:pt x="88" y="44"/>
                </a:cubicBezTo>
                <a:cubicBezTo>
                  <a:pt x="88" y="44"/>
                  <a:pt x="88" y="43"/>
                  <a:pt x="88" y="43"/>
                </a:cubicBezTo>
                <a:cubicBezTo>
                  <a:pt x="46" y="1"/>
                  <a:pt x="46" y="1"/>
                  <a:pt x="46" y="1"/>
                </a:cubicBezTo>
                <a:cubicBezTo>
                  <a:pt x="45" y="0"/>
                  <a:pt x="43" y="0"/>
                  <a:pt x="42" y="1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4"/>
                  <a:pt x="0" y="45"/>
                  <a:pt x="0" y="46"/>
                </a:cubicBezTo>
                <a:cubicBezTo>
                  <a:pt x="1" y="47"/>
                  <a:pt x="3" y="47"/>
                  <a:pt x="4" y="46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126"/>
                  <a:pt x="42" y="126"/>
                  <a:pt x="42" y="126"/>
                </a:cubicBezTo>
                <a:cubicBezTo>
                  <a:pt x="42" y="127"/>
                  <a:pt x="43" y="128"/>
                  <a:pt x="44" y="128"/>
                </a:cubicBezTo>
                <a:cubicBezTo>
                  <a:pt x="45" y="128"/>
                  <a:pt x="46" y="127"/>
                  <a:pt x="46" y="126"/>
                </a:cubicBezTo>
                <a:cubicBezTo>
                  <a:pt x="46" y="8"/>
                  <a:pt x="46" y="8"/>
                  <a:pt x="46" y="8"/>
                </a:cubicBezTo>
                <a:cubicBezTo>
                  <a:pt x="84" y="46"/>
                  <a:pt x="84" y="46"/>
                  <a:pt x="84" y="46"/>
                </a:cubicBezTo>
                <a:cubicBezTo>
                  <a:pt x="85" y="47"/>
                  <a:pt x="87" y="47"/>
                  <a:pt x="88" y="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Freeform 122"/>
          <p:cNvSpPr/>
          <p:nvPr/>
        </p:nvSpPr>
        <p:spPr bwMode="auto">
          <a:xfrm>
            <a:off x="2565401" y="2228854"/>
            <a:ext cx="330200" cy="481013"/>
          </a:xfrm>
          <a:custGeom>
            <a:avLst/>
            <a:gdLst>
              <a:gd name="T0" fmla="*/ 88 w 88"/>
              <a:gd name="T1" fmla="*/ 82 h 128"/>
              <a:gd name="T2" fmla="*/ 84 w 88"/>
              <a:gd name="T3" fmla="*/ 82 h 128"/>
              <a:gd name="T4" fmla="*/ 46 w 88"/>
              <a:gd name="T5" fmla="*/ 120 h 128"/>
              <a:gd name="T6" fmla="*/ 46 w 88"/>
              <a:gd name="T7" fmla="*/ 2 h 128"/>
              <a:gd name="T8" fmla="*/ 44 w 88"/>
              <a:gd name="T9" fmla="*/ 0 h 128"/>
              <a:gd name="T10" fmla="*/ 42 w 88"/>
              <a:gd name="T11" fmla="*/ 2 h 128"/>
              <a:gd name="T12" fmla="*/ 42 w 88"/>
              <a:gd name="T13" fmla="*/ 120 h 128"/>
              <a:gd name="T14" fmla="*/ 4 w 88"/>
              <a:gd name="T15" fmla="*/ 82 h 128"/>
              <a:gd name="T16" fmla="*/ 0 w 88"/>
              <a:gd name="T17" fmla="*/ 82 h 128"/>
              <a:gd name="T18" fmla="*/ 0 w 88"/>
              <a:gd name="T19" fmla="*/ 84 h 128"/>
              <a:gd name="T20" fmla="*/ 0 w 88"/>
              <a:gd name="T21" fmla="*/ 86 h 128"/>
              <a:gd name="T22" fmla="*/ 42 w 88"/>
              <a:gd name="T23" fmla="*/ 127 h 128"/>
              <a:gd name="T24" fmla="*/ 42 w 88"/>
              <a:gd name="T25" fmla="*/ 127 h 128"/>
              <a:gd name="T26" fmla="*/ 42 w 88"/>
              <a:gd name="T27" fmla="*/ 128 h 128"/>
              <a:gd name="T28" fmla="*/ 46 w 88"/>
              <a:gd name="T29" fmla="*/ 128 h 128"/>
              <a:gd name="T30" fmla="*/ 88 w 88"/>
              <a:gd name="T31" fmla="*/ 86 h 128"/>
              <a:gd name="T32" fmla="*/ 88 w 88"/>
              <a:gd name="T33" fmla="*/ 8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8" h="128">
                <a:moveTo>
                  <a:pt x="88" y="82"/>
                </a:moveTo>
                <a:cubicBezTo>
                  <a:pt x="87" y="82"/>
                  <a:pt x="85" y="82"/>
                  <a:pt x="84" y="82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2"/>
                  <a:pt x="46" y="2"/>
                  <a:pt x="46" y="2"/>
                </a:cubicBezTo>
                <a:cubicBezTo>
                  <a:pt x="46" y="1"/>
                  <a:pt x="45" y="0"/>
                  <a:pt x="44" y="0"/>
                </a:cubicBezTo>
                <a:cubicBezTo>
                  <a:pt x="43" y="0"/>
                  <a:pt x="42" y="1"/>
                  <a:pt x="42" y="2"/>
                </a:cubicBezTo>
                <a:cubicBezTo>
                  <a:pt x="42" y="120"/>
                  <a:pt x="42" y="120"/>
                  <a:pt x="42" y="120"/>
                </a:cubicBezTo>
                <a:cubicBezTo>
                  <a:pt x="4" y="82"/>
                  <a:pt x="4" y="82"/>
                  <a:pt x="4" y="82"/>
                </a:cubicBezTo>
                <a:cubicBezTo>
                  <a:pt x="3" y="82"/>
                  <a:pt x="1" y="82"/>
                  <a:pt x="0" y="82"/>
                </a:cubicBezTo>
                <a:cubicBezTo>
                  <a:pt x="0" y="83"/>
                  <a:pt x="0" y="83"/>
                  <a:pt x="0" y="84"/>
                </a:cubicBezTo>
                <a:cubicBezTo>
                  <a:pt x="0" y="85"/>
                  <a:pt x="0" y="85"/>
                  <a:pt x="0" y="86"/>
                </a:cubicBezTo>
                <a:cubicBezTo>
                  <a:pt x="42" y="127"/>
                  <a:pt x="42" y="127"/>
                  <a:pt x="42" y="127"/>
                </a:cubicBezTo>
                <a:cubicBezTo>
                  <a:pt x="42" y="127"/>
                  <a:pt x="42" y="127"/>
                  <a:pt x="42" y="127"/>
                </a:cubicBezTo>
                <a:cubicBezTo>
                  <a:pt x="42" y="128"/>
                  <a:pt x="42" y="128"/>
                  <a:pt x="42" y="128"/>
                </a:cubicBezTo>
                <a:cubicBezTo>
                  <a:pt x="43" y="128"/>
                  <a:pt x="45" y="128"/>
                  <a:pt x="46" y="128"/>
                </a:cubicBezTo>
                <a:cubicBezTo>
                  <a:pt x="88" y="86"/>
                  <a:pt x="88" y="86"/>
                  <a:pt x="88" y="86"/>
                </a:cubicBezTo>
                <a:cubicBezTo>
                  <a:pt x="88" y="85"/>
                  <a:pt x="88" y="83"/>
                  <a:pt x="88" y="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" name="Freeform 123"/>
          <p:cNvSpPr/>
          <p:nvPr/>
        </p:nvSpPr>
        <p:spPr bwMode="auto">
          <a:xfrm>
            <a:off x="1528763" y="2303466"/>
            <a:ext cx="481013" cy="334963"/>
          </a:xfrm>
          <a:custGeom>
            <a:avLst/>
            <a:gdLst>
              <a:gd name="T0" fmla="*/ 85 w 128"/>
              <a:gd name="T1" fmla="*/ 88 h 89"/>
              <a:gd name="T2" fmla="*/ 127 w 128"/>
              <a:gd name="T3" fmla="*/ 46 h 89"/>
              <a:gd name="T4" fmla="*/ 128 w 128"/>
              <a:gd name="T5" fmla="*/ 44 h 89"/>
              <a:gd name="T6" fmla="*/ 127 w 128"/>
              <a:gd name="T7" fmla="*/ 43 h 89"/>
              <a:gd name="T8" fmla="*/ 85 w 128"/>
              <a:gd name="T9" fmla="*/ 1 h 89"/>
              <a:gd name="T10" fmla="*/ 82 w 128"/>
              <a:gd name="T11" fmla="*/ 1 h 89"/>
              <a:gd name="T12" fmla="*/ 82 w 128"/>
              <a:gd name="T13" fmla="*/ 4 h 89"/>
              <a:gd name="T14" fmla="*/ 120 w 128"/>
              <a:gd name="T15" fmla="*/ 42 h 89"/>
              <a:gd name="T16" fmla="*/ 2 w 128"/>
              <a:gd name="T17" fmla="*/ 42 h 89"/>
              <a:gd name="T18" fmla="*/ 0 w 128"/>
              <a:gd name="T19" fmla="*/ 44 h 89"/>
              <a:gd name="T20" fmla="*/ 2 w 128"/>
              <a:gd name="T21" fmla="*/ 47 h 89"/>
              <a:gd name="T22" fmla="*/ 120 w 128"/>
              <a:gd name="T23" fmla="*/ 47 h 89"/>
              <a:gd name="T24" fmla="*/ 82 w 128"/>
              <a:gd name="T25" fmla="*/ 85 h 89"/>
              <a:gd name="T26" fmla="*/ 82 w 128"/>
              <a:gd name="T27" fmla="*/ 88 h 89"/>
              <a:gd name="T28" fmla="*/ 85 w 128"/>
              <a:gd name="T29" fmla="*/ 88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" h="89">
                <a:moveTo>
                  <a:pt x="85" y="88"/>
                </a:moveTo>
                <a:cubicBezTo>
                  <a:pt x="127" y="46"/>
                  <a:pt x="127" y="46"/>
                  <a:pt x="127" y="46"/>
                </a:cubicBezTo>
                <a:cubicBezTo>
                  <a:pt x="128" y="45"/>
                  <a:pt x="128" y="45"/>
                  <a:pt x="128" y="44"/>
                </a:cubicBezTo>
                <a:cubicBezTo>
                  <a:pt x="128" y="44"/>
                  <a:pt x="128" y="43"/>
                  <a:pt x="127" y="43"/>
                </a:cubicBezTo>
                <a:cubicBezTo>
                  <a:pt x="85" y="1"/>
                  <a:pt x="85" y="1"/>
                  <a:pt x="85" y="1"/>
                </a:cubicBezTo>
                <a:cubicBezTo>
                  <a:pt x="85" y="0"/>
                  <a:pt x="83" y="0"/>
                  <a:pt x="82" y="1"/>
                </a:cubicBezTo>
                <a:cubicBezTo>
                  <a:pt x="81" y="2"/>
                  <a:pt x="81" y="3"/>
                  <a:pt x="82" y="4"/>
                </a:cubicBezTo>
                <a:cubicBezTo>
                  <a:pt x="120" y="42"/>
                  <a:pt x="120" y="42"/>
                  <a:pt x="120" y="42"/>
                </a:cubicBezTo>
                <a:cubicBezTo>
                  <a:pt x="2" y="42"/>
                  <a:pt x="2" y="42"/>
                  <a:pt x="2" y="42"/>
                </a:cubicBezTo>
                <a:cubicBezTo>
                  <a:pt x="1" y="42"/>
                  <a:pt x="0" y="43"/>
                  <a:pt x="0" y="44"/>
                </a:cubicBezTo>
                <a:cubicBezTo>
                  <a:pt x="0" y="45"/>
                  <a:pt x="1" y="47"/>
                  <a:pt x="2" y="47"/>
                </a:cubicBezTo>
                <a:cubicBezTo>
                  <a:pt x="120" y="47"/>
                  <a:pt x="120" y="47"/>
                  <a:pt x="120" y="47"/>
                </a:cubicBezTo>
                <a:cubicBezTo>
                  <a:pt x="82" y="85"/>
                  <a:pt x="82" y="85"/>
                  <a:pt x="82" y="85"/>
                </a:cubicBezTo>
                <a:cubicBezTo>
                  <a:pt x="81" y="85"/>
                  <a:pt x="81" y="87"/>
                  <a:pt x="82" y="88"/>
                </a:cubicBezTo>
                <a:cubicBezTo>
                  <a:pt x="83" y="89"/>
                  <a:pt x="85" y="89"/>
                  <a:pt x="85" y="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4" name="Freeform 124"/>
          <p:cNvSpPr/>
          <p:nvPr/>
        </p:nvSpPr>
        <p:spPr bwMode="auto">
          <a:xfrm>
            <a:off x="568325" y="2303466"/>
            <a:ext cx="479425" cy="334963"/>
          </a:xfrm>
          <a:custGeom>
            <a:avLst/>
            <a:gdLst>
              <a:gd name="T0" fmla="*/ 126 w 128"/>
              <a:gd name="T1" fmla="*/ 42 h 89"/>
              <a:gd name="T2" fmla="*/ 8 w 128"/>
              <a:gd name="T3" fmla="*/ 42 h 89"/>
              <a:gd name="T4" fmla="*/ 46 w 128"/>
              <a:gd name="T5" fmla="*/ 4 h 89"/>
              <a:gd name="T6" fmla="*/ 46 w 128"/>
              <a:gd name="T7" fmla="*/ 1 h 89"/>
              <a:gd name="T8" fmla="*/ 44 w 128"/>
              <a:gd name="T9" fmla="*/ 0 h 89"/>
              <a:gd name="T10" fmla="*/ 43 w 128"/>
              <a:gd name="T11" fmla="*/ 1 h 89"/>
              <a:gd name="T12" fmla="*/ 1 w 128"/>
              <a:gd name="T13" fmla="*/ 43 h 89"/>
              <a:gd name="T14" fmla="*/ 1 w 128"/>
              <a:gd name="T15" fmla="*/ 46 h 89"/>
              <a:gd name="T16" fmla="*/ 43 w 128"/>
              <a:gd name="T17" fmla="*/ 88 h 89"/>
              <a:gd name="T18" fmla="*/ 46 w 128"/>
              <a:gd name="T19" fmla="*/ 88 h 89"/>
              <a:gd name="T20" fmla="*/ 46 w 128"/>
              <a:gd name="T21" fmla="*/ 85 h 89"/>
              <a:gd name="T22" fmla="*/ 8 w 128"/>
              <a:gd name="T23" fmla="*/ 47 h 89"/>
              <a:gd name="T24" fmla="*/ 126 w 128"/>
              <a:gd name="T25" fmla="*/ 47 h 89"/>
              <a:gd name="T26" fmla="*/ 128 w 128"/>
              <a:gd name="T27" fmla="*/ 44 h 89"/>
              <a:gd name="T28" fmla="*/ 126 w 128"/>
              <a:gd name="T29" fmla="*/ 42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" h="89">
                <a:moveTo>
                  <a:pt x="126" y="42"/>
                </a:moveTo>
                <a:cubicBezTo>
                  <a:pt x="8" y="42"/>
                  <a:pt x="8" y="42"/>
                  <a:pt x="8" y="42"/>
                </a:cubicBezTo>
                <a:cubicBezTo>
                  <a:pt x="46" y="4"/>
                  <a:pt x="46" y="4"/>
                  <a:pt x="46" y="4"/>
                </a:cubicBezTo>
                <a:cubicBezTo>
                  <a:pt x="47" y="3"/>
                  <a:pt x="47" y="2"/>
                  <a:pt x="46" y="1"/>
                </a:cubicBezTo>
                <a:cubicBezTo>
                  <a:pt x="45" y="0"/>
                  <a:pt x="45" y="0"/>
                  <a:pt x="44" y="0"/>
                </a:cubicBezTo>
                <a:cubicBezTo>
                  <a:pt x="44" y="0"/>
                  <a:pt x="43" y="0"/>
                  <a:pt x="43" y="1"/>
                </a:cubicBezTo>
                <a:cubicBezTo>
                  <a:pt x="1" y="43"/>
                  <a:pt x="1" y="43"/>
                  <a:pt x="1" y="43"/>
                </a:cubicBezTo>
                <a:cubicBezTo>
                  <a:pt x="0" y="44"/>
                  <a:pt x="0" y="45"/>
                  <a:pt x="1" y="46"/>
                </a:cubicBezTo>
                <a:cubicBezTo>
                  <a:pt x="43" y="88"/>
                  <a:pt x="43" y="88"/>
                  <a:pt x="43" y="88"/>
                </a:cubicBezTo>
                <a:cubicBezTo>
                  <a:pt x="43" y="89"/>
                  <a:pt x="45" y="89"/>
                  <a:pt x="46" y="88"/>
                </a:cubicBezTo>
                <a:cubicBezTo>
                  <a:pt x="47" y="87"/>
                  <a:pt x="47" y="85"/>
                  <a:pt x="46" y="85"/>
                </a:cubicBezTo>
                <a:cubicBezTo>
                  <a:pt x="8" y="47"/>
                  <a:pt x="8" y="47"/>
                  <a:pt x="8" y="47"/>
                </a:cubicBezTo>
                <a:cubicBezTo>
                  <a:pt x="126" y="47"/>
                  <a:pt x="126" y="47"/>
                  <a:pt x="126" y="47"/>
                </a:cubicBezTo>
                <a:cubicBezTo>
                  <a:pt x="127" y="47"/>
                  <a:pt x="128" y="45"/>
                  <a:pt x="128" y="44"/>
                </a:cubicBezTo>
                <a:cubicBezTo>
                  <a:pt x="128" y="43"/>
                  <a:pt x="127" y="42"/>
                  <a:pt x="126" y="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5" name="Freeform 125"/>
          <p:cNvSpPr/>
          <p:nvPr/>
        </p:nvSpPr>
        <p:spPr bwMode="auto">
          <a:xfrm>
            <a:off x="11139491" y="1382715"/>
            <a:ext cx="481013" cy="249238"/>
          </a:xfrm>
          <a:custGeom>
            <a:avLst/>
            <a:gdLst>
              <a:gd name="T0" fmla="*/ 66 w 128"/>
              <a:gd name="T1" fmla="*/ 1 h 66"/>
              <a:gd name="T2" fmla="*/ 62 w 128"/>
              <a:gd name="T3" fmla="*/ 1 h 66"/>
              <a:gd name="T4" fmla="*/ 1 w 128"/>
              <a:gd name="T5" fmla="*/ 62 h 66"/>
              <a:gd name="T6" fmla="*/ 0 w 128"/>
              <a:gd name="T7" fmla="*/ 64 h 66"/>
              <a:gd name="T8" fmla="*/ 1 w 128"/>
              <a:gd name="T9" fmla="*/ 66 h 66"/>
              <a:gd name="T10" fmla="*/ 4 w 128"/>
              <a:gd name="T11" fmla="*/ 66 h 66"/>
              <a:gd name="T12" fmla="*/ 64 w 128"/>
              <a:gd name="T13" fmla="*/ 5 h 66"/>
              <a:gd name="T14" fmla="*/ 124 w 128"/>
              <a:gd name="T15" fmla="*/ 66 h 66"/>
              <a:gd name="T16" fmla="*/ 127 w 128"/>
              <a:gd name="T17" fmla="*/ 66 h 66"/>
              <a:gd name="T18" fmla="*/ 128 w 128"/>
              <a:gd name="T19" fmla="*/ 64 h 66"/>
              <a:gd name="T20" fmla="*/ 127 w 128"/>
              <a:gd name="T21" fmla="*/ 62 h 66"/>
              <a:gd name="T22" fmla="*/ 66 w 128"/>
              <a:gd name="T23" fmla="*/ 1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8" h="66">
                <a:moveTo>
                  <a:pt x="66" y="1"/>
                </a:moveTo>
                <a:cubicBezTo>
                  <a:pt x="65" y="0"/>
                  <a:pt x="63" y="0"/>
                  <a:pt x="62" y="1"/>
                </a:cubicBezTo>
                <a:cubicBezTo>
                  <a:pt x="1" y="62"/>
                  <a:pt x="1" y="62"/>
                  <a:pt x="1" y="62"/>
                </a:cubicBezTo>
                <a:cubicBezTo>
                  <a:pt x="0" y="63"/>
                  <a:pt x="0" y="63"/>
                  <a:pt x="0" y="64"/>
                </a:cubicBezTo>
                <a:cubicBezTo>
                  <a:pt x="0" y="65"/>
                  <a:pt x="0" y="65"/>
                  <a:pt x="1" y="66"/>
                </a:cubicBezTo>
                <a:cubicBezTo>
                  <a:pt x="1" y="66"/>
                  <a:pt x="3" y="66"/>
                  <a:pt x="4" y="66"/>
                </a:cubicBezTo>
                <a:cubicBezTo>
                  <a:pt x="64" y="5"/>
                  <a:pt x="64" y="5"/>
                  <a:pt x="64" y="5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5" y="66"/>
                  <a:pt x="126" y="66"/>
                  <a:pt x="127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63"/>
                  <a:pt x="128" y="63"/>
                  <a:pt x="127" y="62"/>
                </a:cubicBezTo>
                <a:lnTo>
                  <a:pt x="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Freeform 126"/>
          <p:cNvSpPr/>
          <p:nvPr/>
        </p:nvSpPr>
        <p:spPr bwMode="auto">
          <a:xfrm>
            <a:off x="10179053" y="1382715"/>
            <a:ext cx="481013" cy="249238"/>
          </a:xfrm>
          <a:custGeom>
            <a:avLst/>
            <a:gdLst>
              <a:gd name="T0" fmla="*/ 65 w 128"/>
              <a:gd name="T1" fmla="*/ 66 h 66"/>
              <a:gd name="T2" fmla="*/ 127 w 128"/>
              <a:gd name="T3" fmla="*/ 4 h 66"/>
              <a:gd name="T4" fmla="*/ 127 w 128"/>
              <a:gd name="T5" fmla="*/ 1 h 66"/>
              <a:gd name="T6" fmla="*/ 124 w 128"/>
              <a:gd name="T7" fmla="*/ 1 h 66"/>
              <a:gd name="T8" fmla="*/ 64 w 128"/>
              <a:gd name="T9" fmla="*/ 61 h 66"/>
              <a:gd name="T10" fmla="*/ 4 w 128"/>
              <a:gd name="T11" fmla="*/ 1 h 66"/>
              <a:gd name="T12" fmla="*/ 2 w 128"/>
              <a:gd name="T13" fmla="*/ 0 h 66"/>
              <a:gd name="T14" fmla="*/ 0 w 128"/>
              <a:gd name="T15" fmla="*/ 1 h 66"/>
              <a:gd name="T16" fmla="*/ 0 w 128"/>
              <a:gd name="T17" fmla="*/ 4 h 66"/>
              <a:gd name="T18" fmla="*/ 62 w 128"/>
              <a:gd name="T19" fmla="*/ 66 h 66"/>
              <a:gd name="T20" fmla="*/ 65 w 128"/>
              <a:gd name="T21" fmla="*/ 6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8" h="66">
                <a:moveTo>
                  <a:pt x="65" y="66"/>
                </a:moveTo>
                <a:cubicBezTo>
                  <a:pt x="127" y="4"/>
                  <a:pt x="127" y="4"/>
                  <a:pt x="127" y="4"/>
                </a:cubicBezTo>
                <a:cubicBezTo>
                  <a:pt x="128" y="3"/>
                  <a:pt x="128" y="1"/>
                  <a:pt x="127" y="1"/>
                </a:cubicBezTo>
                <a:cubicBezTo>
                  <a:pt x="126" y="0"/>
                  <a:pt x="125" y="0"/>
                  <a:pt x="124" y="1"/>
                </a:cubicBezTo>
                <a:cubicBezTo>
                  <a:pt x="64" y="61"/>
                  <a:pt x="64" y="61"/>
                  <a:pt x="64" y="61"/>
                </a:cubicBezTo>
                <a:cubicBezTo>
                  <a:pt x="4" y="1"/>
                  <a:pt x="4" y="1"/>
                  <a:pt x="4" y="1"/>
                </a:cubicBezTo>
                <a:cubicBezTo>
                  <a:pt x="3" y="0"/>
                  <a:pt x="3" y="0"/>
                  <a:pt x="2" y="0"/>
                </a:cubicBezTo>
                <a:cubicBezTo>
                  <a:pt x="1" y="0"/>
                  <a:pt x="1" y="0"/>
                  <a:pt x="0" y="1"/>
                </a:cubicBezTo>
                <a:cubicBezTo>
                  <a:pt x="0" y="1"/>
                  <a:pt x="0" y="3"/>
                  <a:pt x="0" y="4"/>
                </a:cubicBezTo>
                <a:cubicBezTo>
                  <a:pt x="62" y="66"/>
                  <a:pt x="62" y="66"/>
                  <a:pt x="62" y="66"/>
                </a:cubicBezTo>
                <a:cubicBezTo>
                  <a:pt x="63" y="66"/>
                  <a:pt x="65" y="66"/>
                  <a:pt x="65" y="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7" name="Freeform 127"/>
          <p:cNvSpPr/>
          <p:nvPr/>
        </p:nvSpPr>
        <p:spPr bwMode="auto">
          <a:xfrm>
            <a:off x="9334503" y="1266827"/>
            <a:ext cx="247650" cy="481013"/>
          </a:xfrm>
          <a:custGeom>
            <a:avLst/>
            <a:gdLst>
              <a:gd name="T0" fmla="*/ 65 w 66"/>
              <a:gd name="T1" fmla="*/ 62 h 128"/>
              <a:gd name="T2" fmla="*/ 4 w 66"/>
              <a:gd name="T3" fmla="*/ 1 h 128"/>
              <a:gd name="T4" fmla="*/ 2 w 66"/>
              <a:gd name="T5" fmla="*/ 0 h 128"/>
              <a:gd name="T6" fmla="*/ 1 w 66"/>
              <a:gd name="T7" fmla="*/ 1 h 128"/>
              <a:gd name="T8" fmla="*/ 1 w 66"/>
              <a:gd name="T9" fmla="*/ 4 h 128"/>
              <a:gd name="T10" fmla="*/ 61 w 66"/>
              <a:gd name="T11" fmla="*/ 64 h 128"/>
              <a:gd name="T12" fmla="*/ 60 w 66"/>
              <a:gd name="T13" fmla="*/ 65 h 128"/>
              <a:gd name="T14" fmla="*/ 1 w 66"/>
              <a:gd name="T15" fmla="*/ 124 h 128"/>
              <a:gd name="T16" fmla="*/ 1 w 66"/>
              <a:gd name="T17" fmla="*/ 127 h 128"/>
              <a:gd name="T18" fmla="*/ 4 w 66"/>
              <a:gd name="T19" fmla="*/ 127 h 128"/>
              <a:gd name="T20" fmla="*/ 65 w 66"/>
              <a:gd name="T21" fmla="*/ 66 h 128"/>
              <a:gd name="T22" fmla="*/ 65 w 66"/>
              <a:gd name="T23" fmla="*/ 6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6" h="128">
                <a:moveTo>
                  <a:pt x="65" y="62"/>
                </a:moveTo>
                <a:cubicBezTo>
                  <a:pt x="4" y="1"/>
                  <a:pt x="4" y="1"/>
                  <a:pt x="4" y="1"/>
                </a:cubicBezTo>
                <a:cubicBezTo>
                  <a:pt x="3" y="0"/>
                  <a:pt x="3" y="0"/>
                  <a:pt x="2" y="0"/>
                </a:cubicBezTo>
                <a:cubicBezTo>
                  <a:pt x="2" y="0"/>
                  <a:pt x="1" y="0"/>
                  <a:pt x="1" y="1"/>
                </a:cubicBezTo>
                <a:cubicBezTo>
                  <a:pt x="0" y="2"/>
                  <a:pt x="0" y="3"/>
                  <a:pt x="1" y="4"/>
                </a:cubicBezTo>
                <a:cubicBezTo>
                  <a:pt x="61" y="64"/>
                  <a:pt x="61" y="64"/>
                  <a:pt x="61" y="64"/>
                </a:cubicBezTo>
                <a:cubicBezTo>
                  <a:pt x="60" y="65"/>
                  <a:pt x="60" y="65"/>
                  <a:pt x="60" y="65"/>
                </a:cubicBezTo>
                <a:cubicBezTo>
                  <a:pt x="1" y="124"/>
                  <a:pt x="1" y="124"/>
                  <a:pt x="1" y="124"/>
                </a:cubicBezTo>
                <a:cubicBezTo>
                  <a:pt x="0" y="125"/>
                  <a:pt x="0" y="127"/>
                  <a:pt x="1" y="127"/>
                </a:cubicBezTo>
                <a:cubicBezTo>
                  <a:pt x="1" y="128"/>
                  <a:pt x="3" y="128"/>
                  <a:pt x="4" y="127"/>
                </a:cubicBezTo>
                <a:cubicBezTo>
                  <a:pt x="65" y="66"/>
                  <a:pt x="65" y="66"/>
                  <a:pt x="65" y="66"/>
                </a:cubicBezTo>
                <a:cubicBezTo>
                  <a:pt x="66" y="65"/>
                  <a:pt x="66" y="63"/>
                  <a:pt x="65" y="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8" name="Freeform 128"/>
          <p:cNvSpPr/>
          <p:nvPr/>
        </p:nvSpPr>
        <p:spPr bwMode="auto">
          <a:xfrm>
            <a:off x="8372478" y="1266827"/>
            <a:ext cx="247650" cy="481013"/>
          </a:xfrm>
          <a:custGeom>
            <a:avLst/>
            <a:gdLst>
              <a:gd name="T0" fmla="*/ 5 w 66"/>
              <a:gd name="T1" fmla="*/ 64 h 128"/>
              <a:gd name="T2" fmla="*/ 6 w 66"/>
              <a:gd name="T3" fmla="*/ 63 h 128"/>
              <a:gd name="T4" fmla="*/ 65 w 66"/>
              <a:gd name="T5" fmla="*/ 4 h 128"/>
              <a:gd name="T6" fmla="*/ 65 w 66"/>
              <a:gd name="T7" fmla="*/ 1 h 128"/>
              <a:gd name="T8" fmla="*/ 64 w 66"/>
              <a:gd name="T9" fmla="*/ 0 h 128"/>
              <a:gd name="T10" fmla="*/ 62 w 66"/>
              <a:gd name="T11" fmla="*/ 1 h 128"/>
              <a:gd name="T12" fmla="*/ 1 w 66"/>
              <a:gd name="T13" fmla="*/ 62 h 128"/>
              <a:gd name="T14" fmla="*/ 1 w 66"/>
              <a:gd name="T15" fmla="*/ 66 h 128"/>
              <a:gd name="T16" fmla="*/ 62 w 66"/>
              <a:gd name="T17" fmla="*/ 127 h 128"/>
              <a:gd name="T18" fmla="*/ 65 w 66"/>
              <a:gd name="T19" fmla="*/ 127 h 128"/>
              <a:gd name="T20" fmla="*/ 65 w 66"/>
              <a:gd name="T21" fmla="*/ 124 h 128"/>
              <a:gd name="T22" fmla="*/ 5 w 66"/>
              <a:gd name="T23" fmla="*/ 6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6" h="128">
                <a:moveTo>
                  <a:pt x="5" y="64"/>
                </a:moveTo>
                <a:cubicBezTo>
                  <a:pt x="6" y="63"/>
                  <a:pt x="6" y="63"/>
                  <a:pt x="6" y="63"/>
                </a:cubicBezTo>
                <a:cubicBezTo>
                  <a:pt x="65" y="4"/>
                  <a:pt x="65" y="4"/>
                  <a:pt x="65" y="4"/>
                </a:cubicBezTo>
                <a:cubicBezTo>
                  <a:pt x="66" y="3"/>
                  <a:pt x="66" y="2"/>
                  <a:pt x="65" y="1"/>
                </a:cubicBezTo>
                <a:cubicBezTo>
                  <a:pt x="65" y="0"/>
                  <a:pt x="64" y="0"/>
                  <a:pt x="64" y="0"/>
                </a:cubicBezTo>
                <a:cubicBezTo>
                  <a:pt x="63" y="0"/>
                  <a:pt x="63" y="0"/>
                  <a:pt x="62" y="1"/>
                </a:cubicBezTo>
                <a:cubicBezTo>
                  <a:pt x="1" y="62"/>
                  <a:pt x="1" y="62"/>
                  <a:pt x="1" y="62"/>
                </a:cubicBezTo>
                <a:cubicBezTo>
                  <a:pt x="0" y="63"/>
                  <a:pt x="0" y="65"/>
                  <a:pt x="1" y="66"/>
                </a:cubicBezTo>
                <a:cubicBezTo>
                  <a:pt x="62" y="127"/>
                  <a:pt x="62" y="127"/>
                  <a:pt x="62" y="127"/>
                </a:cubicBezTo>
                <a:cubicBezTo>
                  <a:pt x="63" y="128"/>
                  <a:pt x="65" y="128"/>
                  <a:pt x="65" y="127"/>
                </a:cubicBezTo>
                <a:cubicBezTo>
                  <a:pt x="66" y="127"/>
                  <a:pt x="66" y="125"/>
                  <a:pt x="65" y="124"/>
                </a:cubicBezTo>
                <a:lnTo>
                  <a:pt x="5" y="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9" name="Freeform 129"/>
          <p:cNvSpPr>
            <a:spLocks noEditPoints="1"/>
          </p:cNvSpPr>
          <p:nvPr/>
        </p:nvSpPr>
        <p:spPr bwMode="auto">
          <a:xfrm>
            <a:off x="7302502" y="1266827"/>
            <a:ext cx="466725" cy="481013"/>
          </a:xfrm>
          <a:custGeom>
            <a:avLst/>
            <a:gdLst>
              <a:gd name="T0" fmla="*/ 106 w 124"/>
              <a:gd name="T1" fmla="*/ 105 h 128"/>
              <a:gd name="T2" fmla="*/ 114 w 124"/>
              <a:gd name="T3" fmla="*/ 94 h 128"/>
              <a:gd name="T4" fmla="*/ 122 w 124"/>
              <a:gd name="T5" fmla="*/ 71 h 128"/>
              <a:gd name="T6" fmla="*/ 122 w 124"/>
              <a:gd name="T7" fmla="*/ 57 h 128"/>
              <a:gd name="T8" fmla="*/ 114 w 124"/>
              <a:gd name="T9" fmla="*/ 35 h 128"/>
              <a:gd name="T10" fmla="*/ 106 w 124"/>
              <a:gd name="T11" fmla="*/ 23 h 128"/>
              <a:gd name="T12" fmla="*/ 100 w 124"/>
              <a:gd name="T13" fmla="*/ 12 h 128"/>
              <a:gd name="T14" fmla="*/ 84 w 124"/>
              <a:gd name="T15" fmla="*/ 9 h 128"/>
              <a:gd name="T16" fmla="*/ 62 w 124"/>
              <a:gd name="T17" fmla="*/ 0 h 128"/>
              <a:gd name="T18" fmla="*/ 48 w 124"/>
              <a:gd name="T19" fmla="*/ 7 h 128"/>
              <a:gd name="T20" fmla="*/ 24 w 124"/>
              <a:gd name="T21" fmla="*/ 12 h 128"/>
              <a:gd name="T22" fmla="*/ 18 w 124"/>
              <a:gd name="T23" fmla="*/ 23 h 128"/>
              <a:gd name="T24" fmla="*/ 10 w 124"/>
              <a:gd name="T25" fmla="*/ 35 h 128"/>
              <a:gd name="T26" fmla="*/ 2 w 124"/>
              <a:gd name="T27" fmla="*/ 57 h 128"/>
              <a:gd name="T28" fmla="*/ 2 w 124"/>
              <a:gd name="T29" fmla="*/ 71 h 128"/>
              <a:gd name="T30" fmla="*/ 10 w 124"/>
              <a:gd name="T31" fmla="*/ 94 h 128"/>
              <a:gd name="T32" fmla="*/ 18 w 124"/>
              <a:gd name="T33" fmla="*/ 105 h 128"/>
              <a:gd name="T34" fmla="*/ 24 w 124"/>
              <a:gd name="T35" fmla="*/ 116 h 128"/>
              <a:gd name="T36" fmla="*/ 37 w 124"/>
              <a:gd name="T37" fmla="*/ 119 h 128"/>
              <a:gd name="T38" fmla="*/ 40 w 124"/>
              <a:gd name="T39" fmla="*/ 119 h 128"/>
              <a:gd name="T40" fmla="*/ 62 w 124"/>
              <a:gd name="T41" fmla="*/ 128 h 128"/>
              <a:gd name="T42" fmla="*/ 76 w 124"/>
              <a:gd name="T43" fmla="*/ 121 h 128"/>
              <a:gd name="T44" fmla="*/ 89 w 124"/>
              <a:gd name="T45" fmla="*/ 119 h 128"/>
              <a:gd name="T46" fmla="*/ 106 w 124"/>
              <a:gd name="T47" fmla="*/ 108 h 128"/>
              <a:gd name="T48" fmla="*/ 89 w 124"/>
              <a:gd name="T49" fmla="*/ 114 h 128"/>
              <a:gd name="T50" fmla="*/ 87 w 124"/>
              <a:gd name="T51" fmla="*/ 114 h 128"/>
              <a:gd name="T52" fmla="*/ 71 w 124"/>
              <a:gd name="T53" fmla="*/ 120 h 128"/>
              <a:gd name="T54" fmla="*/ 62 w 124"/>
              <a:gd name="T55" fmla="*/ 124 h 128"/>
              <a:gd name="T56" fmla="*/ 53 w 124"/>
              <a:gd name="T57" fmla="*/ 119 h 128"/>
              <a:gd name="T58" fmla="*/ 39 w 124"/>
              <a:gd name="T59" fmla="*/ 114 h 128"/>
              <a:gd name="T60" fmla="*/ 36 w 124"/>
              <a:gd name="T61" fmla="*/ 114 h 128"/>
              <a:gd name="T62" fmla="*/ 27 w 124"/>
              <a:gd name="T63" fmla="*/ 112 h 128"/>
              <a:gd name="T64" fmla="*/ 22 w 124"/>
              <a:gd name="T65" fmla="*/ 104 h 128"/>
              <a:gd name="T66" fmla="*/ 12 w 124"/>
              <a:gd name="T67" fmla="*/ 90 h 128"/>
              <a:gd name="T68" fmla="*/ 6 w 124"/>
              <a:gd name="T69" fmla="*/ 73 h 128"/>
              <a:gd name="T70" fmla="*/ 6 w 124"/>
              <a:gd name="T71" fmla="*/ 55 h 128"/>
              <a:gd name="T72" fmla="*/ 12 w 124"/>
              <a:gd name="T73" fmla="*/ 39 h 128"/>
              <a:gd name="T74" fmla="*/ 22 w 124"/>
              <a:gd name="T75" fmla="*/ 24 h 128"/>
              <a:gd name="T76" fmla="*/ 27 w 124"/>
              <a:gd name="T77" fmla="*/ 16 h 128"/>
              <a:gd name="T78" fmla="*/ 38 w 124"/>
              <a:gd name="T79" fmla="*/ 14 h 128"/>
              <a:gd name="T80" fmla="*/ 53 w 124"/>
              <a:gd name="T81" fmla="*/ 8 h 128"/>
              <a:gd name="T82" fmla="*/ 83 w 124"/>
              <a:gd name="T83" fmla="*/ 14 h 128"/>
              <a:gd name="T84" fmla="*/ 90 w 124"/>
              <a:gd name="T85" fmla="*/ 14 h 128"/>
              <a:gd name="T86" fmla="*/ 98 w 124"/>
              <a:gd name="T87" fmla="*/ 16 h 128"/>
              <a:gd name="T88" fmla="*/ 109 w 124"/>
              <a:gd name="T89" fmla="*/ 36 h 128"/>
              <a:gd name="T90" fmla="*/ 119 w 124"/>
              <a:gd name="T91" fmla="*/ 46 h 128"/>
              <a:gd name="T92" fmla="*/ 116 w 124"/>
              <a:gd name="T93" fmla="*/ 69 h 128"/>
              <a:gd name="T94" fmla="*/ 119 w 124"/>
              <a:gd name="T95" fmla="*/ 82 h 128"/>
              <a:gd name="T96" fmla="*/ 103 w 124"/>
              <a:gd name="T97" fmla="*/ 100 h 128"/>
              <a:gd name="T98" fmla="*/ 101 w 124"/>
              <a:gd name="T99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24" h="128">
                <a:moveTo>
                  <a:pt x="106" y="108"/>
                </a:moveTo>
                <a:cubicBezTo>
                  <a:pt x="106" y="107"/>
                  <a:pt x="106" y="105"/>
                  <a:pt x="106" y="105"/>
                </a:cubicBezTo>
                <a:cubicBezTo>
                  <a:pt x="106" y="104"/>
                  <a:pt x="107" y="103"/>
                  <a:pt x="107" y="102"/>
                </a:cubicBezTo>
                <a:cubicBezTo>
                  <a:pt x="109" y="98"/>
                  <a:pt x="111" y="95"/>
                  <a:pt x="114" y="94"/>
                </a:cubicBezTo>
                <a:cubicBezTo>
                  <a:pt x="118" y="92"/>
                  <a:pt x="121" y="88"/>
                  <a:pt x="123" y="84"/>
                </a:cubicBezTo>
                <a:cubicBezTo>
                  <a:pt x="124" y="80"/>
                  <a:pt x="124" y="75"/>
                  <a:pt x="122" y="71"/>
                </a:cubicBezTo>
                <a:cubicBezTo>
                  <a:pt x="121" y="70"/>
                  <a:pt x="121" y="69"/>
                  <a:pt x="121" y="68"/>
                </a:cubicBezTo>
                <a:cubicBezTo>
                  <a:pt x="120" y="64"/>
                  <a:pt x="120" y="60"/>
                  <a:pt x="122" y="57"/>
                </a:cubicBezTo>
                <a:cubicBezTo>
                  <a:pt x="124" y="53"/>
                  <a:pt x="124" y="49"/>
                  <a:pt x="123" y="44"/>
                </a:cubicBezTo>
                <a:cubicBezTo>
                  <a:pt x="121" y="40"/>
                  <a:pt x="118" y="37"/>
                  <a:pt x="114" y="35"/>
                </a:cubicBezTo>
                <a:cubicBezTo>
                  <a:pt x="113" y="34"/>
                  <a:pt x="113" y="33"/>
                  <a:pt x="112" y="33"/>
                </a:cubicBezTo>
                <a:cubicBezTo>
                  <a:pt x="109" y="30"/>
                  <a:pt x="107" y="27"/>
                  <a:pt x="106" y="23"/>
                </a:cubicBezTo>
                <a:cubicBezTo>
                  <a:pt x="106" y="19"/>
                  <a:pt x="104" y="16"/>
                  <a:pt x="100" y="13"/>
                </a:cubicBezTo>
                <a:cubicBezTo>
                  <a:pt x="100" y="13"/>
                  <a:pt x="100" y="13"/>
                  <a:pt x="100" y="12"/>
                </a:cubicBezTo>
                <a:cubicBezTo>
                  <a:pt x="96" y="10"/>
                  <a:pt x="91" y="9"/>
                  <a:pt x="87" y="9"/>
                </a:cubicBezTo>
                <a:cubicBezTo>
                  <a:pt x="86" y="10"/>
                  <a:pt x="85" y="10"/>
                  <a:pt x="84" y="9"/>
                </a:cubicBezTo>
                <a:cubicBezTo>
                  <a:pt x="80" y="9"/>
                  <a:pt x="76" y="7"/>
                  <a:pt x="74" y="5"/>
                </a:cubicBezTo>
                <a:cubicBezTo>
                  <a:pt x="71" y="2"/>
                  <a:pt x="66" y="0"/>
                  <a:pt x="62" y="0"/>
                </a:cubicBezTo>
                <a:cubicBezTo>
                  <a:pt x="57" y="0"/>
                  <a:pt x="53" y="2"/>
                  <a:pt x="50" y="5"/>
                </a:cubicBezTo>
                <a:cubicBezTo>
                  <a:pt x="49" y="6"/>
                  <a:pt x="48" y="6"/>
                  <a:pt x="48" y="7"/>
                </a:cubicBezTo>
                <a:cubicBezTo>
                  <a:pt x="44" y="9"/>
                  <a:pt x="40" y="10"/>
                  <a:pt x="37" y="9"/>
                </a:cubicBezTo>
                <a:cubicBezTo>
                  <a:pt x="32" y="9"/>
                  <a:pt x="28" y="10"/>
                  <a:pt x="24" y="12"/>
                </a:cubicBezTo>
                <a:cubicBezTo>
                  <a:pt x="22" y="14"/>
                  <a:pt x="20" y="17"/>
                  <a:pt x="19" y="20"/>
                </a:cubicBezTo>
                <a:cubicBezTo>
                  <a:pt x="18" y="21"/>
                  <a:pt x="18" y="22"/>
                  <a:pt x="18" y="23"/>
                </a:cubicBezTo>
                <a:cubicBezTo>
                  <a:pt x="18" y="24"/>
                  <a:pt x="17" y="25"/>
                  <a:pt x="17" y="26"/>
                </a:cubicBezTo>
                <a:cubicBezTo>
                  <a:pt x="15" y="30"/>
                  <a:pt x="13" y="33"/>
                  <a:pt x="10" y="35"/>
                </a:cubicBezTo>
                <a:cubicBezTo>
                  <a:pt x="6" y="37"/>
                  <a:pt x="3" y="40"/>
                  <a:pt x="1" y="44"/>
                </a:cubicBezTo>
                <a:cubicBezTo>
                  <a:pt x="0" y="49"/>
                  <a:pt x="0" y="53"/>
                  <a:pt x="2" y="57"/>
                </a:cubicBezTo>
                <a:cubicBezTo>
                  <a:pt x="3" y="58"/>
                  <a:pt x="3" y="59"/>
                  <a:pt x="3" y="60"/>
                </a:cubicBezTo>
                <a:cubicBezTo>
                  <a:pt x="4" y="64"/>
                  <a:pt x="4" y="68"/>
                  <a:pt x="2" y="71"/>
                </a:cubicBezTo>
                <a:cubicBezTo>
                  <a:pt x="0" y="75"/>
                  <a:pt x="0" y="80"/>
                  <a:pt x="1" y="84"/>
                </a:cubicBezTo>
                <a:cubicBezTo>
                  <a:pt x="3" y="88"/>
                  <a:pt x="6" y="92"/>
                  <a:pt x="10" y="94"/>
                </a:cubicBezTo>
                <a:cubicBezTo>
                  <a:pt x="10" y="94"/>
                  <a:pt x="11" y="95"/>
                  <a:pt x="12" y="96"/>
                </a:cubicBezTo>
                <a:cubicBezTo>
                  <a:pt x="15" y="98"/>
                  <a:pt x="17" y="101"/>
                  <a:pt x="18" y="105"/>
                </a:cubicBezTo>
                <a:cubicBezTo>
                  <a:pt x="18" y="106"/>
                  <a:pt x="18" y="106"/>
                  <a:pt x="18" y="107"/>
                </a:cubicBezTo>
                <a:cubicBezTo>
                  <a:pt x="19" y="110"/>
                  <a:pt x="21" y="114"/>
                  <a:pt x="24" y="116"/>
                </a:cubicBezTo>
                <a:cubicBezTo>
                  <a:pt x="27" y="118"/>
                  <a:pt x="29" y="119"/>
                  <a:pt x="32" y="119"/>
                </a:cubicBezTo>
                <a:cubicBezTo>
                  <a:pt x="34" y="119"/>
                  <a:pt x="35" y="119"/>
                  <a:pt x="37" y="119"/>
                </a:cubicBezTo>
                <a:cubicBezTo>
                  <a:pt x="37" y="119"/>
                  <a:pt x="38" y="119"/>
                  <a:pt x="39" y="119"/>
                </a:cubicBezTo>
                <a:cubicBezTo>
                  <a:pt x="39" y="119"/>
                  <a:pt x="40" y="119"/>
                  <a:pt x="40" y="119"/>
                </a:cubicBezTo>
                <a:cubicBezTo>
                  <a:pt x="43" y="119"/>
                  <a:pt x="48" y="122"/>
                  <a:pt x="50" y="123"/>
                </a:cubicBezTo>
                <a:cubicBezTo>
                  <a:pt x="53" y="126"/>
                  <a:pt x="58" y="128"/>
                  <a:pt x="62" y="128"/>
                </a:cubicBezTo>
                <a:cubicBezTo>
                  <a:pt x="66" y="128"/>
                  <a:pt x="71" y="126"/>
                  <a:pt x="74" y="123"/>
                </a:cubicBezTo>
                <a:cubicBezTo>
                  <a:pt x="75" y="123"/>
                  <a:pt x="76" y="122"/>
                  <a:pt x="76" y="121"/>
                </a:cubicBezTo>
                <a:cubicBezTo>
                  <a:pt x="79" y="120"/>
                  <a:pt x="84" y="119"/>
                  <a:pt x="87" y="119"/>
                </a:cubicBezTo>
                <a:cubicBezTo>
                  <a:pt x="88" y="119"/>
                  <a:pt x="88" y="119"/>
                  <a:pt x="89" y="119"/>
                </a:cubicBezTo>
                <a:cubicBezTo>
                  <a:pt x="93" y="119"/>
                  <a:pt x="96" y="118"/>
                  <a:pt x="100" y="116"/>
                </a:cubicBezTo>
                <a:cubicBezTo>
                  <a:pt x="102" y="114"/>
                  <a:pt x="105" y="111"/>
                  <a:pt x="106" y="108"/>
                </a:cubicBezTo>
                <a:close/>
                <a:moveTo>
                  <a:pt x="97" y="112"/>
                </a:moveTo>
                <a:cubicBezTo>
                  <a:pt x="95" y="114"/>
                  <a:pt x="92" y="115"/>
                  <a:pt x="89" y="114"/>
                </a:cubicBezTo>
                <a:cubicBezTo>
                  <a:pt x="89" y="114"/>
                  <a:pt x="88" y="114"/>
                  <a:pt x="88" y="114"/>
                </a:cubicBezTo>
                <a:cubicBezTo>
                  <a:pt x="87" y="114"/>
                  <a:pt x="87" y="114"/>
                  <a:pt x="87" y="114"/>
                </a:cubicBezTo>
                <a:cubicBezTo>
                  <a:pt x="87" y="114"/>
                  <a:pt x="78" y="115"/>
                  <a:pt x="74" y="117"/>
                </a:cubicBezTo>
                <a:cubicBezTo>
                  <a:pt x="74" y="118"/>
                  <a:pt x="73" y="118"/>
                  <a:pt x="71" y="120"/>
                </a:cubicBezTo>
                <a:cubicBezTo>
                  <a:pt x="71" y="120"/>
                  <a:pt x="71" y="120"/>
                  <a:pt x="71" y="120"/>
                </a:cubicBezTo>
                <a:cubicBezTo>
                  <a:pt x="68" y="122"/>
                  <a:pt x="65" y="124"/>
                  <a:pt x="62" y="124"/>
                </a:cubicBezTo>
                <a:cubicBezTo>
                  <a:pt x="59" y="124"/>
                  <a:pt x="56" y="122"/>
                  <a:pt x="53" y="120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50" y="118"/>
                  <a:pt x="44" y="115"/>
                  <a:pt x="41" y="114"/>
                </a:cubicBezTo>
                <a:cubicBezTo>
                  <a:pt x="40" y="114"/>
                  <a:pt x="39" y="114"/>
                  <a:pt x="39" y="114"/>
                </a:cubicBezTo>
                <a:cubicBezTo>
                  <a:pt x="38" y="114"/>
                  <a:pt x="37" y="114"/>
                  <a:pt x="37" y="114"/>
                </a:cubicBezTo>
                <a:cubicBezTo>
                  <a:pt x="36" y="114"/>
                  <a:pt x="36" y="114"/>
                  <a:pt x="36" y="114"/>
                </a:cubicBezTo>
                <a:cubicBezTo>
                  <a:pt x="35" y="114"/>
                  <a:pt x="34" y="115"/>
                  <a:pt x="33" y="114"/>
                </a:cubicBezTo>
                <a:cubicBezTo>
                  <a:pt x="31" y="114"/>
                  <a:pt x="29" y="113"/>
                  <a:pt x="27" y="112"/>
                </a:cubicBezTo>
                <a:cubicBezTo>
                  <a:pt x="25" y="111"/>
                  <a:pt x="23" y="108"/>
                  <a:pt x="23" y="106"/>
                </a:cubicBezTo>
                <a:cubicBezTo>
                  <a:pt x="22" y="105"/>
                  <a:pt x="22" y="105"/>
                  <a:pt x="22" y="104"/>
                </a:cubicBezTo>
                <a:cubicBezTo>
                  <a:pt x="21" y="100"/>
                  <a:pt x="19" y="95"/>
                  <a:pt x="15" y="92"/>
                </a:cubicBezTo>
                <a:cubicBezTo>
                  <a:pt x="14" y="91"/>
                  <a:pt x="13" y="90"/>
                  <a:pt x="12" y="90"/>
                </a:cubicBezTo>
                <a:cubicBezTo>
                  <a:pt x="9" y="88"/>
                  <a:pt x="6" y="86"/>
                  <a:pt x="5" y="82"/>
                </a:cubicBezTo>
                <a:cubicBezTo>
                  <a:pt x="4" y="79"/>
                  <a:pt x="5" y="76"/>
                  <a:pt x="6" y="73"/>
                </a:cubicBezTo>
                <a:cubicBezTo>
                  <a:pt x="8" y="69"/>
                  <a:pt x="9" y="64"/>
                  <a:pt x="8" y="59"/>
                </a:cubicBezTo>
                <a:cubicBezTo>
                  <a:pt x="7" y="58"/>
                  <a:pt x="7" y="56"/>
                  <a:pt x="6" y="55"/>
                </a:cubicBezTo>
                <a:cubicBezTo>
                  <a:pt x="5" y="52"/>
                  <a:pt x="4" y="49"/>
                  <a:pt x="5" y="46"/>
                </a:cubicBezTo>
                <a:cubicBezTo>
                  <a:pt x="6" y="43"/>
                  <a:pt x="9" y="40"/>
                  <a:pt x="12" y="39"/>
                </a:cubicBezTo>
                <a:cubicBezTo>
                  <a:pt x="16" y="36"/>
                  <a:pt x="19" y="33"/>
                  <a:pt x="21" y="28"/>
                </a:cubicBezTo>
                <a:cubicBezTo>
                  <a:pt x="21" y="27"/>
                  <a:pt x="22" y="26"/>
                  <a:pt x="22" y="24"/>
                </a:cubicBezTo>
                <a:cubicBezTo>
                  <a:pt x="22" y="23"/>
                  <a:pt x="23" y="22"/>
                  <a:pt x="23" y="21"/>
                </a:cubicBezTo>
                <a:cubicBezTo>
                  <a:pt x="24" y="19"/>
                  <a:pt x="25" y="17"/>
                  <a:pt x="27" y="16"/>
                </a:cubicBezTo>
                <a:cubicBezTo>
                  <a:pt x="30" y="14"/>
                  <a:pt x="33" y="13"/>
                  <a:pt x="36" y="14"/>
                </a:cubicBezTo>
                <a:cubicBezTo>
                  <a:pt x="37" y="14"/>
                  <a:pt x="38" y="14"/>
                  <a:pt x="38" y="14"/>
                </a:cubicBezTo>
                <a:cubicBezTo>
                  <a:pt x="42" y="14"/>
                  <a:pt x="46" y="13"/>
                  <a:pt x="50" y="11"/>
                </a:cubicBezTo>
                <a:cubicBezTo>
                  <a:pt x="51" y="10"/>
                  <a:pt x="52" y="9"/>
                  <a:pt x="53" y="8"/>
                </a:cubicBezTo>
                <a:cubicBezTo>
                  <a:pt x="58" y="3"/>
                  <a:pt x="66" y="4"/>
                  <a:pt x="71" y="8"/>
                </a:cubicBezTo>
                <a:cubicBezTo>
                  <a:pt x="74" y="11"/>
                  <a:pt x="79" y="13"/>
                  <a:pt x="83" y="14"/>
                </a:cubicBezTo>
                <a:cubicBezTo>
                  <a:pt x="85" y="14"/>
                  <a:pt x="86" y="14"/>
                  <a:pt x="88" y="14"/>
                </a:cubicBezTo>
                <a:cubicBezTo>
                  <a:pt x="88" y="14"/>
                  <a:pt x="89" y="14"/>
                  <a:pt x="90" y="14"/>
                </a:cubicBezTo>
                <a:cubicBezTo>
                  <a:pt x="92" y="14"/>
                  <a:pt x="95" y="15"/>
                  <a:pt x="97" y="16"/>
                </a:cubicBezTo>
                <a:cubicBezTo>
                  <a:pt x="97" y="16"/>
                  <a:pt x="97" y="16"/>
                  <a:pt x="98" y="16"/>
                </a:cubicBezTo>
                <a:cubicBezTo>
                  <a:pt x="100" y="18"/>
                  <a:pt x="101" y="21"/>
                  <a:pt x="102" y="24"/>
                </a:cubicBezTo>
                <a:cubicBezTo>
                  <a:pt x="103" y="29"/>
                  <a:pt x="105" y="33"/>
                  <a:pt x="109" y="36"/>
                </a:cubicBezTo>
                <a:cubicBezTo>
                  <a:pt x="110" y="37"/>
                  <a:pt x="111" y="38"/>
                  <a:pt x="112" y="39"/>
                </a:cubicBezTo>
                <a:cubicBezTo>
                  <a:pt x="115" y="40"/>
                  <a:pt x="118" y="43"/>
                  <a:pt x="119" y="46"/>
                </a:cubicBezTo>
                <a:cubicBezTo>
                  <a:pt x="120" y="49"/>
                  <a:pt x="119" y="52"/>
                  <a:pt x="118" y="55"/>
                </a:cubicBezTo>
                <a:cubicBezTo>
                  <a:pt x="116" y="59"/>
                  <a:pt x="115" y="64"/>
                  <a:pt x="116" y="69"/>
                </a:cubicBezTo>
                <a:cubicBezTo>
                  <a:pt x="117" y="70"/>
                  <a:pt x="117" y="72"/>
                  <a:pt x="118" y="73"/>
                </a:cubicBezTo>
                <a:cubicBezTo>
                  <a:pt x="119" y="76"/>
                  <a:pt x="120" y="79"/>
                  <a:pt x="119" y="82"/>
                </a:cubicBezTo>
                <a:cubicBezTo>
                  <a:pt x="118" y="86"/>
                  <a:pt x="115" y="88"/>
                  <a:pt x="112" y="90"/>
                </a:cubicBezTo>
                <a:cubicBezTo>
                  <a:pt x="108" y="92"/>
                  <a:pt x="105" y="96"/>
                  <a:pt x="103" y="100"/>
                </a:cubicBezTo>
                <a:cubicBezTo>
                  <a:pt x="102" y="101"/>
                  <a:pt x="102" y="103"/>
                  <a:pt x="102" y="104"/>
                </a:cubicBezTo>
                <a:cubicBezTo>
                  <a:pt x="102" y="105"/>
                  <a:pt x="101" y="106"/>
                  <a:pt x="101" y="106"/>
                </a:cubicBezTo>
                <a:cubicBezTo>
                  <a:pt x="101" y="109"/>
                  <a:pt x="99" y="111"/>
                  <a:pt x="97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0" name="Freeform 130"/>
          <p:cNvSpPr>
            <a:spLocks noEditPoints="1"/>
          </p:cNvSpPr>
          <p:nvPr/>
        </p:nvSpPr>
        <p:spPr bwMode="auto">
          <a:xfrm>
            <a:off x="6334127" y="1263652"/>
            <a:ext cx="481013" cy="487363"/>
          </a:xfrm>
          <a:custGeom>
            <a:avLst/>
            <a:gdLst>
              <a:gd name="T0" fmla="*/ 125 w 128"/>
              <a:gd name="T1" fmla="*/ 55 h 130"/>
              <a:gd name="T2" fmla="*/ 119 w 128"/>
              <a:gd name="T3" fmla="*/ 50 h 130"/>
              <a:gd name="T4" fmla="*/ 122 w 128"/>
              <a:gd name="T5" fmla="*/ 43 h 130"/>
              <a:gd name="T6" fmla="*/ 106 w 128"/>
              <a:gd name="T7" fmla="*/ 25 h 130"/>
              <a:gd name="T8" fmla="*/ 104 w 128"/>
              <a:gd name="T9" fmla="*/ 23 h 130"/>
              <a:gd name="T10" fmla="*/ 96 w 128"/>
              <a:gd name="T11" fmla="*/ 10 h 130"/>
              <a:gd name="T12" fmla="*/ 79 w 128"/>
              <a:gd name="T13" fmla="*/ 10 h 130"/>
              <a:gd name="T14" fmla="*/ 74 w 128"/>
              <a:gd name="T15" fmla="*/ 4 h 130"/>
              <a:gd name="T16" fmla="*/ 50 w 128"/>
              <a:gd name="T17" fmla="*/ 9 h 130"/>
              <a:gd name="T18" fmla="*/ 48 w 128"/>
              <a:gd name="T19" fmla="*/ 9 h 130"/>
              <a:gd name="T20" fmla="*/ 25 w 128"/>
              <a:gd name="T21" fmla="*/ 18 h 130"/>
              <a:gd name="T22" fmla="*/ 24 w 128"/>
              <a:gd name="T23" fmla="*/ 25 h 130"/>
              <a:gd name="T24" fmla="*/ 9 w 128"/>
              <a:gd name="T25" fmla="*/ 33 h 130"/>
              <a:gd name="T26" fmla="*/ 8 w 128"/>
              <a:gd name="T27" fmla="*/ 49 h 130"/>
              <a:gd name="T28" fmla="*/ 8 w 128"/>
              <a:gd name="T29" fmla="*/ 51 h 130"/>
              <a:gd name="T30" fmla="*/ 0 w 128"/>
              <a:gd name="T31" fmla="*/ 65 h 130"/>
              <a:gd name="T32" fmla="*/ 8 w 128"/>
              <a:gd name="T33" fmla="*/ 79 h 130"/>
              <a:gd name="T34" fmla="*/ 8 w 128"/>
              <a:gd name="T35" fmla="*/ 81 h 130"/>
              <a:gd name="T36" fmla="*/ 9 w 128"/>
              <a:gd name="T37" fmla="*/ 97 h 130"/>
              <a:gd name="T38" fmla="*/ 24 w 128"/>
              <a:gd name="T39" fmla="*/ 105 h 130"/>
              <a:gd name="T40" fmla="*/ 25 w 128"/>
              <a:gd name="T41" fmla="*/ 113 h 130"/>
              <a:gd name="T42" fmla="*/ 48 w 128"/>
              <a:gd name="T43" fmla="*/ 121 h 130"/>
              <a:gd name="T44" fmla="*/ 50 w 128"/>
              <a:gd name="T45" fmla="*/ 121 h 130"/>
              <a:gd name="T46" fmla="*/ 74 w 128"/>
              <a:gd name="T47" fmla="*/ 126 h 130"/>
              <a:gd name="T48" fmla="*/ 79 w 128"/>
              <a:gd name="T49" fmla="*/ 120 h 130"/>
              <a:gd name="T50" fmla="*/ 96 w 128"/>
              <a:gd name="T51" fmla="*/ 121 h 130"/>
              <a:gd name="T52" fmla="*/ 104 w 128"/>
              <a:gd name="T53" fmla="*/ 107 h 130"/>
              <a:gd name="T54" fmla="*/ 106 w 128"/>
              <a:gd name="T55" fmla="*/ 105 h 130"/>
              <a:gd name="T56" fmla="*/ 122 w 128"/>
              <a:gd name="T57" fmla="*/ 87 h 130"/>
              <a:gd name="T58" fmla="*/ 119 w 128"/>
              <a:gd name="T59" fmla="*/ 80 h 130"/>
              <a:gd name="T60" fmla="*/ 125 w 128"/>
              <a:gd name="T61" fmla="*/ 75 h 130"/>
              <a:gd name="T62" fmla="*/ 121 w 128"/>
              <a:gd name="T63" fmla="*/ 72 h 130"/>
              <a:gd name="T64" fmla="*/ 111 w 128"/>
              <a:gd name="T65" fmla="*/ 78 h 130"/>
              <a:gd name="T66" fmla="*/ 115 w 128"/>
              <a:gd name="T67" fmla="*/ 95 h 130"/>
              <a:gd name="T68" fmla="*/ 99 w 128"/>
              <a:gd name="T69" fmla="*/ 100 h 130"/>
              <a:gd name="T70" fmla="*/ 94 w 128"/>
              <a:gd name="T71" fmla="*/ 117 h 130"/>
              <a:gd name="T72" fmla="*/ 77 w 128"/>
              <a:gd name="T73" fmla="*/ 112 h 130"/>
              <a:gd name="T74" fmla="*/ 71 w 128"/>
              <a:gd name="T75" fmla="*/ 122 h 130"/>
              <a:gd name="T76" fmla="*/ 57 w 128"/>
              <a:gd name="T77" fmla="*/ 122 h 130"/>
              <a:gd name="T78" fmla="*/ 51 w 128"/>
              <a:gd name="T79" fmla="*/ 112 h 130"/>
              <a:gd name="T80" fmla="*/ 34 w 128"/>
              <a:gd name="T81" fmla="*/ 117 h 130"/>
              <a:gd name="T82" fmla="*/ 29 w 128"/>
              <a:gd name="T83" fmla="*/ 100 h 130"/>
              <a:gd name="T84" fmla="*/ 13 w 128"/>
              <a:gd name="T85" fmla="*/ 95 h 130"/>
              <a:gd name="T86" fmla="*/ 17 w 128"/>
              <a:gd name="T87" fmla="*/ 78 h 130"/>
              <a:gd name="T88" fmla="*/ 7 w 128"/>
              <a:gd name="T89" fmla="*/ 72 h 130"/>
              <a:gd name="T90" fmla="*/ 7 w 128"/>
              <a:gd name="T91" fmla="*/ 58 h 130"/>
              <a:gd name="T92" fmla="*/ 17 w 128"/>
              <a:gd name="T93" fmla="*/ 52 h 130"/>
              <a:gd name="T94" fmla="*/ 11 w 128"/>
              <a:gd name="T95" fmla="*/ 43 h 130"/>
              <a:gd name="T96" fmla="*/ 26 w 128"/>
              <a:gd name="T97" fmla="*/ 30 h 130"/>
              <a:gd name="T98" fmla="*/ 29 w 128"/>
              <a:gd name="T99" fmla="*/ 27 h 130"/>
              <a:gd name="T100" fmla="*/ 34 w 128"/>
              <a:gd name="T101" fmla="*/ 14 h 130"/>
              <a:gd name="T102" fmla="*/ 51 w 128"/>
              <a:gd name="T103" fmla="*/ 18 h 130"/>
              <a:gd name="T104" fmla="*/ 64 w 128"/>
              <a:gd name="T105" fmla="*/ 6 h 130"/>
              <a:gd name="T106" fmla="*/ 77 w 128"/>
              <a:gd name="T107" fmla="*/ 18 h 130"/>
              <a:gd name="T108" fmla="*/ 94 w 128"/>
              <a:gd name="T109" fmla="*/ 14 h 130"/>
              <a:gd name="T110" fmla="*/ 99 w 128"/>
              <a:gd name="T111" fmla="*/ 27 h 130"/>
              <a:gd name="T112" fmla="*/ 102 w 128"/>
              <a:gd name="T113" fmla="*/ 30 h 130"/>
              <a:gd name="T114" fmla="*/ 117 w 128"/>
              <a:gd name="T115" fmla="*/ 43 h 130"/>
              <a:gd name="T116" fmla="*/ 111 w 128"/>
              <a:gd name="T117" fmla="*/ 52 h 130"/>
              <a:gd name="T118" fmla="*/ 121 w 128"/>
              <a:gd name="T119" fmla="*/ 58 h 130"/>
              <a:gd name="T120" fmla="*/ 121 w 128"/>
              <a:gd name="T121" fmla="*/ 72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8" h="130">
                <a:moveTo>
                  <a:pt x="128" y="65"/>
                </a:moveTo>
                <a:cubicBezTo>
                  <a:pt x="128" y="61"/>
                  <a:pt x="127" y="58"/>
                  <a:pt x="125" y="55"/>
                </a:cubicBezTo>
                <a:cubicBezTo>
                  <a:pt x="123" y="53"/>
                  <a:pt x="122" y="52"/>
                  <a:pt x="120" y="51"/>
                </a:cubicBezTo>
                <a:cubicBezTo>
                  <a:pt x="119" y="50"/>
                  <a:pt x="119" y="50"/>
                  <a:pt x="119" y="50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1" y="47"/>
                  <a:pt x="121" y="45"/>
                  <a:pt x="122" y="43"/>
                </a:cubicBezTo>
                <a:cubicBezTo>
                  <a:pt x="122" y="40"/>
                  <a:pt x="121" y="36"/>
                  <a:pt x="119" y="33"/>
                </a:cubicBezTo>
                <a:cubicBezTo>
                  <a:pt x="117" y="28"/>
                  <a:pt x="111" y="25"/>
                  <a:pt x="106" y="25"/>
                </a:cubicBezTo>
                <a:cubicBezTo>
                  <a:pt x="104" y="25"/>
                  <a:pt x="104" y="25"/>
                  <a:pt x="104" y="25"/>
                </a:cubicBezTo>
                <a:cubicBezTo>
                  <a:pt x="104" y="23"/>
                  <a:pt x="104" y="23"/>
                  <a:pt x="104" y="23"/>
                </a:cubicBezTo>
                <a:cubicBezTo>
                  <a:pt x="104" y="21"/>
                  <a:pt x="104" y="19"/>
                  <a:pt x="103" y="18"/>
                </a:cubicBezTo>
                <a:cubicBezTo>
                  <a:pt x="102" y="14"/>
                  <a:pt x="99" y="11"/>
                  <a:pt x="96" y="10"/>
                </a:cubicBezTo>
                <a:cubicBezTo>
                  <a:pt x="91" y="7"/>
                  <a:pt x="85" y="7"/>
                  <a:pt x="80" y="9"/>
                </a:cubicBezTo>
                <a:cubicBezTo>
                  <a:pt x="79" y="10"/>
                  <a:pt x="79" y="10"/>
                  <a:pt x="79" y="10"/>
                </a:cubicBezTo>
                <a:cubicBezTo>
                  <a:pt x="78" y="9"/>
                  <a:pt x="78" y="9"/>
                  <a:pt x="78" y="9"/>
                </a:cubicBezTo>
                <a:cubicBezTo>
                  <a:pt x="77" y="7"/>
                  <a:pt x="76" y="6"/>
                  <a:pt x="74" y="4"/>
                </a:cubicBezTo>
                <a:cubicBezTo>
                  <a:pt x="68" y="0"/>
                  <a:pt x="60" y="0"/>
                  <a:pt x="54" y="4"/>
                </a:cubicBezTo>
                <a:cubicBezTo>
                  <a:pt x="52" y="6"/>
                  <a:pt x="51" y="7"/>
                  <a:pt x="50" y="9"/>
                </a:cubicBezTo>
                <a:cubicBezTo>
                  <a:pt x="49" y="10"/>
                  <a:pt x="49" y="10"/>
                  <a:pt x="49" y="10"/>
                </a:cubicBezTo>
                <a:cubicBezTo>
                  <a:pt x="48" y="9"/>
                  <a:pt x="48" y="9"/>
                  <a:pt x="48" y="9"/>
                </a:cubicBezTo>
                <a:cubicBezTo>
                  <a:pt x="43" y="7"/>
                  <a:pt x="37" y="7"/>
                  <a:pt x="32" y="10"/>
                </a:cubicBezTo>
                <a:cubicBezTo>
                  <a:pt x="29" y="11"/>
                  <a:pt x="26" y="14"/>
                  <a:pt x="25" y="18"/>
                </a:cubicBezTo>
                <a:cubicBezTo>
                  <a:pt x="24" y="19"/>
                  <a:pt x="24" y="21"/>
                  <a:pt x="24" y="23"/>
                </a:cubicBezTo>
                <a:cubicBezTo>
                  <a:pt x="24" y="25"/>
                  <a:pt x="24" y="25"/>
                  <a:pt x="24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17" y="25"/>
                  <a:pt x="11" y="28"/>
                  <a:pt x="9" y="33"/>
                </a:cubicBezTo>
                <a:cubicBezTo>
                  <a:pt x="7" y="36"/>
                  <a:pt x="6" y="40"/>
                  <a:pt x="6" y="43"/>
                </a:cubicBezTo>
                <a:cubicBezTo>
                  <a:pt x="7" y="45"/>
                  <a:pt x="7" y="47"/>
                  <a:pt x="8" y="49"/>
                </a:cubicBezTo>
                <a:cubicBezTo>
                  <a:pt x="9" y="50"/>
                  <a:pt x="9" y="50"/>
                  <a:pt x="9" y="50"/>
                </a:cubicBezTo>
                <a:cubicBezTo>
                  <a:pt x="8" y="51"/>
                  <a:pt x="8" y="51"/>
                  <a:pt x="8" y="51"/>
                </a:cubicBezTo>
                <a:cubicBezTo>
                  <a:pt x="6" y="52"/>
                  <a:pt x="5" y="53"/>
                  <a:pt x="3" y="55"/>
                </a:cubicBezTo>
                <a:cubicBezTo>
                  <a:pt x="1" y="58"/>
                  <a:pt x="0" y="61"/>
                  <a:pt x="0" y="65"/>
                </a:cubicBezTo>
                <a:cubicBezTo>
                  <a:pt x="0" y="69"/>
                  <a:pt x="1" y="72"/>
                  <a:pt x="3" y="75"/>
                </a:cubicBezTo>
                <a:cubicBezTo>
                  <a:pt x="5" y="77"/>
                  <a:pt x="6" y="78"/>
                  <a:pt x="8" y="79"/>
                </a:cubicBezTo>
                <a:cubicBezTo>
                  <a:pt x="9" y="80"/>
                  <a:pt x="9" y="80"/>
                  <a:pt x="9" y="80"/>
                </a:cubicBezTo>
                <a:cubicBezTo>
                  <a:pt x="8" y="81"/>
                  <a:pt x="8" y="81"/>
                  <a:pt x="8" y="81"/>
                </a:cubicBezTo>
                <a:cubicBezTo>
                  <a:pt x="7" y="83"/>
                  <a:pt x="7" y="85"/>
                  <a:pt x="6" y="87"/>
                </a:cubicBezTo>
                <a:cubicBezTo>
                  <a:pt x="6" y="90"/>
                  <a:pt x="7" y="94"/>
                  <a:pt x="9" y="97"/>
                </a:cubicBezTo>
                <a:cubicBezTo>
                  <a:pt x="11" y="102"/>
                  <a:pt x="17" y="105"/>
                  <a:pt x="22" y="105"/>
                </a:cubicBezTo>
                <a:cubicBezTo>
                  <a:pt x="24" y="105"/>
                  <a:pt x="24" y="105"/>
                  <a:pt x="24" y="105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24" y="109"/>
                  <a:pt x="24" y="111"/>
                  <a:pt x="25" y="113"/>
                </a:cubicBezTo>
                <a:cubicBezTo>
                  <a:pt x="26" y="116"/>
                  <a:pt x="29" y="119"/>
                  <a:pt x="32" y="121"/>
                </a:cubicBezTo>
                <a:cubicBezTo>
                  <a:pt x="37" y="123"/>
                  <a:pt x="43" y="123"/>
                  <a:pt x="48" y="121"/>
                </a:cubicBezTo>
                <a:cubicBezTo>
                  <a:pt x="49" y="120"/>
                  <a:pt x="49" y="120"/>
                  <a:pt x="49" y="120"/>
                </a:cubicBezTo>
                <a:cubicBezTo>
                  <a:pt x="50" y="121"/>
                  <a:pt x="50" y="121"/>
                  <a:pt x="50" y="121"/>
                </a:cubicBezTo>
                <a:cubicBezTo>
                  <a:pt x="51" y="123"/>
                  <a:pt x="52" y="125"/>
                  <a:pt x="54" y="126"/>
                </a:cubicBezTo>
                <a:cubicBezTo>
                  <a:pt x="60" y="130"/>
                  <a:pt x="68" y="130"/>
                  <a:pt x="74" y="126"/>
                </a:cubicBezTo>
                <a:cubicBezTo>
                  <a:pt x="76" y="125"/>
                  <a:pt x="77" y="123"/>
                  <a:pt x="78" y="121"/>
                </a:cubicBezTo>
                <a:cubicBezTo>
                  <a:pt x="79" y="120"/>
                  <a:pt x="79" y="120"/>
                  <a:pt x="79" y="120"/>
                </a:cubicBezTo>
                <a:cubicBezTo>
                  <a:pt x="80" y="121"/>
                  <a:pt x="80" y="121"/>
                  <a:pt x="80" y="121"/>
                </a:cubicBezTo>
                <a:cubicBezTo>
                  <a:pt x="85" y="123"/>
                  <a:pt x="91" y="123"/>
                  <a:pt x="96" y="121"/>
                </a:cubicBezTo>
                <a:cubicBezTo>
                  <a:pt x="99" y="119"/>
                  <a:pt x="102" y="116"/>
                  <a:pt x="103" y="113"/>
                </a:cubicBezTo>
                <a:cubicBezTo>
                  <a:pt x="104" y="111"/>
                  <a:pt x="104" y="109"/>
                  <a:pt x="104" y="107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06" y="105"/>
                  <a:pt x="106" y="105"/>
                  <a:pt x="106" y="105"/>
                </a:cubicBezTo>
                <a:cubicBezTo>
                  <a:pt x="111" y="105"/>
                  <a:pt x="117" y="102"/>
                  <a:pt x="119" y="97"/>
                </a:cubicBezTo>
                <a:cubicBezTo>
                  <a:pt x="121" y="94"/>
                  <a:pt x="122" y="90"/>
                  <a:pt x="122" y="87"/>
                </a:cubicBezTo>
                <a:cubicBezTo>
                  <a:pt x="121" y="85"/>
                  <a:pt x="121" y="83"/>
                  <a:pt x="120" y="81"/>
                </a:cubicBezTo>
                <a:cubicBezTo>
                  <a:pt x="119" y="80"/>
                  <a:pt x="119" y="80"/>
                  <a:pt x="119" y="80"/>
                </a:cubicBezTo>
                <a:cubicBezTo>
                  <a:pt x="120" y="79"/>
                  <a:pt x="120" y="79"/>
                  <a:pt x="120" y="79"/>
                </a:cubicBezTo>
                <a:cubicBezTo>
                  <a:pt x="122" y="78"/>
                  <a:pt x="123" y="77"/>
                  <a:pt x="125" y="75"/>
                </a:cubicBezTo>
                <a:cubicBezTo>
                  <a:pt x="127" y="72"/>
                  <a:pt x="128" y="69"/>
                  <a:pt x="128" y="65"/>
                </a:cubicBezTo>
                <a:close/>
                <a:moveTo>
                  <a:pt x="121" y="72"/>
                </a:moveTo>
                <a:cubicBezTo>
                  <a:pt x="119" y="74"/>
                  <a:pt x="117" y="76"/>
                  <a:pt x="115" y="77"/>
                </a:cubicBezTo>
                <a:cubicBezTo>
                  <a:pt x="111" y="78"/>
                  <a:pt x="111" y="78"/>
                  <a:pt x="111" y="78"/>
                </a:cubicBezTo>
                <a:cubicBezTo>
                  <a:pt x="114" y="80"/>
                  <a:pt x="114" y="80"/>
                  <a:pt x="114" y="80"/>
                </a:cubicBezTo>
                <a:cubicBezTo>
                  <a:pt x="117" y="84"/>
                  <a:pt x="118" y="90"/>
                  <a:pt x="115" y="95"/>
                </a:cubicBezTo>
                <a:cubicBezTo>
                  <a:pt x="113" y="99"/>
                  <a:pt x="107" y="102"/>
                  <a:pt x="102" y="101"/>
                </a:cubicBezTo>
                <a:cubicBezTo>
                  <a:pt x="99" y="100"/>
                  <a:pt x="99" y="100"/>
                  <a:pt x="99" y="100"/>
                </a:cubicBezTo>
                <a:cubicBezTo>
                  <a:pt x="99" y="103"/>
                  <a:pt x="99" y="103"/>
                  <a:pt x="99" y="103"/>
                </a:cubicBezTo>
                <a:cubicBezTo>
                  <a:pt x="101" y="108"/>
                  <a:pt x="98" y="114"/>
                  <a:pt x="94" y="117"/>
                </a:cubicBezTo>
                <a:cubicBezTo>
                  <a:pt x="89" y="119"/>
                  <a:pt x="83" y="119"/>
                  <a:pt x="79" y="115"/>
                </a:cubicBezTo>
                <a:cubicBezTo>
                  <a:pt x="77" y="112"/>
                  <a:pt x="77" y="112"/>
                  <a:pt x="77" y="112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75" y="118"/>
                  <a:pt x="73" y="121"/>
                  <a:pt x="71" y="122"/>
                </a:cubicBezTo>
                <a:cubicBezTo>
                  <a:pt x="69" y="124"/>
                  <a:pt x="67" y="125"/>
                  <a:pt x="64" y="125"/>
                </a:cubicBezTo>
                <a:cubicBezTo>
                  <a:pt x="61" y="125"/>
                  <a:pt x="59" y="124"/>
                  <a:pt x="57" y="122"/>
                </a:cubicBezTo>
                <a:cubicBezTo>
                  <a:pt x="55" y="121"/>
                  <a:pt x="53" y="118"/>
                  <a:pt x="52" y="116"/>
                </a:cubicBezTo>
                <a:cubicBezTo>
                  <a:pt x="51" y="112"/>
                  <a:pt x="51" y="112"/>
                  <a:pt x="51" y="112"/>
                </a:cubicBezTo>
                <a:cubicBezTo>
                  <a:pt x="49" y="115"/>
                  <a:pt x="49" y="115"/>
                  <a:pt x="49" y="115"/>
                </a:cubicBezTo>
                <a:cubicBezTo>
                  <a:pt x="45" y="119"/>
                  <a:pt x="39" y="119"/>
                  <a:pt x="34" y="117"/>
                </a:cubicBezTo>
                <a:cubicBezTo>
                  <a:pt x="30" y="114"/>
                  <a:pt x="27" y="108"/>
                  <a:pt x="29" y="103"/>
                </a:cubicBezTo>
                <a:cubicBezTo>
                  <a:pt x="29" y="100"/>
                  <a:pt x="29" y="100"/>
                  <a:pt x="29" y="100"/>
                </a:cubicBezTo>
                <a:cubicBezTo>
                  <a:pt x="26" y="101"/>
                  <a:pt x="26" y="101"/>
                  <a:pt x="26" y="101"/>
                </a:cubicBezTo>
                <a:cubicBezTo>
                  <a:pt x="21" y="102"/>
                  <a:pt x="15" y="99"/>
                  <a:pt x="13" y="95"/>
                </a:cubicBezTo>
                <a:cubicBezTo>
                  <a:pt x="10" y="90"/>
                  <a:pt x="11" y="84"/>
                  <a:pt x="14" y="80"/>
                </a:cubicBezTo>
                <a:cubicBezTo>
                  <a:pt x="17" y="78"/>
                  <a:pt x="17" y="78"/>
                  <a:pt x="17" y="78"/>
                </a:cubicBezTo>
                <a:cubicBezTo>
                  <a:pt x="13" y="77"/>
                  <a:pt x="13" y="77"/>
                  <a:pt x="13" y="77"/>
                </a:cubicBezTo>
                <a:cubicBezTo>
                  <a:pt x="11" y="76"/>
                  <a:pt x="9" y="74"/>
                  <a:pt x="7" y="72"/>
                </a:cubicBezTo>
                <a:cubicBezTo>
                  <a:pt x="5" y="70"/>
                  <a:pt x="5" y="68"/>
                  <a:pt x="5" y="65"/>
                </a:cubicBezTo>
                <a:cubicBezTo>
                  <a:pt x="5" y="62"/>
                  <a:pt x="5" y="60"/>
                  <a:pt x="7" y="58"/>
                </a:cubicBezTo>
                <a:cubicBezTo>
                  <a:pt x="9" y="56"/>
                  <a:pt x="11" y="54"/>
                  <a:pt x="13" y="53"/>
                </a:cubicBezTo>
                <a:cubicBezTo>
                  <a:pt x="17" y="52"/>
                  <a:pt x="17" y="52"/>
                  <a:pt x="17" y="52"/>
                </a:cubicBezTo>
                <a:cubicBezTo>
                  <a:pt x="14" y="50"/>
                  <a:pt x="14" y="50"/>
                  <a:pt x="14" y="50"/>
                </a:cubicBezTo>
                <a:cubicBezTo>
                  <a:pt x="12" y="48"/>
                  <a:pt x="11" y="45"/>
                  <a:pt x="11" y="43"/>
                </a:cubicBezTo>
                <a:cubicBezTo>
                  <a:pt x="11" y="40"/>
                  <a:pt x="11" y="38"/>
                  <a:pt x="13" y="35"/>
                </a:cubicBezTo>
                <a:cubicBezTo>
                  <a:pt x="15" y="31"/>
                  <a:pt x="21" y="28"/>
                  <a:pt x="26" y="30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27"/>
                  <a:pt x="29" y="27"/>
                  <a:pt x="29" y="27"/>
                </a:cubicBezTo>
                <a:cubicBezTo>
                  <a:pt x="28" y="24"/>
                  <a:pt x="28" y="22"/>
                  <a:pt x="29" y="19"/>
                </a:cubicBezTo>
                <a:cubicBezTo>
                  <a:pt x="30" y="17"/>
                  <a:pt x="32" y="15"/>
                  <a:pt x="34" y="14"/>
                </a:cubicBezTo>
                <a:cubicBezTo>
                  <a:pt x="39" y="11"/>
                  <a:pt x="45" y="12"/>
                  <a:pt x="49" y="15"/>
                </a:cubicBezTo>
                <a:cubicBezTo>
                  <a:pt x="51" y="18"/>
                  <a:pt x="51" y="18"/>
                  <a:pt x="51" y="18"/>
                </a:cubicBezTo>
                <a:cubicBezTo>
                  <a:pt x="52" y="14"/>
                  <a:pt x="52" y="14"/>
                  <a:pt x="52" y="14"/>
                </a:cubicBezTo>
                <a:cubicBezTo>
                  <a:pt x="54" y="9"/>
                  <a:pt x="59" y="6"/>
                  <a:pt x="64" y="6"/>
                </a:cubicBezTo>
                <a:cubicBezTo>
                  <a:pt x="69" y="6"/>
                  <a:pt x="74" y="9"/>
                  <a:pt x="76" y="14"/>
                </a:cubicBezTo>
                <a:cubicBezTo>
                  <a:pt x="77" y="18"/>
                  <a:pt x="77" y="18"/>
                  <a:pt x="77" y="18"/>
                </a:cubicBezTo>
                <a:cubicBezTo>
                  <a:pt x="79" y="15"/>
                  <a:pt x="79" y="15"/>
                  <a:pt x="79" y="15"/>
                </a:cubicBezTo>
                <a:cubicBezTo>
                  <a:pt x="83" y="12"/>
                  <a:pt x="89" y="11"/>
                  <a:pt x="94" y="14"/>
                </a:cubicBezTo>
                <a:cubicBezTo>
                  <a:pt x="96" y="15"/>
                  <a:pt x="98" y="17"/>
                  <a:pt x="99" y="19"/>
                </a:cubicBezTo>
                <a:cubicBezTo>
                  <a:pt x="100" y="22"/>
                  <a:pt x="100" y="24"/>
                  <a:pt x="99" y="27"/>
                </a:cubicBezTo>
                <a:cubicBezTo>
                  <a:pt x="99" y="30"/>
                  <a:pt x="99" y="30"/>
                  <a:pt x="99" y="30"/>
                </a:cubicBezTo>
                <a:cubicBezTo>
                  <a:pt x="102" y="30"/>
                  <a:pt x="102" y="30"/>
                  <a:pt x="102" y="30"/>
                </a:cubicBezTo>
                <a:cubicBezTo>
                  <a:pt x="107" y="28"/>
                  <a:pt x="113" y="31"/>
                  <a:pt x="115" y="35"/>
                </a:cubicBezTo>
                <a:cubicBezTo>
                  <a:pt x="117" y="38"/>
                  <a:pt x="117" y="40"/>
                  <a:pt x="117" y="43"/>
                </a:cubicBezTo>
                <a:cubicBezTo>
                  <a:pt x="117" y="45"/>
                  <a:pt x="116" y="48"/>
                  <a:pt x="114" y="50"/>
                </a:cubicBezTo>
                <a:cubicBezTo>
                  <a:pt x="111" y="52"/>
                  <a:pt x="111" y="52"/>
                  <a:pt x="111" y="52"/>
                </a:cubicBezTo>
                <a:cubicBezTo>
                  <a:pt x="115" y="53"/>
                  <a:pt x="115" y="53"/>
                  <a:pt x="115" y="53"/>
                </a:cubicBezTo>
                <a:cubicBezTo>
                  <a:pt x="117" y="54"/>
                  <a:pt x="119" y="56"/>
                  <a:pt x="121" y="58"/>
                </a:cubicBezTo>
                <a:cubicBezTo>
                  <a:pt x="123" y="60"/>
                  <a:pt x="123" y="62"/>
                  <a:pt x="123" y="65"/>
                </a:cubicBezTo>
                <a:cubicBezTo>
                  <a:pt x="123" y="68"/>
                  <a:pt x="123" y="70"/>
                  <a:pt x="121" y="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1" name="Freeform 131"/>
          <p:cNvSpPr>
            <a:spLocks noEditPoints="1"/>
          </p:cNvSpPr>
          <p:nvPr/>
        </p:nvSpPr>
        <p:spPr bwMode="auto">
          <a:xfrm>
            <a:off x="5373689" y="1266827"/>
            <a:ext cx="479425" cy="484188"/>
          </a:xfrm>
          <a:custGeom>
            <a:avLst/>
            <a:gdLst>
              <a:gd name="T0" fmla="*/ 123 w 128"/>
              <a:gd name="T1" fmla="*/ 44 h 129"/>
              <a:gd name="T2" fmla="*/ 111 w 128"/>
              <a:gd name="T3" fmla="*/ 33 h 129"/>
              <a:gd name="T4" fmla="*/ 105 w 128"/>
              <a:gd name="T5" fmla="*/ 17 h 129"/>
              <a:gd name="T6" fmla="*/ 88 w 128"/>
              <a:gd name="T7" fmla="*/ 5 h 129"/>
              <a:gd name="T8" fmla="*/ 68 w 128"/>
              <a:gd name="T9" fmla="*/ 2 h 129"/>
              <a:gd name="T10" fmla="*/ 44 w 128"/>
              <a:gd name="T11" fmla="*/ 5 h 129"/>
              <a:gd name="T12" fmla="*/ 32 w 128"/>
              <a:gd name="T13" fmla="*/ 17 h 129"/>
              <a:gd name="T14" fmla="*/ 17 w 128"/>
              <a:gd name="T15" fmla="*/ 23 h 129"/>
              <a:gd name="T16" fmla="*/ 5 w 128"/>
              <a:gd name="T17" fmla="*/ 40 h 129"/>
              <a:gd name="T18" fmla="*/ 2 w 128"/>
              <a:gd name="T19" fmla="*/ 60 h 129"/>
              <a:gd name="T20" fmla="*/ 8 w 128"/>
              <a:gd name="T21" fmla="*/ 75 h 129"/>
              <a:gd name="T22" fmla="*/ 8 w 128"/>
              <a:gd name="T23" fmla="*/ 92 h 129"/>
              <a:gd name="T24" fmla="*/ 19 w 128"/>
              <a:gd name="T25" fmla="*/ 109 h 129"/>
              <a:gd name="T26" fmla="*/ 36 w 128"/>
              <a:gd name="T27" fmla="*/ 120 h 129"/>
              <a:gd name="T28" fmla="*/ 53 w 128"/>
              <a:gd name="T29" fmla="*/ 120 h 129"/>
              <a:gd name="T30" fmla="*/ 75 w 128"/>
              <a:gd name="T31" fmla="*/ 120 h 129"/>
              <a:gd name="T32" fmla="*/ 92 w 128"/>
              <a:gd name="T33" fmla="*/ 120 h 129"/>
              <a:gd name="T34" fmla="*/ 109 w 128"/>
              <a:gd name="T35" fmla="*/ 109 h 129"/>
              <a:gd name="T36" fmla="*/ 120 w 128"/>
              <a:gd name="T37" fmla="*/ 92 h 129"/>
              <a:gd name="T38" fmla="*/ 120 w 128"/>
              <a:gd name="T39" fmla="*/ 75 h 129"/>
              <a:gd name="T40" fmla="*/ 126 w 128"/>
              <a:gd name="T41" fmla="*/ 60 h 129"/>
              <a:gd name="T42" fmla="*/ 119 w 128"/>
              <a:gd name="T43" fmla="*/ 86 h 129"/>
              <a:gd name="T44" fmla="*/ 107 w 128"/>
              <a:gd name="T45" fmla="*/ 93 h 129"/>
              <a:gd name="T46" fmla="*/ 105 w 128"/>
              <a:gd name="T47" fmla="*/ 107 h 129"/>
              <a:gd name="T48" fmla="*/ 86 w 128"/>
              <a:gd name="T49" fmla="*/ 119 h 129"/>
              <a:gd name="T50" fmla="*/ 64 w 128"/>
              <a:gd name="T51" fmla="*/ 124 h 129"/>
              <a:gd name="T52" fmla="*/ 41 w 128"/>
              <a:gd name="T53" fmla="*/ 119 h 129"/>
              <a:gd name="T54" fmla="*/ 35 w 128"/>
              <a:gd name="T55" fmla="*/ 107 h 129"/>
              <a:gd name="T56" fmla="*/ 22 w 128"/>
              <a:gd name="T57" fmla="*/ 106 h 129"/>
              <a:gd name="T58" fmla="*/ 10 w 128"/>
              <a:gd name="T59" fmla="*/ 88 h 129"/>
              <a:gd name="T60" fmla="*/ 9 w 128"/>
              <a:gd name="T61" fmla="*/ 86 h 129"/>
              <a:gd name="T62" fmla="*/ 5 w 128"/>
              <a:gd name="T63" fmla="*/ 64 h 129"/>
              <a:gd name="T64" fmla="*/ 9 w 128"/>
              <a:gd name="T65" fmla="*/ 42 h 129"/>
              <a:gd name="T66" fmla="*/ 21 w 128"/>
              <a:gd name="T67" fmla="*/ 36 h 129"/>
              <a:gd name="T68" fmla="*/ 22 w 128"/>
              <a:gd name="T69" fmla="*/ 22 h 129"/>
              <a:gd name="T70" fmla="*/ 41 w 128"/>
              <a:gd name="T71" fmla="*/ 9 h 129"/>
              <a:gd name="T72" fmla="*/ 54 w 128"/>
              <a:gd name="T73" fmla="*/ 14 h 129"/>
              <a:gd name="T74" fmla="*/ 65 w 128"/>
              <a:gd name="T75" fmla="*/ 5 h 129"/>
              <a:gd name="T76" fmla="*/ 87 w 128"/>
              <a:gd name="T77" fmla="*/ 9 h 129"/>
              <a:gd name="T78" fmla="*/ 106 w 128"/>
              <a:gd name="T79" fmla="*/ 22 h 129"/>
              <a:gd name="T80" fmla="*/ 107 w 128"/>
              <a:gd name="T81" fmla="*/ 36 h 129"/>
              <a:gd name="T82" fmla="*/ 119 w 128"/>
              <a:gd name="T83" fmla="*/ 42 h 129"/>
              <a:gd name="T84" fmla="*/ 123 w 128"/>
              <a:gd name="T85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8" h="129">
                <a:moveTo>
                  <a:pt x="126" y="60"/>
                </a:moveTo>
                <a:cubicBezTo>
                  <a:pt x="120" y="53"/>
                  <a:pt x="120" y="53"/>
                  <a:pt x="120" y="53"/>
                </a:cubicBezTo>
                <a:cubicBezTo>
                  <a:pt x="123" y="44"/>
                  <a:pt x="123" y="44"/>
                  <a:pt x="123" y="44"/>
                </a:cubicBezTo>
                <a:cubicBezTo>
                  <a:pt x="124" y="43"/>
                  <a:pt x="124" y="41"/>
                  <a:pt x="123" y="40"/>
                </a:cubicBezTo>
                <a:cubicBezTo>
                  <a:pt x="123" y="38"/>
                  <a:pt x="121" y="37"/>
                  <a:pt x="120" y="36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1"/>
                  <a:pt x="110" y="20"/>
                  <a:pt x="109" y="19"/>
                </a:cubicBezTo>
                <a:cubicBezTo>
                  <a:pt x="108" y="18"/>
                  <a:pt x="107" y="17"/>
                  <a:pt x="105" y="17"/>
                </a:cubicBezTo>
                <a:cubicBezTo>
                  <a:pt x="96" y="17"/>
                  <a:pt x="96" y="17"/>
                  <a:pt x="96" y="17"/>
                </a:cubicBezTo>
                <a:cubicBezTo>
                  <a:pt x="92" y="8"/>
                  <a:pt x="92" y="8"/>
                  <a:pt x="92" y="8"/>
                </a:cubicBezTo>
                <a:cubicBezTo>
                  <a:pt x="91" y="7"/>
                  <a:pt x="90" y="6"/>
                  <a:pt x="88" y="5"/>
                </a:cubicBezTo>
                <a:cubicBezTo>
                  <a:pt x="87" y="4"/>
                  <a:pt x="85" y="4"/>
                  <a:pt x="84" y="5"/>
                </a:cubicBezTo>
                <a:cubicBezTo>
                  <a:pt x="75" y="8"/>
                  <a:pt x="75" y="8"/>
                  <a:pt x="75" y="8"/>
                </a:cubicBezTo>
                <a:cubicBezTo>
                  <a:pt x="68" y="2"/>
                  <a:pt x="68" y="2"/>
                  <a:pt x="68" y="2"/>
                </a:cubicBezTo>
                <a:cubicBezTo>
                  <a:pt x="66" y="0"/>
                  <a:pt x="62" y="0"/>
                  <a:pt x="60" y="2"/>
                </a:cubicBezTo>
                <a:cubicBezTo>
                  <a:pt x="53" y="8"/>
                  <a:pt x="53" y="8"/>
                  <a:pt x="53" y="8"/>
                </a:cubicBezTo>
                <a:cubicBezTo>
                  <a:pt x="44" y="5"/>
                  <a:pt x="44" y="5"/>
                  <a:pt x="44" y="5"/>
                </a:cubicBezTo>
                <a:cubicBezTo>
                  <a:pt x="43" y="4"/>
                  <a:pt x="41" y="4"/>
                  <a:pt x="40" y="5"/>
                </a:cubicBezTo>
                <a:cubicBezTo>
                  <a:pt x="38" y="6"/>
                  <a:pt x="37" y="7"/>
                  <a:pt x="36" y="8"/>
                </a:cubicBezTo>
                <a:cubicBezTo>
                  <a:pt x="32" y="17"/>
                  <a:pt x="32" y="17"/>
                  <a:pt x="32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1" y="17"/>
                  <a:pt x="20" y="18"/>
                  <a:pt x="19" y="19"/>
                </a:cubicBezTo>
                <a:cubicBezTo>
                  <a:pt x="18" y="20"/>
                  <a:pt x="17" y="21"/>
                  <a:pt x="17" y="23"/>
                </a:cubicBezTo>
                <a:cubicBezTo>
                  <a:pt x="17" y="33"/>
                  <a:pt x="17" y="33"/>
                  <a:pt x="17" y="33"/>
                </a:cubicBezTo>
                <a:cubicBezTo>
                  <a:pt x="8" y="36"/>
                  <a:pt x="8" y="36"/>
                  <a:pt x="8" y="36"/>
                </a:cubicBezTo>
                <a:cubicBezTo>
                  <a:pt x="7" y="37"/>
                  <a:pt x="5" y="38"/>
                  <a:pt x="5" y="40"/>
                </a:cubicBezTo>
                <a:cubicBezTo>
                  <a:pt x="4" y="41"/>
                  <a:pt x="4" y="43"/>
                  <a:pt x="5" y="44"/>
                </a:cubicBezTo>
                <a:cubicBezTo>
                  <a:pt x="8" y="53"/>
                  <a:pt x="8" y="53"/>
                  <a:pt x="8" y="53"/>
                </a:cubicBezTo>
                <a:cubicBezTo>
                  <a:pt x="2" y="60"/>
                  <a:pt x="2" y="60"/>
                  <a:pt x="2" y="60"/>
                </a:cubicBezTo>
                <a:cubicBezTo>
                  <a:pt x="1" y="61"/>
                  <a:pt x="0" y="63"/>
                  <a:pt x="0" y="64"/>
                </a:cubicBezTo>
                <a:cubicBezTo>
                  <a:pt x="0" y="66"/>
                  <a:pt x="1" y="67"/>
                  <a:pt x="2" y="68"/>
                </a:cubicBezTo>
                <a:cubicBezTo>
                  <a:pt x="8" y="75"/>
                  <a:pt x="8" y="75"/>
                  <a:pt x="8" y="75"/>
                </a:cubicBezTo>
                <a:cubicBezTo>
                  <a:pt x="5" y="84"/>
                  <a:pt x="5" y="84"/>
                  <a:pt x="5" y="84"/>
                </a:cubicBezTo>
                <a:cubicBezTo>
                  <a:pt x="4" y="86"/>
                  <a:pt x="4" y="87"/>
                  <a:pt x="5" y="89"/>
                </a:cubicBezTo>
                <a:cubicBezTo>
                  <a:pt x="5" y="90"/>
                  <a:pt x="7" y="91"/>
                  <a:pt x="8" y="92"/>
                </a:cubicBezTo>
                <a:cubicBezTo>
                  <a:pt x="17" y="96"/>
                  <a:pt x="17" y="96"/>
                  <a:pt x="17" y="96"/>
                </a:cubicBezTo>
                <a:cubicBezTo>
                  <a:pt x="17" y="105"/>
                  <a:pt x="17" y="105"/>
                  <a:pt x="17" y="105"/>
                </a:cubicBezTo>
                <a:cubicBezTo>
                  <a:pt x="17" y="107"/>
                  <a:pt x="18" y="108"/>
                  <a:pt x="19" y="109"/>
                </a:cubicBezTo>
                <a:cubicBezTo>
                  <a:pt x="20" y="110"/>
                  <a:pt x="21" y="111"/>
                  <a:pt x="23" y="111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36" y="120"/>
                  <a:pt x="36" y="120"/>
                  <a:pt x="36" y="120"/>
                </a:cubicBezTo>
                <a:cubicBezTo>
                  <a:pt x="37" y="122"/>
                  <a:pt x="38" y="123"/>
                  <a:pt x="40" y="123"/>
                </a:cubicBezTo>
                <a:cubicBezTo>
                  <a:pt x="41" y="124"/>
                  <a:pt x="43" y="124"/>
                  <a:pt x="44" y="123"/>
                </a:cubicBezTo>
                <a:cubicBezTo>
                  <a:pt x="53" y="120"/>
                  <a:pt x="53" y="120"/>
                  <a:pt x="53" y="120"/>
                </a:cubicBezTo>
                <a:cubicBezTo>
                  <a:pt x="60" y="126"/>
                  <a:pt x="60" y="126"/>
                  <a:pt x="60" y="126"/>
                </a:cubicBezTo>
                <a:cubicBezTo>
                  <a:pt x="62" y="129"/>
                  <a:pt x="66" y="129"/>
                  <a:pt x="68" y="126"/>
                </a:cubicBezTo>
                <a:cubicBezTo>
                  <a:pt x="75" y="120"/>
                  <a:pt x="75" y="120"/>
                  <a:pt x="75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5" y="124"/>
                  <a:pt x="87" y="124"/>
                  <a:pt x="88" y="123"/>
                </a:cubicBezTo>
                <a:cubicBezTo>
                  <a:pt x="90" y="123"/>
                  <a:pt x="91" y="122"/>
                  <a:pt x="92" y="120"/>
                </a:cubicBezTo>
                <a:cubicBezTo>
                  <a:pt x="96" y="111"/>
                  <a:pt x="96" y="111"/>
                  <a:pt x="96" y="111"/>
                </a:cubicBezTo>
                <a:cubicBezTo>
                  <a:pt x="105" y="111"/>
                  <a:pt x="105" y="111"/>
                  <a:pt x="105" y="111"/>
                </a:cubicBezTo>
                <a:cubicBezTo>
                  <a:pt x="107" y="111"/>
                  <a:pt x="108" y="110"/>
                  <a:pt x="109" y="109"/>
                </a:cubicBezTo>
                <a:cubicBezTo>
                  <a:pt x="110" y="108"/>
                  <a:pt x="111" y="107"/>
                  <a:pt x="111" y="105"/>
                </a:cubicBezTo>
                <a:cubicBezTo>
                  <a:pt x="111" y="96"/>
                  <a:pt x="111" y="96"/>
                  <a:pt x="111" y="96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1" y="91"/>
                  <a:pt x="123" y="90"/>
                  <a:pt x="123" y="89"/>
                </a:cubicBezTo>
                <a:cubicBezTo>
                  <a:pt x="124" y="87"/>
                  <a:pt x="124" y="86"/>
                  <a:pt x="123" y="84"/>
                </a:cubicBezTo>
                <a:cubicBezTo>
                  <a:pt x="120" y="75"/>
                  <a:pt x="120" y="75"/>
                  <a:pt x="120" y="75"/>
                </a:cubicBezTo>
                <a:cubicBezTo>
                  <a:pt x="126" y="68"/>
                  <a:pt x="126" y="68"/>
                  <a:pt x="126" y="68"/>
                </a:cubicBezTo>
                <a:cubicBezTo>
                  <a:pt x="127" y="67"/>
                  <a:pt x="128" y="66"/>
                  <a:pt x="128" y="64"/>
                </a:cubicBezTo>
                <a:cubicBezTo>
                  <a:pt x="128" y="63"/>
                  <a:pt x="127" y="61"/>
                  <a:pt x="126" y="60"/>
                </a:cubicBezTo>
                <a:close/>
                <a:moveTo>
                  <a:pt x="123" y="65"/>
                </a:moveTo>
                <a:cubicBezTo>
                  <a:pt x="114" y="74"/>
                  <a:pt x="114" y="74"/>
                  <a:pt x="114" y="74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19" y="87"/>
                  <a:pt x="119" y="87"/>
                  <a:pt x="119" y="87"/>
                </a:cubicBezTo>
                <a:cubicBezTo>
                  <a:pt x="118" y="88"/>
                  <a:pt x="118" y="88"/>
                  <a:pt x="118" y="88"/>
                </a:cubicBezTo>
                <a:cubicBezTo>
                  <a:pt x="107" y="93"/>
                  <a:pt x="107" y="93"/>
                  <a:pt x="107" y="93"/>
                </a:cubicBezTo>
                <a:cubicBezTo>
                  <a:pt x="106" y="106"/>
                  <a:pt x="106" y="106"/>
                  <a:pt x="106" y="106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5" y="107"/>
                  <a:pt x="105" y="107"/>
                  <a:pt x="105" y="107"/>
                </a:cubicBezTo>
                <a:cubicBezTo>
                  <a:pt x="93" y="107"/>
                  <a:pt x="93" y="107"/>
                  <a:pt x="93" y="107"/>
                </a:cubicBezTo>
                <a:cubicBezTo>
                  <a:pt x="87" y="119"/>
                  <a:pt x="87" y="119"/>
                  <a:pt x="87" y="119"/>
                </a:cubicBezTo>
                <a:cubicBezTo>
                  <a:pt x="86" y="119"/>
                  <a:pt x="86" y="119"/>
                  <a:pt x="86" y="119"/>
                </a:cubicBezTo>
                <a:cubicBezTo>
                  <a:pt x="74" y="115"/>
                  <a:pt x="74" y="115"/>
                  <a:pt x="74" y="115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63" y="123"/>
                  <a:pt x="63" y="123"/>
                  <a:pt x="63" y="123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41" y="119"/>
                  <a:pt x="41" y="119"/>
                  <a:pt x="41" y="119"/>
                </a:cubicBezTo>
                <a:cubicBezTo>
                  <a:pt x="41" y="119"/>
                  <a:pt x="41" y="119"/>
                  <a:pt x="41" y="119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35" y="107"/>
                  <a:pt x="35" y="107"/>
                  <a:pt x="35" y="107"/>
                </a:cubicBezTo>
                <a:cubicBezTo>
                  <a:pt x="22" y="107"/>
                  <a:pt x="22" y="107"/>
                  <a:pt x="22" y="107"/>
                </a:cubicBezTo>
                <a:cubicBezTo>
                  <a:pt x="22" y="106"/>
                  <a:pt x="22" y="106"/>
                  <a:pt x="22" y="106"/>
                </a:cubicBezTo>
                <a:cubicBezTo>
                  <a:pt x="22" y="106"/>
                  <a:pt x="22" y="106"/>
                  <a:pt x="22" y="106"/>
                </a:cubicBezTo>
                <a:cubicBezTo>
                  <a:pt x="22" y="105"/>
                  <a:pt x="22" y="105"/>
                  <a:pt x="22" y="105"/>
                </a:cubicBezTo>
                <a:cubicBezTo>
                  <a:pt x="21" y="93"/>
                  <a:pt x="21" y="93"/>
                  <a:pt x="21" y="93"/>
                </a:cubicBezTo>
                <a:cubicBezTo>
                  <a:pt x="10" y="88"/>
                  <a:pt x="10" y="88"/>
                  <a:pt x="10" y="88"/>
                </a:cubicBezTo>
                <a:cubicBezTo>
                  <a:pt x="10" y="88"/>
                  <a:pt x="10" y="88"/>
                  <a:pt x="10" y="88"/>
                </a:cubicBezTo>
                <a:cubicBezTo>
                  <a:pt x="9" y="86"/>
                  <a:pt x="9" y="86"/>
                  <a:pt x="9" y="86"/>
                </a:cubicBezTo>
                <a:cubicBezTo>
                  <a:pt x="9" y="86"/>
                  <a:pt x="9" y="86"/>
                  <a:pt x="9" y="86"/>
                </a:cubicBezTo>
                <a:cubicBezTo>
                  <a:pt x="14" y="74"/>
                  <a:pt x="14" y="74"/>
                  <a:pt x="14" y="74"/>
                </a:cubicBezTo>
                <a:cubicBezTo>
                  <a:pt x="5" y="65"/>
                  <a:pt x="5" y="65"/>
                  <a:pt x="5" y="65"/>
                </a:cubicBezTo>
                <a:cubicBezTo>
                  <a:pt x="5" y="64"/>
                  <a:pt x="5" y="64"/>
                  <a:pt x="5" y="64"/>
                </a:cubicBezTo>
                <a:cubicBezTo>
                  <a:pt x="5" y="63"/>
                  <a:pt x="5" y="63"/>
                  <a:pt x="5" y="63"/>
                </a:cubicBezTo>
                <a:cubicBezTo>
                  <a:pt x="14" y="54"/>
                  <a:pt x="14" y="54"/>
                  <a:pt x="14" y="54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41"/>
                  <a:pt x="9" y="41"/>
                  <a:pt x="9" y="41"/>
                </a:cubicBezTo>
                <a:cubicBezTo>
                  <a:pt x="10" y="41"/>
                  <a:pt x="10" y="41"/>
                  <a:pt x="10" y="41"/>
                </a:cubicBezTo>
                <a:cubicBezTo>
                  <a:pt x="21" y="36"/>
                  <a:pt x="21" y="36"/>
                  <a:pt x="21" y="36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35" y="21"/>
                  <a:pt x="35" y="21"/>
                  <a:pt x="35" y="21"/>
                </a:cubicBezTo>
                <a:cubicBezTo>
                  <a:pt x="41" y="9"/>
                  <a:pt x="41" y="9"/>
                  <a:pt x="41" y="9"/>
                </a:cubicBezTo>
                <a:cubicBezTo>
                  <a:pt x="42" y="9"/>
                  <a:pt x="42" y="9"/>
                  <a:pt x="42" y="9"/>
                </a:cubicBezTo>
                <a:cubicBezTo>
                  <a:pt x="42" y="9"/>
                  <a:pt x="42" y="9"/>
                  <a:pt x="42" y="9"/>
                </a:cubicBezTo>
                <a:cubicBezTo>
                  <a:pt x="54" y="14"/>
                  <a:pt x="54" y="14"/>
                  <a:pt x="54" y="1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5" y="5"/>
                  <a:pt x="65" y="5"/>
                </a:cubicBezTo>
                <a:cubicBezTo>
                  <a:pt x="74" y="14"/>
                  <a:pt x="74" y="14"/>
                  <a:pt x="74" y="14"/>
                </a:cubicBezTo>
                <a:cubicBezTo>
                  <a:pt x="86" y="9"/>
                  <a:pt x="86" y="9"/>
                  <a:pt x="86" y="9"/>
                </a:cubicBezTo>
                <a:cubicBezTo>
                  <a:pt x="87" y="9"/>
                  <a:pt x="87" y="9"/>
                  <a:pt x="87" y="9"/>
                </a:cubicBezTo>
                <a:cubicBezTo>
                  <a:pt x="88" y="10"/>
                  <a:pt x="88" y="10"/>
                  <a:pt x="88" y="10"/>
                </a:cubicBezTo>
                <a:cubicBezTo>
                  <a:pt x="93" y="21"/>
                  <a:pt x="93" y="21"/>
                  <a:pt x="93" y="21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6" y="23"/>
                  <a:pt x="106" y="23"/>
                  <a:pt x="106" y="23"/>
                </a:cubicBezTo>
                <a:cubicBezTo>
                  <a:pt x="107" y="36"/>
                  <a:pt x="107" y="36"/>
                  <a:pt x="107" y="36"/>
                </a:cubicBezTo>
                <a:cubicBezTo>
                  <a:pt x="119" y="41"/>
                  <a:pt x="119" y="41"/>
                  <a:pt x="119" y="41"/>
                </a:cubicBezTo>
                <a:cubicBezTo>
                  <a:pt x="119" y="42"/>
                  <a:pt x="119" y="42"/>
                  <a:pt x="119" y="42"/>
                </a:cubicBezTo>
                <a:cubicBezTo>
                  <a:pt x="119" y="42"/>
                  <a:pt x="119" y="42"/>
                  <a:pt x="119" y="42"/>
                </a:cubicBezTo>
                <a:cubicBezTo>
                  <a:pt x="114" y="54"/>
                  <a:pt x="114" y="54"/>
                  <a:pt x="114" y="54"/>
                </a:cubicBezTo>
                <a:cubicBezTo>
                  <a:pt x="123" y="64"/>
                  <a:pt x="123" y="64"/>
                  <a:pt x="123" y="64"/>
                </a:cubicBezTo>
                <a:cubicBezTo>
                  <a:pt x="123" y="64"/>
                  <a:pt x="123" y="64"/>
                  <a:pt x="123" y="64"/>
                </a:cubicBezTo>
                <a:lnTo>
                  <a:pt x="123" y="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Freeform 132"/>
          <p:cNvSpPr>
            <a:spLocks noEditPoints="1"/>
          </p:cNvSpPr>
          <p:nvPr/>
        </p:nvSpPr>
        <p:spPr bwMode="auto">
          <a:xfrm>
            <a:off x="4411664" y="1266827"/>
            <a:ext cx="481013" cy="481013"/>
          </a:xfrm>
          <a:custGeom>
            <a:avLst/>
            <a:gdLst>
              <a:gd name="T0" fmla="*/ 96 w 128"/>
              <a:gd name="T1" fmla="*/ 120 h 128"/>
              <a:gd name="T2" fmla="*/ 103 w 128"/>
              <a:gd name="T3" fmla="*/ 103 h 128"/>
              <a:gd name="T4" fmla="*/ 119 w 128"/>
              <a:gd name="T5" fmla="*/ 96 h 128"/>
              <a:gd name="T6" fmla="*/ 117 w 128"/>
              <a:gd name="T7" fmla="*/ 78 h 128"/>
              <a:gd name="T8" fmla="*/ 128 w 128"/>
              <a:gd name="T9" fmla="*/ 64 h 128"/>
              <a:gd name="T10" fmla="*/ 117 w 128"/>
              <a:gd name="T11" fmla="*/ 50 h 128"/>
              <a:gd name="T12" fmla="*/ 119 w 128"/>
              <a:gd name="T13" fmla="*/ 32 h 128"/>
              <a:gd name="T14" fmla="*/ 103 w 128"/>
              <a:gd name="T15" fmla="*/ 25 h 128"/>
              <a:gd name="T16" fmla="*/ 96 w 128"/>
              <a:gd name="T17" fmla="*/ 9 h 128"/>
              <a:gd name="T18" fmla="*/ 78 w 128"/>
              <a:gd name="T19" fmla="*/ 11 h 128"/>
              <a:gd name="T20" fmla="*/ 61 w 128"/>
              <a:gd name="T21" fmla="*/ 1 h 128"/>
              <a:gd name="T22" fmla="*/ 35 w 128"/>
              <a:gd name="T23" fmla="*/ 8 h 128"/>
              <a:gd name="T24" fmla="*/ 32 w 128"/>
              <a:gd name="T25" fmla="*/ 9 h 128"/>
              <a:gd name="T26" fmla="*/ 25 w 128"/>
              <a:gd name="T27" fmla="*/ 25 h 128"/>
              <a:gd name="T28" fmla="*/ 9 w 128"/>
              <a:gd name="T29" fmla="*/ 32 h 128"/>
              <a:gd name="T30" fmla="*/ 11 w 128"/>
              <a:gd name="T31" fmla="*/ 50 h 128"/>
              <a:gd name="T32" fmla="*/ 0 w 128"/>
              <a:gd name="T33" fmla="*/ 64 h 128"/>
              <a:gd name="T34" fmla="*/ 11 w 128"/>
              <a:gd name="T35" fmla="*/ 78 h 128"/>
              <a:gd name="T36" fmla="*/ 9 w 128"/>
              <a:gd name="T37" fmla="*/ 96 h 128"/>
              <a:gd name="T38" fmla="*/ 25 w 128"/>
              <a:gd name="T39" fmla="*/ 103 h 128"/>
              <a:gd name="T40" fmla="*/ 32 w 128"/>
              <a:gd name="T41" fmla="*/ 120 h 128"/>
              <a:gd name="T42" fmla="*/ 50 w 128"/>
              <a:gd name="T43" fmla="*/ 117 h 128"/>
              <a:gd name="T44" fmla="*/ 67 w 128"/>
              <a:gd name="T45" fmla="*/ 127 h 128"/>
              <a:gd name="T46" fmla="*/ 93 w 128"/>
              <a:gd name="T47" fmla="*/ 120 h 128"/>
              <a:gd name="T48" fmla="*/ 77 w 128"/>
              <a:gd name="T49" fmla="*/ 112 h 128"/>
              <a:gd name="T50" fmla="*/ 62 w 128"/>
              <a:gd name="T51" fmla="*/ 122 h 128"/>
              <a:gd name="T52" fmla="*/ 36 w 128"/>
              <a:gd name="T53" fmla="*/ 116 h 128"/>
              <a:gd name="T54" fmla="*/ 34 w 128"/>
              <a:gd name="T55" fmla="*/ 116 h 128"/>
              <a:gd name="T56" fmla="*/ 29 w 128"/>
              <a:gd name="T57" fmla="*/ 99 h 128"/>
              <a:gd name="T58" fmla="*/ 13 w 128"/>
              <a:gd name="T59" fmla="*/ 91 h 128"/>
              <a:gd name="T60" fmla="*/ 4 w 128"/>
              <a:gd name="T61" fmla="*/ 64 h 128"/>
              <a:gd name="T62" fmla="*/ 16 w 128"/>
              <a:gd name="T63" fmla="*/ 51 h 128"/>
              <a:gd name="T64" fmla="*/ 13 w 128"/>
              <a:gd name="T65" fmla="*/ 36 h 128"/>
              <a:gd name="T66" fmla="*/ 15 w 128"/>
              <a:gd name="T67" fmla="*/ 33 h 128"/>
              <a:gd name="T68" fmla="*/ 34 w 128"/>
              <a:gd name="T69" fmla="*/ 12 h 128"/>
              <a:gd name="T70" fmla="*/ 51 w 128"/>
              <a:gd name="T71" fmla="*/ 16 h 128"/>
              <a:gd name="T72" fmla="*/ 66 w 128"/>
              <a:gd name="T73" fmla="*/ 6 h 128"/>
              <a:gd name="T74" fmla="*/ 92 w 128"/>
              <a:gd name="T75" fmla="*/ 13 h 128"/>
              <a:gd name="T76" fmla="*/ 94 w 128"/>
              <a:gd name="T77" fmla="*/ 12 h 128"/>
              <a:gd name="T78" fmla="*/ 99 w 128"/>
              <a:gd name="T79" fmla="*/ 29 h 128"/>
              <a:gd name="T80" fmla="*/ 115 w 128"/>
              <a:gd name="T81" fmla="*/ 37 h 128"/>
              <a:gd name="T82" fmla="*/ 124 w 128"/>
              <a:gd name="T83" fmla="*/ 64 h 128"/>
              <a:gd name="T84" fmla="*/ 112 w 128"/>
              <a:gd name="T85" fmla="*/ 77 h 128"/>
              <a:gd name="T86" fmla="*/ 115 w 128"/>
              <a:gd name="T87" fmla="*/ 92 h 128"/>
              <a:gd name="T88" fmla="*/ 113 w 128"/>
              <a:gd name="T89" fmla="*/ 95 h 128"/>
              <a:gd name="T90" fmla="*/ 94 w 128"/>
              <a:gd name="T91" fmla="*/ 11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8" h="128">
                <a:moveTo>
                  <a:pt x="93" y="120"/>
                </a:moveTo>
                <a:cubicBezTo>
                  <a:pt x="93" y="120"/>
                  <a:pt x="95" y="120"/>
                  <a:pt x="96" y="120"/>
                </a:cubicBezTo>
                <a:cubicBezTo>
                  <a:pt x="97" y="119"/>
                  <a:pt x="98" y="118"/>
                  <a:pt x="98" y="117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17" y="98"/>
                  <a:pt x="117" y="98"/>
                  <a:pt x="117" y="98"/>
                </a:cubicBezTo>
                <a:cubicBezTo>
                  <a:pt x="118" y="98"/>
                  <a:pt x="119" y="97"/>
                  <a:pt x="119" y="96"/>
                </a:cubicBezTo>
                <a:cubicBezTo>
                  <a:pt x="120" y="95"/>
                  <a:pt x="120" y="94"/>
                  <a:pt x="120" y="93"/>
                </a:cubicBezTo>
                <a:cubicBezTo>
                  <a:pt x="117" y="78"/>
                  <a:pt x="117" y="78"/>
                  <a:pt x="117" y="78"/>
                </a:cubicBezTo>
                <a:cubicBezTo>
                  <a:pt x="127" y="67"/>
                  <a:pt x="127" y="67"/>
                  <a:pt x="127" y="67"/>
                </a:cubicBezTo>
                <a:cubicBezTo>
                  <a:pt x="128" y="66"/>
                  <a:pt x="128" y="65"/>
                  <a:pt x="128" y="64"/>
                </a:cubicBezTo>
                <a:cubicBezTo>
                  <a:pt x="128" y="63"/>
                  <a:pt x="128" y="62"/>
                  <a:pt x="127" y="61"/>
                </a:cubicBezTo>
                <a:cubicBezTo>
                  <a:pt x="117" y="50"/>
                  <a:pt x="117" y="50"/>
                  <a:pt x="117" y="50"/>
                </a:cubicBezTo>
                <a:cubicBezTo>
                  <a:pt x="120" y="35"/>
                  <a:pt x="120" y="35"/>
                  <a:pt x="120" y="35"/>
                </a:cubicBezTo>
                <a:cubicBezTo>
                  <a:pt x="120" y="34"/>
                  <a:pt x="120" y="33"/>
                  <a:pt x="119" y="32"/>
                </a:cubicBezTo>
                <a:cubicBezTo>
                  <a:pt x="119" y="31"/>
                  <a:pt x="118" y="30"/>
                  <a:pt x="117" y="30"/>
                </a:cubicBezTo>
                <a:cubicBezTo>
                  <a:pt x="103" y="25"/>
                  <a:pt x="103" y="25"/>
                  <a:pt x="103" y="25"/>
                </a:cubicBezTo>
                <a:cubicBezTo>
                  <a:pt x="98" y="11"/>
                  <a:pt x="98" y="11"/>
                  <a:pt x="98" y="11"/>
                </a:cubicBezTo>
                <a:cubicBezTo>
                  <a:pt x="98" y="10"/>
                  <a:pt x="97" y="9"/>
                  <a:pt x="96" y="9"/>
                </a:cubicBezTo>
                <a:cubicBezTo>
                  <a:pt x="95" y="8"/>
                  <a:pt x="94" y="8"/>
                  <a:pt x="93" y="8"/>
                </a:cubicBezTo>
                <a:cubicBezTo>
                  <a:pt x="78" y="11"/>
                  <a:pt x="78" y="11"/>
                  <a:pt x="78" y="11"/>
                </a:cubicBezTo>
                <a:cubicBezTo>
                  <a:pt x="67" y="1"/>
                  <a:pt x="67" y="1"/>
                  <a:pt x="67" y="1"/>
                </a:cubicBezTo>
                <a:cubicBezTo>
                  <a:pt x="65" y="0"/>
                  <a:pt x="63" y="0"/>
                  <a:pt x="61" y="1"/>
                </a:cubicBezTo>
                <a:cubicBezTo>
                  <a:pt x="50" y="11"/>
                  <a:pt x="50" y="11"/>
                  <a:pt x="50" y="11"/>
                </a:cubicBezTo>
                <a:cubicBezTo>
                  <a:pt x="35" y="8"/>
                  <a:pt x="35" y="8"/>
                  <a:pt x="35" y="8"/>
                </a:cubicBezTo>
                <a:cubicBezTo>
                  <a:pt x="35" y="8"/>
                  <a:pt x="35" y="8"/>
                  <a:pt x="35" y="8"/>
                </a:cubicBezTo>
                <a:cubicBezTo>
                  <a:pt x="34" y="8"/>
                  <a:pt x="33" y="8"/>
                  <a:pt x="32" y="9"/>
                </a:cubicBezTo>
                <a:cubicBezTo>
                  <a:pt x="31" y="9"/>
                  <a:pt x="30" y="10"/>
                  <a:pt x="30" y="11"/>
                </a:cubicBezTo>
                <a:cubicBezTo>
                  <a:pt x="25" y="25"/>
                  <a:pt x="25" y="25"/>
                  <a:pt x="25" y="25"/>
                </a:cubicBezTo>
                <a:cubicBezTo>
                  <a:pt x="11" y="30"/>
                  <a:pt x="11" y="30"/>
                  <a:pt x="11" y="30"/>
                </a:cubicBezTo>
                <a:cubicBezTo>
                  <a:pt x="10" y="31"/>
                  <a:pt x="9" y="31"/>
                  <a:pt x="9" y="32"/>
                </a:cubicBezTo>
                <a:cubicBezTo>
                  <a:pt x="8" y="33"/>
                  <a:pt x="8" y="34"/>
                  <a:pt x="8" y="35"/>
                </a:cubicBezTo>
                <a:cubicBezTo>
                  <a:pt x="11" y="50"/>
                  <a:pt x="11" y="50"/>
                  <a:pt x="11" y="50"/>
                </a:cubicBezTo>
                <a:cubicBezTo>
                  <a:pt x="1" y="61"/>
                  <a:pt x="1" y="61"/>
                  <a:pt x="1" y="61"/>
                </a:cubicBezTo>
                <a:cubicBezTo>
                  <a:pt x="0" y="62"/>
                  <a:pt x="0" y="63"/>
                  <a:pt x="0" y="64"/>
                </a:cubicBezTo>
                <a:cubicBezTo>
                  <a:pt x="0" y="65"/>
                  <a:pt x="0" y="66"/>
                  <a:pt x="1" y="67"/>
                </a:cubicBezTo>
                <a:cubicBezTo>
                  <a:pt x="11" y="78"/>
                  <a:pt x="11" y="78"/>
                  <a:pt x="11" y="78"/>
                </a:cubicBezTo>
                <a:cubicBezTo>
                  <a:pt x="8" y="93"/>
                  <a:pt x="8" y="93"/>
                  <a:pt x="8" y="93"/>
                </a:cubicBezTo>
                <a:cubicBezTo>
                  <a:pt x="8" y="94"/>
                  <a:pt x="8" y="95"/>
                  <a:pt x="9" y="96"/>
                </a:cubicBezTo>
                <a:cubicBezTo>
                  <a:pt x="9" y="97"/>
                  <a:pt x="10" y="98"/>
                  <a:pt x="11" y="98"/>
                </a:cubicBezTo>
                <a:cubicBezTo>
                  <a:pt x="25" y="103"/>
                  <a:pt x="25" y="103"/>
                  <a:pt x="25" y="103"/>
                </a:cubicBezTo>
                <a:cubicBezTo>
                  <a:pt x="30" y="117"/>
                  <a:pt x="30" y="117"/>
                  <a:pt x="30" y="117"/>
                </a:cubicBezTo>
                <a:cubicBezTo>
                  <a:pt x="30" y="118"/>
                  <a:pt x="31" y="119"/>
                  <a:pt x="32" y="120"/>
                </a:cubicBezTo>
                <a:cubicBezTo>
                  <a:pt x="33" y="120"/>
                  <a:pt x="34" y="120"/>
                  <a:pt x="35" y="120"/>
                </a:cubicBezTo>
                <a:cubicBezTo>
                  <a:pt x="50" y="117"/>
                  <a:pt x="50" y="117"/>
                  <a:pt x="50" y="117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63" y="128"/>
                  <a:pt x="65" y="128"/>
                  <a:pt x="67" y="127"/>
                </a:cubicBezTo>
                <a:cubicBezTo>
                  <a:pt x="78" y="117"/>
                  <a:pt x="78" y="117"/>
                  <a:pt x="78" y="117"/>
                </a:cubicBezTo>
                <a:lnTo>
                  <a:pt x="93" y="120"/>
                </a:lnTo>
                <a:close/>
                <a:moveTo>
                  <a:pt x="91" y="115"/>
                </a:moveTo>
                <a:cubicBezTo>
                  <a:pt x="77" y="112"/>
                  <a:pt x="77" y="112"/>
                  <a:pt x="77" y="112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62" y="122"/>
                  <a:pt x="62" y="122"/>
                  <a:pt x="62" y="122"/>
                </a:cubicBezTo>
                <a:cubicBezTo>
                  <a:pt x="51" y="112"/>
                  <a:pt x="51" y="112"/>
                  <a:pt x="51" y="112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36" y="115"/>
                  <a:pt x="36" y="115"/>
                  <a:pt x="36" y="115"/>
                </a:cubicBezTo>
                <a:cubicBezTo>
                  <a:pt x="34" y="116"/>
                  <a:pt x="34" y="116"/>
                  <a:pt x="34" y="116"/>
                </a:cubicBezTo>
                <a:cubicBezTo>
                  <a:pt x="33" y="113"/>
                  <a:pt x="33" y="113"/>
                  <a:pt x="33" y="113"/>
                </a:cubicBezTo>
                <a:cubicBezTo>
                  <a:pt x="29" y="99"/>
                  <a:pt x="29" y="99"/>
                  <a:pt x="29" y="99"/>
                </a:cubicBezTo>
                <a:cubicBezTo>
                  <a:pt x="12" y="94"/>
                  <a:pt x="12" y="94"/>
                  <a:pt x="12" y="94"/>
                </a:cubicBezTo>
                <a:cubicBezTo>
                  <a:pt x="13" y="91"/>
                  <a:pt x="13" y="91"/>
                  <a:pt x="13" y="91"/>
                </a:cubicBezTo>
                <a:cubicBezTo>
                  <a:pt x="16" y="77"/>
                  <a:pt x="16" y="77"/>
                  <a:pt x="16" y="77"/>
                </a:cubicBezTo>
                <a:cubicBezTo>
                  <a:pt x="4" y="64"/>
                  <a:pt x="4" y="64"/>
                  <a:pt x="4" y="64"/>
                </a:cubicBezTo>
                <a:cubicBezTo>
                  <a:pt x="6" y="62"/>
                  <a:pt x="6" y="62"/>
                  <a:pt x="6" y="62"/>
                </a:cubicBezTo>
                <a:cubicBezTo>
                  <a:pt x="16" y="51"/>
                  <a:pt x="16" y="51"/>
                  <a:pt x="16" y="51"/>
                </a:cubicBezTo>
                <a:cubicBezTo>
                  <a:pt x="13" y="36"/>
                  <a:pt x="13" y="36"/>
                  <a:pt x="13" y="36"/>
                </a:cubicBezTo>
                <a:cubicBezTo>
                  <a:pt x="13" y="36"/>
                  <a:pt x="13" y="36"/>
                  <a:pt x="13" y="36"/>
                </a:cubicBezTo>
                <a:cubicBezTo>
                  <a:pt x="12" y="34"/>
                  <a:pt x="12" y="34"/>
                  <a:pt x="12" y="34"/>
                </a:cubicBezTo>
                <a:cubicBezTo>
                  <a:pt x="15" y="33"/>
                  <a:pt x="15" y="33"/>
                  <a:pt x="15" y="33"/>
                </a:cubicBezTo>
                <a:cubicBezTo>
                  <a:pt x="29" y="29"/>
                  <a:pt x="29" y="29"/>
                  <a:pt x="29" y="29"/>
                </a:cubicBezTo>
                <a:cubicBezTo>
                  <a:pt x="34" y="12"/>
                  <a:pt x="34" y="12"/>
                  <a:pt x="34" y="12"/>
                </a:cubicBezTo>
                <a:cubicBezTo>
                  <a:pt x="37" y="13"/>
                  <a:pt x="37" y="13"/>
                  <a:pt x="37" y="13"/>
                </a:cubicBezTo>
                <a:cubicBezTo>
                  <a:pt x="51" y="16"/>
                  <a:pt x="51" y="16"/>
                  <a:pt x="51" y="16"/>
                </a:cubicBezTo>
                <a:cubicBezTo>
                  <a:pt x="64" y="4"/>
                  <a:pt x="64" y="4"/>
                  <a:pt x="64" y="4"/>
                </a:cubicBezTo>
                <a:cubicBezTo>
                  <a:pt x="66" y="6"/>
                  <a:pt x="66" y="6"/>
                  <a:pt x="66" y="6"/>
                </a:cubicBezTo>
                <a:cubicBezTo>
                  <a:pt x="77" y="16"/>
                  <a:pt x="77" y="16"/>
                  <a:pt x="77" y="16"/>
                </a:cubicBezTo>
                <a:cubicBezTo>
                  <a:pt x="92" y="13"/>
                  <a:pt x="92" y="13"/>
                  <a:pt x="92" y="13"/>
                </a:cubicBezTo>
                <a:cubicBezTo>
                  <a:pt x="92" y="13"/>
                  <a:pt x="92" y="13"/>
                  <a:pt x="92" y="13"/>
                </a:cubicBezTo>
                <a:cubicBezTo>
                  <a:pt x="94" y="12"/>
                  <a:pt x="94" y="12"/>
                  <a:pt x="94" y="12"/>
                </a:cubicBezTo>
                <a:cubicBezTo>
                  <a:pt x="95" y="15"/>
                  <a:pt x="95" y="15"/>
                  <a:pt x="95" y="15"/>
                </a:cubicBezTo>
                <a:cubicBezTo>
                  <a:pt x="99" y="29"/>
                  <a:pt x="99" y="29"/>
                  <a:pt x="99" y="29"/>
                </a:cubicBezTo>
                <a:cubicBezTo>
                  <a:pt x="116" y="34"/>
                  <a:pt x="116" y="34"/>
                  <a:pt x="116" y="34"/>
                </a:cubicBezTo>
                <a:cubicBezTo>
                  <a:pt x="115" y="37"/>
                  <a:pt x="115" y="37"/>
                  <a:pt x="115" y="37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22" y="66"/>
                  <a:pt x="122" y="66"/>
                  <a:pt x="122" y="66"/>
                </a:cubicBezTo>
                <a:cubicBezTo>
                  <a:pt x="112" y="77"/>
                  <a:pt x="112" y="77"/>
                  <a:pt x="112" y="77"/>
                </a:cubicBezTo>
                <a:cubicBezTo>
                  <a:pt x="115" y="92"/>
                  <a:pt x="115" y="92"/>
                  <a:pt x="115" y="92"/>
                </a:cubicBezTo>
                <a:cubicBezTo>
                  <a:pt x="115" y="92"/>
                  <a:pt x="115" y="92"/>
                  <a:pt x="115" y="92"/>
                </a:cubicBezTo>
                <a:cubicBezTo>
                  <a:pt x="116" y="94"/>
                  <a:pt x="116" y="94"/>
                  <a:pt x="116" y="94"/>
                </a:cubicBezTo>
                <a:cubicBezTo>
                  <a:pt x="113" y="95"/>
                  <a:pt x="113" y="95"/>
                  <a:pt x="113" y="95"/>
                </a:cubicBezTo>
                <a:cubicBezTo>
                  <a:pt x="99" y="99"/>
                  <a:pt x="99" y="99"/>
                  <a:pt x="99" y="99"/>
                </a:cubicBezTo>
                <a:cubicBezTo>
                  <a:pt x="94" y="116"/>
                  <a:pt x="94" y="116"/>
                  <a:pt x="94" y="116"/>
                </a:cubicBezTo>
                <a:lnTo>
                  <a:pt x="91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Freeform 133"/>
          <p:cNvSpPr>
            <a:spLocks noEditPoints="1"/>
          </p:cNvSpPr>
          <p:nvPr/>
        </p:nvSpPr>
        <p:spPr bwMode="auto">
          <a:xfrm>
            <a:off x="3451226" y="1277939"/>
            <a:ext cx="481013" cy="461963"/>
          </a:xfrm>
          <a:custGeom>
            <a:avLst/>
            <a:gdLst>
              <a:gd name="T0" fmla="*/ 126 w 128"/>
              <a:gd name="T1" fmla="*/ 45 h 123"/>
              <a:gd name="T2" fmla="*/ 85 w 128"/>
              <a:gd name="T3" fmla="*/ 39 h 123"/>
              <a:gd name="T4" fmla="*/ 66 w 128"/>
              <a:gd name="T5" fmla="*/ 1 h 123"/>
              <a:gd name="T6" fmla="*/ 62 w 128"/>
              <a:gd name="T7" fmla="*/ 1 h 123"/>
              <a:gd name="T8" fmla="*/ 43 w 128"/>
              <a:gd name="T9" fmla="*/ 39 h 123"/>
              <a:gd name="T10" fmla="*/ 2 w 128"/>
              <a:gd name="T11" fmla="*/ 45 h 123"/>
              <a:gd name="T12" fmla="*/ 0 w 128"/>
              <a:gd name="T13" fmla="*/ 47 h 123"/>
              <a:gd name="T14" fmla="*/ 1 w 128"/>
              <a:gd name="T15" fmla="*/ 49 h 123"/>
              <a:gd name="T16" fmla="*/ 31 w 128"/>
              <a:gd name="T17" fmla="*/ 78 h 123"/>
              <a:gd name="T18" fmla="*/ 24 w 128"/>
              <a:gd name="T19" fmla="*/ 119 h 123"/>
              <a:gd name="T20" fmla="*/ 24 w 128"/>
              <a:gd name="T21" fmla="*/ 120 h 123"/>
              <a:gd name="T22" fmla="*/ 27 w 128"/>
              <a:gd name="T23" fmla="*/ 122 h 123"/>
              <a:gd name="T24" fmla="*/ 64 w 128"/>
              <a:gd name="T25" fmla="*/ 102 h 123"/>
              <a:gd name="T26" fmla="*/ 101 w 128"/>
              <a:gd name="T27" fmla="*/ 122 h 123"/>
              <a:gd name="T28" fmla="*/ 104 w 128"/>
              <a:gd name="T29" fmla="*/ 120 h 123"/>
              <a:gd name="T30" fmla="*/ 104 w 128"/>
              <a:gd name="T31" fmla="*/ 119 h 123"/>
              <a:gd name="T32" fmla="*/ 97 w 128"/>
              <a:gd name="T33" fmla="*/ 78 h 123"/>
              <a:gd name="T34" fmla="*/ 127 w 128"/>
              <a:gd name="T35" fmla="*/ 49 h 123"/>
              <a:gd name="T36" fmla="*/ 128 w 128"/>
              <a:gd name="T37" fmla="*/ 47 h 123"/>
              <a:gd name="T38" fmla="*/ 126 w 128"/>
              <a:gd name="T39" fmla="*/ 45 h 123"/>
              <a:gd name="T40" fmla="*/ 93 w 128"/>
              <a:gd name="T41" fmla="*/ 77 h 123"/>
              <a:gd name="T42" fmla="*/ 99 w 128"/>
              <a:gd name="T43" fmla="*/ 116 h 123"/>
              <a:gd name="T44" fmla="*/ 64 w 128"/>
              <a:gd name="T45" fmla="*/ 97 h 123"/>
              <a:gd name="T46" fmla="*/ 29 w 128"/>
              <a:gd name="T47" fmla="*/ 116 h 123"/>
              <a:gd name="T48" fmla="*/ 35 w 128"/>
              <a:gd name="T49" fmla="*/ 77 h 123"/>
              <a:gd name="T50" fmla="*/ 7 w 128"/>
              <a:gd name="T51" fmla="*/ 49 h 123"/>
              <a:gd name="T52" fmla="*/ 46 w 128"/>
              <a:gd name="T53" fmla="*/ 43 h 123"/>
              <a:gd name="T54" fmla="*/ 64 w 128"/>
              <a:gd name="T55" fmla="*/ 7 h 123"/>
              <a:gd name="T56" fmla="*/ 82 w 128"/>
              <a:gd name="T57" fmla="*/ 43 h 123"/>
              <a:gd name="T58" fmla="*/ 121 w 128"/>
              <a:gd name="T59" fmla="*/ 49 h 123"/>
              <a:gd name="T60" fmla="*/ 93 w 128"/>
              <a:gd name="T61" fmla="*/ 77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" h="123">
                <a:moveTo>
                  <a:pt x="126" y="45"/>
                </a:moveTo>
                <a:cubicBezTo>
                  <a:pt x="85" y="39"/>
                  <a:pt x="85" y="39"/>
                  <a:pt x="85" y="39"/>
                </a:cubicBezTo>
                <a:cubicBezTo>
                  <a:pt x="66" y="1"/>
                  <a:pt x="66" y="1"/>
                  <a:pt x="66" y="1"/>
                </a:cubicBezTo>
                <a:cubicBezTo>
                  <a:pt x="65" y="0"/>
                  <a:pt x="63" y="0"/>
                  <a:pt x="62" y="1"/>
                </a:cubicBezTo>
                <a:cubicBezTo>
                  <a:pt x="43" y="39"/>
                  <a:pt x="43" y="39"/>
                  <a:pt x="43" y="39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5"/>
                  <a:pt x="0" y="46"/>
                  <a:pt x="0" y="47"/>
                </a:cubicBezTo>
                <a:cubicBezTo>
                  <a:pt x="0" y="48"/>
                  <a:pt x="0" y="48"/>
                  <a:pt x="1" y="49"/>
                </a:cubicBezTo>
                <a:cubicBezTo>
                  <a:pt x="31" y="78"/>
                  <a:pt x="31" y="78"/>
                  <a:pt x="31" y="78"/>
                </a:cubicBezTo>
                <a:cubicBezTo>
                  <a:pt x="24" y="119"/>
                  <a:pt x="24" y="119"/>
                  <a:pt x="24" y="119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24" y="121"/>
                  <a:pt x="25" y="123"/>
                  <a:pt x="27" y="122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101" y="122"/>
                  <a:pt x="101" y="122"/>
                  <a:pt x="101" y="122"/>
                </a:cubicBezTo>
                <a:cubicBezTo>
                  <a:pt x="103" y="123"/>
                  <a:pt x="104" y="121"/>
                  <a:pt x="104" y="120"/>
                </a:cubicBezTo>
                <a:cubicBezTo>
                  <a:pt x="104" y="120"/>
                  <a:pt x="104" y="120"/>
                  <a:pt x="104" y="119"/>
                </a:cubicBezTo>
                <a:cubicBezTo>
                  <a:pt x="97" y="78"/>
                  <a:pt x="97" y="78"/>
                  <a:pt x="97" y="78"/>
                </a:cubicBezTo>
                <a:cubicBezTo>
                  <a:pt x="127" y="49"/>
                  <a:pt x="127" y="49"/>
                  <a:pt x="127" y="49"/>
                </a:cubicBezTo>
                <a:cubicBezTo>
                  <a:pt x="128" y="48"/>
                  <a:pt x="128" y="48"/>
                  <a:pt x="128" y="47"/>
                </a:cubicBezTo>
                <a:cubicBezTo>
                  <a:pt x="128" y="46"/>
                  <a:pt x="127" y="45"/>
                  <a:pt x="126" y="45"/>
                </a:cubicBezTo>
                <a:close/>
                <a:moveTo>
                  <a:pt x="93" y="77"/>
                </a:moveTo>
                <a:cubicBezTo>
                  <a:pt x="99" y="116"/>
                  <a:pt x="99" y="116"/>
                  <a:pt x="99" y="116"/>
                </a:cubicBezTo>
                <a:cubicBezTo>
                  <a:pt x="64" y="97"/>
                  <a:pt x="64" y="97"/>
                  <a:pt x="64" y="97"/>
                </a:cubicBezTo>
                <a:cubicBezTo>
                  <a:pt x="29" y="116"/>
                  <a:pt x="29" y="116"/>
                  <a:pt x="29" y="116"/>
                </a:cubicBezTo>
                <a:cubicBezTo>
                  <a:pt x="35" y="77"/>
                  <a:pt x="35" y="77"/>
                  <a:pt x="35" y="77"/>
                </a:cubicBezTo>
                <a:cubicBezTo>
                  <a:pt x="7" y="49"/>
                  <a:pt x="7" y="49"/>
                  <a:pt x="7" y="49"/>
                </a:cubicBezTo>
                <a:cubicBezTo>
                  <a:pt x="46" y="43"/>
                  <a:pt x="46" y="43"/>
                  <a:pt x="46" y="43"/>
                </a:cubicBezTo>
                <a:cubicBezTo>
                  <a:pt x="64" y="7"/>
                  <a:pt x="64" y="7"/>
                  <a:pt x="64" y="7"/>
                </a:cubicBezTo>
                <a:cubicBezTo>
                  <a:pt x="82" y="43"/>
                  <a:pt x="82" y="43"/>
                  <a:pt x="82" y="43"/>
                </a:cubicBezTo>
                <a:cubicBezTo>
                  <a:pt x="121" y="49"/>
                  <a:pt x="121" y="49"/>
                  <a:pt x="121" y="49"/>
                </a:cubicBezTo>
                <a:lnTo>
                  <a:pt x="93" y="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2489201" y="1266827"/>
            <a:ext cx="481012" cy="481014"/>
            <a:chOff x="2489201" y="1266827"/>
            <a:chExt cx="481012" cy="481014"/>
          </a:xfrm>
          <a:solidFill>
            <a:schemeClr val="accent1"/>
          </a:solidFill>
        </p:grpSpPr>
        <p:sp>
          <p:nvSpPr>
            <p:cNvPr id="134" name="Oval 134"/>
            <p:cNvSpPr>
              <a:spLocks noChangeArrowheads="1"/>
            </p:cNvSpPr>
            <p:nvPr/>
          </p:nvSpPr>
          <p:spPr bwMode="auto">
            <a:xfrm>
              <a:off x="2714626" y="1720853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Oval 135"/>
            <p:cNvSpPr>
              <a:spLocks noChangeArrowheads="1"/>
            </p:cNvSpPr>
            <p:nvPr/>
          </p:nvSpPr>
          <p:spPr bwMode="auto">
            <a:xfrm>
              <a:off x="2714626" y="1266827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6" name="Freeform 136"/>
            <p:cNvSpPr/>
            <p:nvPr/>
          </p:nvSpPr>
          <p:spPr bwMode="auto">
            <a:xfrm>
              <a:off x="2827338" y="1690690"/>
              <a:ext cx="30163" cy="26988"/>
            </a:xfrm>
            <a:custGeom>
              <a:avLst/>
              <a:gdLst>
                <a:gd name="T0" fmla="*/ 4 w 8"/>
                <a:gd name="T1" fmla="*/ 0 h 7"/>
                <a:gd name="T2" fmla="*/ 2 w 8"/>
                <a:gd name="T3" fmla="*/ 0 h 7"/>
                <a:gd name="T4" fmla="*/ 1 w 8"/>
                <a:gd name="T5" fmla="*/ 2 h 7"/>
                <a:gd name="T6" fmla="*/ 1 w 8"/>
                <a:gd name="T7" fmla="*/ 5 h 7"/>
                <a:gd name="T8" fmla="*/ 4 w 8"/>
                <a:gd name="T9" fmla="*/ 7 h 7"/>
                <a:gd name="T10" fmla="*/ 6 w 8"/>
                <a:gd name="T11" fmla="*/ 7 h 7"/>
                <a:gd name="T12" fmla="*/ 7 w 8"/>
                <a:gd name="T13" fmla="*/ 2 h 7"/>
                <a:gd name="T14" fmla="*/ 4 w 8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4" y="0"/>
                    <a:pt x="3" y="0"/>
                    <a:pt x="2" y="0"/>
                  </a:cubicBezTo>
                  <a:cubicBezTo>
                    <a:pt x="2" y="1"/>
                    <a:pt x="1" y="2"/>
                    <a:pt x="1" y="2"/>
                  </a:cubicBezTo>
                  <a:cubicBezTo>
                    <a:pt x="0" y="3"/>
                    <a:pt x="1" y="4"/>
                    <a:pt x="1" y="5"/>
                  </a:cubicBezTo>
                  <a:cubicBezTo>
                    <a:pt x="2" y="6"/>
                    <a:pt x="3" y="7"/>
                    <a:pt x="4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8" y="6"/>
                    <a:pt x="8" y="3"/>
                    <a:pt x="7" y="2"/>
                  </a:cubicBezTo>
                  <a:cubicBezTo>
                    <a:pt x="7" y="1"/>
                    <a:pt x="5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7" name="Freeform 137"/>
            <p:cNvSpPr/>
            <p:nvPr/>
          </p:nvSpPr>
          <p:spPr bwMode="auto">
            <a:xfrm>
              <a:off x="2601913" y="1296989"/>
              <a:ext cx="30163" cy="30163"/>
            </a:xfrm>
            <a:custGeom>
              <a:avLst/>
              <a:gdLst>
                <a:gd name="T0" fmla="*/ 6 w 8"/>
                <a:gd name="T1" fmla="*/ 7 h 8"/>
                <a:gd name="T2" fmla="*/ 7 w 8"/>
                <a:gd name="T3" fmla="*/ 2 h 8"/>
                <a:gd name="T4" fmla="*/ 4 w 8"/>
                <a:gd name="T5" fmla="*/ 0 h 8"/>
                <a:gd name="T6" fmla="*/ 2 w 8"/>
                <a:gd name="T7" fmla="*/ 1 h 8"/>
                <a:gd name="T8" fmla="*/ 1 w 8"/>
                <a:gd name="T9" fmla="*/ 6 h 8"/>
                <a:gd name="T10" fmla="*/ 6 w 8"/>
                <a:gd name="T1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6" y="7"/>
                  </a:moveTo>
                  <a:cubicBezTo>
                    <a:pt x="7" y="6"/>
                    <a:pt x="8" y="4"/>
                    <a:pt x="7" y="2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3" y="0"/>
                    <a:pt x="2" y="1"/>
                  </a:cubicBezTo>
                  <a:cubicBezTo>
                    <a:pt x="0" y="2"/>
                    <a:pt x="0" y="4"/>
                    <a:pt x="1" y="6"/>
                  </a:cubicBezTo>
                  <a:cubicBezTo>
                    <a:pt x="2" y="7"/>
                    <a:pt x="4" y="8"/>
                    <a:pt x="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8" name="Freeform 138"/>
            <p:cNvSpPr/>
            <p:nvPr/>
          </p:nvSpPr>
          <p:spPr bwMode="auto">
            <a:xfrm>
              <a:off x="2909888" y="1608140"/>
              <a:ext cx="30163" cy="26988"/>
            </a:xfrm>
            <a:custGeom>
              <a:avLst/>
              <a:gdLst>
                <a:gd name="T0" fmla="*/ 6 w 8"/>
                <a:gd name="T1" fmla="*/ 0 h 7"/>
                <a:gd name="T2" fmla="*/ 4 w 8"/>
                <a:gd name="T3" fmla="*/ 0 h 7"/>
                <a:gd name="T4" fmla="*/ 1 w 8"/>
                <a:gd name="T5" fmla="*/ 2 h 7"/>
                <a:gd name="T6" fmla="*/ 2 w 8"/>
                <a:gd name="T7" fmla="*/ 6 h 7"/>
                <a:gd name="T8" fmla="*/ 7 w 8"/>
                <a:gd name="T9" fmla="*/ 5 h 7"/>
                <a:gd name="T10" fmla="*/ 6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6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2" y="0"/>
                    <a:pt x="1" y="2"/>
                  </a:cubicBezTo>
                  <a:cubicBezTo>
                    <a:pt x="0" y="3"/>
                    <a:pt x="1" y="5"/>
                    <a:pt x="2" y="6"/>
                  </a:cubicBezTo>
                  <a:cubicBezTo>
                    <a:pt x="4" y="7"/>
                    <a:pt x="6" y="7"/>
                    <a:pt x="7" y="5"/>
                  </a:cubicBezTo>
                  <a:cubicBezTo>
                    <a:pt x="8" y="3"/>
                    <a:pt x="8" y="1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9" name="Freeform 139"/>
            <p:cNvSpPr/>
            <p:nvPr/>
          </p:nvSpPr>
          <p:spPr bwMode="auto">
            <a:xfrm>
              <a:off x="2519363" y="1379540"/>
              <a:ext cx="26988" cy="30163"/>
            </a:xfrm>
            <a:custGeom>
              <a:avLst/>
              <a:gdLst>
                <a:gd name="T0" fmla="*/ 2 w 7"/>
                <a:gd name="T1" fmla="*/ 7 h 8"/>
                <a:gd name="T2" fmla="*/ 7 w 7"/>
                <a:gd name="T3" fmla="*/ 6 h 8"/>
                <a:gd name="T4" fmla="*/ 7 w 7"/>
                <a:gd name="T5" fmla="*/ 3 h 8"/>
                <a:gd name="T6" fmla="*/ 5 w 7"/>
                <a:gd name="T7" fmla="*/ 1 h 8"/>
                <a:gd name="T8" fmla="*/ 4 w 7"/>
                <a:gd name="T9" fmla="*/ 0 h 8"/>
                <a:gd name="T10" fmla="*/ 1 w 7"/>
                <a:gd name="T11" fmla="*/ 2 h 8"/>
                <a:gd name="T12" fmla="*/ 2 w 7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2" y="7"/>
                  </a:moveTo>
                  <a:cubicBezTo>
                    <a:pt x="4" y="8"/>
                    <a:pt x="6" y="7"/>
                    <a:pt x="7" y="6"/>
                  </a:cubicBezTo>
                  <a:cubicBezTo>
                    <a:pt x="7" y="5"/>
                    <a:pt x="7" y="4"/>
                    <a:pt x="7" y="3"/>
                  </a:cubicBezTo>
                  <a:cubicBezTo>
                    <a:pt x="7" y="2"/>
                    <a:pt x="6" y="1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4"/>
                    <a:pt x="0" y="6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0" name="Freeform 140"/>
            <p:cNvSpPr/>
            <p:nvPr/>
          </p:nvSpPr>
          <p:spPr bwMode="auto">
            <a:xfrm>
              <a:off x="2944813" y="1495427"/>
              <a:ext cx="25400" cy="26988"/>
            </a:xfrm>
            <a:custGeom>
              <a:avLst/>
              <a:gdLst>
                <a:gd name="T0" fmla="*/ 3 w 7"/>
                <a:gd name="T1" fmla="*/ 0 h 7"/>
                <a:gd name="T2" fmla="*/ 1 w 7"/>
                <a:gd name="T3" fmla="*/ 1 h 7"/>
                <a:gd name="T4" fmla="*/ 0 w 7"/>
                <a:gd name="T5" fmla="*/ 3 h 7"/>
                <a:gd name="T6" fmla="*/ 3 w 7"/>
                <a:gd name="T7" fmla="*/ 7 h 7"/>
                <a:gd name="T8" fmla="*/ 7 w 7"/>
                <a:gd name="T9" fmla="*/ 3 h 7"/>
                <a:gd name="T10" fmla="*/ 3 w 7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2" y="0"/>
                    <a:pt x="2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5"/>
                    <a:pt x="1" y="7"/>
                    <a:pt x="3" y="7"/>
                  </a:cubicBezTo>
                  <a:cubicBezTo>
                    <a:pt x="5" y="7"/>
                    <a:pt x="7" y="5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1" name="Freeform 141"/>
            <p:cNvSpPr/>
            <p:nvPr/>
          </p:nvSpPr>
          <p:spPr bwMode="auto">
            <a:xfrm>
              <a:off x="2489201" y="1495427"/>
              <a:ext cx="26988" cy="26988"/>
            </a:xfrm>
            <a:custGeom>
              <a:avLst/>
              <a:gdLst>
                <a:gd name="T0" fmla="*/ 4 w 7"/>
                <a:gd name="T1" fmla="*/ 0 h 7"/>
                <a:gd name="T2" fmla="*/ 1 w 7"/>
                <a:gd name="T3" fmla="*/ 1 h 7"/>
                <a:gd name="T4" fmla="*/ 0 w 7"/>
                <a:gd name="T5" fmla="*/ 3 h 7"/>
                <a:gd name="T6" fmla="*/ 1 w 7"/>
                <a:gd name="T7" fmla="*/ 6 h 7"/>
                <a:gd name="T8" fmla="*/ 4 w 7"/>
                <a:gd name="T9" fmla="*/ 7 h 7"/>
                <a:gd name="T10" fmla="*/ 7 w 7"/>
                <a:gd name="T11" fmla="*/ 3 h 7"/>
                <a:gd name="T12" fmla="*/ 4 w 7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5"/>
                    <a:pt x="1" y="6"/>
                  </a:cubicBezTo>
                  <a:cubicBezTo>
                    <a:pt x="2" y="6"/>
                    <a:pt x="3" y="7"/>
                    <a:pt x="4" y="7"/>
                  </a:cubicBezTo>
                  <a:cubicBezTo>
                    <a:pt x="6" y="7"/>
                    <a:pt x="7" y="5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Freeform 142"/>
            <p:cNvSpPr/>
            <p:nvPr/>
          </p:nvSpPr>
          <p:spPr bwMode="auto">
            <a:xfrm>
              <a:off x="2914651" y="1379540"/>
              <a:ext cx="25400" cy="26988"/>
            </a:xfrm>
            <a:custGeom>
              <a:avLst/>
              <a:gdLst>
                <a:gd name="T0" fmla="*/ 3 w 7"/>
                <a:gd name="T1" fmla="*/ 0 h 7"/>
                <a:gd name="T2" fmla="*/ 2 w 7"/>
                <a:gd name="T3" fmla="*/ 1 h 7"/>
                <a:gd name="T4" fmla="*/ 0 w 7"/>
                <a:gd name="T5" fmla="*/ 3 h 7"/>
                <a:gd name="T6" fmla="*/ 0 w 7"/>
                <a:gd name="T7" fmla="*/ 6 h 7"/>
                <a:gd name="T8" fmla="*/ 3 w 7"/>
                <a:gd name="T9" fmla="*/ 7 h 7"/>
                <a:gd name="T10" fmla="*/ 5 w 7"/>
                <a:gd name="T11" fmla="*/ 7 h 7"/>
                <a:gd name="T12" fmla="*/ 6 w 7"/>
                <a:gd name="T13" fmla="*/ 2 h 7"/>
                <a:gd name="T14" fmla="*/ 3 w 7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3" y="0"/>
                    <a:pt x="2" y="0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1" y="7"/>
                    <a:pt x="2" y="7"/>
                    <a:pt x="3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7" y="6"/>
                    <a:pt x="7" y="4"/>
                    <a:pt x="6" y="2"/>
                  </a:cubicBezTo>
                  <a:cubicBezTo>
                    <a:pt x="6" y="1"/>
                    <a:pt x="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3" name="Freeform 143"/>
            <p:cNvSpPr/>
            <p:nvPr/>
          </p:nvSpPr>
          <p:spPr bwMode="auto">
            <a:xfrm>
              <a:off x="2519363" y="1608140"/>
              <a:ext cx="30163" cy="26988"/>
            </a:xfrm>
            <a:custGeom>
              <a:avLst/>
              <a:gdLst>
                <a:gd name="T0" fmla="*/ 4 w 8"/>
                <a:gd name="T1" fmla="*/ 0 h 7"/>
                <a:gd name="T2" fmla="*/ 2 w 8"/>
                <a:gd name="T3" fmla="*/ 0 h 7"/>
                <a:gd name="T4" fmla="*/ 0 w 8"/>
                <a:gd name="T5" fmla="*/ 2 h 7"/>
                <a:gd name="T6" fmla="*/ 1 w 8"/>
                <a:gd name="T7" fmla="*/ 5 h 7"/>
                <a:gd name="T8" fmla="*/ 5 w 8"/>
                <a:gd name="T9" fmla="*/ 6 h 7"/>
                <a:gd name="T10" fmla="*/ 7 w 8"/>
                <a:gd name="T11" fmla="*/ 2 h 7"/>
                <a:gd name="T12" fmla="*/ 4 w 8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2" y="7"/>
                    <a:pt x="4" y="7"/>
                    <a:pt x="5" y="6"/>
                  </a:cubicBezTo>
                  <a:cubicBezTo>
                    <a:pt x="7" y="5"/>
                    <a:pt x="8" y="3"/>
                    <a:pt x="7" y="2"/>
                  </a:cubicBezTo>
                  <a:cubicBezTo>
                    <a:pt x="6" y="0"/>
                    <a:pt x="5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4" name="Freeform 144"/>
            <p:cNvSpPr/>
            <p:nvPr/>
          </p:nvSpPr>
          <p:spPr bwMode="auto">
            <a:xfrm>
              <a:off x="2827338" y="1296989"/>
              <a:ext cx="30163" cy="30163"/>
            </a:xfrm>
            <a:custGeom>
              <a:avLst/>
              <a:gdLst>
                <a:gd name="T0" fmla="*/ 6 w 8"/>
                <a:gd name="T1" fmla="*/ 1 h 8"/>
                <a:gd name="T2" fmla="*/ 4 w 8"/>
                <a:gd name="T3" fmla="*/ 0 h 8"/>
                <a:gd name="T4" fmla="*/ 1 w 8"/>
                <a:gd name="T5" fmla="*/ 2 h 8"/>
                <a:gd name="T6" fmla="*/ 1 w 8"/>
                <a:gd name="T7" fmla="*/ 5 h 8"/>
                <a:gd name="T8" fmla="*/ 2 w 8"/>
                <a:gd name="T9" fmla="*/ 7 h 8"/>
                <a:gd name="T10" fmla="*/ 7 w 8"/>
                <a:gd name="T11" fmla="*/ 6 h 8"/>
                <a:gd name="T12" fmla="*/ 6 w 8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">
                  <a:moveTo>
                    <a:pt x="6" y="1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3"/>
                    <a:pt x="0" y="4"/>
                    <a:pt x="1" y="5"/>
                  </a:cubicBezTo>
                  <a:cubicBezTo>
                    <a:pt x="1" y="6"/>
                    <a:pt x="2" y="6"/>
                    <a:pt x="2" y="7"/>
                  </a:cubicBezTo>
                  <a:cubicBezTo>
                    <a:pt x="4" y="8"/>
                    <a:pt x="6" y="7"/>
                    <a:pt x="7" y="6"/>
                  </a:cubicBezTo>
                  <a:cubicBezTo>
                    <a:pt x="8" y="4"/>
                    <a:pt x="8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5" name="Freeform 145"/>
            <p:cNvSpPr/>
            <p:nvPr/>
          </p:nvSpPr>
          <p:spPr bwMode="auto">
            <a:xfrm>
              <a:off x="2601913" y="1690690"/>
              <a:ext cx="30163" cy="26988"/>
            </a:xfrm>
            <a:custGeom>
              <a:avLst/>
              <a:gdLst>
                <a:gd name="T0" fmla="*/ 6 w 8"/>
                <a:gd name="T1" fmla="*/ 0 h 7"/>
                <a:gd name="T2" fmla="*/ 4 w 8"/>
                <a:gd name="T3" fmla="*/ 0 h 7"/>
                <a:gd name="T4" fmla="*/ 1 w 8"/>
                <a:gd name="T5" fmla="*/ 2 h 7"/>
                <a:gd name="T6" fmla="*/ 0 w 8"/>
                <a:gd name="T7" fmla="*/ 4 h 7"/>
                <a:gd name="T8" fmla="*/ 2 w 8"/>
                <a:gd name="T9" fmla="*/ 7 h 7"/>
                <a:gd name="T10" fmla="*/ 7 w 8"/>
                <a:gd name="T11" fmla="*/ 5 h 7"/>
                <a:gd name="T12" fmla="*/ 7 w 8"/>
                <a:gd name="T13" fmla="*/ 2 h 7"/>
                <a:gd name="T14" fmla="*/ 6 w 8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7">
                  <a:moveTo>
                    <a:pt x="6" y="0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1" y="1"/>
                    <a:pt x="1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1" y="5"/>
                    <a:pt x="1" y="6"/>
                    <a:pt x="2" y="7"/>
                  </a:cubicBezTo>
                  <a:cubicBezTo>
                    <a:pt x="4" y="7"/>
                    <a:pt x="6" y="7"/>
                    <a:pt x="7" y="5"/>
                  </a:cubicBezTo>
                  <a:cubicBezTo>
                    <a:pt x="7" y="4"/>
                    <a:pt x="8" y="3"/>
                    <a:pt x="7" y="2"/>
                  </a:cubicBezTo>
                  <a:cubicBezTo>
                    <a:pt x="7" y="2"/>
                    <a:pt x="6" y="1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1528763" y="1266827"/>
            <a:ext cx="481013" cy="481013"/>
            <a:chOff x="1528763" y="1266827"/>
            <a:chExt cx="481013" cy="481013"/>
          </a:xfrm>
          <a:solidFill>
            <a:schemeClr val="accent1"/>
          </a:solidFill>
        </p:grpSpPr>
        <p:sp>
          <p:nvSpPr>
            <p:cNvPr id="146" name="Freeform 146"/>
            <p:cNvSpPr/>
            <p:nvPr/>
          </p:nvSpPr>
          <p:spPr bwMode="auto">
            <a:xfrm>
              <a:off x="1762125" y="1620840"/>
              <a:ext cx="14288" cy="127000"/>
            </a:xfrm>
            <a:custGeom>
              <a:avLst/>
              <a:gdLst>
                <a:gd name="T0" fmla="*/ 2 w 4"/>
                <a:gd name="T1" fmla="*/ 0 h 34"/>
                <a:gd name="T2" fmla="*/ 0 w 4"/>
                <a:gd name="T3" fmla="*/ 2 h 34"/>
                <a:gd name="T4" fmla="*/ 0 w 4"/>
                <a:gd name="T5" fmla="*/ 32 h 34"/>
                <a:gd name="T6" fmla="*/ 2 w 4"/>
                <a:gd name="T7" fmla="*/ 34 h 34"/>
                <a:gd name="T8" fmla="*/ 4 w 4"/>
                <a:gd name="T9" fmla="*/ 32 h 34"/>
                <a:gd name="T10" fmla="*/ 4 w 4"/>
                <a:gd name="T11" fmla="*/ 2 h 34"/>
                <a:gd name="T12" fmla="*/ 2 w 4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7" name="Freeform 147"/>
            <p:cNvSpPr/>
            <p:nvPr/>
          </p:nvSpPr>
          <p:spPr bwMode="auto">
            <a:xfrm>
              <a:off x="1762125" y="1266827"/>
              <a:ext cx="14288" cy="128588"/>
            </a:xfrm>
            <a:custGeom>
              <a:avLst/>
              <a:gdLst>
                <a:gd name="T0" fmla="*/ 2 w 4"/>
                <a:gd name="T1" fmla="*/ 0 h 34"/>
                <a:gd name="T2" fmla="*/ 0 w 4"/>
                <a:gd name="T3" fmla="*/ 2 h 34"/>
                <a:gd name="T4" fmla="*/ 0 w 4"/>
                <a:gd name="T5" fmla="*/ 32 h 34"/>
                <a:gd name="T6" fmla="*/ 2 w 4"/>
                <a:gd name="T7" fmla="*/ 34 h 34"/>
                <a:gd name="T8" fmla="*/ 4 w 4"/>
                <a:gd name="T9" fmla="*/ 32 h 34"/>
                <a:gd name="T10" fmla="*/ 4 w 4"/>
                <a:gd name="T11" fmla="*/ 2 h 34"/>
                <a:gd name="T12" fmla="*/ 2 w 4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8" name="Freeform 148"/>
            <p:cNvSpPr/>
            <p:nvPr/>
          </p:nvSpPr>
          <p:spPr bwMode="auto">
            <a:xfrm>
              <a:off x="1528763" y="1500190"/>
              <a:ext cx="127000" cy="14288"/>
            </a:xfrm>
            <a:custGeom>
              <a:avLst/>
              <a:gdLst>
                <a:gd name="T0" fmla="*/ 34 w 34"/>
                <a:gd name="T1" fmla="*/ 2 h 4"/>
                <a:gd name="T2" fmla="*/ 32 w 34"/>
                <a:gd name="T3" fmla="*/ 0 h 4"/>
                <a:gd name="T4" fmla="*/ 2 w 34"/>
                <a:gd name="T5" fmla="*/ 0 h 4"/>
                <a:gd name="T6" fmla="*/ 0 w 34"/>
                <a:gd name="T7" fmla="*/ 2 h 4"/>
                <a:gd name="T8" fmla="*/ 2 w 34"/>
                <a:gd name="T9" fmla="*/ 4 h 4"/>
                <a:gd name="T10" fmla="*/ 32 w 34"/>
                <a:gd name="T11" fmla="*/ 4 h 4"/>
                <a:gd name="T12" fmla="*/ 34 w 3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34" y="2"/>
                  </a:move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9" name="Freeform 149"/>
            <p:cNvSpPr/>
            <p:nvPr/>
          </p:nvSpPr>
          <p:spPr bwMode="auto">
            <a:xfrm>
              <a:off x="1881188" y="1500190"/>
              <a:ext cx="128588" cy="14288"/>
            </a:xfrm>
            <a:custGeom>
              <a:avLst/>
              <a:gdLst>
                <a:gd name="T0" fmla="*/ 32 w 34"/>
                <a:gd name="T1" fmla="*/ 0 h 4"/>
                <a:gd name="T2" fmla="*/ 2 w 34"/>
                <a:gd name="T3" fmla="*/ 0 h 4"/>
                <a:gd name="T4" fmla="*/ 0 w 34"/>
                <a:gd name="T5" fmla="*/ 2 h 4"/>
                <a:gd name="T6" fmla="*/ 2 w 34"/>
                <a:gd name="T7" fmla="*/ 4 h 4"/>
                <a:gd name="T8" fmla="*/ 32 w 34"/>
                <a:gd name="T9" fmla="*/ 4 h 4"/>
                <a:gd name="T10" fmla="*/ 34 w 34"/>
                <a:gd name="T11" fmla="*/ 2 h 4"/>
                <a:gd name="T12" fmla="*/ 32 w 3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3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0" name="Freeform 150"/>
            <p:cNvSpPr/>
            <p:nvPr/>
          </p:nvSpPr>
          <p:spPr bwMode="auto">
            <a:xfrm>
              <a:off x="1820863" y="1604965"/>
              <a:ext cx="71438" cy="112713"/>
            </a:xfrm>
            <a:custGeom>
              <a:avLst/>
              <a:gdLst>
                <a:gd name="T0" fmla="*/ 4 w 19"/>
                <a:gd name="T1" fmla="*/ 1 h 30"/>
                <a:gd name="T2" fmla="*/ 2 w 19"/>
                <a:gd name="T3" fmla="*/ 0 h 30"/>
                <a:gd name="T4" fmla="*/ 1 w 19"/>
                <a:gd name="T5" fmla="*/ 0 h 30"/>
                <a:gd name="T6" fmla="*/ 0 w 19"/>
                <a:gd name="T7" fmla="*/ 1 h 30"/>
                <a:gd name="T8" fmla="*/ 0 w 19"/>
                <a:gd name="T9" fmla="*/ 3 h 30"/>
                <a:gd name="T10" fmla="*/ 15 w 19"/>
                <a:gd name="T11" fmla="*/ 29 h 30"/>
                <a:gd name="T12" fmla="*/ 18 w 19"/>
                <a:gd name="T13" fmla="*/ 30 h 30"/>
                <a:gd name="T14" fmla="*/ 19 w 19"/>
                <a:gd name="T15" fmla="*/ 26 h 30"/>
                <a:gd name="T16" fmla="*/ 4 w 19"/>
                <a:gd name="T17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4" y="1"/>
                  </a:move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7" y="30"/>
                    <a:pt x="18" y="30"/>
                  </a:cubicBezTo>
                  <a:cubicBezTo>
                    <a:pt x="19" y="29"/>
                    <a:pt x="19" y="27"/>
                    <a:pt x="19" y="26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1" name="Freeform 151"/>
            <p:cNvSpPr/>
            <p:nvPr/>
          </p:nvSpPr>
          <p:spPr bwMode="auto">
            <a:xfrm>
              <a:off x="1644650" y="1296989"/>
              <a:ext cx="76200" cy="115888"/>
            </a:xfrm>
            <a:custGeom>
              <a:avLst/>
              <a:gdLst>
                <a:gd name="T0" fmla="*/ 4 w 20"/>
                <a:gd name="T1" fmla="*/ 2 h 31"/>
                <a:gd name="T2" fmla="*/ 2 w 20"/>
                <a:gd name="T3" fmla="*/ 0 h 31"/>
                <a:gd name="T4" fmla="*/ 1 w 20"/>
                <a:gd name="T5" fmla="*/ 1 h 31"/>
                <a:gd name="T6" fmla="*/ 0 w 20"/>
                <a:gd name="T7" fmla="*/ 4 h 31"/>
                <a:gd name="T8" fmla="*/ 15 w 20"/>
                <a:gd name="T9" fmla="*/ 29 h 31"/>
                <a:gd name="T10" fmla="*/ 17 w 20"/>
                <a:gd name="T11" fmla="*/ 31 h 31"/>
                <a:gd name="T12" fmla="*/ 18 w 20"/>
                <a:gd name="T13" fmla="*/ 30 h 31"/>
                <a:gd name="T14" fmla="*/ 19 w 20"/>
                <a:gd name="T15" fmla="*/ 27 h 31"/>
                <a:gd name="T16" fmla="*/ 4 w 20"/>
                <a:gd name="T17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1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6" y="31"/>
                    <a:pt x="17" y="31"/>
                  </a:cubicBezTo>
                  <a:cubicBezTo>
                    <a:pt x="17" y="31"/>
                    <a:pt x="18" y="31"/>
                    <a:pt x="18" y="30"/>
                  </a:cubicBezTo>
                  <a:cubicBezTo>
                    <a:pt x="19" y="30"/>
                    <a:pt x="20" y="28"/>
                    <a:pt x="19" y="27"/>
                  </a:cubicBezTo>
                  <a:lnTo>
                    <a:pt x="4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2" name="Freeform 152"/>
            <p:cNvSpPr/>
            <p:nvPr/>
          </p:nvSpPr>
          <p:spPr bwMode="auto">
            <a:xfrm>
              <a:off x="1558925" y="1560515"/>
              <a:ext cx="115888" cy="74613"/>
            </a:xfrm>
            <a:custGeom>
              <a:avLst/>
              <a:gdLst>
                <a:gd name="T0" fmla="*/ 30 w 31"/>
                <a:gd name="T1" fmla="*/ 1 h 20"/>
                <a:gd name="T2" fmla="*/ 28 w 31"/>
                <a:gd name="T3" fmla="*/ 0 h 20"/>
                <a:gd name="T4" fmla="*/ 27 w 31"/>
                <a:gd name="T5" fmla="*/ 0 h 20"/>
                <a:gd name="T6" fmla="*/ 1 w 31"/>
                <a:gd name="T7" fmla="*/ 15 h 20"/>
                <a:gd name="T8" fmla="*/ 0 w 31"/>
                <a:gd name="T9" fmla="*/ 16 h 20"/>
                <a:gd name="T10" fmla="*/ 1 w 31"/>
                <a:gd name="T11" fmla="*/ 18 h 20"/>
                <a:gd name="T12" fmla="*/ 4 w 31"/>
                <a:gd name="T13" fmla="*/ 19 h 20"/>
                <a:gd name="T14" fmla="*/ 29 w 31"/>
                <a:gd name="T15" fmla="*/ 4 h 20"/>
                <a:gd name="T16" fmla="*/ 30 w 31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20">
                  <a:moveTo>
                    <a:pt x="30" y="1"/>
                  </a:move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6"/>
                    <a:pt x="0" y="16"/>
                  </a:cubicBez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0" y="3"/>
                    <a:pt x="31" y="2"/>
                    <a:pt x="3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3" name="Freeform 153"/>
            <p:cNvSpPr/>
            <p:nvPr/>
          </p:nvSpPr>
          <p:spPr bwMode="auto">
            <a:xfrm>
              <a:off x="1862138" y="1382715"/>
              <a:ext cx="117475" cy="76200"/>
            </a:xfrm>
            <a:custGeom>
              <a:avLst/>
              <a:gdLst>
                <a:gd name="T0" fmla="*/ 1 w 31"/>
                <a:gd name="T1" fmla="*/ 16 h 20"/>
                <a:gd name="T2" fmla="*/ 1 w 31"/>
                <a:gd name="T3" fmla="*/ 18 h 20"/>
                <a:gd name="T4" fmla="*/ 4 w 31"/>
                <a:gd name="T5" fmla="*/ 19 h 20"/>
                <a:gd name="T6" fmla="*/ 30 w 31"/>
                <a:gd name="T7" fmla="*/ 4 h 20"/>
                <a:gd name="T8" fmla="*/ 31 w 31"/>
                <a:gd name="T9" fmla="*/ 3 h 20"/>
                <a:gd name="T10" fmla="*/ 30 w 31"/>
                <a:gd name="T11" fmla="*/ 1 h 20"/>
                <a:gd name="T12" fmla="*/ 28 w 31"/>
                <a:gd name="T13" fmla="*/ 0 h 20"/>
                <a:gd name="T14" fmla="*/ 27 w 31"/>
                <a:gd name="T15" fmla="*/ 0 h 20"/>
                <a:gd name="T16" fmla="*/ 2 w 31"/>
                <a:gd name="T17" fmla="*/ 15 h 20"/>
                <a:gd name="T18" fmla="*/ 1 w 31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0">
                  <a:moveTo>
                    <a:pt x="1" y="16"/>
                  </a:move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3"/>
                    <a:pt x="31" y="3"/>
                  </a:cubicBezTo>
                  <a:cubicBezTo>
                    <a:pt x="31" y="2"/>
                    <a:pt x="31" y="2"/>
                    <a:pt x="30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8" y="0"/>
                    <a:pt x="27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1" y="16"/>
                    <a:pt x="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4" name="Freeform 154"/>
            <p:cNvSpPr/>
            <p:nvPr/>
          </p:nvSpPr>
          <p:spPr bwMode="auto">
            <a:xfrm>
              <a:off x="1862138" y="1560515"/>
              <a:ext cx="117475" cy="74613"/>
            </a:xfrm>
            <a:custGeom>
              <a:avLst/>
              <a:gdLst>
                <a:gd name="T0" fmla="*/ 30 w 31"/>
                <a:gd name="T1" fmla="*/ 15 h 20"/>
                <a:gd name="T2" fmla="*/ 4 w 31"/>
                <a:gd name="T3" fmla="*/ 0 h 20"/>
                <a:gd name="T4" fmla="*/ 3 w 31"/>
                <a:gd name="T5" fmla="*/ 0 h 20"/>
                <a:gd name="T6" fmla="*/ 1 w 31"/>
                <a:gd name="T7" fmla="*/ 1 h 20"/>
                <a:gd name="T8" fmla="*/ 2 w 31"/>
                <a:gd name="T9" fmla="*/ 4 h 20"/>
                <a:gd name="T10" fmla="*/ 27 w 31"/>
                <a:gd name="T11" fmla="*/ 19 h 20"/>
                <a:gd name="T12" fmla="*/ 30 w 31"/>
                <a:gd name="T13" fmla="*/ 18 h 20"/>
                <a:gd name="T14" fmla="*/ 30 w 31"/>
                <a:gd name="T15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0">
                  <a:moveTo>
                    <a:pt x="30" y="1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7"/>
                    <a:pt x="31" y="16"/>
                    <a:pt x="3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5" name="Freeform 155"/>
            <p:cNvSpPr/>
            <p:nvPr/>
          </p:nvSpPr>
          <p:spPr bwMode="auto">
            <a:xfrm>
              <a:off x="1558925" y="1382715"/>
              <a:ext cx="115888" cy="76200"/>
            </a:xfrm>
            <a:custGeom>
              <a:avLst/>
              <a:gdLst>
                <a:gd name="T0" fmla="*/ 1 w 31"/>
                <a:gd name="T1" fmla="*/ 4 h 20"/>
                <a:gd name="T2" fmla="*/ 27 w 31"/>
                <a:gd name="T3" fmla="*/ 19 h 20"/>
                <a:gd name="T4" fmla="*/ 30 w 31"/>
                <a:gd name="T5" fmla="*/ 18 h 20"/>
                <a:gd name="T6" fmla="*/ 30 w 31"/>
                <a:gd name="T7" fmla="*/ 16 h 20"/>
                <a:gd name="T8" fmla="*/ 29 w 31"/>
                <a:gd name="T9" fmla="*/ 15 h 20"/>
                <a:gd name="T10" fmla="*/ 4 w 31"/>
                <a:gd name="T11" fmla="*/ 0 h 20"/>
                <a:gd name="T12" fmla="*/ 3 w 31"/>
                <a:gd name="T13" fmla="*/ 0 h 20"/>
                <a:gd name="T14" fmla="*/ 1 w 31"/>
                <a:gd name="T15" fmla="*/ 1 h 20"/>
                <a:gd name="T16" fmla="*/ 0 w 31"/>
                <a:gd name="T17" fmla="*/ 3 h 20"/>
                <a:gd name="T18" fmla="*/ 1 w 31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0">
                  <a:moveTo>
                    <a:pt x="1" y="4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8"/>
                    <a:pt x="31" y="17"/>
                    <a:pt x="30" y="16"/>
                  </a:cubicBezTo>
                  <a:cubicBezTo>
                    <a:pt x="30" y="16"/>
                    <a:pt x="30" y="15"/>
                    <a:pt x="29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156"/>
            <p:cNvSpPr/>
            <p:nvPr/>
          </p:nvSpPr>
          <p:spPr bwMode="auto">
            <a:xfrm>
              <a:off x="1644650" y="1604965"/>
              <a:ext cx="71438" cy="112713"/>
            </a:xfrm>
            <a:custGeom>
              <a:avLst/>
              <a:gdLst>
                <a:gd name="T0" fmla="*/ 18 w 19"/>
                <a:gd name="T1" fmla="*/ 0 h 30"/>
                <a:gd name="T2" fmla="*/ 17 w 19"/>
                <a:gd name="T3" fmla="*/ 0 h 30"/>
                <a:gd name="T4" fmla="*/ 15 w 19"/>
                <a:gd name="T5" fmla="*/ 1 h 30"/>
                <a:gd name="T6" fmla="*/ 0 w 19"/>
                <a:gd name="T7" fmla="*/ 26 h 30"/>
                <a:gd name="T8" fmla="*/ 1 w 19"/>
                <a:gd name="T9" fmla="*/ 30 h 30"/>
                <a:gd name="T10" fmla="*/ 4 w 19"/>
                <a:gd name="T11" fmla="*/ 29 h 30"/>
                <a:gd name="T12" fmla="*/ 19 w 19"/>
                <a:gd name="T13" fmla="*/ 3 h 30"/>
                <a:gd name="T14" fmla="*/ 19 w 19"/>
                <a:gd name="T15" fmla="*/ 1 h 30"/>
                <a:gd name="T16" fmla="*/ 18 w 19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18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0" y="29"/>
                    <a:pt x="1" y="30"/>
                  </a:cubicBezTo>
                  <a:cubicBezTo>
                    <a:pt x="2" y="30"/>
                    <a:pt x="4" y="30"/>
                    <a:pt x="4" y="2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9" y="2"/>
                    <a:pt x="19" y="1"/>
                  </a:cubicBezTo>
                  <a:cubicBezTo>
                    <a:pt x="19" y="1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157"/>
            <p:cNvSpPr/>
            <p:nvPr/>
          </p:nvSpPr>
          <p:spPr bwMode="auto">
            <a:xfrm>
              <a:off x="1817688" y="1296989"/>
              <a:ext cx="74613" cy="115888"/>
            </a:xfrm>
            <a:custGeom>
              <a:avLst/>
              <a:gdLst>
                <a:gd name="T0" fmla="*/ 2 w 20"/>
                <a:gd name="T1" fmla="*/ 30 h 31"/>
                <a:gd name="T2" fmla="*/ 5 w 20"/>
                <a:gd name="T3" fmla="*/ 29 h 31"/>
                <a:gd name="T4" fmla="*/ 20 w 20"/>
                <a:gd name="T5" fmla="*/ 4 h 31"/>
                <a:gd name="T6" fmla="*/ 19 w 20"/>
                <a:gd name="T7" fmla="*/ 1 h 31"/>
                <a:gd name="T8" fmla="*/ 18 w 20"/>
                <a:gd name="T9" fmla="*/ 0 h 31"/>
                <a:gd name="T10" fmla="*/ 16 w 20"/>
                <a:gd name="T11" fmla="*/ 2 h 31"/>
                <a:gd name="T12" fmla="*/ 1 w 20"/>
                <a:gd name="T13" fmla="*/ 27 h 31"/>
                <a:gd name="T14" fmla="*/ 2 w 20"/>
                <a:gd name="T1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31">
                  <a:moveTo>
                    <a:pt x="2" y="30"/>
                  </a:moveTo>
                  <a:cubicBezTo>
                    <a:pt x="3" y="31"/>
                    <a:pt x="4" y="31"/>
                    <a:pt x="5" y="29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1" y="30"/>
                    <a:pt x="2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568325" y="1266827"/>
            <a:ext cx="479425" cy="481013"/>
            <a:chOff x="568325" y="1266827"/>
            <a:chExt cx="479425" cy="481013"/>
          </a:xfrm>
          <a:solidFill>
            <a:schemeClr val="accent1"/>
          </a:solidFill>
        </p:grpSpPr>
        <p:sp>
          <p:nvSpPr>
            <p:cNvPr id="158" name="Oval 158"/>
            <p:cNvSpPr>
              <a:spLocks noChangeArrowheads="1"/>
            </p:cNvSpPr>
            <p:nvPr/>
          </p:nvSpPr>
          <p:spPr bwMode="auto">
            <a:xfrm>
              <a:off x="792163" y="1428752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159"/>
            <p:cNvSpPr/>
            <p:nvPr/>
          </p:nvSpPr>
          <p:spPr bwMode="auto">
            <a:xfrm>
              <a:off x="568325" y="1266827"/>
              <a:ext cx="479425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48 w 128"/>
                <a:gd name="T5" fmla="*/ 126 h 128"/>
                <a:gd name="T6" fmla="*/ 49 w 128"/>
                <a:gd name="T7" fmla="*/ 126 h 128"/>
                <a:gd name="T8" fmla="*/ 51 w 128"/>
                <a:gd name="T9" fmla="*/ 124 h 128"/>
                <a:gd name="T10" fmla="*/ 50 w 128"/>
                <a:gd name="T11" fmla="*/ 122 h 128"/>
                <a:gd name="T12" fmla="*/ 41 w 128"/>
                <a:gd name="T13" fmla="*/ 119 h 128"/>
                <a:gd name="T14" fmla="*/ 22 w 128"/>
                <a:gd name="T15" fmla="*/ 106 h 128"/>
                <a:gd name="T16" fmla="*/ 9 w 128"/>
                <a:gd name="T17" fmla="*/ 87 h 128"/>
                <a:gd name="T18" fmla="*/ 5 w 128"/>
                <a:gd name="T19" fmla="*/ 64 h 128"/>
                <a:gd name="T20" fmla="*/ 9 w 128"/>
                <a:gd name="T21" fmla="*/ 41 h 128"/>
                <a:gd name="T22" fmla="*/ 22 w 128"/>
                <a:gd name="T23" fmla="*/ 22 h 128"/>
                <a:gd name="T24" fmla="*/ 41 w 128"/>
                <a:gd name="T25" fmla="*/ 9 h 128"/>
                <a:gd name="T26" fmla="*/ 87 w 128"/>
                <a:gd name="T27" fmla="*/ 9 h 128"/>
                <a:gd name="T28" fmla="*/ 106 w 128"/>
                <a:gd name="T29" fmla="*/ 22 h 128"/>
                <a:gd name="T30" fmla="*/ 119 w 128"/>
                <a:gd name="T31" fmla="*/ 41 h 128"/>
                <a:gd name="T32" fmla="*/ 123 w 128"/>
                <a:gd name="T33" fmla="*/ 64 h 128"/>
                <a:gd name="T34" fmla="*/ 119 w 128"/>
                <a:gd name="T35" fmla="*/ 87 h 128"/>
                <a:gd name="T36" fmla="*/ 106 w 128"/>
                <a:gd name="T37" fmla="*/ 106 h 128"/>
                <a:gd name="T38" fmla="*/ 87 w 128"/>
                <a:gd name="T39" fmla="*/ 119 h 128"/>
                <a:gd name="T40" fmla="*/ 68 w 128"/>
                <a:gd name="T41" fmla="*/ 123 h 128"/>
                <a:gd name="T42" fmla="*/ 66 w 128"/>
                <a:gd name="T43" fmla="*/ 124 h 128"/>
                <a:gd name="T44" fmla="*/ 66 w 128"/>
                <a:gd name="T45" fmla="*/ 65 h 128"/>
                <a:gd name="T46" fmla="*/ 64 w 128"/>
                <a:gd name="T47" fmla="*/ 63 h 128"/>
                <a:gd name="T48" fmla="*/ 62 w 128"/>
                <a:gd name="T49" fmla="*/ 65 h 128"/>
                <a:gd name="T50" fmla="*/ 62 w 128"/>
                <a:gd name="T51" fmla="*/ 126 h 128"/>
                <a:gd name="T52" fmla="*/ 64 w 128"/>
                <a:gd name="T53" fmla="*/ 128 h 128"/>
                <a:gd name="T54" fmla="*/ 64 w 128"/>
                <a:gd name="T55" fmla="*/ 128 h 128"/>
                <a:gd name="T56" fmla="*/ 128 w 128"/>
                <a:gd name="T57" fmla="*/ 64 h 128"/>
                <a:gd name="T58" fmla="*/ 64 w 128"/>
                <a:gd name="T5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3"/>
                    <a:pt x="20" y="119"/>
                    <a:pt x="48" y="126"/>
                  </a:cubicBezTo>
                  <a:cubicBezTo>
                    <a:pt x="49" y="126"/>
                    <a:pt x="49" y="126"/>
                    <a:pt x="49" y="126"/>
                  </a:cubicBezTo>
                  <a:cubicBezTo>
                    <a:pt x="50" y="126"/>
                    <a:pt x="51" y="125"/>
                    <a:pt x="51" y="124"/>
                  </a:cubicBezTo>
                  <a:cubicBezTo>
                    <a:pt x="51" y="123"/>
                    <a:pt x="51" y="122"/>
                    <a:pt x="50" y="122"/>
                  </a:cubicBezTo>
                  <a:cubicBezTo>
                    <a:pt x="47" y="121"/>
                    <a:pt x="44" y="120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17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2" y="34"/>
                    <a:pt x="17" y="28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56" y="3"/>
                    <a:pt x="72" y="3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11" y="28"/>
                    <a:pt x="116" y="34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1" y="101"/>
                    <a:pt x="106" y="106"/>
                  </a:cubicBezTo>
                  <a:cubicBezTo>
                    <a:pt x="101" y="112"/>
                    <a:pt x="94" y="116"/>
                    <a:pt x="87" y="119"/>
                  </a:cubicBezTo>
                  <a:cubicBezTo>
                    <a:pt x="81" y="121"/>
                    <a:pt x="74" y="123"/>
                    <a:pt x="68" y="123"/>
                  </a:cubicBezTo>
                  <a:cubicBezTo>
                    <a:pt x="66" y="124"/>
                    <a:pt x="66" y="124"/>
                    <a:pt x="66" y="12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5" y="63"/>
                    <a:pt x="64" y="63"/>
                  </a:cubicBezTo>
                  <a:cubicBezTo>
                    <a:pt x="63" y="63"/>
                    <a:pt x="62" y="64"/>
                    <a:pt x="62" y="65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3" y="128"/>
                    <a:pt x="64" y="128"/>
                  </a:cubicBezTo>
                  <a:cubicBezTo>
                    <a:pt x="64" y="128"/>
                    <a:pt x="64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11233154" y="304800"/>
            <a:ext cx="293688" cy="481013"/>
            <a:chOff x="11233154" y="304800"/>
            <a:chExt cx="293688" cy="481013"/>
          </a:xfrm>
          <a:solidFill>
            <a:schemeClr val="accent1"/>
          </a:solidFill>
        </p:grpSpPr>
        <p:sp>
          <p:nvSpPr>
            <p:cNvPr id="160" name="Oval 160"/>
            <p:cNvSpPr>
              <a:spLocks noChangeArrowheads="1"/>
            </p:cNvSpPr>
            <p:nvPr/>
          </p:nvSpPr>
          <p:spPr bwMode="auto">
            <a:xfrm>
              <a:off x="11339516" y="760413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1" name="Freeform 161"/>
            <p:cNvSpPr/>
            <p:nvPr/>
          </p:nvSpPr>
          <p:spPr bwMode="auto">
            <a:xfrm>
              <a:off x="11233154" y="304800"/>
              <a:ext cx="293688" cy="409576"/>
            </a:xfrm>
            <a:custGeom>
              <a:avLst/>
              <a:gdLst>
                <a:gd name="T0" fmla="*/ 39 w 78"/>
                <a:gd name="T1" fmla="*/ 0 h 109"/>
                <a:gd name="T2" fmla="*/ 0 w 78"/>
                <a:gd name="T3" fmla="*/ 39 h 109"/>
                <a:gd name="T4" fmla="*/ 1 w 78"/>
                <a:gd name="T5" fmla="*/ 48 h 109"/>
                <a:gd name="T6" fmla="*/ 1 w 78"/>
                <a:gd name="T7" fmla="*/ 48 h 109"/>
                <a:gd name="T8" fmla="*/ 1 w 78"/>
                <a:gd name="T9" fmla="*/ 49 h 109"/>
                <a:gd name="T10" fmla="*/ 3 w 78"/>
                <a:gd name="T11" fmla="*/ 51 h 109"/>
                <a:gd name="T12" fmla="*/ 5 w 78"/>
                <a:gd name="T13" fmla="*/ 49 h 109"/>
                <a:gd name="T14" fmla="*/ 5 w 78"/>
                <a:gd name="T15" fmla="*/ 48 h 109"/>
                <a:gd name="T16" fmla="*/ 4 w 78"/>
                <a:gd name="T17" fmla="*/ 39 h 109"/>
                <a:gd name="T18" fmla="*/ 14 w 78"/>
                <a:gd name="T19" fmla="*/ 15 h 109"/>
                <a:gd name="T20" fmla="*/ 39 w 78"/>
                <a:gd name="T21" fmla="*/ 5 h 109"/>
                <a:gd name="T22" fmla="*/ 64 w 78"/>
                <a:gd name="T23" fmla="*/ 15 h 109"/>
                <a:gd name="T24" fmla="*/ 74 w 78"/>
                <a:gd name="T25" fmla="*/ 39 h 109"/>
                <a:gd name="T26" fmla="*/ 64 w 78"/>
                <a:gd name="T27" fmla="*/ 64 h 109"/>
                <a:gd name="T28" fmla="*/ 50 w 78"/>
                <a:gd name="T29" fmla="*/ 72 h 109"/>
                <a:gd name="T30" fmla="*/ 50 w 78"/>
                <a:gd name="T31" fmla="*/ 73 h 109"/>
                <a:gd name="T32" fmla="*/ 49 w 78"/>
                <a:gd name="T33" fmla="*/ 73 h 109"/>
                <a:gd name="T34" fmla="*/ 29 w 78"/>
                <a:gd name="T35" fmla="*/ 96 h 109"/>
                <a:gd name="T36" fmla="*/ 29 w 78"/>
                <a:gd name="T37" fmla="*/ 106 h 109"/>
                <a:gd name="T38" fmla="*/ 32 w 78"/>
                <a:gd name="T39" fmla="*/ 109 h 109"/>
                <a:gd name="T40" fmla="*/ 34 w 78"/>
                <a:gd name="T41" fmla="*/ 106 h 109"/>
                <a:gd name="T42" fmla="*/ 34 w 78"/>
                <a:gd name="T43" fmla="*/ 97 h 109"/>
                <a:gd name="T44" fmla="*/ 40 w 78"/>
                <a:gd name="T45" fmla="*/ 83 h 109"/>
                <a:gd name="T46" fmla="*/ 50 w 78"/>
                <a:gd name="T47" fmla="*/ 77 h 109"/>
                <a:gd name="T48" fmla="*/ 50 w 78"/>
                <a:gd name="T49" fmla="*/ 77 h 109"/>
                <a:gd name="T50" fmla="*/ 78 w 78"/>
                <a:gd name="T51" fmla="*/ 39 h 109"/>
                <a:gd name="T52" fmla="*/ 39 w 78"/>
                <a:gd name="T5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8" h="109">
                  <a:moveTo>
                    <a:pt x="39" y="0"/>
                  </a:moveTo>
                  <a:cubicBezTo>
                    <a:pt x="17" y="0"/>
                    <a:pt x="0" y="18"/>
                    <a:pt x="0" y="39"/>
                  </a:cubicBezTo>
                  <a:cubicBezTo>
                    <a:pt x="0" y="42"/>
                    <a:pt x="0" y="45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2" y="51"/>
                    <a:pt x="3" y="51"/>
                  </a:cubicBezTo>
                  <a:cubicBezTo>
                    <a:pt x="4" y="51"/>
                    <a:pt x="5" y="50"/>
                    <a:pt x="5" y="49"/>
                  </a:cubicBezTo>
                  <a:cubicBezTo>
                    <a:pt x="5" y="49"/>
                    <a:pt x="5" y="49"/>
                    <a:pt x="5" y="48"/>
                  </a:cubicBezTo>
                  <a:cubicBezTo>
                    <a:pt x="5" y="46"/>
                    <a:pt x="4" y="42"/>
                    <a:pt x="4" y="39"/>
                  </a:cubicBezTo>
                  <a:cubicBezTo>
                    <a:pt x="4" y="30"/>
                    <a:pt x="8" y="21"/>
                    <a:pt x="14" y="15"/>
                  </a:cubicBezTo>
                  <a:cubicBezTo>
                    <a:pt x="21" y="8"/>
                    <a:pt x="30" y="5"/>
                    <a:pt x="39" y="5"/>
                  </a:cubicBezTo>
                  <a:cubicBezTo>
                    <a:pt x="48" y="5"/>
                    <a:pt x="57" y="8"/>
                    <a:pt x="64" y="15"/>
                  </a:cubicBezTo>
                  <a:cubicBezTo>
                    <a:pt x="70" y="21"/>
                    <a:pt x="74" y="30"/>
                    <a:pt x="74" y="39"/>
                  </a:cubicBezTo>
                  <a:cubicBezTo>
                    <a:pt x="74" y="49"/>
                    <a:pt x="70" y="57"/>
                    <a:pt x="64" y="64"/>
                  </a:cubicBezTo>
                  <a:cubicBezTo>
                    <a:pt x="60" y="68"/>
                    <a:pt x="55" y="71"/>
                    <a:pt x="50" y="7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38" y="75"/>
                    <a:pt x="30" y="85"/>
                    <a:pt x="29" y="96"/>
                  </a:cubicBezTo>
                  <a:cubicBezTo>
                    <a:pt x="29" y="106"/>
                    <a:pt x="29" y="106"/>
                    <a:pt x="29" y="106"/>
                  </a:cubicBezTo>
                  <a:cubicBezTo>
                    <a:pt x="29" y="107"/>
                    <a:pt x="30" y="109"/>
                    <a:pt x="32" y="109"/>
                  </a:cubicBezTo>
                  <a:cubicBezTo>
                    <a:pt x="33" y="109"/>
                    <a:pt x="34" y="107"/>
                    <a:pt x="34" y="10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2"/>
                    <a:pt x="36" y="87"/>
                    <a:pt x="40" y="83"/>
                  </a:cubicBezTo>
                  <a:cubicBezTo>
                    <a:pt x="42" y="80"/>
                    <a:pt x="46" y="78"/>
                    <a:pt x="50" y="77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67" y="72"/>
                    <a:pt x="78" y="57"/>
                    <a:pt x="78" y="39"/>
                  </a:cubicBezTo>
                  <a:cubicBezTo>
                    <a:pt x="78" y="18"/>
                    <a:pt x="61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10404479" y="304800"/>
            <a:ext cx="25400" cy="481013"/>
            <a:chOff x="10404479" y="304800"/>
            <a:chExt cx="25400" cy="481013"/>
          </a:xfrm>
          <a:solidFill>
            <a:schemeClr val="accent1"/>
          </a:solidFill>
        </p:grpSpPr>
        <p:sp>
          <p:nvSpPr>
            <p:cNvPr id="162" name="Oval 162"/>
            <p:cNvSpPr>
              <a:spLocks noChangeArrowheads="1"/>
            </p:cNvSpPr>
            <p:nvPr/>
          </p:nvSpPr>
          <p:spPr bwMode="auto">
            <a:xfrm>
              <a:off x="10404479" y="760413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3" name="Freeform 163"/>
            <p:cNvSpPr/>
            <p:nvPr/>
          </p:nvSpPr>
          <p:spPr bwMode="auto">
            <a:xfrm>
              <a:off x="10410829" y="304800"/>
              <a:ext cx="15875" cy="409576"/>
            </a:xfrm>
            <a:custGeom>
              <a:avLst/>
              <a:gdLst>
                <a:gd name="T0" fmla="*/ 2 w 4"/>
                <a:gd name="T1" fmla="*/ 109 h 109"/>
                <a:gd name="T2" fmla="*/ 4 w 4"/>
                <a:gd name="T3" fmla="*/ 106 h 109"/>
                <a:gd name="T4" fmla="*/ 4 w 4"/>
                <a:gd name="T5" fmla="*/ 2 h 109"/>
                <a:gd name="T6" fmla="*/ 2 w 4"/>
                <a:gd name="T7" fmla="*/ 0 h 109"/>
                <a:gd name="T8" fmla="*/ 0 w 4"/>
                <a:gd name="T9" fmla="*/ 2 h 109"/>
                <a:gd name="T10" fmla="*/ 0 w 4"/>
                <a:gd name="T11" fmla="*/ 106 h 109"/>
                <a:gd name="T12" fmla="*/ 2 w 4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09">
                  <a:moveTo>
                    <a:pt x="2" y="109"/>
                  </a:moveTo>
                  <a:cubicBezTo>
                    <a:pt x="3" y="109"/>
                    <a:pt x="4" y="107"/>
                    <a:pt x="4" y="10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7"/>
                    <a:pt x="1" y="109"/>
                    <a:pt x="2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9217028" y="428625"/>
            <a:ext cx="481013" cy="233363"/>
            <a:chOff x="9217028" y="428625"/>
            <a:chExt cx="481013" cy="233363"/>
          </a:xfrm>
          <a:solidFill>
            <a:schemeClr val="accent1"/>
          </a:solidFill>
        </p:grpSpPr>
        <p:sp>
          <p:nvSpPr>
            <p:cNvPr id="164" name="Freeform 164"/>
            <p:cNvSpPr/>
            <p:nvPr/>
          </p:nvSpPr>
          <p:spPr bwMode="auto">
            <a:xfrm>
              <a:off x="9420228" y="428625"/>
              <a:ext cx="74613" cy="233363"/>
            </a:xfrm>
            <a:custGeom>
              <a:avLst/>
              <a:gdLst>
                <a:gd name="T0" fmla="*/ 18 w 20"/>
                <a:gd name="T1" fmla="*/ 0 h 62"/>
                <a:gd name="T2" fmla="*/ 15 w 20"/>
                <a:gd name="T3" fmla="*/ 2 h 62"/>
                <a:gd name="T4" fmla="*/ 0 w 20"/>
                <a:gd name="T5" fmla="*/ 59 h 62"/>
                <a:gd name="T6" fmla="*/ 0 w 20"/>
                <a:gd name="T7" fmla="*/ 59 h 62"/>
                <a:gd name="T8" fmla="*/ 0 w 20"/>
                <a:gd name="T9" fmla="*/ 60 h 62"/>
                <a:gd name="T10" fmla="*/ 2 w 20"/>
                <a:gd name="T11" fmla="*/ 62 h 62"/>
                <a:gd name="T12" fmla="*/ 5 w 20"/>
                <a:gd name="T13" fmla="*/ 60 h 62"/>
                <a:gd name="T14" fmla="*/ 5 w 20"/>
                <a:gd name="T15" fmla="*/ 60 h 62"/>
                <a:gd name="T16" fmla="*/ 5 w 20"/>
                <a:gd name="T17" fmla="*/ 60 h 62"/>
                <a:gd name="T18" fmla="*/ 20 w 20"/>
                <a:gd name="T19" fmla="*/ 3 h 62"/>
                <a:gd name="T20" fmla="*/ 20 w 20"/>
                <a:gd name="T21" fmla="*/ 2 h 62"/>
                <a:gd name="T22" fmla="*/ 18 w 20"/>
                <a:gd name="T23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62">
                  <a:moveTo>
                    <a:pt x="18" y="0"/>
                  </a:moveTo>
                  <a:cubicBezTo>
                    <a:pt x="17" y="0"/>
                    <a:pt x="16" y="1"/>
                    <a:pt x="15" y="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0" y="60"/>
                    <a:pt x="0" y="60"/>
                  </a:cubicBezTo>
                  <a:cubicBezTo>
                    <a:pt x="0" y="61"/>
                    <a:pt x="1" y="62"/>
                    <a:pt x="2" y="62"/>
                  </a:cubicBezTo>
                  <a:cubicBezTo>
                    <a:pt x="3" y="62"/>
                    <a:pt x="4" y="61"/>
                    <a:pt x="5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2"/>
                  </a:cubicBezTo>
                  <a:cubicBezTo>
                    <a:pt x="20" y="1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5" name="Freeform 165"/>
            <p:cNvSpPr/>
            <p:nvPr/>
          </p:nvSpPr>
          <p:spPr bwMode="auto">
            <a:xfrm>
              <a:off x="9217028" y="466725"/>
              <a:ext cx="139700" cy="161925"/>
            </a:xfrm>
            <a:custGeom>
              <a:avLst/>
              <a:gdLst>
                <a:gd name="T0" fmla="*/ 37 w 37"/>
                <a:gd name="T1" fmla="*/ 2 h 43"/>
                <a:gd name="T2" fmla="*/ 35 w 37"/>
                <a:gd name="T3" fmla="*/ 0 h 43"/>
                <a:gd name="T4" fmla="*/ 33 w 37"/>
                <a:gd name="T5" fmla="*/ 0 h 43"/>
                <a:gd name="T6" fmla="*/ 1 w 37"/>
                <a:gd name="T7" fmla="*/ 19 h 43"/>
                <a:gd name="T8" fmla="*/ 0 w 37"/>
                <a:gd name="T9" fmla="*/ 21 h 43"/>
                <a:gd name="T10" fmla="*/ 1 w 37"/>
                <a:gd name="T11" fmla="*/ 23 h 43"/>
                <a:gd name="T12" fmla="*/ 33 w 37"/>
                <a:gd name="T13" fmla="*/ 42 h 43"/>
                <a:gd name="T14" fmla="*/ 37 w 37"/>
                <a:gd name="T15" fmla="*/ 40 h 43"/>
                <a:gd name="T16" fmla="*/ 36 w 37"/>
                <a:gd name="T17" fmla="*/ 38 h 43"/>
                <a:gd name="T18" fmla="*/ 36 w 37"/>
                <a:gd name="T19" fmla="*/ 38 h 43"/>
                <a:gd name="T20" fmla="*/ 36 w 37"/>
                <a:gd name="T21" fmla="*/ 38 h 43"/>
                <a:gd name="T22" fmla="*/ 7 w 37"/>
                <a:gd name="T23" fmla="*/ 21 h 43"/>
                <a:gd name="T24" fmla="*/ 36 w 37"/>
                <a:gd name="T25" fmla="*/ 4 h 43"/>
                <a:gd name="T26" fmla="*/ 37 w 37"/>
                <a:gd name="T27" fmla="*/ 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43">
                  <a:moveTo>
                    <a:pt x="37" y="2"/>
                  </a:moveTo>
                  <a:cubicBezTo>
                    <a:pt x="37" y="1"/>
                    <a:pt x="36" y="0"/>
                    <a:pt x="35" y="0"/>
                  </a:cubicBezTo>
                  <a:cubicBezTo>
                    <a:pt x="34" y="0"/>
                    <a:pt x="34" y="0"/>
                    <a:pt x="33" y="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19"/>
                    <a:pt x="0" y="20"/>
                    <a:pt x="0" y="21"/>
                  </a:cubicBezTo>
                  <a:cubicBezTo>
                    <a:pt x="0" y="22"/>
                    <a:pt x="0" y="23"/>
                    <a:pt x="1" y="23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3"/>
                    <a:pt x="37" y="41"/>
                    <a:pt x="37" y="40"/>
                  </a:cubicBezTo>
                  <a:cubicBezTo>
                    <a:pt x="37" y="39"/>
                    <a:pt x="37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7" y="3"/>
                    <a:pt x="37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6" name="Freeform 166"/>
            <p:cNvSpPr/>
            <p:nvPr/>
          </p:nvSpPr>
          <p:spPr bwMode="auto">
            <a:xfrm>
              <a:off x="9559928" y="463550"/>
              <a:ext cx="138113" cy="165100"/>
            </a:xfrm>
            <a:custGeom>
              <a:avLst/>
              <a:gdLst>
                <a:gd name="T0" fmla="*/ 36 w 37"/>
                <a:gd name="T1" fmla="*/ 20 h 44"/>
                <a:gd name="T2" fmla="*/ 4 w 37"/>
                <a:gd name="T3" fmla="*/ 1 h 44"/>
                <a:gd name="T4" fmla="*/ 0 w 37"/>
                <a:gd name="T5" fmla="*/ 3 h 44"/>
                <a:gd name="T6" fmla="*/ 1 w 37"/>
                <a:gd name="T7" fmla="*/ 5 h 44"/>
                <a:gd name="T8" fmla="*/ 1 w 37"/>
                <a:gd name="T9" fmla="*/ 5 h 44"/>
                <a:gd name="T10" fmla="*/ 30 w 37"/>
                <a:gd name="T11" fmla="*/ 22 h 44"/>
                <a:gd name="T12" fmla="*/ 1 w 37"/>
                <a:gd name="T13" fmla="*/ 39 h 44"/>
                <a:gd name="T14" fmla="*/ 1 w 37"/>
                <a:gd name="T15" fmla="*/ 39 h 44"/>
                <a:gd name="T16" fmla="*/ 1 w 37"/>
                <a:gd name="T17" fmla="*/ 39 h 44"/>
                <a:gd name="T18" fmla="*/ 0 w 37"/>
                <a:gd name="T19" fmla="*/ 41 h 44"/>
                <a:gd name="T20" fmla="*/ 4 w 37"/>
                <a:gd name="T21" fmla="*/ 43 h 44"/>
                <a:gd name="T22" fmla="*/ 36 w 37"/>
                <a:gd name="T23" fmla="*/ 24 h 44"/>
                <a:gd name="T24" fmla="*/ 37 w 37"/>
                <a:gd name="T25" fmla="*/ 22 h 44"/>
                <a:gd name="T26" fmla="*/ 36 w 37"/>
                <a:gd name="T27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44">
                  <a:moveTo>
                    <a:pt x="36" y="2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9"/>
                    <a:pt x="0" y="40"/>
                    <a:pt x="0" y="41"/>
                  </a:cubicBezTo>
                  <a:cubicBezTo>
                    <a:pt x="0" y="42"/>
                    <a:pt x="2" y="44"/>
                    <a:pt x="4" y="43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7" y="24"/>
                    <a:pt x="37" y="23"/>
                    <a:pt x="37" y="22"/>
                  </a:cubicBezTo>
                  <a:cubicBezTo>
                    <a:pt x="37" y="21"/>
                    <a:pt x="37" y="20"/>
                    <a:pt x="36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5" name="组合 204"/>
          <p:cNvGrpSpPr/>
          <p:nvPr/>
        </p:nvGrpSpPr>
        <p:grpSpPr>
          <a:xfrm>
            <a:off x="8256590" y="331788"/>
            <a:ext cx="481013" cy="454025"/>
            <a:chOff x="8256590" y="331788"/>
            <a:chExt cx="481013" cy="454025"/>
          </a:xfrm>
          <a:solidFill>
            <a:schemeClr val="accent1"/>
          </a:solidFill>
        </p:grpSpPr>
        <p:sp>
          <p:nvSpPr>
            <p:cNvPr id="167" name="Freeform 167"/>
            <p:cNvSpPr/>
            <p:nvPr/>
          </p:nvSpPr>
          <p:spPr bwMode="auto">
            <a:xfrm>
              <a:off x="8331203" y="331788"/>
              <a:ext cx="406400" cy="327026"/>
            </a:xfrm>
            <a:custGeom>
              <a:avLst/>
              <a:gdLst>
                <a:gd name="T0" fmla="*/ 107 w 108"/>
                <a:gd name="T1" fmla="*/ 1 h 87"/>
                <a:gd name="T2" fmla="*/ 104 w 108"/>
                <a:gd name="T3" fmla="*/ 1 h 87"/>
                <a:gd name="T4" fmla="*/ 23 w 108"/>
                <a:gd name="T5" fmla="*/ 82 h 87"/>
                <a:gd name="T6" fmla="*/ 4 w 108"/>
                <a:gd name="T7" fmla="*/ 63 h 87"/>
                <a:gd name="T8" fmla="*/ 2 w 108"/>
                <a:gd name="T9" fmla="*/ 62 h 87"/>
                <a:gd name="T10" fmla="*/ 1 w 108"/>
                <a:gd name="T11" fmla="*/ 63 h 87"/>
                <a:gd name="T12" fmla="*/ 1 w 108"/>
                <a:gd name="T13" fmla="*/ 66 h 87"/>
                <a:gd name="T14" fmla="*/ 22 w 108"/>
                <a:gd name="T15" fmla="*/ 87 h 87"/>
                <a:gd name="T16" fmla="*/ 23 w 108"/>
                <a:gd name="T17" fmla="*/ 87 h 87"/>
                <a:gd name="T18" fmla="*/ 25 w 108"/>
                <a:gd name="T19" fmla="*/ 87 h 87"/>
                <a:gd name="T20" fmla="*/ 107 w 108"/>
                <a:gd name="T21" fmla="*/ 4 h 87"/>
                <a:gd name="T22" fmla="*/ 107 w 108"/>
                <a:gd name="T23" fmla="*/ 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87">
                  <a:moveTo>
                    <a:pt x="107" y="1"/>
                  </a:moveTo>
                  <a:cubicBezTo>
                    <a:pt x="106" y="0"/>
                    <a:pt x="105" y="0"/>
                    <a:pt x="104" y="1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3" y="62"/>
                    <a:pt x="3" y="62"/>
                    <a:pt x="2" y="62"/>
                  </a:cubicBezTo>
                  <a:cubicBezTo>
                    <a:pt x="2" y="62"/>
                    <a:pt x="1" y="62"/>
                    <a:pt x="1" y="63"/>
                  </a:cubicBezTo>
                  <a:cubicBezTo>
                    <a:pt x="0" y="64"/>
                    <a:pt x="0" y="65"/>
                    <a:pt x="1" y="66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3" y="87"/>
                    <a:pt x="23" y="87"/>
                  </a:cubicBezTo>
                  <a:cubicBezTo>
                    <a:pt x="24" y="87"/>
                    <a:pt x="24" y="87"/>
                    <a:pt x="25" y="8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08" y="2"/>
                    <a:pt x="10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8" name="Freeform 168"/>
            <p:cNvSpPr/>
            <p:nvPr/>
          </p:nvSpPr>
          <p:spPr bwMode="auto">
            <a:xfrm>
              <a:off x="8256590" y="463550"/>
              <a:ext cx="322263" cy="322263"/>
            </a:xfrm>
            <a:custGeom>
              <a:avLst/>
              <a:gdLst>
                <a:gd name="T0" fmla="*/ 84 w 86"/>
                <a:gd name="T1" fmla="*/ 31 h 86"/>
                <a:gd name="T2" fmla="*/ 82 w 86"/>
                <a:gd name="T3" fmla="*/ 33 h 86"/>
                <a:gd name="T4" fmla="*/ 82 w 86"/>
                <a:gd name="T5" fmla="*/ 81 h 86"/>
                <a:gd name="T6" fmla="*/ 5 w 86"/>
                <a:gd name="T7" fmla="*/ 81 h 86"/>
                <a:gd name="T8" fmla="*/ 5 w 86"/>
                <a:gd name="T9" fmla="*/ 4 h 86"/>
                <a:gd name="T10" fmla="*/ 67 w 86"/>
                <a:gd name="T11" fmla="*/ 4 h 86"/>
                <a:gd name="T12" fmla="*/ 70 w 86"/>
                <a:gd name="T13" fmla="*/ 2 h 86"/>
                <a:gd name="T14" fmla="*/ 67 w 86"/>
                <a:gd name="T15" fmla="*/ 0 h 86"/>
                <a:gd name="T16" fmla="*/ 6 w 86"/>
                <a:gd name="T17" fmla="*/ 0 h 86"/>
                <a:gd name="T18" fmla="*/ 0 w 86"/>
                <a:gd name="T19" fmla="*/ 6 h 86"/>
                <a:gd name="T20" fmla="*/ 0 w 86"/>
                <a:gd name="T21" fmla="*/ 80 h 86"/>
                <a:gd name="T22" fmla="*/ 6 w 86"/>
                <a:gd name="T23" fmla="*/ 86 h 86"/>
                <a:gd name="T24" fmla="*/ 80 w 86"/>
                <a:gd name="T25" fmla="*/ 86 h 86"/>
                <a:gd name="T26" fmla="*/ 86 w 86"/>
                <a:gd name="T27" fmla="*/ 80 h 86"/>
                <a:gd name="T28" fmla="*/ 86 w 86"/>
                <a:gd name="T29" fmla="*/ 33 h 86"/>
                <a:gd name="T30" fmla="*/ 84 w 86"/>
                <a:gd name="T31" fmla="*/ 3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6" h="86">
                  <a:moveTo>
                    <a:pt x="84" y="31"/>
                  </a:moveTo>
                  <a:cubicBezTo>
                    <a:pt x="83" y="31"/>
                    <a:pt x="82" y="32"/>
                    <a:pt x="82" y="33"/>
                  </a:cubicBezTo>
                  <a:cubicBezTo>
                    <a:pt x="82" y="81"/>
                    <a:pt x="82" y="81"/>
                    <a:pt x="82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9" y="4"/>
                    <a:pt x="70" y="3"/>
                    <a:pt x="70" y="2"/>
                  </a:cubicBezTo>
                  <a:cubicBezTo>
                    <a:pt x="70" y="1"/>
                    <a:pt x="69" y="0"/>
                    <a:pt x="6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3"/>
                    <a:pt x="3" y="86"/>
                    <a:pt x="6" y="86"/>
                  </a:cubicBezTo>
                  <a:cubicBezTo>
                    <a:pt x="80" y="86"/>
                    <a:pt x="80" y="86"/>
                    <a:pt x="80" y="86"/>
                  </a:cubicBezTo>
                  <a:cubicBezTo>
                    <a:pt x="83" y="86"/>
                    <a:pt x="86" y="83"/>
                    <a:pt x="86" y="80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86" y="32"/>
                    <a:pt x="85" y="31"/>
                    <a:pt x="8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9" name="Freeform 169"/>
          <p:cNvSpPr/>
          <p:nvPr/>
        </p:nvSpPr>
        <p:spPr bwMode="auto">
          <a:xfrm>
            <a:off x="7296152" y="381000"/>
            <a:ext cx="479425" cy="330201"/>
          </a:xfrm>
          <a:custGeom>
            <a:avLst/>
            <a:gdLst>
              <a:gd name="T0" fmla="*/ 127 w 128"/>
              <a:gd name="T1" fmla="*/ 1 h 88"/>
              <a:gd name="T2" fmla="*/ 124 w 128"/>
              <a:gd name="T3" fmla="*/ 1 h 88"/>
              <a:gd name="T4" fmla="*/ 43 w 128"/>
              <a:gd name="T5" fmla="*/ 82 h 88"/>
              <a:gd name="T6" fmla="*/ 4 w 128"/>
              <a:gd name="T7" fmla="*/ 44 h 88"/>
              <a:gd name="T8" fmla="*/ 2 w 128"/>
              <a:gd name="T9" fmla="*/ 43 h 88"/>
              <a:gd name="T10" fmla="*/ 1 w 128"/>
              <a:gd name="T11" fmla="*/ 44 h 88"/>
              <a:gd name="T12" fmla="*/ 0 w 128"/>
              <a:gd name="T13" fmla="*/ 45 h 88"/>
              <a:gd name="T14" fmla="*/ 1 w 128"/>
              <a:gd name="T15" fmla="*/ 47 h 88"/>
              <a:gd name="T16" fmla="*/ 41 w 128"/>
              <a:gd name="T17" fmla="*/ 87 h 88"/>
              <a:gd name="T18" fmla="*/ 44 w 128"/>
              <a:gd name="T19" fmla="*/ 87 h 88"/>
              <a:gd name="T20" fmla="*/ 127 w 128"/>
              <a:gd name="T21" fmla="*/ 4 h 88"/>
              <a:gd name="T22" fmla="*/ 127 w 128"/>
              <a:gd name="T23" fmla="*/ 1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8" h="88">
                <a:moveTo>
                  <a:pt x="127" y="1"/>
                </a:moveTo>
                <a:cubicBezTo>
                  <a:pt x="126" y="0"/>
                  <a:pt x="125" y="0"/>
                  <a:pt x="124" y="1"/>
                </a:cubicBezTo>
                <a:cubicBezTo>
                  <a:pt x="43" y="82"/>
                  <a:pt x="43" y="82"/>
                  <a:pt x="43" y="82"/>
                </a:cubicBezTo>
                <a:cubicBezTo>
                  <a:pt x="4" y="44"/>
                  <a:pt x="4" y="44"/>
                  <a:pt x="4" y="44"/>
                </a:cubicBezTo>
                <a:cubicBezTo>
                  <a:pt x="3" y="43"/>
                  <a:pt x="3" y="43"/>
                  <a:pt x="2" y="43"/>
                </a:cubicBezTo>
                <a:cubicBezTo>
                  <a:pt x="2" y="43"/>
                  <a:pt x="1" y="43"/>
                  <a:pt x="1" y="44"/>
                </a:cubicBezTo>
                <a:cubicBezTo>
                  <a:pt x="0" y="44"/>
                  <a:pt x="0" y="45"/>
                  <a:pt x="0" y="45"/>
                </a:cubicBezTo>
                <a:cubicBezTo>
                  <a:pt x="0" y="46"/>
                  <a:pt x="0" y="46"/>
                  <a:pt x="1" y="47"/>
                </a:cubicBezTo>
                <a:cubicBezTo>
                  <a:pt x="41" y="87"/>
                  <a:pt x="41" y="87"/>
                  <a:pt x="41" y="87"/>
                </a:cubicBezTo>
                <a:cubicBezTo>
                  <a:pt x="42" y="88"/>
                  <a:pt x="43" y="88"/>
                  <a:pt x="44" y="87"/>
                </a:cubicBezTo>
                <a:cubicBezTo>
                  <a:pt x="127" y="4"/>
                  <a:pt x="127" y="4"/>
                  <a:pt x="127" y="4"/>
                </a:cubicBezTo>
                <a:cubicBezTo>
                  <a:pt x="128" y="3"/>
                  <a:pt x="128" y="2"/>
                  <a:pt x="12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0" name="Freeform 170"/>
          <p:cNvSpPr/>
          <p:nvPr/>
        </p:nvSpPr>
        <p:spPr bwMode="auto">
          <a:xfrm>
            <a:off x="6334127" y="304800"/>
            <a:ext cx="481013" cy="481013"/>
          </a:xfrm>
          <a:custGeom>
            <a:avLst/>
            <a:gdLst>
              <a:gd name="T0" fmla="*/ 4 w 128"/>
              <a:gd name="T1" fmla="*/ 127 h 128"/>
              <a:gd name="T2" fmla="*/ 64 w 128"/>
              <a:gd name="T3" fmla="*/ 67 h 128"/>
              <a:gd name="T4" fmla="*/ 124 w 128"/>
              <a:gd name="T5" fmla="*/ 127 h 128"/>
              <a:gd name="T6" fmla="*/ 127 w 128"/>
              <a:gd name="T7" fmla="*/ 127 h 128"/>
              <a:gd name="T8" fmla="*/ 128 w 128"/>
              <a:gd name="T9" fmla="*/ 126 h 128"/>
              <a:gd name="T10" fmla="*/ 127 w 128"/>
              <a:gd name="T11" fmla="*/ 124 h 128"/>
              <a:gd name="T12" fmla="*/ 67 w 128"/>
              <a:gd name="T13" fmla="*/ 64 h 128"/>
              <a:gd name="T14" fmla="*/ 68 w 128"/>
              <a:gd name="T15" fmla="*/ 63 h 128"/>
              <a:gd name="T16" fmla="*/ 127 w 128"/>
              <a:gd name="T17" fmla="*/ 4 h 128"/>
              <a:gd name="T18" fmla="*/ 127 w 128"/>
              <a:gd name="T19" fmla="*/ 1 h 128"/>
              <a:gd name="T20" fmla="*/ 124 w 128"/>
              <a:gd name="T21" fmla="*/ 1 h 128"/>
              <a:gd name="T22" fmla="*/ 64 w 128"/>
              <a:gd name="T23" fmla="*/ 61 h 128"/>
              <a:gd name="T24" fmla="*/ 4 w 128"/>
              <a:gd name="T25" fmla="*/ 1 h 128"/>
              <a:gd name="T26" fmla="*/ 2 w 128"/>
              <a:gd name="T27" fmla="*/ 0 h 128"/>
              <a:gd name="T28" fmla="*/ 1 w 128"/>
              <a:gd name="T29" fmla="*/ 1 h 128"/>
              <a:gd name="T30" fmla="*/ 1 w 128"/>
              <a:gd name="T31" fmla="*/ 4 h 128"/>
              <a:gd name="T32" fmla="*/ 61 w 128"/>
              <a:gd name="T33" fmla="*/ 64 h 128"/>
              <a:gd name="T34" fmla="*/ 60 w 128"/>
              <a:gd name="T35" fmla="*/ 65 h 128"/>
              <a:gd name="T36" fmla="*/ 1 w 128"/>
              <a:gd name="T37" fmla="*/ 124 h 128"/>
              <a:gd name="T38" fmla="*/ 1 w 128"/>
              <a:gd name="T39" fmla="*/ 127 h 128"/>
              <a:gd name="T40" fmla="*/ 4 w 128"/>
              <a:gd name="T41" fmla="*/ 12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4" y="127"/>
                </a:moveTo>
                <a:cubicBezTo>
                  <a:pt x="64" y="67"/>
                  <a:pt x="64" y="67"/>
                  <a:pt x="64" y="67"/>
                </a:cubicBezTo>
                <a:cubicBezTo>
                  <a:pt x="124" y="127"/>
                  <a:pt x="124" y="127"/>
                  <a:pt x="124" y="127"/>
                </a:cubicBezTo>
                <a:cubicBezTo>
                  <a:pt x="125" y="128"/>
                  <a:pt x="126" y="128"/>
                  <a:pt x="127" y="127"/>
                </a:cubicBezTo>
                <a:cubicBezTo>
                  <a:pt x="128" y="127"/>
                  <a:pt x="128" y="126"/>
                  <a:pt x="128" y="126"/>
                </a:cubicBezTo>
                <a:cubicBezTo>
                  <a:pt x="128" y="125"/>
                  <a:pt x="128" y="125"/>
                  <a:pt x="127" y="124"/>
                </a:cubicBezTo>
                <a:cubicBezTo>
                  <a:pt x="67" y="64"/>
                  <a:pt x="67" y="64"/>
                  <a:pt x="67" y="64"/>
                </a:cubicBezTo>
                <a:cubicBezTo>
                  <a:pt x="68" y="63"/>
                  <a:pt x="68" y="63"/>
                  <a:pt x="68" y="63"/>
                </a:cubicBezTo>
                <a:cubicBezTo>
                  <a:pt x="127" y="4"/>
                  <a:pt x="127" y="4"/>
                  <a:pt x="127" y="4"/>
                </a:cubicBezTo>
                <a:cubicBezTo>
                  <a:pt x="128" y="3"/>
                  <a:pt x="128" y="2"/>
                  <a:pt x="127" y="1"/>
                </a:cubicBezTo>
                <a:cubicBezTo>
                  <a:pt x="126" y="0"/>
                  <a:pt x="125" y="0"/>
                  <a:pt x="124" y="1"/>
                </a:cubicBezTo>
                <a:cubicBezTo>
                  <a:pt x="64" y="61"/>
                  <a:pt x="64" y="61"/>
                  <a:pt x="64" y="61"/>
                </a:cubicBezTo>
                <a:cubicBezTo>
                  <a:pt x="4" y="1"/>
                  <a:pt x="4" y="1"/>
                  <a:pt x="4" y="1"/>
                </a:cubicBezTo>
                <a:cubicBezTo>
                  <a:pt x="3" y="0"/>
                  <a:pt x="3" y="0"/>
                  <a:pt x="2" y="0"/>
                </a:cubicBezTo>
                <a:cubicBezTo>
                  <a:pt x="2" y="0"/>
                  <a:pt x="1" y="0"/>
                  <a:pt x="1" y="1"/>
                </a:cubicBezTo>
                <a:cubicBezTo>
                  <a:pt x="0" y="2"/>
                  <a:pt x="0" y="3"/>
                  <a:pt x="1" y="4"/>
                </a:cubicBezTo>
                <a:cubicBezTo>
                  <a:pt x="61" y="64"/>
                  <a:pt x="61" y="64"/>
                  <a:pt x="61" y="64"/>
                </a:cubicBezTo>
                <a:cubicBezTo>
                  <a:pt x="60" y="65"/>
                  <a:pt x="60" y="65"/>
                  <a:pt x="60" y="65"/>
                </a:cubicBezTo>
                <a:cubicBezTo>
                  <a:pt x="1" y="124"/>
                  <a:pt x="1" y="124"/>
                  <a:pt x="1" y="124"/>
                </a:cubicBezTo>
                <a:cubicBezTo>
                  <a:pt x="0" y="125"/>
                  <a:pt x="0" y="126"/>
                  <a:pt x="1" y="127"/>
                </a:cubicBezTo>
                <a:cubicBezTo>
                  <a:pt x="2" y="128"/>
                  <a:pt x="3" y="128"/>
                  <a:pt x="4" y="1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5373689" y="304800"/>
            <a:ext cx="479426" cy="485776"/>
            <a:chOff x="5373689" y="304800"/>
            <a:chExt cx="479426" cy="485776"/>
          </a:xfrm>
          <a:solidFill>
            <a:schemeClr val="accent1"/>
          </a:solidFill>
        </p:grpSpPr>
        <p:sp>
          <p:nvSpPr>
            <p:cNvPr id="171" name="Freeform 171"/>
            <p:cNvSpPr/>
            <p:nvPr/>
          </p:nvSpPr>
          <p:spPr bwMode="auto">
            <a:xfrm>
              <a:off x="5373689" y="304800"/>
              <a:ext cx="479425" cy="481013"/>
            </a:xfrm>
            <a:custGeom>
              <a:avLst/>
              <a:gdLst>
                <a:gd name="T0" fmla="*/ 127 w 128"/>
                <a:gd name="T1" fmla="*/ 1 h 128"/>
                <a:gd name="T2" fmla="*/ 126 w 128"/>
                <a:gd name="T3" fmla="*/ 0 h 128"/>
                <a:gd name="T4" fmla="*/ 124 w 128"/>
                <a:gd name="T5" fmla="*/ 1 h 128"/>
                <a:gd name="T6" fmla="*/ 1 w 128"/>
                <a:gd name="T7" fmla="*/ 124 h 128"/>
                <a:gd name="T8" fmla="*/ 1 w 128"/>
                <a:gd name="T9" fmla="*/ 127 h 128"/>
                <a:gd name="T10" fmla="*/ 2 w 128"/>
                <a:gd name="T11" fmla="*/ 128 h 128"/>
                <a:gd name="T12" fmla="*/ 4 w 128"/>
                <a:gd name="T13" fmla="*/ 127 h 128"/>
                <a:gd name="T14" fmla="*/ 127 w 128"/>
                <a:gd name="T15" fmla="*/ 4 h 128"/>
                <a:gd name="T16" fmla="*/ 127 w 128"/>
                <a:gd name="T17" fmla="*/ 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28">
                  <a:moveTo>
                    <a:pt x="127" y="1"/>
                  </a:moveTo>
                  <a:cubicBezTo>
                    <a:pt x="127" y="0"/>
                    <a:pt x="126" y="0"/>
                    <a:pt x="126" y="0"/>
                  </a:cubicBezTo>
                  <a:cubicBezTo>
                    <a:pt x="125" y="0"/>
                    <a:pt x="125" y="0"/>
                    <a:pt x="124" y="1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0" y="125"/>
                    <a:pt x="0" y="126"/>
                    <a:pt x="1" y="127"/>
                  </a:cubicBezTo>
                  <a:cubicBezTo>
                    <a:pt x="1" y="128"/>
                    <a:pt x="2" y="128"/>
                    <a:pt x="2" y="128"/>
                  </a:cubicBezTo>
                  <a:cubicBezTo>
                    <a:pt x="3" y="128"/>
                    <a:pt x="3" y="128"/>
                    <a:pt x="4" y="127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8" y="3"/>
                    <a:pt x="128" y="2"/>
                    <a:pt x="12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2" name="Freeform 172"/>
            <p:cNvSpPr>
              <a:spLocks noEditPoints="1"/>
            </p:cNvSpPr>
            <p:nvPr/>
          </p:nvSpPr>
          <p:spPr bwMode="auto">
            <a:xfrm>
              <a:off x="5373689" y="304800"/>
              <a:ext cx="184150" cy="188913"/>
            </a:xfrm>
            <a:custGeom>
              <a:avLst/>
              <a:gdLst>
                <a:gd name="T0" fmla="*/ 7 w 49"/>
                <a:gd name="T1" fmla="*/ 42 h 50"/>
                <a:gd name="T2" fmla="*/ 15 w 49"/>
                <a:gd name="T3" fmla="*/ 47 h 50"/>
                <a:gd name="T4" fmla="*/ 34 w 49"/>
                <a:gd name="T5" fmla="*/ 47 h 50"/>
                <a:gd name="T6" fmla="*/ 42 w 49"/>
                <a:gd name="T7" fmla="*/ 42 h 50"/>
                <a:gd name="T8" fmla="*/ 47 w 49"/>
                <a:gd name="T9" fmla="*/ 34 h 50"/>
                <a:gd name="T10" fmla="*/ 49 w 49"/>
                <a:gd name="T11" fmla="*/ 24 h 50"/>
                <a:gd name="T12" fmla="*/ 47 w 49"/>
                <a:gd name="T13" fmla="*/ 15 h 50"/>
                <a:gd name="T14" fmla="*/ 42 w 49"/>
                <a:gd name="T15" fmla="*/ 7 h 50"/>
                <a:gd name="T16" fmla="*/ 34 w 49"/>
                <a:gd name="T17" fmla="*/ 2 h 50"/>
                <a:gd name="T18" fmla="*/ 25 w 49"/>
                <a:gd name="T19" fmla="*/ 0 h 50"/>
                <a:gd name="T20" fmla="*/ 15 w 49"/>
                <a:gd name="T21" fmla="*/ 2 h 50"/>
                <a:gd name="T22" fmla="*/ 7 w 49"/>
                <a:gd name="T23" fmla="*/ 7 h 50"/>
                <a:gd name="T24" fmla="*/ 2 w 49"/>
                <a:gd name="T25" fmla="*/ 15 h 50"/>
                <a:gd name="T26" fmla="*/ 0 w 49"/>
                <a:gd name="T27" fmla="*/ 24 h 50"/>
                <a:gd name="T28" fmla="*/ 2 w 49"/>
                <a:gd name="T29" fmla="*/ 34 h 50"/>
                <a:gd name="T30" fmla="*/ 7 w 49"/>
                <a:gd name="T31" fmla="*/ 42 h 50"/>
                <a:gd name="T32" fmla="*/ 25 w 49"/>
                <a:gd name="T33" fmla="*/ 5 h 50"/>
                <a:gd name="T34" fmla="*/ 45 w 49"/>
                <a:gd name="T35" fmla="*/ 24 h 50"/>
                <a:gd name="T36" fmla="*/ 25 w 49"/>
                <a:gd name="T37" fmla="*/ 44 h 50"/>
                <a:gd name="T38" fmla="*/ 5 w 49"/>
                <a:gd name="T39" fmla="*/ 24 h 50"/>
                <a:gd name="T40" fmla="*/ 25 w 49"/>
                <a:gd name="T41" fmla="*/ 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50">
                  <a:moveTo>
                    <a:pt x="7" y="42"/>
                  </a:moveTo>
                  <a:cubicBezTo>
                    <a:pt x="9" y="44"/>
                    <a:pt x="12" y="46"/>
                    <a:pt x="15" y="47"/>
                  </a:cubicBezTo>
                  <a:cubicBezTo>
                    <a:pt x="21" y="50"/>
                    <a:pt x="28" y="50"/>
                    <a:pt x="34" y="47"/>
                  </a:cubicBezTo>
                  <a:cubicBezTo>
                    <a:pt x="37" y="46"/>
                    <a:pt x="40" y="44"/>
                    <a:pt x="42" y="42"/>
                  </a:cubicBezTo>
                  <a:cubicBezTo>
                    <a:pt x="44" y="40"/>
                    <a:pt x="46" y="37"/>
                    <a:pt x="47" y="34"/>
                  </a:cubicBezTo>
                  <a:cubicBezTo>
                    <a:pt x="48" y="31"/>
                    <a:pt x="49" y="28"/>
                    <a:pt x="49" y="24"/>
                  </a:cubicBezTo>
                  <a:cubicBezTo>
                    <a:pt x="49" y="21"/>
                    <a:pt x="48" y="18"/>
                    <a:pt x="47" y="15"/>
                  </a:cubicBezTo>
                  <a:cubicBezTo>
                    <a:pt x="46" y="12"/>
                    <a:pt x="44" y="9"/>
                    <a:pt x="42" y="7"/>
                  </a:cubicBezTo>
                  <a:cubicBezTo>
                    <a:pt x="40" y="5"/>
                    <a:pt x="37" y="3"/>
                    <a:pt x="34" y="2"/>
                  </a:cubicBezTo>
                  <a:cubicBezTo>
                    <a:pt x="31" y="1"/>
                    <a:pt x="28" y="0"/>
                    <a:pt x="25" y="0"/>
                  </a:cubicBezTo>
                  <a:cubicBezTo>
                    <a:pt x="21" y="0"/>
                    <a:pt x="18" y="1"/>
                    <a:pt x="15" y="2"/>
                  </a:cubicBezTo>
                  <a:cubicBezTo>
                    <a:pt x="12" y="3"/>
                    <a:pt x="9" y="5"/>
                    <a:pt x="7" y="7"/>
                  </a:cubicBezTo>
                  <a:cubicBezTo>
                    <a:pt x="5" y="9"/>
                    <a:pt x="3" y="12"/>
                    <a:pt x="2" y="15"/>
                  </a:cubicBezTo>
                  <a:cubicBezTo>
                    <a:pt x="1" y="18"/>
                    <a:pt x="0" y="21"/>
                    <a:pt x="0" y="24"/>
                  </a:cubicBezTo>
                  <a:cubicBezTo>
                    <a:pt x="0" y="28"/>
                    <a:pt x="1" y="31"/>
                    <a:pt x="2" y="34"/>
                  </a:cubicBezTo>
                  <a:cubicBezTo>
                    <a:pt x="3" y="37"/>
                    <a:pt x="5" y="40"/>
                    <a:pt x="7" y="42"/>
                  </a:cubicBezTo>
                  <a:close/>
                  <a:moveTo>
                    <a:pt x="25" y="5"/>
                  </a:moveTo>
                  <a:cubicBezTo>
                    <a:pt x="36" y="5"/>
                    <a:pt x="45" y="13"/>
                    <a:pt x="45" y="24"/>
                  </a:cubicBezTo>
                  <a:cubicBezTo>
                    <a:pt x="45" y="36"/>
                    <a:pt x="36" y="44"/>
                    <a:pt x="25" y="44"/>
                  </a:cubicBezTo>
                  <a:cubicBezTo>
                    <a:pt x="14" y="44"/>
                    <a:pt x="5" y="36"/>
                    <a:pt x="5" y="24"/>
                  </a:cubicBezTo>
                  <a:cubicBezTo>
                    <a:pt x="5" y="13"/>
                    <a:pt x="14" y="5"/>
                    <a:pt x="2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3" name="Freeform 173"/>
            <p:cNvSpPr>
              <a:spLocks noEditPoints="1"/>
            </p:cNvSpPr>
            <p:nvPr/>
          </p:nvSpPr>
          <p:spPr bwMode="auto">
            <a:xfrm>
              <a:off x="5670552" y="601663"/>
              <a:ext cx="182563" cy="188913"/>
            </a:xfrm>
            <a:custGeom>
              <a:avLst/>
              <a:gdLst>
                <a:gd name="T0" fmla="*/ 47 w 49"/>
                <a:gd name="T1" fmla="*/ 15 h 50"/>
                <a:gd name="T2" fmla="*/ 42 w 49"/>
                <a:gd name="T3" fmla="*/ 7 h 50"/>
                <a:gd name="T4" fmla="*/ 34 w 49"/>
                <a:gd name="T5" fmla="*/ 2 h 50"/>
                <a:gd name="T6" fmla="*/ 24 w 49"/>
                <a:gd name="T7" fmla="*/ 0 h 50"/>
                <a:gd name="T8" fmla="*/ 15 w 49"/>
                <a:gd name="T9" fmla="*/ 2 h 50"/>
                <a:gd name="T10" fmla="*/ 7 w 49"/>
                <a:gd name="T11" fmla="*/ 7 h 50"/>
                <a:gd name="T12" fmla="*/ 2 w 49"/>
                <a:gd name="T13" fmla="*/ 15 h 50"/>
                <a:gd name="T14" fmla="*/ 0 w 49"/>
                <a:gd name="T15" fmla="*/ 24 h 50"/>
                <a:gd name="T16" fmla="*/ 2 w 49"/>
                <a:gd name="T17" fmla="*/ 34 h 50"/>
                <a:gd name="T18" fmla="*/ 7 w 49"/>
                <a:gd name="T19" fmla="*/ 42 h 50"/>
                <a:gd name="T20" fmla="*/ 15 w 49"/>
                <a:gd name="T21" fmla="*/ 47 h 50"/>
                <a:gd name="T22" fmla="*/ 34 w 49"/>
                <a:gd name="T23" fmla="*/ 47 h 50"/>
                <a:gd name="T24" fmla="*/ 42 w 49"/>
                <a:gd name="T25" fmla="*/ 42 h 50"/>
                <a:gd name="T26" fmla="*/ 47 w 49"/>
                <a:gd name="T27" fmla="*/ 34 h 50"/>
                <a:gd name="T28" fmla="*/ 49 w 49"/>
                <a:gd name="T29" fmla="*/ 24 h 50"/>
                <a:gd name="T30" fmla="*/ 47 w 49"/>
                <a:gd name="T31" fmla="*/ 15 h 50"/>
                <a:gd name="T32" fmla="*/ 24 w 49"/>
                <a:gd name="T33" fmla="*/ 44 h 50"/>
                <a:gd name="T34" fmla="*/ 4 w 49"/>
                <a:gd name="T35" fmla="*/ 24 h 50"/>
                <a:gd name="T36" fmla="*/ 24 w 49"/>
                <a:gd name="T37" fmla="*/ 4 h 50"/>
                <a:gd name="T38" fmla="*/ 44 w 49"/>
                <a:gd name="T39" fmla="*/ 24 h 50"/>
                <a:gd name="T40" fmla="*/ 24 w 49"/>
                <a:gd name="T41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50">
                  <a:moveTo>
                    <a:pt x="47" y="15"/>
                  </a:moveTo>
                  <a:cubicBezTo>
                    <a:pt x="46" y="12"/>
                    <a:pt x="44" y="9"/>
                    <a:pt x="42" y="7"/>
                  </a:cubicBezTo>
                  <a:cubicBezTo>
                    <a:pt x="40" y="5"/>
                    <a:pt x="37" y="3"/>
                    <a:pt x="34" y="2"/>
                  </a:cubicBezTo>
                  <a:cubicBezTo>
                    <a:pt x="31" y="1"/>
                    <a:pt x="28" y="0"/>
                    <a:pt x="24" y="0"/>
                  </a:cubicBezTo>
                  <a:cubicBezTo>
                    <a:pt x="21" y="0"/>
                    <a:pt x="18" y="1"/>
                    <a:pt x="15" y="2"/>
                  </a:cubicBezTo>
                  <a:cubicBezTo>
                    <a:pt x="12" y="3"/>
                    <a:pt x="9" y="5"/>
                    <a:pt x="7" y="7"/>
                  </a:cubicBezTo>
                  <a:cubicBezTo>
                    <a:pt x="5" y="9"/>
                    <a:pt x="3" y="12"/>
                    <a:pt x="2" y="15"/>
                  </a:cubicBezTo>
                  <a:cubicBezTo>
                    <a:pt x="1" y="18"/>
                    <a:pt x="0" y="21"/>
                    <a:pt x="0" y="24"/>
                  </a:cubicBezTo>
                  <a:cubicBezTo>
                    <a:pt x="0" y="28"/>
                    <a:pt x="1" y="31"/>
                    <a:pt x="2" y="34"/>
                  </a:cubicBezTo>
                  <a:cubicBezTo>
                    <a:pt x="3" y="37"/>
                    <a:pt x="5" y="40"/>
                    <a:pt x="7" y="42"/>
                  </a:cubicBezTo>
                  <a:cubicBezTo>
                    <a:pt x="9" y="44"/>
                    <a:pt x="12" y="46"/>
                    <a:pt x="15" y="47"/>
                  </a:cubicBezTo>
                  <a:cubicBezTo>
                    <a:pt x="21" y="50"/>
                    <a:pt x="28" y="50"/>
                    <a:pt x="34" y="47"/>
                  </a:cubicBezTo>
                  <a:cubicBezTo>
                    <a:pt x="37" y="46"/>
                    <a:pt x="40" y="44"/>
                    <a:pt x="42" y="42"/>
                  </a:cubicBezTo>
                  <a:cubicBezTo>
                    <a:pt x="44" y="40"/>
                    <a:pt x="46" y="37"/>
                    <a:pt x="47" y="34"/>
                  </a:cubicBezTo>
                  <a:cubicBezTo>
                    <a:pt x="48" y="31"/>
                    <a:pt x="49" y="28"/>
                    <a:pt x="49" y="24"/>
                  </a:cubicBezTo>
                  <a:cubicBezTo>
                    <a:pt x="49" y="21"/>
                    <a:pt x="48" y="18"/>
                    <a:pt x="47" y="15"/>
                  </a:cubicBezTo>
                  <a:close/>
                  <a:moveTo>
                    <a:pt x="24" y="44"/>
                  </a:moveTo>
                  <a:cubicBezTo>
                    <a:pt x="13" y="44"/>
                    <a:pt x="4" y="3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35" y="4"/>
                    <a:pt x="44" y="13"/>
                    <a:pt x="44" y="24"/>
                  </a:cubicBezTo>
                  <a:cubicBezTo>
                    <a:pt x="44" y="35"/>
                    <a:pt x="35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4411664" y="439738"/>
            <a:ext cx="481013" cy="211138"/>
            <a:chOff x="4411664" y="439738"/>
            <a:chExt cx="481013" cy="211138"/>
          </a:xfrm>
          <a:solidFill>
            <a:schemeClr val="accent1"/>
          </a:solidFill>
        </p:grpSpPr>
        <p:sp>
          <p:nvSpPr>
            <p:cNvPr id="174" name="Freeform 174"/>
            <p:cNvSpPr/>
            <p:nvPr/>
          </p:nvSpPr>
          <p:spPr bwMode="auto">
            <a:xfrm>
              <a:off x="4411664" y="439738"/>
              <a:ext cx="481013" cy="15875"/>
            </a:xfrm>
            <a:custGeom>
              <a:avLst/>
              <a:gdLst>
                <a:gd name="T0" fmla="*/ 2 w 128"/>
                <a:gd name="T1" fmla="*/ 4 h 4"/>
                <a:gd name="T2" fmla="*/ 126 w 128"/>
                <a:gd name="T3" fmla="*/ 4 h 4"/>
                <a:gd name="T4" fmla="*/ 128 w 128"/>
                <a:gd name="T5" fmla="*/ 2 h 4"/>
                <a:gd name="T6" fmla="*/ 126 w 128"/>
                <a:gd name="T7" fmla="*/ 0 h 4"/>
                <a:gd name="T8" fmla="*/ 2 w 128"/>
                <a:gd name="T9" fmla="*/ 0 h 4"/>
                <a:gd name="T10" fmla="*/ 0 w 128"/>
                <a:gd name="T11" fmla="*/ 2 h 4"/>
                <a:gd name="T12" fmla="*/ 2 w 128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4">
                  <a:moveTo>
                    <a:pt x="2" y="4"/>
                  </a:moveTo>
                  <a:cubicBezTo>
                    <a:pt x="126" y="4"/>
                    <a:pt x="126" y="4"/>
                    <a:pt x="126" y="4"/>
                  </a:cubicBezTo>
                  <a:cubicBezTo>
                    <a:pt x="127" y="4"/>
                    <a:pt x="128" y="3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5" name="Freeform 175"/>
            <p:cNvSpPr/>
            <p:nvPr/>
          </p:nvSpPr>
          <p:spPr bwMode="auto">
            <a:xfrm>
              <a:off x="4411664" y="636588"/>
              <a:ext cx="481013" cy="14288"/>
            </a:xfrm>
            <a:custGeom>
              <a:avLst/>
              <a:gdLst>
                <a:gd name="T0" fmla="*/ 126 w 128"/>
                <a:gd name="T1" fmla="*/ 0 h 4"/>
                <a:gd name="T2" fmla="*/ 2 w 128"/>
                <a:gd name="T3" fmla="*/ 0 h 4"/>
                <a:gd name="T4" fmla="*/ 0 w 128"/>
                <a:gd name="T5" fmla="*/ 2 h 4"/>
                <a:gd name="T6" fmla="*/ 2 w 128"/>
                <a:gd name="T7" fmla="*/ 4 h 4"/>
                <a:gd name="T8" fmla="*/ 126 w 128"/>
                <a:gd name="T9" fmla="*/ 4 h 4"/>
                <a:gd name="T10" fmla="*/ 128 w 128"/>
                <a:gd name="T11" fmla="*/ 2 h 4"/>
                <a:gd name="T12" fmla="*/ 126 w 12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4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7" y="4"/>
                    <a:pt x="128" y="3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3451226" y="331788"/>
            <a:ext cx="481013" cy="428626"/>
            <a:chOff x="3451226" y="331788"/>
            <a:chExt cx="481013" cy="428626"/>
          </a:xfrm>
          <a:solidFill>
            <a:schemeClr val="accent1"/>
          </a:solidFill>
        </p:grpSpPr>
        <p:sp>
          <p:nvSpPr>
            <p:cNvPr id="176" name="Freeform 176"/>
            <p:cNvSpPr/>
            <p:nvPr/>
          </p:nvSpPr>
          <p:spPr bwMode="auto">
            <a:xfrm>
              <a:off x="3451226" y="538163"/>
              <a:ext cx="481013" cy="14288"/>
            </a:xfrm>
            <a:custGeom>
              <a:avLst/>
              <a:gdLst>
                <a:gd name="T0" fmla="*/ 126 w 128"/>
                <a:gd name="T1" fmla="*/ 0 h 4"/>
                <a:gd name="T2" fmla="*/ 2 w 128"/>
                <a:gd name="T3" fmla="*/ 0 h 4"/>
                <a:gd name="T4" fmla="*/ 0 w 128"/>
                <a:gd name="T5" fmla="*/ 2 h 4"/>
                <a:gd name="T6" fmla="*/ 2 w 128"/>
                <a:gd name="T7" fmla="*/ 4 h 4"/>
                <a:gd name="T8" fmla="*/ 126 w 128"/>
                <a:gd name="T9" fmla="*/ 4 h 4"/>
                <a:gd name="T10" fmla="*/ 128 w 128"/>
                <a:gd name="T11" fmla="*/ 2 h 4"/>
                <a:gd name="T12" fmla="*/ 126 w 12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4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7" y="4"/>
                    <a:pt x="128" y="3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7" name="Oval 177"/>
            <p:cNvSpPr>
              <a:spLocks noChangeArrowheads="1"/>
            </p:cNvSpPr>
            <p:nvPr/>
          </p:nvSpPr>
          <p:spPr bwMode="auto">
            <a:xfrm>
              <a:off x="3676651" y="331788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8" name="Oval 178"/>
            <p:cNvSpPr>
              <a:spLocks noChangeArrowheads="1"/>
            </p:cNvSpPr>
            <p:nvPr/>
          </p:nvSpPr>
          <p:spPr bwMode="auto">
            <a:xfrm>
              <a:off x="3676651" y="730251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9" name="Freeform 179"/>
          <p:cNvSpPr/>
          <p:nvPr/>
        </p:nvSpPr>
        <p:spPr bwMode="auto">
          <a:xfrm>
            <a:off x="2519363" y="304800"/>
            <a:ext cx="420688" cy="481013"/>
          </a:xfrm>
          <a:custGeom>
            <a:avLst/>
            <a:gdLst>
              <a:gd name="T0" fmla="*/ 111 w 112"/>
              <a:gd name="T1" fmla="*/ 96 h 128"/>
              <a:gd name="T2" fmla="*/ 112 w 112"/>
              <a:gd name="T3" fmla="*/ 94 h 128"/>
              <a:gd name="T4" fmla="*/ 111 w 112"/>
              <a:gd name="T5" fmla="*/ 93 h 128"/>
              <a:gd name="T6" fmla="*/ 61 w 112"/>
              <a:gd name="T7" fmla="*/ 64 h 128"/>
              <a:gd name="T8" fmla="*/ 111 w 112"/>
              <a:gd name="T9" fmla="*/ 35 h 128"/>
              <a:gd name="T10" fmla="*/ 111 w 112"/>
              <a:gd name="T11" fmla="*/ 32 h 128"/>
              <a:gd name="T12" fmla="*/ 108 w 112"/>
              <a:gd name="T13" fmla="*/ 31 h 128"/>
              <a:gd name="T14" fmla="*/ 58 w 112"/>
              <a:gd name="T15" fmla="*/ 60 h 128"/>
              <a:gd name="T16" fmla="*/ 58 w 112"/>
              <a:gd name="T17" fmla="*/ 2 h 128"/>
              <a:gd name="T18" fmla="*/ 56 w 112"/>
              <a:gd name="T19" fmla="*/ 0 h 128"/>
              <a:gd name="T20" fmla="*/ 54 w 112"/>
              <a:gd name="T21" fmla="*/ 2 h 128"/>
              <a:gd name="T22" fmla="*/ 54 w 112"/>
              <a:gd name="T23" fmla="*/ 60 h 128"/>
              <a:gd name="T24" fmla="*/ 4 w 112"/>
              <a:gd name="T25" fmla="*/ 31 h 128"/>
              <a:gd name="T26" fmla="*/ 1 w 112"/>
              <a:gd name="T27" fmla="*/ 32 h 128"/>
              <a:gd name="T28" fmla="*/ 1 w 112"/>
              <a:gd name="T29" fmla="*/ 35 h 128"/>
              <a:gd name="T30" fmla="*/ 51 w 112"/>
              <a:gd name="T31" fmla="*/ 64 h 128"/>
              <a:gd name="T32" fmla="*/ 1 w 112"/>
              <a:gd name="T33" fmla="*/ 93 h 128"/>
              <a:gd name="T34" fmla="*/ 0 w 112"/>
              <a:gd name="T35" fmla="*/ 94 h 128"/>
              <a:gd name="T36" fmla="*/ 1 w 112"/>
              <a:gd name="T37" fmla="*/ 96 h 128"/>
              <a:gd name="T38" fmla="*/ 4 w 112"/>
              <a:gd name="T39" fmla="*/ 97 h 128"/>
              <a:gd name="T40" fmla="*/ 54 w 112"/>
              <a:gd name="T41" fmla="*/ 68 h 128"/>
              <a:gd name="T42" fmla="*/ 54 w 112"/>
              <a:gd name="T43" fmla="*/ 126 h 128"/>
              <a:gd name="T44" fmla="*/ 56 w 112"/>
              <a:gd name="T45" fmla="*/ 128 h 128"/>
              <a:gd name="T46" fmla="*/ 58 w 112"/>
              <a:gd name="T47" fmla="*/ 126 h 128"/>
              <a:gd name="T48" fmla="*/ 58 w 112"/>
              <a:gd name="T49" fmla="*/ 68 h 128"/>
              <a:gd name="T50" fmla="*/ 108 w 112"/>
              <a:gd name="T51" fmla="*/ 97 h 128"/>
              <a:gd name="T52" fmla="*/ 111 w 112"/>
              <a:gd name="T53" fmla="*/ 9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2" h="128">
                <a:moveTo>
                  <a:pt x="111" y="96"/>
                </a:moveTo>
                <a:cubicBezTo>
                  <a:pt x="112" y="95"/>
                  <a:pt x="112" y="95"/>
                  <a:pt x="112" y="94"/>
                </a:cubicBezTo>
                <a:cubicBezTo>
                  <a:pt x="111" y="94"/>
                  <a:pt x="111" y="93"/>
                  <a:pt x="111" y="93"/>
                </a:cubicBezTo>
                <a:cubicBezTo>
                  <a:pt x="61" y="64"/>
                  <a:pt x="61" y="64"/>
                  <a:pt x="61" y="64"/>
                </a:cubicBezTo>
                <a:cubicBezTo>
                  <a:pt x="111" y="35"/>
                  <a:pt x="111" y="35"/>
                  <a:pt x="111" y="35"/>
                </a:cubicBezTo>
                <a:cubicBezTo>
                  <a:pt x="112" y="34"/>
                  <a:pt x="112" y="33"/>
                  <a:pt x="111" y="32"/>
                </a:cubicBezTo>
                <a:cubicBezTo>
                  <a:pt x="111" y="31"/>
                  <a:pt x="109" y="31"/>
                  <a:pt x="108" y="31"/>
                </a:cubicBezTo>
                <a:cubicBezTo>
                  <a:pt x="58" y="60"/>
                  <a:pt x="58" y="60"/>
                  <a:pt x="58" y="60"/>
                </a:cubicBezTo>
                <a:cubicBezTo>
                  <a:pt x="58" y="2"/>
                  <a:pt x="58" y="2"/>
                  <a:pt x="58" y="2"/>
                </a:cubicBezTo>
                <a:cubicBezTo>
                  <a:pt x="58" y="1"/>
                  <a:pt x="57" y="0"/>
                  <a:pt x="56" y="0"/>
                </a:cubicBezTo>
                <a:cubicBezTo>
                  <a:pt x="55" y="0"/>
                  <a:pt x="54" y="1"/>
                  <a:pt x="54" y="2"/>
                </a:cubicBezTo>
                <a:cubicBezTo>
                  <a:pt x="54" y="60"/>
                  <a:pt x="54" y="60"/>
                  <a:pt x="54" y="60"/>
                </a:cubicBezTo>
                <a:cubicBezTo>
                  <a:pt x="4" y="31"/>
                  <a:pt x="4" y="31"/>
                  <a:pt x="4" y="31"/>
                </a:cubicBezTo>
                <a:cubicBezTo>
                  <a:pt x="3" y="31"/>
                  <a:pt x="1" y="31"/>
                  <a:pt x="1" y="32"/>
                </a:cubicBezTo>
                <a:cubicBezTo>
                  <a:pt x="0" y="33"/>
                  <a:pt x="0" y="34"/>
                  <a:pt x="1" y="35"/>
                </a:cubicBezTo>
                <a:cubicBezTo>
                  <a:pt x="51" y="64"/>
                  <a:pt x="51" y="64"/>
                  <a:pt x="51" y="64"/>
                </a:cubicBezTo>
                <a:cubicBezTo>
                  <a:pt x="1" y="93"/>
                  <a:pt x="1" y="93"/>
                  <a:pt x="1" y="93"/>
                </a:cubicBezTo>
                <a:cubicBezTo>
                  <a:pt x="1" y="93"/>
                  <a:pt x="1" y="94"/>
                  <a:pt x="0" y="94"/>
                </a:cubicBezTo>
                <a:cubicBezTo>
                  <a:pt x="0" y="95"/>
                  <a:pt x="0" y="95"/>
                  <a:pt x="1" y="96"/>
                </a:cubicBezTo>
                <a:cubicBezTo>
                  <a:pt x="1" y="97"/>
                  <a:pt x="3" y="97"/>
                  <a:pt x="4" y="97"/>
                </a:cubicBezTo>
                <a:cubicBezTo>
                  <a:pt x="54" y="68"/>
                  <a:pt x="54" y="68"/>
                  <a:pt x="54" y="68"/>
                </a:cubicBezTo>
                <a:cubicBezTo>
                  <a:pt x="54" y="126"/>
                  <a:pt x="54" y="126"/>
                  <a:pt x="54" y="126"/>
                </a:cubicBezTo>
                <a:cubicBezTo>
                  <a:pt x="54" y="127"/>
                  <a:pt x="55" y="128"/>
                  <a:pt x="56" y="128"/>
                </a:cubicBezTo>
                <a:cubicBezTo>
                  <a:pt x="57" y="128"/>
                  <a:pt x="58" y="127"/>
                  <a:pt x="58" y="126"/>
                </a:cubicBezTo>
                <a:cubicBezTo>
                  <a:pt x="58" y="68"/>
                  <a:pt x="58" y="68"/>
                  <a:pt x="58" y="68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09" y="97"/>
                  <a:pt x="111" y="97"/>
                  <a:pt x="111" y="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0" name="Freeform 180"/>
          <p:cNvSpPr/>
          <p:nvPr/>
        </p:nvSpPr>
        <p:spPr bwMode="auto">
          <a:xfrm>
            <a:off x="1528763" y="538163"/>
            <a:ext cx="481013" cy="14288"/>
          </a:xfrm>
          <a:custGeom>
            <a:avLst/>
            <a:gdLst>
              <a:gd name="T0" fmla="*/ 126 w 128"/>
              <a:gd name="T1" fmla="*/ 0 h 4"/>
              <a:gd name="T2" fmla="*/ 2 w 128"/>
              <a:gd name="T3" fmla="*/ 0 h 4"/>
              <a:gd name="T4" fmla="*/ 0 w 128"/>
              <a:gd name="T5" fmla="*/ 2 h 4"/>
              <a:gd name="T6" fmla="*/ 2 w 128"/>
              <a:gd name="T7" fmla="*/ 4 h 4"/>
              <a:gd name="T8" fmla="*/ 126 w 128"/>
              <a:gd name="T9" fmla="*/ 4 h 4"/>
              <a:gd name="T10" fmla="*/ 128 w 128"/>
              <a:gd name="T11" fmla="*/ 2 h 4"/>
              <a:gd name="T12" fmla="*/ 126 w 128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4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7" y="4"/>
                  <a:pt x="128" y="3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1" name="Freeform 181"/>
          <p:cNvSpPr/>
          <p:nvPr/>
        </p:nvSpPr>
        <p:spPr bwMode="auto">
          <a:xfrm>
            <a:off x="568325" y="304800"/>
            <a:ext cx="479425" cy="481013"/>
          </a:xfrm>
          <a:custGeom>
            <a:avLst/>
            <a:gdLst>
              <a:gd name="T0" fmla="*/ 126 w 128"/>
              <a:gd name="T1" fmla="*/ 62 h 128"/>
              <a:gd name="T2" fmla="*/ 66 w 128"/>
              <a:gd name="T3" fmla="*/ 62 h 128"/>
              <a:gd name="T4" fmla="*/ 66 w 128"/>
              <a:gd name="T5" fmla="*/ 2 h 128"/>
              <a:gd name="T6" fmla="*/ 64 w 128"/>
              <a:gd name="T7" fmla="*/ 0 h 128"/>
              <a:gd name="T8" fmla="*/ 62 w 128"/>
              <a:gd name="T9" fmla="*/ 2 h 128"/>
              <a:gd name="T10" fmla="*/ 62 w 128"/>
              <a:gd name="T11" fmla="*/ 62 h 128"/>
              <a:gd name="T12" fmla="*/ 2 w 128"/>
              <a:gd name="T13" fmla="*/ 62 h 128"/>
              <a:gd name="T14" fmla="*/ 0 w 128"/>
              <a:gd name="T15" fmla="*/ 64 h 128"/>
              <a:gd name="T16" fmla="*/ 2 w 128"/>
              <a:gd name="T17" fmla="*/ 66 h 128"/>
              <a:gd name="T18" fmla="*/ 62 w 128"/>
              <a:gd name="T19" fmla="*/ 66 h 128"/>
              <a:gd name="T20" fmla="*/ 62 w 128"/>
              <a:gd name="T21" fmla="*/ 126 h 128"/>
              <a:gd name="T22" fmla="*/ 64 w 128"/>
              <a:gd name="T23" fmla="*/ 128 h 128"/>
              <a:gd name="T24" fmla="*/ 66 w 128"/>
              <a:gd name="T25" fmla="*/ 126 h 128"/>
              <a:gd name="T26" fmla="*/ 66 w 128"/>
              <a:gd name="T27" fmla="*/ 66 h 128"/>
              <a:gd name="T28" fmla="*/ 126 w 128"/>
              <a:gd name="T29" fmla="*/ 66 h 128"/>
              <a:gd name="T30" fmla="*/ 128 w 128"/>
              <a:gd name="T31" fmla="*/ 64 h 128"/>
              <a:gd name="T32" fmla="*/ 126 w 128"/>
              <a:gd name="T33" fmla="*/ 6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8" h="128">
                <a:moveTo>
                  <a:pt x="126" y="62"/>
                </a:moveTo>
                <a:cubicBezTo>
                  <a:pt x="66" y="62"/>
                  <a:pt x="66" y="62"/>
                  <a:pt x="66" y="62"/>
                </a:cubicBezTo>
                <a:cubicBezTo>
                  <a:pt x="66" y="2"/>
                  <a:pt x="66" y="2"/>
                  <a:pt x="66" y="2"/>
                </a:cubicBezTo>
                <a:cubicBezTo>
                  <a:pt x="66" y="1"/>
                  <a:pt x="65" y="0"/>
                  <a:pt x="64" y="0"/>
                </a:cubicBezTo>
                <a:cubicBezTo>
                  <a:pt x="63" y="0"/>
                  <a:pt x="62" y="1"/>
                  <a:pt x="62" y="2"/>
                </a:cubicBezTo>
                <a:cubicBezTo>
                  <a:pt x="62" y="62"/>
                  <a:pt x="62" y="62"/>
                  <a:pt x="62" y="62"/>
                </a:cubicBezTo>
                <a:cubicBezTo>
                  <a:pt x="2" y="62"/>
                  <a:pt x="2" y="62"/>
                  <a:pt x="2" y="62"/>
                </a:cubicBezTo>
                <a:cubicBezTo>
                  <a:pt x="1" y="62"/>
                  <a:pt x="0" y="63"/>
                  <a:pt x="0" y="64"/>
                </a:cubicBezTo>
                <a:cubicBezTo>
                  <a:pt x="0" y="65"/>
                  <a:pt x="1" y="66"/>
                  <a:pt x="2" y="66"/>
                </a:cubicBezTo>
                <a:cubicBezTo>
                  <a:pt x="62" y="66"/>
                  <a:pt x="62" y="66"/>
                  <a:pt x="62" y="66"/>
                </a:cubicBezTo>
                <a:cubicBezTo>
                  <a:pt x="62" y="126"/>
                  <a:pt x="62" y="126"/>
                  <a:pt x="62" y="126"/>
                </a:cubicBezTo>
                <a:cubicBezTo>
                  <a:pt x="62" y="127"/>
                  <a:pt x="63" y="128"/>
                  <a:pt x="64" y="128"/>
                </a:cubicBezTo>
                <a:cubicBezTo>
                  <a:pt x="65" y="128"/>
                  <a:pt x="66" y="127"/>
                  <a:pt x="66" y="126"/>
                </a:cubicBezTo>
                <a:cubicBezTo>
                  <a:pt x="66" y="66"/>
                  <a:pt x="66" y="66"/>
                  <a:pt x="66" y="66"/>
                </a:cubicBezTo>
                <a:cubicBezTo>
                  <a:pt x="126" y="66"/>
                  <a:pt x="126" y="66"/>
                  <a:pt x="126" y="66"/>
                </a:cubicBezTo>
                <a:cubicBezTo>
                  <a:pt x="127" y="66"/>
                  <a:pt x="128" y="65"/>
                  <a:pt x="128" y="64"/>
                </a:cubicBezTo>
                <a:cubicBezTo>
                  <a:pt x="128" y="63"/>
                  <a:pt x="127" y="62"/>
                  <a:pt x="126" y="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5"/>
          <p:cNvSpPr>
            <a:spLocks noEditPoints="1"/>
          </p:cNvSpPr>
          <p:nvPr/>
        </p:nvSpPr>
        <p:spPr bwMode="auto">
          <a:xfrm>
            <a:off x="11215688" y="6072188"/>
            <a:ext cx="330200" cy="481013"/>
          </a:xfrm>
          <a:custGeom>
            <a:avLst/>
            <a:gdLst>
              <a:gd name="T0" fmla="*/ 82 w 88"/>
              <a:gd name="T1" fmla="*/ 0 h 128"/>
              <a:gd name="T2" fmla="*/ 6 w 88"/>
              <a:gd name="T3" fmla="*/ 0 h 128"/>
              <a:gd name="T4" fmla="*/ 0 w 88"/>
              <a:gd name="T5" fmla="*/ 6 h 128"/>
              <a:gd name="T6" fmla="*/ 0 w 88"/>
              <a:gd name="T7" fmla="*/ 122 h 128"/>
              <a:gd name="T8" fmla="*/ 6 w 88"/>
              <a:gd name="T9" fmla="*/ 128 h 128"/>
              <a:gd name="T10" fmla="*/ 82 w 88"/>
              <a:gd name="T11" fmla="*/ 128 h 128"/>
              <a:gd name="T12" fmla="*/ 88 w 88"/>
              <a:gd name="T13" fmla="*/ 122 h 128"/>
              <a:gd name="T14" fmla="*/ 88 w 88"/>
              <a:gd name="T15" fmla="*/ 6 h 128"/>
              <a:gd name="T16" fmla="*/ 82 w 88"/>
              <a:gd name="T17" fmla="*/ 0 h 128"/>
              <a:gd name="T18" fmla="*/ 83 w 88"/>
              <a:gd name="T19" fmla="*/ 123 h 128"/>
              <a:gd name="T20" fmla="*/ 5 w 88"/>
              <a:gd name="T21" fmla="*/ 123 h 128"/>
              <a:gd name="T22" fmla="*/ 5 w 88"/>
              <a:gd name="T23" fmla="*/ 5 h 128"/>
              <a:gd name="T24" fmla="*/ 83 w 88"/>
              <a:gd name="T25" fmla="*/ 5 h 128"/>
              <a:gd name="T26" fmla="*/ 83 w 88"/>
              <a:gd name="T27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8" h="128">
                <a:moveTo>
                  <a:pt x="82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5" y="128"/>
                  <a:pt x="88" y="125"/>
                  <a:pt x="88" y="122"/>
                </a:cubicBezTo>
                <a:cubicBezTo>
                  <a:pt x="88" y="6"/>
                  <a:pt x="88" y="6"/>
                  <a:pt x="88" y="6"/>
                </a:cubicBezTo>
                <a:cubicBezTo>
                  <a:pt x="88" y="3"/>
                  <a:pt x="85" y="0"/>
                  <a:pt x="82" y="0"/>
                </a:cubicBezTo>
                <a:close/>
                <a:moveTo>
                  <a:pt x="83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5"/>
                  <a:pt x="5" y="5"/>
                  <a:pt x="5" y="5"/>
                </a:cubicBezTo>
                <a:cubicBezTo>
                  <a:pt x="83" y="5"/>
                  <a:pt x="83" y="5"/>
                  <a:pt x="83" y="5"/>
                </a:cubicBezTo>
                <a:lnTo>
                  <a:pt x="8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Freeform 6"/>
          <p:cNvSpPr>
            <a:spLocks noEditPoints="1"/>
          </p:cNvSpPr>
          <p:nvPr/>
        </p:nvSpPr>
        <p:spPr bwMode="auto">
          <a:xfrm>
            <a:off x="11342688" y="6154738"/>
            <a:ext cx="74613" cy="74613"/>
          </a:xfrm>
          <a:custGeom>
            <a:avLst/>
            <a:gdLst>
              <a:gd name="T0" fmla="*/ 10 w 20"/>
              <a:gd name="T1" fmla="*/ 20 h 20"/>
              <a:gd name="T2" fmla="*/ 20 w 20"/>
              <a:gd name="T3" fmla="*/ 10 h 20"/>
              <a:gd name="T4" fmla="*/ 10 w 20"/>
              <a:gd name="T5" fmla="*/ 0 h 20"/>
              <a:gd name="T6" fmla="*/ 0 w 20"/>
              <a:gd name="T7" fmla="*/ 10 h 20"/>
              <a:gd name="T8" fmla="*/ 10 w 20"/>
              <a:gd name="T9" fmla="*/ 20 h 20"/>
              <a:gd name="T10" fmla="*/ 10 w 20"/>
              <a:gd name="T11" fmla="*/ 5 h 20"/>
              <a:gd name="T12" fmla="*/ 15 w 20"/>
              <a:gd name="T13" fmla="*/ 10 h 20"/>
              <a:gd name="T14" fmla="*/ 10 w 20"/>
              <a:gd name="T15" fmla="*/ 15 h 20"/>
              <a:gd name="T16" fmla="*/ 5 w 20"/>
              <a:gd name="T17" fmla="*/ 10 h 20"/>
              <a:gd name="T18" fmla="*/ 10 w 20"/>
              <a:gd name="T19" fmla="*/ 5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" h="20">
                <a:moveTo>
                  <a:pt x="10" y="20"/>
                </a:moveTo>
                <a:cubicBezTo>
                  <a:pt x="15" y="20"/>
                  <a:pt x="20" y="15"/>
                  <a:pt x="20" y="10"/>
                </a:cubicBezTo>
                <a:cubicBezTo>
                  <a:pt x="20" y="5"/>
                  <a:pt x="15" y="0"/>
                  <a:pt x="10" y="0"/>
                </a:cubicBezTo>
                <a:cubicBezTo>
                  <a:pt x="5" y="0"/>
                  <a:pt x="0" y="5"/>
                  <a:pt x="0" y="10"/>
                </a:cubicBezTo>
                <a:cubicBezTo>
                  <a:pt x="0" y="15"/>
                  <a:pt x="5" y="20"/>
                  <a:pt x="10" y="20"/>
                </a:cubicBezTo>
                <a:close/>
                <a:moveTo>
                  <a:pt x="10" y="5"/>
                </a:moveTo>
                <a:cubicBezTo>
                  <a:pt x="13" y="5"/>
                  <a:pt x="15" y="7"/>
                  <a:pt x="15" y="10"/>
                </a:cubicBezTo>
                <a:cubicBezTo>
                  <a:pt x="15" y="13"/>
                  <a:pt x="13" y="15"/>
                  <a:pt x="10" y="15"/>
                </a:cubicBezTo>
                <a:cubicBezTo>
                  <a:pt x="7" y="15"/>
                  <a:pt x="5" y="13"/>
                  <a:pt x="5" y="10"/>
                </a:cubicBezTo>
                <a:cubicBezTo>
                  <a:pt x="5" y="7"/>
                  <a:pt x="7" y="5"/>
                  <a:pt x="10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Freeform 7"/>
          <p:cNvSpPr>
            <a:spLocks noEditPoints="1"/>
          </p:cNvSpPr>
          <p:nvPr/>
        </p:nvSpPr>
        <p:spPr bwMode="auto">
          <a:xfrm>
            <a:off x="11274425" y="6286500"/>
            <a:ext cx="211138" cy="209550"/>
          </a:xfrm>
          <a:custGeom>
            <a:avLst/>
            <a:gdLst>
              <a:gd name="T0" fmla="*/ 28 w 56"/>
              <a:gd name="T1" fmla="*/ 56 h 56"/>
              <a:gd name="T2" fmla="*/ 56 w 56"/>
              <a:gd name="T3" fmla="*/ 28 h 56"/>
              <a:gd name="T4" fmla="*/ 28 w 56"/>
              <a:gd name="T5" fmla="*/ 0 h 56"/>
              <a:gd name="T6" fmla="*/ 0 w 56"/>
              <a:gd name="T7" fmla="*/ 28 h 56"/>
              <a:gd name="T8" fmla="*/ 28 w 56"/>
              <a:gd name="T9" fmla="*/ 56 h 56"/>
              <a:gd name="T10" fmla="*/ 28 w 56"/>
              <a:gd name="T11" fmla="*/ 4 h 56"/>
              <a:gd name="T12" fmla="*/ 52 w 56"/>
              <a:gd name="T13" fmla="*/ 28 h 56"/>
              <a:gd name="T14" fmla="*/ 28 w 56"/>
              <a:gd name="T15" fmla="*/ 52 h 56"/>
              <a:gd name="T16" fmla="*/ 4 w 56"/>
              <a:gd name="T17" fmla="*/ 28 h 56"/>
              <a:gd name="T18" fmla="*/ 28 w 56"/>
              <a:gd name="T19" fmla="*/ 4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6" h="56">
                <a:moveTo>
                  <a:pt x="28" y="56"/>
                </a:moveTo>
                <a:cubicBezTo>
                  <a:pt x="44" y="56"/>
                  <a:pt x="56" y="43"/>
                  <a:pt x="56" y="28"/>
                </a:cubicBezTo>
                <a:cubicBezTo>
                  <a:pt x="56" y="12"/>
                  <a:pt x="44" y="0"/>
                  <a:pt x="28" y="0"/>
                </a:cubicBezTo>
                <a:cubicBezTo>
                  <a:pt x="12" y="0"/>
                  <a:pt x="0" y="12"/>
                  <a:pt x="0" y="28"/>
                </a:cubicBezTo>
                <a:cubicBezTo>
                  <a:pt x="0" y="43"/>
                  <a:pt x="12" y="56"/>
                  <a:pt x="28" y="56"/>
                </a:cubicBezTo>
                <a:close/>
                <a:moveTo>
                  <a:pt x="28" y="4"/>
                </a:moveTo>
                <a:cubicBezTo>
                  <a:pt x="41" y="4"/>
                  <a:pt x="52" y="15"/>
                  <a:pt x="52" y="28"/>
                </a:cubicBezTo>
                <a:cubicBezTo>
                  <a:pt x="52" y="41"/>
                  <a:pt x="41" y="52"/>
                  <a:pt x="28" y="52"/>
                </a:cubicBezTo>
                <a:cubicBezTo>
                  <a:pt x="15" y="52"/>
                  <a:pt x="4" y="41"/>
                  <a:pt x="4" y="28"/>
                </a:cubicBezTo>
                <a:cubicBezTo>
                  <a:pt x="4" y="15"/>
                  <a:pt x="15" y="4"/>
                  <a:pt x="28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11364913" y="6375400"/>
            <a:ext cx="30163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10404475" y="6245225"/>
            <a:ext cx="30163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10325100" y="6169025"/>
            <a:ext cx="187325" cy="184150"/>
          </a:xfrm>
          <a:custGeom>
            <a:avLst/>
            <a:gdLst>
              <a:gd name="T0" fmla="*/ 25 w 50"/>
              <a:gd name="T1" fmla="*/ 0 h 49"/>
              <a:gd name="T2" fmla="*/ 0 w 50"/>
              <a:gd name="T3" fmla="*/ 24 h 49"/>
              <a:gd name="T4" fmla="*/ 25 w 50"/>
              <a:gd name="T5" fmla="*/ 49 h 49"/>
              <a:gd name="T6" fmla="*/ 50 w 50"/>
              <a:gd name="T7" fmla="*/ 24 h 49"/>
              <a:gd name="T8" fmla="*/ 25 w 50"/>
              <a:gd name="T9" fmla="*/ 0 h 49"/>
              <a:gd name="T10" fmla="*/ 39 w 50"/>
              <a:gd name="T11" fmla="*/ 38 h 49"/>
              <a:gd name="T12" fmla="*/ 25 w 50"/>
              <a:gd name="T13" fmla="*/ 44 h 49"/>
              <a:gd name="T14" fmla="*/ 11 w 50"/>
              <a:gd name="T15" fmla="*/ 38 h 49"/>
              <a:gd name="T16" fmla="*/ 5 w 50"/>
              <a:gd name="T17" fmla="*/ 24 h 49"/>
              <a:gd name="T18" fmla="*/ 11 w 50"/>
              <a:gd name="T19" fmla="*/ 10 h 49"/>
              <a:gd name="T20" fmla="*/ 25 w 50"/>
              <a:gd name="T21" fmla="*/ 4 h 49"/>
              <a:gd name="T22" fmla="*/ 39 w 50"/>
              <a:gd name="T23" fmla="*/ 10 h 49"/>
              <a:gd name="T24" fmla="*/ 45 w 50"/>
              <a:gd name="T25" fmla="*/ 24 h 49"/>
              <a:gd name="T26" fmla="*/ 39 w 50"/>
              <a:gd name="T27" fmla="*/ 38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0" h="49">
                <a:moveTo>
                  <a:pt x="25" y="0"/>
                </a:moveTo>
                <a:cubicBezTo>
                  <a:pt x="11" y="0"/>
                  <a:pt x="0" y="11"/>
                  <a:pt x="0" y="24"/>
                </a:cubicBezTo>
                <a:cubicBezTo>
                  <a:pt x="0" y="38"/>
                  <a:pt x="11" y="49"/>
                  <a:pt x="25" y="49"/>
                </a:cubicBezTo>
                <a:cubicBezTo>
                  <a:pt x="39" y="49"/>
                  <a:pt x="50" y="38"/>
                  <a:pt x="50" y="24"/>
                </a:cubicBezTo>
                <a:cubicBezTo>
                  <a:pt x="50" y="11"/>
                  <a:pt x="39" y="0"/>
                  <a:pt x="25" y="0"/>
                </a:cubicBezTo>
                <a:close/>
                <a:moveTo>
                  <a:pt x="39" y="38"/>
                </a:moveTo>
                <a:cubicBezTo>
                  <a:pt x="35" y="42"/>
                  <a:pt x="30" y="44"/>
                  <a:pt x="25" y="44"/>
                </a:cubicBezTo>
                <a:cubicBezTo>
                  <a:pt x="20" y="44"/>
                  <a:pt x="15" y="42"/>
                  <a:pt x="11" y="38"/>
                </a:cubicBezTo>
                <a:cubicBezTo>
                  <a:pt x="7" y="34"/>
                  <a:pt x="5" y="29"/>
                  <a:pt x="5" y="24"/>
                </a:cubicBezTo>
                <a:cubicBezTo>
                  <a:pt x="5" y="19"/>
                  <a:pt x="7" y="14"/>
                  <a:pt x="11" y="10"/>
                </a:cubicBezTo>
                <a:cubicBezTo>
                  <a:pt x="15" y="6"/>
                  <a:pt x="20" y="4"/>
                  <a:pt x="25" y="4"/>
                </a:cubicBezTo>
                <a:cubicBezTo>
                  <a:pt x="30" y="4"/>
                  <a:pt x="35" y="6"/>
                  <a:pt x="39" y="10"/>
                </a:cubicBezTo>
                <a:cubicBezTo>
                  <a:pt x="43" y="14"/>
                  <a:pt x="45" y="19"/>
                  <a:pt x="45" y="24"/>
                </a:cubicBezTo>
                <a:cubicBezTo>
                  <a:pt x="45" y="29"/>
                  <a:pt x="43" y="34"/>
                  <a:pt x="39" y="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Freeform 11"/>
          <p:cNvSpPr>
            <a:spLocks noEditPoints="1"/>
          </p:cNvSpPr>
          <p:nvPr/>
        </p:nvSpPr>
        <p:spPr bwMode="auto">
          <a:xfrm>
            <a:off x="10231438" y="6072188"/>
            <a:ext cx="374650" cy="481013"/>
          </a:xfrm>
          <a:custGeom>
            <a:avLst/>
            <a:gdLst>
              <a:gd name="T0" fmla="*/ 54 w 100"/>
              <a:gd name="T1" fmla="*/ 100 h 128"/>
              <a:gd name="T2" fmla="*/ 100 w 100"/>
              <a:gd name="T3" fmla="*/ 50 h 128"/>
              <a:gd name="T4" fmla="*/ 50 w 100"/>
              <a:gd name="T5" fmla="*/ 0 h 128"/>
              <a:gd name="T6" fmla="*/ 0 w 100"/>
              <a:gd name="T7" fmla="*/ 50 h 128"/>
              <a:gd name="T8" fmla="*/ 46 w 100"/>
              <a:gd name="T9" fmla="*/ 100 h 128"/>
              <a:gd name="T10" fmla="*/ 48 w 100"/>
              <a:gd name="T11" fmla="*/ 100 h 128"/>
              <a:gd name="T12" fmla="*/ 48 w 100"/>
              <a:gd name="T13" fmla="*/ 123 h 128"/>
              <a:gd name="T14" fmla="*/ 17 w 100"/>
              <a:gd name="T15" fmla="*/ 123 h 128"/>
              <a:gd name="T16" fmla="*/ 14 w 100"/>
              <a:gd name="T17" fmla="*/ 126 h 128"/>
              <a:gd name="T18" fmla="*/ 17 w 100"/>
              <a:gd name="T19" fmla="*/ 128 h 128"/>
              <a:gd name="T20" fmla="*/ 83 w 100"/>
              <a:gd name="T21" fmla="*/ 128 h 128"/>
              <a:gd name="T22" fmla="*/ 86 w 100"/>
              <a:gd name="T23" fmla="*/ 126 h 128"/>
              <a:gd name="T24" fmla="*/ 83 w 100"/>
              <a:gd name="T25" fmla="*/ 123 h 128"/>
              <a:gd name="T26" fmla="*/ 52 w 100"/>
              <a:gd name="T27" fmla="*/ 123 h 128"/>
              <a:gd name="T28" fmla="*/ 52 w 100"/>
              <a:gd name="T29" fmla="*/ 100 h 128"/>
              <a:gd name="T30" fmla="*/ 54 w 100"/>
              <a:gd name="T31" fmla="*/ 100 h 128"/>
              <a:gd name="T32" fmla="*/ 50 w 100"/>
              <a:gd name="T33" fmla="*/ 96 h 128"/>
              <a:gd name="T34" fmla="*/ 32 w 100"/>
              <a:gd name="T35" fmla="*/ 92 h 128"/>
              <a:gd name="T36" fmla="*/ 18 w 100"/>
              <a:gd name="T37" fmla="*/ 82 h 128"/>
              <a:gd name="T38" fmla="*/ 8 w 100"/>
              <a:gd name="T39" fmla="*/ 68 h 128"/>
              <a:gd name="T40" fmla="*/ 5 w 100"/>
              <a:gd name="T41" fmla="*/ 50 h 128"/>
              <a:gd name="T42" fmla="*/ 8 w 100"/>
              <a:gd name="T43" fmla="*/ 32 h 128"/>
              <a:gd name="T44" fmla="*/ 18 w 100"/>
              <a:gd name="T45" fmla="*/ 18 h 128"/>
              <a:gd name="T46" fmla="*/ 32 w 100"/>
              <a:gd name="T47" fmla="*/ 8 h 128"/>
              <a:gd name="T48" fmla="*/ 68 w 100"/>
              <a:gd name="T49" fmla="*/ 8 h 128"/>
              <a:gd name="T50" fmla="*/ 82 w 100"/>
              <a:gd name="T51" fmla="*/ 18 h 128"/>
              <a:gd name="T52" fmla="*/ 92 w 100"/>
              <a:gd name="T53" fmla="*/ 32 h 128"/>
              <a:gd name="T54" fmla="*/ 95 w 100"/>
              <a:gd name="T55" fmla="*/ 50 h 128"/>
              <a:gd name="T56" fmla="*/ 92 w 100"/>
              <a:gd name="T57" fmla="*/ 68 h 128"/>
              <a:gd name="T58" fmla="*/ 82 w 100"/>
              <a:gd name="T59" fmla="*/ 82 h 128"/>
              <a:gd name="T60" fmla="*/ 68 w 100"/>
              <a:gd name="T61" fmla="*/ 92 h 128"/>
              <a:gd name="T62" fmla="*/ 50 w 100"/>
              <a:gd name="T63" fmla="*/ 9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0" h="128">
                <a:moveTo>
                  <a:pt x="54" y="100"/>
                </a:moveTo>
                <a:cubicBezTo>
                  <a:pt x="80" y="98"/>
                  <a:pt x="100" y="76"/>
                  <a:pt x="100" y="50"/>
                </a:cubicBezTo>
                <a:cubicBezTo>
                  <a:pt x="100" y="22"/>
                  <a:pt x="78" y="0"/>
                  <a:pt x="50" y="0"/>
                </a:cubicBezTo>
                <a:cubicBezTo>
                  <a:pt x="22" y="0"/>
                  <a:pt x="0" y="22"/>
                  <a:pt x="0" y="50"/>
                </a:cubicBezTo>
                <a:cubicBezTo>
                  <a:pt x="0" y="76"/>
                  <a:pt x="20" y="98"/>
                  <a:pt x="46" y="100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48" y="123"/>
                  <a:pt x="48" y="123"/>
                  <a:pt x="48" y="123"/>
                </a:cubicBezTo>
                <a:cubicBezTo>
                  <a:pt x="17" y="123"/>
                  <a:pt x="17" y="123"/>
                  <a:pt x="17" y="123"/>
                </a:cubicBezTo>
                <a:cubicBezTo>
                  <a:pt x="15" y="123"/>
                  <a:pt x="14" y="124"/>
                  <a:pt x="14" y="126"/>
                </a:cubicBezTo>
                <a:cubicBezTo>
                  <a:pt x="14" y="127"/>
                  <a:pt x="15" y="128"/>
                  <a:pt x="17" y="128"/>
                </a:cubicBezTo>
                <a:cubicBezTo>
                  <a:pt x="83" y="128"/>
                  <a:pt x="83" y="128"/>
                  <a:pt x="83" y="128"/>
                </a:cubicBezTo>
                <a:cubicBezTo>
                  <a:pt x="85" y="128"/>
                  <a:pt x="86" y="127"/>
                  <a:pt x="86" y="126"/>
                </a:cubicBezTo>
                <a:cubicBezTo>
                  <a:pt x="86" y="124"/>
                  <a:pt x="85" y="123"/>
                  <a:pt x="83" y="123"/>
                </a:cubicBezTo>
                <a:cubicBezTo>
                  <a:pt x="52" y="123"/>
                  <a:pt x="52" y="123"/>
                  <a:pt x="52" y="123"/>
                </a:cubicBezTo>
                <a:cubicBezTo>
                  <a:pt x="52" y="100"/>
                  <a:pt x="52" y="100"/>
                  <a:pt x="52" y="100"/>
                </a:cubicBezTo>
                <a:lnTo>
                  <a:pt x="54" y="100"/>
                </a:lnTo>
                <a:close/>
                <a:moveTo>
                  <a:pt x="50" y="96"/>
                </a:moveTo>
                <a:cubicBezTo>
                  <a:pt x="44" y="96"/>
                  <a:pt x="38" y="94"/>
                  <a:pt x="32" y="92"/>
                </a:cubicBezTo>
                <a:cubicBezTo>
                  <a:pt x="27" y="90"/>
                  <a:pt x="22" y="86"/>
                  <a:pt x="18" y="82"/>
                </a:cubicBezTo>
                <a:cubicBezTo>
                  <a:pt x="14" y="78"/>
                  <a:pt x="10" y="73"/>
                  <a:pt x="8" y="68"/>
                </a:cubicBezTo>
                <a:cubicBezTo>
                  <a:pt x="6" y="62"/>
                  <a:pt x="5" y="56"/>
                  <a:pt x="5" y="50"/>
                </a:cubicBezTo>
                <a:cubicBezTo>
                  <a:pt x="5" y="44"/>
                  <a:pt x="6" y="38"/>
                  <a:pt x="8" y="32"/>
                </a:cubicBezTo>
                <a:cubicBezTo>
                  <a:pt x="10" y="27"/>
                  <a:pt x="14" y="22"/>
                  <a:pt x="18" y="18"/>
                </a:cubicBezTo>
                <a:cubicBezTo>
                  <a:pt x="22" y="14"/>
                  <a:pt x="27" y="10"/>
                  <a:pt x="32" y="8"/>
                </a:cubicBezTo>
                <a:cubicBezTo>
                  <a:pt x="44" y="3"/>
                  <a:pt x="56" y="3"/>
                  <a:pt x="68" y="8"/>
                </a:cubicBezTo>
                <a:cubicBezTo>
                  <a:pt x="73" y="10"/>
                  <a:pt x="78" y="14"/>
                  <a:pt x="82" y="18"/>
                </a:cubicBezTo>
                <a:cubicBezTo>
                  <a:pt x="86" y="22"/>
                  <a:pt x="90" y="27"/>
                  <a:pt x="92" y="32"/>
                </a:cubicBezTo>
                <a:cubicBezTo>
                  <a:pt x="94" y="38"/>
                  <a:pt x="95" y="44"/>
                  <a:pt x="95" y="50"/>
                </a:cubicBezTo>
                <a:cubicBezTo>
                  <a:pt x="95" y="56"/>
                  <a:pt x="94" y="62"/>
                  <a:pt x="92" y="68"/>
                </a:cubicBezTo>
                <a:cubicBezTo>
                  <a:pt x="90" y="73"/>
                  <a:pt x="86" y="78"/>
                  <a:pt x="82" y="82"/>
                </a:cubicBezTo>
                <a:cubicBezTo>
                  <a:pt x="78" y="86"/>
                  <a:pt x="73" y="90"/>
                  <a:pt x="68" y="92"/>
                </a:cubicBezTo>
                <a:cubicBezTo>
                  <a:pt x="62" y="94"/>
                  <a:pt x="56" y="96"/>
                  <a:pt x="50" y="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>
            <a:off x="9436100" y="6289675"/>
            <a:ext cx="44450" cy="492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Freeform 13"/>
          <p:cNvSpPr>
            <a:spLocks noEditPoints="1"/>
          </p:cNvSpPr>
          <p:nvPr/>
        </p:nvSpPr>
        <p:spPr bwMode="auto">
          <a:xfrm>
            <a:off x="9217025" y="6072188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6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6"/>
                  <a:pt x="106" y="22"/>
                </a:cubicBezTo>
                <a:cubicBezTo>
                  <a:pt x="112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2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Freeform 14"/>
          <p:cNvSpPr>
            <a:spLocks noEditPoints="1"/>
          </p:cNvSpPr>
          <p:nvPr/>
        </p:nvSpPr>
        <p:spPr bwMode="auto">
          <a:xfrm>
            <a:off x="9513888" y="6248400"/>
            <a:ext cx="128588" cy="127000"/>
          </a:xfrm>
          <a:custGeom>
            <a:avLst/>
            <a:gdLst>
              <a:gd name="T0" fmla="*/ 17 w 34"/>
              <a:gd name="T1" fmla="*/ 0 h 34"/>
              <a:gd name="T2" fmla="*/ 0 w 34"/>
              <a:gd name="T3" fmla="*/ 17 h 34"/>
              <a:gd name="T4" fmla="*/ 17 w 34"/>
              <a:gd name="T5" fmla="*/ 34 h 34"/>
              <a:gd name="T6" fmla="*/ 34 w 34"/>
              <a:gd name="T7" fmla="*/ 17 h 34"/>
              <a:gd name="T8" fmla="*/ 17 w 34"/>
              <a:gd name="T9" fmla="*/ 0 h 34"/>
              <a:gd name="T10" fmla="*/ 17 w 34"/>
              <a:gd name="T11" fmla="*/ 30 h 34"/>
              <a:gd name="T12" fmla="*/ 5 w 34"/>
              <a:gd name="T13" fmla="*/ 17 h 34"/>
              <a:gd name="T14" fmla="*/ 17 w 34"/>
              <a:gd name="T15" fmla="*/ 5 h 34"/>
              <a:gd name="T16" fmla="*/ 30 w 34"/>
              <a:gd name="T17" fmla="*/ 17 h 34"/>
              <a:gd name="T18" fmla="*/ 17 w 34"/>
              <a:gd name="T19" fmla="*/ 3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4" h="34">
                <a:moveTo>
                  <a:pt x="17" y="0"/>
                </a:move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4"/>
                  <a:pt x="17" y="34"/>
                </a:cubicBezTo>
                <a:cubicBezTo>
                  <a:pt x="26" y="34"/>
                  <a:pt x="34" y="27"/>
                  <a:pt x="34" y="17"/>
                </a:cubicBezTo>
                <a:cubicBezTo>
                  <a:pt x="34" y="8"/>
                  <a:pt x="26" y="0"/>
                  <a:pt x="17" y="0"/>
                </a:cubicBezTo>
                <a:close/>
                <a:moveTo>
                  <a:pt x="17" y="30"/>
                </a:moveTo>
                <a:cubicBezTo>
                  <a:pt x="10" y="30"/>
                  <a:pt x="5" y="24"/>
                  <a:pt x="5" y="17"/>
                </a:cubicBezTo>
                <a:cubicBezTo>
                  <a:pt x="5" y="10"/>
                  <a:pt x="10" y="5"/>
                  <a:pt x="17" y="5"/>
                </a:cubicBezTo>
                <a:cubicBezTo>
                  <a:pt x="24" y="5"/>
                  <a:pt x="30" y="10"/>
                  <a:pt x="30" y="17"/>
                </a:cubicBezTo>
                <a:cubicBezTo>
                  <a:pt x="30" y="24"/>
                  <a:pt x="24" y="30"/>
                  <a:pt x="17" y="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Freeform 15"/>
          <p:cNvSpPr>
            <a:spLocks noEditPoints="1"/>
          </p:cNvSpPr>
          <p:nvPr/>
        </p:nvSpPr>
        <p:spPr bwMode="auto">
          <a:xfrm>
            <a:off x="9274175" y="6248400"/>
            <a:ext cx="127000" cy="127000"/>
          </a:xfrm>
          <a:custGeom>
            <a:avLst/>
            <a:gdLst>
              <a:gd name="T0" fmla="*/ 17 w 34"/>
              <a:gd name="T1" fmla="*/ 0 h 34"/>
              <a:gd name="T2" fmla="*/ 0 w 34"/>
              <a:gd name="T3" fmla="*/ 17 h 34"/>
              <a:gd name="T4" fmla="*/ 17 w 34"/>
              <a:gd name="T5" fmla="*/ 34 h 34"/>
              <a:gd name="T6" fmla="*/ 34 w 34"/>
              <a:gd name="T7" fmla="*/ 17 h 34"/>
              <a:gd name="T8" fmla="*/ 17 w 34"/>
              <a:gd name="T9" fmla="*/ 0 h 34"/>
              <a:gd name="T10" fmla="*/ 17 w 34"/>
              <a:gd name="T11" fmla="*/ 30 h 34"/>
              <a:gd name="T12" fmla="*/ 4 w 34"/>
              <a:gd name="T13" fmla="*/ 17 h 34"/>
              <a:gd name="T14" fmla="*/ 17 w 34"/>
              <a:gd name="T15" fmla="*/ 5 h 34"/>
              <a:gd name="T16" fmla="*/ 29 w 34"/>
              <a:gd name="T17" fmla="*/ 17 h 34"/>
              <a:gd name="T18" fmla="*/ 17 w 34"/>
              <a:gd name="T19" fmla="*/ 3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4" h="34">
                <a:moveTo>
                  <a:pt x="17" y="0"/>
                </a:move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4"/>
                  <a:pt x="17" y="34"/>
                </a:cubicBezTo>
                <a:cubicBezTo>
                  <a:pt x="26" y="34"/>
                  <a:pt x="34" y="27"/>
                  <a:pt x="34" y="17"/>
                </a:cubicBezTo>
                <a:cubicBezTo>
                  <a:pt x="34" y="8"/>
                  <a:pt x="26" y="0"/>
                  <a:pt x="17" y="0"/>
                </a:cubicBezTo>
                <a:close/>
                <a:moveTo>
                  <a:pt x="17" y="30"/>
                </a:moveTo>
                <a:cubicBezTo>
                  <a:pt x="10" y="30"/>
                  <a:pt x="4" y="24"/>
                  <a:pt x="4" y="17"/>
                </a:cubicBezTo>
                <a:cubicBezTo>
                  <a:pt x="4" y="10"/>
                  <a:pt x="10" y="5"/>
                  <a:pt x="17" y="5"/>
                </a:cubicBezTo>
                <a:cubicBezTo>
                  <a:pt x="24" y="5"/>
                  <a:pt x="29" y="10"/>
                  <a:pt x="29" y="17"/>
                </a:cubicBezTo>
                <a:cubicBezTo>
                  <a:pt x="29" y="24"/>
                  <a:pt x="24" y="30"/>
                  <a:pt x="17" y="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Freeform 16"/>
          <p:cNvSpPr>
            <a:spLocks noEditPoints="1"/>
          </p:cNvSpPr>
          <p:nvPr/>
        </p:nvSpPr>
        <p:spPr bwMode="auto">
          <a:xfrm>
            <a:off x="9394825" y="6369050"/>
            <a:ext cx="127000" cy="127000"/>
          </a:xfrm>
          <a:custGeom>
            <a:avLst/>
            <a:gdLst>
              <a:gd name="T0" fmla="*/ 17 w 34"/>
              <a:gd name="T1" fmla="*/ 0 h 34"/>
              <a:gd name="T2" fmla="*/ 0 w 34"/>
              <a:gd name="T3" fmla="*/ 17 h 34"/>
              <a:gd name="T4" fmla="*/ 17 w 34"/>
              <a:gd name="T5" fmla="*/ 34 h 34"/>
              <a:gd name="T6" fmla="*/ 34 w 34"/>
              <a:gd name="T7" fmla="*/ 17 h 34"/>
              <a:gd name="T8" fmla="*/ 17 w 34"/>
              <a:gd name="T9" fmla="*/ 0 h 34"/>
              <a:gd name="T10" fmla="*/ 17 w 34"/>
              <a:gd name="T11" fmla="*/ 30 h 34"/>
              <a:gd name="T12" fmla="*/ 4 w 34"/>
              <a:gd name="T13" fmla="*/ 17 h 34"/>
              <a:gd name="T14" fmla="*/ 17 w 34"/>
              <a:gd name="T15" fmla="*/ 5 h 34"/>
              <a:gd name="T16" fmla="*/ 30 w 34"/>
              <a:gd name="T17" fmla="*/ 17 h 34"/>
              <a:gd name="T18" fmla="*/ 17 w 34"/>
              <a:gd name="T19" fmla="*/ 3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4" h="34">
                <a:moveTo>
                  <a:pt x="17" y="0"/>
                </a:move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4"/>
                  <a:pt x="17" y="34"/>
                </a:cubicBezTo>
                <a:cubicBezTo>
                  <a:pt x="26" y="34"/>
                  <a:pt x="34" y="27"/>
                  <a:pt x="34" y="17"/>
                </a:cubicBezTo>
                <a:cubicBezTo>
                  <a:pt x="34" y="8"/>
                  <a:pt x="26" y="0"/>
                  <a:pt x="17" y="0"/>
                </a:cubicBezTo>
                <a:close/>
                <a:moveTo>
                  <a:pt x="17" y="30"/>
                </a:moveTo>
                <a:cubicBezTo>
                  <a:pt x="10" y="30"/>
                  <a:pt x="4" y="24"/>
                  <a:pt x="4" y="17"/>
                </a:cubicBezTo>
                <a:cubicBezTo>
                  <a:pt x="4" y="10"/>
                  <a:pt x="10" y="5"/>
                  <a:pt x="17" y="5"/>
                </a:cubicBezTo>
                <a:cubicBezTo>
                  <a:pt x="24" y="5"/>
                  <a:pt x="30" y="10"/>
                  <a:pt x="30" y="17"/>
                </a:cubicBezTo>
                <a:cubicBezTo>
                  <a:pt x="30" y="24"/>
                  <a:pt x="24" y="30"/>
                  <a:pt x="17" y="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Freeform 17"/>
          <p:cNvSpPr>
            <a:spLocks noEditPoints="1"/>
          </p:cNvSpPr>
          <p:nvPr/>
        </p:nvSpPr>
        <p:spPr bwMode="auto">
          <a:xfrm>
            <a:off x="9394825" y="6127750"/>
            <a:ext cx="127000" cy="128588"/>
          </a:xfrm>
          <a:custGeom>
            <a:avLst/>
            <a:gdLst>
              <a:gd name="T0" fmla="*/ 17 w 34"/>
              <a:gd name="T1" fmla="*/ 34 h 34"/>
              <a:gd name="T2" fmla="*/ 34 w 34"/>
              <a:gd name="T3" fmla="*/ 17 h 34"/>
              <a:gd name="T4" fmla="*/ 17 w 34"/>
              <a:gd name="T5" fmla="*/ 0 h 34"/>
              <a:gd name="T6" fmla="*/ 0 w 34"/>
              <a:gd name="T7" fmla="*/ 17 h 34"/>
              <a:gd name="T8" fmla="*/ 17 w 34"/>
              <a:gd name="T9" fmla="*/ 34 h 34"/>
              <a:gd name="T10" fmla="*/ 17 w 34"/>
              <a:gd name="T11" fmla="*/ 5 h 34"/>
              <a:gd name="T12" fmla="*/ 30 w 34"/>
              <a:gd name="T13" fmla="*/ 17 h 34"/>
              <a:gd name="T14" fmla="*/ 17 w 34"/>
              <a:gd name="T15" fmla="*/ 30 h 34"/>
              <a:gd name="T16" fmla="*/ 4 w 34"/>
              <a:gd name="T17" fmla="*/ 17 h 34"/>
              <a:gd name="T18" fmla="*/ 17 w 34"/>
              <a:gd name="T19" fmla="*/ 5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4" h="34">
                <a:moveTo>
                  <a:pt x="17" y="34"/>
                </a:moveTo>
                <a:cubicBezTo>
                  <a:pt x="26" y="34"/>
                  <a:pt x="34" y="27"/>
                  <a:pt x="34" y="17"/>
                </a:cubicBezTo>
                <a:cubicBezTo>
                  <a:pt x="34" y="8"/>
                  <a:pt x="26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4"/>
                  <a:pt x="17" y="34"/>
                </a:cubicBezTo>
                <a:close/>
                <a:moveTo>
                  <a:pt x="17" y="5"/>
                </a:moveTo>
                <a:cubicBezTo>
                  <a:pt x="24" y="5"/>
                  <a:pt x="30" y="10"/>
                  <a:pt x="30" y="17"/>
                </a:cubicBezTo>
                <a:cubicBezTo>
                  <a:pt x="30" y="24"/>
                  <a:pt x="24" y="30"/>
                  <a:pt x="17" y="30"/>
                </a:cubicBezTo>
                <a:cubicBezTo>
                  <a:pt x="10" y="30"/>
                  <a:pt x="4" y="24"/>
                  <a:pt x="4" y="17"/>
                </a:cubicBezTo>
                <a:cubicBezTo>
                  <a:pt x="4" y="10"/>
                  <a:pt x="10" y="5"/>
                  <a:pt x="17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Freeform 18"/>
          <p:cNvSpPr>
            <a:spLocks noEditPoints="1"/>
          </p:cNvSpPr>
          <p:nvPr/>
        </p:nvSpPr>
        <p:spPr bwMode="auto">
          <a:xfrm>
            <a:off x="8256588" y="6075363"/>
            <a:ext cx="481013" cy="477838"/>
          </a:xfrm>
          <a:custGeom>
            <a:avLst/>
            <a:gdLst>
              <a:gd name="T0" fmla="*/ 29 w 128"/>
              <a:gd name="T1" fmla="*/ 50 h 127"/>
              <a:gd name="T2" fmla="*/ 128 w 128"/>
              <a:gd name="T3" fmla="*/ 31 h 127"/>
              <a:gd name="T4" fmla="*/ 123 w 128"/>
              <a:gd name="T5" fmla="*/ 4 h 127"/>
              <a:gd name="T6" fmla="*/ 117 w 128"/>
              <a:gd name="T7" fmla="*/ 0 h 127"/>
              <a:gd name="T8" fmla="*/ 116 w 128"/>
              <a:gd name="T9" fmla="*/ 0 h 127"/>
              <a:gd name="T10" fmla="*/ 5 w 128"/>
              <a:gd name="T11" fmla="*/ 21 h 127"/>
              <a:gd name="T12" fmla="*/ 0 w 128"/>
              <a:gd name="T13" fmla="*/ 27 h 127"/>
              <a:gd name="T14" fmla="*/ 0 w 128"/>
              <a:gd name="T15" fmla="*/ 121 h 127"/>
              <a:gd name="T16" fmla="*/ 6 w 128"/>
              <a:gd name="T17" fmla="*/ 127 h 127"/>
              <a:gd name="T18" fmla="*/ 122 w 128"/>
              <a:gd name="T19" fmla="*/ 127 h 127"/>
              <a:gd name="T20" fmla="*/ 128 w 128"/>
              <a:gd name="T21" fmla="*/ 121 h 127"/>
              <a:gd name="T22" fmla="*/ 128 w 128"/>
              <a:gd name="T23" fmla="*/ 51 h 127"/>
              <a:gd name="T24" fmla="*/ 29 w 128"/>
              <a:gd name="T25" fmla="*/ 50 h 127"/>
              <a:gd name="T26" fmla="*/ 118 w 128"/>
              <a:gd name="T27" fmla="*/ 4 h 127"/>
              <a:gd name="T28" fmla="*/ 121 w 128"/>
              <a:gd name="T29" fmla="*/ 19 h 127"/>
              <a:gd name="T30" fmla="*/ 102 w 128"/>
              <a:gd name="T31" fmla="*/ 7 h 127"/>
              <a:gd name="T32" fmla="*/ 118 w 128"/>
              <a:gd name="T33" fmla="*/ 4 h 127"/>
              <a:gd name="T34" fmla="*/ 96 w 128"/>
              <a:gd name="T35" fmla="*/ 8 h 127"/>
              <a:gd name="T36" fmla="*/ 122 w 128"/>
              <a:gd name="T37" fmla="*/ 26 h 127"/>
              <a:gd name="T38" fmla="*/ 123 w 128"/>
              <a:gd name="T39" fmla="*/ 28 h 127"/>
              <a:gd name="T40" fmla="*/ 121 w 128"/>
              <a:gd name="T41" fmla="*/ 28 h 127"/>
              <a:gd name="T42" fmla="*/ 111 w 128"/>
              <a:gd name="T43" fmla="*/ 30 h 127"/>
              <a:gd name="T44" fmla="*/ 82 w 128"/>
              <a:gd name="T45" fmla="*/ 11 h 127"/>
              <a:gd name="T46" fmla="*/ 96 w 128"/>
              <a:gd name="T47" fmla="*/ 8 h 127"/>
              <a:gd name="T48" fmla="*/ 76 w 128"/>
              <a:gd name="T49" fmla="*/ 12 h 127"/>
              <a:gd name="T50" fmla="*/ 105 w 128"/>
              <a:gd name="T51" fmla="*/ 31 h 127"/>
              <a:gd name="T52" fmla="*/ 91 w 128"/>
              <a:gd name="T53" fmla="*/ 34 h 127"/>
              <a:gd name="T54" fmla="*/ 62 w 128"/>
              <a:gd name="T55" fmla="*/ 15 h 127"/>
              <a:gd name="T56" fmla="*/ 76 w 128"/>
              <a:gd name="T57" fmla="*/ 12 h 127"/>
              <a:gd name="T58" fmla="*/ 56 w 128"/>
              <a:gd name="T59" fmla="*/ 16 h 127"/>
              <a:gd name="T60" fmla="*/ 85 w 128"/>
              <a:gd name="T61" fmla="*/ 35 h 127"/>
              <a:gd name="T62" fmla="*/ 71 w 128"/>
              <a:gd name="T63" fmla="*/ 38 h 127"/>
              <a:gd name="T64" fmla="*/ 42 w 128"/>
              <a:gd name="T65" fmla="*/ 18 h 127"/>
              <a:gd name="T66" fmla="*/ 56 w 128"/>
              <a:gd name="T67" fmla="*/ 16 h 127"/>
              <a:gd name="T68" fmla="*/ 36 w 128"/>
              <a:gd name="T69" fmla="*/ 20 h 127"/>
              <a:gd name="T70" fmla="*/ 65 w 128"/>
              <a:gd name="T71" fmla="*/ 39 h 127"/>
              <a:gd name="T72" fmla="*/ 51 w 128"/>
              <a:gd name="T73" fmla="*/ 42 h 127"/>
              <a:gd name="T74" fmla="*/ 22 w 128"/>
              <a:gd name="T75" fmla="*/ 22 h 127"/>
              <a:gd name="T76" fmla="*/ 36 w 128"/>
              <a:gd name="T77" fmla="*/ 20 h 127"/>
              <a:gd name="T78" fmla="*/ 6 w 128"/>
              <a:gd name="T79" fmla="*/ 26 h 127"/>
              <a:gd name="T80" fmla="*/ 16 w 128"/>
              <a:gd name="T81" fmla="*/ 24 h 127"/>
              <a:gd name="T82" fmla="*/ 45 w 128"/>
              <a:gd name="T83" fmla="*/ 43 h 127"/>
              <a:gd name="T84" fmla="*/ 31 w 128"/>
              <a:gd name="T85" fmla="*/ 46 h 127"/>
              <a:gd name="T86" fmla="*/ 5 w 128"/>
              <a:gd name="T87" fmla="*/ 28 h 127"/>
              <a:gd name="T88" fmla="*/ 4 w 128"/>
              <a:gd name="T89" fmla="*/ 26 h 127"/>
              <a:gd name="T90" fmla="*/ 6 w 128"/>
              <a:gd name="T91" fmla="*/ 26 h 127"/>
              <a:gd name="T92" fmla="*/ 25 w 128"/>
              <a:gd name="T93" fmla="*/ 47 h 127"/>
              <a:gd name="T94" fmla="*/ 9 w 128"/>
              <a:gd name="T95" fmla="*/ 50 h 127"/>
              <a:gd name="T96" fmla="*/ 6 w 128"/>
              <a:gd name="T97" fmla="*/ 34 h 127"/>
              <a:gd name="T98" fmla="*/ 25 w 128"/>
              <a:gd name="T99" fmla="*/ 47 h 127"/>
              <a:gd name="T100" fmla="*/ 123 w 128"/>
              <a:gd name="T101" fmla="*/ 122 h 127"/>
              <a:gd name="T102" fmla="*/ 5 w 128"/>
              <a:gd name="T103" fmla="*/ 122 h 127"/>
              <a:gd name="T104" fmla="*/ 5 w 128"/>
              <a:gd name="T105" fmla="*/ 55 h 127"/>
              <a:gd name="T106" fmla="*/ 123 w 128"/>
              <a:gd name="T107" fmla="*/ 55 h 127"/>
              <a:gd name="T108" fmla="*/ 123 w 128"/>
              <a:gd name="T109" fmla="*/ 12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8" h="127">
                <a:moveTo>
                  <a:pt x="29" y="50"/>
                </a:moveTo>
                <a:cubicBezTo>
                  <a:pt x="128" y="31"/>
                  <a:pt x="128" y="31"/>
                  <a:pt x="128" y="31"/>
                </a:cubicBezTo>
                <a:cubicBezTo>
                  <a:pt x="123" y="4"/>
                  <a:pt x="123" y="4"/>
                  <a:pt x="123" y="4"/>
                </a:cubicBezTo>
                <a:cubicBezTo>
                  <a:pt x="122" y="2"/>
                  <a:pt x="120" y="0"/>
                  <a:pt x="117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5" y="21"/>
                  <a:pt x="5" y="21"/>
                  <a:pt x="5" y="21"/>
                </a:cubicBezTo>
                <a:cubicBezTo>
                  <a:pt x="2" y="22"/>
                  <a:pt x="0" y="24"/>
                  <a:pt x="0" y="27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24"/>
                  <a:pt x="3" y="127"/>
                  <a:pt x="6" y="127"/>
                </a:cubicBezTo>
                <a:cubicBezTo>
                  <a:pt x="122" y="127"/>
                  <a:pt x="122" y="127"/>
                  <a:pt x="122" y="127"/>
                </a:cubicBezTo>
                <a:cubicBezTo>
                  <a:pt x="125" y="127"/>
                  <a:pt x="128" y="124"/>
                  <a:pt x="128" y="121"/>
                </a:cubicBezTo>
                <a:cubicBezTo>
                  <a:pt x="128" y="51"/>
                  <a:pt x="128" y="51"/>
                  <a:pt x="128" y="51"/>
                </a:cubicBezTo>
                <a:lnTo>
                  <a:pt x="29" y="50"/>
                </a:lnTo>
                <a:close/>
                <a:moveTo>
                  <a:pt x="118" y="4"/>
                </a:moveTo>
                <a:cubicBezTo>
                  <a:pt x="121" y="19"/>
                  <a:pt x="121" y="19"/>
                  <a:pt x="121" y="19"/>
                </a:cubicBezTo>
                <a:cubicBezTo>
                  <a:pt x="102" y="7"/>
                  <a:pt x="102" y="7"/>
                  <a:pt x="102" y="7"/>
                </a:cubicBezTo>
                <a:lnTo>
                  <a:pt x="118" y="4"/>
                </a:lnTo>
                <a:close/>
                <a:moveTo>
                  <a:pt x="96" y="8"/>
                </a:moveTo>
                <a:cubicBezTo>
                  <a:pt x="122" y="26"/>
                  <a:pt x="122" y="26"/>
                  <a:pt x="122" y="26"/>
                </a:cubicBezTo>
                <a:cubicBezTo>
                  <a:pt x="123" y="28"/>
                  <a:pt x="123" y="28"/>
                  <a:pt x="123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82" y="11"/>
                  <a:pt x="82" y="11"/>
                  <a:pt x="82" y="11"/>
                </a:cubicBezTo>
                <a:lnTo>
                  <a:pt x="96" y="8"/>
                </a:lnTo>
                <a:close/>
                <a:moveTo>
                  <a:pt x="76" y="12"/>
                </a:moveTo>
                <a:cubicBezTo>
                  <a:pt x="105" y="31"/>
                  <a:pt x="105" y="31"/>
                  <a:pt x="105" y="31"/>
                </a:cubicBezTo>
                <a:cubicBezTo>
                  <a:pt x="91" y="34"/>
                  <a:pt x="91" y="34"/>
                  <a:pt x="91" y="34"/>
                </a:cubicBezTo>
                <a:cubicBezTo>
                  <a:pt x="62" y="15"/>
                  <a:pt x="62" y="15"/>
                  <a:pt x="62" y="15"/>
                </a:cubicBezTo>
                <a:lnTo>
                  <a:pt x="76" y="12"/>
                </a:lnTo>
                <a:close/>
                <a:moveTo>
                  <a:pt x="56" y="16"/>
                </a:moveTo>
                <a:cubicBezTo>
                  <a:pt x="85" y="35"/>
                  <a:pt x="85" y="35"/>
                  <a:pt x="85" y="35"/>
                </a:cubicBezTo>
                <a:cubicBezTo>
                  <a:pt x="71" y="38"/>
                  <a:pt x="71" y="38"/>
                  <a:pt x="71" y="38"/>
                </a:cubicBezTo>
                <a:cubicBezTo>
                  <a:pt x="42" y="18"/>
                  <a:pt x="42" y="18"/>
                  <a:pt x="42" y="18"/>
                </a:cubicBezTo>
                <a:lnTo>
                  <a:pt x="56" y="16"/>
                </a:lnTo>
                <a:close/>
                <a:moveTo>
                  <a:pt x="36" y="20"/>
                </a:moveTo>
                <a:cubicBezTo>
                  <a:pt x="65" y="39"/>
                  <a:pt x="65" y="39"/>
                  <a:pt x="65" y="39"/>
                </a:cubicBezTo>
                <a:cubicBezTo>
                  <a:pt x="51" y="42"/>
                  <a:pt x="51" y="42"/>
                  <a:pt x="51" y="42"/>
                </a:cubicBezTo>
                <a:cubicBezTo>
                  <a:pt x="22" y="22"/>
                  <a:pt x="22" y="22"/>
                  <a:pt x="22" y="22"/>
                </a:cubicBezTo>
                <a:lnTo>
                  <a:pt x="36" y="20"/>
                </a:lnTo>
                <a:close/>
                <a:moveTo>
                  <a:pt x="6" y="26"/>
                </a:moveTo>
                <a:cubicBezTo>
                  <a:pt x="16" y="24"/>
                  <a:pt x="16" y="24"/>
                  <a:pt x="16" y="24"/>
                </a:cubicBezTo>
                <a:cubicBezTo>
                  <a:pt x="45" y="43"/>
                  <a:pt x="45" y="43"/>
                  <a:pt x="45" y="43"/>
                </a:cubicBezTo>
                <a:cubicBezTo>
                  <a:pt x="31" y="46"/>
                  <a:pt x="31" y="46"/>
                  <a:pt x="31" y="46"/>
                </a:cubicBezTo>
                <a:cubicBezTo>
                  <a:pt x="5" y="28"/>
                  <a:pt x="5" y="28"/>
                  <a:pt x="5" y="28"/>
                </a:cubicBezTo>
                <a:cubicBezTo>
                  <a:pt x="4" y="26"/>
                  <a:pt x="4" y="26"/>
                  <a:pt x="4" y="26"/>
                </a:cubicBezTo>
                <a:lnTo>
                  <a:pt x="6" y="26"/>
                </a:lnTo>
                <a:close/>
                <a:moveTo>
                  <a:pt x="25" y="47"/>
                </a:moveTo>
                <a:cubicBezTo>
                  <a:pt x="9" y="50"/>
                  <a:pt x="9" y="50"/>
                  <a:pt x="9" y="50"/>
                </a:cubicBezTo>
                <a:cubicBezTo>
                  <a:pt x="6" y="34"/>
                  <a:pt x="6" y="34"/>
                  <a:pt x="6" y="34"/>
                </a:cubicBezTo>
                <a:lnTo>
                  <a:pt x="25" y="47"/>
                </a:lnTo>
                <a:close/>
                <a:moveTo>
                  <a:pt x="123" y="122"/>
                </a:moveTo>
                <a:cubicBezTo>
                  <a:pt x="5" y="122"/>
                  <a:pt x="5" y="122"/>
                  <a:pt x="5" y="122"/>
                </a:cubicBezTo>
                <a:cubicBezTo>
                  <a:pt x="5" y="55"/>
                  <a:pt x="5" y="55"/>
                  <a:pt x="5" y="55"/>
                </a:cubicBezTo>
                <a:cubicBezTo>
                  <a:pt x="123" y="55"/>
                  <a:pt x="123" y="55"/>
                  <a:pt x="123" y="55"/>
                </a:cubicBezTo>
                <a:lnTo>
                  <a:pt x="123" y="1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Freeform 19"/>
          <p:cNvSpPr/>
          <p:nvPr/>
        </p:nvSpPr>
        <p:spPr bwMode="auto">
          <a:xfrm>
            <a:off x="8328025" y="6353175"/>
            <a:ext cx="338138" cy="15875"/>
          </a:xfrm>
          <a:custGeom>
            <a:avLst/>
            <a:gdLst>
              <a:gd name="T0" fmla="*/ 2 w 90"/>
              <a:gd name="T1" fmla="*/ 4 h 4"/>
              <a:gd name="T2" fmla="*/ 88 w 90"/>
              <a:gd name="T3" fmla="*/ 4 h 4"/>
              <a:gd name="T4" fmla="*/ 90 w 90"/>
              <a:gd name="T5" fmla="*/ 2 h 4"/>
              <a:gd name="T6" fmla="*/ 88 w 90"/>
              <a:gd name="T7" fmla="*/ 0 h 4"/>
              <a:gd name="T8" fmla="*/ 2 w 90"/>
              <a:gd name="T9" fmla="*/ 0 h 4"/>
              <a:gd name="T10" fmla="*/ 0 w 90"/>
              <a:gd name="T11" fmla="*/ 2 h 4"/>
              <a:gd name="T12" fmla="*/ 2 w 90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" h="4">
                <a:moveTo>
                  <a:pt x="2" y="4"/>
                </a:moveTo>
                <a:cubicBezTo>
                  <a:pt x="88" y="4"/>
                  <a:pt x="88" y="4"/>
                  <a:pt x="88" y="4"/>
                </a:cubicBezTo>
                <a:cubicBezTo>
                  <a:pt x="89" y="4"/>
                  <a:pt x="90" y="3"/>
                  <a:pt x="90" y="2"/>
                </a:cubicBezTo>
                <a:cubicBezTo>
                  <a:pt x="90" y="1"/>
                  <a:pt x="89" y="0"/>
                  <a:pt x="88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Freeform 20"/>
          <p:cNvSpPr/>
          <p:nvPr/>
        </p:nvSpPr>
        <p:spPr bwMode="auto">
          <a:xfrm>
            <a:off x="8328025" y="6410325"/>
            <a:ext cx="338138" cy="14288"/>
          </a:xfrm>
          <a:custGeom>
            <a:avLst/>
            <a:gdLst>
              <a:gd name="T0" fmla="*/ 2 w 90"/>
              <a:gd name="T1" fmla="*/ 4 h 4"/>
              <a:gd name="T2" fmla="*/ 88 w 90"/>
              <a:gd name="T3" fmla="*/ 4 h 4"/>
              <a:gd name="T4" fmla="*/ 90 w 90"/>
              <a:gd name="T5" fmla="*/ 2 h 4"/>
              <a:gd name="T6" fmla="*/ 88 w 90"/>
              <a:gd name="T7" fmla="*/ 0 h 4"/>
              <a:gd name="T8" fmla="*/ 2 w 90"/>
              <a:gd name="T9" fmla="*/ 0 h 4"/>
              <a:gd name="T10" fmla="*/ 0 w 90"/>
              <a:gd name="T11" fmla="*/ 2 h 4"/>
              <a:gd name="T12" fmla="*/ 2 w 90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" h="4">
                <a:moveTo>
                  <a:pt x="2" y="4"/>
                </a:moveTo>
                <a:cubicBezTo>
                  <a:pt x="88" y="4"/>
                  <a:pt x="88" y="4"/>
                  <a:pt x="88" y="4"/>
                </a:cubicBezTo>
                <a:cubicBezTo>
                  <a:pt x="89" y="4"/>
                  <a:pt x="90" y="3"/>
                  <a:pt x="90" y="2"/>
                </a:cubicBezTo>
                <a:cubicBezTo>
                  <a:pt x="90" y="1"/>
                  <a:pt x="89" y="0"/>
                  <a:pt x="88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Freeform 21"/>
          <p:cNvSpPr/>
          <p:nvPr/>
        </p:nvSpPr>
        <p:spPr bwMode="auto">
          <a:xfrm>
            <a:off x="8328025" y="6465888"/>
            <a:ext cx="165100" cy="15875"/>
          </a:xfrm>
          <a:custGeom>
            <a:avLst/>
            <a:gdLst>
              <a:gd name="T0" fmla="*/ 2 w 44"/>
              <a:gd name="T1" fmla="*/ 4 h 4"/>
              <a:gd name="T2" fmla="*/ 41 w 44"/>
              <a:gd name="T3" fmla="*/ 4 h 4"/>
              <a:gd name="T4" fmla="*/ 44 w 44"/>
              <a:gd name="T5" fmla="*/ 2 h 4"/>
              <a:gd name="T6" fmla="*/ 41 w 44"/>
              <a:gd name="T7" fmla="*/ 0 h 4"/>
              <a:gd name="T8" fmla="*/ 2 w 44"/>
              <a:gd name="T9" fmla="*/ 0 h 4"/>
              <a:gd name="T10" fmla="*/ 0 w 44"/>
              <a:gd name="T11" fmla="*/ 2 h 4"/>
              <a:gd name="T12" fmla="*/ 2 w 44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" h="4">
                <a:moveTo>
                  <a:pt x="2" y="4"/>
                </a:moveTo>
                <a:cubicBezTo>
                  <a:pt x="41" y="4"/>
                  <a:pt x="41" y="4"/>
                  <a:pt x="41" y="4"/>
                </a:cubicBezTo>
                <a:cubicBezTo>
                  <a:pt x="43" y="4"/>
                  <a:pt x="44" y="3"/>
                  <a:pt x="44" y="2"/>
                </a:cubicBezTo>
                <a:cubicBezTo>
                  <a:pt x="44" y="1"/>
                  <a:pt x="43" y="0"/>
                  <a:pt x="41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Freeform 22"/>
          <p:cNvSpPr>
            <a:spLocks noEditPoints="1"/>
          </p:cNvSpPr>
          <p:nvPr/>
        </p:nvSpPr>
        <p:spPr bwMode="auto">
          <a:xfrm>
            <a:off x="7296150" y="6072188"/>
            <a:ext cx="479425" cy="481013"/>
          </a:xfrm>
          <a:custGeom>
            <a:avLst/>
            <a:gdLst>
              <a:gd name="T0" fmla="*/ 128 w 128"/>
              <a:gd name="T1" fmla="*/ 51 h 128"/>
              <a:gd name="T2" fmla="*/ 29 w 128"/>
              <a:gd name="T3" fmla="*/ 51 h 128"/>
              <a:gd name="T4" fmla="*/ 128 w 128"/>
              <a:gd name="T5" fmla="*/ 32 h 128"/>
              <a:gd name="T6" fmla="*/ 123 w 128"/>
              <a:gd name="T7" fmla="*/ 5 h 128"/>
              <a:gd name="T8" fmla="*/ 117 w 128"/>
              <a:gd name="T9" fmla="*/ 0 h 128"/>
              <a:gd name="T10" fmla="*/ 116 w 128"/>
              <a:gd name="T11" fmla="*/ 0 h 128"/>
              <a:gd name="T12" fmla="*/ 5 w 128"/>
              <a:gd name="T13" fmla="*/ 22 h 128"/>
              <a:gd name="T14" fmla="*/ 0 w 128"/>
              <a:gd name="T15" fmla="*/ 28 h 128"/>
              <a:gd name="T16" fmla="*/ 0 w 128"/>
              <a:gd name="T17" fmla="*/ 122 h 128"/>
              <a:gd name="T18" fmla="*/ 6 w 128"/>
              <a:gd name="T19" fmla="*/ 128 h 128"/>
              <a:gd name="T20" fmla="*/ 122 w 128"/>
              <a:gd name="T21" fmla="*/ 128 h 128"/>
              <a:gd name="T22" fmla="*/ 128 w 128"/>
              <a:gd name="T23" fmla="*/ 122 h 128"/>
              <a:gd name="T24" fmla="*/ 128 w 128"/>
              <a:gd name="T25" fmla="*/ 51 h 128"/>
              <a:gd name="T26" fmla="*/ 118 w 128"/>
              <a:gd name="T27" fmla="*/ 4 h 128"/>
              <a:gd name="T28" fmla="*/ 121 w 128"/>
              <a:gd name="T29" fmla="*/ 20 h 128"/>
              <a:gd name="T30" fmla="*/ 102 w 128"/>
              <a:gd name="T31" fmla="*/ 7 h 128"/>
              <a:gd name="T32" fmla="*/ 118 w 128"/>
              <a:gd name="T33" fmla="*/ 4 h 128"/>
              <a:gd name="T34" fmla="*/ 96 w 128"/>
              <a:gd name="T35" fmla="*/ 9 h 128"/>
              <a:gd name="T36" fmla="*/ 122 w 128"/>
              <a:gd name="T37" fmla="*/ 26 h 128"/>
              <a:gd name="T38" fmla="*/ 123 w 128"/>
              <a:gd name="T39" fmla="*/ 28 h 128"/>
              <a:gd name="T40" fmla="*/ 121 w 128"/>
              <a:gd name="T41" fmla="*/ 29 h 128"/>
              <a:gd name="T42" fmla="*/ 111 w 128"/>
              <a:gd name="T43" fmla="*/ 31 h 128"/>
              <a:gd name="T44" fmla="*/ 82 w 128"/>
              <a:gd name="T45" fmla="*/ 11 h 128"/>
              <a:gd name="T46" fmla="*/ 96 w 128"/>
              <a:gd name="T47" fmla="*/ 9 h 128"/>
              <a:gd name="T48" fmla="*/ 76 w 128"/>
              <a:gd name="T49" fmla="*/ 13 h 128"/>
              <a:gd name="T50" fmla="*/ 105 w 128"/>
              <a:gd name="T51" fmla="*/ 32 h 128"/>
              <a:gd name="T52" fmla="*/ 91 w 128"/>
              <a:gd name="T53" fmla="*/ 35 h 128"/>
              <a:gd name="T54" fmla="*/ 62 w 128"/>
              <a:gd name="T55" fmla="*/ 15 h 128"/>
              <a:gd name="T56" fmla="*/ 76 w 128"/>
              <a:gd name="T57" fmla="*/ 13 h 128"/>
              <a:gd name="T58" fmla="*/ 56 w 128"/>
              <a:gd name="T59" fmla="*/ 16 h 128"/>
              <a:gd name="T60" fmla="*/ 85 w 128"/>
              <a:gd name="T61" fmla="*/ 36 h 128"/>
              <a:gd name="T62" fmla="*/ 71 w 128"/>
              <a:gd name="T63" fmla="*/ 39 h 128"/>
              <a:gd name="T64" fmla="*/ 42 w 128"/>
              <a:gd name="T65" fmla="*/ 19 h 128"/>
              <a:gd name="T66" fmla="*/ 56 w 128"/>
              <a:gd name="T67" fmla="*/ 16 h 128"/>
              <a:gd name="T68" fmla="*/ 36 w 128"/>
              <a:gd name="T69" fmla="*/ 20 h 128"/>
              <a:gd name="T70" fmla="*/ 65 w 128"/>
              <a:gd name="T71" fmla="*/ 40 h 128"/>
              <a:gd name="T72" fmla="*/ 51 w 128"/>
              <a:gd name="T73" fmla="*/ 43 h 128"/>
              <a:gd name="T74" fmla="*/ 22 w 128"/>
              <a:gd name="T75" fmla="*/ 23 h 128"/>
              <a:gd name="T76" fmla="*/ 36 w 128"/>
              <a:gd name="T77" fmla="*/ 20 h 128"/>
              <a:gd name="T78" fmla="*/ 6 w 128"/>
              <a:gd name="T79" fmla="*/ 26 h 128"/>
              <a:gd name="T80" fmla="*/ 16 w 128"/>
              <a:gd name="T81" fmla="*/ 24 h 128"/>
              <a:gd name="T82" fmla="*/ 45 w 128"/>
              <a:gd name="T83" fmla="*/ 44 h 128"/>
              <a:gd name="T84" fmla="*/ 31 w 128"/>
              <a:gd name="T85" fmla="*/ 46 h 128"/>
              <a:gd name="T86" fmla="*/ 5 w 128"/>
              <a:gd name="T87" fmla="*/ 29 h 128"/>
              <a:gd name="T88" fmla="*/ 4 w 128"/>
              <a:gd name="T89" fmla="*/ 27 h 128"/>
              <a:gd name="T90" fmla="*/ 6 w 128"/>
              <a:gd name="T91" fmla="*/ 26 h 128"/>
              <a:gd name="T92" fmla="*/ 25 w 128"/>
              <a:gd name="T93" fmla="*/ 48 h 128"/>
              <a:gd name="T94" fmla="*/ 9 w 128"/>
              <a:gd name="T95" fmla="*/ 51 h 128"/>
              <a:gd name="T96" fmla="*/ 6 w 128"/>
              <a:gd name="T97" fmla="*/ 35 h 128"/>
              <a:gd name="T98" fmla="*/ 25 w 128"/>
              <a:gd name="T99" fmla="*/ 48 h 128"/>
              <a:gd name="T100" fmla="*/ 123 w 128"/>
              <a:gd name="T101" fmla="*/ 123 h 128"/>
              <a:gd name="T102" fmla="*/ 5 w 128"/>
              <a:gd name="T103" fmla="*/ 123 h 128"/>
              <a:gd name="T104" fmla="*/ 5 w 128"/>
              <a:gd name="T105" fmla="*/ 56 h 128"/>
              <a:gd name="T106" fmla="*/ 123 w 128"/>
              <a:gd name="T107" fmla="*/ 56 h 128"/>
              <a:gd name="T108" fmla="*/ 123 w 128"/>
              <a:gd name="T109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8" h="128">
                <a:moveTo>
                  <a:pt x="128" y="51"/>
                </a:moveTo>
                <a:cubicBezTo>
                  <a:pt x="29" y="51"/>
                  <a:pt x="29" y="51"/>
                  <a:pt x="29" y="51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123" y="5"/>
                  <a:pt x="123" y="5"/>
                  <a:pt x="123" y="5"/>
                </a:cubicBezTo>
                <a:cubicBezTo>
                  <a:pt x="122" y="2"/>
                  <a:pt x="120" y="0"/>
                  <a:pt x="117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5" y="22"/>
                  <a:pt x="5" y="22"/>
                  <a:pt x="5" y="22"/>
                </a:cubicBezTo>
                <a:cubicBezTo>
                  <a:pt x="2" y="23"/>
                  <a:pt x="0" y="25"/>
                  <a:pt x="0" y="28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51"/>
                </a:lnTo>
                <a:close/>
                <a:moveTo>
                  <a:pt x="118" y="4"/>
                </a:moveTo>
                <a:cubicBezTo>
                  <a:pt x="121" y="20"/>
                  <a:pt x="121" y="20"/>
                  <a:pt x="121" y="20"/>
                </a:cubicBezTo>
                <a:cubicBezTo>
                  <a:pt x="102" y="7"/>
                  <a:pt x="102" y="7"/>
                  <a:pt x="102" y="7"/>
                </a:cubicBezTo>
                <a:lnTo>
                  <a:pt x="118" y="4"/>
                </a:lnTo>
                <a:close/>
                <a:moveTo>
                  <a:pt x="96" y="9"/>
                </a:moveTo>
                <a:cubicBezTo>
                  <a:pt x="122" y="26"/>
                  <a:pt x="122" y="26"/>
                  <a:pt x="122" y="26"/>
                </a:cubicBezTo>
                <a:cubicBezTo>
                  <a:pt x="123" y="28"/>
                  <a:pt x="123" y="28"/>
                  <a:pt x="123" y="28"/>
                </a:cubicBezTo>
                <a:cubicBezTo>
                  <a:pt x="121" y="29"/>
                  <a:pt x="121" y="29"/>
                  <a:pt x="121" y="29"/>
                </a:cubicBezTo>
                <a:cubicBezTo>
                  <a:pt x="111" y="31"/>
                  <a:pt x="111" y="31"/>
                  <a:pt x="111" y="31"/>
                </a:cubicBezTo>
                <a:cubicBezTo>
                  <a:pt x="82" y="11"/>
                  <a:pt x="82" y="11"/>
                  <a:pt x="82" y="11"/>
                </a:cubicBezTo>
                <a:lnTo>
                  <a:pt x="96" y="9"/>
                </a:lnTo>
                <a:close/>
                <a:moveTo>
                  <a:pt x="76" y="13"/>
                </a:moveTo>
                <a:cubicBezTo>
                  <a:pt x="105" y="32"/>
                  <a:pt x="105" y="32"/>
                  <a:pt x="105" y="32"/>
                </a:cubicBezTo>
                <a:cubicBezTo>
                  <a:pt x="91" y="35"/>
                  <a:pt x="91" y="35"/>
                  <a:pt x="91" y="35"/>
                </a:cubicBezTo>
                <a:cubicBezTo>
                  <a:pt x="62" y="15"/>
                  <a:pt x="62" y="15"/>
                  <a:pt x="62" y="15"/>
                </a:cubicBezTo>
                <a:lnTo>
                  <a:pt x="76" y="13"/>
                </a:lnTo>
                <a:close/>
                <a:moveTo>
                  <a:pt x="56" y="16"/>
                </a:moveTo>
                <a:cubicBezTo>
                  <a:pt x="85" y="36"/>
                  <a:pt x="85" y="36"/>
                  <a:pt x="85" y="36"/>
                </a:cubicBezTo>
                <a:cubicBezTo>
                  <a:pt x="71" y="39"/>
                  <a:pt x="71" y="39"/>
                  <a:pt x="71" y="39"/>
                </a:cubicBezTo>
                <a:cubicBezTo>
                  <a:pt x="42" y="19"/>
                  <a:pt x="42" y="19"/>
                  <a:pt x="42" y="19"/>
                </a:cubicBezTo>
                <a:lnTo>
                  <a:pt x="56" y="16"/>
                </a:lnTo>
                <a:close/>
                <a:moveTo>
                  <a:pt x="36" y="20"/>
                </a:moveTo>
                <a:cubicBezTo>
                  <a:pt x="65" y="40"/>
                  <a:pt x="65" y="40"/>
                  <a:pt x="65" y="40"/>
                </a:cubicBezTo>
                <a:cubicBezTo>
                  <a:pt x="51" y="43"/>
                  <a:pt x="51" y="43"/>
                  <a:pt x="51" y="43"/>
                </a:cubicBezTo>
                <a:cubicBezTo>
                  <a:pt x="22" y="23"/>
                  <a:pt x="22" y="23"/>
                  <a:pt x="22" y="23"/>
                </a:cubicBezTo>
                <a:lnTo>
                  <a:pt x="36" y="20"/>
                </a:lnTo>
                <a:close/>
                <a:moveTo>
                  <a:pt x="6" y="26"/>
                </a:moveTo>
                <a:cubicBezTo>
                  <a:pt x="16" y="24"/>
                  <a:pt x="16" y="24"/>
                  <a:pt x="16" y="24"/>
                </a:cubicBezTo>
                <a:cubicBezTo>
                  <a:pt x="45" y="44"/>
                  <a:pt x="45" y="44"/>
                  <a:pt x="45" y="44"/>
                </a:cubicBezTo>
                <a:cubicBezTo>
                  <a:pt x="31" y="46"/>
                  <a:pt x="31" y="46"/>
                  <a:pt x="31" y="46"/>
                </a:cubicBezTo>
                <a:cubicBezTo>
                  <a:pt x="5" y="29"/>
                  <a:pt x="5" y="29"/>
                  <a:pt x="5" y="29"/>
                </a:cubicBezTo>
                <a:cubicBezTo>
                  <a:pt x="4" y="27"/>
                  <a:pt x="4" y="27"/>
                  <a:pt x="4" y="27"/>
                </a:cubicBezTo>
                <a:lnTo>
                  <a:pt x="6" y="26"/>
                </a:lnTo>
                <a:close/>
                <a:moveTo>
                  <a:pt x="25" y="48"/>
                </a:moveTo>
                <a:cubicBezTo>
                  <a:pt x="9" y="51"/>
                  <a:pt x="9" y="51"/>
                  <a:pt x="9" y="51"/>
                </a:cubicBezTo>
                <a:cubicBezTo>
                  <a:pt x="6" y="35"/>
                  <a:pt x="6" y="35"/>
                  <a:pt x="6" y="35"/>
                </a:cubicBezTo>
                <a:lnTo>
                  <a:pt x="25" y="48"/>
                </a:lnTo>
                <a:close/>
                <a:moveTo>
                  <a:pt x="123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56"/>
                  <a:pt x="5" y="56"/>
                  <a:pt x="5" y="56"/>
                </a:cubicBezTo>
                <a:cubicBezTo>
                  <a:pt x="123" y="56"/>
                  <a:pt x="123" y="56"/>
                  <a:pt x="123" y="56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Freeform 23"/>
          <p:cNvSpPr>
            <a:spLocks noEditPoints="1"/>
          </p:cNvSpPr>
          <p:nvPr/>
        </p:nvSpPr>
        <p:spPr bwMode="auto">
          <a:xfrm>
            <a:off x="6334125" y="6191250"/>
            <a:ext cx="296863" cy="241300"/>
          </a:xfrm>
          <a:custGeom>
            <a:avLst/>
            <a:gdLst>
              <a:gd name="T0" fmla="*/ 73 w 79"/>
              <a:gd name="T1" fmla="*/ 0 h 64"/>
              <a:gd name="T2" fmla="*/ 6 w 79"/>
              <a:gd name="T3" fmla="*/ 0 h 64"/>
              <a:gd name="T4" fmla="*/ 0 w 79"/>
              <a:gd name="T5" fmla="*/ 6 h 64"/>
              <a:gd name="T6" fmla="*/ 0 w 79"/>
              <a:gd name="T7" fmla="*/ 58 h 64"/>
              <a:gd name="T8" fmla="*/ 6 w 79"/>
              <a:gd name="T9" fmla="*/ 64 h 64"/>
              <a:gd name="T10" fmla="*/ 73 w 79"/>
              <a:gd name="T11" fmla="*/ 64 h 64"/>
              <a:gd name="T12" fmla="*/ 79 w 79"/>
              <a:gd name="T13" fmla="*/ 58 h 64"/>
              <a:gd name="T14" fmla="*/ 79 w 79"/>
              <a:gd name="T15" fmla="*/ 6 h 64"/>
              <a:gd name="T16" fmla="*/ 73 w 79"/>
              <a:gd name="T17" fmla="*/ 0 h 64"/>
              <a:gd name="T18" fmla="*/ 74 w 79"/>
              <a:gd name="T19" fmla="*/ 59 h 64"/>
              <a:gd name="T20" fmla="*/ 5 w 79"/>
              <a:gd name="T21" fmla="*/ 59 h 64"/>
              <a:gd name="T22" fmla="*/ 5 w 79"/>
              <a:gd name="T23" fmla="*/ 5 h 64"/>
              <a:gd name="T24" fmla="*/ 74 w 79"/>
              <a:gd name="T25" fmla="*/ 5 h 64"/>
              <a:gd name="T26" fmla="*/ 74 w 79"/>
              <a:gd name="T27" fmla="*/ 59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9" h="64">
                <a:moveTo>
                  <a:pt x="73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1"/>
                  <a:pt x="3" y="64"/>
                  <a:pt x="6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4"/>
                  <a:pt x="79" y="61"/>
                  <a:pt x="79" y="58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3"/>
                  <a:pt x="76" y="0"/>
                  <a:pt x="73" y="0"/>
                </a:cubicBezTo>
                <a:close/>
                <a:moveTo>
                  <a:pt x="74" y="59"/>
                </a:moveTo>
                <a:cubicBezTo>
                  <a:pt x="5" y="59"/>
                  <a:pt x="5" y="59"/>
                  <a:pt x="5" y="59"/>
                </a:cubicBezTo>
                <a:cubicBezTo>
                  <a:pt x="5" y="5"/>
                  <a:pt x="5" y="5"/>
                  <a:pt x="5" y="5"/>
                </a:cubicBezTo>
                <a:cubicBezTo>
                  <a:pt x="74" y="5"/>
                  <a:pt x="74" y="5"/>
                  <a:pt x="74" y="5"/>
                </a:cubicBezTo>
                <a:lnTo>
                  <a:pt x="74" y="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Freeform 24"/>
          <p:cNvSpPr>
            <a:spLocks noEditPoints="1"/>
          </p:cNvSpPr>
          <p:nvPr/>
        </p:nvSpPr>
        <p:spPr bwMode="auto">
          <a:xfrm>
            <a:off x="6669088" y="6191250"/>
            <a:ext cx="146050" cy="241300"/>
          </a:xfrm>
          <a:custGeom>
            <a:avLst/>
            <a:gdLst>
              <a:gd name="T0" fmla="*/ 37 w 39"/>
              <a:gd name="T1" fmla="*/ 0 h 64"/>
              <a:gd name="T2" fmla="*/ 36 w 39"/>
              <a:gd name="T3" fmla="*/ 0 h 64"/>
              <a:gd name="T4" fmla="*/ 1 w 39"/>
              <a:gd name="T5" fmla="*/ 16 h 64"/>
              <a:gd name="T6" fmla="*/ 0 w 39"/>
              <a:gd name="T7" fmla="*/ 18 h 64"/>
              <a:gd name="T8" fmla="*/ 0 w 39"/>
              <a:gd name="T9" fmla="*/ 46 h 64"/>
              <a:gd name="T10" fmla="*/ 1 w 39"/>
              <a:gd name="T11" fmla="*/ 48 h 64"/>
              <a:gd name="T12" fmla="*/ 36 w 39"/>
              <a:gd name="T13" fmla="*/ 64 h 64"/>
              <a:gd name="T14" fmla="*/ 37 w 39"/>
              <a:gd name="T15" fmla="*/ 64 h 64"/>
              <a:gd name="T16" fmla="*/ 39 w 39"/>
              <a:gd name="T17" fmla="*/ 62 h 64"/>
              <a:gd name="T18" fmla="*/ 39 w 39"/>
              <a:gd name="T19" fmla="*/ 2 h 64"/>
              <a:gd name="T20" fmla="*/ 37 w 39"/>
              <a:gd name="T21" fmla="*/ 0 h 64"/>
              <a:gd name="T22" fmla="*/ 34 w 39"/>
              <a:gd name="T23" fmla="*/ 58 h 64"/>
              <a:gd name="T24" fmla="*/ 5 w 39"/>
              <a:gd name="T25" fmla="*/ 44 h 64"/>
              <a:gd name="T26" fmla="*/ 5 w 39"/>
              <a:gd name="T27" fmla="*/ 20 h 64"/>
              <a:gd name="T28" fmla="*/ 34 w 39"/>
              <a:gd name="T29" fmla="*/ 6 h 64"/>
              <a:gd name="T30" fmla="*/ 34 w 39"/>
              <a:gd name="T31" fmla="*/ 5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9" h="64">
                <a:moveTo>
                  <a:pt x="37" y="0"/>
                </a:moveTo>
                <a:cubicBezTo>
                  <a:pt x="36" y="0"/>
                  <a:pt x="36" y="0"/>
                  <a:pt x="36" y="0"/>
                </a:cubicBezTo>
                <a:cubicBezTo>
                  <a:pt x="35" y="0"/>
                  <a:pt x="13" y="11"/>
                  <a:pt x="1" y="16"/>
                </a:cubicBezTo>
                <a:cubicBezTo>
                  <a:pt x="1" y="17"/>
                  <a:pt x="0" y="17"/>
                  <a:pt x="0" y="18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7"/>
                  <a:pt x="1" y="47"/>
                  <a:pt x="1" y="48"/>
                </a:cubicBezTo>
                <a:cubicBezTo>
                  <a:pt x="13" y="53"/>
                  <a:pt x="35" y="64"/>
                  <a:pt x="36" y="64"/>
                </a:cubicBezTo>
                <a:cubicBezTo>
                  <a:pt x="36" y="64"/>
                  <a:pt x="36" y="64"/>
                  <a:pt x="37" y="64"/>
                </a:cubicBezTo>
                <a:cubicBezTo>
                  <a:pt x="38" y="64"/>
                  <a:pt x="39" y="63"/>
                  <a:pt x="39" y="62"/>
                </a:cubicBezTo>
                <a:cubicBezTo>
                  <a:pt x="39" y="2"/>
                  <a:pt x="39" y="2"/>
                  <a:pt x="39" y="2"/>
                </a:cubicBezTo>
                <a:cubicBezTo>
                  <a:pt x="39" y="1"/>
                  <a:pt x="38" y="0"/>
                  <a:pt x="37" y="0"/>
                </a:cubicBezTo>
                <a:close/>
                <a:moveTo>
                  <a:pt x="34" y="58"/>
                </a:moveTo>
                <a:cubicBezTo>
                  <a:pt x="5" y="44"/>
                  <a:pt x="5" y="44"/>
                  <a:pt x="5" y="44"/>
                </a:cubicBezTo>
                <a:cubicBezTo>
                  <a:pt x="5" y="20"/>
                  <a:pt x="5" y="20"/>
                  <a:pt x="5" y="20"/>
                </a:cubicBezTo>
                <a:cubicBezTo>
                  <a:pt x="34" y="6"/>
                  <a:pt x="34" y="6"/>
                  <a:pt x="34" y="6"/>
                </a:cubicBezTo>
                <a:lnTo>
                  <a:pt x="34" y="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Freeform 25"/>
          <p:cNvSpPr>
            <a:spLocks noEditPoints="1"/>
          </p:cNvSpPr>
          <p:nvPr/>
        </p:nvSpPr>
        <p:spPr bwMode="auto">
          <a:xfrm>
            <a:off x="5456238" y="6143625"/>
            <a:ext cx="77788" cy="77788"/>
          </a:xfrm>
          <a:custGeom>
            <a:avLst/>
            <a:gdLst>
              <a:gd name="T0" fmla="*/ 11 w 21"/>
              <a:gd name="T1" fmla="*/ 21 h 21"/>
              <a:gd name="T2" fmla="*/ 21 w 21"/>
              <a:gd name="T3" fmla="*/ 10 h 21"/>
              <a:gd name="T4" fmla="*/ 11 w 21"/>
              <a:gd name="T5" fmla="*/ 0 h 21"/>
              <a:gd name="T6" fmla="*/ 0 w 21"/>
              <a:gd name="T7" fmla="*/ 10 h 21"/>
              <a:gd name="T8" fmla="*/ 11 w 21"/>
              <a:gd name="T9" fmla="*/ 21 h 21"/>
              <a:gd name="T10" fmla="*/ 11 w 21"/>
              <a:gd name="T11" fmla="*/ 4 h 21"/>
              <a:gd name="T12" fmla="*/ 17 w 21"/>
              <a:gd name="T13" fmla="*/ 10 h 21"/>
              <a:gd name="T14" fmla="*/ 11 w 21"/>
              <a:gd name="T15" fmla="*/ 16 h 21"/>
              <a:gd name="T16" fmla="*/ 5 w 21"/>
              <a:gd name="T17" fmla="*/ 10 h 21"/>
              <a:gd name="T18" fmla="*/ 11 w 21"/>
              <a:gd name="T19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" h="21">
                <a:moveTo>
                  <a:pt x="11" y="21"/>
                </a:moveTo>
                <a:cubicBezTo>
                  <a:pt x="17" y="21"/>
                  <a:pt x="21" y="16"/>
                  <a:pt x="21" y="10"/>
                </a:cubicBezTo>
                <a:cubicBezTo>
                  <a:pt x="21" y="4"/>
                  <a:pt x="17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lose/>
                <a:moveTo>
                  <a:pt x="11" y="4"/>
                </a:moveTo>
                <a:cubicBezTo>
                  <a:pt x="14" y="4"/>
                  <a:pt x="17" y="7"/>
                  <a:pt x="17" y="10"/>
                </a:cubicBezTo>
                <a:cubicBezTo>
                  <a:pt x="17" y="13"/>
                  <a:pt x="14" y="16"/>
                  <a:pt x="11" y="16"/>
                </a:cubicBezTo>
                <a:cubicBezTo>
                  <a:pt x="8" y="16"/>
                  <a:pt x="5" y="13"/>
                  <a:pt x="5" y="10"/>
                </a:cubicBezTo>
                <a:cubicBezTo>
                  <a:pt x="5" y="7"/>
                  <a:pt x="8" y="4"/>
                  <a:pt x="11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Freeform 26"/>
          <p:cNvSpPr>
            <a:spLocks noEditPoints="1"/>
          </p:cNvSpPr>
          <p:nvPr/>
        </p:nvSpPr>
        <p:spPr bwMode="auto">
          <a:xfrm>
            <a:off x="5481638" y="6196013"/>
            <a:ext cx="288925" cy="149225"/>
          </a:xfrm>
          <a:custGeom>
            <a:avLst/>
            <a:gdLst>
              <a:gd name="T0" fmla="*/ 0 w 77"/>
              <a:gd name="T1" fmla="*/ 37 h 40"/>
              <a:gd name="T2" fmla="*/ 0 w 77"/>
              <a:gd name="T3" fmla="*/ 38 h 40"/>
              <a:gd name="T4" fmla="*/ 2 w 77"/>
              <a:gd name="T5" fmla="*/ 40 h 40"/>
              <a:gd name="T6" fmla="*/ 75 w 77"/>
              <a:gd name="T7" fmla="*/ 40 h 40"/>
              <a:gd name="T8" fmla="*/ 77 w 77"/>
              <a:gd name="T9" fmla="*/ 38 h 40"/>
              <a:gd name="T10" fmla="*/ 76 w 77"/>
              <a:gd name="T11" fmla="*/ 37 h 40"/>
              <a:gd name="T12" fmla="*/ 75 w 77"/>
              <a:gd name="T13" fmla="*/ 36 h 40"/>
              <a:gd name="T14" fmla="*/ 76 w 77"/>
              <a:gd name="T15" fmla="*/ 36 h 40"/>
              <a:gd name="T16" fmla="*/ 48 w 77"/>
              <a:gd name="T17" fmla="*/ 1 h 40"/>
              <a:gd name="T18" fmla="*/ 45 w 77"/>
              <a:gd name="T19" fmla="*/ 1 h 40"/>
              <a:gd name="T20" fmla="*/ 30 w 77"/>
              <a:gd name="T21" fmla="*/ 20 h 40"/>
              <a:gd name="T22" fmla="*/ 24 w 77"/>
              <a:gd name="T23" fmla="*/ 12 h 40"/>
              <a:gd name="T24" fmla="*/ 21 w 77"/>
              <a:gd name="T25" fmla="*/ 12 h 40"/>
              <a:gd name="T26" fmla="*/ 0 w 77"/>
              <a:gd name="T27" fmla="*/ 37 h 40"/>
              <a:gd name="T28" fmla="*/ 22 w 77"/>
              <a:gd name="T29" fmla="*/ 17 h 40"/>
              <a:gd name="T30" fmla="*/ 30 w 77"/>
              <a:gd name="T31" fmla="*/ 27 h 40"/>
              <a:gd name="T32" fmla="*/ 46 w 77"/>
              <a:gd name="T33" fmla="*/ 7 h 40"/>
              <a:gd name="T34" fmla="*/ 69 w 77"/>
              <a:gd name="T35" fmla="*/ 36 h 40"/>
              <a:gd name="T36" fmla="*/ 7 w 77"/>
              <a:gd name="T37" fmla="*/ 36 h 40"/>
              <a:gd name="T38" fmla="*/ 22 w 77"/>
              <a:gd name="T39" fmla="*/ 1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77" h="40">
                <a:moveTo>
                  <a:pt x="0" y="37"/>
                </a:moveTo>
                <a:cubicBezTo>
                  <a:pt x="0" y="37"/>
                  <a:pt x="0" y="38"/>
                  <a:pt x="0" y="38"/>
                </a:cubicBezTo>
                <a:cubicBezTo>
                  <a:pt x="0" y="39"/>
                  <a:pt x="1" y="40"/>
                  <a:pt x="2" y="40"/>
                </a:cubicBezTo>
                <a:cubicBezTo>
                  <a:pt x="75" y="40"/>
                  <a:pt x="75" y="40"/>
                  <a:pt x="75" y="40"/>
                </a:cubicBezTo>
                <a:cubicBezTo>
                  <a:pt x="76" y="40"/>
                  <a:pt x="77" y="39"/>
                  <a:pt x="77" y="38"/>
                </a:cubicBezTo>
                <a:cubicBezTo>
                  <a:pt x="77" y="38"/>
                  <a:pt x="77" y="38"/>
                  <a:pt x="76" y="37"/>
                </a:cubicBezTo>
                <a:cubicBezTo>
                  <a:pt x="75" y="36"/>
                  <a:pt x="75" y="36"/>
                  <a:pt x="75" y="36"/>
                </a:cubicBezTo>
                <a:cubicBezTo>
                  <a:pt x="76" y="36"/>
                  <a:pt x="76" y="36"/>
                  <a:pt x="76" y="36"/>
                </a:cubicBezTo>
                <a:cubicBezTo>
                  <a:pt x="48" y="1"/>
                  <a:pt x="48" y="1"/>
                  <a:pt x="48" y="1"/>
                </a:cubicBezTo>
                <a:cubicBezTo>
                  <a:pt x="47" y="0"/>
                  <a:pt x="45" y="0"/>
                  <a:pt x="45" y="1"/>
                </a:cubicBezTo>
                <a:cubicBezTo>
                  <a:pt x="30" y="20"/>
                  <a:pt x="30" y="20"/>
                  <a:pt x="30" y="20"/>
                </a:cubicBezTo>
                <a:cubicBezTo>
                  <a:pt x="24" y="12"/>
                  <a:pt x="24" y="12"/>
                  <a:pt x="24" y="12"/>
                </a:cubicBezTo>
                <a:cubicBezTo>
                  <a:pt x="23" y="11"/>
                  <a:pt x="21" y="11"/>
                  <a:pt x="21" y="12"/>
                </a:cubicBezTo>
                <a:cubicBezTo>
                  <a:pt x="0" y="37"/>
                  <a:pt x="0" y="37"/>
                  <a:pt x="0" y="37"/>
                </a:cubicBezTo>
                <a:close/>
                <a:moveTo>
                  <a:pt x="22" y="17"/>
                </a:moveTo>
                <a:cubicBezTo>
                  <a:pt x="30" y="27"/>
                  <a:pt x="30" y="27"/>
                  <a:pt x="30" y="27"/>
                </a:cubicBezTo>
                <a:cubicBezTo>
                  <a:pt x="46" y="7"/>
                  <a:pt x="46" y="7"/>
                  <a:pt x="46" y="7"/>
                </a:cubicBezTo>
                <a:cubicBezTo>
                  <a:pt x="69" y="36"/>
                  <a:pt x="69" y="36"/>
                  <a:pt x="69" y="36"/>
                </a:cubicBezTo>
                <a:cubicBezTo>
                  <a:pt x="7" y="36"/>
                  <a:pt x="7" y="36"/>
                  <a:pt x="7" y="36"/>
                </a:cubicBezTo>
                <a:lnTo>
                  <a:pt x="22" y="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Freeform 27"/>
          <p:cNvSpPr>
            <a:spLocks noEditPoints="1"/>
          </p:cNvSpPr>
          <p:nvPr/>
        </p:nvSpPr>
        <p:spPr bwMode="auto">
          <a:xfrm>
            <a:off x="5399088" y="6072188"/>
            <a:ext cx="428625" cy="481013"/>
          </a:xfrm>
          <a:custGeom>
            <a:avLst/>
            <a:gdLst>
              <a:gd name="T0" fmla="*/ 108 w 114"/>
              <a:gd name="T1" fmla="*/ 0 h 128"/>
              <a:gd name="T2" fmla="*/ 6 w 114"/>
              <a:gd name="T3" fmla="*/ 0 h 128"/>
              <a:gd name="T4" fmla="*/ 0 w 114"/>
              <a:gd name="T5" fmla="*/ 6 h 128"/>
              <a:gd name="T6" fmla="*/ 0 w 114"/>
              <a:gd name="T7" fmla="*/ 122 h 128"/>
              <a:gd name="T8" fmla="*/ 6 w 114"/>
              <a:gd name="T9" fmla="*/ 128 h 128"/>
              <a:gd name="T10" fmla="*/ 108 w 114"/>
              <a:gd name="T11" fmla="*/ 128 h 128"/>
              <a:gd name="T12" fmla="*/ 114 w 114"/>
              <a:gd name="T13" fmla="*/ 122 h 128"/>
              <a:gd name="T14" fmla="*/ 114 w 114"/>
              <a:gd name="T15" fmla="*/ 6 h 128"/>
              <a:gd name="T16" fmla="*/ 108 w 114"/>
              <a:gd name="T17" fmla="*/ 0 h 128"/>
              <a:gd name="T18" fmla="*/ 109 w 114"/>
              <a:gd name="T19" fmla="*/ 123 h 128"/>
              <a:gd name="T20" fmla="*/ 5 w 114"/>
              <a:gd name="T21" fmla="*/ 123 h 128"/>
              <a:gd name="T22" fmla="*/ 5 w 114"/>
              <a:gd name="T23" fmla="*/ 92 h 128"/>
              <a:gd name="T24" fmla="*/ 109 w 114"/>
              <a:gd name="T25" fmla="*/ 92 h 128"/>
              <a:gd name="T26" fmla="*/ 109 w 114"/>
              <a:gd name="T27" fmla="*/ 123 h 128"/>
              <a:gd name="T28" fmla="*/ 109 w 114"/>
              <a:gd name="T29" fmla="*/ 87 h 128"/>
              <a:gd name="T30" fmla="*/ 5 w 114"/>
              <a:gd name="T31" fmla="*/ 87 h 128"/>
              <a:gd name="T32" fmla="*/ 5 w 114"/>
              <a:gd name="T33" fmla="*/ 5 h 128"/>
              <a:gd name="T34" fmla="*/ 109 w 114"/>
              <a:gd name="T35" fmla="*/ 5 h 128"/>
              <a:gd name="T36" fmla="*/ 109 w 114"/>
              <a:gd name="T37" fmla="*/ 8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4" h="128">
                <a:moveTo>
                  <a:pt x="108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08" y="128"/>
                  <a:pt x="108" y="128"/>
                  <a:pt x="108" y="128"/>
                </a:cubicBezTo>
                <a:cubicBezTo>
                  <a:pt x="111" y="128"/>
                  <a:pt x="114" y="125"/>
                  <a:pt x="114" y="122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3"/>
                  <a:pt x="111" y="0"/>
                  <a:pt x="108" y="0"/>
                </a:cubicBezTo>
                <a:close/>
                <a:moveTo>
                  <a:pt x="109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92"/>
                  <a:pt x="5" y="92"/>
                  <a:pt x="5" y="92"/>
                </a:cubicBezTo>
                <a:cubicBezTo>
                  <a:pt x="109" y="92"/>
                  <a:pt x="109" y="92"/>
                  <a:pt x="109" y="92"/>
                </a:cubicBezTo>
                <a:lnTo>
                  <a:pt x="109" y="123"/>
                </a:lnTo>
                <a:close/>
                <a:moveTo>
                  <a:pt x="109" y="87"/>
                </a:moveTo>
                <a:cubicBezTo>
                  <a:pt x="5" y="87"/>
                  <a:pt x="5" y="87"/>
                  <a:pt x="5" y="87"/>
                </a:cubicBezTo>
                <a:cubicBezTo>
                  <a:pt x="5" y="5"/>
                  <a:pt x="5" y="5"/>
                  <a:pt x="5" y="5"/>
                </a:cubicBezTo>
                <a:cubicBezTo>
                  <a:pt x="109" y="5"/>
                  <a:pt x="109" y="5"/>
                  <a:pt x="109" y="5"/>
                </a:cubicBezTo>
                <a:lnTo>
                  <a:pt x="109" y="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Freeform 28"/>
          <p:cNvSpPr/>
          <p:nvPr/>
        </p:nvSpPr>
        <p:spPr bwMode="auto">
          <a:xfrm>
            <a:off x="5511800" y="6470650"/>
            <a:ext cx="203200" cy="17463"/>
          </a:xfrm>
          <a:custGeom>
            <a:avLst/>
            <a:gdLst>
              <a:gd name="T0" fmla="*/ 2 w 54"/>
              <a:gd name="T1" fmla="*/ 5 h 5"/>
              <a:gd name="T2" fmla="*/ 52 w 54"/>
              <a:gd name="T3" fmla="*/ 5 h 5"/>
              <a:gd name="T4" fmla="*/ 54 w 54"/>
              <a:gd name="T5" fmla="*/ 2 h 5"/>
              <a:gd name="T6" fmla="*/ 52 w 54"/>
              <a:gd name="T7" fmla="*/ 0 h 5"/>
              <a:gd name="T8" fmla="*/ 2 w 54"/>
              <a:gd name="T9" fmla="*/ 0 h 5"/>
              <a:gd name="T10" fmla="*/ 0 w 54"/>
              <a:gd name="T11" fmla="*/ 2 h 5"/>
              <a:gd name="T12" fmla="*/ 2 w 54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" h="5">
                <a:moveTo>
                  <a:pt x="2" y="5"/>
                </a:moveTo>
                <a:cubicBezTo>
                  <a:pt x="52" y="5"/>
                  <a:pt x="52" y="5"/>
                  <a:pt x="52" y="5"/>
                </a:cubicBezTo>
                <a:cubicBezTo>
                  <a:pt x="53" y="5"/>
                  <a:pt x="54" y="4"/>
                  <a:pt x="54" y="2"/>
                </a:cubicBezTo>
                <a:cubicBezTo>
                  <a:pt x="54" y="1"/>
                  <a:pt x="53" y="0"/>
                  <a:pt x="5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Freeform 29"/>
          <p:cNvSpPr>
            <a:spLocks noEditPoints="1"/>
          </p:cNvSpPr>
          <p:nvPr/>
        </p:nvSpPr>
        <p:spPr bwMode="auto">
          <a:xfrm>
            <a:off x="4494213" y="6143625"/>
            <a:ext cx="79375" cy="77788"/>
          </a:xfrm>
          <a:custGeom>
            <a:avLst/>
            <a:gdLst>
              <a:gd name="T0" fmla="*/ 11 w 21"/>
              <a:gd name="T1" fmla="*/ 21 h 21"/>
              <a:gd name="T2" fmla="*/ 21 w 21"/>
              <a:gd name="T3" fmla="*/ 10 h 21"/>
              <a:gd name="T4" fmla="*/ 11 w 21"/>
              <a:gd name="T5" fmla="*/ 0 h 21"/>
              <a:gd name="T6" fmla="*/ 0 w 21"/>
              <a:gd name="T7" fmla="*/ 10 h 21"/>
              <a:gd name="T8" fmla="*/ 11 w 21"/>
              <a:gd name="T9" fmla="*/ 21 h 21"/>
              <a:gd name="T10" fmla="*/ 11 w 21"/>
              <a:gd name="T11" fmla="*/ 4 h 21"/>
              <a:gd name="T12" fmla="*/ 17 w 21"/>
              <a:gd name="T13" fmla="*/ 10 h 21"/>
              <a:gd name="T14" fmla="*/ 11 w 21"/>
              <a:gd name="T15" fmla="*/ 16 h 21"/>
              <a:gd name="T16" fmla="*/ 5 w 21"/>
              <a:gd name="T17" fmla="*/ 10 h 21"/>
              <a:gd name="T18" fmla="*/ 11 w 21"/>
              <a:gd name="T19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" h="21">
                <a:moveTo>
                  <a:pt x="11" y="21"/>
                </a:moveTo>
                <a:cubicBezTo>
                  <a:pt x="17" y="21"/>
                  <a:pt x="21" y="16"/>
                  <a:pt x="21" y="10"/>
                </a:cubicBezTo>
                <a:cubicBezTo>
                  <a:pt x="21" y="4"/>
                  <a:pt x="17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lose/>
                <a:moveTo>
                  <a:pt x="11" y="4"/>
                </a:moveTo>
                <a:cubicBezTo>
                  <a:pt x="14" y="4"/>
                  <a:pt x="17" y="7"/>
                  <a:pt x="17" y="10"/>
                </a:cubicBezTo>
                <a:cubicBezTo>
                  <a:pt x="17" y="13"/>
                  <a:pt x="14" y="16"/>
                  <a:pt x="11" y="16"/>
                </a:cubicBezTo>
                <a:cubicBezTo>
                  <a:pt x="8" y="16"/>
                  <a:pt x="5" y="13"/>
                  <a:pt x="5" y="10"/>
                </a:cubicBezTo>
                <a:cubicBezTo>
                  <a:pt x="5" y="7"/>
                  <a:pt x="8" y="4"/>
                  <a:pt x="11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Freeform 30"/>
          <p:cNvSpPr>
            <a:spLocks noEditPoints="1"/>
          </p:cNvSpPr>
          <p:nvPr/>
        </p:nvSpPr>
        <p:spPr bwMode="auto">
          <a:xfrm>
            <a:off x="4521200" y="6196013"/>
            <a:ext cx="288925" cy="149225"/>
          </a:xfrm>
          <a:custGeom>
            <a:avLst/>
            <a:gdLst>
              <a:gd name="T0" fmla="*/ 0 w 77"/>
              <a:gd name="T1" fmla="*/ 38 h 40"/>
              <a:gd name="T2" fmla="*/ 2 w 77"/>
              <a:gd name="T3" fmla="*/ 40 h 40"/>
              <a:gd name="T4" fmla="*/ 75 w 77"/>
              <a:gd name="T5" fmla="*/ 40 h 40"/>
              <a:gd name="T6" fmla="*/ 77 w 77"/>
              <a:gd name="T7" fmla="*/ 38 h 40"/>
              <a:gd name="T8" fmla="*/ 76 w 77"/>
              <a:gd name="T9" fmla="*/ 37 h 40"/>
              <a:gd name="T10" fmla="*/ 76 w 77"/>
              <a:gd name="T11" fmla="*/ 36 h 40"/>
              <a:gd name="T12" fmla="*/ 76 w 77"/>
              <a:gd name="T13" fmla="*/ 36 h 40"/>
              <a:gd name="T14" fmla="*/ 48 w 77"/>
              <a:gd name="T15" fmla="*/ 1 h 40"/>
              <a:gd name="T16" fmla="*/ 45 w 77"/>
              <a:gd name="T17" fmla="*/ 1 h 40"/>
              <a:gd name="T18" fmla="*/ 30 w 77"/>
              <a:gd name="T19" fmla="*/ 20 h 40"/>
              <a:gd name="T20" fmla="*/ 24 w 77"/>
              <a:gd name="T21" fmla="*/ 12 h 40"/>
              <a:gd name="T22" fmla="*/ 20 w 77"/>
              <a:gd name="T23" fmla="*/ 12 h 40"/>
              <a:gd name="T24" fmla="*/ 0 w 77"/>
              <a:gd name="T25" fmla="*/ 37 h 40"/>
              <a:gd name="T26" fmla="*/ 0 w 77"/>
              <a:gd name="T27" fmla="*/ 38 h 40"/>
              <a:gd name="T28" fmla="*/ 22 w 77"/>
              <a:gd name="T29" fmla="*/ 17 h 40"/>
              <a:gd name="T30" fmla="*/ 30 w 77"/>
              <a:gd name="T31" fmla="*/ 27 h 40"/>
              <a:gd name="T32" fmla="*/ 46 w 77"/>
              <a:gd name="T33" fmla="*/ 7 h 40"/>
              <a:gd name="T34" fmla="*/ 69 w 77"/>
              <a:gd name="T35" fmla="*/ 36 h 40"/>
              <a:gd name="T36" fmla="*/ 7 w 77"/>
              <a:gd name="T37" fmla="*/ 36 h 40"/>
              <a:gd name="T38" fmla="*/ 22 w 77"/>
              <a:gd name="T39" fmla="*/ 1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77" h="40">
                <a:moveTo>
                  <a:pt x="0" y="38"/>
                </a:moveTo>
                <a:cubicBezTo>
                  <a:pt x="0" y="39"/>
                  <a:pt x="1" y="40"/>
                  <a:pt x="2" y="40"/>
                </a:cubicBezTo>
                <a:cubicBezTo>
                  <a:pt x="75" y="40"/>
                  <a:pt x="75" y="40"/>
                  <a:pt x="75" y="40"/>
                </a:cubicBezTo>
                <a:cubicBezTo>
                  <a:pt x="76" y="40"/>
                  <a:pt x="77" y="39"/>
                  <a:pt x="77" y="38"/>
                </a:cubicBezTo>
                <a:cubicBezTo>
                  <a:pt x="77" y="38"/>
                  <a:pt x="77" y="37"/>
                  <a:pt x="76" y="37"/>
                </a:cubicBezTo>
                <a:cubicBezTo>
                  <a:pt x="76" y="36"/>
                  <a:pt x="76" y="36"/>
                  <a:pt x="76" y="36"/>
                </a:cubicBezTo>
                <a:cubicBezTo>
                  <a:pt x="76" y="36"/>
                  <a:pt x="76" y="36"/>
                  <a:pt x="76" y="36"/>
                </a:cubicBezTo>
                <a:cubicBezTo>
                  <a:pt x="48" y="1"/>
                  <a:pt x="48" y="1"/>
                  <a:pt x="48" y="1"/>
                </a:cubicBezTo>
                <a:cubicBezTo>
                  <a:pt x="47" y="0"/>
                  <a:pt x="45" y="0"/>
                  <a:pt x="45" y="1"/>
                </a:cubicBezTo>
                <a:cubicBezTo>
                  <a:pt x="30" y="20"/>
                  <a:pt x="30" y="20"/>
                  <a:pt x="30" y="20"/>
                </a:cubicBezTo>
                <a:cubicBezTo>
                  <a:pt x="24" y="12"/>
                  <a:pt x="24" y="12"/>
                  <a:pt x="24" y="12"/>
                </a:cubicBezTo>
                <a:cubicBezTo>
                  <a:pt x="23" y="11"/>
                  <a:pt x="21" y="11"/>
                  <a:pt x="20" y="12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8"/>
                  <a:pt x="0" y="38"/>
                  <a:pt x="0" y="38"/>
                </a:cubicBezTo>
                <a:close/>
                <a:moveTo>
                  <a:pt x="22" y="17"/>
                </a:moveTo>
                <a:cubicBezTo>
                  <a:pt x="30" y="27"/>
                  <a:pt x="30" y="27"/>
                  <a:pt x="30" y="27"/>
                </a:cubicBezTo>
                <a:cubicBezTo>
                  <a:pt x="46" y="7"/>
                  <a:pt x="46" y="7"/>
                  <a:pt x="46" y="7"/>
                </a:cubicBezTo>
                <a:cubicBezTo>
                  <a:pt x="69" y="36"/>
                  <a:pt x="69" y="36"/>
                  <a:pt x="69" y="36"/>
                </a:cubicBezTo>
                <a:cubicBezTo>
                  <a:pt x="7" y="36"/>
                  <a:pt x="7" y="36"/>
                  <a:pt x="7" y="36"/>
                </a:cubicBezTo>
                <a:lnTo>
                  <a:pt x="22" y="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Freeform 31"/>
          <p:cNvSpPr>
            <a:spLocks noEditPoints="1"/>
          </p:cNvSpPr>
          <p:nvPr/>
        </p:nvSpPr>
        <p:spPr bwMode="auto">
          <a:xfrm>
            <a:off x="4438650" y="6072188"/>
            <a:ext cx="427038" cy="481013"/>
          </a:xfrm>
          <a:custGeom>
            <a:avLst/>
            <a:gdLst>
              <a:gd name="T0" fmla="*/ 108 w 114"/>
              <a:gd name="T1" fmla="*/ 0 h 128"/>
              <a:gd name="T2" fmla="*/ 6 w 114"/>
              <a:gd name="T3" fmla="*/ 0 h 128"/>
              <a:gd name="T4" fmla="*/ 0 w 114"/>
              <a:gd name="T5" fmla="*/ 6 h 128"/>
              <a:gd name="T6" fmla="*/ 0 w 114"/>
              <a:gd name="T7" fmla="*/ 122 h 128"/>
              <a:gd name="T8" fmla="*/ 6 w 114"/>
              <a:gd name="T9" fmla="*/ 128 h 128"/>
              <a:gd name="T10" fmla="*/ 108 w 114"/>
              <a:gd name="T11" fmla="*/ 128 h 128"/>
              <a:gd name="T12" fmla="*/ 114 w 114"/>
              <a:gd name="T13" fmla="*/ 122 h 128"/>
              <a:gd name="T14" fmla="*/ 114 w 114"/>
              <a:gd name="T15" fmla="*/ 6 h 128"/>
              <a:gd name="T16" fmla="*/ 108 w 114"/>
              <a:gd name="T17" fmla="*/ 0 h 128"/>
              <a:gd name="T18" fmla="*/ 109 w 114"/>
              <a:gd name="T19" fmla="*/ 123 h 128"/>
              <a:gd name="T20" fmla="*/ 5 w 114"/>
              <a:gd name="T21" fmla="*/ 123 h 128"/>
              <a:gd name="T22" fmla="*/ 5 w 114"/>
              <a:gd name="T23" fmla="*/ 92 h 128"/>
              <a:gd name="T24" fmla="*/ 109 w 114"/>
              <a:gd name="T25" fmla="*/ 92 h 128"/>
              <a:gd name="T26" fmla="*/ 109 w 114"/>
              <a:gd name="T27" fmla="*/ 123 h 128"/>
              <a:gd name="T28" fmla="*/ 109 w 114"/>
              <a:gd name="T29" fmla="*/ 87 h 128"/>
              <a:gd name="T30" fmla="*/ 5 w 114"/>
              <a:gd name="T31" fmla="*/ 87 h 128"/>
              <a:gd name="T32" fmla="*/ 5 w 114"/>
              <a:gd name="T33" fmla="*/ 5 h 128"/>
              <a:gd name="T34" fmla="*/ 109 w 114"/>
              <a:gd name="T35" fmla="*/ 5 h 128"/>
              <a:gd name="T36" fmla="*/ 109 w 114"/>
              <a:gd name="T37" fmla="*/ 8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4" h="128">
                <a:moveTo>
                  <a:pt x="108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08" y="128"/>
                  <a:pt x="108" y="128"/>
                  <a:pt x="108" y="128"/>
                </a:cubicBezTo>
                <a:cubicBezTo>
                  <a:pt x="111" y="128"/>
                  <a:pt x="114" y="125"/>
                  <a:pt x="114" y="122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3"/>
                  <a:pt x="111" y="0"/>
                  <a:pt x="108" y="0"/>
                </a:cubicBezTo>
                <a:close/>
                <a:moveTo>
                  <a:pt x="109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92"/>
                  <a:pt x="5" y="92"/>
                  <a:pt x="5" y="92"/>
                </a:cubicBezTo>
                <a:cubicBezTo>
                  <a:pt x="109" y="92"/>
                  <a:pt x="109" y="92"/>
                  <a:pt x="109" y="92"/>
                </a:cubicBezTo>
                <a:lnTo>
                  <a:pt x="109" y="123"/>
                </a:lnTo>
                <a:close/>
                <a:moveTo>
                  <a:pt x="109" y="87"/>
                </a:moveTo>
                <a:cubicBezTo>
                  <a:pt x="5" y="87"/>
                  <a:pt x="5" y="87"/>
                  <a:pt x="5" y="87"/>
                </a:cubicBezTo>
                <a:cubicBezTo>
                  <a:pt x="5" y="5"/>
                  <a:pt x="5" y="5"/>
                  <a:pt x="5" y="5"/>
                </a:cubicBezTo>
                <a:cubicBezTo>
                  <a:pt x="109" y="5"/>
                  <a:pt x="109" y="5"/>
                  <a:pt x="109" y="5"/>
                </a:cubicBezTo>
                <a:lnTo>
                  <a:pt x="109" y="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Oval 32"/>
          <p:cNvSpPr>
            <a:spLocks noChangeArrowheads="1"/>
          </p:cNvSpPr>
          <p:nvPr/>
        </p:nvSpPr>
        <p:spPr bwMode="auto">
          <a:xfrm>
            <a:off x="3683000" y="6375400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Freeform 33"/>
          <p:cNvSpPr/>
          <p:nvPr/>
        </p:nvSpPr>
        <p:spPr bwMode="auto">
          <a:xfrm>
            <a:off x="3506788" y="6323013"/>
            <a:ext cx="71438" cy="19050"/>
          </a:xfrm>
          <a:custGeom>
            <a:avLst/>
            <a:gdLst>
              <a:gd name="T0" fmla="*/ 0 w 19"/>
              <a:gd name="T1" fmla="*/ 3 h 5"/>
              <a:gd name="T2" fmla="*/ 2 w 19"/>
              <a:gd name="T3" fmla="*/ 5 h 5"/>
              <a:gd name="T4" fmla="*/ 17 w 19"/>
              <a:gd name="T5" fmla="*/ 5 h 5"/>
              <a:gd name="T6" fmla="*/ 19 w 19"/>
              <a:gd name="T7" fmla="*/ 3 h 5"/>
              <a:gd name="T8" fmla="*/ 17 w 19"/>
              <a:gd name="T9" fmla="*/ 0 h 5"/>
              <a:gd name="T10" fmla="*/ 2 w 19"/>
              <a:gd name="T11" fmla="*/ 0 h 5"/>
              <a:gd name="T12" fmla="*/ 0 w 19"/>
              <a:gd name="T13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" h="5">
                <a:moveTo>
                  <a:pt x="0" y="3"/>
                </a:moveTo>
                <a:cubicBezTo>
                  <a:pt x="0" y="4"/>
                  <a:pt x="1" y="5"/>
                  <a:pt x="2" y="5"/>
                </a:cubicBezTo>
                <a:cubicBezTo>
                  <a:pt x="17" y="5"/>
                  <a:pt x="17" y="5"/>
                  <a:pt x="17" y="5"/>
                </a:cubicBezTo>
                <a:cubicBezTo>
                  <a:pt x="18" y="5"/>
                  <a:pt x="19" y="4"/>
                  <a:pt x="19" y="3"/>
                </a:cubicBezTo>
                <a:cubicBezTo>
                  <a:pt x="19" y="1"/>
                  <a:pt x="18" y="0"/>
                  <a:pt x="17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Freeform 34"/>
          <p:cNvSpPr>
            <a:spLocks noEditPoints="1"/>
          </p:cNvSpPr>
          <p:nvPr/>
        </p:nvSpPr>
        <p:spPr bwMode="auto">
          <a:xfrm>
            <a:off x="3616325" y="6311900"/>
            <a:ext cx="157163" cy="153988"/>
          </a:xfrm>
          <a:custGeom>
            <a:avLst/>
            <a:gdLst>
              <a:gd name="T0" fmla="*/ 21 w 42"/>
              <a:gd name="T1" fmla="*/ 41 h 41"/>
              <a:gd name="T2" fmla="*/ 42 w 42"/>
              <a:gd name="T3" fmla="*/ 20 h 41"/>
              <a:gd name="T4" fmla="*/ 21 w 42"/>
              <a:gd name="T5" fmla="*/ 0 h 41"/>
              <a:gd name="T6" fmla="*/ 0 w 42"/>
              <a:gd name="T7" fmla="*/ 20 h 41"/>
              <a:gd name="T8" fmla="*/ 21 w 42"/>
              <a:gd name="T9" fmla="*/ 41 h 41"/>
              <a:gd name="T10" fmla="*/ 21 w 42"/>
              <a:gd name="T11" fmla="*/ 4 h 41"/>
              <a:gd name="T12" fmla="*/ 38 w 42"/>
              <a:gd name="T13" fmla="*/ 20 h 41"/>
              <a:gd name="T14" fmla="*/ 21 w 42"/>
              <a:gd name="T15" fmla="*/ 37 h 41"/>
              <a:gd name="T16" fmla="*/ 5 w 42"/>
              <a:gd name="T17" fmla="*/ 20 h 41"/>
              <a:gd name="T18" fmla="*/ 21 w 42"/>
              <a:gd name="T19" fmla="*/ 4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" h="41">
                <a:moveTo>
                  <a:pt x="21" y="41"/>
                </a:moveTo>
                <a:cubicBezTo>
                  <a:pt x="33" y="41"/>
                  <a:pt x="42" y="32"/>
                  <a:pt x="42" y="20"/>
                </a:cubicBezTo>
                <a:cubicBezTo>
                  <a:pt x="42" y="9"/>
                  <a:pt x="33" y="0"/>
                  <a:pt x="21" y="0"/>
                </a:cubicBezTo>
                <a:cubicBezTo>
                  <a:pt x="10" y="0"/>
                  <a:pt x="0" y="9"/>
                  <a:pt x="0" y="20"/>
                </a:cubicBezTo>
                <a:cubicBezTo>
                  <a:pt x="0" y="32"/>
                  <a:pt x="10" y="41"/>
                  <a:pt x="21" y="41"/>
                </a:cubicBezTo>
                <a:close/>
                <a:moveTo>
                  <a:pt x="21" y="4"/>
                </a:moveTo>
                <a:cubicBezTo>
                  <a:pt x="30" y="4"/>
                  <a:pt x="38" y="11"/>
                  <a:pt x="38" y="20"/>
                </a:cubicBezTo>
                <a:cubicBezTo>
                  <a:pt x="38" y="29"/>
                  <a:pt x="30" y="37"/>
                  <a:pt x="21" y="37"/>
                </a:cubicBezTo>
                <a:cubicBezTo>
                  <a:pt x="12" y="37"/>
                  <a:pt x="5" y="29"/>
                  <a:pt x="5" y="20"/>
                </a:cubicBezTo>
                <a:cubicBezTo>
                  <a:pt x="5" y="11"/>
                  <a:pt x="12" y="4"/>
                  <a:pt x="21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Freeform 35"/>
          <p:cNvSpPr>
            <a:spLocks noEditPoints="1"/>
          </p:cNvSpPr>
          <p:nvPr/>
        </p:nvSpPr>
        <p:spPr bwMode="auto">
          <a:xfrm>
            <a:off x="3451225" y="6097588"/>
            <a:ext cx="484188" cy="425450"/>
          </a:xfrm>
          <a:custGeom>
            <a:avLst/>
            <a:gdLst>
              <a:gd name="T0" fmla="*/ 124 w 129"/>
              <a:gd name="T1" fmla="*/ 33 h 113"/>
              <a:gd name="T2" fmla="*/ 36 w 129"/>
              <a:gd name="T3" fmla="*/ 1 h 113"/>
              <a:gd name="T4" fmla="*/ 28 w 129"/>
              <a:gd name="T5" fmla="*/ 5 h 113"/>
              <a:gd name="T6" fmla="*/ 18 w 129"/>
              <a:gd name="T7" fmla="*/ 34 h 113"/>
              <a:gd name="T8" fmla="*/ 13 w 129"/>
              <a:gd name="T9" fmla="*/ 34 h 113"/>
              <a:gd name="T10" fmla="*/ 7 w 129"/>
              <a:gd name="T11" fmla="*/ 40 h 113"/>
              <a:gd name="T12" fmla="*/ 7 w 129"/>
              <a:gd name="T13" fmla="*/ 42 h 113"/>
              <a:gd name="T14" fmla="*/ 6 w 129"/>
              <a:gd name="T15" fmla="*/ 42 h 113"/>
              <a:gd name="T16" fmla="*/ 0 w 129"/>
              <a:gd name="T17" fmla="*/ 48 h 113"/>
              <a:gd name="T18" fmla="*/ 0 w 129"/>
              <a:gd name="T19" fmla="*/ 107 h 113"/>
              <a:gd name="T20" fmla="*/ 6 w 129"/>
              <a:gd name="T21" fmla="*/ 113 h 113"/>
              <a:gd name="T22" fmla="*/ 97 w 129"/>
              <a:gd name="T23" fmla="*/ 113 h 113"/>
              <a:gd name="T24" fmla="*/ 103 w 129"/>
              <a:gd name="T25" fmla="*/ 109 h 113"/>
              <a:gd name="T26" fmla="*/ 128 w 129"/>
              <a:gd name="T27" fmla="*/ 41 h 113"/>
              <a:gd name="T28" fmla="*/ 124 w 129"/>
              <a:gd name="T29" fmla="*/ 33 h 113"/>
              <a:gd name="T30" fmla="*/ 96 w 129"/>
              <a:gd name="T31" fmla="*/ 108 h 113"/>
              <a:gd name="T32" fmla="*/ 5 w 129"/>
              <a:gd name="T33" fmla="*/ 108 h 113"/>
              <a:gd name="T34" fmla="*/ 5 w 129"/>
              <a:gd name="T35" fmla="*/ 46 h 113"/>
              <a:gd name="T36" fmla="*/ 12 w 129"/>
              <a:gd name="T37" fmla="*/ 46 h 113"/>
              <a:gd name="T38" fmla="*/ 12 w 129"/>
              <a:gd name="T39" fmla="*/ 39 h 113"/>
              <a:gd name="T40" fmla="*/ 30 w 129"/>
              <a:gd name="T41" fmla="*/ 39 h 113"/>
              <a:gd name="T42" fmla="*/ 30 w 129"/>
              <a:gd name="T43" fmla="*/ 46 h 113"/>
              <a:gd name="T44" fmla="*/ 96 w 129"/>
              <a:gd name="T45" fmla="*/ 46 h 113"/>
              <a:gd name="T46" fmla="*/ 96 w 129"/>
              <a:gd name="T47" fmla="*/ 108 h 113"/>
              <a:gd name="T48" fmla="*/ 101 w 129"/>
              <a:gd name="T49" fmla="*/ 101 h 113"/>
              <a:gd name="T50" fmla="*/ 101 w 129"/>
              <a:gd name="T51" fmla="*/ 48 h 113"/>
              <a:gd name="T52" fmla="*/ 95 w 129"/>
              <a:gd name="T53" fmla="*/ 42 h 113"/>
              <a:gd name="T54" fmla="*/ 34 w 129"/>
              <a:gd name="T55" fmla="*/ 42 h 113"/>
              <a:gd name="T56" fmla="*/ 34 w 129"/>
              <a:gd name="T57" fmla="*/ 40 h 113"/>
              <a:gd name="T58" fmla="*/ 28 w 129"/>
              <a:gd name="T59" fmla="*/ 34 h 113"/>
              <a:gd name="T60" fmla="*/ 22 w 129"/>
              <a:gd name="T61" fmla="*/ 34 h 113"/>
              <a:gd name="T62" fmla="*/ 33 w 129"/>
              <a:gd name="T63" fmla="*/ 5 h 113"/>
              <a:gd name="T64" fmla="*/ 124 w 129"/>
              <a:gd name="T65" fmla="*/ 38 h 113"/>
              <a:gd name="T66" fmla="*/ 101 w 129"/>
              <a:gd name="T67" fmla="*/ 10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9" h="113">
                <a:moveTo>
                  <a:pt x="124" y="33"/>
                </a:moveTo>
                <a:cubicBezTo>
                  <a:pt x="36" y="1"/>
                  <a:pt x="36" y="1"/>
                  <a:pt x="36" y="1"/>
                </a:cubicBezTo>
                <a:cubicBezTo>
                  <a:pt x="33" y="0"/>
                  <a:pt x="29" y="2"/>
                  <a:pt x="28" y="5"/>
                </a:cubicBezTo>
                <a:cubicBezTo>
                  <a:pt x="18" y="34"/>
                  <a:pt x="18" y="34"/>
                  <a:pt x="18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10" y="34"/>
                  <a:pt x="7" y="37"/>
                  <a:pt x="7" y="40"/>
                </a:cubicBezTo>
                <a:cubicBezTo>
                  <a:pt x="7" y="42"/>
                  <a:pt x="7" y="42"/>
                  <a:pt x="7" y="42"/>
                </a:cubicBezTo>
                <a:cubicBezTo>
                  <a:pt x="6" y="42"/>
                  <a:pt x="6" y="42"/>
                  <a:pt x="6" y="42"/>
                </a:cubicBezTo>
                <a:cubicBezTo>
                  <a:pt x="3" y="42"/>
                  <a:pt x="0" y="44"/>
                  <a:pt x="0" y="4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0"/>
                  <a:pt x="3" y="113"/>
                  <a:pt x="6" y="113"/>
                </a:cubicBezTo>
                <a:cubicBezTo>
                  <a:pt x="97" y="113"/>
                  <a:pt x="97" y="113"/>
                  <a:pt x="97" y="113"/>
                </a:cubicBezTo>
                <a:cubicBezTo>
                  <a:pt x="100" y="113"/>
                  <a:pt x="102" y="111"/>
                  <a:pt x="103" y="109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29" y="38"/>
                  <a:pt x="127" y="35"/>
                  <a:pt x="124" y="33"/>
                </a:cubicBezTo>
                <a:close/>
                <a:moveTo>
                  <a:pt x="96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46"/>
                  <a:pt x="5" y="46"/>
                  <a:pt x="5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39"/>
                  <a:pt x="12" y="39"/>
                  <a:pt x="12" y="39"/>
                </a:cubicBezTo>
                <a:cubicBezTo>
                  <a:pt x="30" y="39"/>
                  <a:pt x="30" y="39"/>
                  <a:pt x="30" y="39"/>
                </a:cubicBezTo>
                <a:cubicBezTo>
                  <a:pt x="30" y="46"/>
                  <a:pt x="30" y="46"/>
                  <a:pt x="30" y="46"/>
                </a:cubicBezTo>
                <a:cubicBezTo>
                  <a:pt x="96" y="46"/>
                  <a:pt x="96" y="46"/>
                  <a:pt x="96" y="46"/>
                </a:cubicBezTo>
                <a:lnTo>
                  <a:pt x="96" y="108"/>
                </a:lnTo>
                <a:close/>
                <a:moveTo>
                  <a:pt x="101" y="101"/>
                </a:moveTo>
                <a:cubicBezTo>
                  <a:pt x="101" y="48"/>
                  <a:pt x="101" y="48"/>
                  <a:pt x="101" y="48"/>
                </a:cubicBezTo>
                <a:cubicBezTo>
                  <a:pt x="101" y="44"/>
                  <a:pt x="98" y="42"/>
                  <a:pt x="95" y="42"/>
                </a:cubicBezTo>
                <a:cubicBezTo>
                  <a:pt x="34" y="42"/>
                  <a:pt x="34" y="42"/>
                  <a:pt x="34" y="42"/>
                </a:cubicBezTo>
                <a:cubicBezTo>
                  <a:pt x="34" y="40"/>
                  <a:pt x="34" y="40"/>
                  <a:pt x="34" y="40"/>
                </a:cubicBezTo>
                <a:cubicBezTo>
                  <a:pt x="34" y="37"/>
                  <a:pt x="32" y="34"/>
                  <a:pt x="28" y="34"/>
                </a:cubicBezTo>
                <a:cubicBezTo>
                  <a:pt x="22" y="34"/>
                  <a:pt x="22" y="34"/>
                  <a:pt x="22" y="34"/>
                </a:cubicBezTo>
                <a:cubicBezTo>
                  <a:pt x="33" y="5"/>
                  <a:pt x="33" y="5"/>
                  <a:pt x="33" y="5"/>
                </a:cubicBezTo>
                <a:cubicBezTo>
                  <a:pt x="124" y="38"/>
                  <a:pt x="124" y="38"/>
                  <a:pt x="124" y="38"/>
                </a:cubicBezTo>
                <a:lnTo>
                  <a:pt x="101" y="1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Freeform 36"/>
          <p:cNvSpPr>
            <a:spLocks noEditPoints="1"/>
          </p:cNvSpPr>
          <p:nvPr/>
        </p:nvSpPr>
        <p:spPr bwMode="auto">
          <a:xfrm>
            <a:off x="2601913" y="6289675"/>
            <a:ext cx="79375" cy="82550"/>
          </a:xfrm>
          <a:custGeom>
            <a:avLst/>
            <a:gdLst>
              <a:gd name="T0" fmla="*/ 10 w 21"/>
              <a:gd name="T1" fmla="*/ 22 h 22"/>
              <a:gd name="T2" fmla="*/ 21 w 21"/>
              <a:gd name="T3" fmla="*/ 11 h 22"/>
              <a:gd name="T4" fmla="*/ 10 w 21"/>
              <a:gd name="T5" fmla="*/ 0 h 22"/>
              <a:gd name="T6" fmla="*/ 0 w 21"/>
              <a:gd name="T7" fmla="*/ 11 h 22"/>
              <a:gd name="T8" fmla="*/ 10 w 21"/>
              <a:gd name="T9" fmla="*/ 22 h 22"/>
              <a:gd name="T10" fmla="*/ 10 w 21"/>
              <a:gd name="T11" fmla="*/ 5 h 22"/>
              <a:gd name="T12" fmla="*/ 16 w 21"/>
              <a:gd name="T13" fmla="*/ 11 h 22"/>
              <a:gd name="T14" fmla="*/ 10 w 21"/>
              <a:gd name="T15" fmla="*/ 17 h 22"/>
              <a:gd name="T16" fmla="*/ 4 w 21"/>
              <a:gd name="T17" fmla="*/ 11 h 22"/>
              <a:gd name="T18" fmla="*/ 10 w 21"/>
              <a:gd name="T19" fmla="*/ 5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" h="22">
                <a:moveTo>
                  <a:pt x="10" y="22"/>
                </a:moveTo>
                <a:cubicBezTo>
                  <a:pt x="16" y="22"/>
                  <a:pt x="21" y="17"/>
                  <a:pt x="21" y="11"/>
                </a:cubicBezTo>
                <a:cubicBezTo>
                  <a:pt x="21" y="5"/>
                  <a:pt x="16" y="0"/>
                  <a:pt x="10" y="0"/>
                </a:cubicBezTo>
                <a:cubicBezTo>
                  <a:pt x="4" y="0"/>
                  <a:pt x="0" y="5"/>
                  <a:pt x="0" y="11"/>
                </a:cubicBezTo>
                <a:cubicBezTo>
                  <a:pt x="0" y="17"/>
                  <a:pt x="4" y="22"/>
                  <a:pt x="10" y="22"/>
                </a:cubicBezTo>
                <a:close/>
                <a:moveTo>
                  <a:pt x="10" y="5"/>
                </a:moveTo>
                <a:cubicBezTo>
                  <a:pt x="14" y="5"/>
                  <a:pt x="16" y="8"/>
                  <a:pt x="16" y="11"/>
                </a:cubicBezTo>
                <a:cubicBezTo>
                  <a:pt x="16" y="14"/>
                  <a:pt x="14" y="17"/>
                  <a:pt x="10" y="17"/>
                </a:cubicBezTo>
                <a:cubicBezTo>
                  <a:pt x="7" y="17"/>
                  <a:pt x="4" y="14"/>
                  <a:pt x="4" y="11"/>
                </a:cubicBezTo>
                <a:cubicBezTo>
                  <a:pt x="4" y="8"/>
                  <a:pt x="7" y="5"/>
                  <a:pt x="10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Freeform 37"/>
          <p:cNvSpPr>
            <a:spLocks noEditPoints="1"/>
          </p:cNvSpPr>
          <p:nvPr/>
        </p:nvSpPr>
        <p:spPr bwMode="auto">
          <a:xfrm>
            <a:off x="2625725" y="6345238"/>
            <a:ext cx="288925" cy="150813"/>
          </a:xfrm>
          <a:custGeom>
            <a:avLst/>
            <a:gdLst>
              <a:gd name="T0" fmla="*/ 0 w 77"/>
              <a:gd name="T1" fmla="*/ 38 h 40"/>
              <a:gd name="T2" fmla="*/ 2 w 77"/>
              <a:gd name="T3" fmla="*/ 40 h 40"/>
              <a:gd name="T4" fmla="*/ 75 w 77"/>
              <a:gd name="T5" fmla="*/ 40 h 40"/>
              <a:gd name="T6" fmla="*/ 77 w 77"/>
              <a:gd name="T7" fmla="*/ 38 h 40"/>
              <a:gd name="T8" fmla="*/ 77 w 77"/>
              <a:gd name="T9" fmla="*/ 37 h 40"/>
              <a:gd name="T10" fmla="*/ 76 w 77"/>
              <a:gd name="T11" fmla="*/ 36 h 40"/>
              <a:gd name="T12" fmla="*/ 76 w 77"/>
              <a:gd name="T13" fmla="*/ 36 h 40"/>
              <a:gd name="T14" fmla="*/ 48 w 77"/>
              <a:gd name="T15" fmla="*/ 1 h 40"/>
              <a:gd name="T16" fmla="*/ 45 w 77"/>
              <a:gd name="T17" fmla="*/ 1 h 40"/>
              <a:gd name="T18" fmla="*/ 30 w 77"/>
              <a:gd name="T19" fmla="*/ 20 h 40"/>
              <a:gd name="T20" fmla="*/ 24 w 77"/>
              <a:gd name="T21" fmla="*/ 12 h 40"/>
              <a:gd name="T22" fmla="*/ 22 w 77"/>
              <a:gd name="T23" fmla="*/ 11 h 40"/>
              <a:gd name="T24" fmla="*/ 21 w 77"/>
              <a:gd name="T25" fmla="*/ 12 h 40"/>
              <a:gd name="T26" fmla="*/ 1 w 77"/>
              <a:gd name="T27" fmla="*/ 37 h 40"/>
              <a:gd name="T28" fmla="*/ 0 w 77"/>
              <a:gd name="T29" fmla="*/ 38 h 40"/>
              <a:gd name="T30" fmla="*/ 22 w 77"/>
              <a:gd name="T31" fmla="*/ 17 h 40"/>
              <a:gd name="T32" fmla="*/ 30 w 77"/>
              <a:gd name="T33" fmla="*/ 27 h 40"/>
              <a:gd name="T34" fmla="*/ 47 w 77"/>
              <a:gd name="T35" fmla="*/ 6 h 40"/>
              <a:gd name="T36" fmla="*/ 70 w 77"/>
              <a:gd name="T37" fmla="*/ 36 h 40"/>
              <a:gd name="T38" fmla="*/ 8 w 77"/>
              <a:gd name="T39" fmla="*/ 36 h 40"/>
              <a:gd name="T40" fmla="*/ 22 w 77"/>
              <a:gd name="T41" fmla="*/ 1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7" h="40">
                <a:moveTo>
                  <a:pt x="0" y="38"/>
                </a:moveTo>
                <a:cubicBezTo>
                  <a:pt x="0" y="39"/>
                  <a:pt x="1" y="40"/>
                  <a:pt x="2" y="40"/>
                </a:cubicBezTo>
                <a:cubicBezTo>
                  <a:pt x="75" y="40"/>
                  <a:pt x="75" y="40"/>
                  <a:pt x="75" y="40"/>
                </a:cubicBezTo>
                <a:cubicBezTo>
                  <a:pt x="76" y="40"/>
                  <a:pt x="77" y="39"/>
                  <a:pt x="77" y="38"/>
                </a:cubicBezTo>
                <a:cubicBezTo>
                  <a:pt x="77" y="38"/>
                  <a:pt x="77" y="37"/>
                  <a:pt x="77" y="37"/>
                </a:cubicBezTo>
                <a:cubicBezTo>
                  <a:pt x="76" y="36"/>
                  <a:pt x="76" y="36"/>
                  <a:pt x="76" y="36"/>
                </a:cubicBezTo>
                <a:cubicBezTo>
                  <a:pt x="76" y="36"/>
                  <a:pt x="76" y="36"/>
                  <a:pt x="76" y="36"/>
                </a:cubicBezTo>
                <a:cubicBezTo>
                  <a:pt x="48" y="1"/>
                  <a:pt x="48" y="1"/>
                  <a:pt x="48" y="1"/>
                </a:cubicBezTo>
                <a:cubicBezTo>
                  <a:pt x="47" y="0"/>
                  <a:pt x="46" y="0"/>
                  <a:pt x="45" y="1"/>
                </a:cubicBezTo>
                <a:cubicBezTo>
                  <a:pt x="30" y="20"/>
                  <a:pt x="30" y="20"/>
                  <a:pt x="30" y="20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1"/>
                  <a:pt x="23" y="11"/>
                  <a:pt x="22" y="11"/>
                </a:cubicBezTo>
                <a:cubicBezTo>
                  <a:pt x="22" y="11"/>
                  <a:pt x="21" y="11"/>
                  <a:pt x="21" y="12"/>
                </a:cubicBezTo>
                <a:cubicBezTo>
                  <a:pt x="1" y="37"/>
                  <a:pt x="1" y="37"/>
                  <a:pt x="1" y="37"/>
                </a:cubicBezTo>
                <a:cubicBezTo>
                  <a:pt x="0" y="37"/>
                  <a:pt x="0" y="38"/>
                  <a:pt x="0" y="38"/>
                </a:cubicBezTo>
                <a:close/>
                <a:moveTo>
                  <a:pt x="22" y="17"/>
                </a:moveTo>
                <a:cubicBezTo>
                  <a:pt x="30" y="27"/>
                  <a:pt x="30" y="27"/>
                  <a:pt x="30" y="27"/>
                </a:cubicBezTo>
                <a:cubicBezTo>
                  <a:pt x="47" y="6"/>
                  <a:pt x="47" y="6"/>
                  <a:pt x="47" y="6"/>
                </a:cubicBezTo>
                <a:cubicBezTo>
                  <a:pt x="70" y="36"/>
                  <a:pt x="70" y="36"/>
                  <a:pt x="70" y="36"/>
                </a:cubicBezTo>
                <a:cubicBezTo>
                  <a:pt x="8" y="36"/>
                  <a:pt x="8" y="36"/>
                  <a:pt x="8" y="36"/>
                </a:cubicBezTo>
                <a:lnTo>
                  <a:pt x="22" y="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Freeform 38"/>
          <p:cNvSpPr>
            <a:spLocks noEditPoints="1"/>
          </p:cNvSpPr>
          <p:nvPr/>
        </p:nvSpPr>
        <p:spPr bwMode="auto">
          <a:xfrm>
            <a:off x="2489200" y="6072188"/>
            <a:ext cx="481013" cy="481013"/>
          </a:xfrm>
          <a:custGeom>
            <a:avLst/>
            <a:gdLst>
              <a:gd name="T0" fmla="*/ 122 w 128"/>
              <a:gd name="T1" fmla="*/ 44 h 128"/>
              <a:gd name="T2" fmla="*/ 121 w 128"/>
              <a:gd name="T3" fmla="*/ 44 h 128"/>
              <a:gd name="T4" fmla="*/ 107 w 128"/>
              <a:gd name="T5" fmla="*/ 4 h 128"/>
              <a:gd name="T6" fmla="*/ 101 w 128"/>
              <a:gd name="T7" fmla="*/ 0 h 128"/>
              <a:gd name="T8" fmla="*/ 99 w 128"/>
              <a:gd name="T9" fmla="*/ 0 h 128"/>
              <a:gd name="T10" fmla="*/ 4 w 128"/>
              <a:gd name="T11" fmla="*/ 35 h 128"/>
              <a:gd name="T12" fmla="*/ 1 w 128"/>
              <a:gd name="T13" fmla="*/ 38 h 128"/>
              <a:gd name="T14" fmla="*/ 0 w 128"/>
              <a:gd name="T15" fmla="*/ 43 h 128"/>
              <a:gd name="T16" fmla="*/ 15 w 128"/>
              <a:gd name="T17" fmla="*/ 83 h 128"/>
              <a:gd name="T18" fmla="*/ 15 w 128"/>
              <a:gd name="T19" fmla="*/ 122 h 128"/>
              <a:gd name="T20" fmla="*/ 21 w 128"/>
              <a:gd name="T21" fmla="*/ 128 h 128"/>
              <a:gd name="T22" fmla="*/ 122 w 128"/>
              <a:gd name="T23" fmla="*/ 128 h 128"/>
              <a:gd name="T24" fmla="*/ 128 w 128"/>
              <a:gd name="T25" fmla="*/ 122 h 128"/>
              <a:gd name="T26" fmla="*/ 128 w 128"/>
              <a:gd name="T27" fmla="*/ 50 h 128"/>
              <a:gd name="T28" fmla="*/ 122 w 128"/>
              <a:gd name="T29" fmla="*/ 44 h 128"/>
              <a:gd name="T30" fmla="*/ 15 w 128"/>
              <a:gd name="T31" fmla="*/ 50 h 128"/>
              <a:gd name="T32" fmla="*/ 15 w 128"/>
              <a:gd name="T33" fmla="*/ 69 h 128"/>
              <a:gd name="T34" fmla="*/ 4 w 128"/>
              <a:gd name="T35" fmla="*/ 40 h 128"/>
              <a:gd name="T36" fmla="*/ 102 w 128"/>
              <a:gd name="T37" fmla="*/ 4 h 128"/>
              <a:gd name="T38" fmla="*/ 116 w 128"/>
              <a:gd name="T39" fmla="*/ 44 h 128"/>
              <a:gd name="T40" fmla="*/ 21 w 128"/>
              <a:gd name="T41" fmla="*/ 44 h 128"/>
              <a:gd name="T42" fmla="*/ 15 w 128"/>
              <a:gd name="T43" fmla="*/ 50 h 128"/>
              <a:gd name="T44" fmla="*/ 123 w 128"/>
              <a:gd name="T45" fmla="*/ 123 h 128"/>
              <a:gd name="T46" fmla="*/ 19 w 128"/>
              <a:gd name="T47" fmla="*/ 123 h 128"/>
              <a:gd name="T48" fmla="*/ 19 w 128"/>
              <a:gd name="T49" fmla="*/ 48 h 128"/>
              <a:gd name="T50" fmla="*/ 123 w 128"/>
              <a:gd name="T51" fmla="*/ 48 h 128"/>
              <a:gd name="T52" fmla="*/ 123 w 128"/>
              <a:gd name="T53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8" h="128">
                <a:moveTo>
                  <a:pt x="122" y="44"/>
                </a:moveTo>
                <a:cubicBezTo>
                  <a:pt x="121" y="44"/>
                  <a:pt x="121" y="44"/>
                  <a:pt x="121" y="4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6" y="2"/>
                  <a:pt x="104" y="0"/>
                  <a:pt x="101" y="0"/>
                </a:cubicBezTo>
                <a:cubicBezTo>
                  <a:pt x="100" y="0"/>
                  <a:pt x="100" y="0"/>
                  <a:pt x="99" y="0"/>
                </a:cubicBezTo>
                <a:cubicBezTo>
                  <a:pt x="4" y="35"/>
                  <a:pt x="4" y="35"/>
                  <a:pt x="4" y="35"/>
                </a:cubicBezTo>
                <a:cubicBezTo>
                  <a:pt x="2" y="36"/>
                  <a:pt x="1" y="37"/>
                  <a:pt x="1" y="38"/>
                </a:cubicBezTo>
                <a:cubicBezTo>
                  <a:pt x="0" y="40"/>
                  <a:pt x="0" y="41"/>
                  <a:pt x="0" y="43"/>
                </a:cubicBezTo>
                <a:cubicBezTo>
                  <a:pt x="15" y="83"/>
                  <a:pt x="15" y="83"/>
                  <a:pt x="15" y="83"/>
                </a:cubicBezTo>
                <a:cubicBezTo>
                  <a:pt x="15" y="122"/>
                  <a:pt x="15" y="122"/>
                  <a:pt x="15" y="122"/>
                </a:cubicBezTo>
                <a:cubicBezTo>
                  <a:pt x="15" y="125"/>
                  <a:pt x="18" y="128"/>
                  <a:pt x="21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cubicBezTo>
                  <a:pt x="128" y="50"/>
                  <a:pt x="128" y="50"/>
                  <a:pt x="128" y="50"/>
                </a:cubicBezTo>
                <a:cubicBezTo>
                  <a:pt x="128" y="46"/>
                  <a:pt x="125" y="44"/>
                  <a:pt x="122" y="44"/>
                </a:cubicBezTo>
                <a:close/>
                <a:moveTo>
                  <a:pt x="15" y="50"/>
                </a:moveTo>
                <a:cubicBezTo>
                  <a:pt x="15" y="69"/>
                  <a:pt x="15" y="69"/>
                  <a:pt x="15" y="69"/>
                </a:cubicBezTo>
                <a:cubicBezTo>
                  <a:pt x="4" y="40"/>
                  <a:pt x="4" y="40"/>
                  <a:pt x="4" y="40"/>
                </a:cubicBezTo>
                <a:cubicBezTo>
                  <a:pt x="102" y="4"/>
                  <a:pt x="102" y="4"/>
                  <a:pt x="102" y="4"/>
                </a:cubicBezTo>
                <a:cubicBezTo>
                  <a:pt x="116" y="44"/>
                  <a:pt x="116" y="44"/>
                  <a:pt x="116" y="44"/>
                </a:cubicBezTo>
                <a:cubicBezTo>
                  <a:pt x="21" y="44"/>
                  <a:pt x="21" y="44"/>
                  <a:pt x="21" y="44"/>
                </a:cubicBezTo>
                <a:cubicBezTo>
                  <a:pt x="18" y="44"/>
                  <a:pt x="15" y="46"/>
                  <a:pt x="15" y="50"/>
                </a:cubicBezTo>
                <a:close/>
                <a:moveTo>
                  <a:pt x="123" y="123"/>
                </a:moveTo>
                <a:cubicBezTo>
                  <a:pt x="19" y="123"/>
                  <a:pt x="19" y="123"/>
                  <a:pt x="19" y="123"/>
                </a:cubicBezTo>
                <a:cubicBezTo>
                  <a:pt x="19" y="48"/>
                  <a:pt x="19" y="48"/>
                  <a:pt x="19" y="48"/>
                </a:cubicBezTo>
                <a:cubicBezTo>
                  <a:pt x="123" y="48"/>
                  <a:pt x="123" y="48"/>
                  <a:pt x="123" y="48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Freeform 39"/>
          <p:cNvSpPr>
            <a:spLocks noEditPoints="1"/>
          </p:cNvSpPr>
          <p:nvPr/>
        </p:nvSpPr>
        <p:spPr bwMode="auto">
          <a:xfrm>
            <a:off x="1641475" y="6237288"/>
            <a:ext cx="79375" cy="79375"/>
          </a:xfrm>
          <a:custGeom>
            <a:avLst/>
            <a:gdLst>
              <a:gd name="T0" fmla="*/ 10 w 21"/>
              <a:gd name="T1" fmla="*/ 21 h 21"/>
              <a:gd name="T2" fmla="*/ 21 w 21"/>
              <a:gd name="T3" fmla="*/ 11 h 21"/>
              <a:gd name="T4" fmla="*/ 10 w 21"/>
              <a:gd name="T5" fmla="*/ 0 h 21"/>
              <a:gd name="T6" fmla="*/ 0 w 21"/>
              <a:gd name="T7" fmla="*/ 11 h 21"/>
              <a:gd name="T8" fmla="*/ 10 w 21"/>
              <a:gd name="T9" fmla="*/ 21 h 21"/>
              <a:gd name="T10" fmla="*/ 10 w 21"/>
              <a:gd name="T11" fmla="*/ 5 h 21"/>
              <a:gd name="T12" fmla="*/ 16 w 21"/>
              <a:gd name="T13" fmla="*/ 11 h 21"/>
              <a:gd name="T14" fmla="*/ 10 w 21"/>
              <a:gd name="T15" fmla="*/ 17 h 21"/>
              <a:gd name="T16" fmla="*/ 4 w 21"/>
              <a:gd name="T17" fmla="*/ 11 h 21"/>
              <a:gd name="T18" fmla="*/ 10 w 21"/>
              <a:gd name="T19" fmla="*/ 5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" h="21">
                <a:moveTo>
                  <a:pt x="10" y="21"/>
                </a:moveTo>
                <a:cubicBezTo>
                  <a:pt x="16" y="21"/>
                  <a:pt x="21" y="17"/>
                  <a:pt x="21" y="11"/>
                </a:cubicBezTo>
                <a:cubicBezTo>
                  <a:pt x="21" y="5"/>
                  <a:pt x="16" y="0"/>
                  <a:pt x="10" y="0"/>
                </a:cubicBezTo>
                <a:cubicBezTo>
                  <a:pt x="4" y="0"/>
                  <a:pt x="0" y="5"/>
                  <a:pt x="0" y="11"/>
                </a:cubicBezTo>
                <a:cubicBezTo>
                  <a:pt x="0" y="17"/>
                  <a:pt x="4" y="21"/>
                  <a:pt x="10" y="21"/>
                </a:cubicBezTo>
                <a:close/>
                <a:moveTo>
                  <a:pt x="10" y="5"/>
                </a:moveTo>
                <a:cubicBezTo>
                  <a:pt x="14" y="5"/>
                  <a:pt x="16" y="7"/>
                  <a:pt x="16" y="11"/>
                </a:cubicBezTo>
                <a:cubicBezTo>
                  <a:pt x="16" y="14"/>
                  <a:pt x="14" y="17"/>
                  <a:pt x="10" y="17"/>
                </a:cubicBezTo>
                <a:cubicBezTo>
                  <a:pt x="7" y="17"/>
                  <a:pt x="4" y="14"/>
                  <a:pt x="4" y="11"/>
                </a:cubicBezTo>
                <a:cubicBezTo>
                  <a:pt x="4" y="7"/>
                  <a:pt x="7" y="5"/>
                  <a:pt x="10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Freeform 40"/>
          <p:cNvSpPr>
            <a:spLocks noEditPoints="1"/>
          </p:cNvSpPr>
          <p:nvPr/>
        </p:nvSpPr>
        <p:spPr bwMode="auto">
          <a:xfrm>
            <a:off x="1663700" y="6292850"/>
            <a:ext cx="288925" cy="150813"/>
          </a:xfrm>
          <a:custGeom>
            <a:avLst/>
            <a:gdLst>
              <a:gd name="T0" fmla="*/ 0 w 77"/>
              <a:gd name="T1" fmla="*/ 38 h 40"/>
              <a:gd name="T2" fmla="*/ 2 w 77"/>
              <a:gd name="T3" fmla="*/ 40 h 40"/>
              <a:gd name="T4" fmla="*/ 75 w 77"/>
              <a:gd name="T5" fmla="*/ 40 h 40"/>
              <a:gd name="T6" fmla="*/ 77 w 77"/>
              <a:gd name="T7" fmla="*/ 38 h 40"/>
              <a:gd name="T8" fmla="*/ 77 w 77"/>
              <a:gd name="T9" fmla="*/ 37 h 40"/>
              <a:gd name="T10" fmla="*/ 76 w 77"/>
              <a:gd name="T11" fmla="*/ 36 h 40"/>
              <a:gd name="T12" fmla="*/ 76 w 77"/>
              <a:gd name="T13" fmla="*/ 36 h 40"/>
              <a:gd name="T14" fmla="*/ 48 w 77"/>
              <a:gd name="T15" fmla="*/ 1 h 40"/>
              <a:gd name="T16" fmla="*/ 45 w 77"/>
              <a:gd name="T17" fmla="*/ 1 h 40"/>
              <a:gd name="T18" fmla="*/ 30 w 77"/>
              <a:gd name="T19" fmla="*/ 19 h 40"/>
              <a:gd name="T20" fmla="*/ 24 w 77"/>
              <a:gd name="T21" fmla="*/ 11 h 40"/>
              <a:gd name="T22" fmla="*/ 22 w 77"/>
              <a:gd name="T23" fmla="*/ 10 h 40"/>
              <a:gd name="T24" fmla="*/ 21 w 77"/>
              <a:gd name="T25" fmla="*/ 11 h 40"/>
              <a:gd name="T26" fmla="*/ 1 w 77"/>
              <a:gd name="T27" fmla="*/ 37 h 40"/>
              <a:gd name="T28" fmla="*/ 0 w 77"/>
              <a:gd name="T29" fmla="*/ 38 h 40"/>
              <a:gd name="T30" fmla="*/ 22 w 77"/>
              <a:gd name="T31" fmla="*/ 17 h 40"/>
              <a:gd name="T32" fmla="*/ 30 w 77"/>
              <a:gd name="T33" fmla="*/ 26 h 40"/>
              <a:gd name="T34" fmla="*/ 47 w 77"/>
              <a:gd name="T35" fmla="*/ 6 h 40"/>
              <a:gd name="T36" fmla="*/ 70 w 77"/>
              <a:gd name="T37" fmla="*/ 35 h 40"/>
              <a:gd name="T38" fmla="*/ 8 w 77"/>
              <a:gd name="T39" fmla="*/ 35 h 40"/>
              <a:gd name="T40" fmla="*/ 22 w 77"/>
              <a:gd name="T41" fmla="*/ 1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7" h="40">
                <a:moveTo>
                  <a:pt x="0" y="38"/>
                </a:moveTo>
                <a:cubicBezTo>
                  <a:pt x="0" y="39"/>
                  <a:pt x="1" y="40"/>
                  <a:pt x="2" y="40"/>
                </a:cubicBezTo>
                <a:cubicBezTo>
                  <a:pt x="75" y="40"/>
                  <a:pt x="75" y="40"/>
                  <a:pt x="75" y="40"/>
                </a:cubicBezTo>
                <a:cubicBezTo>
                  <a:pt x="76" y="40"/>
                  <a:pt x="77" y="39"/>
                  <a:pt x="77" y="38"/>
                </a:cubicBezTo>
                <a:cubicBezTo>
                  <a:pt x="77" y="37"/>
                  <a:pt x="77" y="37"/>
                  <a:pt x="77" y="37"/>
                </a:cubicBezTo>
                <a:cubicBezTo>
                  <a:pt x="76" y="36"/>
                  <a:pt x="76" y="36"/>
                  <a:pt x="76" y="36"/>
                </a:cubicBezTo>
                <a:cubicBezTo>
                  <a:pt x="76" y="36"/>
                  <a:pt x="76" y="36"/>
                  <a:pt x="76" y="36"/>
                </a:cubicBezTo>
                <a:cubicBezTo>
                  <a:pt x="48" y="1"/>
                  <a:pt x="48" y="1"/>
                  <a:pt x="48" y="1"/>
                </a:cubicBezTo>
                <a:cubicBezTo>
                  <a:pt x="47" y="0"/>
                  <a:pt x="46" y="0"/>
                  <a:pt x="45" y="1"/>
                </a:cubicBezTo>
                <a:cubicBezTo>
                  <a:pt x="30" y="19"/>
                  <a:pt x="30" y="19"/>
                  <a:pt x="30" y="19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3" y="10"/>
                  <a:pt x="22" y="10"/>
                </a:cubicBezTo>
                <a:cubicBezTo>
                  <a:pt x="22" y="10"/>
                  <a:pt x="21" y="11"/>
                  <a:pt x="21" y="11"/>
                </a:cubicBezTo>
                <a:cubicBezTo>
                  <a:pt x="1" y="37"/>
                  <a:pt x="1" y="37"/>
                  <a:pt x="1" y="37"/>
                </a:cubicBezTo>
                <a:cubicBezTo>
                  <a:pt x="0" y="37"/>
                  <a:pt x="0" y="37"/>
                  <a:pt x="0" y="38"/>
                </a:cubicBezTo>
                <a:close/>
                <a:moveTo>
                  <a:pt x="22" y="17"/>
                </a:moveTo>
                <a:cubicBezTo>
                  <a:pt x="30" y="26"/>
                  <a:pt x="30" y="26"/>
                  <a:pt x="30" y="26"/>
                </a:cubicBezTo>
                <a:cubicBezTo>
                  <a:pt x="47" y="6"/>
                  <a:pt x="47" y="6"/>
                  <a:pt x="47" y="6"/>
                </a:cubicBezTo>
                <a:cubicBezTo>
                  <a:pt x="70" y="35"/>
                  <a:pt x="70" y="35"/>
                  <a:pt x="70" y="35"/>
                </a:cubicBezTo>
                <a:cubicBezTo>
                  <a:pt x="8" y="35"/>
                  <a:pt x="8" y="35"/>
                  <a:pt x="8" y="35"/>
                </a:cubicBezTo>
                <a:lnTo>
                  <a:pt x="22" y="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Freeform 41"/>
          <p:cNvSpPr>
            <a:spLocks noEditPoints="1"/>
          </p:cNvSpPr>
          <p:nvPr/>
        </p:nvSpPr>
        <p:spPr bwMode="auto">
          <a:xfrm>
            <a:off x="1528763" y="6124575"/>
            <a:ext cx="481013" cy="376238"/>
          </a:xfrm>
          <a:custGeom>
            <a:avLst/>
            <a:gdLst>
              <a:gd name="T0" fmla="*/ 122 w 128"/>
              <a:gd name="T1" fmla="*/ 15 h 100"/>
              <a:gd name="T2" fmla="*/ 113 w 128"/>
              <a:gd name="T3" fmla="*/ 15 h 100"/>
              <a:gd name="T4" fmla="*/ 113 w 128"/>
              <a:gd name="T5" fmla="*/ 6 h 100"/>
              <a:gd name="T6" fmla="*/ 107 w 128"/>
              <a:gd name="T7" fmla="*/ 0 h 100"/>
              <a:gd name="T8" fmla="*/ 6 w 128"/>
              <a:gd name="T9" fmla="*/ 0 h 100"/>
              <a:gd name="T10" fmla="*/ 0 w 128"/>
              <a:gd name="T11" fmla="*/ 6 h 100"/>
              <a:gd name="T12" fmla="*/ 0 w 128"/>
              <a:gd name="T13" fmla="*/ 79 h 100"/>
              <a:gd name="T14" fmla="*/ 6 w 128"/>
              <a:gd name="T15" fmla="*/ 85 h 100"/>
              <a:gd name="T16" fmla="*/ 15 w 128"/>
              <a:gd name="T17" fmla="*/ 85 h 100"/>
              <a:gd name="T18" fmla="*/ 15 w 128"/>
              <a:gd name="T19" fmla="*/ 94 h 100"/>
              <a:gd name="T20" fmla="*/ 21 w 128"/>
              <a:gd name="T21" fmla="*/ 100 h 100"/>
              <a:gd name="T22" fmla="*/ 122 w 128"/>
              <a:gd name="T23" fmla="*/ 100 h 100"/>
              <a:gd name="T24" fmla="*/ 128 w 128"/>
              <a:gd name="T25" fmla="*/ 94 h 100"/>
              <a:gd name="T26" fmla="*/ 128 w 128"/>
              <a:gd name="T27" fmla="*/ 21 h 100"/>
              <a:gd name="T28" fmla="*/ 122 w 128"/>
              <a:gd name="T29" fmla="*/ 15 h 100"/>
              <a:gd name="T30" fmla="*/ 15 w 128"/>
              <a:gd name="T31" fmla="*/ 21 h 100"/>
              <a:gd name="T32" fmla="*/ 15 w 128"/>
              <a:gd name="T33" fmla="*/ 80 h 100"/>
              <a:gd name="T34" fmla="*/ 5 w 128"/>
              <a:gd name="T35" fmla="*/ 80 h 100"/>
              <a:gd name="T36" fmla="*/ 5 w 128"/>
              <a:gd name="T37" fmla="*/ 5 h 100"/>
              <a:gd name="T38" fmla="*/ 109 w 128"/>
              <a:gd name="T39" fmla="*/ 5 h 100"/>
              <a:gd name="T40" fmla="*/ 109 w 128"/>
              <a:gd name="T41" fmla="*/ 15 h 100"/>
              <a:gd name="T42" fmla="*/ 21 w 128"/>
              <a:gd name="T43" fmla="*/ 15 h 100"/>
              <a:gd name="T44" fmla="*/ 15 w 128"/>
              <a:gd name="T45" fmla="*/ 21 h 100"/>
              <a:gd name="T46" fmla="*/ 123 w 128"/>
              <a:gd name="T47" fmla="*/ 95 h 100"/>
              <a:gd name="T48" fmla="*/ 19 w 128"/>
              <a:gd name="T49" fmla="*/ 95 h 100"/>
              <a:gd name="T50" fmla="*/ 19 w 128"/>
              <a:gd name="T51" fmla="*/ 20 h 100"/>
              <a:gd name="T52" fmla="*/ 123 w 128"/>
              <a:gd name="T53" fmla="*/ 20 h 100"/>
              <a:gd name="T54" fmla="*/ 123 w 128"/>
              <a:gd name="T55" fmla="*/ 95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" h="100">
                <a:moveTo>
                  <a:pt x="122" y="15"/>
                </a:moveTo>
                <a:cubicBezTo>
                  <a:pt x="113" y="15"/>
                  <a:pt x="113" y="15"/>
                  <a:pt x="113" y="15"/>
                </a:cubicBezTo>
                <a:cubicBezTo>
                  <a:pt x="113" y="6"/>
                  <a:pt x="113" y="6"/>
                  <a:pt x="113" y="6"/>
                </a:cubicBezTo>
                <a:cubicBezTo>
                  <a:pt x="113" y="3"/>
                  <a:pt x="110" y="0"/>
                  <a:pt x="107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82"/>
                  <a:pt x="3" y="85"/>
                  <a:pt x="6" y="85"/>
                </a:cubicBezTo>
                <a:cubicBezTo>
                  <a:pt x="15" y="85"/>
                  <a:pt x="15" y="85"/>
                  <a:pt x="15" y="85"/>
                </a:cubicBezTo>
                <a:cubicBezTo>
                  <a:pt x="15" y="94"/>
                  <a:pt x="15" y="94"/>
                  <a:pt x="15" y="94"/>
                </a:cubicBezTo>
                <a:cubicBezTo>
                  <a:pt x="15" y="97"/>
                  <a:pt x="18" y="100"/>
                  <a:pt x="21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5" y="100"/>
                  <a:pt x="128" y="97"/>
                  <a:pt x="128" y="94"/>
                </a:cubicBezTo>
                <a:cubicBezTo>
                  <a:pt x="128" y="21"/>
                  <a:pt x="128" y="21"/>
                  <a:pt x="128" y="21"/>
                </a:cubicBezTo>
                <a:cubicBezTo>
                  <a:pt x="128" y="18"/>
                  <a:pt x="125" y="15"/>
                  <a:pt x="122" y="15"/>
                </a:cubicBezTo>
                <a:close/>
                <a:moveTo>
                  <a:pt x="15" y="21"/>
                </a:moveTo>
                <a:cubicBezTo>
                  <a:pt x="15" y="80"/>
                  <a:pt x="15" y="80"/>
                  <a:pt x="15" y="80"/>
                </a:cubicBezTo>
                <a:cubicBezTo>
                  <a:pt x="5" y="80"/>
                  <a:pt x="5" y="80"/>
                  <a:pt x="5" y="80"/>
                </a:cubicBezTo>
                <a:cubicBezTo>
                  <a:pt x="5" y="5"/>
                  <a:pt x="5" y="5"/>
                  <a:pt x="5" y="5"/>
                </a:cubicBezTo>
                <a:cubicBezTo>
                  <a:pt x="109" y="5"/>
                  <a:pt x="109" y="5"/>
                  <a:pt x="109" y="5"/>
                </a:cubicBezTo>
                <a:cubicBezTo>
                  <a:pt x="109" y="15"/>
                  <a:pt x="109" y="15"/>
                  <a:pt x="109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18" y="15"/>
                  <a:pt x="15" y="18"/>
                  <a:pt x="15" y="21"/>
                </a:cubicBezTo>
                <a:close/>
                <a:moveTo>
                  <a:pt x="123" y="95"/>
                </a:moveTo>
                <a:cubicBezTo>
                  <a:pt x="19" y="95"/>
                  <a:pt x="19" y="95"/>
                  <a:pt x="19" y="95"/>
                </a:cubicBezTo>
                <a:cubicBezTo>
                  <a:pt x="19" y="20"/>
                  <a:pt x="19" y="20"/>
                  <a:pt x="19" y="20"/>
                </a:cubicBezTo>
                <a:cubicBezTo>
                  <a:pt x="123" y="20"/>
                  <a:pt x="123" y="20"/>
                  <a:pt x="123" y="20"/>
                </a:cubicBezTo>
                <a:lnTo>
                  <a:pt x="123" y="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Freeform 42"/>
          <p:cNvSpPr>
            <a:spLocks noEditPoints="1"/>
          </p:cNvSpPr>
          <p:nvPr/>
        </p:nvSpPr>
        <p:spPr bwMode="auto">
          <a:xfrm>
            <a:off x="623888" y="6210300"/>
            <a:ext cx="90488" cy="90488"/>
          </a:xfrm>
          <a:custGeom>
            <a:avLst/>
            <a:gdLst>
              <a:gd name="T0" fmla="*/ 12 w 24"/>
              <a:gd name="T1" fmla="*/ 24 h 24"/>
              <a:gd name="T2" fmla="*/ 24 w 24"/>
              <a:gd name="T3" fmla="*/ 12 h 24"/>
              <a:gd name="T4" fmla="*/ 12 w 24"/>
              <a:gd name="T5" fmla="*/ 0 h 24"/>
              <a:gd name="T6" fmla="*/ 0 w 24"/>
              <a:gd name="T7" fmla="*/ 12 h 24"/>
              <a:gd name="T8" fmla="*/ 12 w 24"/>
              <a:gd name="T9" fmla="*/ 24 h 24"/>
              <a:gd name="T10" fmla="*/ 12 w 24"/>
              <a:gd name="T11" fmla="*/ 5 h 24"/>
              <a:gd name="T12" fmla="*/ 19 w 24"/>
              <a:gd name="T13" fmla="*/ 12 h 24"/>
              <a:gd name="T14" fmla="*/ 12 w 24"/>
              <a:gd name="T15" fmla="*/ 19 h 24"/>
              <a:gd name="T16" fmla="*/ 4 w 24"/>
              <a:gd name="T17" fmla="*/ 12 h 24"/>
              <a:gd name="T18" fmla="*/ 12 w 24"/>
              <a:gd name="T19" fmla="*/ 5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" h="24">
                <a:moveTo>
                  <a:pt x="12" y="24"/>
                </a:moveTo>
                <a:cubicBezTo>
                  <a:pt x="18" y="24"/>
                  <a:pt x="24" y="19"/>
                  <a:pt x="24" y="12"/>
                </a:cubicBezTo>
                <a:cubicBezTo>
                  <a:pt x="24" y="6"/>
                  <a:pt x="18" y="0"/>
                  <a:pt x="12" y="0"/>
                </a:cubicBezTo>
                <a:cubicBezTo>
                  <a:pt x="5" y="0"/>
                  <a:pt x="0" y="6"/>
                  <a:pt x="0" y="12"/>
                </a:cubicBezTo>
                <a:cubicBezTo>
                  <a:pt x="0" y="19"/>
                  <a:pt x="5" y="24"/>
                  <a:pt x="12" y="24"/>
                </a:cubicBezTo>
                <a:close/>
                <a:moveTo>
                  <a:pt x="12" y="5"/>
                </a:moveTo>
                <a:cubicBezTo>
                  <a:pt x="16" y="5"/>
                  <a:pt x="19" y="8"/>
                  <a:pt x="19" y="12"/>
                </a:cubicBezTo>
                <a:cubicBezTo>
                  <a:pt x="19" y="16"/>
                  <a:pt x="16" y="19"/>
                  <a:pt x="12" y="19"/>
                </a:cubicBezTo>
                <a:cubicBezTo>
                  <a:pt x="8" y="19"/>
                  <a:pt x="4" y="16"/>
                  <a:pt x="4" y="12"/>
                </a:cubicBezTo>
                <a:cubicBezTo>
                  <a:pt x="4" y="8"/>
                  <a:pt x="8" y="5"/>
                  <a:pt x="1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Freeform 43"/>
          <p:cNvSpPr>
            <a:spLocks noEditPoints="1"/>
          </p:cNvSpPr>
          <p:nvPr/>
        </p:nvSpPr>
        <p:spPr bwMode="auto">
          <a:xfrm>
            <a:off x="568325" y="6138863"/>
            <a:ext cx="479425" cy="346075"/>
          </a:xfrm>
          <a:custGeom>
            <a:avLst/>
            <a:gdLst>
              <a:gd name="T0" fmla="*/ 122 w 128"/>
              <a:gd name="T1" fmla="*/ 0 h 92"/>
              <a:gd name="T2" fmla="*/ 6 w 128"/>
              <a:gd name="T3" fmla="*/ 0 h 92"/>
              <a:gd name="T4" fmla="*/ 0 w 128"/>
              <a:gd name="T5" fmla="*/ 6 h 92"/>
              <a:gd name="T6" fmla="*/ 0 w 128"/>
              <a:gd name="T7" fmla="*/ 86 h 92"/>
              <a:gd name="T8" fmla="*/ 6 w 128"/>
              <a:gd name="T9" fmla="*/ 92 h 92"/>
              <a:gd name="T10" fmla="*/ 122 w 128"/>
              <a:gd name="T11" fmla="*/ 92 h 92"/>
              <a:gd name="T12" fmla="*/ 128 w 128"/>
              <a:gd name="T13" fmla="*/ 86 h 92"/>
              <a:gd name="T14" fmla="*/ 128 w 128"/>
              <a:gd name="T15" fmla="*/ 6 h 92"/>
              <a:gd name="T16" fmla="*/ 122 w 128"/>
              <a:gd name="T17" fmla="*/ 0 h 92"/>
              <a:gd name="T18" fmla="*/ 123 w 128"/>
              <a:gd name="T19" fmla="*/ 87 h 92"/>
              <a:gd name="T20" fmla="*/ 5 w 128"/>
              <a:gd name="T21" fmla="*/ 87 h 92"/>
              <a:gd name="T22" fmla="*/ 5 w 128"/>
              <a:gd name="T23" fmla="*/ 5 h 92"/>
              <a:gd name="T24" fmla="*/ 123 w 128"/>
              <a:gd name="T25" fmla="*/ 5 h 92"/>
              <a:gd name="T26" fmla="*/ 123 w 128"/>
              <a:gd name="T27" fmla="*/ 87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" h="92">
                <a:moveTo>
                  <a:pt x="122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89"/>
                  <a:pt x="3" y="92"/>
                  <a:pt x="6" y="92"/>
                </a:cubicBezTo>
                <a:cubicBezTo>
                  <a:pt x="122" y="92"/>
                  <a:pt x="122" y="92"/>
                  <a:pt x="122" y="92"/>
                </a:cubicBezTo>
                <a:cubicBezTo>
                  <a:pt x="125" y="92"/>
                  <a:pt x="128" y="89"/>
                  <a:pt x="128" y="86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lose/>
                <a:moveTo>
                  <a:pt x="123" y="87"/>
                </a:moveTo>
                <a:cubicBezTo>
                  <a:pt x="5" y="87"/>
                  <a:pt x="5" y="87"/>
                  <a:pt x="5" y="87"/>
                </a:cubicBezTo>
                <a:cubicBezTo>
                  <a:pt x="5" y="5"/>
                  <a:pt x="5" y="5"/>
                  <a:pt x="5" y="5"/>
                </a:cubicBezTo>
                <a:cubicBezTo>
                  <a:pt x="123" y="5"/>
                  <a:pt x="123" y="5"/>
                  <a:pt x="123" y="5"/>
                </a:cubicBezTo>
                <a:lnTo>
                  <a:pt x="123" y="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Freeform 44"/>
          <p:cNvSpPr>
            <a:spLocks noEditPoints="1"/>
          </p:cNvSpPr>
          <p:nvPr/>
        </p:nvSpPr>
        <p:spPr bwMode="auto">
          <a:xfrm>
            <a:off x="673100" y="6262688"/>
            <a:ext cx="319088" cy="166688"/>
          </a:xfrm>
          <a:custGeom>
            <a:avLst/>
            <a:gdLst>
              <a:gd name="T0" fmla="*/ 0 w 85"/>
              <a:gd name="T1" fmla="*/ 42 h 44"/>
              <a:gd name="T2" fmla="*/ 2 w 85"/>
              <a:gd name="T3" fmla="*/ 44 h 44"/>
              <a:gd name="T4" fmla="*/ 83 w 85"/>
              <a:gd name="T5" fmla="*/ 44 h 44"/>
              <a:gd name="T6" fmla="*/ 85 w 85"/>
              <a:gd name="T7" fmla="*/ 42 h 44"/>
              <a:gd name="T8" fmla="*/ 85 w 85"/>
              <a:gd name="T9" fmla="*/ 40 h 44"/>
              <a:gd name="T10" fmla="*/ 84 w 85"/>
              <a:gd name="T11" fmla="*/ 40 h 44"/>
              <a:gd name="T12" fmla="*/ 84 w 85"/>
              <a:gd name="T13" fmla="*/ 40 h 44"/>
              <a:gd name="T14" fmla="*/ 53 w 85"/>
              <a:gd name="T15" fmla="*/ 1 h 44"/>
              <a:gd name="T16" fmla="*/ 49 w 85"/>
              <a:gd name="T17" fmla="*/ 1 h 44"/>
              <a:gd name="T18" fmla="*/ 33 w 85"/>
              <a:gd name="T19" fmla="*/ 21 h 44"/>
              <a:gd name="T20" fmla="*/ 26 w 85"/>
              <a:gd name="T21" fmla="*/ 12 h 44"/>
              <a:gd name="T22" fmla="*/ 25 w 85"/>
              <a:gd name="T23" fmla="*/ 11 h 44"/>
              <a:gd name="T24" fmla="*/ 23 w 85"/>
              <a:gd name="T25" fmla="*/ 12 h 44"/>
              <a:gd name="T26" fmla="*/ 1 w 85"/>
              <a:gd name="T27" fmla="*/ 40 h 44"/>
              <a:gd name="T28" fmla="*/ 0 w 85"/>
              <a:gd name="T29" fmla="*/ 42 h 44"/>
              <a:gd name="T30" fmla="*/ 25 w 85"/>
              <a:gd name="T31" fmla="*/ 17 h 44"/>
              <a:gd name="T32" fmla="*/ 33 w 85"/>
              <a:gd name="T33" fmla="*/ 28 h 44"/>
              <a:gd name="T34" fmla="*/ 51 w 85"/>
              <a:gd name="T35" fmla="*/ 6 h 44"/>
              <a:gd name="T36" fmla="*/ 78 w 85"/>
              <a:gd name="T37" fmla="*/ 40 h 44"/>
              <a:gd name="T38" fmla="*/ 7 w 85"/>
              <a:gd name="T39" fmla="*/ 40 h 44"/>
              <a:gd name="T40" fmla="*/ 25 w 85"/>
              <a:gd name="T41" fmla="*/ 17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5" h="44">
                <a:moveTo>
                  <a:pt x="0" y="42"/>
                </a:moveTo>
                <a:cubicBezTo>
                  <a:pt x="0" y="43"/>
                  <a:pt x="1" y="44"/>
                  <a:pt x="2" y="44"/>
                </a:cubicBezTo>
                <a:cubicBezTo>
                  <a:pt x="83" y="44"/>
                  <a:pt x="83" y="44"/>
                  <a:pt x="83" y="44"/>
                </a:cubicBezTo>
                <a:cubicBezTo>
                  <a:pt x="84" y="44"/>
                  <a:pt x="85" y="43"/>
                  <a:pt x="85" y="42"/>
                </a:cubicBezTo>
                <a:cubicBezTo>
                  <a:pt x="85" y="41"/>
                  <a:pt x="85" y="41"/>
                  <a:pt x="85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53" y="1"/>
                  <a:pt x="53" y="1"/>
                  <a:pt x="53" y="1"/>
                </a:cubicBezTo>
                <a:cubicBezTo>
                  <a:pt x="52" y="0"/>
                  <a:pt x="50" y="0"/>
                  <a:pt x="49" y="1"/>
                </a:cubicBezTo>
                <a:cubicBezTo>
                  <a:pt x="33" y="21"/>
                  <a:pt x="33" y="21"/>
                  <a:pt x="33" y="21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12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1" y="40"/>
                  <a:pt x="1" y="40"/>
                  <a:pt x="1" y="40"/>
                </a:cubicBezTo>
                <a:cubicBezTo>
                  <a:pt x="0" y="41"/>
                  <a:pt x="0" y="41"/>
                  <a:pt x="0" y="42"/>
                </a:cubicBezTo>
                <a:close/>
                <a:moveTo>
                  <a:pt x="25" y="17"/>
                </a:moveTo>
                <a:cubicBezTo>
                  <a:pt x="33" y="28"/>
                  <a:pt x="33" y="28"/>
                  <a:pt x="33" y="28"/>
                </a:cubicBezTo>
                <a:cubicBezTo>
                  <a:pt x="51" y="6"/>
                  <a:pt x="51" y="6"/>
                  <a:pt x="51" y="6"/>
                </a:cubicBezTo>
                <a:cubicBezTo>
                  <a:pt x="78" y="40"/>
                  <a:pt x="78" y="40"/>
                  <a:pt x="78" y="40"/>
                </a:cubicBezTo>
                <a:cubicBezTo>
                  <a:pt x="7" y="40"/>
                  <a:pt x="7" y="40"/>
                  <a:pt x="7" y="40"/>
                </a:cubicBezTo>
                <a:lnTo>
                  <a:pt x="25" y="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Freeform 45"/>
          <p:cNvSpPr>
            <a:spLocks noEditPoints="1"/>
          </p:cNvSpPr>
          <p:nvPr/>
        </p:nvSpPr>
        <p:spPr bwMode="auto">
          <a:xfrm>
            <a:off x="11139488" y="5143500"/>
            <a:ext cx="481013" cy="414338"/>
          </a:xfrm>
          <a:custGeom>
            <a:avLst/>
            <a:gdLst>
              <a:gd name="T0" fmla="*/ 114 w 128"/>
              <a:gd name="T1" fmla="*/ 62 h 110"/>
              <a:gd name="T2" fmla="*/ 113 w 128"/>
              <a:gd name="T3" fmla="*/ 62 h 110"/>
              <a:gd name="T4" fmla="*/ 113 w 128"/>
              <a:gd name="T5" fmla="*/ 49 h 110"/>
              <a:gd name="T6" fmla="*/ 64 w 128"/>
              <a:gd name="T7" fmla="*/ 0 h 110"/>
              <a:gd name="T8" fmla="*/ 15 w 128"/>
              <a:gd name="T9" fmla="*/ 49 h 110"/>
              <a:gd name="T10" fmla="*/ 15 w 128"/>
              <a:gd name="T11" fmla="*/ 62 h 110"/>
              <a:gd name="T12" fmla="*/ 14 w 128"/>
              <a:gd name="T13" fmla="*/ 62 h 110"/>
              <a:gd name="T14" fmla="*/ 0 w 128"/>
              <a:gd name="T15" fmla="*/ 85 h 110"/>
              <a:gd name="T16" fmla="*/ 21 w 128"/>
              <a:gd name="T17" fmla="*/ 110 h 110"/>
              <a:gd name="T18" fmla="*/ 28 w 128"/>
              <a:gd name="T19" fmla="*/ 110 h 110"/>
              <a:gd name="T20" fmla="*/ 34 w 128"/>
              <a:gd name="T21" fmla="*/ 104 h 110"/>
              <a:gd name="T22" fmla="*/ 34 w 128"/>
              <a:gd name="T23" fmla="*/ 67 h 110"/>
              <a:gd name="T24" fmla="*/ 28 w 128"/>
              <a:gd name="T25" fmla="*/ 61 h 110"/>
              <a:gd name="T26" fmla="*/ 19 w 128"/>
              <a:gd name="T27" fmla="*/ 61 h 110"/>
              <a:gd name="T28" fmla="*/ 19 w 128"/>
              <a:gd name="T29" fmla="*/ 49 h 110"/>
              <a:gd name="T30" fmla="*/ 23 w 128"/>
              <a:gd name="T31" fmla="*/ 32 h 110"/>
              <a:gd name="T32" fmla="*/ 32 w 128"/>
              <a:gd name="T33" fmla="*/ 18 h 110"/>
              <a:gd name="T34" fmla="*/ 47 w 128"/>
              <a:gd name="T35" fmla="*/ 8 h 110"/>
              <a:gd name="T36" fmla="*/ 81 w 128"/>
              <a:gd name="T37" fmla="*/ 8 h 110"/>
              <a:gd name="T38" fmla="*/ 96 w 128"/>
              <a:gd name="T39" fmla="*/ 18 h 110"/>
              <a:gd name="T40" fmla="*/ 105 w 128"/>
              <a:gd name="T41" fmla="*/ 32 h 110"/>
              <a:gd name="T42" fmla="*/ 109 w 128"/>
              <a:gd name="T43" fmla="*/ 49 h 110"/>
              <a:gd name="T44" fmla="*/ 109 w 128"/>
              <a:gd name="T45" fmla="*/ 61 h 110"/>
              <a:gd name="T46" fmla="*/ 100 w 128"/>
              <a:gd name="T47" fmla="*/ 61 h 110"/>
              <a:gd name="T48" fmla="*/ 94 w 128"/>
              <a:gd name="T49" fmla="*/ 67 h 110"/>
              <a:gd name="T50" fmla="*/ 94 w 128"/>
              <a:gd name="T51" fmla="*/ 104 h 110"/>
              <a:gd name="T52" fmla="*/ 100 w 128"/>
              <a:gd name="T53" fmla="*/ 110 h 110"/>
              <a:gd name="T54" fmla="*/ 107 w 128"/>
              <a:gd name="T55" fmla="*/ 110 h 110"/>
              <a:gd name="T56" fmla="*/ 128 w 128"/>
              <a:gd name="T57" fmla="*/ 85 h 110"/>
              <a:gd name="T58" fmla="*/ 114 w 128"/>
              <a:gd name="T59" fmla="*/ 62 h 110"/>
              <a:gd name="T60" fmla="*/ 15 w 128"/>
              <a:gd name="T61" fmla="*/ 104 h 110"/>
              <a:gd name="T62" fmla="*/ 13 w 128"/>
              <a:gd name="T63" fmla="*/ 102 h 110"/>
              <a:gd name="T64" fmla="*/ 10 w 128"/>
              <a:gd name="T65" fmla="*/ 100 h 110"/>
              <a:gd name="T66" fmla="*/ 5 w 128"/>
              <a:gd name="T67" fmla="*/ 85 h 110"/>
              <a:gd name="T68" fmla="*/ 10 w 128"/>
              <a:gd name="T69" fmla="*/ 71 h 110"/>
              <a:gd name="T70" fmla="*/ 13 w 128"/>
              <a:gd name="T71" fmla="*/ 68 h 110"/>
              <a:gd name="T72" fmla="*/ 15 w 128"/>
              <a:gd name="T73" fmla="*/ 66 h 110"/>
              <a:gd name="T74" fmla="*/ 15 w 128"/>
              <a:gd name="T75" fmla="*/ 104 h 110"/>
              <a:gd name="T76" fmla="*/ 30 w 128"/>
              <a:gd name="T77" fmla="*/ 65 h 110"/>
              <a:gd name="T78" fmla="*/ 30 w 128"/>
              <a:gd name="T79" fmla="*/ 105 h 110"/>
              <a:gd name="T80" fmla="*/ 19 w 128"/>
              <a:gd name="T81" fmla="*/ 105 h 110"/>
              <a:gd name="T82" fmla="*/ 19 w 128"/>
              <a:gd name="T83" fmla="*/ 65 h 110"/>
              <a:gd name="T84" fmla="*/ 30 w 128"/>
              <a:gd name="T85" fmla="*/ 65 h 110"/>
              <a:gd name="T86" fmla="*/ 109 w 128"/>
              <a:gd name="T87" fmla="*/ 105 h 110"/>
              <a:gd name="T88" fmla="*/ 98 w 128"/>
              <a:gd name="T89" fmla="*/ 105 h 110"/>
              <a:gd name="T90" fmla="*/ 98 w 128"/>
              <a:gd name="T91" fmla="*/ 65 h 110"/>
              <a:gd name="T92" fmla="*/ 109 w 128"/>
              <a:gd name="T93" fmla="*/ 65 h 110"/>
              <a:gd name="T94" fmla="*/ 109 w 128"/>
              <a:gd name="T95" fmla="*/ 105 h 110"/>
              <a:gd name="T96" fmla="*/ 118 w 128"/>
              <a:gd name="T97" fmla="*/ 100 h 110"/>
              <a:gd name="T98" fmla="*/ 115 w 128"/>
              <a:gd name="T99" fmla="*/ 102 h 110"/>
              <a:gd name="T100" fmla="*/ 113 w 128"/>
              <a:gd name="T101" fmla="*/ 104 h 110"/>
              <a:gd name="T102" fmla="*/ 113 w 128"/>
              <a:gd name="T103" fmla="*/ 66 h 110"/>
              <a:gd name="T104" fmla="*/ 115 w 128"/>
              <a:gd name="T105" fmla="*/ 68 h 110"/>
              <a:gd name="T106" fmla="*/ 118 w 128"/>
              <a:gd name="T107" fmla="*/ 71 h 110"/>
              <a:gd name="T108" fmla="*/ 123 w 128"/>
              <a:gd name="T109" fmla="*/ 85 h 110"/>
              <a:gd name="T110" fmla="*/ 118 w 128"/>
              <a:gd name="T111" fmla="*/ 10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8" h="110">
                <a:moveTo>
                  <a:pt x="114" y="62"/>
                </a:moveTo>
                <a:cubicBezTo>
                  <a:pt x="113" y="62"/>
                  <a:pt x="113" y="62"/>
                  <a:pt x="113" y="62"/>
                </a:cubicBezTo>
                <a:cubicBezTo>
                  <a:pt x="113" y="49"/>
                  <a:pt x="113" y="49"/>
                  <a:pt x="113" y="49"/>
                </a:cubicBezTo>
                <a:cubicBezTo>
                  <a:pt x="113" y="22"/>
                  <a:pt x="91" y="0"/>
                  <a:pt x="64" y="0"/>
                </a:cubicBezTo>
                <a:cubicBezTo>
                  <a:pt x="37" y="0"/>
                  <a:pt x="15" y="22"/>
                  <a:pt x="15" y="49"/>
                </a:cubicBezTo>
                <a:cubicBezTo>
                  <a:pt x="15" y="62"/>
                  <a:pt x="15" y="62"/>
                  <a:pt x="15" y="62"/>
                </a:cubicBezTo>
                <a:cubicBezTo>
                  <a:pt x="14" y="62"/>
                  <a:pt x="14" y="62"/>
                  <a:pt x="14" y="62"/>
                </a:cubicBezTo>
                <a:cubicBezTo>
                  <a:pt x="6" y="66"/>
                  <a:pt x="0" y="75"/>
                  <a:pt x="0" y="85"/>
                </a:cubicBezTo>
                <a:cubicBezTo>
                  <a:pt x="0" y="99"/>
                  <a:pt x="9" y="110"/>
                  <a:pt x="21" y="110"/>
                </a:cubicBezTo>
                <a:cubicBezTo>
                  <a:pt x="28" y="110"/>
                  <a:pt x="28" y="110"/>
                  <a:pt x="28" y="110"/>
                </a:cubicBezTo>
                <a:cubicBezTo>
                  <a:pt x="32" y="110"/>
                  <a:pt x="34" y="107"/>
                  <a:pt x="34" y="104"/>
                </a:cubicBezTo>
                <a:cubicBezTo>
                  <a:pt x="34" y="67"/>
                  <a:pt x="34" y="67"/>
                  <a:pt x="34" y="67"/>
                </a:cubicBezTo>
                <a:cubicBezTo>
                  <a:pt x="34" y="63"/>
                  <a:pt x="32" y="61"/>
                  <a:pt x="28" y="61"/>
                </a:cubicBezTo>
                <a:cubicBezTo>
                  <a:pt x="19" y="61"/>
                  <a:pt x="19" y="61"/>
                  <a:pt x="19" y="61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3"/>
                  <a:pt x="21" y="38"/>
                  <a:pt x="23" y="32"/>
                </a:cubicBezTo>
                <a:cubicBezTo>
                  <a:pt x="25" y="27"/>
                  <a:pt x="28" y="22"/>
                  <a:pt x="32" y="18"/>
                </a:cubicBezTo>
                <a:cubicBezTo>
                  <a:pt x="37" y="14"/>
                  <a:pt x="41" y="11"/>
                  <a:pt x="47" y="8"/>
                </a:cubicBezTo>
                <a:cubicBezTo>
                  <a:pt x="58" y="4"/>
                  <a:pt x="70" y="4"/>
                  <a:pt x="81" y="8"/>
                </a:cubicBezTo>
                <a:cubicBezTo>
                  <a:pt x="87" y="11"/>
                  <a:pt x="91" y="14"/>
                  <a:pt x="96" y="18"/>
                </a:cubicBezTo>
                <a:cubicBezTo>
                  <a:pt x="100" y="22"/>
                  <a:pt x="103" y="27"/>
                  <a:pt x="105" y="32"/>
                </a:cubicBezTo>
                <a:cubicBezTo>
                  <a:pt x="107" y="38"/>
                  <a:pt x="109" y="43"/>
                  <a:pt x="109" y="49"/>
                </a:cubicBezTo>
                <a:cubicBezTo>
                  <a:pt x="109" y="61"/>
                  <a:pt x="109" y="61"/>
                  <a:pt x="109" y="61"/>
                </a:cubicBezTo>
                <a:cubicBezTo>
                  <a:pt x="100" y="61"/>
                  <a:pt x="100" y="61"/>
                  <a:pt x="100" y="61"/>
                </a:cubicBezTo>
                <a:cubicBezTo>
                  <a:pt x="96" y="61"/>
                  <a:pt x="94" y="63"/>
                  <a:pt x="94" y="67"/>
                </a:cubicBezTo>
                <a:cubicBezTo>
                  <a:pt x="94" y="104"/>
                  <a:pt x="94" y="104"/>
                  <a:pt x="94" y="104"/>
                </a:cubicBezTo>
                <a:cubicBezTo>
                  <a:pt x="94" y="107"/>
                  <a:pt x="96" y="110"/>
                  <a:pt x="100" y="110"/>
                </a:cubicBezTo>
                <a:cubicBezTo>
                  <a:pt x="107" y="110"/>
                  <a:pt x="107" y="110"/>
                  <a:pt x="107" y="110"/>
                </a:cubicBezTo>
                <a:cubicBezTo>
                  <a:pt x="119" y="110"/>
                  <a:pt x="128" y="99"/>
                  <a:pt x="128" y="85"/>
                </a:cubicBezTo>
                <a:cubicBezTo>
                  <a:pt x="128" y="75"/>
                  <a:pt x="122" y="66"/>
                  <a:pt x="114" y="62"/>
                </a:cubicBezTo>
                <a:close/>
                <a:moveTo>
                  <a:pt x="15" y="104"/>
                </a:moveTo>
                <a:cubicBezTo>
                  <a:pt x="13" y="102"/>
                  <a:pt x="13" y="102"/>
                  <a:pt x="13" y="102"/>
                </a:cubicBezTo>
                <a:cubicBezTo>
                  <a:pt x="11" y="102"/>
                  <a:pt x="11" y="101"/>
                  <a:pt x="10" y="100"/>
                </a:cubicBezTo>
                <a:cubicBezTo>
                  <a:pt x="6" y="96"/>
                  <a:pt x="5" y="91"/>
                  <a:pt x="5" y="85"/>
                </a:cubicBezTo>
                <a:cubicBezTo>
                  <a:pt x="5" y="80"/>
                  <a:pt x="6" y="75"/>
                  <a:pt x="10" y="71"/>
                </a:cubicBezTo>
                <a:cubicBezTo>
                  <a:pt x="11" y="70"/>
                  <a:pt x="12" y="69"/>
                  <a:pt x="13" y="68"/>
                </a:cubicBezTo>
                <a:cubicBezTo>
                  <a:pt x="15" y="66"/>
                  <a:pt x="15" y="66"/>
                  <a:pt x="15" y="66"/>
                </a:cubicBezTo>
                <a:lnTo>
                  <a:pt x="15" y="104"/>
                </a:lnTo>
                <a:close/>
                <a:moveTo>
                  <a:pt x="30" y="65"/>
                </a:moveTo>
                <a:cubicBezTo>
                  <a:pt x="30" y="105"/>
                  <a:pt x="30" y="105"/>
                  <a:pt x="30" y="105"/>
                </a:cubicBezTo>
                <a:cubicBezTo>
                  <a:pt x="19" y="105"/>
                  <a:pt x="19" y="105"/>
                  <a:pt x="19" y="105"/>
                </a:cubicBezTo>
                <a:cubicBezTo>
                  <a:pt x="19" y="65"/>
                  <a:pt x="19" y="65"/>
                  <a:pt x="19" y="65"/>
                </a:cubicBezTo>
                <a:lnTo>
                  <a:pt x="30" y="65"/>
                </a:lnTo>
                <a:close/>
                <a:moveTo>
                  <a:pt x="109" y="105"/>
                </a:moveTo>
                <a:cubicBezTo>
                  <a:pt x="98" y="105"/>
                  <a:pt x="98" y="105"/>
                  <a:pt x="98" y="105"/>
                </a:cubicBezTo>
                <a:cubicBezTo>
                  <a:pt x="98" y="65"/>
                  <a:pt x="98" y="65"/>
                  <a:pt x="98" y="65"/>
                </a:cubicBezTo>
                <a:cubicBezTo>
                  <a:pt x="109" y="65"/>
                  <a:pt x="109" y="65"/>
                  <a:pt x="109" y="65"/>
                </a:cubicBezTo>
                <a:lnTo>
                  <a:pt x="109" y="105"/>
                </a:lnTo>
                <a:close/>
                <a:moveTo>
                  <a:pt x="118" y="100"/>
                </a:moveTo>
                <a:cubicBezTo>
                  <a:pt x="117" y="101"/>
                  <a:pt x="117" y="102"/>
                  <a:pt x="115" y="102"/>
                </a:cubicBezTo>
                <a:cubicBezTo>
                  <a:pt x="113" y="104"/>
                  <a:pt x="113" y="104"/>
                  <a:pt x="113" y="104"/>
                </a:cubicBezTo>
                <a:cubicBezTo>
                  <a:pt x="113" y="66"/>
                  <a:pt x="113" y="66"/>
                  <a:pt x="113" y="66"/>
                </a:cubicBezTo>
                <a:cubicBezTo>
                  <a:pt x="115" y="68"/>
                  <a:pt x="115" y="68"/>
                  <a:pt x="115" y="68"/>
                </a:cubicBezTo>
                <a:cubicBezTo>
                  <a:pt x="116" y="69"/>
                  <a:pt x="117" y="70"/>
                  <a:pt x="118" y="71"/>
                </a:cubicBezTo>
                <a:cubicBezTo>
                  <a:pt x="122" y="75"/>
                  <a:pt x="123" y="80"/>
                  <a:pt x="123" y="85"/>
                </a:cubicBezTo>
                <a:cubicBezTo>
                  <a:pt x="123" y="91"/>
                  <a:pt x="122" y="96"/>
                  <a:pt x="118" y="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Freeform 46"/>
          <p:cNvSpPr>
            <a:spLocks noEditPoints="1"/>
          </p:cNvSpPr>
          <p:nvPr/>
        </p:nvSpPr>
        <p:spPr bwMode="auto">
          <a:xfrm>
            <a:off x="10179050" y="5189538"/>
            <a:ext cx="481013" cy="349250"/>
          </a:xfrm>
          <a:custGeom>
            <a:avLst/>
            <a:gdLst>
              <a:gd name="T0" fmla="*/ 122 w 128"/>
              <a:gd name="T1" fmla="*/ 0 h 93"/>
              <a:gd name="T2" fmla="*/ 6 w 128"/>
              <a:gd name="T3" fmla="*/ 0 h 93"/>
              <a:gd name="T4" fmla="*/ 0 w 128"/>
              <a:gd name="T5" fmla="*/ 6 h 93"/>
              <a:gd name="T6" fmla="*/ 0 w 128"/>
              <a:gd name="T7" fmla="*/ 87 h 93"/>
              <a:gd name="T8" fmla="*/ 6 w 128"/>
              <a:gd name="T9" fmla="*/ 93 h 93"/>
              <a:gd name="T10" fmla="*/ 122 w 128"/>
              <a:gd name="T11" fmla="*/ 93 h 93"/>
              <a:gd name="T12" fmla="*/ 128 w 128"/>
              <a:gd name="T13" fmla="*/ 87 h 93"/>
              <a:gd name="T14" fmla="*/ 128 w 128"/>
              <a:gd name="T15" fmla="*/ 6 h 93"/>
              <a:gd name="T16" fmla="*/ 122 w 128"/>
              <a:gd name="T17" fmla="*/ 0 h 93"/>
              <a:gd name="T18" fmla="*/ 89 w 128"/>
              <a:gd name="T19" fmla="*/ 4 h 93"/>
              <a:gd name="T20" fmla="*/ 86 w 128"/>
              <a:gd name="T21" fmla="*/ 15 h 93"/>
              <a:gd name="T22" fmla="*/ 42 w 128"/>
              <a:gd name="T23" fmla="*/ 15 h 93"/>
              <a:gd name="T24" fmla="*/ 39 w 128"/>
              <a:gd name="T25" fmla="*/ 4 h 93"/>
              <a:gd name="T26" fmla="*/ 89 w 128"/>
              <a:gd name="T27" fmla="*/ 4 h 93"/>
              <a:gd name="T28" fmla="*/ 123 w 128"/>
              <a:gd name="T29" fmla="*/ 89 h 93"/>
              <a:gd name="T30" fmla="*/ 5 w 128"/>
              <a:gd name="T31" fmla="*/ 89 h 93"/>
              <a:gd name="T32" fmla="*/ 5 w 128"/>
              <a:gd name="T33" fmla="*/ 4 h 93"/>
              <a:gd name="T34" fmla="*/ 34 w 128"/>
              <a:gd name="T35" fmla="*/ 4 h 93"/>
              <a:gd name="T36" fmla="*/ 39 w 128"/>
              <a:gd name="T37" fmla="*/ 17 h 93"/>
              <a:gd name="T38" fmla="*/ 41 w 128"/>
              <a:gd name="T39" fmla="*/ 19 h 93"/>
              <a:gd name="T40" fmla="*/ 87 w 128"/>
              <a:gd name="T41" fmla="*/ 19 h 93"/>
              <a:gd name="T42" fmla="*/ 89 w 128"/>
              <a:gd name="T43" fmla="*/ 18 h 93"/>
              <a:gd name="T44" fmla="*/ 94 w 128"/>
              <a:gd name="T45" fmla="*/ 4 h 93"/>
              <a:gd name="T46" fmla="*/ 123 w 128"/>
              <a:gd name="T47" fmla="*/ 4 h 93"/>
              <a:gd name="T48" fmla="*/ 123 w 128"/>
              <a:gd name="T49" fmla="*/ 89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" h="93">
                <a:moveTo>
                  <a:pt x="122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91"/>
                  <a:pt x="3" y="93"/>
                  <a:pt x="6" y="93"/>
                </a:cubicBezTo>
                <a:cubicBezTo>
                  <a:pt x="122" y="93"/>
                  <a:pt x="122" y="93"/>
                  <a:pt x="122" y="93"/>
                </a:cubicBezTo>
                <a:cubicBezTo>
                  <a:pt x="125" y="93"/>
                  <a:pt x="128" y="91"/>
                  <a:pt x="128" y="87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2"/>
                  <a:pt x="125" y="0"/>
                  <a:pt x="122" y="0"/>
                </a:cubicBezTo>
                <a:close/>
                <a:moveTo>
                  <a:pt x="89" y="4"/>
                </a:moveTo>
                <a:cubicBezTo>
                  <a:pt x="86" y="15"/>
                  <a:pt x="86" y="15"/>
                  <a:pt x="86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39" y="4"/>
                  <a:pt x="39" y="4"/>
                  <a:pt x="39" y="4"/>
                </a:cubicBezTo>
                <a:lnTo>
                  <a:pt x="89" y="4"/>
                </a:lnTo>
                <a:close/>
                <a:moveTo>
                  <a:pt x="123" y="89"/>
                </a:moveTo>
                <a:cubicBezTo>
                  <a:pt x="5" y="89"/>
                  <a:pt x="5" y="89"/>
                  <a:pt x="5" y="89"/>
                </a:cubicBezTo>
                <a:cubicBezTo>
                  <a:pt x="5" y="4"/>
                  <a:pt x="5" y="4"/>
                  <a:pt x="5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9" y="17"/>
                  <a:pt x="39" y="17"/>
                  <a:pt x="39" y="17"/>
                </a:cubicBezTo>
                <a:cubicBezTo>
                  <a:pt x="39" y="18"/>
                  <a:pt x="40" y="19"/>
                  <a:pt x="41" y="19"/>
                </a:cubicBezTo>
                <a:cubicBezTo>
                  <a:pt x="87" y="19"/>
                  <a:pt x="87" y="19"/>
                  <a:pt x="87" y="19"/>
                </a:cubicBezTo>
                <a:cubicBezTo>
                  <a:pt x="88" y="19"/>
                  <a:pt x="89" y="19"/>
                  <a:pt x="89" y="18"/>
                </a:cubicBezTo>
                <a:cubicBezTo>
                  <a:pt x="94" y="4"/>
                  <a:pt x="94" y="4"/>
                  <a:pt x="94" y="4"/>
                </a:cubicBezTo>
                <a:cubicBezTo>
                  <a:pt x="123" y="4"/>
                  <a:pt x="123" y="4"/>
                  <a:pt x="123" y="4"/>
                </a:cubicBezTo>
                <a:lnTo>
                  <a:pt x="123" y="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Oval 47"/>
          <p:cNvSpPr>
            <a:spLocks noChangeArrowheads="1"/>
          </p:cNvSpPr>
          <p:nvPr/>
        </p:nvSpPr>
        <p:spPr bwMode="auto">
          <a:xfrm>
            <a:off x="10512425" y="5380038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Oval 48"/>
          <p:cNvSpPr>
            <a:spLocks noChangeArrowheads="1"/>
          </p:cNvSpPr>
          <p:nvPr/>
        </p:nvSpPr>
        <p:spPr bwMode="auto">
          <a:xfrm>
            <a:off x="10299700" y="5380038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Freeform 49"/>
          <p:cNvSpPr>
            <a:spLocks noEditPoints="1"/>
          </p:cNvSpPr>
          <p:nvPr/>
        </p:nvSpPr>
        <p:spPr bwMode="auto">
          <a:xfrm>
            <a:off x="10250488" y="5327650"/>
            <a:ext cx="338138" cy="128588"/>
          </a:xfrm>
          <a:custGeom>
            <a:avLst/>
            <a:gdLst>
              <a:gd name="T0" fmla="*/ 17 w 90"/>
              <a:gd name="T1" fmla="*/ 0 h 34"/>
              <a:gd name="T2" fmla="*/ 0 w 90"/>
              <a:gd name="T3" fmla="*/ 17 h 34"/>
              <a:gd name="T4" fmla="*/ 17 w 90"/>
              <a:gd name="T5" fmla="*/ 34 h 34"/>
              <a:gd name="T6" fmla="*/ 73 w 90"/>
              <a:gd name="T7" fmla="*/ 34 h 34"/>
              <a:gd name="T8" fmla="*/ 90 w 90"/>
              <a:gd name="T9" fmla="*/ 17 h 34"/>
              <a:gd name="T10" fmla="*/ 73 w 90"/>
              <a:gd name="T11" fmla="*/ 0 h 34"/>
              <a:gd name="T12" fmla="*/ 17 w 90"/>
              <a:gd name="T13" fmla="*/ 0 h 34"/>
              <a:gd name="T14" fmla="*/ 86 w 90"/>
              <a:gd name="T15" fmla="*/ 17 h 34"/>
              <a:gd name="T16" fmla="*/ 73 w 90"/>
              <a:gd name="T17" fmla="*/ 30 h 34"/>
              <a:gd name="T18" fmla="*/ 17 w 90"/>
              <a:gd name="T19" fmla="*/ 30 h 34"/>
              <a:gd name="T20" fmla="*/ 4 w 90"/>
              <a:gd name="T21" fmla="*/ 17 h 34"/>
              <a:gd name="T22" fmla="*/ 17 w 90"/>
              <a:gd name="T23" fmla="*/ 5 h 34"/>
              <a:gd name="T24" fmla="*/ 73 w 90"/>
              <a:gd name="T25" fmla="*/ 5 h 34"/>
              <a:gd name="T26" fmla="*/ 86 w 90"/>
              <a:gd name="T27" fmla="*/ 1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0" h="34">
                <a:moveTo>
                  <a:pt x="17" y="0"/>
                </a:moveTo>
                <a:cubicBezTo>
                  <a:pt x="7" y="0"/>
                  <a:pt x="0" y="8"/>
                  <a:pt x="0" y="17"/>
                </a:cubicBezTo>
                <a:cubicBezTo>
                  <a:pt x="0" y="27"/>
                  <a:pt x="7" y="34"/>
                  <a:pt x="17" y="34"/>
                </a:cubicBezTo>
                <a:cubicBezTo>
                  <a:pt x="73" y="34"/>
                  <a:pt x="73" y="34"/>
                  <a:pt x="73" y="34"/>
                </a:cubicBezTo>
                <a:cubicBezTo>
                  <a:pt x="83" y="34"/>
                  <a:pt x="90" y="27"/>
                  <a:pt x="90" y="17"/>
                </a:cubicBezTo>
                <a:cubicBezTo>
                  <a:pt x="90" y="8"/>
                  <a:pt x="83" y="0"/>
                  <a:pt x="73" y="0"/>
                </a:cubicBezTo>
                <a:lnTo>
                  <a:pt x="17" y="0"/>
                </a:lnTo>
                <a:close/>
                <a:moveTo>
                  <a:pt x="86" y="17"/>
                </a:moveTo>
                <a:cubicBezTo>
                  <a:pt x="86" y="24"/>
                  <a:pt x="80" y="30"/>
                  <a:pt x="73" y="30"/>
                </a:cubicBezTo>
                <a:cubicBezTo>
                  <a:pt x="17" y="30"/>
                  <a:pt x="17" y="30"/>
                  <a:pt x="17" y="30"/>
                </a:cubicBezTo>
                <a:cubicBezTo>
                  <a:pt x="10" y="30"/>
                  <a:pt x="4" y="24"/>
                  <a:pt x="4" y="17"/>
                </a:cubicBezTo>
                <a:cubicBezTo>
                  <a:pt x="4" y="10"/>
                  <a:pt x="10" y="5"/>
                  <a:pt x="17" y="5"/>
                </a:cubicBezTo>
                <a:cubicBezTo>
                  <a:pt x="73" y="5"/>
                  <a:pt x="73" y="5"/>
                  <a:pt x="73" y="5"/>
                </a:cubicBezTo>
                <a:cubicBezTo>
                  <a:pt x="80" y="5"/>
                  <a:pt x="86" y="10"/>
                  <a:pt x="86" y="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Freeform 50"/>
          <p:cNvSpPr/>
          <p:nvPr/>
        </p:nvSpPr>
        <p:spPr bwMode="auto">
          <a:xfrm>
            <a:off x="10388600" y="5380038"/>
            <a:ext cx="60325" cy="26988"/>
          </a:xfrm>
          <a:custGeom>
            <a:avLst/>
            <a:gdLst>
              <a:gd name="T0" fmla="*/ 13 w 16"/>
              <a:gd name="T1" fmla="*/ 0 h 7"/>
              <a:gd name="T2" fmla="*/ 3 w 16"/>
              <a:gd name="T3" fmla="*/ 0 h 7"/>
              <a:gd name="T4" fmla="*/ 0 w 16"/>
              <a:gd name="T5" fmla="*/ 3 h 7"/>
              <a:gd name="T6" fmla="*/ 3 w 16"/>
              <a:gd name="T7" fmla="*/ 7 h 7"/>
              <a:gd name="T8" fmla="*/ 13 w 16"/>
              <a:gd name="T9" fmla="*/ 7 h 7"/>
              <a:gd name="T10" fmla="*/ 16 w 16"/>
              <a:gd name="T11" fmla="*/ 3 h 7"/>
              <a:gd name="T12" fmla="*/ 13 w 16"/>
              <a:gd name="T13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7">
                <a:moveTo>
                  <a:pt x="13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5"/>
                  <a:pt x="1" y="7"/>
                  <a:pt x="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5" y="7"/>
                  <a:pt x="16" y="5"/>
                  <a:pt x="16" y="3"/>
                </a:cubicBezTo>
                <a:cubicBezTo>
                  <a:pt x="16" y="1"/>
                  <a:pt x="15" y="0"/>
                  <a:pt x="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Freeform 51"/>
          <p:cNvSpPr>
            <a:spLocks noEditPoints="1"/>
          </p:cNvSpPr>
          <p:nvPr/>
        </p:nvSpPr>
        <p:spPr bwMode="auto">
          <a:xfrm>
            <a:off x="9217025" y="5245100"/>
            <a:ext cx="481013" cy="211138"/>
          </a:xfrm>
          <a:custGeom>
            <a:avLst/>
            <a:gdLst>
              <a:gd name="T0" fmla="*/ 100 w 128"/>
              <a:gd name="T1" fmla="*/ 0 h 56"/>
              <a:gd name="T2" fmla="*/ 72 w 128"/>
              <a:gd name="T3" fmla="*/ 28 h 56"/>
              <a:gd name="T4" fmla="*/ 81 w 128"/>
              <a:gd name="T5" fmla="*/ 49 h 56"/>
              <a:gd name="T6" fmla="*/ 84 w 128"/>
              <a:gd name="T7" fmla="*/ 52 h 56"/>
              <a:gd name="T8" fmla="*/ 44 w 128"/>
              <a:gd name="T9" fmla="*/ 52 h 56"/>
              <a:gd name="T10" fmla="*/ 47 w 128"/>
              <a:gd name="T11" fmla="*/ 49 h 56"/>
              <a:gd name="T12" fmla="*/ 56 w 128"/>
              <a:gd name="T13" fmla="*/ 28 h 56"/>
              <a:gd name="T14" fmla="*/ 28 w 128"/>
              <a:gd name="T15" fmla="*/ 0 h 56"/>
              <a:gd name="T16" fmla="*/ 0 w 128"/>
              <a:gd name="T17" fmla="*/ 28 h 56"/>
              <a:gd name="T18" fmla="*/ 28 w 128"/>
              <a:gd name="T19" fmla="*/ 56 h 56"/>
              <a:gd name="T20" fmla="*/ 100 w 128"/>
              <a:gd name="T21" fmla="*/ 56 h 56"/>
              <a:gd name="T22" fmla="*/ 128 w 128"/>
              <a:gd name="T23" fmla="*/ 28 h 56"/>
              <a:gd name="T24" fmla="*/ 100 w 128"/>
              <a:gd name="T25" fmla="*/ 0 h 56"/>
              <a:gd name="T26" fmla="*/ 11 w 128"/>
              <a:gd name="T27" fmla="*/ 45 h 56"/>
              <a:gd name="T28" fmla="*/ 5 w 128"/>
              <a:gd name="T29" fmla="*/ 28 h 56"/>
              <a:gd name="T30" fmla="*/ 11 w 128"/>
              <a:gd name="T31" fmla="*/ 11 h 56"/>
              <a:gd name="T32" fmla="*/ 28 w 128"/>
              <a:gd name="T33" fmla="*/ 4 h 56"/>
              <a:gd name="T34" fmla="*/ 45 w 128"/>
              <a:gd name="T35" fmla="*/ 11 h 56"/>
              <a:gd name="T36" fmla="*/ 52 w 128"/>
              <a:gd name="T37" fmla="*/ 28 h 56"/>
              <a:gd name="T38" fmla="*/ 45 w 128"/>
              <a:gd name="T39" fmla="*/ 45 h 56"/>
              <a:gd name="T40" fmla="*/ 28 w 128"/>
              <a:gd name="T41" fmla="*/ 52 h 56"/>
              <a:gd name="T42" fmla="*/ 11 w 128"/>
              <a:gd name="T43" fmla="*/ 45 h 56"/>
              <a:gd name="T44" fmla="*/ 117 w 128"/>
              <a:gd name="T45" fmla="*/ 45 h 56"/>
              <a:gd name="T46" fmla="*/ 100 w 128"/>
              <a:gd name="T47" fmla="*/ 52 h 56"/>
              <a:gd name="T48" fmla="*/ 83 w 128"/>
              <a:gd name="T49" fmla="*/ 45 h 56"/>
              <a:gd name="T50" fmla="*/ 76 w 128"/>
              <a:gd name="T51" fmla="*/ 28 h 56"/>
              <a:gd name="T52" fmla="*/ 83 w 128"/>
              <a:gd name="T53" fmla="*/ 11 h 56"/>
              <a:gd name="T54" fmla="*/ 100 w 128"/>
              <a:gd name="T55" fmla="*/ 4 h 56"/>
              <a:gd name="T56" fmla="*/ 117 w 128"/>
              <a:gd name="T57" fmla="*/ 11 h 56"/>
              <a:gd name="T58" fmla="*/ 123 w 128"/>
              <a:gd name="T59" fmla="*/ 28 h 56"/>
              <a:gd name="T60" fmla="*/ 117 w 128"/>
              <a:gd name="T61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" h="56">
                <a:moveTo>
                  <a:pt x="100" y="0"/>
                </a:moveTo>
                <a:cubicBezTo>
                  <a:pt x="84" y="0"/>
                  <a:pt x="72" y="12"/>
                  <a:pt x="72" y="28"/>
                </a:cubicBezTo>
                <a:cubicBezTo>
                  <a:pt x="72" y="36"/>
                  <a:pt x="75" y="44"/>
                  <a:pt x="81" y="49"/>
                </a:cubicBezTo>
                <a:cubicBezTo>
                  <a:pt x="84" y="52"/>
                  <a:pt x="84" y="52"/>
                  <a:pt x="84" y="52"/>
                </a:cubicBezTo>
                <a:cubicBezTo>
                  <a:pt x="44" y="52"/>
                  <a:pt x="44" y="52"/>
                  <a:pt x="44" y="52"/>
                </a:cubicBezTo>
                <a:cubicBezTo>
                  <a:pt x="47" y="49"/>
                  <a:pt x="47" y="49"/>
                  <a:pt x="47" y="49"/>
                </a:cubicBezTo>
                <a:cubicBezTo>
                  <a:pt x="53" y="44"/>
                  <a:pt x="56" y="36"/>
                  <a:pt x="56" y="28"/>
                </a:cubicBezTo>
                <a:cubicBezTo>
                  <a:pt x="56" y="12"/>
                  <a:pt x="44" y="0"/>
                  <a:pt x="28" y="0"/>
                </a:cubicBezTo>
                <a:cubicBezTo>
                  <a:pt x="13" y="0"/>
                  <a:pt x="0" y="12"/>
                  <a:pt x="0" y="28"/>
                </a:cubicBezTo>
                <a:cubicBezTo>
                  <a:pt x="0" y="44"/>
                  <a:pt x="13" y="56"/>
                  <a:pt x="28" y="56"/>
                </a:cubicBezTo>
                <a:cubicBezTo>
                  <a:pt x="100" y="56"/>
                  <a:pt x="100" y="56"/>
                  <a:pt x="100" y="56"/>
                </a:cubicBezTo>
                <a:cubicBezTo>
                  <a:pt x="115" y="56"/>
                  <a:pt x="128" y="44"/>
                  <a:pt x="128" y="28"/>
                </a:cubicBezTo>
                <a:cubicBezTo>
                  <a:pt x="128" y="12"/>
                  <a:pt x="115" y="0"/>
                  <a:pt x="100" y="0"/>
                </a:cubicBezTo>
                <a:close/>
                <a:moveTo>
                  <a:pt x="11" y="45"/>
                </a:moveTo>
                <a:cubicBezTo>
                  <a:pt x="7" y="40"/>
                  <a:pt x="5" y="34"/>
                  <a:pt x="5" y="28"/>
                </a:cubicBezTo>
                <a:cubicBezTo>
                  <a:pt x="5" y="22"/>
                  <a:pt x="7" y="16"/>
                  <a:pt x="11" y="11"/>
                </a:cubicBezTo>
                <a:cubicBezTo>
                  <a:pt x="16" y="7"/>
                  <a:pt x="22" y="4"/>
                  <a:pt x="28" y="4"/>
                </a:cubicBezTo>
                <a:cubicBezTo>
                  <a:pt x="35" y="4"/>
                  <a:pt x="41" y="7"/>
                  <a:pt x="45" y="11"/>
                </a:cubicBezTo>
                <a:cubicBezTo>
                  <a:pt x="49" y="16"/>
                  <a:pt x="52" y="22"/>
                  <a:pt x="52" y="28"/>
                </a:cubicBezTo>
                <a:cubicBezTo>
                  <a:pt x="52" y="34"/>
                  <a:pt x="49" y="40"/>
                  <a:pt x="45" y="45"/>
                </a:cubicBezTo>
                <a:cubicBezTo>
                  <a:pt x="41" y="49"/>
                  <a:pt x="35" y="52"/>
                  <a:pt x="28" y="52"/>
                </a:cubicBezTo>
                <a:cubicBezTo>
                  <a:pt x="22" y="52"/>
                  <a:pt x="16" y="49"/>
                  <a:pt x="11" y="45"/>
                </a:cubicBezTo>
                <a:close/>
                <a:moveTo>
                  <a:pt x="117" y="45"/>
                </a:moveTo>
                <a:cubicBezTo>
                  <a:pt x="112" y="49"/>
                  <a:pt x="106" y="52"/>
                  <a:pt x="100" y="52"/>
                </a:cubicBezTo>
                <a:cubicBezTo>
                  <a:pt x="93" y="52"/>
                  <a:pt x="88" y="49"/>
                  <a:pt x="83" y="45"/>
                </a:cubicBezTo>
                <a:cubicBezTo>
                  <a:pt x="79" y="40"/>
                  <a:pt x="76" y="34"/>
                  <a:pt x="76" y="28"/>
                </a:cubicBezTo>
                <a:cubicBezTo>
                  <a:pt x="76" y="22"/>
                  <a:pt x="79" y="16"/>
                  <a:pt x="83" y="11"/>
                </a:cubicBezTo>
                <a:cubicBezTo>
                  <a:pt x="88" y="7"/>
                  <a:pt x="93" y="4"/>
                  <a:pt x="100" y="4"/>
                </a:cubicBezTo>
                <a:cubicBezTo>
                  <a:pt x="106" y="4"/>
                  <a:pt x="112" y="7"/>
                  <a:pt x="117" y="11"/>
                </a:cubicBezTo>
                <a:cubicBezTo>
                  <a:pt x="121" y="16"/>
                  <a:pt x="123" y="22"/>
                  <a:pt x="123" y="28"/>
                </a:cubicBezTo>
                <a:cubicBezTo>
                  <a:pt x="123" y="34"/>
                  <a:pt x="121" y="40"/>
                  <a:pt x="117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50250" y="5110163"/>
            <a:ext cx="293688" cy="481012"/>
            <a:chOff x="8350250" y="5110163"/>
            <a:chExt cx="293688" cy="481012"/>
          </a:xfrm>
          <a:solidFill>
            <a:schemeClr val="accent1"/>
          </a:solidFill>
        </p:grpSpPr>
        <p:sp>
          <p:nvSpPr>
            <p:cNvPr id="80" name="Freeform 52"/>
            <p:cNvSpPr/>
            <p:nvPr/>
          </p:nvSpPr>
          <p:spPr bwMode="auto">
            <a:xfrm>
              <a:off x="8350250" y="5327650"/>
              <a:ext cx="293688" cy="263525"/>
            </a:xfrm>
            <a:custGeom>
              <a:avLst/>
              <a:gdLst>
                <a:gd name="T0" fmla="*/ 69 w 78"/>
                <a:gd name="T1" fmla="*/ 65 h 70"/>
                <a:gd name="T2" fmla="*/ 41 w 78"/>
                <a:gd name="T3" fmla="*/ 65 h 70"/>
                <a:gd name="T4" fmla="*/ 41 w 78"/>
                <a:gd name="T5" fmla="*/ 43 h 70"/>
                <a:gd name="T6" fmla="*/ 43 w 78"/>
                <a:gd name="T7" fmla="*/ 42 h 70"/>
                <a:gd name="T8" fmla="*/ 78 w 78"/>
                <a:gd name="T9" fmla="*/ 3 h 70"/>
                <a:gd name="T10" fmla="*/ 76 w 78"/>
                <a:gd name="T11" fmla="*/ 0 h 70"/>
                <a:gd name="T12" fmla="*/ 74 w 78"/>
                <a:gd name="T13" fmla="*/ 3 h 70"/>
                <a:gd name="T14" fmla="*/ 64 w 78"/>
                <a:gd name="T15" fmla="*/ 27 h 70"/>
                <a:gd name="T16" fmla="*/ 39 w 78"/>
                <a:gd name="T17" fmla="*/ 38 h 70"/>
                <a:gd name="T18" fmla="*/ 14 w 78"/>
                <a:gd name="T19" fmla="*/ 27 h 70"/>
                <a:gd name="T20" fmla="*/ 4 w 78"/>
                <a:gd name="T21" fmla="*/ 4 h 70"/>
                <a:gd name="T22" fmla="*/ 4 w 78"/>
                <a:gd name="T23" fmla="*/ 3 h 70"/>
                <a:gd name="T24" fmla="*/ 2 w 78"/>
                <a:gd name="T25" fmla="*/ 0 h 70"/>
                <a:gd name="T26" fmla="*/ 0 w 78"/>
                <a:gd name="T27" fmla="*/ 2 h 70"/>
                <a:gd name="T28" fmla="*/ 0 w 78"/>
                <a:gd name="T29" fmla="*/ 4 h 70"/>
                <a:gd name="T30" fmla="*/ 35 w 78"/>
                <a:gd name="T31" fmla="*/ 42 h 70"/>
                <a:gd name="T32" fmla="*/ 37 w 78"/>
                <a:gd name="T33" fmla="*/ 43 h 70"/>
                <a:gd name="T34" fmla="*/ 37 w 78"/>
                <a:gd name="T35" fmla="*/ 65 h 70"/>
                <a:gd name="T36" fmla="*/ 9 w 78"/>
                <a:gd name="T37" fmla="*/ 65 h 70"/>
                <a:gd name="T38" fmla="*/ 7 w 78"/>
                <a:gd name="T39" fmla="*/ 68 h 70"/>
                <a:gd name="T40" fmla="*/ 9 w 78"/>
                <a:gd name="T41" fmla="*/ 70 h 70"/>
                <a:gd name="T42" fmla="*/ 69 w 78"/>
                <a:gd name="T43" fmla="*/ 70 h 70"/>
                <a:gd name="T44" fmla="*/ 71 w 78"/>
                <a:gd name="T45" fmla="*/ 68 h 70"/>
                <a:gd name="T46" fmla="*/ 69 w 78"/>
                <a:gd name="T47" fmla="*/ 6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" h="70">
                  <a:moveTo>
                    <a:pt x="69" y="65"/>
                  </a:moveTo>
                  <a:cubicBezTo>
                    <a:pt x="41" y="65"/>
                    <a:pt x="41" y="65"/>
                    <a:pt x="41" y="65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63" y="40"/>
                    <a:pt x="78" y="23"/>
                    <a:pt x="78" y="3"/>
                  </a:cubicBezTo>
                  <a:cubicBezTo>
                    <a:pt x="78" y="2"/>
                    <a:pt x="77" y="0"/>
                    <a:pt x="76" y="0"/>
                  </a:cubicBezTo>
                  <a:cubicBezTo>
                    <a:pt x="75" y="0"/>
                    <a:pt x="74" y="2"/>
                    <a:pt x="74" y="3"/>
                  </a:cubicBezTo>
                  <a:cubicBezTo>
                    <a:pt x="74" y="12"/>
                    <a:pt x="70" y="21"/>
                    <a:pt x="64" y="27"/>
                  </a:cubicBezTo>
                  <a:cubicBezTo>
                    <a:pt x="57" y="34"/>
                    <a:pt x="48" y="38"/>
                    <a:pt x="39" y="38"/>
                  </a:cubicBezTo>
                  <a:cubicBezTo>
                    <a:pt x="30" y="38"/>
                    <a:pt x="21" y="34"/>
                    <a:pt x="14" y="27"/>
                  </a:cubicBezTo>
                  <a:cubicBezTo>
                    <a:pt x="8" y="21"/>
                    <a:pt x="5" y="13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4"/>
                    <a:pt x="15" y="40"/>
                    <a:pt x="35" y="42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8" y="65"/>
                    <a:pt x="7" y="66"/>
                    <a:pt x="7" y="68"/>
                  </a:cubicBezTo>
                  <a:cubicBezTo>
                    <a:pt x="7" y="69"/>
                    <a:pt x="8" y="70"/>
                    <a:pt x="9" y="70"/>
                  </a:cubicBezTo>
                  <a:cubicBezTo>
                    <a:pt x="69" y="70"/>
                    <a:pt x="69" y="70"/>
                    <a:pt x="69" y="70"/>
                  </a:cubicBezTo>
                  <a:cubicBezTo>
                    <a:pt x="70" y="70"/>
                    <a:pt x="71" y="69"/>
                    <a:pt x="71" y="68"/>
                  </a:cubicBezTo>
                  <a:cubicBezTo>
                    <a:pt x="71" y="66"/>
                    <a:pt x="70" y="65"/>
                    <a:pt x="69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53"/>
            <p:cNvSpPr>
              <a:spLocks noEditPoints="1"/>
            </p:cNvSpPr>
            <p:nvPr/>
          </p:nvSpPr>
          <p:spPr bwMode="auto">
            <a:xfrm>
              <a:off x="8402638" y="5110163"/>
              <a:ext cx="187325" cy="319088"/>
            </a:xfrm>
            <a:custGeom>
              <a:avLst/>
              <a:gdLst>
                <a:gd name="T0" fmla="*/ 25 w 50"/>
                <a:gd name="T1" fmla="*/ 85 h 85"/>
                <a:gd name="T2" fmla="*/ 50 w 50"/>
                <a:gd name="T3" fmla="*/ 61 h 85"/>
                <a:gd name="T4" fmla="*/ 50 w 50"/>
                <a:gd name="T5" fmla="*/ 25 h 85"/>
                <a:gd name="T6" fmla="*/ 25 w 50"/>
                <a:gd name="T7" fmla="*/ 0 h 85"/>
                <a:gd name="T8" fmla="*/ 0 w 50"/>
                <a:gd name="T9" fmla="*/ 25 h 85"/>
                <a:gd name="T10" fmla="*/ 0 w 50"/>
                <a:gd name="T11" fmla="*/ 61 h 85"/>
                <a:gd name="T12" fmla="*/ 25 w 50"/>
                <a:gd name="T13" fmla="*/ 85 h 85"/>
                <a:gd name="T14" fmla="*/ 7 w 50"/>
                <a:gd name="T15" fmla="*/ 16 h 85"/>
                <a:gd name="T16" fmla="*/ 11 w 50"/>
                <a:gd name="T17" fmla="*/ 10 h 85"/>
                <a:gd name="T18" fmla="*/ 25 w 50"/>
                <a:gd name="T19" fmla="*/ 5 h 85"/>
                <a:gd name="T20" fmla="*/ 39 w 50"/>
                <a:gd name="T21" fmla="*/ 10 h 85"/>
                <a:gd name="T22" fmla="*/ 43 w 50"/>
                <a:gd name="T23" fmla="*/ 16 h 85"/>
                <a:gd name="T24" fmla="*/ 44 w 50"/>
                <a:gd name="T25" fmla="*/ 18 h 85"/>
                <a:gd name="T26" fmla="*/ 6 w 50"/>
                <a:gd name="T27" fmla="*/ 18 h 85"/>
                <a:gd name="T28" fmla="*/ 7 w 50"/>
                <a:gd name="T29" fmla="*/ 16 h 85"/>
                <a:gd name="T30" fmla="*/ 5 w 50"/>
                <a:gd name="T31" fmla="*/ 23 h 85"/>
                <a:gd name="T32" fmla="*/ 45 w 50"/>
                <a:gd name="T33" fmla="*/ 23 h 85"/>
                <a:gd name="T34" fmla="*/ 45 w 50"/>
                <a:gd name="T35" fmla="*/ 25 h 85"/>
                <a:gd name="T36" fmla="*/ 45 w 50"/>
                <a:gd name="T37" fmla="*/ 33 h 85"/>
                <a:gd name="T38" fmla="*/ 5 w 50"/>
                <a:gd name="T39" fmla="*/ 33 h 85"/>
                <a:gd name="T40" fmla="*/ 5 w 50"/>
                <a:gd name="T41" fmla="*/ 23 h 85"/>
                <a:gd name="T42" fmla="*/ 5 w 50"/>
                <a:gd name="T43" fmla="*/ 37 h 85"/>
                <a:gd name="T44" fmla="*/ 45 w 50"/>
                <a:gd name="T45" fmla="*/ 37 h 85"/>
                <a:gd name="T46" fmla="*/ 45 w 50"/>
                <a:gd name="T47" fmla="*/ 48 h 85"/>
                <a:gd name="T48" fmla="*/ 5 w 50"/>
                <a:gd name="T49" fmla="*/ 48 h 85"/>
                <a:gd name="T50" fmla="*/ 5 w 50"/>
                <a:gd name="T51" fmla="*/ 37 h 85"/>
                <a:gd name="T52" fmla="*/ 5 w 50"/>
                <a:gd name="T53" fmla="*/ 61 h 85"/>
                <a:gd name="T54" fmla="*/ 5 w 50"/>
                <a:gd name="T55" fmla="*/ 52 h 85"/>
                <a:gd name="T56" fmla="*/ 45 w 50"/>
                <a:gd name="T57" fmla="*/ 52 h 85"/>
                <a:gd name="T58" fmla="*/ 45 w 50"/>
                <a:gd name="T59" fmla="*/ 63 h 85"/>
                <a:gd name="T60" fmla="*/ 5 w 50"/>
                <a:gd name="T61" fmla="*/ 63 h 85"/>
                <a:gd name="T62" fmla="*/ 5 w 50"/>
                <a:gd name="T63" fmla="*/ 61 h 85"/>
                <a:gd name="T64" fmla="*/ 6 w 50"/>
                <a:gd name="T65" fmla="*/ 67 h 85"/>
                <a:gd name="T66" fmla="*/ 44 w 50"/>
                <a:gd name="T67" fmla="*/ 67 h 85"/>
                <a:gd name="T68" fmla="*/ 43 w 50"/>
                <a:gd name="T69" fmla="*/ 69 h 85"/>
                <a:gd name="T70" fmla="*/ 39 w 50"/>
                <a:gd name="T71" fmla="*/ 75 h 85"/>
                <a:gd name="T72" fmla="*/ 25 w 50"/>
                <a:gd name="T73" fmla="*/ 81 h 85"/>
                <a:gd name="T74" fmla="*/ 11 w 50"/>
                <a:gd name="T75" fmla="*/ 75 h 85"/>
                <a:gd name="T76" fmla="*/ 7 w 50"/>
                <a:gd name="T77" fmla="*/ 69 h 85"/>
                <a:gd name="T78" fmla="*/ 6 w 50"/>
                <a:gd name="T7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0" h="85">
                  <a:moveTo>
                    <a:pt x="25" y="85"/>
                  </a:moveTo>
                  <a:cubicBezTo>
                    <a:pt x="39" y="85"/>
                    <a:pt x="50" y="74"/>
                    <a:pt x="50" y="61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4"/>
                    <a:pt x="11" y="85"/>
                    <a:pt x="25" y="85"/>
                  </a:cubicBezTo>
                  <a:close/>
                  <a:moveTo>
                    <a:pt x="7" y="16"/>
                  </a:moveTo>
                  <a:cubicBezTo>
                    <a:pt x="8" y="14"/>
                    <a:pt x="9" y="12"/>
                    <a:pt x="11" y="10"/>
                  </a:cubicBezTo>
                  <a:cubicBezTo>
                    <a:pt x="15" y="7"/>
                    <a:pt x="20" y="5"/>
                    <a:pt x="25" y="5"/>
                  </a:cubicBezTo>
                  <a:cubicBezTo>
                    <a:pt x="30" y="5"/>
                    <a:pt x="35" y="7"/>
                    <a:pt x="39" y="10"/>
                  </a:cubicBezTo>
                  <a:cubicBezTo>
                    <a:pt x="41" y="12"/>
                    <a:pt x="42" y="14"/>
                    <a:pt x="43" y="16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6" y="18"/>
                    <a:pt x="6" y="18"/>
                    <a:pt x="6" y="18"/>
                  </a:cubicBezTo>
                  <a:lnTo>
                    <a:pt x="7" y="16"/>
                  </a:lnTo>
                  <a:close/>
                  <a:moveTo>
                    <a:pt x="5" y="23"/>
                  </a:moveTo>
                  <a:cubicBezTo>
                    <a:pt x="45" y="23"/>
                    <a:pt x="45" y="23"/>
                    <a:pt x="45" y="23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5" y="33"/>
                    <a:pt x="5" y="33"/>
                    <a:pt x="5" y="33"/>
                  </a:cubicBezTo>
                  <a:lnTo>
                    <a:pt x="5" y="23"/>
                  </a:lnTo>
                  <a:close/>
                  <a:moveTo>
                    <a:pt x="5" y="37"/>
                  </a:moveTo>
                  <a:cubicBezTo>
                    <a:pt x="45" y="37"/>
                    <a:pt x="45" y="37"/>
                    <a:pt x="45" y="3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5" y="48"/>
                    <a:pt x="5" y="48"/>
                    <a:pt x="5" y="48"/>
                  </a:cubicBezTo>
                  <a:lnTo>
                    <a:pt x="5" y="37"/>
                  </a:lnTo>
                  <a:close/>
                  <a:moveTo>
                    <a:pt x="5" y="61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5" y="63"/>
                    <a:pt x="45" y="63"/>
                    <a:pt x="45" y="63"/>
                  </a:cubicBezTo>
                  <a:cubicBezTo>
                    <a:pt x="5" y="63"/>
                    <a:pt x="5" y="63"/>
                    <a:pt x="5" y="63"/>
                  </a:cubicBezTo>
                  <a:lnTo>
                    <a:pt x="5" y="61"/>
                  </a:lnTo>
                  <a:close/>
                  <a:moveTo>
                    <a:pt x="6" y="67"/>
                  </a:moveTo>
                  <a:cubicBezTo>
                    <a:pt x="44" y="67"/>
                    <a:pt x="44" y="67"/>
                    <a:pt x="44" y="67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2" y="71"/>
                    <a:pt x="41" y="73"/>
                    <a:pt x="39" y="75"/>
                  </a:cubicBezTo>
                  <a:cubicBezTo>
                    <a:pt x="35" y="79"/>
                    <a:pt x="30" y="81"/>
                    <a:pt x="25" y="81"/>
                  </a:cubicBezTo>
                  <a:cubicBezTo>
                    <a:pt x="20" y="81"/>
                    <a:pt x="15" y="79"/>
                    <a:pt x="11" y="75"/>
                  </a:cubicBezTo>
                  <a:cubicBezTo>
                    <a:pt x="9" y="73"/>
                    <a:pt x="8" y="71"/>
                    <a:pt x="7" y="69"/>
                  </a:cubicBezTo>
                  <a:lnTo>
                    <a:pt x="6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82" name="Freeform 54"/>
          <p:cNvSpPr>
            <a:spLocks noEditPoints="1"/>
          </p:cNvSpPr>
          <p:nvPr/>
        </p:nvSpPr>
        <p:spPr bwMode="auto">
          <a:xfrm>
            <a:off x="7362825" y="5110163"/>
            <a:ext cx="346075" cy="481013"/>
          </a:xfrm>
          <a:custGeom>
            <a:avLst/>
            <a:gdLst>
              <a:gd name="T0" fmla="*/ 70 w 92"/>
              <a:gd name="T1" fmla="*/ 36 h 128"/>
              <a:gd name="T2" fmla="*/ 46 w 92"/>
              <a:gd name="T3" fmla="*/ 0 h 128"/>
              <a:gd name="T4" fmla="*/ 22 w 92"/>
              <a:gd name="T5" fmla="*/ 60 h 128"/>
              <a:gd name="T6" fmla="*/ 29 w 92"/>
              <a:gd name="T7" fmla="*/ 78 h 128"/>
              <a:gd name="T8" fmla="*/ 20 w 92"/>
              <a:gd name="T9" fmla="*/ 84 h 128"/>
              <a:gd name="T10" fmla="*/ 11 w 92"/>
              <a:gd name="T11" fmla="*/ 61 h 128"/>
              <a:gd name="T12" fmla="*/ 7 w 92"/>
              <a:gd name="T13" fmla="*/ 61 h 128"/>
              <a:gd name="T14" fmla="*/ 17 w 92"/>
              <a:gd name="T15" fmla="*/ 88 h 128"/>
              <a:gd name="T16" fmla="*/ 1 w 92"/>
              <a:gd name="T17" fmla="*/ 106 h 128"/>
              <a:gd name="T18" fmla="*/ 4 w 92"/>
              <a:gd name="T19" fmla="*/ 109 h 128"/>
              <a:gd name="T20" fmla="*/ 22 w 92"/>
              <a:gd name="T21" fmla="*/ 92 h 128"/>
              <a:gd name="T22" fmla="*/ 44 w 92"/>
              <a:gd name="T23" fmla="*/ 102 h 128"/>
              <a:gd name="T24" fmla="*/ 17 w 92"/>
              <a:gd name="T25" fmla="*/ 123 h 128"/>
              <a:gd name="T26" fmla="*/ 17 w 92"/>
              <a:gd name="T27" fmla="*/ 128 h 128"/>
              <a:gd name="T28" fmla="*/ 78 w 92"/>
              <a:gd name="T29" fmla="*/ 126 h 128"/>
              <a:gd name="T30" fmla="*/ 48 w 92"/>
              <a:gd name="T31" fmla="*/ 123 h 128"/>
              <a:gd name="T32" fmla="*/ 50 w 92"/>
              <a:gd name="T33" fmla="*/ 100 h 128"/>
              <a:gd name="T34" fmla="*/ 83 w 92"/>
              <a:gd name="T35" fmla="*/ 59 h 128"/>
              <a:gd name="T36" fmla="*/ 70 w 92"/>
              <a:gd name="T37" fmla="*/ 86 h 128"/>
              <a:gd name="T38" fmla="*/ 26 w 92"/>
              <a:gd name="T39" fmla="*/ 89 h 128"/>
              <a:gd name="T40" fmla="*/ 33 w 92"/>
              <a:gd name="T41" fmla="*/ 81 h 128"/>
              <a:gd name="T42" fmla="*/ 46 w 92"/>
              <a:gd name="T43" fmla="*/ 85 h 128"/>
              <a:gd name="T44" fmla="*/ 70 w 92"/>
              <a:gd name="T45" fmla="*/ 43 h 128"/>
              <a:gd name="T46" fmla="*/ 91 w 92"/>
              <a:gd name="T47" fmla="*/ 19 h 128"/>
              <a:gd name="T48" fmla="*/ 66 w 92"/>
              <a:gd name="T49" fmla="*/ 60 h 128"/>
              <a:gd name="T50" fmla="*/ 46 w 92"/>
              <a:gd name="T51" fmla="*/ 80 h 128"/>
              <a:gd name="T52" fmla="*/ 36 w 92"/>
              <a:gd name="T53" fmla="*/ 77 h 128"/>
              <a:gd name="T54" fmla="*/ 66 w 92"/>
              <a:gd name="T55" fmla="*/ 60 h 128"/>
              <a:gd name="T56" fmla="*/ 32 w 92"/>
              <a:gd name="T57" fmla="*/ 75 h 128"/>
              <a:gd name="T58" fmla="*/ 26 w 92"/>
              <a:gd name="T59" fmla="*/ 60 h 128"/>
              <a:gd name="T60" fmla="*/ 32 w 92"/>
              <a:gd name="T61" fmla="*/ 10 h 128"/>
              <a:gd name="T62" fmla="*/ 60 w 92"/>
              <a:gd name="T63" fmla="*/ 10 h 128"/>
              <a:gd name="T64" fmla="*/ 66 w 92"/>
              <a:gd name="T65" fmla="*/ 41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2" h="128">
                <a:moveTo>
                  <a:pt x="88" y="19"/>
                </a:moveTo>
                <a:cubicBezTo>
                  <a:pt x="70" y="36"/>
                  <a:pt x="70" y="36"/>
                  <a:pt x="70" y="36"/>
                </a:cubicBezTo>
                <a:cubicBezTo>
                  <a:pt x="70" y="24"/>
                  <a:pt x="70" y="24"/>
                  <a:pt x="70" y="24"/>
                </a:cubicBezTo>
                <a:cubicBezTo>
                  <a:pt x="70" y="11"/>
                  <a:pt x="59" y="0"/>
                  <a:pt x="46" y="0"/>
                </a:cubicBezTo>
                <a:cubicBezTo>
                  <a:pt x="33" y="0"/>
                  <a:pt x="22" y="11"/>
                  <a:pt x="22" y="24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6"/>
                  <a:pt x="24" y="72"/>
                  <a:pt x="28" y="77"/>
                </a:cubicBezTo>
                <a:cubicBezTo>
                  <a:pt x="29" y="78"/>
                  <a:pt x="29" y="78"/>
                  <a:pt x="29" y="78"/>
                </a:cubicBezTo>
                <a:cubicBezTo>
                  <a:pt x="21" y="85"/>
                  <a:pt x="21" y="85"/>
                  <a:pt x="21" y="85"/>
                </a:cubicBezTo>
                <a:cubicBezTo>
                  <a:pt x="20" y="84"/>
                  <a:pt x="20" y="84"/>
                  <a:pt x="20" y="84"/>
                </a:cubicBezTo>
                <a:cubicBezTo>
                  <a:pt x="15" y="78"/>
                  <a:pt x="12" y="71"/>
                  <a:pt x="11" y="63"/>
                </a:cubicBezTo>
                <a:cubicBezTo>
                  <a:pt x="11" y="61"/>
                  <a:pt x="11" y="61"/>
                  <a:pt x="11" y="61"/>
                </a:cubicBezTo>
                <a:cubicBezTo>
                  <a:pt x="11" y="59"/>
                  <a:pt x="10" y="58"/>
                  <a:pt x="9" y="58"/>
                </a:cubicBezTo>
                <a:cubicBezTo>
                  <a:pt x="8" y="58"/>
                  <a:pt x="7" y="59"/>
                  <a:pt x="7" y="61"/>
                </a:cubicBezTo>
                <a:cubicBezTo>
                  <a:pt x="7" y="62"/>
                  <a:pt x="7" y="62"/>
                  <a:pt x="7" y="62"/>
                </a:cubicBezTo>
                <a:cubicBezTo>
                  <a:pt x="7" y="72"/>
                  <a:pt x="11" y="81"/>
                  <a:pt x="17" y="88"/>
                </a:cubicBezTo>
                <a:cubicBezTo>
                  <a:pt x="18" y="89"/>
                  <a:pt x="18" y="89"/>
                  <a:pt x="18" y="89"/>
                </a:cubicBezTo>
                <a:cubicBezTo>
                  <a:pt x="1" y="106"/>
                  <a:pt x="1" y="106"/>
                  <a:pt x="1" y="106"/>
                </a:cubicBezTo>
                <a:cubicBezTo>
                  <a:pt x="0" y="107"/>
                  <a:pt x="0" y="108"/>
                  <a:pt x="1" y="109"/>
                </a:cubicBezTo>
                <a:cubicBezTo>
                  <a:pt x="2" y="110"/>
                  <a:pt x="3" y="110"/>
                  <a:pt x="4" y="109"/>
                </a:cubicBezTo>
                <a:cubicBezTo>
                  <a:pt x="21" y="92"/>
                  <a:pt x="21" y="92"/>
                  <a:pt x="21" y="92"/>
                </a:cubicBezTo>
                <a:cubicBezTo>
                  <a:pt x="22" y="92"/>
                  <a:pt x="22" y="92"/>
                  <a:pt x="22" y="92"/>
                </a:cubicBezTo>
                <a:cubicBezTo>
                  <a:pt x="28" y="97"/>
                  <a:pt x="35" y="100"/>
                  <a:pt x="42" y="100"/>
                </a:cubicBezTo>
                <a:cubicBezTo>
                  <a:pt x="44" y="102"/>
                  <a:pt x="44" y="102"/>
                  <a:pt x="44" y="102"/>
                </a:cubicBezTo>
                <a:cubicBezTo>
                  <a:pt x="44" y="123"/>
                  <a:pt x="44" y="123"/>
                  <a:pt x="44" y="123"/>
                </a:cubicBezTo>
                <a:cubicBezTo>
                  <a:pt x="17" y="123"/>
                  <a:pt x="17" y="123"/>
                  <a:pt x="17" y="123"/>
                </a:cubicBezTo>
                <a:cubicBezTo>
                  <a:pt x="15" y="123"/>
                  <a:pt x="14" y="125"/>
                  <a:pt x="14" y="126"/>
                </a:cubicBezTo>
                <a:cubicBezTo>
                  <a:pt x="14" y="127"/>
                  <a:pt x="15" y="128"/>
                  <a:pt x="17" y="128"/>
                </a:cubicBezTo>
                <a:cubicBezTo>
                  <a:pt x="75" y="128"/>
                  <a:pt x="75" y="128"/>
                  <a:pt x="75" y="128"/>
                </a:cubicBezTo>
                <a:cubicBezTo>
                  <a:pt x="77" y="128"/>
                  <a:pt x="78" y="127"/>
                  <a:pt x="78" y="126"/>
                </a:cubicBezTo>
                <a:cubicBezTo>
                  <a:pt x="78" y="125"/>
                  <a:pt x="77" y="123"/>
                  <a:pt x="75" y="123"/>
                </a:cubicBezTo>
                <a:cubicBezTo>
                  <a:pt x="48" y="123"/>
                  <a:pt x="48" y="123"/>
                  <a:pt x="48" y="123"/>
                </a:cubicBezTo>
                <a:cubicBezTo>
                  <a:pt x="48" y="102"/>
                  <a:pt x="48" y="102"/>
                  <a:pt x="48" y="102"/>
                </a:cubicBezTo>
                <a:cubicBezTo>
                  <a:pt x="50" y="100"/>
                  <a:pt x="50" y="100"/>
                  <a:pt x="50" y="100"/>
                </a:cubicBezTo>
                <a:cubicBezTo>
                  <a:pt x="70" y="98"/>
                  <a:pt x="85" y="82"/>
                  <a:pt x="85" y="61"/>
                </a:cubicBezTo>
                <a:cubicBezTo>
                  <a:pt x="85" y="60"/>
                  <a:pt x="84" y="59"/>
                  <a:pt x="83" y="59"/>
                </a:cubicBezTo>
                <a:cubicBezTo>
                  <a:pt x="82" y="59"/>
                  <a:pt x="81" y="60"/>
                  <a:pt x="81" y="61"/>
                </a:cubicBezTo>
                <a:cubicBezTo>
                  <a:pt x="81" y="70"/>
                  <a:pt x="77" y="79"/>
                  <a:pt x="70" y="86"/>
                </a:cubicBezTo>
                <a:cubicBezTo>
                  <a:pt x="64" y="92"/>
                  <a:pt x="55" y="96"/>
                  <a:pt x="46" y="96"/>
                </a:cubicBezTo>
                <a:cubicBezTo>
                  <a:pt x="39" y="96"/>
                  <a:pt x="32" y="94"/>
                  <a:pt x="26" y="89"/>
                </a:cubicBezTo>
                <a:cubicBezTo>
                  <a:pt x="25" y="89"/>
                  <a:pt x="25" y="89"/>
                  <a:pt x="25" y="89"/>
                </a:cubicBezTo>
                <a:cubicBezTo>
                  <a:pt x="33" y="81"/>
                  <a:pt x="33" y="81"/>
                  <a:pt x="33" y="81"/>
                </a:cubicBezTo>
                <a:cubicBezTo>
                  <a:pt x="33" y="81"/>
                  <a:pt x="33" y="81"/>
                  <a:pt x="33" y="81"/>
                </a:cubicBezTo>
                <a:cubicBezTo>
                  <a:pt x="37" y="83"/>
                  <a:pt x="42" y="85"/>
                  <a:pt x="46" y="85"/>
                </a:cubicBezTo>
                <a:cubicBezTo>
                  <a:pt x="59" y="85"/>
                  <a:pt x="70" y="74"/>
                  <a:pt x="70" y="60"/>
                </a:cubicBezTo>
                <a:cubicBezTo>
                  <a:pt x="70" y="43"/>
                  <a:pt x="70" y="43"/>
                  <a:pt x="70" y="43"/>
                </a:cubicBezTo>
                <a:cubicBezTo>
                  <a:pt x="91" y="22"/>
                  <a:pt x="91" y="22"/>
                  <a:pt x="91" y="22"/>
                </a:cubicBezTo>
                <a:cubicBezTo>
                  <a:pt x="92" y="21"/>
                  <a:pt x="92" y="20"/>
                  <a:pt x="91" y="19"/>
                </a:cubicBezTo>
                <a:cubicBezTo>
                  <a:pt x="90" y="18"/>
                  <a:pt x="89" y="18"/>
                  <a:pt x="88" y="19"/>
                </a:cubicBezTo>
                <a:close/>
                <a:moveTo>
                  <a:pt x="66" y="60"/>
                </a:moveTo>
                <a:cubicBezTo>
                  <a:pt x="66" y="66"/>
                  <a:pt x="64" y="71"/>
                  <a:pt x="60" y="74"/>
                </a:cubicBezTo>
                <a:cubicBezTo>
                  <a:pt x="56" y="78"/>
                  <a:pt x="51" y="80"/>
                  <a:pt x="46" y="80"/>
                </a:cubicBezTo>
                <a:cubicBezTo>
                  <a:pt x="43" y="80"/>
                  <a:pt x="40" y="80"/>
                  <a:pt x="38" y="78"/>
                </a:cubicBezTo>
                <a:cubicBezTo>
                  <a:pt x="36" y="77"/>
                  <a:pt x="36" y="77"/>
                  <a:pt x="36" y="77"/>
                </a:cubicBezTo>
                <a:cubicBezTo>
                  <a:pt x="66" y="47"/>
                  <a:pt x="66" y="47"/>
                  <a:pt x="66" y="47"/>
                </a:cubicBezTo>
                <a:lnTo>
                  <a:pt x="66" y="60"/>
                </a:lnTo>
                <a:close/>
                <a:moveTo>
                  <a:pt x="66" y="41"/>
                </a:moveTo>
                <a:cubicBezTo>
                  <a:pt x="32" y="75"/>
                  <a:pt x="32" y="75"/>
                  <a:pt x="32" y="75"/>
                </a:cubicBezTo>
                <a:cubicBezTo>
                  <a:pt x="31" y="74"/>
                  <a:pt x="31" y="74"/>
                  <a:pt x="31" y="74"/>
                </a:cubicBezTo>
                <a:cubicBezTo>
                  <a:pt x="28" y="70"/>
                  <a:pt x="26" y="65"/>
                  <a:pt x="26" y="60"/>
                </a:cubicBezTo>
                <a:cubicBezTo>
                  <a:pt x="26" y="24"/>
                  <a:pt x="26" y="24"/>
                  <a:pt x="26" y="24"/>
                </a:cubicBezTo>
                <a:cubicBezTo>
                  <a:pt x="26" y="19"/>
                  <a:pt x="28" y="14"/>
                  <a:pt x="32" y="10"/>
                </a:cubicBezTo>
                <a:cubicBezTo>
                  <a:pt x="36" y="7"/>
                  <a:pt x="41" y="5"/>
                  <a:pt x="46" y="5"/>
                </a:cubicBezTo>
                <a:cubicBezTo>
                  <a:pt x="51" y="5"/>
                  <a:pt x="56" y="7"/>
                  <a:pt x="60" y="10"/>
                </a:cubicBezTo>
                <a:cubicBezTo>
                  <a:pt x="64" y="14"/>
                  <a:pt x="66" y="19"/>
                  <a:pt x="66" y="24"/>
                </a:cubicBezTo>
                <a:lnTo>
                  <a:pt x="66" y="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Freeform 55"/>
          <p:cNvSpPr>
            <a:spLocks noEditPoints="1"/>
          </p:cNvSpPr>
          <p:nvPr/>
        </p:nvSpPr>
        <p:spPr bwMode="auto">
          <a:xfrm>
            <a:off x="6484938" y="5110163"/>
            <a:ext cx="179388" cy="319088"/>
          </a:xfrm>
          <a:custGeom>
            <a:avLst/>
            <a:gdLst>
              <a:gd name="T0" fmla="*/ 24 w 48"/>
              <a:gd name="T1" fmla="*/ 85 h 85"/>
              <a:gd name="T2" fmla="*/ 48 w 48"/>
              <a:gd name="T3" fmla="*/ 60 h 85"/>
              <a:gd name="T4" fmla="*/ 48 w 48"/>
              <a:gd name="T5" fmla="*/ 24 h 85"/>
              <a:gd name="T6" fmla="*/ 24 w 48"/>
              <a:gd name="T7" fmla="*/ 0 h 85"/>
              <a:gd name="T8" fmla="*/ 0 w 48"/>
              <a:gd name="T9" fmla="*/ 24 h 85"/>
              <a:gd name="T10" fmla="*/ 0 w 48"/>
              <a:gd name="T11" fmla="*/ 60 h 85"/>
              <a:gd name="T12" fmla="*/ 24 w 48"/>
              <a:gd name="T13" fmla="*/ 85 h 85"/>
              <a:gd name="T14" fmla="*/ 4 w 48"/>
              <a:gd name="T15" fmla="*/ 24 h 85"/>
              <a:gd name="T16" fmla="*/ 10 w 48"/>
              <a:gd name="T17" fmla="*/ 10 h 85"/>
              <a:gd name="T18" fmla="*/ 24 w 48"/>
              <a:gd name="T19" fmla="*/ 5 h 85"/>
              <a:gd name="T20" fmla="*/ 38 w 48"/>
              <a:gd name="T21" fmla="*/ 10 h 85"/>
              <a:gd name="T22" fmla="*/ 44 w 48"/>
              <a:gd name="T23" fmla="*/ 24 h 85"/>
              <a:gd name="T24" fmla="*/ 44 w 48"/>
              <a:gd name="T25" fmla="*/ 60 h 85"/>
              <a:gd name="T26" fmla="*/ 38 w 48"/>
              <a:gd name="T27" fmla="*/ 74 h 85"/>
              <a:gd name="T28" fmla="*/ 24 w 48"/>
              <a:gd name="T29" fmla="*/ 80 h 85"/>
              <a:gd name="T30" fmla="*/ 10 w 48"/>
              <a:gd name="T31" fmla="*/ 74 h 85"/>
              <a:gd name="T32" fmla="*/ 4 w 48"/>
              <a:gd name="T33" fmla="*/ 60 h 85"/>
              <a:gd name="T34" fmla="*/ 4 w 48"/>
              <a:gd name="T35" fmla="*/ 24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8" h="85">
                <a:moveTo>
                  <a:pt x="24" y="85"/>
                </a:moveTo>
                <a:cubicBezTo>
                  <a:pt x="37" y="85"/>
                  <a:pt x="48" y="74"/>
                  <a:pt x="48" y="60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11"/>
                  <a:pt x="37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74"/>
                  <a:pt x="11" y="85"/>
                  <a:pt x="24" y="85"/>
                </a:cubicBezTo>
                <a:close/>
                <a:moveTo>
                  <a:pt x="4" y="24"/>
                </a:moveTo>
                <a:cubicBezTo>
                  <a:pt x="4" y="19"/>
                  <a:pt x="6" y="14"/>
                  <a:pt x="10" y="10"/>
                </a:cubicBezTo>
                <a:cubicBezTo>
                  <a:pt x="14" y="7"/>
                  <a:pt x="19" y="5"/>
                  <a:pt x="24" y="5"/>
                </a:cubicBezTo>
                <a:cubicBezTo>
                  <a:pt x="29" y="5"/>
                  <a:pt x="34" y="7"/>
                  <a:pt x="38" y="10"/>
                </a:cubicBezTo>
                <a:cubicBezTo>
                  <a:pt x="42" y="14"/>
                  <a:pt x="44" y="19"/>
                  <a:pt x="44" y="24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66"/>
                  <a:pt x="42" y="71"/>
                  <a:pt x="38" y="74"/>
                </a:cubicBezTo>
                <a:cubicBezTo>
                  <a:pt x="34" y="78"/>
                  <a:pt x="29" y="80"/>
                  <a:pt x="24" y="80"/>
                </a:cubicBezTo>
                <a:cubicBezTo>
                  <a:pt x="19" y="80"/>
                  <a:pt x="14" y="78"/>
                  <a:pt x="10" y="74"/>
                </a:cubicBezTo>
                <a:cubicBezTo>
                  <a:pt x="6" y="71"/>
                  <a:pt x="4" y="66"/>
                  <a:pt x="4" y="60"/>
                </a:cubicBezTo>
                <a:lnTo>
                  <a:pt x="4" y="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Freeform 56"/>
          <p:cNvSpPr/>
          <p:nvPr/>
        </p:nvSpPr>
        <p:spPr bwMode="auto">
          <a:xfrm>
            <a:off x="6427788" y="5327650"/>
            <a:ext cx="293688" cy="263525"/>
          </a:xfrm>
          <a:custGeom>
            <a:avLst/>
            <a:gdLst>
              <a:gd name="T0" fmla="*/ 68 w 78"/>
              <a:gd name="T1" fmla="*/ 65 h 70"/>
              <a:gd name="T2" fmla="*/ 41 w 78"/>
              <a:gd name="T3" fmla="*/ 65 h 70"/>
              <a:gd name="T4" fmla="*/ 41 w 78"/>
              <a:gd name="T5" fmla="*/ 44 h 70"/>
              <a:gd name="T6" fmla="*/ 43 w 78"/>
              <a:gd name="T7" fmla="*/ 42 h 70"/>
              <a:gd name="T8" fmla="*/ 78 w 78"/>
              <a:gd name="T9" fmla="*/ 3 h 70"/>
              <a:gd name="T10" fmla="*/ 76 w 78"/>
              <a:gd name="T11" fmla="*/ 1 h 70"/>
              <a:gd name="T12" fmla="*/ 74 w 78"/>
              <a:gd name="T13" fmla="*/ 3 h 70"/>
              <a:gd name="T14" fmla="*/ 63 w 78"/>
              <a:gd name="T15" fmla="*/ 28 h 70"/>
              <a:gd name="T16" fmla="*/ 39 w 78"/>
              <a:gd name="T17" fmla="*/ 38 h 70"/>
              <a:gd name="T18" fmla="*/ 15 w 78"/>
              <a:gd name="T19" fmla="*/ 28 h 70"/>
              <a:gd name="T20" fmla="*/ 4 w 78"/>
              <a:gd name="T21" fmla="*/ 5 h 70"/>
              <a:gd name="T22" fmla="*/ 4 w 78"/>
              <a:gd name="T23" fmla="*/ 3 h 70"/>
              <a:gd name="T24" fmla="*/ 2 w 78"/>
              <a:gd name="T25" fmla="*/ 0 h 70"/>
              <a:gd name="T26" fmla="*/ 0 w 78"/>
              <a:gd name="T27" fmla="*/ 3 h 70"/>
              <a:gd name="T28" fmla="*/ 0 w 78"/>
              <a:gd name="T29" fmla="*/ 4 h 70"/>
              <a:gd name="T30" fmla="*/ 35 w 78"/>
              <a:gd name="T31" fmla="*/ 42 h 70"/>
              <a:gd name="T32" fmla="*/ 37 w 78"/>
              <a:gd name="T33" fmla="*/ 44 h 70"/>
              <a:gd name="T34" fmla="*/ 37 w 78"/>
              <a:gd name="T35" fmla="*/ 65 h 70"/>
              <a:gd name="T36" fmla="*/ 10 w 78"/>
              <a:gd name="T37" fmla="*/ 65 h 70"/>
              <a:gd name="T38" fmla="*/ 7 w 78"/>
              <a:gd name="T39" fmla="*/ 68 h 70"/>
              <a:gd name="T40" fmla="*/ 10 w 78"/>
              <a:gd name="T41" fmla="*/ 70 h 70"/>
              <a:gd name="T42" fmla="*/ 68 w 78"/>
              <a:gd name="T43" fmla="*/ 70 h 70"/>
              <a:gd name="T44" fmla="*/ 71 w 78"/>
              <a:gd name="T45" fmla="*/ 68 h 70"/>
              <a:gd name="T46" fmla="*/ 68 w 78"/>
              <a:gd name="T47" fmla="*/ 65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" h="70">
                <a:moveTo>
                  <a:pt x="68" y="65"/>
                </a:moveTo>
                <a:cubicBezTo>
                  <a:pt x="41" y="65"/>
                  <a:pt x="41" y="65"/>
                  <a:pt x="41" y="65"/>
                </a:cubicBezTo>
                <a:cubicBezTo>
                  <a:pt x="41" y="44"/>
                  <a:pt x="41" y="44"/>
                  <a:pt x="41" y="44"/>
                </a:cubicBezTo>
                <a:cubicBezTo>
                  <a:pt x="43" y="42"/>
                  <a:pt x="43" y="42"/>
                  <a:pt x="43" y="42"/>
                </a:cubicBezTo>
                <a:cubicBezTo>
                  <a:pt x="63" y="40"/>
                  <a:pt x="78" y="24"/>
                  <a:pt x="78" y="3"/>
                </a:cubicBezTo>
                <a:cubicBezTo>
                  <a:pt x="78" y="2"/>
                  <a:pt x="77" y="1"/>
                  <a:pt x="76" y="1"/>
                </a:cubicBezTo>
                <a:cubicBezTo>
                  <a:pt x="75" y="1"/>
                  <a:pt x="74" y="2"/>
                  <a:pt x="74" y="3"/>
                </a:cubicBezTo>
                <a:cubicBezTo>
                  <a:pt x="74" y="12"/>
                  <a:pt x="70" y="21"/>
                  <a:pt x="63" y="28"/>
                </a:cubicBezTo>
                <a:cubicBezTo>
                  <a:pt x="57" y="34"/>
                  <a:pt x="48" y="38"/>
                  <a:pt x="39" y="38"/>
                </a:cubicBezTo>
                <a:cubicBezTo>
                  <a:pt x="30" y="38"/>
                  <a:pt x="21" y="34"/>
                  <a:pt x="15" y="28"/>
                </a:cubicBezTo>
                <a:cubicBezTo>
                  <a:pt x="8" y="21"/>
                  <a:pt x="5" y="13"/>
                  <a:pt x="4" y="5"/>
                </a:cubicBezTo>
                <a:cubicBezTo>
                  <a:pt x="4" y="3"/>
                  <a:pt x="4" y="3"/>
                  <a:pt x="4" y="3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0" y="4"/>
                  <a:pt x="0" y="4"/>
                </a:cubicBezTo>
                <a:cubicBezTo>
                  <a:pt x="1" y="24"/>
                  <a:pt x="16" y="40"/>
                  <a:pt x="35" y="42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65"/>
                  <a:pt x="37" y="65"/>
                  <a:pt x="37" y="65"/>
                </a:cubicBezTo>
                <a:cubicBezTo>
                  <a:pt x="10" y="65"/>
                  <a:pt x="10" y="65"/>
                  <a:pt x="10" y="65"/>
                </a:cubicBezTo>
                <a:cubicBezTo>
                  <a:pt x="8" y="65"/>
                  <a:pt x="7" y="67"/>
                  <a:pt x="7" y="68"/>
                </a:cubicBezTo>
                <a:cubicBezTo>
                  <a:pt x="7" y="69"/>
                  <a:pt x="8" y="70"/>
                  <a:pt x="10" y="70"/>
                </a:cubicBezTo>
                <a:cubicBezTo>
                  <a:pt x="68" y="70"/>
                  <a:pt x="68" y="70"/>
                  <a:pt x="68" y="70"/>
                </a:cubicBezTo>
                <a:cubicBezTo>
                  <a:pt x="70" y="70"/>
                  <a:pt x="71" y="69"/>
                  <a:pt x="71" y="68"/>
                </a:cubicBezTo>
                <a:cubicBezTo>
                  <a:pt x="71" y="67"/>
                  <a:pt x="70" y="65"/>
                  <a:pt x="68" y="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Freeform 57"/>
          <p:cNvSpPr>
            <a:spLocks noEditPoints="1"/>
          </p:cNvSpPr>
          <p:nvPr/>
        </p:nvSpPr>
        <p:spPr bwMode="auto">
          <a:xfrm>
            <a:off x="5373688" y="5113338"/>
            <a:ext cx="479425" cy="473075"/>
          </a:xfrm>
          <a:custGeom>
            <a:avLst/>
            <a:gdLst>
              <a:gd name="T0" fmla="*/ 125 w 128"/>
              <a:gd name="T1" fmla="*/ 98 h 126"/>
              <a:gd name="T2" fmla="*/ 128 w 128"/>
              <a:gd name="T3" fmla="*/ 96 h 126"/>
              <a:gd name="T4" fmla="*/ 128 w 128"/>
              <a:gd name="T5" fmla="*/ 3 h 126"/>
              <a:gd name="T6" fmla="*/ 125 w 128"/>
              <a:gd name="T7" fmla="*/ 1 h 126"/>
              <a:gd name="T8" fmla="*/ 63 w 128"/>
              <a:gd name="T9" fmla="*/ 21 h 126"/>
              <a:gd name="T10" fmla="*/ 28 w 128"/>
              <a:gd name="T11" fmla="*/ 21 h 126"/>
              <a:gd name="T12" fmla="*/ 0 w 128"/>
              <a:gd name="T13" fmla="*/ 49 h 126"/>
              <a:gd name="T14" fmla="*/ 28 w 128"/>
              <a:gd name="T15" fmla="*/ 78 h 126"/>
              <a:gd name="T16" fmla="*/ 33 w 128"/>
              <a:gd name="T17" fmla="*/ 78 h 126"/>
              <a:gd name="T18" fmla="*/ 50 w 128"/>
              <a:gd name="T19" fmla="*/ 117 h 126"/>
              <a:gd name="T20" fmla="*/ 62 w 128"/>
              <a:gd name="T21" fmla="*/ 126 h 126"/>
              <a:gd name="T22" fmla="*/ 67 w 128"/>
              <a:gd name="T23" fmla="*/ 125 h 126"/>
              <a:gd name="T24" fmla="*/ 74 w 128"/>
              <a:gd name="T25" fmla="*/ 117 h 126"/>
              <a:gd name="T26" fmla="*/ 74 w 128"/>
              <a:gd name="T27" fmla="*/ 107 h 126"/>
              <a:gd name="T28" fmla="*/ 62 w 128"/>
              <a:gd name="T29" fmla="*/ 77 h 126"/>
              <a:gd name="T30" fmla="*/ 125 w 128"/>
              <a:gd name="T31" fmla="*/ 98 h 126"/>
              <a:gd name="T32" fmla="*/ 62 w 128"/>
              <a:gd name="T33" fmla="*/ 26 h 126"/>
              <a:gd name="T34" fmla="*/ 123 w 128"/>
              <a:gd name="T35" fmla="*/ 6 h 126"/>
              <a:gd name="T36" fmla="*/ 123 w 128"/>
              <a:gd name="T37" fmla="*/ 93 h 126"/>
              <a:gd name="T38" fmla="*/ 62 w 128"/>
              <a:gd name="T39" fmla="*/ 73 h 126"/>
              <a:gd name="T40" fmla="*/ 62 w 128"/>
              <a:gd name="T41" fmla="*/ 26 h 126"/>
              <a:gd name="T42" fmla="*/ 28 w 128"/>
              <a:gd name="T43" fmla="*/ 73 h 126"/>
              <a:gd name="T44" fmla="*/ 11 w 128"/>
              <a:gd name="T45" fmla="*/ 66 h 126"/>
              <a:gd name="T46" fmla="*/ 5 w 128"/>
              <a:gd name="T47" fmla="*/ 49 h 126"/>
              <a:gd name="T48" fmla="*/ 11 w 128"/>
              <a:gd name="T49" fmla="*/ 33 h 126"/>
              <a:gd name="T50" fmla="*/ 28 w 128"/>
              <a:gd name="T51" fmla="*/ 26 h 126"/>
              <a:gd name="T52" fmla="*/ 58 w 128"/>
              <a:gd name="T53" fmla="*/ 26 h 126"/>
              <a:gd name="T54" fmla="*/ 58 w 128"/>
              <a:gd name="T55" fmla="*/ 73 h 126"/>
              <a:gd name="T56" fmla="*/ 28 w 128"/>
              <a:gd name="T57" fmla="*/ 73 h 126"/>
              <a:gd name="T58" fmla="*/ 70 w 128"/>
              <a:gd name="T59" fmla="*/ 109 h 126"/>
              <a:gd name="T60" fmla="*/ 70 w 128"/>
              <a:gd name="T61" fmla="*/ 115 h 126"/>
              <a:gd name="T62" fmla="*/ 65 w 128"/>
              <a:gd name="T63" fmla="*/ 120 h 126"/>
              <a:gd name="T64" fmla="*/ 62 w 128"/>
              <a:gd name="T65" fmla="*/ 121 h 126"/>
              <a:gd name="T66" fmla="*/ 54 w 128"/>
              <a:gd name="T67" fmla="*/ 116 h 126"/>
              <a:gd name="T68" fmla="*/ 38 w 128"/>
              <a:gd name="T69" fmla="*/ 78 h 126"/>
              <a:gd name="T70" fmla="*/ 57 w 128"/>
              <a:gd name="T71" fmla="*/ 78 h 126"/>
              <a:gd name="T72" fmla="*/ 70 w 128"/>
              <a:gd name="T73" fmla="*/ 109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26">
                <a:moveTo>
                  <a:pt x="125" y="98"/>
                </a:moveTo>
                <a:cubicBezTo>
                  <a:pt x="126" y="99"/>
                  <a:pt x="128" y="98"/>
                  <a:pt x="128" y="96"/>
                </a:cubicBezTo>
                <a:cubicBezTo>
                  <a:pt x="128" y="3"/>
                  <a:pt x="128" y="3"/>
                  <a:pt x="128" y="3"/>
                </a:cubicBezTo>
                <a:cubicBezTo>
                  <a:pt x="128" y="1"/>
                  <a:pt x="126" y="0"/>
                  <a:pt x="125" y="1"/>
                </a:cubicBezTo>
                <a:cubicBezTo>
                  <a:pt x="63" y="21"/>
                  <a:pt x="63" y="21"/>
                  <a:pt x="63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13" y="21"/>
                  <a:pt x="0" y="34"/>
                  <a:pt x="0" y="49"/>
                </a:cubicBezTo>
                <a:cubicBezTo>
                  <a:pt x="0" y="65"/>
                  <a:pt x="13" y="78"/>
                  <a:pt x="28" y="78"/>
                </a:cubicBezTo>
                <a:cubicBezTo>
                  <a:pt x="33" y="78"/>
                  <a:pt x="33" y="78"/>
                  <a:pt x="33" y="78"/>
                </a:cubicBezTo>
                <a:cubicBezTo>
                  <a:pt x="50" y="117"/>
                  <a:pt x="50" y="117"/>
                  <a:pt x="50" y="117"/>
                </a:cubicBezTo>
                <a:cubicBezTo>
                  <a:pt x="52" y="122"/>
                  <a:pt x="57" y="126"/>
                  <a:pt x="62" y="126"/>
                </a:cubicBezTo>
                <a:cubicBezTo>
                  <a:pt x="64" y="126"/>
                  <a:pt x="66" y="125"/>
                  <a:pt x="67" y="125"/>
                </a:cubicBezTo>
                <a:cubicBezTo>
                  <a:pt x="71" y="123"/>
                  <a:pt x="73" y="120"/>
                  <a:pt x="74" y="117"/>
                </a:cubicBezTo>
                <a:cubicBezTo>
                  <a:pt x="76" y="114"/>
                  <a:pt x="76" y="110"/>
                  <a:pt x="74" y="107"/>
                </a:cubicBezTo>
                <a:cubicBezTo>
                  <a:pt x="62" y="77"/>
                  <a:pt x="62" y="77"/>
                  <a:pt x="62" y="77"/>
                </a:cubicBezTo>
                <a:lnTo>
                  <a:pt x="125" y="98"/>
                </a:lnTo>
                <a:close/>
                <a:moveTo>
                  <a:pt x="62" y="26"/>
                </a:moveTo>
                <a:cubicBezTo>
                  <a:pt x="123" y="6"/>
                  <a:pt x="123" y="6"/>
                  <a:pt x="123" y="6"/>
                </a:cubicBezTo>
                <a:cubicBezTo>
                  <a:pt x="123" y="93"/>
                  <a:pt x="123" y="93"/>
                  <a:pt x="123" y="93"/>
                </a:cubicBezTo>
                <a:cubicBezTo>
                  <a:pt x="62" y="73"/>
                  <a:pt x="62" y="73"/>
                  <a:pt x="62" y="73"/>
                </a:cubicBezTo>
                <a:lnTo>
                  <a:pt x="62" y="26"/>
                </a:lnTo>
                <a:close/>
                <a:moveTo>
                  <a:pt x="28" y="73"/>
                </a:moveTo>
                <a:cubicBezTo>
                  <a:pt x="22" y="73"/>
                  <a:pt x="16" y="71"/>
                  <a:pt x="11" y="66"/>
                </a:cubicBezTo>
                <a:cubicBezTo>
                  <a:pt x="7" y="62"/>
                  <a:pt x="5" y="56"/>
                  <a:pt x="5" y="49"/>
                </a:cubicBezTo>
                <a:cubicBezTo>
                  <a:pt x="5" y="43"/>
                  <a:pt x="7" y="37"/>
                  <a:pt x="11" y="33"/>
                </a:cubicBezTo>
                <a:cubicBezTo>
                  <a:pt x="16" y="28"/>
                  <a:pt x="22" y="26"/>
                  <a:pt x="28" y="26"/>
                </a:cubicBezTo>
                <a:cubicBezTo>
                  <a:pt x="58" y="26"/>
                  <a:pt x="58" y="26"/>
                  <a:pt x="58" y="26"/>
                </a:cubicBezTo>
                <a:cubicBezTo>
                  <a:pt x="58" y="73"/>
                  <a:pt x="58" y="73"/>
                  <a:pt x="58" y="73"/>
                </a:cubicBezTo>
                <a:lnTo>
                  <a:pt x="28" y="73"/>
                </a:lnTo>
                <a:close/>
                <a:moveTo>
                  <a:pt x="70" y="109"/>
                </a:moveTo>
                <a:cubicBezTo>
                  <a:pt x="71" y="111"/>
                  <a:pt x="71" y="113"/>
                  <a:pt x="70" y="115"/>
                </a:cubicBezTo>
                <a:cubicBezTo>
                  <a:pt x="69" y="118"/>
                  <a:pt x="68" y="119"/>
                  <a:pt x="65" y="120"/>
                </a:cubicBezTo>
                <a:cubicBezTo>
                  <a:pt x="64" y="121"/>
                  <a:pt x="63" y="121"/>
                  <a:pt x="62" y="121"/>
                </a:cubicBezTo>
                <a:cubicBezTo>
                  <a:pt x="58" y="121"/>
                  <a:pt x="55" y="119"/>
                  <a:pt x="54" y="116"/>
                </a:cubicBezTo>
                <a:cubicBezTo>
                  <a:pt x="38" y="78"/>
                  <a:pt x="38" y="78"/>
                  <a:pt x="38" y="78"/>
                </a:cubicBezTo>
                <a:cubicBezTo>
                  <a:pt x="57" y="78"/>
                  <a:pt x="57" y="78"/>
                  <a:pt x="57" y="78"/>
                </a:cubicBezTo>
                <a:lnTo>
                  <a:pt x="70" y="1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Freeform 58"/>
          <p:cNvSpPr>
            <a:spLocks noEditPoints="1"/>
          </p:cNvSpPr>
          <p:nvPr/>
        </p:nvSpPr>
        <p:spPr bwMode="auto">
          <a:xfrm>
            <a:off x="4411663" y="5148263"/>
            <a:ext cx="342900" cy="409575"/>
          </a:xfrm>
          <a:custGeom>
            <a:avLst/>
            <a:gdLst>
              <a:gd name="T0" fmla="*/ 89 w 91"/>
              <a:gd name="T1" fmla="*/ 0 h 109"/>
              <a:gd name="T2" fmla="*/ 89 w 91"/>
              <a:gd name="T3" fmla="*/ 0 h 109"/>
              <a:gd name="T4" fmla="*/ 42 w 91"/>
              <a:gd name="T5" fmla="*/ 24 h 109"/>
              <a:gd name="T6" fmla="*/ 5 w 91"/>
              <a:gd name="T7" fmla="*/ 24 h 109"/>
              <a:gd name="T8" fmla="*/ 0 w 91"/>
              <a:gd name="T9" fmla="*/ 29 h 109"/>
              <a:gd name="T10" fmla="*/ 0 w 91"/>
              <a:gd name="T11" fmla="*/ 79 h 109"/>
              <a:gd name="T12" fmla="*/ 5 w 91"/>
              <a:gd name="T13" fmla="*/ 84 h 109"/>
              <a:gd name="T14" fmla="*/ 43 w 91"/>
              <a:gd name="T15" fmla="*/ 84 h 109"/>
              <a:gd name="T16" fmla="*/ 88 w 91"/>
              <a:gd name="T17" fmla="*/ 108 h 109"/>
              <a:gd name="T18" fmla="*/ 91 w 91"/>
              <a:gd name="T19" fmla="*/ 107 h 109"/>
              <a:gd name="T20" fmla="*/ 91 w 91"/>
              <a:gd name="T21" fmla="*/ 1 h 109"/>
              <a:gd name="T22" fmla="*/ 91 w 91"/>
              <a:gd name="T23" fmla="*/ 0 h 109"/>
              <a:gd name="T24" fmla="*/ 89 w 91"/>
              <a:gd name="T25" fmla="*/ 0 h 109"/>
              <a:gd name="T26" fmla="*/ 38 w 91"/>
              <a:gd name="T27" fmla="*/ 80 h 109"/>
              <a:gd name="T28" fmla="*/ 5 w 91"/>
              <a:gd name="T29" fmla="*/ 80 h 109"/>
              <a:gd name="T30" fmla="*/ 5 w 91"/>
              <a:gd name="T31" fmla="*/ 28 h 109"/>
              <a:gd name="T32" fmla="*/ 38 w 91"/>
              <a:gd name="T33" fmla="*/ 28 h 109"/>
              <a:gd name="T34" fmla="*/ 38 w 91"/>
              <a:gd name="T35" fmla="*/ 80 h 109"/>
              <a:gd name="T36" fmla="*/ 87 w 91"/>
              <a:gd name="T37" fmla="*/ 102 h 109"/>
              <a:gd name="T38" fmla="*/ 42 w 91"/>
              <a:gd name="T39" fmla="*/ 79 h 109"/>
              <a:gd name="T40" fmla="*/ 42 w 91"/>
              <a:gd name="T41" fmla="*/ 29 h 109"/>
              <a:gd name="T42" fmla="*/ 87 w 91"/>
              <a:gd name="T43" fmla="*/ 6 h 109"/>
              <a:gd name="T44" fmla="*/ 87 w 91"/>
              <a:gd name="T45" fmla="*/ 10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1" h="109">
                <a:moveTo>
                  <a:pt x="89" y="0"/>
                </a:moveTo>
                <a:cubicBezTo>
                  <a:pt x="89" y="0"/>
                  <a:pt x="89" y="0"/>
                  <a:pt x="89" y="0"/>
                </a:cubicBezTo>
                <a:cubicBezTo>
                  <a:pt x="42" y="24"/>
                  <a:pt x="42" y="24"/>
                  <a:pt x="42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0" y="26"/>
                  <a:pt x="0" y="29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82"/>
                  <a:pt x="2" y="84"/>
                  <a:pt x="5" y="84"/>
                </a:cubicBezTo>
                <a:cubicBezTo>
                  <a:pt x="43" y="84"/>
                  <a:pt x="43" y="84"/>
                  <a:pt x="43" y="84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90" y="109"/>
                  <a:pt x="91" y="108"/>
                  <a:pt x="91" y="107"/>
                </a:cubicBezTo>
                <a:cubicBezTo>
                  <a:pt x="91" y="1"/>
                  <a:pt x="91" y="1"/>
                  <a:pt x="91" y="1"/>
                </a:cubicBezTo>
                <a:cubicBezTo>
                  <a:pt x="91" y="1"/>
                  <a:pt x="91" y="1"/>
                  <a:pt x="91" y="0"/>
                </a:cubicBezTo>
                <a:cubicBezTo>
                  <a:pt x="90" y="0"/>
                  <a:pt x="90" y="0"/>
                  <a:pt x="89" y="0"/>
                </a:cubicBezTo>
                <a:close/>
                <a:moveTo>
                  <a:pt x="38" y="80"/>
                </a:moveTo>
                <a:cubicBezTo>
                  <a:pt x="5" y="80"/>
                  <a:pt x="5" y="80"/>
                  <a:pt x="5" y="80"/>
                </a:cubicBezTo>
                <a:cubicBezTo>
                  <a:pt x="5" y="28"/>
                  <a:pt x="5" y="28"/>
                  <a:pt x="5" y="28"/>
                </a:cubicBezTo>
                <a:cubicBezTo>
                  <a:pt x="38" y="28"/>
                  <a:pt x="38" y="28"/>
                  <a:pt x="38" y="28"/>
                </a:cubicBezTo>
                <a:lnTo>
                  <a:pt x="38" y="80"/>
                </a:lnTo>
                <a:close/>
                <a:moveTo>
                  <a:pt x="87" y="102"/>
                </a:moveTo>
                <a:cubicBezTo>
                  <a:pt x="42" y="79"/>
                  <a:pt x="42" y="79"/>
                  <a:pt x="42" y="79"/>
                </a:cubicBezTo>
                <a:cubicBezTo>
                  <a:pt x="42" y="29"/>
                  <a:pt x="42" y="29"/>
                  <a:pt x="42" y="29"/>
                </a:cubicBezTo>
                <a:cubicBezTo>
                  <a:pt x="87" y="6"/>
                  <a:pt x="87" y="6"/>
                  <a:pt x="87" y="6"/>
                </a:cubicBezTo>
                <a:lnTo>
                  <a:pt x="87" y="1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Freeform 59"/>
          <p:cNvSpPr/>
          <p:nvPr/>
        </p:nvSpPr>
        <p:spPr bwMode="auto">
          <a:xfrm>
            <a:off x="4795838" y="5302250"/>
            <a:ext cx="96838" cy="96838"/>
          </a:xfrm>
          <a:custGeom>
            <a:avLst/>
            <a:gdLst>
              <a:gd name="T0" fmla="*/ 16 w 26"/>
              <a:gd name="T1" fmla="*/ 13 h 26"/>
              <a:gd name="T2" fmla="*/ 25 w 26"/>
              <a:gd name="T3" fmla="*/ 4 h 26"/>
              <a:gd name="T4" fmla="*/ 25 w 26"/>
              <a:gd name="T5" fmla="*/ 1 h 26"/>
              <a:gd name="T6" fmla="*/ 22 w 26"/>
              <a:gd name="T7" fmla="*/ 1 h 26"/>
              <a:gd name="T8" fmla="*/ 13 w 26"/>
              <a:gd name="T9" fmla="*/ 10 h 26"/>
              <a:gd name="T10" fmla="*/ 4 w 26"/>
              <a:gd name="T11" fmla="*/ 1 h 26"/>
              <a:gd name="T12" fmla="*/ 1 w 26"/>
              <a:gd name="T13" fmla="*/ 1 h 26"/>
              <a:gd name="T14" fmla="*/ 0 w 26"/>
              <a:gd name="T15" fmla="*/ 3 h 26"/>
              <a:gd name="T16" fmla="*/ 1 w 26"/>
              <a:gd name="T17" fmla="*/ 4 h 26"/>
              <a:gd name="T18" fmla="*/ 10 w 26"/>
              <a:gd name="T19" fmla="*/ 13 h 26"/>
              <a:gd name="T20" fmla="*/ 1 w 26"/>
              <a:gd name="T21" fmla="*/ 22 h 26"/>
              <a:gd name="T22" fmla="*/ 1 w 26"/>
              <a:gd name="T23" fmla="*/ 25 h 26"/>
              <a:gd name="T24" fmla="*/ 4 w 26"/>
              <a:gd name="T25" fmla="*/ 25 h 26"/>
              <a:gd name="T26" fmla="*/ 13 w 26"/>
              <a:gd name="T27" fmla="*/ 16 h 26"/>
              <a:gd name="T28" fmla="*/ 22 w 26"/>
              <a:gd name="T29" fmla="*/ 25 h 26"/>
              <a:gd name="T30" fmla="*/ 24 w 26"/>
              <a:gd name="T31" fmla="*/ 26 h 26"/>
              <a:gd name="T32" fmla="*/ 25 w 26"/>
              <a:gd name="T33" fmla="*/ 25 h 26"/>
              <a:gd name="T34" fmla="*/ 25 w 26"/>
              <a:gd name="T35" fmla="*/ 22 h 26"/>
              <a:gd name="T36" fmla="*/ 16 w 26"/>
              <a:gd name="T37" fmla="*/ 1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6" h="26">
                <a:moveTo>
                  <a:pt x="16" y="13"/>
                </a:moveTo>
                <a:cubicBezTo>
                  <a:pt x="25" y="4"/>
                  <a:pt x="25" y="4"/>
                  <a:pt x="25" y="4"/>
                </a:cubicBezTo>
                <a:cubicBezTo>
                  <a:pt x="26" y="3"/>
                  <a:pt x="26" y="2"/>
                  <a:pt x="25" y="1"/>
                </a:cubicBezTo>
                <a:cubicBezTo>
                  <a:pt x="24" y="0"/>
                  <a:pt x="23" y="0"/>
                  <a:pt x="22" y="1"/>
                </a:cubicBezTo>
                <a:cubicBezTo>
                  <a:pt x="13" y="10"/>
                  <a:pt x="13" y="10"/>
                  <a:pt x="13" y="10"/>
                </a:cubicBezTo>
                <a:cubicBezTo>
                  <a:pt x="4" y="1"/>
                  <a:pt x="4" y="1"/>
                  <a:pt x="4" y="1"/>
                </a:cubicBezTo>
                <a:cubicBezTo>
                  <a:pt x="4" y="0"/>
                  <a:pt x="2" y="0"/>
                  <a:pt x="1" y="1"/>
                </a:cubicBezTo>
                <a:cubicBezTo>
                  <a:pt x="1" y="1"/>
                  <a:pt x="0" y="2"/>
                  <a:pt x="0" y="3"/>
                </a:cubicBezTo>
                <a:cubicBezTo>
                  <a:pt x="0" y="3"/>
                  <a:pt x="1" y="4"/>
                  <a:pt x="1" y="4"/>
                </a:cubicBezTo>
                <a:cubicBezTo>
                  <a:pt x="10" y="13"/>
                  <a:pt x="10" y="13"/>
                  <a:pt x="10" y="13"/>
                </a:cubicBezTo>
                <a:cubicBezTo>
                  <a:pt x="1" y="22"/>
                  <a:pt x="1" y="22"/>
                  <a:pt x="1" y="22"/>
                </a:cubicBezTo>
                <a:cubicBezTo>
                  <a:pt x="0" y="23"/>
                  <a:pt x="0" y="24"/>
                  <a:pt x="1" y="25"/>
                </a:cubicBezTo>
                <a:cubicBezTo>
                  <a:pt x="2" y="26"/>
                  <a:pt x="3" y="26"/>
                  <a:pt x="4" y="25"/>
                </a:cubicBezTo>
                <a:cubicBezTo>
                  <a:pt x="13" y="16"/>
                  <a:pt x="13" y="16"/>
                  <a:pt x="13" y="16"/>
                </a:cubicBezTo>
                <a:cubicBezTo>
                  <a:pt x="22" y="25"/>
                  <a:pt x="22" y="25"/>
                  <a:pt x="22" y="25"/>
                </a:cubicBezTo>
                <a:cubicBezTo>
                  <a:pt x="23" y="26"/>
                  <a:pt x="23" y="26"/>
                  <a:pt x="24" y="26"/>
                </a:cubicBezTo>
                <a:cubicBezTo>
                  <a:pt x="24" y="26"/>
                  <a:pt x="25" y="26"/>
                  <a:pt x="25" y="25"/>
                </a:cubicBezTo>
                <a:cubicBezTo>
                  <a:pt x="26" y="24"/>
                  <a:pt x="26" y="23"/>
                  <a:pt x="25" y="22"/>
                </a:cubicBezTo>
                <a:lnTo>
                  <a:pt x="16" y="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Freeform 60"/>
          <p:cNvSpPr>
            <a:spLocks noEditPoints="1"/>
          </p:cNvSpPr>
          <p:nvPr/>
        </p:nvSpPr>
        <p:spPr bwMode="auto">
          <a:xfrm>
            <a:off x="3451225" y="5170488"/>
            <a:ext cx="341313" cy="409575"/>
          </a:xfrm>
          <a:custGeom>
            <a:avLst/>
            <a:gdLst>
              <a:gd name="T0" fmla="*/ 89 w 91"/>
              <a:gd name="T1" fmla="*/ 0 h 109"/>
              <a:gd name="T2" fmla="*/ 42 w 91"/>
              <a:gd name="T3" fmla="*/ 24 h 109"/>
              <a:gd name="T4" fmla="*/ 5 w 91"/>
              <a:gd name="T5" fmla="*/ 24 h 109"/>
              <a:gd name="T6" fmla="*/ 0 w 91"/>
              <a:gd name="T7" fmla="*/ 29 h 109"/>
              <a:gd name="T8" fmla="*/ 0 w 91"/>
              <a:gd name="T9" fmla="*/ 80 h 109"/>
              <a:gd name="T10" fmla="*/ 5 w 91"/>
              <a:gd name="T11" fmla="*/ 84 h 109"/>
              <a:gd name="T12" fmla="*/ 43 w 91"/>
              <a:gd name="T13" fmla="*/ 85 h 109"/>
              <a:gd name="T14" fmla="*/ 88 w 91"/>
              <a:gd name="T15" fmla="*/ 108 h 109"/>
              <a:gd name="T16" fmla="*/ 91 w 91"/>
              <a:gd name="T17" fmla="*/ 107 h 109"/>
              <a:gd name="T18" fmla="*/ 91 w 91"/>
              <a:gd name="T19" fmla="*/ 2 h 109"/>
              <a:gd name="T20" fmla="*/ 89 w 91"/>
              <a:gd name="T21" fmla="*/ 0 h 109"/>
              <a:gd name="T22" fmla="*/ 38 w 91"/>
              <a:gd name="T23" fmla="*/ 80 h 109"/>
              <a:gd name="T24" fmla="*/ 5 w 91"/>
              <a:gd name="T25" fmla="*/ 80 h 109"/>
              <a:gd name="T26" fmla="*/ 5 w 91"/>
              <a:gd name="T27" fmla="*/ 29 h 109"/>
              <a:gd name="T28" fmla="*/ 38 w 91"/>
              <a:gd name="T29" fmla="*/ 29 h 109"/>
              <a:gd name="T30" fmla="*/ 38 w 91"/>
              <a:gd name="T31" fmla="*/ 80 h 109"/>
              <a:gd name="T32" fmla="*/ 87 w 91"/>
              <a:gd name="T33" fmla="*/ 102 h 109"/>
              <a:gd name="T34" fmla="*/ 42 w 91"/>
              <a:gd name="T35" fmla="*/ 79 h 109"/>
              <a:gd name="T36" fmla="*/ 42 w 91"/>
              <a:gd name="T37" fmla="*/ 29 h 109"/>
              <a:gd name="T38" fmla="*/ 87 w 91"/>
              <a:gd name="T39" fmla="*/ 6 h 109"/>
              <a:gd name="T40" fmla="*/ 87 w 91"/>
              <a:gd name="T41" fmla="*/ 10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1" h="109">
                <a:moveTo>
                  <a:pt x="89" y="0"/>
                </a:moveTo>
                <a:cubicBezTo>
                  <a:pt x="42" y="24"/>
                  <a:pt x="42" y="24"/>
                  <a:pt x="42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0" y="26"/>
                  <a:pt x="0" y="29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2"/>
                  <a:pt x="2" y="84"/>
                  <a:pt x="5" y="84"/>
                </a:cubicBezTo>
                <a:cubicBezTo>
                  <a:pt x="43" y="85"/>
                  <a:pt x="43" y="85"/>
                  <a:pt x="43" y="85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90" y="109"/>
                  <a:pt x="91" y="108"/>
                  <a:pt x="91" y="107"/>
                </a:cubicBezTo>
                <a:cubicBezTo>
                  <a:pt x="91" y="2"/>
                  <a:pt x="91" y="2"/>
                  <a:pt x="91" y="2"/>
                </a:cubicBezTo>
                <a:cubicBezTo>
                  <a:pt x="91" y="0"/>
                  <a:pt x="90" y="0"/>
                  <a:pt x="89" y="0"/>
                </a:cubicBezTo>
                <a:close/>
                <a:moveTo>
                  <a:pt x="38" y="80"/>
                </a:moveTo>
                <a:cubicBezTo>
                  <a:pt x="5" y="80"/>
                  <a:pt x="5" y="80"/>
                  <a:pt x="5" y="80"/>
                </a:cubicBezTo>
                <a:cubicBezTo>
                  <a:pt x="5" y="29"/>
                  <a:pt x="5" y="29"/>
                  <a:pt x="5" y="29"/>
                </a:cubicBezTo>
                <a:cubicBezTo>
                  <a:pt x="38" y="29"/>
                  <a:pt x="38" y="29"/>
                  <a:pt x="38" y="29"/>
                </a:cubicBezTo>
                <a:lnTo>
                  <a:pt x="38" y="80"/>
                </a:lnTo>
                <a:close/>
                <a:moveTo>
                  <a:pt x="87" y="102"/>
                </a:moveTo>
                <a:cubicBezTo>
                  <a:pt x="42" y="79"/>
                  <a:pt x="42" y="79"/>
                  <a:pt x="42" y="79"/>
                </a:cubicBezTo>
                <a:cubicBezTo>
                  <a:pt x="42" y="29"/>
                  <a:pt x="42" y="29"/>
                  <a:pt x="42" y="29"/>
                </a:cubicBezTo>
                <a:cubicBezTo>
                  <a:pt x="87" y="6"/>
                  <a:pt x="87" y="6"/>
                  <a:pt x="87" y="6"/>
                </a:cubicBezTo>
                <a:lnTo>
                  <a:pt x="87" y="1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Freeform 61"/>
          <p:cNvSpPr/>
          <p:nvPr/>
        </p:nvSpPr>
        <p:spPr bwMode="auto">
          <a:xfrm>
            <a:off x="3833813" y="5291138"/>
            <a:ext cx="41275" cy="160338"/>
          </a:xfrm>
          <a:custGeom>
            <a:avLst/>
            <a:gdLst>
              <a:gd name="T0" fmla="*/ 4 w 11"/>
              <a:gd name="T1" fmla="*/ 1 h 43"/>
              <a:gd name="T2" fmla="*/ 4 w 11"/>
              <a:gd name="T3" fmla="*/ 0 h 43"/>
              <a:gd name="T4" fmla="*/ 2 w 11"/>
              <a:gd name="T5" fmla="*/ 0 h 43"/>
              <a:gd name="T6" fmla="*/ 0 w 11"/>
              <a:gd name="T7" fmla="*/ 2 h 43"/>
              <a:gd name="T8" fmla="*/ 0 w 11"/>
              <a:gd name="T9" fmla="*/ 3 h 43"/>
              <a:gd name="T10" fmla="*/ 1 w 11"/>
              <a:gd name="T11" fmla="*/ 4 h 43"/>
              <a:gd name="T12" fmla="*/ 7 w 11"/>
              <a:gd name="T13" fmla="*/ 22 h 43"/>
              <a:gd name="T14" fmla="*/ 1 w 11"/>
              <a:gd name="T15" fmla="*/ 39 h 43"/>
              <a:gd name="T16" fmla="*/ 0 w 11"/>
              <a:gd name="T17" fmla="*/ 40 h 43"/>
              <a:gd name="T18" fmla="*/ 0 w 11"/>
              <a:gd name="T19" fmla="*/ 41 h 43"/>
              <a:gd name="T20" fmla="*/ 2 w 11"/>
              <a:gd name="T21" fmla="*/ 43 h 43"/>
              <a:gd name="T22" fmla="*/ 4 w 11"/>
              <a:gd name="T23" fmla="*/ 43 h 43"/>
              <a:gd name="T24" fmla="*/ 4 w 11"/>
              <a:gd name="T25" fmla="*/ 43 h 43"/>
              <a:gd name="T26" fmla="*/ 11 w 11"/>
              <a:gd name="T27" fmla="*/ 22 h 43"/>
              <a:gd name="T28" fmla="*/ 4 w 11"/>
              <a:gd name="T29" fmla="*/ 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" h="43">
                <a:moveTo>
                  <a:pt x="4" y="1"/>
                </a:moveTo>
                <a:cubicBezTo>
                  <a:pt x="4" y="0"/>
                  <a:pt x="4" y="0"/>
                  <a:pt x="4" y="0"/>
                </a:cubicBezTo>
                <a:cubicBezTo>
                  <a:pt x="3" y="0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1" y="4"/>
                  <a:pt x="1" y="4"/>
                  <a:pt x="1" y="4"/>
                </a:cubicBezTo>
                <a:cubicBezTo>
                  <a:pt x="5" y="9"/>
                  <a:pt x="7" y="15"/>
                  <a:pt x="7" y="22"/>
                </a:cubicBezTo>
                <a:cubicBezTo>
                  <a:pt x="7" y="28"/>
                  <a:pt x="5" y="34"/>
                  <a:pt x="1" y="39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0"/>
                  <a:pt x="0" y="41"/>
                  <a:pt x="0" y="41"/>
                </a:cubicBezTo>
                <a:cubicBezTo>
                  <a:pt x="0" y="42"/>
                  <a:pt x="1" y="43"/>
                  <a:pt x="2" y="43"/>
                </a:cubicBezTo>
                <a:cubicBezTo>
                  <a:pt x="3" y="43"/>
                  <a:pt x="3" y="43"/>
                  <a:pt x="4" y="43"/>
                </a:cubicBezTo>
                <a:cubicBezTo>
                  <a:pt x="4" y="43"/>
                  <a:pt x="4" y="43"/>
                  <a:pt x="4" y="43"/>
                </a:cubicBezTo>
                <a:cubicBezTo>
                  <a:pt x="9" y="36"/>
                  <a:pt x="11" y="29"/>
                  <a:pt x="11" y="22"/>
                </a:cubicBezTo>
                <a:cubicBezTo>
                  <a:pt x="11" y="14"/>
                  <a:pt x="9" y="7"/>
                  <a:pt x="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Freeform 62"/>
          <p:cNvSpPr/>
          <p:nvPr/>
        </p:nvSpPr>
        <p:spPr bwMode="auto">
          <a:xfrm>
            <a:off x="3863975" y="5241925"/>
            <a:ext cx="68263" cy="261938"/>
          </a:xfrm>
          <a:custGeom>
            <a:avLst/>
            <a:gdLst>
              <a:gd name="T0" fmla="*/ 4 w 18"/>
              <a:gd name="T1" fmla="*/ 1 h 70"/>
              <a:gd name="T2" fmla="*/ 2 w 18"/>
              <a:gd name="T3" fmla="*/ 0 h 70"/>
              <a:gd name="T4" fmla="*/ 0 w 18"/>
              <a:gd name="T5" fmla="*/ 3 h 70"/>
              <a:gd name="T6" fmla="*/ 0 w 18"/>
              <a:gd name="T7" fmla="*/ 4 h 70"/>
              <a:gd name="T8" fmla="*/ 10 w 18"/>
              <a:gd name="T9" fmla="*/ 19 h 70"/>
              <a:gd name="T10" fmla="*/ 13 w 18"/>
              <a:gd name="T11" fmla="*/ 35 h 70"/>
              <a:gd name="T12" fmla="*/ 10 w 18"/>
              <a:gd name="T13" fmla="*/ 52 h 70"/>
              <a:gd name="T14" fmla="*/ 0 w 18"/>
              <a:gd name="T15" fmla="*/ 66 h 70"/>
              <a:gd name="T16" fmla="*/ 0 w 18"/>
              <a:gd name="T17" fmla="*/ 68 h 70"/>
              <a:gd name="T18" fmla="*/ 2 w 18"/>
              <a:gd name="T19" fmla="*/ 70 h 70"/>
              <a:gd name="T20" fmla="*/ 4 w 18"/>
              <a:gd name="T21" fmla="*/ 70 h 70"/>
              <a:gd name="T22" fmla="*/ 18 w 18"/>
              <a:gd name="T23" fmla="*/ 35 h 70"/>
              <a:gd name="T24" fmla="*/ 4 w 18"/>
              <a:gd name="T25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" h="70">
                <a:moveTo>
                  <a:pt x="4" y="1"/>
                </a:moveTo>
                <a:cubicBezTo>
                  <a:pt x="3" y="1"/>
                  <a:pt x="3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3"/>
                  <a:pt x="0" y="4"/>
                  <a:pt x="0" y="4"/>
                </a:cubicBezTo>
                <a:cubicBezTo>
                  <a:pt x="5" y="9"/>
                  <a:pt x="8" y="13"/>
                  <a:pt x="10" y="19"/>
                </a:cubicBezTo>
                <a:cubicBezTo>
                  <a:pt x="12" y="24"/>
                  <a:pt x="13" y="29"/>
                  <a:pt x="13" y="35"/>
                </a:cubicBezTo>
                <a:cubicBezTo>
                  <a:pt x="13" y="41"/>
                  <a:pt x="12" y="47"/>
                  <a:pt x="10" y="52"/>
                </a:cubicBezTo>
                <a:cubicBezTo>
                  <a:pt x="8" y="57"/>
                  <a:pt x="5" y="62"/>
                  <a:pt x="0" y="66"/>
                </a:cubicBezTo>
                <a:cubicBezTo>
                  <a:pt x="0" y="67"/>
                  <a:pt x="0" y="67"/>
                  <a:pt x="0" y="68"/>
                </a:cubicBezTo>
                <a:cubicBezTo>
                  <a:pt x="0" y="69"/>
                  <a:pt x="1" y="70"/>
                  <a:pt x="2" y="70"/>
                </a:cubicBezTo>
                <a:cubicBezTo>
                  <a:pt x="3" y="70"/>
                  <a:pt x="3" y="70"/>
                  <a:pt x="4" y="70"/>
                </a:cubicBezTo>
                <a:cubicBezTo>
                  <a:pt x="13" y="60"/>
                  <a:pt x="18" y="48"/>
                  <a:pt x="18" y="35"/>
                </a:cubicBezTo>
                <a:cubicBezTo>
                  <a:pt x="18" y="22"/>
                  <a:pt x="13" y="10"/>
                  <a:pt x="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Freeform 63"/>
          <p:cNvSpPr>
            <a:spLocks noEditPoints="1"/>
          </p:cNvSpPr>
          <p:nvPr/>
        </p:nvSpPr>
        <p:spPr bwMode="auto">
          <a:xfrm>
            <a:off x="2527300" y="5106988"/>
            <a:ext cx="406400" cy="487363"/>
          </a:xfrm>
          <a:custGeom>
            <a:avLst/>
            <a:gdLst>
              <a:gd name="T0" fmla="*/ 104 w 108"/>
              <a:gd name="T1" fmla="*/ 1 h 130"/>
              <a:gd name="T2" fmla="*/ 50 w 108"/>
              <a:gd name="T3" fmla="*/ 29 h 130"/>
              <a:gd name="T4" fmla="*/ 6 w 108"/>
              <a:gd name="T5" fmla="*/ 29 h 130"/>
              <a:gd name="T6" fmla="*/ 0 w 108"/>
              <a:gd name="T7" fmla="*/ 35 h 130"/>
              <a:gd name="T8" fmla="*/ 0 w 108"/>
              <a:gd name="T9" fmla="*/ 95 h 130"/>
              <a:gd name="T10" fmla="*/ 6 w 108"/>
              <a:gd name="T11" fmla="*/ 101 h 130"/>
              <a:gd name="T12" fmla="*/ 50 w 108"/>
              <a:gd name="T13" fmla="*/ 101 h 130"/>
              <a:gd name="T14" fmla="*/ 104 w 108"/>
              <a:gd name="T15" fmla="*/ 129 h 130"/>
              <a:gd name="T16" fmla="*/ 108 w 108"/>
              <a:gd name="T17" fmla="*/ 127 h 130"/>
              <a:gd name="T18" fmla="*/ 108 w 108"/>
              <a:gd name="T19" fmla="*/ 3 h 130"/>
              <a:gd name="T20" fmla="*/ 104 w 108"/>
              <a:gd name="T21" fmla="*/ 1 h 130"/>
              <a:gd name="T22" fmla="*/ 46 w 108"/>
              <a:gd name="T23" fmla="*/ 96 h 130"/>
              <a:gd name="T24" fmla="*/ 5 w 108"/>
              <a:gd name="T25" fmla="*/ 96 h 130"/>
              <a:gd name="T26" fmla="*/ 5 w 108"/>
              <a:gd name="T27" fmla="*/ 34 h 130"/>
              <a:gd name="T28" fmla="*/ 46 w 108"/>
              <a:gd name="T29" fmla="*/ 34 h 130"/>
              <a:gd name="T30" fmla="*/ 46 w 108"/>
              <a:gd name="T31" fmla="*/ 96 h 130"/>
              <a:gd name="T32" fmla="*/ 103 w 108"/>
              <a:gd name="T33" fmla="*/ 123 h 130"/>
              <a:gd name="T34" fmla="*/ 50 w 108"/>
              <a:gd name="T35" fmla="*/ 96 h 130"/>
              <a:gd name="T36" fmla="*/ 50 w 108"/>
              <a:gd name="T37" fmla="*/ 34 h 130"/>
              <a:gd name="T38" fmla="*/ 103 w 108"/>
              <a:gd name="T39" fmla="*/ 7 h 130"/>
              <a:gd name="T40" fmla="*/ 103 w 108"/>
              <a:gd name="T41" fmla="*/ 123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8" h="130">
                <a:moveTo>
                  <a:pt x="104" y="1"/>
                </a:moveTo>
                <a:cubicBezTo>
                  <a:pt x="50" y="29"/>
                  <a:pt x="50" y="29"/>
                  <a:pt x="50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3" y="29"/>
                  <a:pt x="0" y="32"/>
                  <a:pt x="0" y="35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8"/>
                  <a:pt x="3" y="101"/>
                  <a:pt x="6" y="101"/>
                </a:cubicBezTo>
                <a:cubicBezTo>
                  <a:pt x="50" y="101"/>
                  <a:pt x="50" y="101"/>
                  <a:pt x="50" y="101"/>
                </a:cubicBezTo>
                <a:cubicBezTo>
                  <a:pt x="104" y="129"/>
                  <a:pt x="104" y="129"/>
                  <a:pt x="104" y="129"/>
                </a:cubicBezTo>
                <a:cubicBezTo>
                  <a:pt x="106" y="130"/>
                  <a:pt x="108" y="128"/>
                  <a:pt x="108" y="127"/>
                </a:cubicBezTo>
                <a:cubicBezTo>
                  <a:pt x="108" y="3"/>
                  <a:pt x="108" y="3"/>
                  <a:pt x="108" y="3"/>
                </a:cubicBezTo>
                <a:cubicBezTo>
                  <a:pt x="108" y="2"/>
                  <a:pt x="106" y="0"/>
                  <a:pt x="104" y="1"/>
                </a:cubicBezTo>
                <a:close/>
                <a:moveTo>
                  <a:pt x="46" y="96"/>
                </a:moveTo>
                <a:cubicBezTo>
                  <a:pt x="5" y="96"/>
                  <a:pt x="5" y="96"/>
                  <a:pt x="5" y="96"/>
                </a:cubicBezTo>
                <a:cubicBezTo>
                  <a:pt x="5" y="34"/>
                  <a:pt x="5" y="34"/>
                  <a:pt x="5" y="34"/>
                </a:cubicBezTo>
                <a:cubicBezTo>
                  <a:pt x="46" y="34"/>
                  <a:pt x="46" y="34"/>
                  <a:pt x="46" y="34"/>
                </a:cubicBezTo>
                <a:lnTo>
                  <a:pt x="46" y="96"/>
                </a:lnTo>
                <a:close/>
                <a:moveTo>
                  <a:pt x="103" y="123"/>
                </a:moveTo>
                <a:cubicBezTo>
                  <a:pt x="50" y="96"/>
                  <a:pt x="50" y="96"/>
                  <a:pt x="50" y="96"/>
                </a:cubicBezTo>
                <a:cubicBezTo>
                  <a:pt x="50" y="34"/>
                  <a:pt x="50" y="34"/>
                  <a:pt x="50" y="34"/>
                </a:cubicBezTo>
                <a:cubicBezTo>
                  <a:pt x="103" y="7"/>
                  <a:pt x="103" y="7"/>
                  <a:pt x="103" y="7"/>
                </a:cubicBezTo>
                <a:lnTo>
                  <a:pt x="10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Freeform 64"/>
          <p:cNvSpPr>
            <a:spLocks noEditPoints="1"/>
          </p:cNvSpPr>
          <p:nvPr/>
        </p:nvSpPr>
        <p:spPr bwMode="auto">
          <a:xfrm>
            <a:off x="1543050" y="5110163"/>
            <a:ext cx="447675" cy="484188"/>
          </a:xfrm>
          <a:custGeom>
            <a:avLst/>
            <a:gdLst>
              <a:gd name="T0" fmla="*/ 119 w 119"/>
              <a:gd name="T1" fmla="*/ 97 h 129"/>
              <a:gd name="T2" fmla="*/ 119 w 119"/>
              <a:gd name="T3" fmla="*/ 0 h 129"/>
              <a:gd name="T4" fmla="*/ 38 w 119"/>
              <a:gd name="T5" fmla="*/ 20 h 129"/>
              <a:gd name="T6" fmla="*/ 38 w 119"/>
              <a:gd name="T7" fmla="*/ 99 h 129"/>
              <a:gd name="T8" fmla="*/ 35 w 119"/>
              <a:gd name="T9" fmla="*/ 98 h 129"/>
              <a:gd name="T10" fmla="*/ 22 w 119"/>
              <a:gd name="T11" fmla="*/ 94 h 129"/>
              <a:gd name="T12" fmla="*/ 19 w 119"/>
              <a:gd name="T13" fmla="*/ 94 h 129"/>
              <a:gd name="T14" fmla="*/ 5 w 119"/>
              <a:gd name="T15" fmla="*/ 101 h 129"/>
              <a:gd name="T16" fmla="*/ 1 w 119"/>
              <a:gd name="T17" fmla="*/ 113 h 129"/>
              <a:gd name="T18" fmla="*/ 23 w 119"/>
              <a:gd name="T19" fmla="*/ 128 h 129"/>
              <a:gd name="T20" fmla="*/ 42 w 119"/>
              <a:gd name="T21" fmla="*/ 110 h 129"/>
              <a:gd name="T22" fmla="*/ 42 w 119"/>
              <a:gd name="T23" fmla="*/ 49 h 129"/>
              <a:gd name="T24" fmla="*/ 115 w 119"/>
              <a:gd name="T25" fmla="*/ 32 h 129"/>
              <a:gd name="T26" fmla="*/ 115 w 119"/>
              <a:gd name="T27" fmla="*/ 85 h 129"/>
              <a:gd name="T28" fmla="*/ 113 w 119"/>
              <a:gd name="T29" fmla="*/ 84 h 129"/>
              <a:gd name="T30" fmla="*/ 97 w 119"/>
              <a:gd name="T31" fmla="*/ 80 h 129"/>
              <a:gd name="T32" fmla="*/ 82 w 119"/>
              <a:gd name="T33" fmla="*/ 87 h 129"/>
              <a:gd name="T34" fmla="*/ 78 w 119"/>
              <a:gd name="T35" fmla="*/ 99 h 129"/>
              <a:gd name="T36" fmla="*/ 101 w 119"/>
              <a:gd name="T37" fmla="*/ 114 h 129"/>
              <a:gd name="T38" fmla="*/ 119 w 119"/>
              <a:gd name="T39" fmla="*/ 97 h 129"/>
              <a:gd name="T40" fmla="*/ 34 w 119"/>
              <a:gd name="T41" fmla="*/ 118 h 129"/>
              <a:gd name="T42" fmla="*/ 23 w 119"/>
              <a:gd name="T43" fmla="*/ 123 h 129"/>
              <a:gd name="T44" fmla="*/ 20 w 119"/>
              <a:gd name="T45" fmla="*/ 124 h 129"/>
              <a:gd name="T46" fmla="*/ 10 w 119"/>
              <a:gd name="T47" fmla="*/ 120 h 129"/>
              <a:gd name="T48" fmla="*/ 5 w 119"/>
              <a:gd name="T49" fmla="*/ 113 h 129"/>
              <a:gd name="T50" fmla="*/ 9 w 119"/>
              <a:gd name="T51" fmla="*/ 104 h 129"/>
              <a:gd name="T52" fmla="*/ 20 w 119"/>
              <a:gd name="T53" fmla="*/ 98 h 129"/>
              <a:gd name="T54" fmla="*/ 33 w 119"/>
              <a:gd name="T55" fmla="*/ 102 h 129"/>
              <a:gd name="T56" fmla="*/ 38 w 119"/>
              <a:gd name="T57" fmla="*/ 109 h 129"/>
              <a:gd name="T58" fmla="*/ 34 w 119"/>
              <a:gd name="T59" fmla="*/ 118 h 129"/>
              <a:gd name="T60" fmla="*/ 42 w 119"/>
              <a:gd name="T61" fmla="*/ 45 h 129"/>
              <a:gd name="T62" fmla="*/ 42 w 119"/>
              <a:gd name="T63" fmla="*/ 23 h 129"/>
              <a:gd name="T64" fmla="*/ 115 w 119"/>
              <a:gd name="T65" fmla="*/ 6 h 129"/>
              <a:gd name="T66" fmla="*/ 115 w 119"/>
              <a:gd name="T67" fmla="*/ 27 h 129"/>
              <a:gd name="T68" fmla="*/ 42 w 119"/>
              <a:gd name="T69" fmla="*/ 45 h 129"/>
              <a:gd name="T70" fmla="*/ 98 w 119"/>
              <a:gd name="T71" fmla="*/ 110 h 129"/>
              <a:gd name="T72" fmla="*/ 87 w 119"/>
              <a:gd name="T73" fmla="*/ 106 h 129"/>
              <a:gd name="T74" fmla="*/ 82 w 119"/>
              <a:gd name="T75" fmla="*/ 99 h 129"/>
              <a:gd name="T76" fmla="*/ 86 w 119"/>
              <a:gd name="T77" fmla="*/ 90 h 129"/>
              <a:gd name="T78" fmla="*/ 97 w 119"/>
              <a:gd name="T79" fmla="*/ 84 h 129"/>
              <a:gd name="T80" fmla="*/ 110 w 119"/>
              <a:gd name="T81" fmla="*/ 88 h 129"/>
              <a:gd name="T82" fmla="*/ 115 w 119"/>
              <a:gd name="T83" fmla="*/ 95 h 129"/>
              <a:gd name="T84" fmla="*/ 111 w 119"/>
              <a:gd name="T85" fmla="*/ 104 h 129"/>
              <a:gd name="T86" fmla="*/ 100 w 119"/>
              <a:gd name="T87" fmla="*/ 109 h 129"/>
              <a:gd name="T88" fmla="*/ 98 w 119"/>
              <a:gd name="T89" fmla="*/ 110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9" h="129">
                <a:moveTo>
                  <a:pt x="119" y="97"/>
                </a:moveTo>
                <a:cubicBezTo>
                  <a:pt x="119" y="0"/>
                  <a:pt x="119" y="0"/>
                  <a:pt x="119" y="0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99"/>
                  <a:pt x="38" y="99"/>
                  <a:pt x="38" y="99"/>
                </a:cubicBezTo>
                <a:cubicBezTo>
                  <a:pt x="35" y="98"/>
                  <a:pt x="35" y="98"/>
                  <a:pt x="35" y="98"/>
                </a:cubicBezTo>
                <a:cubicBezTo>
                  <a:pt x="32" y="95"/>
                  <a:pt x="27" y="94"/>
                  <a:pt x="22" y="94"/>
                </a:cubicBezTo>
                <a:cubicBezTo>
                  <a:pt x="21" y="94"/>
                  <a:pt x="20" y="94"/>
                  <a:pt x="19" y="94"/>
                </a:cubicBezTo>
                <a:cubicBezTo>
                  <a:pt x="14" y="95"/>
                  <a:pt x="9" y="97"/>
                  <a:pt x="5" y="101"/>
                </a:cubicBezTo>
                <a:cubicBezTo>
                  <a:pt x="2" y="104"/>
                  <a:pt x="0" y="109"/>
                  <a:pt x="1" y="113"/>
                </a:cubicBezTo>
                <a:cubicBezTo>
                  <a:pt x="2" y="123"/>
                  <a:pt x="12" y="129"/>
                  <a:pt x="23" y="128"/>
                </a:cubicBezTo>
                <a:cubicBezTo>
                  <a:pt x="34" y="127"/>
                  <a:pt x="42" y="119"/>
                  <a:pt x="42" y="110"/>
                </a:cubicBezTo>
                <a:cubicBezTo>
                  <a:pt x="42" y="49"/>
                  <a:pt x="42" y="49"/>
                  <a:pt x="42" y="49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13" y="84"/>
                  <a:pt x="113" y="84"/>
                  <a:pt x="113" y="84"/>
                </a:cubicBezTo>
                <a:cubicBezTo>
                  <a:pt x="108" y="81"/>
                  <a:pt x="103" y="79"/>
                  <a:pt x="97" y="80"/>
                </a:cubicBezTo>
                <a:cubicBezTo>
                  <a:pt x="91" y="81"/>
                  <a:pt x="86" y="83"/>
                  <a:pt x="82" y="87"/>
                </a:cubicBezTo>
                <a:cubicBezTo>
                  <a:pt x="79" y="90"/>
                  <a:pt x="77" y="95"/>
                  <a:pt x="78" y="99"/>
                </a:cubicBezTo>
                <a:cubicBezTo>
                  <a:pt x="79" y="109"/>
                  <a:pt x="89" y="115"/>
                  <a:pt x="101" y="114"/>
                </a:cubicBezTo>
                <a:cubicBezTo>
                  <a:pt x="111" y="113"/>
                  <a:pt x="119" y="105"/>
                  <a:pt x="119" y="97"/>
                </a:cubicBezTo>
                <a:close/>
                <a:moveTo>
                  <a:pt x="34" y="118"/>
                </a:moveTo>
                <a:cubicBezTo>
                  <a:pt x="32" y="121"/>
                  <a:pt x="27" y="123"/>
                  <a:pt x="23" y="123"/>
                </a:cubicBezTo>
                <a:cubicBezTo>
                  <a:pt x="22" y="124"/>
                  <a:pt x="21" y="124"/>
                  <a:pt x="20" y="124"/>
                </a:cubicBezTo>
                <a:cubicBezTo>
                  <a:pt x="16" y="124"/>
                  <a:pt x="13" y="122"/>
                  <a:pt x="10" y="120"/>
                </a:cubicBezTo>
                <a:cubicBezTo>
                  <a:pt x="8" y="119"/>
                  <a:pt x="6" y="117"/>
                  <a:pt x="5" y="113"/>
                </a:cubicBezTo>
                <a:cubicBezTo>
                  <a:pt x="5" y="110"/>
                  <a:pt x="6" y="107"/>
                  <a:pt x="9" y="104"/>
                </a:cubicBezTo>
                <a:cubicBezTo>
                  <a:pt x="11" y="101"/>
                  <a:pt x="15" y="99"/>
                  <a:pt x="20" y="98"/>
                </a:cubicBezTo>
                <a:cubicBezTo>
                  <a:pt x="25" y="98"/>
                  <a:pt x="30" y="99"/>
                  <a:pt x="33" y="102"/>
                </a:cubicBezTo>
                <a:cubicBezTo>
                  <a:pt x="35" y="103"/>
                  <a:pt x="37" y="105"/>
                  <a:pt x="38" y="109"/>
                </a:cubicBezTo>
                <a:cubicBezTo>
                  <a:pt x="38" y="112"/>
                  <a:pt x="37" y="115"/>
                  <a:pt x="34" y="118"/>
                </a:cubicBezTo>
                <a:close/>
                <a:moveTo>
                  <a:pt x="42" y="45"/>
                </a:moveTo>
                <a:cubicBezTo>
                  <a:pt x="42" y="23"/>
                  <a:pt x="42" y="23"/>
                  <a:pt x="42" y="23"/>
                </a:cubicBezTo>
                <a:cubicBezTo>
                  <a:pt x="115" y="6"/>
                  <a:pt x="115" y="6"/>
                  <a:pt x="115" y="6"/>
                </a:cubicBezTo>
                <a:cubicBezTo>
                  <a:pt x="115" y="27"/>
                  <a:pt x="115" y="27"/>
                  <a:pt x="115" y="27"/>
                </a:cubicBezTo>
                <a:lnTo>
                  <a:pt x="42" y="45"/>
                </a:lnTo>
                <a:close/>
                <a:moveTo>
                  <a:pt x="98" y="110"/>
                </a:moveTo>
                <a:cubicBezTo>
                  <a:pt x="94" y="110"/>
                  <a:pt x="90" y="108"/>
                  <a:pt x="87" y="106"/>
                </a:cubicBezTo>
                <a:cubicBezTo>
                  <a:pt x="85" y="105"/>
                  <a:pt x="83" y="102"/>
                  <a:pt x="82" y="99"/>
                </a:cubicBezTo>
                <a:cubicBezTo>
                  <a:pt x="82" y="96"/>
                  <a:pt x="83" y="93"/>
                  <a:pt x="86" y="90"/>
                </a:cubicBezTo>
                <a:cubicBezTo>
                  <a:pt x="88" y="87"/>
                  <a:pt x="93" y="85"/>
                  <a:pt x="97" y="84"/>
                </a:cubicBezTo>
                <a:cubicBezTo>
                  <a:pt x="102" y="84"/>
                  <a:pt x="107" y="85"/>
                  <a:pt x="110" y="88"/>
                </a:cubicBezTo>
                <a:cubicBezTo>
                  <a:pt x="112" y="89"/>
                  <a:pt x="114" y="91"/>
                  <a:pt x="115" y="95"/>
                </a:cubicBezTo>
                <a:cubicBezTo>
                  <a:pt x="115" y="98"/>
                  <a:pt x="114" y="101"/>
                  <a:pt x="111" y="104"/>
                </a:cubicBezTo>
                <a:cubicBezTo>
                  <a:pt x="109" y="107"/>
                  <a:pt x="105" y="109"/>
                  <a:pt x="100" y="109"/>
                </a:cubicBezTo>
                <a:cubicBezTo>
                  <a:pt x="99" y="110"/>
                  <a:pt x="98" y="110"/>
                  <a:pt x="98" y="1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Freeform 65"/>
          <p:cNvSpPr>
            <a:spLocks noEditPoints="1"/>
          </p:cNvSpPr>
          <p:nvPr/>
        </p:nvSpPr>
        <p:spPr bwMode="auto">
          <a:xfrm>
            <a:off x="612775" y="5113338"/>
            <a:ext cx="379413" cy="481013"/>
          </a:xfrm>
          <a:custGeom>
            <a:avLst/>
            <a:gdLst>
              <a:gd name="T0" fmla="*/ 58 w 101"/>
              <a:gd name="T1" fmla="*/ 104 h 128"/>
              <a:gd name="T2" fmla="*/ 58 w 101"/>
              <a:gd name="T3" fmla="*/ 44 h 128"/>
              <a:gd name="T4" fmla="*/ 101 w 101"/>
              <a:gd name="T5" fmla="*/ 32 h 128"/>
              <a:gd name="T6" fmla="*/ 53 w 101"/>
              <a:gd name="T7" fmla="*/ 0 h 128"/>
              <a:gd name="T8" fmla="*/ 53 w 101"/>
              <a:gd name="T9" fmla="*/ 93 h 128"/>
              <a:gd name="T10" fmla="*/ 51 w 101"/>
              <a:gd name="T11" fmla="*/ 91 h 128"/>
              <a:gd name="T12" fmla="*/ 33 w 101"/>
              <a:gd name="T13" fmla="*/ 85 h 128"/>
              <a:gd name="T14" fmla="*/ 26 w 101"/>
              <a:gd name="T15" fmla="*/ 86 h 128"/>
              <a:gd name="T16" fmla="*/ 2 w 101"/>
              <a:gd name="T17" fmla="*/ 111 h 128"/>
              <a:gd name="T18" fmla="*/ 27 w 101"/>
              <a:gd name="T19" fmla="*/ 128 h 128"/>
              <a:gd name="T20" fmla="*/ 33 w 101"/>
              <a:gd name="T21" fmla="*/ 127 h 128"/>
              <a:gd name="T22" fmla="*/ 58 w 101"/>
              <a:gd name="T23" fmla="*/ 104 h 128"/>
              <a:gd name="T24" fmla="*/ 58 w 101"/>
              <a:gd name="T25" fmla="*/ 8 h 128"/>
              <a:gd name="T26" fmla="*/ 90 w 101"/>
              <a:gd name="T27" fmla="*/ 30 h 128"/>
              <a:gd name="T28" fmla="*/ 58 w 101"/>
              <a:gd name="T29" fmla="*/ 39 h 128"/>
              <a:gd name="T30" fmla="*/ 58 w 101"/>
              <a:gd name="T31" fmla="*/ 8 h 128"/>
              <a:gd name="T32" fmla="*/ 42 w 101"/>
              <a:gd name="T33" fmla="*/ 119 h 128"/>
              <a:gd name="T34" fmla="*/ 32 w 101"/>
              <a:gd name="T35" fmla="*/ 123 h 128"/>
              <a:gd name="T36" fmla="*/ 27 w 101"/>
              <a:gd name="T37" fmla="*/ 123 h 128"/>
              <a:gd name="T38" fmla="*/ 12 w 101"/>
              <a:gd name="T39" fmla="*/ 119 h 128"/>
              <a:gd name="T40" fmla="*/ 6 w 101"/>
              <a:gd name="T41" fmla="*/ 110 h 128"/>
              <a:gd name="T42" fmla="*/ 11 w 101"/>
              <a:gd name="T43" fmla="*/ 98 h 128"/>
              <a:gd name="T44" fmla="*/ 17 w 101"/>
              <a:gd name="T45" fmla="*/ 93 h 128"/>
              <a:gd name="T46" fmla="*/ 27 w 101"/>
              <a:gd name="T47" fmla="*/ 90 h 128"/>
              <a:gd name="T48" fmla="*/ 47 w 101"/>
              <a:gd name="T49" fmla="*/ 94 h 128"/>
              <a:gd name="T50" fmla="*/ 53 w 101"/>
              <a:gd name="T51" fmla="*/ 102 h 128"/>
              <a:gd name="T52" fmla="*/ 49 w 101"/>
              <a:gd name="T53" fmla="*/ 114 h 128"/>
              <a:gd name="T54" fmla="*/ 42 w 101"/>
              <a:gd name="T55" fmla="*/ 11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1" h="128">
                <a:moveTo>
                  <a:pt x="58" y="104"/>
                </a:moveTo>
                <a:cubicBezTo>
                  <a:pt x="58" y="44"/>
                  <a:pt x="58" y="44"/>
                  <a:pt x="58" y="44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53" y="0"/>
                  <a:pt x="53" y="0"/>
                  <a:pt x="53" y="0"/>
                </a:cubicBezTo>
                <a:cubicBezTo>
                  <a:pt x="53" y="93"/>
                  <a:pt x="53" y="93"/>
                  <a:pt x="53" y="93"/>
                </a:cubicBezTo>
                <a:cubicBezTo>
                  <a:pt x="51" y="91"/>
                  <a:pt x="51" y="91"/>
                  <a:pt x="51" y="91"/>
                </a:cubicBezTo>
                <a:cubicBezTo>
                  <a:pt x="46" y="87"/>
                  <a:pt x="40" y="85"/>
                  <a:pt x="33" y="85"/>
                </a:cubicBezTo>
                <a:cubicBezTo>
                  <a:pt x="30" y="85"/>
                  <a:pt x="28" y="85"/>
                  <a:pt x="26" y="86"/>
                </a:cubicBezTo>
                <a:cubicBezTo>
                  <a:pt x="11" y="88"/>
                  <a:pt x="0" y="100"/>
                  <a:pt x="2" y="111"/>
                </a:cubicBezTo>
                <a:cubicBezTo>
                  <a:pt x="3" y="121"/>
                  <a:pt x="14" y="128"/>
                  <a:pt x="27" y="128"/>
                </a:cubicBezTo>
                <a:cubicBezTo>
                  <a:pt x="29" y="128"/>
                  <a:pt x="31" y="127"/>
                  <a:pt x="33" y="127"/>
                </a:cubicBezTo>
                <a:cubicBezTo>
                  <a:pt x="47" y="125"/>
                  <a:pt x="58" y="115"/>
                  <a:pt x="58" y="104"/>
                </a:cubicBezTo>
                <a:close/>
                <a:moveTo>
                  <a:pt x="58" y="8"/>
                </a:moveTo>
                <a:cubicBezTo>
                  <a:pt x="90" y="30"/>
                  <a:pt x="90" y="30"/>
                  <a:pt x="90" y="30"/>
                </a:cubicBezTo>
                <a:cubicBezTo>
                  <a:pt x="58" y="39"/>
                  <a:pt x="58" y="39"/>
                  <a:pt x="58" y="39"/>
                </a:cubicBezTo>
                <a:lnTo>
                  <a:pt x="58" y="8"/>
                </a:lnTo>
                <a:close/>
                <a:moveTo>
                  <a:pt x="42" y="119"/>
                </a:moveTo>
                <a:cubicBezTo>
                  <a:pt x="39" y="121"/>
                  <a:pt x="36" y="122"/>
                  <a:pt x="32" y="123"/>
                </a:cubicBezTo>
                <a:cubicBezTo>
                  <a:pt x="31" y="123"/>
                  <a:pt x="29" y="123"/>
                  <a:pt x="27" y="123"/>
                </a:cubicBezTo>
                <a:cubicBezTo>
                  <a:pt x="21" y="123"/>
                  <a:pt x="16" y="122"/>
                  <a:pt x="12" y="119"/>
                </a:cubicBezTo>
                <a:cubicBezTo>
                  <a:pt x="10" y="118"/>
                  <a:pt x="7" y="115"/>
                  <a:pt x="6" y="110"/>
                </a:cubicBezTo>
                <a:cubicBezTo>
                  <a:pt x="5" y="105"/>
                  <a:pt x="8" y="101"/>
                  <a:pt x="11" y="98"/>
                </a:cubicBezTo>
                <a:cubicBezTo>
                  <a:pt x="12" y="96"/>
                  <a:pt x="15" y="95"/>
                  <a:pt x="17" y="93"/>
                </a:cubicBezTo>
                <a:cubicBezTo>
                  <a:pt x="20" y="92"/>
                  <a:pt x="24" y="91"/>
                  <a:pt x="27" y="90"/>
                </a:cubicBezTo>
                <a:cubicBezTo>
                  <a:pt x="34" y="89"/>
                  <a:pt x="42" y="90"/>
                  <a:pt x="47" y="94"/>
                </a:cubicBezTo>
                <a:cubicBezTo>
                  <a:pt x="49" y="95"/>
                  <a:pt x="53" y="98"/>
                  <a:pt x="53" y="102"/>
                </a:cubicBezTo>
                <a:cubicBezTo>
                  <a:pt x="54" y="108"/>
                  <a:pt x="51" y="112"/>
                  <a:pt x="49" y="114"/>
                </a:cubicBezTo>
                <a:cubicBezTo>
                  <a:pt x="47" y="116"/>
                  <a:pt x="45" y="118"/>
                  <a:pt x="42" y="1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Freeform 66"/>
          <p:cNvSpPr>
            <a:spLocks noEditPoints="1"/>
          </p:cNvSpPr>
          <p:nvPr/>
        </p:nvSpPr>
        <p:spPr bwMode="auto">
          <a:xfrm>
            <a:off x="11139488" y="4144963"/>
            <a:ext cx="484188" cy="487363"/>
          </a:xfrm>
          <a:custGeom>
            <a:avLst/>
            <a:gdLst>
              <a:gd name="T0" fmla="*/ 126 w 129"/>
              <a:gd name="T1" fmla="*/ 24 h 130"/>
              <a:gd name="T2" fmla="*/ 105 w 129"/>
              <a:gd name="T3" fmla="*/ 3 h 130"/>
              <a:gd name="T4" fmla="*/ 97 w 129"/>
              <a:gd name="T5" fmla="*/ 3 h 130"/>
              <a:gd name="T6" fmla="*/ 74 w 129"/>
              <a:gd name="T7" fmla="*/ 25 h 130"/>
              <a:gd name="T8" fmla="*/ 73 w 129"/>
              <a:gd name="T9" fmla="*/ 24 h 130"/>
              <a:gd name="T10" fmla="*/ 69 w 129"/>
              <a:gd name="T11" fmla="*/ 22 h 130"/>
              <a:gd name="T12" fmla="*/ 65 w 129"/>
              <a:gd name="T13" fmla="*/ 24 h 130"/>
              <a:gd name="T14" fmla="*/ 2 w 129"/>
              <a:gd name="T15" fmla="*/ 87 h 130"/>
              <a:gd name="T16" fmla="*/ 0 w 129"/>
              <a:gd name="T17" fmla="*/ 91 h 130"/>
              <a:gd name="T18" fmla="*/ 2 w 129"/>
              <a:gd name="T19" fmla="*/ 96 h 130"/>
              <a:gd name="T20" fmla="*/ 33 w 129"/>
              <a:gd name="T21" fmla="*/ 127 h 130"/>
              <a:gd name="T22" fmla="*/ 42 w 129"/>
              <a:gd name="T23" fmla="*/ 127 h 130"/>
              <a:gd name="T24" fmla="*/ 105 w 129"/>
              <a:gd name="T25" fmla="*/ 64 h 130"/>
              <a:gd name="T26" fmla="*/ 105 w 129"/>
              <a:gd name="T27" fmla="*/ 56 h 130"/>
              <a:gd name="T28" fmla="*/ 104 w 129"/>
              <a:gd name="T29" fmla="*/ 55 h 130"/>
              <a:gd name="T30" fmla="*/ 126 w 129"/>
              <a:gd name="T31" fmla="*/ 32 h 130"/>
              <a:gd name="T32" fmla="*/ 126 w 129"/>
              <a:gd name="T33" fmla="*/ 24 h 130"/>
              <a:gd name="T34" fmla="*/ 38 w 129"/>
              <a:gd name="T35" fmla="*/ 125 h 130"/>
              <a:gd name="T36" fmla="*/ 4 w 129"/>
              <a:gd name="T37" fmla="*/ 91 h 130"/>
              <a:gd name="T38" fmla="*/ 69 w 129"/>
              <a:gd name="T39" fmla="*/ 26 h 130"/>
              <a:gd name="T40" fmla="*/ 103 w 129"/>
              <a:gd name="T41" fmla="*/ 60 h 130"/>
              <a:gd name="T42" fmla="*/ 38 w 129"/>
              <a:gd name="T43" fmla="*/ 125 h 130"/>
              <a:gd name="T44" fmla="*/ 111 w 129"/>
              <a:gd name="T45" fmla="*/ 41 h 130"/>
              <a:gd name="T46" fmla="*/ 105 w 129"/>
              <a:gd name="T47" fmla="*/ 35 h 130"/>
              <a:gd name="T48" fmla="*/ 102 w 129"/>
              <a:gd name="T49" fmla="*/ 35 h 130"/>
              <a:gd name="T50" fmla="*/ 101 w 129"/>
              <a:gd name="T51" fmla="*/ 36 h 130"/>
              <a:gd name="T52" fmla="*/ 102 w 129"/>
              <a:gd name="T53" fmla="*/ 38 h 130"/>
              <a:gd name="T54" fmla="*/ 108 w 129"/>
              <a:gd name="T55" fmla="*/ 44 h 130"/>
              <a:gd name="T56" fmla="*/ 101 w 129"/>
              <a:gd name="T57" fmla="*/ 52 h 130"/>
              <a:gd name="T58" fmla="*/ 77 w 129"/>
              <a:gd name="T59" fmla="*/ 28 h 130"/>
              <a:gd name="T60" fmla="*/ 85 w 129"/>
              <a:gd name="T61" fmla="*/ 21 h 130"/>
              <a:gd name="T62" fmla="*/ 91 w 129"/>
              <a:gd name="T63" fmla="*/ 27 h 130"/>
              <a:gd name="T64" fmla="*/ 94 w 129"/>
              <a:gd name="T65" fmla="*/ 27 h 130"/>
              <a:gd name="T66" fmla="*/ 95 w 129"/>
              <a:gd name="T67" fmla="*/ 26 h 130"/>
              <a:gd name="T68" fmla="*/ 94 w 129"/>
              <a:gd name="T69" fmla="*/ 24 h 130"/>
              <a:gd name="T70" fmla="*/ 88 w 129"/>
              <a:gd name="T71" fmla="*/ 18 h 130"/>
              <a:gd name="T72" fmla="*/ 101 w 129"/>
              <a:gd name="T73" fmla="*/ 5 h 130"/>
              <a:gd name="T74" fmla="*/ 124 w 129"/>
              <a:gd name="T75" fmla="*/ 28 h 130"/>
              <a:gd name="T76" fmla="*/ 111 w 129"/>
              <a:gd name="T77" fmla="*/ 41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9" h="130">
                <a:moveTo>
                  <a:pt x="126" y="24"/>
                </a:moveTo>
                <a:cubicBezTo>
                  <a:pt x="105" y="3"/>
                  <a:pt x="105" y="3"/>
                  <a:pt x="105" y="3"/>
                </a:cubicBezTo>
                <a:cubicBezTo>
                  <a:pt x="103" y="0"/>
                  <a:pt x="99" y="0"/>
                  <a:pt x="97" y="3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4"/>
                </a:cubicBezTo>
                <a:cubicBezTo>
                  <a:pt x="72" y="23"/>
                  <a:pt x="71" y="22"/>
                  <a:pt x="69" y="22"/>
                </a:cubicBezTo>
                <a:cubicBezTo>
                  <a:pt x="67" y="22"/>
                  <a:pt x="66" y="23"/>
                  <a:pt x="65" y="24"/>
                </a:cubicBezTo>
                <a:cubicBezTo>
                  <a:pt x="2" y="87"/>
                  <a:pt x="2" y="87"/>
                  <a:pt x="2" y="87"/>
                </a:cubicBezTo>
                <a:cubicBezTo>
                  <a:pt x="1" y="88"/>
                  <a:pt x="0" y="90"/>
                  <a:pt x="0" y="91"/>
                </a:cubicBezTo>
                <a:cubicBezTo>
                  <a:pt x="0" y="93"/>
                  <a:pt x="1" y="95"/>
                  <a:pt x="2" y="96"/>
                </a:cubicBezTo>
                <a:cubicBezTo>
                  <a:pt x="33" y="127"/>
                  <a:pt x="33" y="127"/>
                  <a:pt x="33" y="127"/>
                </a:cubicBezTo>
                <a:cubicBezTo>
                  <a:pt x="36" y="130"/>
                  <a:pt x="39" y="130"/>
                  <a:pt x="42" y="127"/>
                </a:cubicBezTo>
                <a:cubicBezTo>
                  <a:pt x="105" y="64"/>
                  <a:pt x="105" y="64"/>
                  <a:pt x="105" y="64"/>
                </a:cubicBezTo>
                <a:cubicBezTo>
                  <a:pt x="107" y="62"/>
                  <a:pt x="107" y="58"/>
                  <a:pt x="105" y="56"/>
                </a:cubicBezTo>
                <a:cubicBezTo>
                  <a:pt x="104" y="55"/>
                  <a:pt x="104" y="55"/>
                  <a:pt x="104" y="55"/>
                </a:cubicBezTo>
                <a:cubicBezTo>
                  <a:pt x="126" y="32"/>
                  <a:pt x="126" y="32"/>
                  <a:pt x="126" y="32"/>
                </a:cubicBezTo>
                <a:cubicBezTo>
                  <a:pt x="129" y="30"/>
                  <a:pt x="129" y="26"/>
                  <a:pt x="126" y="24"/>
                </a:cubicBezTo>
                <a:close/>
                <a:moveTo>
                  <a:pt x="38" y="125"/>
                </a:moveTo>
                <a:cubicBezTo>
                  <a:pt x="4" y="91"/>
                  <a:pt x="4" y="91"/>
                  <a:pt x="4" y="91"/>
                </a:cubicBezTo>
                <a:cubicBezTo>
                  <a:pt x="69" y="26"/>
                  <a:pt x="69" y="26"/>
                  <a:pt x="69" y="26"/>
                </a:cubicBezTo>
                <a:cubicBezTo>
                  <a:pt x="103" y="60"/>
                  <a:pt x="103" y="60"/>
                  <a:pt x="103" y="60"/>
                </a:cubicBezTo>
                <a:lnTo>
                  <a:pt x="38" y="125"/>
                </a:lnTo>
                <a:close/>
                <a:moveTo>
                  <a:pt x="111" y="41"/>
                </a:moveTo>
                <a:cubicBezTo>
                  <a:pt x="105" y="35"/>
                  <a:pt x="105" y="35"/>
                  <a:pt x="105" y="35"/>
                </a:cubicBezTo>
                <a:cubicBezTo>
                  <a:pt x="104" y="34"/>
                  <a:pt x="102" y="34"/>
                  <a:pt x="102" y="35"/>
                </a:cubicBezTo>
                <a:cubicBezTo>
                  <a:pt x="101" y="35"/>
                  <a:pt x="101" y="36"/>
                  <a:pt x="101" y="36"/>
                </a:cubicBezTo>
                <a:cubicBezTo>
                  <a:pt x="101" y="37"/>
                  <a:pt x="101" y="38"/>
                  <a:pt x="102" y="38"/>
                </a:cubicBezTo>
                <a:cubicBezTo>
                  <a:pt x="108" y="44"/>
                  <a:pt x="108" y="44"/>
                  <a:pt x="108" y="44"/>
                </a:cubicBezTo>
                <a:cubicBezTo>
                  <a:pt x="101" y="52"/>
                  <a:pt x="101" y="52"/>
                  <a:pt x="101" y="52"/>
                </a:cubicBezTo>
                <a:cubicBezTo>
                  <a:pt x="77" y="28"/>
                  <a:pt x="77" y="28"/>
                  <a:pt x="77" y="28"/>
                </a:cubicBezTo>
                <a:cubicBezTo>
                  <a:pt x="85" y="21"/>
                  <a:pt x="85" y="21"/>
                  <a:pt x="85" y="21"/>
                </a:cubicBezTo>
                <a:cubicBezTo>
                  <a:pt x="91" y="27"/>
                  <a:pt x="91" y="27"/>
                  <a:pt x="91" y="27"/>
                </a:cubicBezTo>
                <a:cubicBezTo>
                  <a:pt x="92" y="28"/>
                  <a:pt x="93" y="28"/>
                  <a:pt x="94" y="27"/>
                </a:cubicBezTo>
                <a:cubicBezTo>
                  <a:pt x="95" y="27"/>
                  <a:pt x="95" y="26"/>
                  <a:pt x="95" y="26"/>
                </a:cubicBezTo>
                <a:cubicBezTo>
                  <a:pt x="95" y="25"/>
                  <a:pt x="95" y="25"/>
                  <a:pt x="94" y="24"/>
                </a:cubicBezTo>
                <a:cubicBezTo>
                  <a:pt x="88" y="18"/>
                  <a:pt x="88" y="18"/>
                  <a:pt x="88" y="18"/>
                </a:cubicBezTo>
                <a:cubicBezTo>
                  <a:pt x="101" y="5"/>
                  <a:pt x="101" y="5"/>
                  <a:pt x="101" y="5"/>
                </a:cubicBezTo>
                <a:cubicBezTo>
                  <a:pt x="124" y="28"/>
                  <a:pt x="124" y="28"/>
                  <a:pt x="124" y="28"/>
                </a:cubicBezTo>
                <a:lnTo>
                  <a:pt x="111" y="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Freeform 67"/>
          <p:cNvSpPr>
            <a:spLocks noEditPoints="1"/>
          </p:cNvSpPr>
          <p:nvPr/>
        </p:nvSpPr>
        <p:spPr bwMode="auto">
          <a:xfrm>
            <a:off x="10179050" y="4148138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12 w 128"/>
              <a:gd name="T9" fmla="*/ 35 h 128"/>
              <a:gd name="T10" fmla="*/ 35 w 128"/>
              <a:gd name="T11" fmla="*/ 12 h 128"/>
              <a:gd name="T12" fmla="*/ 56 w 128"/>
              <a:gd name="T13" fmla="*/ 53 h 128"/>
              <a:gd name="T14" fmla="*/ 55 w 128"/>
              <a:gd name="T15" fmla="*/ 55 h 128"/>
              <a:gd name="T16" fmla="*/ 53 w 128"/>
              <a:gd name="T17" fmla="*/ 56 h 128"/>
              <a:gd name="T18" fmla="*/ 12 w 128"/>
              <a:gd name="T19" fmla="*/ 35 h 128"/>
              <a:gd name="T20" fmla="*/ 70 w 128"/>
              <a:gd name="T21" fmla="*/ 58 h 128"/>
              <a:gd name="T22" fmla="*/ 64 w 128"/>
              <a:gd name="T23" fmla="*/ 73 h 128"/>
              <a:gd name="T24" fmla="*/ 58 w 128"/>
              <a:gd name="T25" fmla="*/ 58 h 128"/>
              <a:gd name="T26" fmla="*/ 86 w 128"/>
              <a:gd name="T27" fmla="*/ 119 h 128"/>
              <a:gd name="T28" fmla="*/ 42 w 128"/>
              <a:gd name="T29" fmla="*/ 119 h 128"/>
              <a:gd name="T30" fmla="*/ 9 w 128"/>
              <a:gd name="T31" fmla="*/ 86 h 128"/>
              <a:gd name="T32" fmla="*/ 9 w 128"/>
              <a:gd name="T33" fmla="*/ 42 h 128"/>
              <a:gd name="T34" fmla="*/ 11 w 128"/>
              <a:gd name="T35" fmla="*/ 41 h 128"/>
              <a:gd name="T36" fmla="*/ 51 w 128"/>
              <a:gd name="T37" fmla="*/ 61 h 128"/>
              <a:gd name="T38" fmla="*/ 67 w 128"/>
              <a:gd name="T39" fmla="*/ 77 h 128"/>
              <a:gd name="T40" fmla="*/ 92 w 128"/>
              <a:gd name="T41" fmla="*/ 117 h 128"/>
              <a:gd name="T42" fmla="*/ 113 w 128"/>
              <a:gd name="T43" fmla="*/ 97 h 128"/>
              <a:gd name="T44" fmla="*/ 97 w 128"/>
              <a:gd name="T45" fmla="*/ 113 h 128"/>
              <a:gd name="T46" fmla="*/ 72 w 128"/>
              <a:gd name="T47" fmla="*/ 74 h 128"/>
              <a:gd name="T48" fmla="*/ 75 w 128"/>
              <a:gd name="T49" fmla="*/ 73 h 128"/>
              <a:gd name="T50" fmla="*/ 113 w 128"/>
              <a:gd name="T51" fmla="*/ 97 h 128"/>
              <a:gd name="T52" fmla="*/ 117 w 128"/>
              <a:gd name="T53" fmla="*/ 92 h 128"/>
              <a:gd name="T54" fmla="*/ 77 w 128"/>
              <a:gd name="T55" fmla="*/ 67 h 128"/>
              <a:gd name="T56" fmla="*/ 61 w 128"/>
              <a:gd name="T57" fmla="*/ 51 h 128"/>
              <a:gd name="T58" fmla="*/ 60 w 128"/>
              <a:gd name="T59" fmla="*/ 50 h 128"/>
              <a:gd name="T60" fmla="*/ 41 w 128"/>
              <a:gd name="T61" fmla="*/ 9 h 128"/>
              <a:gd name="T62" fmla="*/ 106 w 128"/>
              <a:gd name="T63" fmla="*/ 22 h 128"/>
              <a:gd name="T64" fmla="*/ 123 w 128"/>
              <a:gd name="T65" fmla="*/ 64 h 128"/>
              <a:gd name="T66" fmla="*/ 117 w 128"/>
              <a:gd name="T67" fmla="*/ 9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" h="128">
                <a:moveTo>
                  <a:pt x="109" y="19"/>
                </a:moveTo>
                <a:cubicBezTo>
                  <a:pt x="97" y="7"/>
                  <a:pt x="81" y="0"/>
                  <a:pt x="64" y="0"/>
                </a:cubicBezTo>
                <a:cubicBezTo>
                  <a:pt x="47" y="0"/>
                  <a:pt x="31" y="7"/>
                  <a:pt x="19" y="19"/>
                </a:cubicBezTo>
                <a:cubicBezTo>
                  <a:pt x="7" y="31"/>
                  <a:pt x="0" y="47"/>
                  <a:pt x="0" y="64"/>
                </a:cubicBezTo>
                <a:cubicBezTo>
                  <a:pt x="0" y="81"/>
                  <a:pt x="7" y="97"/>
                  <a:pt x="19" y="109"/>
                </a:cubicBezTo>
                <a:cubicBezTo>
                  <a:pt x="31" y="121"/>
                  <a:pt x="47" y="128"/>
                  <a:pt x="64" y="128"/>
                </a:cubicBezTo>
                <a:cubicBezTo>
                  <a:pt x="81" y="128"/>
                  <a:pt x="97" y="121"/>
                  <a:pt x="109" y="109"/>
                </a:cubicBezTo>
                <a:cubicBezTo>
                  <a:pt x="121" y="97"/>
                  <a:pt x="128" y="81"/>
                  <a:pt x="128" y="64"/>
                </a:cubicBezTo>
                <a:cubicBezTo>
                  <a:pt x="128" y="47"/>
                  <a:pt x="121" y="31"/>
                  <a:pt x="109" y="19"/>
                </a:cubicBezTo>
                <a:close/>
                <a:moveTo>
                  <a:pt x="12" y="35"/>
                </a:moveTo>
                <a:cubicBezTo>
                  <a:pt x="15" y="30"/>
                  <a:pt x="18" y="26"/>
                  <a:pt x="22" y="22"/>
                </a:cubicBezTo>
                <a:cubicBezTo>
                  <a:pt x="26" y="18"/>
                  <a:pt x="30" y="15"/>
                  <a:pt x="35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56" y="53"/>
                  <a:pt x="56" y="53"/>
                  <a:pt x="56" y="53"/>
                </a:cubicBezTo>
                <a:cubicBezTo>
                  <a:pt x="55" y="54"/>
                  <a:pt x="55" y="54"/>
                  <a:pt x="55" y="54"/>
                </a:cubicBezTo>
                <a:cubicBezTo>
                  <a:pt x="55" y="54"/>
                  <a:pt x="55" y="54"/>
                  <a:pt x="55" y="55"/>
                </a:cubicBezTo>
                <a:cubicBezTo>
                  <a:pt x="54" y="55"/>
                  <a:pt x="54" y="55"/>
                  <a:pt x="54" y="55"/>
                </a:cubicBezTo>
                <a:cubicBezTo>
                  <a:pt x="53" y="56"/>
                  <a:pt x="53" y="56"/>
                  <a:pt x="53" y="56"/>
                </a:cubicBezTo>
                <a:cubicBezTo>
                  <a:pt x="12" y="36"/>
                  <a:pt x="12" y="36"/>
                  <a:pt x="12" y="36"/>
                </a:cubicBezTo>
                <a:lnTo>
                  <a:pt x="12" y="35"/>
                </a:lnTo>
                <a:close/>
                <a:moveTo>
                  <a:pt x="58" y="58"/>
                </a:moveTo>
                <a:cubicBezTo>
                  <a:pt x="61" y="54"/>
                  <a:pt x="67" y="54"/>
                  <a:pt x="70" y="58"/>
                </a:cubicBezTo>
                <a:cubicBezTo>
                  <a:pt x="74" y="61"/>
                  <a:pt x="74" y="67"/>
                  <a:pt x="70" y="70"/>
                </a:cubicBezTo>
                <a:cubicBezTo>
                  <a:pt x="69" y="72"/>
                  <a:pt x="66" y="73"/>
                  <a:pt x="64" y="73"/>
                </a:cubicBezTo>
                <a:cubicBezTo>
                  <a:pt x="62" y="73"/>
                  <a:pt x="59" y="72"/>
                  <a:pt x="58" y="70"/>
                </a:cubicBezTo>
                <a:cubicBezTo>
                  <a:pt x="54" y="67"/>
                  <a:pt x="54" y="61"/>
                  <a:pt x="58" y="58"/>
                </a:cubicBezTo>
                <a:close/>
                <a:moveTo>
                  <a:pt x="90" y="117"/>
                </a:moveTo>
                <a:cubicBezTo>
                  <a:pt x="89" y="118"/>
                  <a:pt x="88" y="119"/>
                  <a:pt x="86" y="119"/>
                </a:cubicBezTo>
                <a:cubicBezTo>
                  <a:pt x="79" y="122"/>
                  <a:pt x="72" y="123"/>
                  <a:pt x="64" y="123"/>
                </a:cubicBezTo>
                <a:cubicBezTo>
                  <a:pt x="56" y="123"/>
                  <a:pt x="49" y="122"/>
                  <a:pt x="42" y="119"/>
                </a:cubicBezTo>
                <a:cubicBezTo>
                  <a:pt x="34" y="116"/>
                  <a:pt x="28" y="112"/>
                  <a:pt x="22" y="106"/>
                </a:cubicBezTo>
                <a:cubicBezTo>
                  <a:pt x="16" y="100"/>
                  <a:pt x="12" y="94"/>
                  <a:pt x="9" y="86"/>
                </a:cubicBezTo>
                <a:cubicBezTo>
                  <a:pt x="6" y="79"/>
                  <a:pt x="5" y="72"/>
                  <a:pt x="5" y="64"/>
                </a:cubicBezTo>
                <a:cubicBezTo>
                  <a:pt x="5" y="56"/>
                  <a:pt x="6" y="49"/>
                  <a:pt x="9" y="42"/>
                </a:cubicBezTo>
                <a:cubicBezTo>
                  <a:pt x="9" y="40"/>
                  <a:pt x="9" y="40"/>
                  <a:pt x="9" y="40"/>
                </a:cubicBezTo>
                <a:cubicBezTo>
                  <a:pt x="11" y="41"/>
                  <a:pt x="11" y="41"/>
                  <a:pt x="11" y="41"/>
                </a:cubicBezTo>
                <a:cubicBezTo>
                  <a:pt x="51" y="60"/>
                  <a:pt x="51" y="60"/>
                  <a:pt x="51" y="60"/>
                </a:cubicBezTo>
                <a:cubicBezTo>
                  <a:pt x="51" y="61"/>
                  <a:pt x="51" y="61"/>
                  <a:pt x="51" y="61"/>
                </a:cubicBezTo>
                <a:cubicBezTo>
                  <a:pt x="50" y="66"/>
                  <a:pt x="51" y="70"/>
                  <a:pt x="55" y="73"/>
                </a:cubicBezTo>
                <a:cubicBezTo>
                  <a:pt x="58" y="77"/>
                  <a:pt x="63" y="78"/>
                  <a:pt x="67" y="77"/>
                </a:cubicBezTo>
                <a:cubicBezTo>
                  <a:pt x="69" y="77"/>
                  <a:pt x="69" y="77"/>
                  <a:pt x="69" y="77"/>
                </a:cubicBezTo>
                <a:cubicBezTo>
                  <a:pt x="92" y="117"/>
                  <a:pt x="92" y="117"/>
                  <a:pt x="92" y="117"/>
                </a:cubicBezTo>
                <a:lnTo>
                  <a:pt x="90" y="117"/>
                </a:lnTo>
                <a:close/>
                <a:moveTo>
                  <a:pt x="113" y="97"/>
                </a:moveTo>
                <a:cubicBezTo>
                  <a:pt x="111" y="100"/>
                  <a:pt x="109" y="103"/>
                  <a:pt x="106" y="106"/>
                </a:cubicBezTo>
                <a:cubicBezTo>
                  <a:pt x="103" y="109"/>
                  <a:pt x="100" y="111"/>
                  <a:pt x="97" y="113"/>
                </a:cubicBezTo>
                <a:cubicBezTo>
                  <a:pt x="96" y="114"/>
                  <a:pt x="96" y="114"/>
                  <a:pt x="96" y="114"/>
                </a:cubicBezTo>
                <a:cubicBezTo>
                  <a:pt x="72" y="74"/>
                  <a:pt x="72" y="74"/>
                  <a:pt x="72" y="74"/>
                </a:cubicBezTo>
                <a:cubicBezTo>
                  <a:pt x="74" y="73"/>
                  <a:pt x="74" y="73"/>
                  <a:pt x="74" y="73"/>
                </a:cubicBezTo>
                <a:cubicBezTo>
                  <a:pt x="75" y="73"/>
                  <a:pt x="75" y="73"/>
                  <a:pt x="75" y="73"/>
                </a:cubicBezTo>
                <a:cubicBezTo>
                  <a:pt x="114" y="96"/>
                  <a:pt x="114" y="96"/>
                  <a:pt x="114" y="96"/>
                </a:cubicBezTo>
                <a:lnTo>
                  <a:pt x="113" y="97"/>
                </a:lnTo>
                <a:close/>
                <a:moveTo>
                  <a:pt x="117" y="90"/>
                </a:moveTo>
                <a:cubicBezTo>
                  <a:pt x="117" y="92"/>
                  <a:pt x="117" y="92"/>
                  <a:pt x="117" y="92"/>
                </a:cubicBezTo>
                <a:cubicBezTo>
                  <a:pt x="77" y="69"/>
                  <a:pt x="77" y="69"/>
                  <a:pt x="77" y="69"/>
                </a:cubicBezTo>
                <a:cubicBezTo>
                  <a:pt x="77" y="67"/>
                  <a:pt x="77" y="67"/>
                  <a:pt x="77" y="67"/>
                </a:cubicBezTo>
                <a:cubicBezTo>
                  <a:pt x="78" y="63"/>
                  <a:pt x="77" y="58"/>
                  <a:pt x="73" y="55"/>
                </a:cubicBezTo>
                <a:cubicBezTo>
                  <a:pt x="70" y="51"/>
                  <a:pt x="66" y="50"/>
                  <a:pt x="61" y="51"/>
                </a:cubicBezTo>
                <a:cubicBezTo>
                  <a:pt x="60" y="51"/>
                  <a:pt x="60" y="51"/>
                  <a:pt x="60" y="51"/>
                </a:cubicBezTo>
                <a:cubicBezTo>
                  <a:pt x="60" y="50"/>
                  <a:pt x="60" y="50"/>
                  <a:pt x="60" y="50"/>
                </a:cubicBezTo>
                <a:cubicBezTo>
                  <a:pt x="40" y="10"/>
                  <a:pt x="40" y="10"/>
                  <a:pt x="40" y="10"/>
                </a:cubicBezTo>
                <a:cubicBezTo>
                  <a:pt x="41" y="9"/>
                  <a:pt x="41" y="9"/>
                  <a:pt x="41" y="9"/>
                </a:cubicBezTo>
                <a:cubicBezTo>
                  <a:pt x="56" y="3"/>
                  <a:pt x="72" y="3"/>
                  <a:pt x="86" y="9"/>
                </a:cubicBezTo>
                <a:cubicBezTo>
                  <a:pt x="94" y="12"/>
                  <a:pt x="100" y="16"/>
                  <a:pt x="106" y="22"/>
                </a:cubicBezTo>
                <a:cubicBezTo>
                  <a:pt x="112" y="28"/>
                  <a:pt x="116" y="34"/>
                  <a:pt x="119" y="42"/>
                </a:cubicBezTo>
                <a:cubicBezTo>
                  <a:pt x="122" y="49"/>
                  <a:pt x="123" y="56"/>
                  <a:pt x="123" y="64"/>
                </a:cubicBezTo>
                <a:cubicBezTo>
                  <a:pt x="123" y="72"/>
                  <a:pt x="122" y="79"/>
                  <a:pt x="119" y="86"/>
                </a:cubicBezTo>
                <a:cubicBezTo>
                  <a:pt x="119" y="88"/>
                  <a:pt x="118" y="89"/>
                  <a:pt x="117" y="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Freeform 68"/>
          <p:cNvSpPr>
            <a:spLocks noEditPoints="1"/>
          </p:cNvSpPr>
          <p:nvPr/>
        </p:nvSpPr>
        <p:spPr bwMode="auto">
          <a:xfrm>
            <a:off x="9217025" y="4148138"/>
            <a:ext cx="481013" cy="481013"/>
          </a:xfrm>
          <a:custGeom>
            <a:avLst/>
            <a:gdLst>
              <a:gd name="T0" fmla="*/ 127 w 128"/>
              <a:gd name="T1" fmla="*/ 28 h 128"/>
              <a:gd name="T2" fmla="*/ 127 w 128"/>
              <a:gd name="T3" fmla="*/ 28 h 128"/>
              <a:gd name="T4" fmla="*/ 100 w 128"/>
              <a:gd name="T5" fmla="*/ 1 h 128"/>
              <a:gd name="T6" fmla="*/ 98 w 128"/>
              <a:gd name="T7" fmla="*/ 0 h 128"/>
              <a:gd name="T8" fmla="*/ 6 w 128"/>
              <a:gd name="T9" fmla="*/ 0 h 128"/>
              <a:gd name="T10" fmla="*/ 0 w 128"/>
              <a:gd name="T11" fmla="*/ 6 h 128"/>
              <a:gd name="T12" fmla="*/ 0 w 128"/>
              <a:gd name="T13" fmla="*/ 122 h 128"/>
              <a:gd name="T14" fmla="*/ 6 w 128"/>
              <a:gd name="T15" fmla="*/ 128 h 128"/>
              <a:gd name="T16" fmla="*/ 122 w 128"/>
              <a:gd name="T17" fmla="*/ 128 h 128"/>
              <a:gd name="T18" fmla="*/ 128 w 128"/>
              <a:gd name="T19" fmla="*/ 122 h 128"/>
              <a:gd name="T20" fmla="*/ 128 w 128"/>
              <a:gd name="T21" fmla="*/ 30 h 128"/>
              <a:gd name="T22" fmla="*/ 127 w 128"/>
              <a:gd name="T23" fmla="*/ 28 h 128"/>
              <a:gd name="T24" fmla="*/ 44 w 128"/>
              <a:gd name="T25" fmla="*/ 5 h 128"/>
              <a:gd name="T26" fmla="*/ 91 w 128"/>
              <a:gd name="T27" fmla="*/ 5 h 128"/>
              <a:gd name="T28" fmla="*/ 91 w 128"/>
              <a:gd name="T29" fmla="*/ 37 h 128"/>
              <a:gd name="T30" fmla="*/ 44 w 128"/>
              <a:gd name="T31" fmla="*/ 37 h 128"/>
              <a:gd name="T32" fmla="*/ 44 w 128"/>
              <a:gd name="T33" fmla="*/ 5 h 128"/>
              <a:gd name="T34" fmla="*/ 101 w 128"/>
              <a:gd name="T35" fmla="*/ 123 h 128"/>
              <a:gd name="T36" fmla="*/ 27 w 128"/>
              <a:gd name="T37" fmla="*/ 123 h 128"/>
              <a:gd name="T38" fmla="*/ 27 w 128"/>
              <a:gd name="T39" fmla="*/ 76 h 128"/>
              <a:gd name="T40" fmla="*/ 101 w 128"/>
              <a:gd name="T41" fmla="*/ 76 h 128"/>
              <a:gd name="T42" fmla="*/ 101 w 128"/>
              <a:gd name="T43" fmla="*/ 123 h 128"/>
              <a:gd name="T44" fmla="*/ 123 w 128"/>
              <a:gd name="T45" fmla="*/ 123 h 128"/>
              <a:gd name="T46" fmla="*/ 106 w 128"/>
              <a:gd name="T47" fmla="*/ 123 h 128"/>
              <a:gd name="T48" fmla="*/ 106 w 128"/>
              <a:gd name="T49" fmla="*/ 78 h 128"/>
              <a:gd name="T50" fmla="*/ 100 w 128"/>
              <a:gd name="T51" fmla="*/ 72 h 128"/>
              <a:gd name="T52" fmla="*/ 28 w 128"/>
              <a:gd name="T53" fmla="*/ 72 h 128"/>
              <a:gd name="T54" fmla="*/ 22 w 128"/>
              <a:gd name="T55" fmla="*/ 78 h 128"/>
              <a:gd name="T56" fmla="*/ 22 w 128"/>
              <a:gd name="T57" fmla="*/ 123 h 128"/>
              <a:gd name="T58" fmla="*/ 5 w 128"/>
              <a:gd name="T59" fmla="*/ 123 h 128"/>
              <a:gd name="T60" fmla="*/ 5 w 128"/>
              <a:gd name="T61" fmla="*/ 5 h 128"/>
              <a:gd name="T62" fmla="*/ 39 w 128"/>
              <a:gd name="T63" fmla="*/ 5 h 128"/>
              <a:gd name="T64" fmla="*/ 39 w 128"/>
              <a:gd name="T65" fmla="*/ 36 h 128"/>
              <a:gd name="T66" fmla="*/ 45 w 128"/>
              <a:gd name="T67" fmla="*/ 42 h 128"/>
              <a:gd name="T68" fmla="*/ 90 w 128"/>
              <a:gd name="T69" fmla="*/ 42 h 128"/>
              <a:gd name="T70" fmla="*/ 96 w 128"/>
              <a:gd name="T71" fmla="*/ 36 h 128"/>
              <a:gd name="T72" fmla="*/ 96 w 128"/>
              <a:gd name="T73" fmla="*/ 3 h 128"/>
              <a:gd name="T74" fmla="*/ 123 w 128"/>
              <a:gd name="T75" fmla="*/ 31 h 128"/>
              <a:gd name="T76" fmla="*/ 123 w 128"/>
              <a:gd name="T77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128">
                <a:moveTo>
                  <a:pt x="127" y="28"/>
                </a:moveTo>
                <a:cubicBezTo>
                  <a:pt x="127" y="28"/>
                  <a:pt x="127" y="28"/>
                  <a:pt x="127" y="28"/>
                </a:cubicBezTo>
                <a:cubicBezTo>
                  <a:pt x="100" y="1"/>
                  <a:pt x="100" y="1"/>
                  <a:pt x="100" y="1"/>
                </a:cubicBezTo>
                <a:cubicBezTo>
                  <a:pt x="99" y="0"/>
                  <a:pt x="99" y="0"/>
                  <a:pt x="98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cubicBezTo>
                  <a:pt x="128" y="30"/>
                  <a:pt x="128" y="30"/>
                  <a:pt x="128" y="30"/>
                </a:cubicBezTo>
                <a:cubicBezTo>
                  <a:pt x="128" y="29"/>
                  <a:pt x="128" y="29"/>
                  <a:pt x="127" y="28"/>
                </a:cubicBezTo>
                <a:close/>
                <a:moveTo>
                  <a:pt x="44" y="5"/>
                </a:moveTo>
                <a:cubicBezTo>
                  <a:pt x="91" y="5"/>
                  <a:pt x="91" y="5"/>
                  <a:pt x="91" y="5"/>
                </a:cubicBezTo>
                <a:cubicBezTo>
                  <a:pt x="91" y="37"/>
                  <a:pt x="91" y="37"/>
                  <a:pt x="91" y="37"/>
                </a:cubicBezTo>
                <a:cubicBezTo>
                  <a:pt x="44" y="37"/>
                  <a:pt x="44" y="37"/>
                  <a:pt x="44" y="37"/>
                </a:cubicBezTo>
                <a:lnTo>
                  <a:pt x="44" y="5"/>
                </a:lnTo>
                <a:close/>
                <a:moveTo>
                  <a:pt x="101" y="123"/>
                </a:moveTo>
                <a:cubicBezTo>
                  <a:pt x="27" y="123"/>
                  <a:pt x="27" y="123"/>
                  <a:pt x="27" y="123"/>
                </a:cubicBezTo>
                <a:cubicBezTo>
                  <a:pt x="27" y="76"/>
                  <a:pt x="27" y="76"/>
                  <a:pt x="27" y="76"/>
                </a:cubicBezTo>
                <a:cubicBezTo>
                  <a:pt x="101" y="76"/>
                  <a:pt x="101" y="76"/>
                  <a:pt x="101" y="76"/>
                </a:cubicBezTo>
                <a:lnTo>
                  <a:pt x="101" y="123"/>
                </a:lnTo>
                <a:close/>
                <a:moveTo>
                  <a:pt x="123" y="123"/>
                </a:moveTo>
                <a:cubicBezTo>
                  <a:pt x="106" y="123"/>
                  <a:pt x="106" y="123"/>
                  <a:pt x="106" y="123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6" y="74"/>
                  <a:pt x="103" y="72"/>
                  <a:pt x="100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5" y="72"/>
                  <a:pt x="22" y="74"/>
                  <a:pt x="22" y="78"/>
                </a:cubicBezTo>
                <a:cubicBezTo>
                  <a:pt x="22" y="123"/>
                  <a:pt x="22" y="123"/>
                  <a:pt x="22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5"/>
                  <a:pt x="5" y="5"/>
                  <a:pt x="5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9"/>
                  <a:pt x="42" y="42"/>
                  <a:pt x="45" y="42"/>
                </a:cubicBezTo>
                <a:cubicBezTo>
                  <a:pt x="90" y="42"/>
                  <a:pt x="90" y="42"/>
                  <a:pt x="90" y="42"/>
                </a:cubicBezTo>
                <a:cubicBezTo>
                  <a:pt x="93" y="42"/>
                  <a:pt x="96" y="39"/>
                  <a:pt x="96" y="36"/>
                </a:cubicBezTo>
                <a:cubicBezTo>
                  <a:pt x="96" y="3"/>
                  <a:pt x="96" y="3"/>
                  <a:pt x="96" y="3"/>
                </a:cubicBezTo>
                <a:cubicBezTo>
                  <a:pt x="123" y="31"/>
                  <a:pt x="123" y="31"/>
                  <a:pt x="123" y="31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Freeform 69"/>
          <p:cNvSpPr/>
          <p:nvPr/>
        </p:nvSpPr>
        <p:spPr bwMode="auto">
          <a:xfrm>
            <a:off x="9507538" y="4205288"/>
            <a:ext cx="14288" cy="44450"/>
          </a:xfrm>
          <a:custGeom>
            <a:avLst/>
            <a:gdLst>
              <a:gd name="T0" fmla="*/ 2 w 4"/>
              <a:gd name="T1" fmla="*/ 0 h 12"/>
              <a:gd name="T2" fmla="*/ 0 w 4"/>
              <a:gd name="T3" fmla="*/ 2 h 12"/>
              <a:gd name="T4" fmla="*/ 0 w 4"/>
              <a:gd name="T5" fmla="*/ 10 h 12"/>
              <a:gd name="T6" fmla="*/ 2 w 4"/>
              <a:gd name="T7" fmla="*/ 12 h 12"/>
              <a:gd name="T8" fmla="*/ 4 w 4"/>
              <a:gd name="T9" fmla="*/ 10 h 12"/>
              <a:gd name="T10" fmla="*/ 4 w 4"/>
              <a:gd name="T11" fmla="*/ 2 h 12"/>
              <a:gd name="T12" fmla="*/ 2 w 4"/>
              <a:gd name="T13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12">
                <a:moveTo>
                  <a:pt x="2" y="0"/>
                </a:moveTo>
                <a:cubicBezTo>
                  <a:pt x="1" y="0"/>
                  <a:pt x="0" y="1"/>
                  <a:pt x="0" y="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11"/>
                  <a:pt x="1" y="12"/>
                  <a:pt x="2" y="12"/>
                </a:cubicBezTo>
                <a:cubicBezTo>
                  <a:pt x="3" y="12"/>
                  <a:pt x="4" y="11"/>
                  <a:pt x="4" y="10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Freeform 70"/>
          <p:cNvSpPr/>
          <p:nvPr/>
        </p:nvSpPr>
        <p:spPr bwMode="auto">
          <a:xfrm>
            <a:off x="9356725" y="4491038"/>
            <a:ext cx="203200" cy="14288"/>
          </a:xfrm>
          <a:custGeom>
            <a:avLst/>
            <a:gdLst>
              <a:gd name="T0" fmla="*/ 2 w 54"/>
              <a:gd name="T1" fmla="*/ 4 h 4"/>
              <a:gd name="T2" fmla="*/ 52 w 54"/>
              <a:gd name="T3" fmla="*/ 4 h 4"/>
              <a:gd name="T4" fmla="*/ 54 w 54"/>
              <a:gd name="T5" fmla="*/ 2 h 4"/>
              <a:gd name="T6" fmla="*/ 52 w 54"/>
              <a:gd name="T7" fmla="*/ 0 h 4"/>
              <a:gd name="T8" fmla="*/ 2 w 54"/>
              <a:gd name="T9" fmla="*/ 0 h 4"/>
              <a:gd name="T10" fmla="*/ 0 w 54"/>
              <a:gd name="T11" fmla="*/ 2 h 4"/>
              <a:gd name="T12" fmla="*/ 2 w 54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" h="4">
                <a:moveTo>
                  <a:pt x="2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4" y="3"/>
                  <a:pt x="54" y="2"/>
                </a:cubicBezTo>
                <a:cubicBezTo>
                  <a:pt x="54" y="1"/>
                  <a:pt x="53" y="0"/>
                  <a:pt x="5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Freeform 71"/>
          <p:cNvSpPr/>
          <p:nvPr/>
        </p:nvSpPr>
        <p:spPr bwMode="auto">
          <a:xfrm>
            <a:off x="9356725" y="4543425"/>
            <a:ext cx="203200" cy="17463"/>
          </a:xfrm>
          <a:custGeom>
            <a:avLst/>
            <a:gdLst>
              <a:gd name="T0" fmla="*/ 2 w 54"/>
              <a:gd name="T1" fmla="*/ 5 h 5"/>
              <a:gd name="T2" fmla="*/ 52 w 54"/>
              <a:gd name="T3" fmla="*/ 5 h 5"/>
              <a:gd name="T4" fmla="*/ 54 w 54"/>
              <a:gd name="T5" fmla="*/ 3 h 5"/>
              <a:gd name="T6" fmla="*/ 52 w 54"/>
              <a:gd name="T7" fmla="*/ 0 h 5"/>
              <a:gd name="T8" fmla="*/ 2 w 54"/>
              <a:gd name="T9" fmla="*/ 0 h 5"/>
              <a:gd name="T10" fmla="*/ 0 w 54"/>
              <a:gd name="T11" fmla="*/ 3 h 5"/>
              <a:gd name="T12" fmla="*/ 2 w 54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" h="5">
                <a:moveTo>
                  <a:pt x="2" y="5"/>
                </a:moveTo>
                <a:cubicBezTo>
                  <a:pt x="52" y="5"/>
                  <a:pt x="52" y="5"/>
                  <a:pt x="52" y="5"/>
                </a:cubicBezTo>
                <a:cubicBezTo>
                  <a:pt x="53" y="5"/>
                  <a:pt x="54" y="4"/>
                  <a:pt x="54" y="3"/>
                </a:cubicBezTo>
                <a:cubicBezTo>
                  <a:pt x="54" y="1"/>
                  <a:pt x="53" y="0"/>
                  <a:pt x="5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Freeform 72"/>
          <p:cNvSpPr>
            <a:spLocks noEditPoints="1"/>
          </p:cNvSpPr>
          <p:nvPr/>
        </p:nvSpPr>
        <p:spPr bwMode="auto">
          <a:xfrm>
            <a:off x="8256588" y="4148138"/>
            <a:ext cx="481013" cy="481013"/>
          </a:xfrm>
          <a:custGeom>
            <a:avLst/>
            <a:gdLst>
              <a:gd name="T0" fmla="*/ 128 w 128"/>
              <a:gd name="T1" fmla="*/ 30 h 128"/>
              <a:gd name="T2" fmla="*/ 127 w 128"/>
              <a:gd name="T3" fmla="*/ 28 h 128"/>
              <a:gd name="T4" fmla="*/ 127 w 128"/>
              <a:gd name="T5" fmla="*/ 28 h 128"/>
              <a:gd name="T6" fmla="*/ 100 w 128"/>
              <a:gd name="T7" fmla="*/ 1 h 128"/>
              <a:gd name="T8" fmla="*/ 98 w 128"/>
              <a:gd name="T9" fmla="*/ 0 h 128"/>
              <a:gd name="T10" fmla="*/ 6 w 128"/>
              <a:gd name="T11" fmla="*/ 0 h 128"/>
              <a:gd name="T12" fmla="*/ 0 w 128"/>
              <a:gd name="T13" fmla="*/ 6 h 128"/>
              <a:gd name="T14" fmla="*/ 0 w 128"/>
              <a:gd name="T15" fmla="*/ 122 h 128"/>
              <a:gd name="T16" fmla="*/ 6 w 128"/>
              <a:gd name="T17" fmla="*/ 128 h 128"/>
              <a:gd name="T18" fmla="*/ 122 w 128"/>
              <a:gd name="T19" fmla="*/ 128 h 128"/>
              <a:gd name="T20" fmla="*/ 128 w 128"/>
              <a:gd name="T21" fmla="*/ 122 h 128"/>
              <a:gd name="T22" fmla="*/ 128 w 128"/>
              <a:gd name="T23" fmla="*/ 30 h 128"/>
              <a:gd name="T24" fmla="*/ 44 w 128"/>
              <a:gd name="T25" fmla="*/ 5 h 128"/>
              <a:gd name="T26" fmla="*/ 91 w 128"/>
              <a:gd name="T27" fmla="*/ 5 h 128"/>
              <a:gd name="T28" fmla="*/ 91 w 128"/>
              <a:gd name="T29" fmla="*/ 37 h 128"/>
              <a:gd name="T30" fmla="*/ 44 w 128"/>
              <a:gd name="T31" fmla="*/ 37 h 128"/>
              <a:gd name="T32" fmla="*/ 44 w 128"/>
              <a:gd name="T33" fmla="*/ 5 h 128"/>
              <a:gd name="T34" fmla="*/ 101 w 128"/>
              <a:gd name="T35" fmla="*/ 123 h 128"/>
              <a:gd name="T36" fmla="*/ 27 w 128"/>
              <a:gd name="T37" fmla="*/ 123 h 128"/>
              <a:gd name="T38" fmla="*/ 27 w 128"/>
              <a:gd name="T39" fmla="*/ 76 h 128"/>
              <a:gd name="T40" fmla="*/ 101 w 128"/>
              <a:gd name="T41" fmla="*/ 76 h 128"/>
              <a:gd name="T42" fmla="*/ 101 w 128"/>
              <a:gd name="T43" fmla="*/ 123 h 128"/>
              <a:gd name="T44" fmla="*/ 123 w 128"/>
              <a:gd name="T45" fmla="*/ 123 h 128"/>
              <a:gd name="T46" fmla="*/ 106 w 128"/>
              <a:gd name="T47" fmla="*/ 123 h 128"/>
              <a:gd name="T48" fmla="*/ 106 w 128"/>
              <a:gd name="T49" fmla="*/ 78 h 128"/>
              <a:gd name="T50" fmla="*/ 100 w 128"/>
              <a:gd name="T51" fmla="*/ 72 h 128"/>
              <a:gd name="T52" fmla="*/ 28 w 128"/>
              <a:gd name="T53" fmla="*/ 72 h 128"/>
              <a:gd name="T54" fmla="*/ 22 w 128"/>
              <a:gd name="T55" fmla="*/ 78 h 128"/>
              <a:gd name="T56" fmla="*/ 22 w 128"/>
              <a:gd name="T57" fmla="*/ 123 h 128"/>
              <a:gd name="T58" fmla="*/ 5 w 128"/>
              <a:gd name="T59" fmla="*/ 123 h 128"/>
              <a:gd name="T60" fmla="*/ 5 w 128"/>
              <a:gd name="T61" fmla="*/ 5 h 128"/>
              <a:gd name="T62" fmla="*/ 39 w 128"/>
              <a:gd name="T63" fmla="*/ 5 h 128"/>
              <a:gd name="T64" fmla="*/ 39 w 128"/>
              <a:gd name="T65" fmla="*/ 36 h 128"/>
              <a:gd name="T66" fmla="*/ 45 w 128"/>
              <a:gd name="T67" fmla="*/ 42 h 128"/>
              <a:gd name="T68" fmla="*/ 90 w 128"/>
              <a:gd name="T69" fmla="*/ 42 h 128"/>
              <a:gd name="T70" fmla="*/ 96 w 128"/>
              <a:gd name="T71" fmla="*/ 36 h 128"/>
              <a:gd name="T72" fmla="*/ 96 w 128"/>
              <a:gd name="T73" fmla="*/ 3 h 128"/>
              <a:gd name="T74" fmla="*/ 123 w 128"/>
              <a:gd name="T75" fmla="*/ 31 h 128"/>
              <a:gd name="T76" fmla="*/ 123 w 128"/>
              <a:gd name="T77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128">
                <a:moveTo>
                  <a:pt x="128" y="30"/>
                </a:moveTo>
                <a:cubicBezTo>
                  <a:pt x="128" y="29"/>
                  <a:pt x="128" y="29"/>
                  <a:pt x="127" y="28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00" y="1"/>
                  <a:pt x="100" y="1"/>
                  <a:pt x="100" y="1"/>
                </a:cubicBezTo>
                <a:cubicBezTo>
                  <a:pt x="99" y="0"/>
                  <a:pt x="99" y="0"/>
                  <a:pt x="98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30"/>
                </a:lnTo>
                <a:close/>
                <a:moveTo>
                  <a:pt x="44" y="5"/>
                </a:moveTo>
                <a:cubicBezTo>
                  <a:pt x="91" y="5"/>
                  <a:pt x="91" y="5"/>
                  <a:pt x="91" y="5"/>
                </a:cubicBezTo>
                <a:cubicBezTo>
                  <a:pt x="91" y="37"/>
                  <a:pt x="91" y="37"/>
                  <a:pt x="91" y="37"/>
                </a:cubicBezTo>
                <a:cubicBezTo>
                  <a:pt x="44" y="37"/>
                  <a:pt x="44" y="37"/>
                  <a:pt x="44" y="37"/>
                </a:cubicBezTo>
                <a:lnTo>
                  <a:pt x="44" y="5"/>
                </a:lnTo>
                <a:close/>
                <a:moveTo>
                  <a:pt x="101" y="123"/>
                </a:moveTo>
                <a:cubicBezTo>
                  <a:pt x="27" y="123"/>
                  <a:pt x="27" y="123"/>
                  <a:pt x="27" y="123"/>
                </a:cubicBezTo>
                <a:cubicBezTo>
                  <a:pt x="27" y="76"/>
                  <a:pt x="27" y="76"/>
                  <a:pt x="27" y="76"/>
                </a:cubicBezTo>
                <a:cubicBezTo>
                  <a:pt x="101" y="76"/>
                  <a:pt x="101" y="76"/>
                  <a:pt x="101" y="76"/>
                </a:cubicBezTo>
                <a:lnTo>
                  <a:pt x="101" y="123"/>
                </a:lnTo>
                <a:close/>
                <a:moveTo>
                  <a:pt x="123" y="123"/>
                </a:moveTo>
                <a:cubicBezTo>
                  <a:pt x="106" y="123"/>
                  <a:pt x="106" y="123"/>
                  <a:pt x="106" y="123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6" y="74"/>
                  <a:pt x="103" y="72"/>
                  <a:pt x="100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5" y="72"/>
                  <a:pt x="22" y="74"/>
                  <a:pt x="22" y="78"/>
                </a:cubicBezTo>
                <a:cubicBezTo>
                  <a:pt x="22" y="123"/>
                  <a:pt x="22" y="123"/>
                  <a:pt x="22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5"/>
                  <a:pt x="5" y="5"/>
                  <a:pt x="5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9"/>
                  <a:pt x="42" y="42"/>
                  <a:pt x="45" y="42"/>
                </a:cubicBezTo>
                <a:cubicBezTo>
                  <a:pt x="90" y="42"/>
                  <a:pt x="90" y="42"/>
                  <a:pt x="90" y="42"/>
                </a:cubicBezTo>
                <a:cubicBezTo>
                  <a:pt x="93" y="42"/>
                  <a:pt x="96" y="39"/>
                  <a:pt x="96" y="36"/>
                </a:cubicBezTo>
                <a:cubicBezTo>
                  <a:pt x="96" y="3"/>
                  <a:pt x="96" y="3"/>
                  <a:pt x="96" y="3"/>
                </a:cubicBezTo>
                <a:cubicBezTo>
                  <a:pt x="123" y="31"/>
                  <a:pt x="123" y="31"/>
                  <a:pt x="123" y="31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Freeform 73"/>
          <p:cNvSpPr>
            <a:spLocks noEditPoints="1"/>
          </p:cNvSpPr>
          <p:nvPr/>
        </p:nvSpPr>
        <p:spPr bwMode="auto">
          <a:xfrm>
            <a:off x="7296150" y="4164013"/>
            <a:ext cx="479425" cy="450850"/>
          </a:xfrm>
          <a:custGeom>
            <a:avLst/>
            <a:gdLst>
              <a:gd name="T0" fmla="*/ 122 w 128"/>
              <a:gd name="T1" fmla="*/ 37 h 120"/>
              <a:gd name="T2" fmla="*/ 109 w 128"/>
              <a:gd name="T3" fmla="*/ 25 h 120"/>
              <a:gd name="T4" fmla="*/ 109 w 128"/>
              <a:gd name="T5" fmla="*/ 25 h 120"/>
              <a:gd name="T6" fmla="*/ 109 w 128"/>
              <a:gd name="T7" fmla="*/ 25 h 120"/>
              <a:gd name="T8" fmla="*/ 96 w 128"/>
              <a:gd name="T9" fmla="*/ 7 h 120"/>
              <a:gd name="T10" fmla="*/ 74 w 128"/>
              <a:gd name="T11" fmla="*/ 0 h 120"/>
              <a:gd name="T12" fmla="*/ 47 w 128"/>
              <a:gd name="T13" fmla="*/ 13 h 120"/>
              <a:gd name="T14" fmla="*/ 46 w 128"/>
              <a:gd name="T15" fmla="*/ 14 h 120"/>
              <a:gd name="T16" fmla="*/ 45 w 128"/>
              <a:gd name="T17" fmla="*/ 13 h 120"/>
              <a:gd name="T18" fmla="*/ 35 w 128"/>
              <a:gd name="T19" fmla="*/ 11 h 120"/>
              <a:gd name="T20" fmla="*/ 15 w 128"/>
              <a:gd name="T21" fmla="*/ 31 h 120"/>
              <a:gd name="T22" fmla="*/ 15 w 128"/>
              <a:gd name="T23" fmla="*/ 34 h 120"/>
              <a:gd name="T24" fmla="*/ 15 w 128"/>
              <a:gd name="T25" fmla="*/ 35 h 120"/>
              <a:gd name="T26" fmla="*/ 14 w 128"/>
              <a:gd name="T27" fmla="*/ 35 h 120"/>
              <a:gd name="T28" fmla="*/ 0 w 128"/>
              <a:gd name="T29" fmla="*/ 61 h 120"/>
              <a:gd name="T30" fmla="*/ 28 w 128"/>
              <a:gd name="T31" fmla="*/ 90 h 120"/>
              <a:gd name="T32" fmla="*/ 62 w 128"/>
              <a:gd name="T33" fmla="*/ 90 h 120"/>
              <a:gd name="T34" fmla="*/ 62 w 128"/>
              <a:gd name="T35" fmla="*/ 118 h 120"/>
              <a:gd name="T36" fmla="*/ 64 w 128"/>
              <a:gd name="T37" fmla="*/ 120 h 120"/>
              <a:gd name="T38" fmla="*/ 66 w 128"/>
              <a:gd name="T39" fmla="*/ 118 h 120"/>
              <a:gd name="T40" fmla="*/ 66 w 128"/>
              <a:gd name="T41" fmla="*/ 90 h 120"/>
              <a:gd name="T42" fmla="*/ 95 w 128"/>
              <a:gd name="T43" fmla="*/ 90 h 120"/>
              <a:gd name="T44" fmla="*/ 118 w 128"/>
              <a:gd name="T45" fmla="*/ 80 h 120"/>
              <a:gd name="T46" fmla="*/ 128 w 128"/>
              <a:gd name="T47" fmla="*/ 56 h 120"/>
              <a:gd name="T48" fmla="*/ 122 w 128"/>
              <a:gd name="T49" fmla="*/ 37 h 120"/>
              <a:gd name="T50" fmla="*/ 95 w 128"/>
              <a:gd name="T51" fmla="*/ 85 h 120"/>
              <a:gd name="T52" fmla="*/ 66 w 128"/>
              <a:gd name="T53" fmla="*/ 85 h 120"/>
              <a:gd name="T54" fmla="*/ 66 w 128"/>
              <a:gd name="T55" fmla="*/ 57 h 120"/>
              <a:gd name="T56" fmla="*/ 83 w 128"/>
              <a:gd name="T57" fmla="*/ 74 h 120"/>
              <a:gd name="T58" fmla="*/ 87 w 128"/>
              <a:gd name="T59" fmla="*/ 74 h 120"/>
              <a:gd name="T60" fmla="*/ 87 w 128"/>
              <a:gd name="T61" fmla="*/ 71 h 120"/>
              <a:gd name="T62" fmla="*/ 66 w 128"/>
              <a:gd name="T63" fmla="*/ 50 h 120"/>
              <a:gd name="T64" fmla="*/ 62 w 128"/>
              <a:gd name="T65" fmla="*/ 50 h 120"/>
              <a:gd name="T66" fmla="*/ 41 w 128"/>
              <a:gd name="T67" fmla="*/ 71 h 120"/>
              <a:gd name="T68" fmla="*/ 41 w 128"/>
              <a:gd name="T69" fmla="*/ 74 h 120"/>
              <a:gd name="T70" fmla="*/ 45 w 128"/>
              <a:gd name="T71" fmla="*/ 74 h 120"/>
              <a:gd name="T72" fmla="*/ 62 w 128"/>
              <a:gd name="T73" fmla="*/ 57 h 120"/>
              <a:gd name="T74" fmla="*/ 62 w 128"/>
              <a:gd name="T75" fmla="*/ 85 h 120"/>
              <a:gd name="T76" fmla="*/ 28 w 128"/>
              <a:gd name="T77" fmla="*/ 85 h 120"/>
              <a:gd name="T78" fmla="*/ 5 w 128"/>
              <a:gd name="T79" fmla="*/ 61 h 120"/>
              <a:gd name="T80" fmla="*/ 19 w 128"/>
              <a:gd name="T81" fmla="*/ 38 h 120"/>
              <a:gd name="T82" fmla="*/ 20 w 128"/>
              <a:gd name="T83" fmla="*/ 37 h 120"/>
              <a:gd name="T84" fmla="*/ 20 w 128"/>
              <a:gd name="T85" fmla="*/ 36 h 120"/>
              <a:gd name="T86" fmla="*/ 19 w 128"/>
              <a:gd name="T87" fmla="*/ 31 h 120"/>
              <a:gd name="T88" fmla="*/ 35 w 128"/>
              <a:gd name="T89" fmla="*/ 15 h 120"/>
              <a:gd name="T90" fmla="*/ 45 w 128"/>
              <a:gd name="T91" fmla="*/ 19 h 120"/>
              <a:gd name="T92" fmla="*/ 47 w 128"/>
              <a:gd name="T93" fmla="*/ 20 h 120"/>
              <a:gd name="T94" fmla="*/ 48 w 128"/>
              <a:gd name="T95" fmla="*/ 18 h 120"/>
              <a:gd name="T96" fmla="*/ 74 w 128"/>
              <a:gd name="T97" fmla="*/ 4 h 120"/>
              <a:gd name="T98" fmla="*/ 93 w 128"/>
              <a:gd name="T99" fmla="*/ 11 h 120"/>
              <a:gd name="T100" fmla="*/ 105 w 128"/>
              <a:gd name="T101" fmla="*/ 27 h 120"/>
              <a:gd name="T102" fmla="*/ 105 w 128"/>
              <a:gd name="T103" fmla="*/ 28 h 120"/>
              <a:gd name="T104" fmla="*/ 106 w 128"/>
              <a:gd name="T105" fmla="*/ 29 h 120"/>
              <a:gd name="T106" fmla="*/ 123 w 128"/>
              <a:gd name="T107" fmla="*/ 56 h 120"/>
              <a:gd name="T108" fmla="*/ 95 w 128"/>
              <a:gd name="T109" fmla="*/ 85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8" h="120">
                <a:moveTo>
                  <a:pt x="122" y="37"/>
                </a:moveTo>
                <a:cubicBezTo>
                  <a:pt x="119" y="32"/>
                  <a:pt x="115" y="28"/>
                  <a:pt x="109" y="25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6" y="18"/>
                  <a:pt x="102" y="12"/>
                  <a:pt x="96" y="7"/>
                </a:cubicBezTo>
                <a:cubicBezTo>
                  <a:pt x="90" y="2"/>
                  <a:pt x="82" y="0"/>
                  <a:pt x="74" y="0"/>
                </a:cubicBezTo>
                <a:cubicBezTo>
                  <a:pt x="64" y="0"/>
                  <a:pt x="54" y="5"/>
                  <a:pt x="47" y="13"/>
                </a:cubicBezTo>
                <a:cubicBezTo>
                  <a:pt x="46" y="14"/>
                  <a:pt x="46" y="14"/>
                  <a:pt x="46" y="14"/>
                </a:cubicBezTo>
                <a:cubicBezTo>
                  <a:pt x="45" y="13"/>
                  <a:pt x="45" y="13"/>
                  <a:pt x="45" y="13"/>
                </a:cubicBezTo>
                <a:cubicBezTo>
                  <a:pt x="42" y="12"/>
                  <a:pt x="39" y="11"/>
                  <a:pt x="35" y="11"/>
                </a:cubicBezTo>
                <a:cubicBezTo>
                  <a:pt x="24" y="11"/>
                  <a:pt x="15" y="20"/>
                  <a:pt x="15" y="31"/>
                </a:cubicBezTo>
                <a:cubicBezTo>
                  <a:pt x="15" y="32"/>
                  <a:pt x="15" y="33"/>
                  <a:pt x="15" y="34"/>
                </a:cubicBezTo>
                <a:cubicBezTo>
                  <a:pt x="15" y="35"/>
                  <a:pt x="15" y="35"/>
                  <a:pt x="15" y="35"/>
                </a:cubicBezTo>
                <a:cubicBezTo>
                  <a:pt x="14" y="35"/>
                  <a:pt x="14" y="35"/>
                  <a:pt x="14" y="35"/>
                </a:cubicBezTo>
                <a:cubicBezTo>
                  <a:pt x="5" y="41"/>
                  <a:pt x="0" y="50"/>
                  <a:pt x="0" y="61"/>
                </a:cubicBezTo>
                <a:cubicBezTo>
                  <a:pt x="0" y="77"/>
                  <a:pt x="13" y="90"/>
                  <a:pt x="28" y="90"/>
                </a:cubicBezTo>
                <a:cubicBezTo>
                  <a:pt x="62" y="90"/>
                  <a:pt x="62" y="90"/>
                  <a:pt x="62" y="90"/>
                </a:cubicBezTo>
                <a:cubicBezTo>
                  <a:pt x="62" y="118"/>
                  <a:pt x="62" y="118"/>
                  <a:pt x="62" y="118"/>
                </a:cubicBezTo>
                <a:cubicBezTo>
                  <a:pt x="62" y="119"/>
                  <a:pt x="63" y="120"/>
                  <a:pt x="64" y="120"/>
                </a:cubicBezTo>
                <a:cubicBezTo>
                  <a:pt x="65" y="120"/>
                  <a:pt x="66" y="119"/>
                  <a:pt x="66" y="118"/>
                </a:cubicBezTo>
                <a:cubicBezTo>
                  <a:pt x="66" y="90"/>
                  <a:pt x="66" y="90"/>
                  <a:pt x="66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104" y="90"/>
                  <a:pt x="112" y="86"/>
                  <a:pt x="118" y="80"/>
                </a:cubicBezTo>
                <a:cubicBezTo>
                  <a:pt x="125" y="73"/>
                  <a:pt x="128" y="65"/>
                  <a:pt x="128" y="56"/>
                </a:cubicBezTo>
                <a:cubicBezTo>
                  <a:pt x="128" y="49"/>
                  <a:pt x="126" y="43"/>
                  <a:pt x="122" y="37"/>
                </a:cubicBezTo>
                <a:close/>
                <a:moveTo>
                  <a:pt x="95" y="85"/>
                </a:moveTo>
                <a:cubicBezTo>
                  <a:pt x="66" y="85"/>
                  <a:pt x="66" y="85"/>
                  <a:pt x="66" y="85"/>
                </a:cubicBezTo>
                <a:cubicBezTo>
                  <a:pt x="66" y="57"/>
                  <a:pt x="66" y="57"/>
                  <a:pt x="66" y="57"/>
                </a:cubicBezTo>
                <a:cubicBezTo>
                  <a:pt x="83" y="74"/>
                  <a:pt x="83" y="74"/>
                  <a:pt x="83" y="74"/>
                </a:cubicBezTo>
                <a:cubicBezTo>
                  <a:pt x="84" y="75"/>
                  <a:pt x="86" y="75"/>
                  <a:pt x="87" y="74"/>
                </a:cubicBezTo>
                <a:cubicBezTo>
                  <a:pt x="87" y="73"/>
                  <a:pt x="87" y="71"/>
                  <a:pt x="87" y="71"/>
                </a:cubicBezTo>
                <a:cubicBezTo>
                  <a:pt x="66" y="50"/>
                  <a:pt x="66" y="50"/>
                  <a:pt x="66" y="50"/>
                </a:cubicBezTo>
                <a:cubicBezTo>
                  <a:pt x="65" y="49"/>
                  <a:pt x="63" y="49"/>
                  <a:pt x="62" y="50"/>
                </a:cubicBezTo>
                <a:cubicBezTo>
                  <a:pt x="41" y="71"/>
                  <a:pt x="41" y="71"/>
                  <a:pt x="41" y="71"/>
                </a:cubicBezTo>
                <a:cubicBezTo>
                  <a:pt x="41" y="71"/>
                  <a:pt x="41" y="73"/>
                  <a:pt x="41" y="74"/>
                </a:cubicBezTo>
                <a:cubicBezTo>
                  <a:pt x="42" y="75"/>
                  <a:pt x="44" y="75"/>
                  <a:pt x="45" y="74"/>
                </a:cubicBezTo>
                <a:cubicBezTo>
                  <a:pt x="62" y="57"/>
                  <a:pt x="62" y="57"/>
                  <a:pt x="62" y="57"/>
                </a:cubicBezTo>
                <a:cubicBezTo>
                  <a:pt x="62" y="85"/>
                  <a:pt x="62" y="85"/>
                  <a:pt x="62" y="85"/>
                </a:cubicBezTo>
                <a:cubicBezTo>
                  <a:pt x="28" y="85"/>
                  <a:pt x="28" y="85"/>
                  <a:pt x="28" y="85"/>
                </a:cubicBezTo>
                <a:cubicBezTo>
                  <a:pt x="15" y="85"/>
                  <a:pt x="5" y="74"/>
                  <a:pt x="5" y="61"/>
                </a:cubicBezTo>
                <a:cubicBezTo>
                  <a:pt x="5" y="51"/>
                  <a:pt x="10" y="42"/>
                  <a:pt x="19" y="38"/>
                </a:cubicBezTo>
                <a:cubicBezTo>
                  <a:pt x="20" y="37"/>
                  <a:pt x="20" y="37"/>
                  <a:pt x="20" y="37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4"/>
                  <a:pt x="19" y="33"/>
                  <a:pt x="19" y="31"/>
                </a:cubicBezTo>
                <a:cubicBezTo>
                  <a:pt x="19" y="22"/>
                  <a:pt x="26" y="15"/>
                  <a:pt x="35" y="15"/>
                </a:cubicBezTo>
                <a:cubicBezTo>
                  <a:pt x="39" y="15"/>
                  <a:pt x="42" y="16"/>
                  <a:pt x="45" y="19"/>
                </a:cubicBezTo>
                <a:cubicBezTo>
                  <a:pt x="47" y="20"/>
                  <a:pt x="47" y="20"/>
                  <a:pt x="47" y="20"/>
                </a:cubicBezTo>
                <a:cubicBezTo>
                  <a:pt x="48" y="18"/>
                  <a:pt x="48" y="18"/>
                  <a:pt x="48" y="18"/>
                </a:cubicBezTo>
                <a:cubicBezTo>
                  <a:pt x="54" y="10"/>
                  <a:pt x="64" y="4"/>
                  <a:pt x="74" y="4"/>
                </a:cubicBezTo>
                <a:cubicBezTo>
                  <a:pt x="81" y="4"/>
                  <a:pt x="88" y="7"/>
                  <a:pt x="93" y="11"/>
                </a:cubicBezTo>
                <a:cubicBezTo>
                  <a:pt x="99" y="15"/>
                  <a:pt x="103" y="21"/>
                  <a:pt x="105" y="27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17" y="33"/>
                  <a:pt x="123" y="44"/>
                  <a:pt x="123" y="56"/>
                </a:cubicBezTo>
                <a:cubicBezTo>
                  <a:pt x="123" y="72"/>
                  <a:pt x="111" y="85"/>
                  <a:pt x="9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Freeform 74"/>
          <p:cNvSpPr>
            <a:spLocks noEditPoints="1"/>
          </p:cNvSpPr>
          <p:nvPr/>
        </p:nvSpPr>
        <p:spPr bwMode="auto">
          <a:xfrm>
            <a:off x="6334125" y="4148138"/>
            <a:ext cx="481013" cy="481013"/>
          </a:xfrm>
          <a:custGeom>
            <a:avLst/>
            <a:gdLst>
              <a:gd name="T0" fmla="*/ 122 w 128"/>
              <a:gd name="T1" fmla="*/ 37 h 128"/>
              <a:gd name="T2" fmla="*/ 109 w 128"/>
              <a:gd name="T3" fmla="*/ 26 h 128"/>
              <a:gd name="T4" fmla="*/ 109 w 128"/>
              <a:gd name="T5" fmla="*/ 25 h 128"/>
              <a:gd name="T6" fmla="*/ 109 w 128"/>
              <a:gd name="T7" fmla="*/ 25 h 128"/>
              <a:gd name="T8" fmla="*/ 96 w 128"/>
              <a:gd name="T9" fmla="*/ 8 h 128"/>
              <a:gd name="T10" fmla="*/ 74 w 128"/>
              <a:gd name="T11" fmla="*/ 0 h 128"/>
              <a:gd name="T12" fmla="*/ 47 w 128"/>
              <a:gd name="T13" fmla="*/ 13 h 128"/>
              <a:gd name="T14" fmla="*/ 46 w 128"/>
              <a:gd name="T15" fmla="*/ 14 h 128"/>
              <a:gd name="T16" fmla="*/ 45 w 128"/>
              <a:gd name="T17" fmla="*/ 14 h 128"/>
              <a:gd name="T18" fmla="*/ 35 w 128"/>
              <a:gd name="T19" fmla="*/ 11 h 128"/>
              <a:gd name="T20" fmla="*/ 15 w 128"/>
              <a:gd name="T21" fmla="*/ 32 h 128"/>
              <a:gd name="T22" fmla="*/ 15 w 128"/>
              <a:gd name="T23" fmla="*/ 34 h 128"/>
              <a:gd name="T24" fmla="*/ 15 w 128"/>
              <a:gd name="T25" fmla="*/ 35 h 128"/>
              <a:gd name="T26" fmla="*/ 14 w 128"/>
              <a:gd name="T27" fmla="*/ 36 h 128"/>
              <a:gd name="T28" fmla="*/ 0 w 128"/>
              <a:gd name="T29" fmla="*/ 61 h 128"/>
              <a:gd name="T30" fmla="*/ 28 w 128"/>
              <a:gd name="T31" fmla="*/ 90 h 128"/>
              <a:gd name="T32" fmla="*/ 62 w 128"/>
              <a:gd name="T33" fmla="*/ 90 h 128"/>
              <a:gd name="T34" fmla="*/ 62 w 128"/>
              <a:gd name="T35" fmla="*/ 120 h 128"/>
              <a:gd name="T36" fmla="*/ 45 w 128"/>
              <a:gd name="T37" fmla="*/ 103 h 128"/>
              <a:gd name="T38" fmla="*/ 43 w 128"/>
              <a:gd name="T39" fmla="*/ 102 h 128"/>
              <a:gd name="T40" fmla="*/ 41 w 128"/>
              <a:gd name="T41" fmla="*/ 103 h 128"/>
              <a:gd name="T42" fmla="*/ 41 w 128"/>
              <a:gd name="T43" fmla="*/ 105 h 128"/>
              <a:gd name="T44" fmla="*/ 41 w 128"/>
              <a:gd name="T45" fmla="*/ 106 h 128"/>
              <a:gd name="T46" fmla="*/ 62 w 128"/>
              <a:gd name="T47" fmla="*/ 127 h 128"/>
              <a:gd name="T48" fmla="*/ 66 w 128"/>
              <a:gd name="T49" fmla="*/ 127 h 128"/>
              <a:gd name="T50" fmla="*/ 87 w 128"/>
              <a:gd name="T51" fmla="*/ 106 h 128"/>
              <a:gd name="T52" fmla="*/ 87 w 128"/>
              <a:gd name="T53" fmla="*/ 105 h 128"/>
              <a:gd name="T54" fmla="*/ 87 w 128"/>
              <a:gd name="T55" fmla="*/ 103 h 128"/>
              <a:gd name="T56" fmla="*/ 83 w 128"/>
              <a:gd name="T57" fmla="*/ 103 h 128"/>
              <a:gd name="T58" fmla="*/ 66 w 128"/>
              <a:gd name="T59" fmla="*/ 120 h 128"/>
              <a:gd name="T60" fmla="*/ 66 w 128"/>
              <a:gd name="T61" fmla="*/ 90 h 128"/>
              <a:gd name="T62" fmla="*/ 95 w 128"/>
              <a:gd name="T63" fmla="*/ 90 h 128"/>
              <a:gd name="T64" fmla="*/ 118 w 128"/>
              <a:gd name="T65" fmla="*/ 80 h 128"/>
              <a:gd name="T66" fmla="*/ 128 w 128"/>
              <a:gd name="T67" fmla="*/ 56 h 128"/>
              <a:gd name="T68" fmla="*/ 122 w 128"/>
              <a:gd name="T69" fmla="*/ 37 h 128"/>
              <a:gd name="T70" fmla="*/ 95 w 128"/>
              <a:gd name="T71" fmla="*/ 85 h 128"/>
              <a:gd name="T72" fmla="*/ 66 w 128"/>
              <a:gd name="T73" fmla="*/ 85 h 128"/>
              <a:gd name="T74" fmla="*/ 66 w 128"/>
              <a:gd name="T75" fmla="*/ 59 h 128"/>
              <a:gd name="T76" fmla="*/ 64 w 128"/>
              <a:gd name="T77" fmla="*/ 57 h 128"/>
              <a:gd name="T78" fmla="*/ 62 w 128"/>
              <a:gd name="T79" fmla="*/ 59 h 128"/>
              <a:gd name="T80" fmla="*/ 62 w 128"/>
              <a:gd name="T81" fmla="*/ 85 h 128"/>
              <a:gd name="T82" fmla="*/ 28 w 128"/>
              <a:gd name="T83" fmla="*/ 85 h 128"/>
              <a:gd name="T84" fmla="*/ 5 w 128"/>
              <a:gd name="T85" fmla="*/ 61 h 128"/>
              <a:gd name="T86" fmla="*/ 19 w 128"/>
              <a:gd name="T87" fmla="*/ 39 h 128"/>
              <a:gd name="T88" fmla="*/ 20 w 128"/>
              <a:gd name="T89" fmla="*/ 38 h 128"/>
              <a:gd name="T90" fmla="*/ 20 w 128"/>
              <a:gd name="T91" fmla="*/ 36 h 128"/>
              <a:gd name="T92" fmla="*/ 19 w 128"/>
              <a:gd name="T93" fmla="*/ 32 h 128"/>
              <a:gd name="T94" fmla="*/ 35 w 128"/>
              <a:gd name="T95" fmla="*/ 15 h 128"/>
              <a:gd name="T96" fmla="*/ 45 w 128"/>
              <a:gd name="T97" fmla="*/ 19 h 128"/>
              <a:gd name="T98" fmla="*/ 47 w 128"/>
              <a:gd name="T99" fmla="*/ 21 h 128"/>
              <a:gd name="T100" fmla="*/ 48 w 128"/>
              <a:gd name="T101" fmla="*/ 19 h 128"/>
              <a:gd name="T102" fmla="*/ 74 w 128"/>
              <a:gd name="T103" fmla="*/ 5 h 128"/>
              <a:gd name="T104" fmla="*/ 93 w 128"/>
              <a:gd name="T105" fmla="*/ 11 h 128"/>
              <a:gd name="T106" fmla="*/ 105 w 128"/>
              <a:gd name="T107" fmla="*/ 28 h 128"/>
              <a:gd name="T108" fmla="*/ 105 w 128"/>
              <a:gd name="T109" fmla="*/ 29 h 128"/>
              <a:gd name="T110" fmla="*/ 106 w 128"/>
              <a:gd name="T111" fmla="*/ 29 h 128"/>
              <a:gd name="T112" fmla="*/ 123 w 128"/>
              <a:gd name="T113" fmla="*/ 56 h 128"/>
              <a:gd name="T114" fmla="*/ 95 w 128"/>
              <a:gd name="T115" fmla="*/ 8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8" h="128">
                <a:moveTo>
                  <a:pt x="122" y="37"/>
                </a:moveTo>
                <a:cubicBezTo>
                  <a:pt x="119" y="32"/>
                  <a:pt x="115" y="28"/>
                  <a:pt x="109" y="26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6" y="18"/>
                  <a:pt x="102" y="12"/>
                  <a:pt x="96" y="8"/>
                </a:cubicBezTo>
                <a:cubicBezTo>
                  <a:pt x="90" y="3"/>
                  <a:pt x="82" y="0"/>
                  <a:pt x="74" y="0"/>
                </a:cubicBezTo>
                <a:cubicBezTo>
                  <a:pt x="64" y="0"/>
                  <a:pt x="54" y="5"/>
                  <a:pt x="47" y="13"/>
                </a:cubicBezTo>
                <a:cubicBezTo>
                  <a:pt x="46" y="14"/>
                  <a:pt x="46" y="14"/>
                  <a:pt x="46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2" y="12"/>
                  <a:pt x="39" y="11"/>
                  <a:pt x="35" y="11"/>
                </a:cubicBezTo>
                <a:cubicBezTo>
                  <a:pt x="24" y="11"/>
                  <a:pt x="15" y="20"/>
                  <a:pt x="15" y="32"/>
                </a:cubicBezTo>
                <a:cubicBezTo>
                  <a:pt x="15" y="32"/>
                  <a:pt x="15" y="33"/>
                  <a:pt x="15" y="34"/>
                </a:cubicBezTo>
                <a:cubicBezTo>
                  <a:pt x="15" y="35"/>
                  <a:pt x="15" y="35"/>
                  <a:pt x="15" y="35"/>
                </a:cubicBezTo>
                <a:cubicBezTo>
                  <a:pt x="14" y="36"/>
                  <a:pt x="14" y="36"/>
                  <a:pt x="14" y="36"/>
                </a:cubicBezTo>
                <a:cubicBezTo>
                  <a:pt x="5" y="41"/>
                  <a:pt x="0" y="50"/>
                  <a:pt x="0" y="61"/>
                </a:cubicBezTo>
                <a:cubicBezTo>
                  <a:pt x="0" y="77"/>
                  <a:pt x="13" y="90"/>
                  <a:pt x="28" y="90"/>
                </a:cubicBezTo>
                <a:cubicBezTo>
                  <a:pt x="62" y="90"/>
                  <a:pt x="62" y="90"/>
                  <a:pt x="62" y="90"/>
                </a:cubicBezTo>
                <a:cubicBezTo>
                  <a:pt x="62" y="120"/>
                  <a:pt x="62" y="120"/>
                  <a:pt x="62" y="120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4" y="103"/>
                  <a:pt x="44" y="102"/>
                  <a:pt x="43" y="102"/>
                </a:cubicBezTo>
                <a:cubicBezTo>
                  <a:pt x="42" y="102"/>
                  <a:pt x="42" y="103"/>
                  <a:pt x="41" y="103"/>
                </a:cubicBezTo>
                <a:cubicBezTo>
                  <a:pt x="41" y="104"/>
                  <a:pt x="41" y="104"/>
                  <a:pt x="41" y="105"/>
                </a:cubicBezTo>
                <a:cubicBezTo>
                  <a:pt x="41" y="105"/>
                  <a:pt x="41" y="106"/>
                  <a:pt x="41" y="106"/>
                </a:cubicBezTo>
                <a:cubicBezTo>
                  <a:pt x="62" y="127"/>
                  <a:pt x="62" y="127"/>
                  <a:pt x="62" y="127"/>
                </a:cubicBezTo>
                <a:cubicBezTo>
                  <a:pt x="63" y="128"/>
                  <a:pt x="65" y="128"/>
                  <a:pt x="66" y="127"/>
                </a:cubicBezTo>
                <a:cubicBezTo>
                  <a:pt x="87" y="106"/>
                  <a:pt x="87" y="106"/>
                  <a:pt x="87" y="106"/>
                </a:cubicBezTo>
                <a:cubicBezTo>
                  <a:pt x="87" y="106"/>
                  <a:pt x="87" y="105"/>
                  <a:pt x="87" y="105"/>
                </a:cubicBezTo>
                <a:cubicBezTo>
                  <a:pt x="87" y="104"/>
                  <a:pt x="87" y="104"/>
                  <a:pt x="87" y="103"/>
                </a:cubicBezTo>
                <a:cubicBezTo>
                  <a:pt x="86" y="102"/>
                  <a:pt x="84" y="102"/>
                  <a:pt x="83" y="103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66" y="90"/>
                  <a:pt x="66" y="90"/>
                  <a:pt x="66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104" y="90"/>
                  <a:pt x="112" y="86"/>
                  <a:pt x="118" y="80"/>
                </a:cubicBezTo>
                <a:cubicBezTo>
                  <a:pt x="125" y="74"/>
                  <a:pt x="128" y="65"/>
                  <a:pt x="128" y="56"/>
                </a:cubicBezTo>
                <a:cubicBezTo>
                  <a:pt x="128" y="49"/>
                  <a:pt x="126" y="43"/>
                  <a:pt x="122" y="37"/>
                </a:cubicBezTo>
                <a:close/>
                <a:moveTo>
                  <a:pt x="95" y="85"/>
                </a:moveTo>
                <a:cubicBezTo>
                  <a:pt x="66" y="85"/>
                  <a:pt x="66" y="85"/>
                  <a:pt x="66" y="85"/>
                </a:cubicBezTo>
                <a:cubicBezTo>
                  <a:pt x="66" y="59"/>
                  <a:pt x="66" y="59"/>
                  <a:pt x="66" y="59"/>
                </a:cubicBezTo>
                <a:cubicBezTo>
                  <a:pt x="66" y="58"/>
                  <a:pt x="65" y="57"/>
                  <a:pt x="64" y="57"/>
                </a:cubicBezTo>
                <a:cubicBezTo>
                  <a:pt x="63" y="57"/>
                  <a:pt x="62" y="58"/>
                  <a:pt x="62" y="59"/>
                </a:cubicBezTo>
                <a:cubicBezTo>
                  <a:pt x="62" y="85"/>
                  <a:pt x="62" y="85"/>
                  <a:pt x="62" y="85"/>
                </a:cubicBezTo>
                <a:cubicBezTo>
                  <a:pt x="28" y="85"/>
                  <a:pt x="28" y="85"/>
                  <a:pt x="28" y="85"/>
                </a:cubicBezTo>
                <a:cubicBezTo>
                  <a:pt x="15" y="85"/>
                  <a:pt x="5" y="74"/>
                  <a:pt x="5" y="61"/>
                </a:cubicBezTo>
                <a:cubicBezTo>
                  <a:pt x="5" y="51"/>
                  <a:pt x="10" y="42"/>
                  <a:pt x="19" y="39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4"/>
                  <a:pt x="19" y="33"/>
                  <a:pt x="19" y="32"/>
                </a:cubicBezTo>
                <a:cubicBezTo>
                  <a:pt x="19" y="23"/>
                  <a:pt x="26" y="15"/>
                  <a:pt x="35" y="15"/>
                </a:cubicBezTo>
                <a:cubicBezTo>
                  <a:pt x="39" y="15"/>
                  <a:pt x="42" y="17"/>
                  <a:pt x="45" y="19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19"/>
                  <a:pt x="48" y="19"/>
                  <a:pt x="48" y="19"/>
                </a:cubicBezTo>
                <a:cubicBezTo>
                  <a:pt x="54" y="10"/>
                  <a:pt x="64" y="5"/>
                  <a:pt x="74" y="5"/>
                </a:cubicBezTo>
                <a:cubicBezTo>
                  <a:pt x="81" y="5"/>
                  <a:pt x="88" y="7"/>
                  <a:pt x="93" y="11"/>
                </a:cubicBezTo>
                <a:cubicBezTo>
                  <a:pt x="99" y="15"/>
                  <a:pt x="103" y="21"/>
                  <a:pt x="105" y="28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17" y="34"/>
                  <a:pt x="123" y="44"/>
                  <a:pt x="123" y="56"/>
                </a:cubicBezTo>
                <a:cubicBezTo>
                  <a:pt x="123" y="72"/>
                  <a:pt x="111" y="85"/>
                  <a:pt x="9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Freeform 75"/>
          <p:cNvSpPr>
            <a:spLocks noEditPoints="1"/>
          </p:cNvSpPr>
          <p:nvPr/>
        </p:nvSpPr>
        <p:spPr bwMode="auto">
          <a:xfrm>
            <a:off x="5373688" y="4219575"/>
            <a:ext cx="479425" cy="338138"/>
          </a:xfrm>
          <a:custGeom>
            <a:avLst/>
            <a:gdLst>
              <a:gd name="T0" fmla="*/ 122 w 128"/>
              <a:gd name="T1" fmla="*/ 37 h 90"/>
              <a:gd name="T2" fmla="*/ 109 w 128"/>
              <a:gd name="T3" fmla="*/ 26 h 90"/>
              <a:gd name="T4" fmla="*/ 109 w 128"/>
              <a:gd name="T5" fmla="*/ 26 h 90"/>
              <a:gd name="T6" fmla="*/ 109 w 128"/>
              <a:gd name="T7" fmla="*/ 25 h 90"/>
              <a:gd name="T8" fmla="*/ 96 w 128"/>
              <a:gd name="T9" fmla="*/ 8 h 90"/>
              <a:gd name="T10" fmla="*/ 74 w 128"/>
              <a:gd name="T11" fmla="*/ 0 h 90"/>
              <a:gd name="T12" fmla="*/ 47 w 128"/>
              <a:gd name="T13" fmla="*/ 13 h 90"/>
              <a:gd name="T14" fmla="*/ 46 w 128"/>
              <a:gd name="T15" fmla="*/ 14 h 90"/>
              <a:gd name="T16" fmla="*/ 45 w 128"/>
              <a:gd name="T17" fmla="*/ 14 h 90"/>
              <a:gd name="T18" fmla="*/ 35 w 128"/>
              <a:gd name="T19" fmla="*/ 11 h 90"/>
              <a:gd name="T20" fmla="*/ 15 w 128"/>
              <a:gd name="T21" fmla="*/ 32 h 90"/>
              <a:gd name="T22" fmla="*/ 15 w 128"/>
              <a:gd name="T23" fmla="*/ 34 h 90"/>
              <a:gd name="T24" fmla="*/ 15 w 128"/>
              <a:gd name="T25" fmla="*/ 35 h 90"/>
              <a:gd name="T26" fmla="*/ 14 w 128"/>
              <a:gd name="T27" fmla="*/ 36 h 90"/>
              <a:gd name="T28" fmla="*/ 0 w 128"/>
              <a:gd name="T29" fmla="*/ 61 h 90"/>
              <a:gd name="T30" fmla="*/ 28 w 128"/>
              <a:gd name="T31" fmla="*/ 90 h 90"/>
              <a:gd name="T32" fmla="*/ 95 w 128"/>
              <a:gd name="T33" fmla="*/ 90 h 90"/>
              <a:gd name="T34" fmla="*/ 118 w 128"/>
              <a:gd name="T35" fmla="*/ 80 h 90"/>
              <a:gd name="T36" fmla="*/ 128 w 128"/>
              <a:gd name="T37" fmla="*/ 56 h 90"/>
              <a:gd name="T38" fmla="*/ 122 w 128"/>
              <a:gd name="T39" fmla="*/ 37 h 90"/>
              <a:gd name="T40" fmla="*/ 95 w 128"/>
              <a:gd name="T41" fmla="*/ 85 h 90"/>
              <a:gd name="T42" fmla="*/ 28 w 128"/>
              <a:gd name="T43" fmla="*/ 85 h 90"/>
              <a:gd name="T44" fmla="*/ 5 w 128"/>
              <a:gd name="T45" fmla="*/ 61 h 90"/>
              <a:gd name="T46" fmla="*/ 19 w 128"/>
              <a:gd name="T47" fmla="*/ 39 h 90"/>
              <a:gd name="T48" fmla="*/ 20 w 128"/>
              <a:gd name="T49" fmla="*/ 38 h 90"/>
              <a:gd name="T50" fmla="*/ 20 w 128"/>
              <a:gd name="T51" fmla="*/ 36 h 90"/>
              <a:gd name="T52" fmla="*/ 19 w 128"/>
              <a:gd name="T53" fmla="*/ 32 h 90"/>
              <a:gd name="T54" fmla="*/ 35 w 128"/>
              <a:gd name="T55" fmla="*/ 16 h 90"/>
              <a:gd name="T56" fmla="*/ 45 w 128"/>
              <a:gd name="T57" fmla="*/ 19 h 90"/>
              <a:gd name="T58" fmla="*/ 47 w 128"/>
              <a:gd name="T59" fmla="*/ 21 h 90"/>
              <a:gd name="T60" fmla="*/ 48 w 128"/>
              <a:gd name="T61" fmla="*/ 19 h 90"/>
              <a:gd name="T62" fmla="*/ 74 w 128"/>
              <a:gd name="T63" fmla="*/ 5 h 90"/>
              <a:gd name="T64" fmla="*/ 93 w 128"/>
              <a:gd name="T65" fmla="*/ 11 h 90"/>
              <a:gd name="T66" fmla="*/ 105 w 128"/>
              <a:gd name="T67" fmla="*/ 28 h 90"/>
              <a:gd name="T68" fmla="*/ 105 w 128"/>
              <a:gd name="T69" fmla="*/ 29 h 90"/>
              <a:gd name="T70" fmla="*/ 106 w 128"/>
              <a:gd name="T71" fmla="*/ 29 h 90"/>
              <a:gd name="T72" fmla="*/ 123 w 128"/>
              <a:gd name="T73" fmla="*/ 56 h 90"/>
              <a:gd name="T74" fmla="*/ 95 w 128"/>
              <a:gd name="T75" fmla="*/ 85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90">
                <a:moveTo>
                  <a:pt x="122" y="37"/>
                </a:moveTo>
                <a:cubicBezTo>
                  <a:pt x="119" y="32"/>
                  <a:pt x="115" y="28"/>
                  <a:pt x="109" y="26"/>
                </a:cubicBezTo>
                <a:cubicBezTo>
                  <a:pt x="109" y="26"/>
                  <a:pt x="109" y="26"/>
                  <a:pt x="109" y="26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6" y="18"/>
                  <a:pt x="102" y="12"/>
                  <a:pt x="96" y="8"/>
                </a:cubicBezTo>
                <a:cubicBezTo>
                  <a:pt x="90" y="3"/>
                  <a:pt x="82" y="0"/>
                  <a:pt x="74" y="0"/>
                </a:cubicBezTo>
                <a:cubicBezTo>
                  <a:pt x="64" y="0"/>
                  <a:pt x="54" y="5"/>
                  <a:pt x="47" y="13"/>
                </a:cubicBezTo>
                <a:cubicBezTo>
                  <a:pt x="46" y="14"/>
                  <a:pt x="46" y="14"/>
                  <a:pt x="46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2" y="12"/>
                  <a:pt x="39" y="11"/>
                  <a:pt x="35" y="11"/>
                </a:cubicBezTo>
                <a:cubicBezTo>
                  <a:pt x="24" y="11"/>
                  <a:pt x="15" y="20"/>
                  <a:pt x="15" y="32"/>
                </a:cubicBezTo>
                <a:cubicBezTo>
                  <a:pt x="15" y="33"/>
                  <a:pt x="15" y="33"/>
                  <a:pt x="15" y="34"/>
                </a:cubicBezTo>
                <a:cubicBezTo>
                  <a:pt x="15" y="35"/>
                  <a:pt x="15" y="35"/>
                  <a:pt x="15" y="35"/>
                </a:cubicBezTo>
                <a:cubicBezTo>
                  <a:pt x="14" y="36"/>
                  <a:pt x="14" y="36"/>
                  <a:pt x="14" y="36"/>
                </a:cubicBezTo>
                <a:cubicBezTo>
                  <a:pt x="5" y="41"/>
                  <a:pt x="0" y="51"/>
                  <a:pt x="0" y="61"/>
                </a:cubicBezTo>
                <a:cubicBezTo>
                  <a:pt x="0" y="77"/>
                  <a:pt x="13" y="90"/>
                  <a:pt x="28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104" y="90"/>
                  <a:pt x="112" y="86"/>
                  <a:pt x="118" y="80"/>
                </a:cubicBezTo>
                <a:cubicBezTo>
                  <a:pt x="125" y="74"/>
                  <a:pt x="128" y="65"/>
                  <a:pt x="128" y="56"/>
                </a:cubicBezTo>
                <a:cubicBezTo>
                  <a:pt x="128" y="49"/>
                  <a:pt x="126" y="43"/>
                  <a:pt x="122" y="37"/>
                </a:cubicBezTo>
                <a:close/>
                <a:moveTo>
                  <a:pt x="95" y="85"/>
                </a:moveTo>
                <a:cubicBezTo>
                  <a:pt x="28" y="85"/>
                  <a:pt x="28" y="85"/>
                  <a:pt x="28" y="85"/>
                </a:cubicBezTo>
                <a:cubicBezTo>
                  <a:pt x="15" y="85"/>
                  <a:pt x="5" y="74"/>
                  <a:pt x="5" y="61"/>
                </a:cubicBezTo>
                <a:cubicBezTo>
                  <a:pt x="5" y="51"/>
                  <a:pt x="10" y="43"/>
                  <a:pt x="19" y="39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5"/>
                  <a:pt x="19" y="33"/>
                  <a:pt x="19" y="32"/>
                </a:cubicBezTo>
                <a:cubicBezTo>
                  <a:pt x="19" y="23"/>
                  <a:pt x="26" y="16"/>
                  <a:pt x="35" y="16"/>
                </a:cubicBezTo>
                <a:cubicBezTo>
                  <a:pt x="39" y="16"/>
                  <a:pt x="42" y="17"/>
                  <a:pt x="45" y="19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19"/>
                  <a:pt x="48" y="19"/>
                  <a:pt x="48" y="19"/>
                </a:cubicBezTo>
                <a:cubicBezTo>
                  <a:pt x="54" y="10"/>
                  <a:pt x="64" y="5"/>
                  <a:pt x="74" y="5"/>
                </a:cubicBezTo>
                <a:cubicBezTo>
                  <a:pt x="81" y="5"/>
                  <a:pt x="88" y="7"/>
                  <a:pt x="93" y="11"/>
                </a:cubicBezTo>
                <a:cubicBezTo>
                  <a:pt x="99" y="15"/>
                  <a:pt x="103" y="21"/>
                  <a:pt x="105" y="28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17" y="34"/>
                  <a:pt x="123" y="44"/>
                  <a:pt x="123" y="56"/>
                </a:cubicBezTo>
                <a:cubicBezTo>
                  <a:pt x="123" y="72"/>
                  <a:pt x="111" y="85"/>
                  <a:pt x="9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Freeform 76"/>
          <p:cNvSpPr/>
          <p:nvPr/>
        </p:nvSpPr>
        <p:spPr bwMode="auto">
          <a:xfrm>
            <a:off x="5516563" y="4337050"/>
            <a:ext cx="195263" cy="138113"/>
          </a:xfrm>
          <a:custGeom>
            <a:avLst/>
            <a:gdLst>
              <a:gd name="T0" fmla="*/ 48 w 52"/>
              <a:gd name="T1" fmla="*/ 1 h 37"/>
              <a:gd name="T2" fmla="*/ 18 w 52"/>
              <a:gd name="T3" fmla="*/ 31 h 37"/>
              <a:gd name="T4" fmla="*/ 4 w 52"/>
              <a:gd name="T5" fmla="*/ 17 h 37"/>
              <a:gd name="T6" fmla="*/ 2 w 52"/>
              <a:gd name="T7" fmla="*/ 16 h 37"/>
              <a:gd name="T8" fmla="*/ 1 w 52"/>
              <a:gd name="T9" fmla="*/ 17 h 37"/>
              <a:gd name="T10" fmla="*/ 0 w 52"/>
              <a:gd name="T11" fmla="*/ 19 h 37"/>
              <a:gd name="T12" fmla="*/ 1 w 52"/>
              <a:gd name="T13" fmla="*/ 20 h 37"/>
              <a:gd name="T14" fmla="*/ 17 w 52"/>
              <a:gd name="T15" fmla="*/ 36 h 37"/>
              <a:gd name="T16" fmla="*/ 18 w 52"/>
              <a:gd name="T17" fmla="*/ 37 h 37"/>
              <a:gd name="T18" fmla="*/ 20 w 52"/>
              <a:gd name="T19" fmla="*/ 36 h 37"/>
              <a:gd name="T20" fmla="*/ 51 w 52"/>
              <a:gd name="T21" fmla="*/ 5 h 37"/>
              <a:gd name="T22" fmla="*/ 51 w 52"/>
              <a:gd name="T23" fmla="*/ 1 h 37"/>
              <a:gd name="T24" fmla="*/ 48 w 52"/>
              <a:gd name="T25" fmla="*/ 1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" h="37">
                <a:moveTo>
                  <a:pt x="48" y="1"/>
                </a:moveTo>
                <a:cubicBezTo>
                  <a:pt x="18" y="31"/>
                  <a:pt x="18" y="31"/>
                  <a:pt x="18" y="31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3" y="16"/>
                  <a:pt x="2" y="16"/>
                </a:cubicBezTo>
                <a:cubicBezTo>
                  <a:pt x="2" y="16"/>
                  <a:pt x="1" y="17"/>
                  <a:pt x="1" y="17"/>
                </a:cubicBezTo>
                <a:cubicBezTo>
                  <a:pt x="0" y="17"/>
                  <a:pt x="0" y="18"/>
                  <a:pt x="0" y="19"/>
                </a:cubicBezTo>
                <a:cubicBezTo>
                  <a:pt x="0" y="19"/>
                  <a:pt x="0" y="20"/>
                  <a:pt x="1" y="20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8" y="37"/>
                  <a:pt x="18" y="37"/>
                </a:cubicBezTo>
                <a:cubicBezTo>
                  <a:pt x="19" y="37"/>
                  <a:pt x="19" y="36"/>
                  <a:pt x="20" y="36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4"/>
                  <a:pt x="52" y="2"/>
                  <a:pt x="51" y="1"/>
                </a:cubicBezTo>
                <a:cubicBezTo>
                  <a:pt x="50" y="0"/>
                  <a:pt x="49" y="0"/>
                  <a:pt x="4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Freeform 77"/>
          <p:cNvSpPr>
            <a:spLocks noEditPoints="1"/>
          </p:cNvSpPr>
          <p:nvPr/>
        </p:nvSpPr>
        <p:spPr bwMode="auto">
          <a:xfrm>
            <a:off x="4411663" y="4219575"/>
            <a:ext cx="481013" cy="338138"/>
          </a:xfrm>
          <a:custGeom>
            <a:avLst/>
            <a:gdLst>
              <a:gd name="T0" fmla="*/ 122 w 128"/>
              <a:gd name="T1" fmla="*/ 37 h 90"/>
              <a:gd name="T2" fmla="*/ 109 w 128"/>
              <a:gd name="T3" fmla="*/ 26 h 90"/>
              <a:gd name="T4" fmla="*/ 109 w 128"/>
              <a:gd name="T5" fmla="*/ 26 h 90"/>
              <a:gd name="T6" fmla="*/ 109 w 128"/>
              <a:gd name="T7" fmla="*/ 25 h 90"/>
              <a:gd name="T8" fmla="*/ 96 w 128"/>
              <a:gd name="T9" fmla="*/ 8 h 90"/>
              <a:gd name="T10" fmla="*/ 74 w 128"/>
              <a:gd name="T11" fmla="*/ 0 h 90"/>
              <a:gd name="T12" fmla="*/ 47 w 128"/>
              <a:gd name="T13" fmla="*/ 13 h 90"/>
              <a:gd name="T14" fmla="*/ 46 w 128"/>
              <a:gd name="T15" fmla="*/ 14 h 90"/>
              <a:gd name="T16" fmla="*/ 45 w 128"/>
              <a:gd name="T17" fmla="*/ 14 h 90"/>
              <a:gd name="T18" fmla="*/ 35 w 128"/>
              <a:gd name="T19" fmla="*/ 11 h 90"/>
              <a:gd name="T20" fmla="*/ 15 w 128"/>
              <a:gd name="T21" fmla="*/ 32 h 90"/>
              <a:gd name="T22" fmla="*/ 15 w 128"/>
              <a:gd name="T23" fmla="*/ 34 h 90"/>
              <a:gd name="T24" fmla="*/ 15 w 128"/>
              <a:gd name="T25" fmla="*/ 35 h 90"/>
              <a:gd name="T26" fmla="*/ 14 w 128"/>
              <a:gd name="T27" fmla="*/ 36 h 90"/>
              <a:gd name="T28" fmla="*/ 0 w 128"/>
              <a:gd name="T29" fmla="*/ 61 h 90"/>
              <a:gd name="T30" fmla="*/ 28 w 128"/>
              <a:gd name="T31" fmla="*/ 90 h 90"/>
              <a:gd name="T32" fmla="*/ 95 w 128"/>
              <a:gd name="T33" fmla="*/ 90 h 90"/>
              <a:gd name="T34" fmla="*/ 118 w 128"/>
              <a:gd name="T35" fmla="*/ 80 h 90"/>
              <a:gd name="T36" fmla="*/ 128 w 128"/>
              <a:gd name="T37" fmla="*/ 56 h 90"/>
              <a:gd name="T38" fmla="*/ 122 w 128"/>
              <a:gd name="T39" fmla="*/ 37 h 90"/>
              <a:gd name="T40" fmla="*/ 95 w 128"/>
              <a:gd name="T41" fmla="*/ 85 h 90"/>
              <a:gd name="T42" fmla="*/ 28 w 128"/>
              <a:gd name="T43" fmla="*/ 85 h 90"/>
              <a:gd name="T44" fmla="*/ 5 w 128"/>
              <a:gd name="T45" fmla="*/ 61 h 90"/>
              <a:gd name="T46" fmla="*/ 19 w 128"/>
              <a:gd name="T47" fmla="*/ 39 h 90"/>
              <a:gd name="T48" fmla="*/ 20 w 128"/>
              <a:gd name="T49" fmla="*/ 38 h 90"/>
              <a:gd name="T50" fmla="*/ 20 w 128"/>
              <a:gd name="T51" fmla="*/ 36 h 90"/>
              <a:gd name="T52" fmla="*/ 19 w 128"/>
              <a:gd name="T53" fmla="*/ 32 h 90"/>
              <a:gd name="T54" fmla="*/ 35 w 128"/>
              <a:gd name="T55" fmla="*/ 16 h 90"/>
              <a:gd name="T56" fmla="*/ 45 w 128"/>
              <a:gd name="T57" fmla="*/ 19 h 90"/>
              <a:gd name="T58" fmla="*/ 47 w 128"/>
              <a:gd name="T59" fmla="*/ 21 h 90"/>
              <a:gd name="T60" fmla="*/ 48 w 128"/>
              <a:gd name="T61" fmla="*/ 19 h 90"/>
              <a:gd name="T62" fmla="*/ 74 w 128"/>
              <a:gd name="T63" fmla="*/ 5 h 90"/>
              <a:gd name="T64" fmla="*/ 93 w 128"/>
              <a:gd name="T65" fmla="*/ 11 h 90"/>
              <a:gd name="T66" fmla="*/ 105 w 128"/>
              <a:gd name="T67" fmla="*/ 28 h 90"/>
              <a:gd name="T68" fmla="*/ 105 w 128"/>
              <a:gd name="T69" fmla="*/ 29 h 90"/>
              <a:gd name="T70" fmla="*/ 106 w 128"/>
              <a:gd name="T71" fmla="*/ 29 h 90"/>
              <a:gd name="T72" fmla="*/ 123 w 128"/>
              <a:gd name="T73" fmla="*/ 56 h 90"/>
              <a:gd name="T74" fmla="*/ 95 w 128"/>
              <a:gd name="T75" fmla="*/ 85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90">
                <a:moveTo>
                  <a:pt x="122" y="37"/>
                </a:moveTo>
                <a:cubicBezTo>
                  <a:pt x="119" y="32"/>
                  <a:pt x="115" y="28"/>
                  <a:pt x="109" y="26"/>
                </a:cubicBezTo>
                <a:cubicBezTo>
                  <a:pt x="109" y="26"/>
                  <a:pt x="109" y="26"/>
                  <a:pt x="109" y="26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6" y="18"/>
                  <a:pt x="102" y="12"/>
                  <a:pt x="96" y="8"/>
                </a:cubicBezTo>
                <a:cubicBezTo>
                  <a:pt x="90" y="3"/>
                  <a:pt x="82" y="0"/>
                  <a:pt x="74" y="0"/>
                </a:cubicBezTo>
                <a:cubicBezTo>
                  <a:pt x="64" y="0"/>
                  <a:pt x="54" y="5"/>
                  <a:pt x="47" y="13"/>
                </a:cubicBezTo>
                <a:cubicBezTo>
                  <a:pt x="46" y="14"/>
                  <a:pt x="46" y="14"/>
                  <a:pt x="46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2" y="12"/>
                  <a:pt x="39" y="11"/>
                  <a:pt x="35" y="11"/>
                </a:cubicBezTo>
                <a:cubicBezTo>
                  <a:pt x="24" y="11"/>
                  <a:pt x="15" y="20"/>
                  <a:pt x="15" y="32"/>
                </a:cubicBezTo>
                <a:cubicBezTo>
                  <a:pt x="15" y="33"/>
                  <a:pt x="15" y="33"/>
                  <a:pt x="15" y="34"/>
                </a:cubicBezTo>
                <a:cubicBezTo>
                  <a:pt x="15" y="35"/>
                  <a:pt x="15" y="35"/>
                  <a:pt x="15" y="35"/>
                </a:cubicBezTo>
                <a:cubicBezTo>
                  <a:pt x="14" y="36"/>
                  <a:pt x="14" y="36"/>
                  <a:pt x="14" y="36"/>
                </a:cubicBezTo>
                <a:cubicBezTo>
                  <a:pt x="5" y="41"/>
                  <a:pt x="0" y="51"/>
                  <a:pt x="0" y="61"/>
                </a:cubicBezTo>
                <a:cubicBezTo>
                  <a:pt x="0" y="77"/>
                  <a:pt x="13" y="90"/>
                  <a:pt x="28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104" y="90"/>
                  <a:pt x="112" y="86"/>
                  <a:pt x="118" y="80"/>
                </a:cubicBezTo>
                <a:cubicBezTo>
                  <a:pt x="125" y="74"/>
                  <a:pt x="128" y="65"/>
                  <a:pt x="128" y="56"/>
                </a:cubicBezTo>
                <a:cubicBezTo>
                  <a:pt x="128" y="49"/>
                  <a:pt x="126" y="43"/>
                  <a:pt x="122" y="37"/>
                </a:cubicBezTo>
                <a:close/>
                <a:moveTo>
                  <a:pt x="95" y="85"/>
                </a:moveTo>
                <a:cubicBezTo>
                  <a:pt x="28" y="85"/>
                  <a:pt x="28" y="85"/>
                  <a:pt x="28" y="85"/>
                </a:cubicBezTo>
                <a:cubicBezTo>
                  <a:pt x="15" y="85"/>
                  <a:pt x="5" y="74"/>
                  <a:pt x="5" y="61"/>
                </a:cubicBezTo>
                <a:cubicBezTo>
                  <a:pt x="5" y="51"/>
                  <a:pt x="10" y="43"/>
                  <a:pt x="19" y="39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5"/>
                  <a:pt x="19" y="33"/>
                  <a:pt x="19" y="32"/>
                </a:cubicBezTo>
                <a:cubicBezTo>
                  <a:pt x="19" y="23"/>
                  <a:pt x="26" y="16"/>
                  <a:pt x="35" y="16"/>
                </a:cubicBezTo>
                <a:cubicBezTo>
                  <a:pt x="39" y="16"/>
                  <a:pt x="42" y="17"/>
                  <a:pt x="45" y="19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19"/>
                  <a:pt x="48" y="19"/>
                  <a:pt x="48" y="19"/>
                </a:cubicBezTo>
                <a:cubicBezTo>
                  <a:pt x="54" y="10"/>
                  <a:pt x="64" y="5"/>
                  <a:pt x="74" y="5"/>
                </a:cubicBezTo>
                <a:cubicBezTo>
                  <a:pt x="81" y="5"/>
                  <a:pt x="88" y="7"/>
                  <a:pt x="93" y="11"/>
                </a:cubicBezTo>
                <a:cubicBezTo>
                  <a:pt x="99" y="15"/>
                  <a:pt x="103" y="21"/>
                  <a:pt x="105" y="28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17" y="34"/>
                  <a:pt x="123" y="44"/>
                  <a:pt x="123" y="56"/>
                </a:cubicBezTo>
                <a:cubicBezTo>
                  <a:pt x="123" y="72"/>
                  <a:pt x="111" y="85"/>
                  <a:pt x="9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Freeform 78"/>
          <p:cNvSpPr/>
          <p:nvPr/>
        </p:nvSpPr>
        <p:spPr bwMode="auto">
          <a:xfrm>
            <a:off x="4584700" y="4351338"/>
            <a:ext cx="134938" cy="134938"/>
          </a:xfrm>
          <a:custGeom>
            <a:avLst/>
            <a:gdLst>
              <a:gd name="T0" fmla="*/ 36 w 36"/>
              <a:gd name="T1" fmla="*/ 2 h 36"/>
              <a:gd name="T2" fmla="*/ 36 w 36"/>
              <a:gd name="T3" fmla="*/ 1 h 36"/>
              <a:gd name="T4" fmla="*/ 32 w 36"/>
              <a:gd name="T5" fmla="*/ 1 h 36"/>
              <a:gd name="T6" fmla="*/ 18 w 36"/>
              <a:gd name="T7" fmla="*/ 15 h 36"/>
              <a:gd name="T8" fmla="*/ 4 w 36"/>
              <a:gd name="T9" fmla="*/ 1 h 36"/>
              <a:gd name="T10" fmla="*/ 3 w 36"/>
              <a:gd name="T11" fmla="*/ 0 h 36"/>
              <a:gd name="T12" fmla="*/ 1 w 36"/>
              <a:gd name="T13" fmla="*/ 1 h 36"/>
              <a:gd name="T14" fmla="*/ 0 w 36"/>
              <a:gd name="T15" fmla="*/ 2 h 36"/>
              <a:gd name="T16" fmla="*/ 1 w 36"/>
              <a:gd name="T17" fmla="*/ 4 h 36"/>
              <a:gd name="T18" fmla="*/ 15 w 36"/>
              <a:gd name="T19" fmla="*/ 18 h 36"/>
              <a:gd name="T20" fmla="*/ 1 w 36"/>
              <a:gd name="T21" fmla="*/ 32 h 36"/>
              <a:gd name="T22" fmla="*/ 1 w 36"/>
              <a:gd name="T23" fmla="*/ 35 h 36"/>
              <a:gd name="T24" fmla="*/ 4 w 36"/>
              <a:gd name="T25" fmla="*/ 35 h 36"/>
              <a:gd name="T26" fmla="*/ 18 w 36"/>
              <a:gd name="T27" fmla="*/ 21 h 36"/>
              <a:gd name="T28" fmla="*/ 32 w 36"/>
              <a:gd name="T29" fmla="*/ 35 h 36"/>
              <a:gd name="T30" fmla="*/ 36 w 36"/>
              <a:gd name="T31" fmla="*/ 35 h 36"/>
              <a:gd name="T32" fmla="*/ 36 w 36"/>
              <a:gd name="T33" fmla="*/ 34 h 36"/>
              <a:gd name="T34" fmla="*/ 36 w 36"/>
              <a:gd name="T35" fmla="*/ 32 h 36"/>
              <a:gd name="T36" fmla="*/ 22 w 36"/>
              <a:gd name="T37" fmla="*/ 18 h 36"/>
              <a:gd name="T38" fmla="*/ 36 w 36"/>
              <a:gd name="T39" fmla="*/ 4 h 36"/>
              <a:gd name="T40" fmla="*/ 36 w 36"/>
              <a:gd name="T41" fmla="*/ 2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" h="36">
                <a:moveTo>
                  <a:pt x="36" y="2"/>
                </a:moveTo>
                <a:cubicBezTo>
                  <a:pt x="36" y="2"/>
                  <a:pt x="36" y="1"/>
                  <a:pt x="36" y="1"/>
                </a:cubicBezTo>
                <a:cubicBezTo>
                  <a:pt x="35" y="0"/>
                  <a:pt x="33" y="0"/>
                  <a:pt x="32" y="1"/>
                </a:cubicBezTo>
                <a:cubicBezTo>
                  <a:pt x="18" y="15"/>
                  <a:pt x="18" y="15"/>
                  <a:pt x="18" y="15"/>
                </a:cubicBezTo>
                <a:cubicBezTo>
                  <a:pt x="4" y="1"/>
                  <a:pt x="4" y="1"/>
                  <a:pt x="4" y="1"/>
                </a:cubicBezTo>
                <a:cubicBezTo>
                  <a:pt x="4" y="0"/>
                  <a:pt x="3" y="0"/>
                  <a:pt x="3" y="0"/>
                </a:cubicBezTo>
                <a:cubicBezTo>
                  <a:pt x="2" y="0"/>
                  <a:pt x="1" y="0"/>
                  <a:pt x="1" y="1"/>
                </a:cubicBezTo>
                <a:cubicBezTo>
                  <a:pt x="1" y="1"/>
                  <a:pt x="0" y="2"/>
                  <a:pt x="0" y="2"/>
                </a:cubicBezTo>
                <a:cubicBezTo>
                  <a:pt x="0" y="3"/>
                  <a:pt x="1" y="3"/>
                  <a:pt x="1" y="4"/>
                </a:cubicBezTo>
                <a:cubicBezTo>
                  <a:pt x="15" y="18"/>
                  <a:pt x="15" y="18"/>
                  <a:pt x="15" y="18"/>
                </a:cubicBezTo>
                <a:cubicBezTo>
                  <a:pt x="1" y="32"/>
                  <a:pt x="1" y="32"/>
                  <a:pt x="1" y="32"/>
                </a:cubicBezTo>
                <a:cubicBezTo>
                  <a:pt x="0" y="33"/>
                  <a:pt x="0" y="34"/>
                  <a:pt x="1" y="35"/>
                </a:cubicBezTo>
                <a:cubicBezTo>
                  <a:pt x="2" y="36"/>
                  <a:pt x="3" y="36"/>
                  <a:pt x="4" y="35"/>
                </a:cubicBezTo>
                <a:cubicBezTo>
                  <a:pt x="18" y="21"/>
                  <a:pt x="18" y="21"/>
                  <a:pt x="18" y="21"/>
                </a:cubicBezTo>
                <a:cubicBezTo>
                  <a:pt x="32" y="35"/>
                  <a:pt x="32" y="35"/>
                  <a:pt x="32" y="35"/>
                </a:cubicBezTo>
                <a:cubicBezTo>
                  <a:pt x="33" y="36"/>
                  <a:pt x="35" y="36"/>
                  <a:pt x="36" y="35"/>
                </a:cubicBezTo>
                <a:cubicBezTo>
                  <a:pt x="36" y="35"/>
                  <a:pt x="36" y="34"/>
                  <a:pt x="36" y="34"/>
                </a:cubicBezTo>
                <a:cubicBezTo>
                  <a:pt x="36" y="33"/>
                  <a:pt x="36" y="32"/>
                  <a:pt x="36" y="32"/>
                </a:cubicBezTo>
                <a:cubicBezTo>
                  <a:pt x="22" y="18"/>
                  <a:pt x="22" y="18"/>
                  <a:pt x="22" y="18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3"/>
                  <a:pt x="36" y="3"/>
                  <a:pt x="36" y="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Freeform 79"/>
          <p:cNvSpPr>
            <a:spLocks noEditPoints="1"/>
          </p:cNvSpPr>
          <p:nvPr/>
        </p:nvSpPr>
        <p:spPr bwMode="auto">
          <a:xfrm>
            <a:off x="3451225" y="4219575"/>
            <a:ext cx="481013" cy="338138"/>
          </a:xfrm>
          <a:custGeom>
            <a:avLst/>
            <a:gdLst>
              <a:gd name="T0" fmla="*/ 122 w 128"/>
              <a:gd name="T1" fmla="*/ 37 h 90"/>
              <a:gd name="T2" fmla="*/ 109 w 128"/>
              <a:gd name="T3" fmla="*/ 26 h 90"/>
              <a:gd name="T4" fmla="*/ 109 w 128"/>
              <a:gd name="T5" fmla="*/ 25 h 90"/>
              <a:gd name="T6" fmla="*/ 109 w 128"/>
              <a:gd name="T7" fmla="*/ 25 h 90"/>
              <a:gd name="T8" fmla="*/ 96 w 128"/>
              <a:gd name="T9" fmla="*/ 8 h 90"/>
              <a:gd name="T10" fmla="*/ 74 w 128"/>
              <a:gd name="T11" fmla="*/ 0 h 90"/>
              <a:gd name="T12" fmla="*/ 47 w 128"/>
              <a:gd name="T13" fmla="*/ 13 h 90"/>
              <a:gd name="T14" fmla="*/ 46 w 128"/>
              <a:gd name="T15" fmla="*/ 14 h 90"/>
              <a:gd name="T16" fmla="*/ 45 w 128"/>
              <a:gd name="T17" fmla="*/ 14 h 90"/>
              <a:gd name="T18" fmla="*/ 35 w 128"/>
              <a:gd name="T19" fmla="*/ 11 h 90"/>
              <a:gd name="T20" fmla="*/ 15 w 128"/>
              <a:gd name="T21" fmla="*/ 32 h 90"/>
              <a:gd name="T22" fmla="*/ 15 w 128"/>
              <a:gd name="T23" fmla="*/ 34 h 90"/>
              <a:gd name="T24" fmla="*/ 15 w 128"/>
              <a:gd name="T25" fmla="*/ 35 h 90"/>
              <a:gd name="T26" fmla="*/ 14 w 128"/>
              <a:gd name="T27" fmla="*/ 36 h 90"/>
              <a:gd name="T28" fmla="*/ 0 w 128"/>
              <a:gd name="T29" fmla="*/ 61 h 90"/>
              <a:gd name="T30" fmla="*/ 28 w 128"/>
              <a:gd name="T31" fmla="*/ 90 h 90"/>
              <a:gd name="T32" fmla="*/ 95 w 128"/>
              <a:gd name="T33" fmla="*/ 90 h 90"/>
              <a:gd name="T34" fmla="*/ 118 w 128"/>
              <a:gd name="T35" fmla="*/ 80 h 90"/>
              <a:gd name="T36" fmla="*/ 128 w 128"/>
              <a:gd name="T37" fmla="*/ 56 h 90"/>
              <a:gd name="T38" fmla="*/ 122 w 128"/>
              <a:gd name="T39" fmla="*/ 37 h 90"/>
              <a:gd name="T40" fmla="*/ 95 w 128"/>
              <a:gd name="T41" fmla="*/ 85 h 90"/>
              <a:gd name="T42" fmla="*/ 28 w 128"/>
              <a:gd name="T43" fmla="*/ 85 h 90"/>
              <a:gd name="T44" fmla="*/ 5 w 128"/>
              <a:gd name="T45" fmla="*/ 61 h 90"/>
              <a:gd name="T46" fmla="*/ 19 w 128"/>
              <a:gd name="T47" fmla="*/ 39 h 90"/>
              <a:gd name="T48" fmla="*/ 20 w 128"/>
              <a:gd name="T49" fmla="*/ 38 h 90"/>
              <a:gd name="T50" fmla="*/ 20 w 128"/>
              <a:gd name="T51" fmla="*/ 36 h 90"/>
              <a:gd name="T52" fmla="*/ 19 w 128"/>
              <a:gd name="T53" fmla="*/ 32 h 90"/>
              <a:gd name="T54" fmla="*/ 35 w 128"/>
              <a:gd name="T55" fmla="*/ 16 h 90"/>
              <a:gd name="T56" fmla="*/ 45 w 128"/>
              <a:gd name="T57" fmla="*/ 19 h 90"/>
              <a:gd name="T58" fmla="*/ 47 w 128"/>
              <a:gd name="T59" fmla="*/ 21 h 90"/>
              <a:gd name="T60" fmla="*/ 48 w 128"/>
              <a:gd name="T61" fmla="*/ 19 h 90"/>
              <a:gd name="T62" fmla="*/ 74 w 128"/>
              <a:gd name="T63" fmla="*/ 5 h 90"/>
              <a:gd name="T64" fmla="*/ 93 w 128"/>
              <a:gd name="T65" fmla="*/ 11 h 90"/>
              <a:gd name="T66" fmla="*/ 105 w 128"/>
              <a:gd name="T67" fmla="*/ 28 h 90"/>
              <a:gd name="T68" fmla="*/ 105 w 128"/>
              <a:gd name="T69" fmla="*/ 29 h 90"/>
              <a:gd name="T70" fmla="*/ 106 w 128"/>
              <a:gd name="T71" fmla="*/ 29 h 90"/>
              <a:gd name="T72" fmla="*/ 123 w 128"/>
              <a:gd name="T73" fmla="*/ 56 h 90"/>
              <a:gd name="T74" fmla="*/ 95 w 128"/>
              <a:gd name="T75" fmla="*/ 85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90">
                <a:moveTo>
                  <a:pt x="122" y="37"/>
                </a:moveTo>
                <a:cubicBezTo>
                  <a:pt x="119" y="32"/>
                  <a:pt x="115" y="28"/>
                  <a:pt x="109" y="26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6" y="18"/>
                  <a:pt x="102" y="12"/>
                  <a:pt x="96" y="8"/>
                </a:cubicBezTo>
                <a:cubicBezTo>
                  <a:pt x="90" y="3"/>
                  <a:pt x="82" y="0"/>
                  <a:pt x="74" y="0"/>
                </a:cubicBezTo>
                <a:cubicBezTo>
                  <a:pt x="64" y="0"/>
                  <a:pt x="54" y="5"/>
                  <a:pt x="47" y="13"/>
                </a:cubicBezTo>
                <a:cubicBezTo>
                  <a:pt x="46" y="14"/>
                  <a:pt x="46" y="14"/>
                  <a:pt x="46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2" y="12"/>
                  <a:pt x="39" y="11"/>
                  <a:pt x="35" y="11"/>
                </a:cubicBezTo>
                <a:cubicBezTo>
                  <a:pt x="24" y="11"/>
                  <a:pt x="15" y="20"/>
                  <a:pt x="15" y="32"/>
                </a:cubicBezTo>
                <a:cubicBezTo>
                  <a:pt x="15" y="32"/>
                  <a:pt x="15" y="33"/>
                  <a:pt x="15" y="34"/>
                </a:cubicBezTo>
                <a:cubicBezTo>
                  <a:pt x="15" y="35"/>
                  <a:pt x="15" y="35"/>
                  <a:pt x="15" y="35"/>
                </a:cubicBezTo>
                <a:cubicBezTo>
                  <a:pt x="14" y="36"/>
                  <a:pt x="14" y="36"/>
                  <a:pt x="14" y="36"/>
                </a:cubicBezTo>
                <a:cubicBezTo>
                  <a:pt x="5" y="41"/>
                  <a:pt x="0" y="51"/>
                  <a:pt x="0" y="61"/>
                </a:cubicBezTo>
                <a:cubicBezTo>
                  <a:pt x="0" y="77"/>
                  <a:pt x="13" y="90"/>
                  <a:pt x="28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104" y="90"/>
                  <a:pt x="112" y="86"/>
                  <a:pt x="118" y="80"/>
                </a:cubicBezTo>
                <a:cubicBezTo>
                  <a:pt x="125" y="74"/>
                  <a:pt x="128" y="65"/>
                  <a:pt x="128" y="56"/>
                </a:cubicBezTo>
                <a:cubicBezTo>
                  <a:pt x="128" y="49"/>
                  <a:pt x="126" y="43"/>
                  <a:pt x="122" y="37"/>
                </a:cubicBezTo>
                <a:close/>
                <a:moveTo>
                  <a:pt x="95" y="85"/>
                </a:moveTo>
                <a:cubicBezTo>
                  <a:pt x="28" y="85"/>
                  <a:pt x="28" y="85"/>
                  <a:pt x="28" y="85"/>
                </a:cubicBezTo>
                <a:cubicBezTo>
                  <a:pt x="15" y="85"/>
                  <a:pt x="5" y="74"/>
                  <a:pt x="5" y="61"/>
                </a:cubicBezTo>
                <a:cubicBezTo>
                  <a:pt x="5" y="51"/>
                  <a:pt x="10" y="42"/>
                  <a:pt x="19" y="39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4"/>
                  <a:pt x="19" y="33"/>
                  <a:pt x="19" y="32"/>
                </a:cubicBezTo>
                <a:cubicBezTo>
                  <a:pt x="19" y="23"/>
                  <a:pt x="26" y="16"/>
                  <a:pt x="35" y="16"/>
                </a:cubicBezTo>
                <a:cubicBezTo>
                  <a:pt x="39" y="16"/>
                  <a:pt x="42" y="17"/>
                  <a:pt x="45" y="19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19"/>
                  <a:pt x="48" y="19"/>
                  <a:pt x="48" y="19"/>
                </a:cubicBezTo>
                <a:cubicBezTo>
                  <a:pt x="54" y="10"/>
                  <a:pt x="64" y="5"/>
                  <a:pt x="74" y="5"/>
                </a:cubicBezTo>
                <a:cubicBezTo>
                  <a:pt x="81" y="5"/>
                  <a:pt x="88" y="7"/>
                  <a:pt x="93" y="11"/>
                </a:cubicBezTo>
                <a:cubicBezTo>
                  <a:pt x="99" y="15"/>
                  <a:pt x="103" y="21"/>
                  <a:pt x="105" y="28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17" y="34"/>
                  <a:pt x="123" y="44"/>
                  <a:pt x="123" y="56"/>
                </a:cubicBezTo>
                <a:cubicBezTo>
                  <a:pt x="123" y="72"/>
                  <a:pt x="111" y="85"/>
                  <a:pt x="9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Freeform 80"/>
          <p:cNvSpPr/>
          <p:nvPr/>
        </p:nvSpPr>
        <p:spPr bwMode="auto">
          <a:xfrm>
            <a:off x="3600450" y="4318000"/>
            <a:ext cx="184150" cy="184150"/>
          </a:xfrm>
          <a:custGeom>
            <a:avLst/>
            <a:gdLst>
              <a:gd name="T0" fmla="*/ 47 w 49"/>
              <a:gd name="T1" fmla="*/ 22 h 49"/>
              <a:gd name="T2" fmla="*/ 27 w 49"/>
              <a:gd name="T3" fmla="*/ 22 h 49"/>
              <a:gd name="T4" fmla="*/ 27 w 49"/>
              <a:gd name="T5" fmla="*/ 2 h 49"/>
              <a:gd name="T6" fmla="*/ 26 w 49"/>
              <a:gd name="T7" fmla="*/ 0 h 49"/>
              <a:gd name="T8" fmla="*/ 24 w 49"/>
              <a:gd name="T9" fmla="*/ 0 h 49"/>
              <a:gd name="T10" fmla="*/ 22 w 49"/>
              <a:gd name="T11" fmla="*/ 2 h 49"/>
              <a:gd name="T12" fmla="*/ 22 w 49"/>
              <a:gd name="T13" fmla="*/ 22 h 49"/>
              <a:gd name="T14" fmla="*/ 2 w 49"/>
              <a:gd name="T15" fmla="*/ 22 h 49"/>
              <a:gd name="T16" fmla="*/ 0 w 49"/>
              <a:gd name="T17" fmla="*/ 23 h 49"/>
              <a:gd name="T18" fmla="*/ 0 w 49"/>
              <a:gd name="T19" fmla="*/ 24 h 49"/>
              <a:gd name="T20" fmla="*/ 2 w 49"/>
              <a:gd name="T21" fmla="*/ 26 h 49"/>
              <a:gd name="T22" fmla="*/ 22 w 49"/>
              <a:gd name="T23" fmla="*/ 26 h 49"/>
              <a:gd name="T24" fmla="*/ 22 w 49"/>
              <a:gd name="T25" fmla="*/ 46 h 49"/>
              <a:gd name="T26" fmla="*/ 24 w 49"/>
              <a:gd name="T27" fmla="*/ 49 h 49"/>
              <a:gd name="T28" fmla="*/ 27 w 49"/>
              <a:gd name="T29" fmla="*/ 46 h 49"/>
              <a:gd name="T30" fmla="*/ 27 w 49"/>
              <a:gd name="T31" fmla="*/ 26 h 49"/>
              <a:gd name="T32" fmla="*/ 47 w 49"/>
              <a:gd name="T33" fmla="*/ 26 h 49"/>
              <a:gd name="T34" fmla="*/ 49 w 49"/>
              <a:gd name="T35" fmla="*/ 24 h 49"/>
              <a:gd name="T36" fmla="*/ 47 w 49"/>
              <a:gd name="T37" fmla="*/ 2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9">
                <a:moveTo>
                  <a:pt x="47" y="22"/>
                </a:moveTo>
                <a:cubicBezTo>
                  <a:pt x="27" y="22"/>
                  <a:pt x="27" y="22"/>
                  <a:pt x="27" y="22"/>
                </a:cubicBezTo>
                <a:cubicBezTo>
                  <a:pt x="27" y="2"/>
                  <a:pt x="27" y="2"/>
                  <a:pt x="27" y="2"/>
                </a:cubicBezTo>
                <a:cubicBezTo>
                  <a:pt x="27" y="1"/>
                  <a:pt x="26" y="1"/>
                  <a:pt x="26" y="0"/>
                </a:cubicBezTo>
                <a:cubicBezTo>
                  <a:pt x="25" y="0"/>
                  <a:pt x="25" y="0"/>
                  <a:pt x="24" y="0"/>
                </a:cubicBezTo>
                <a:cubicBezTo>
                  <a:pt x="23" y="0"/>
                  <a:pt x="22" y="1"/>
                  <a:pt x="22" y="2"/>
                </a:cubicBezTo>
                <a:cubicBezTo>
                  <a:pt x="22" y="22"/>
                  <a:pt x="22" y="22"/>
                  <a:pt x="22" y="22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1" y="22"/>
                  <a:pt x="0" y="23"/>
                </a:cubicBezTo>
                <a:cubicBezTo>
                  <a:pt x="0" y="23"/>
                  <a:pt x="0" y="24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46"/>
                  <a:pt x="22" y="46"/>
                  <a:pt x="22" y="46"/>
                </a:cubicBezTo>
                <a:cubicBezTo>
                  <a:pt x="22" y="48"/>
                  <a:pt x="23" y="49"/>
                  <a:pt x="24" y="49"/>
                </a:cubicBezTo>
                <a:cubicBezTo>
                  <a:pt x="26" y="49"/>
                  <a:pt x="27" y="48"/>
                  <a:pt x="27" y="46"/>
                </a:cubicBezTo>
                <a:cubicBezTo>
                  <a:pt x="27" y="26"/>
                  <a:pt x="27" y="26"/>
                  <a:pt x="2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6"/>
                  <a:pt x="49" y="25"/>
                  <a:pt x="49" y="24"/>
                </a:cubicBezTo>
                <a:cubicBezTo>
                  <a:pt x="49" y="23"/>
                  <a:pt x="48" y="22"/>
                  <a:pt x="47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" name="Freeform 81"/>
          <p:cNvSpPr>
            <a:spLocks noEditPoints="1"/>
          </p:cNvSpPr>
          <p:nvPr/>
        </p:nvSpPr>
        <p:spPr bwMode="auto">
          <a:xfrm>
            <a:off x="2489200" y="4219575"/>
            <a:ext cx="481013" cy="338138"/>
          </a:xfrm>
          <a:custGeom>
            <a:avLst/>
            <a:gdLst>
              <a:gd name="T0" fmla="*/ 122 w 128"/>
              <a:gd name="T1" fmla="*/ 37 h 90"/>
              <a:gd name="T2" fmla="*/ 109 w 128"/>
              <a:gd name="T3" fmla="*/ 26 h 90"/>
              <a:gd name="T4" fmla="*/ 109 w 128"/>
              <a:gd name="T5" fmla="*/ 26 h 90"/>
              <a:gd name="T6" fmla="*/ 109 w 128"/>
              <a:gd name="T7" fmla="*/ 25 h 90"/>
              <a:gd name="T8" fmla="*/ 96 w 128"/>
              <a:gd name="T9" fmla="*/ 8 h 90"/>
              <a:gd name="T10" fmla="*/ 74 w 128"/>
              <a:gd name="T11" fmla="*/ 0 h 90"/>
              <a:gd name="T12" fmla="*/ 47 w 128"/>
              <a:gd name="T13" fmla="*/ 13 h 90"/>
              <a:gd name="T14" fmla="*/ 46 w 128"/>
              <a:gd name="T15" fmla="*/ 14 h 90"/>
              <a:gd name="T16" fmla="*/ 45 w 128"/>
              <a:gd name="T17" fmla="*/ 14 h 90"/>
              <a:gd name="T18" fmla="*/ 35 w 128"/>
              <a:gd name="T19" fmla="*/ 11 h 90"/>
              <a:gd name="T20" fmla="*/ 15 w 128"/>
              <a:gd name="T21" fmla="*/ 32 h 90"/>
              <a:gd name="T22" fmla="*/ 15 w 128"/>
              <a:gd name="T23" fmla="*/ 34 h 90"/>
              <a:gd name="T24" fmla="*/ 15 w 128"/>
              <a:gd name="T25" fmla="*/ 35 h 90"/>
              <a:gd name="T26" fmla="*/ 14 w 128"/>
              <a:gd name="T27" fmla="*/ 36 h 90"/>
              <a:gd name="T28" fmla="*/ 0 w 128"/>
              <a:gd name="T29" fmla="*/ 61 h 90"/>
              <a:gd name="T30" fmla="*/ 28 w 128"/>
              <a:gd name="T31" fmla="*/ 90 h 90"/>
              <a:gd name="T32" fmla="*/ 95 w 128"/>
              <a:gd name="T33" fmla="*/ 90 h 90"/>
              <a:gd name="T34" fmla="*/ 118 w 128"/>
              <a:gd name="T35" fmla="*/ 80 h 90"/>
              <a:gd name="T36" fmla="*/ 128 w 128"/>
              <a:gd name="T37" fmla="*/ 56 h 90"/>
              <a:gd name="T38" fmla="*/ 122 w 128"/>
              <a:gd name="T39" fmla="*/ 37 h 90"/>
              <a:gd name="T40" fmla="*/ 95 w 128"/>
              <a:gd name="T41" fmla="*/ 85 h 90"/>
              <a:gd name="T42" fmla="*/ 28 w 128"/>
              <a:gd name="T43" fmla="*/ 85 h 90"/>
              <a:gd name="T44" fmla="*/ 5 w 128"/>
              <a:gd name="T45" fmla="*/ 61 h 90"/>
              <a:gd name="T46" fmla="*/ 19 w 128"/>
              <a:gd name="T47" fmla="*/ 39 h 90"/>
              <a:gd name="T48" fmla="*/ 20 w 128"/>
              <a:gd name="T49" fmla="*/ 38 h 90"/>
              <a:gd name="T50" fmla="*/ 20 w 128"/>
              <a:gd name="T51" fmla="*/ 36 h 90"/>
              <a:gd name="T52" fmla="*/ 19 w 128"/>
              <a:gd name="T53" fmla="*/ 32 h 90"/>
              <a:gd name="T54" fmla="*/ 35 w 128"/>
              <a:gd name="T55" fmla="*/ 16 h 90"/>
              <a:gd name="T56" fmla="*/ 45 w 128"/>
              <a:gd name="T57" fmla="*/ 19 h 90"/>
              <a:gd name="T58" fmla="*/ 47 w 128"/>
              <a:gd name="T59" fmla="*/ 21 h 90"/>
              <a:gd name="T60" fmla="*/ 48 w 128"/>
              <a:gd name="T61" fmla="*/ 19 h 90"/>
              <a:gd name="T62" fmla="*/ 74 w 128"/>
              <a:gd name="T63" fmla="*/ 5 h 90"/>
              <a:gd name="T64" fmla="*/ 93 w 128"/>
              <a:gd name="T65" fmla="*/ 11 h 90"/>
              <a:gd name="T66" fmla="*/ 105 w 128"/>
              <a:gd name="T67" fmla="*/ 28 h 90"/>
              <a:gd name="T68" fmla="*/ 105 w 128"/>
              <a:gd name="T69" fmla="*/ 29 h 90"/>
              <a:gd name="T70" fmla="*/ 106 w 128"/>
              <a:gd name="T71" fmla="*/ 29 h 90"/>
              <a:gd name="T72" fmla="*/ 123 w 128"/>
              <a:gd name="T73" fmla="*/ 56 h 90"/>
              <a:gd name="T74" fmla="*/ 95 w 128"/>
              <a:gd name="T75" fmla="*/ 85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90">
                <a:moveTo>
                  <a:pt x="122" y="37"/>
                </a:moveTo>
                <a:cubicBezTo>
                  <a:pt x="119" y="32"/>
                  <a:pt x="115" y="28"/>
                  <a:pt x="109" y="26"/>
                </a:cubicBezTo>
                <a:cubicBezTo>
                  <a:pt x="109" y="26"/>
                  <a:pt x="109" y="26"/>
                  <a:pt x="109" y="26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6" y="18"/>
                  <a:pt x="102" y="12"/>
                  <a:pt x="96" y="8"/>
                </a:cubicBezTo>
                <a:cubicBezTo>
                  <a:pt x="90" y="3"/>
                  <a:pt x="82" y="0"/>
                  <a:pt x="74" y="0"/>
                </a:cubicBezTo>
                <a:cubicBezTo>
                  <a:pt x="64" y="0"/>
                  <a:pt x="54" y="5"/>
                  <a:pt x="47" y="13"/>
                </a:cubicBezTo>
                <a:cubicBezTo>
                  <a:pt x="46" y="14"/>
                  <a:pt x="46" y="14"/>
                  <a:pt x="46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2" y="12"/>
                  <a:pt x="39" y="11"/>
                  <a:pt x="35" y="11"/>
                </a:cubicBezTo>
                <a:cubicBezTo>
                  <a:pt x="24" y="11"/>
                  <a:pt x="15" y="20"/>
                  <a:pt x="15" y="32"/>
                </a:cubicBezTo>
                <a:cubicBezTo>
                  <a:pt x="15" y="33"/>
                  <a:pt x="15" y="33"/>
                  <a:pt x="15" y="34"/>
                </a:cubicBezTo>
                <a:cubicBezTo>
                  <a:pt x="15" y="35"/>
                  <a:pt x="15" y="35"/>
                  <a:pt x="15" y="35"/>
                </a:cubicBezTo>
                <a:cubicBezTo>
                  <a:pt x="14" y="36"/>
                  <a:pt x="14" y="36"/>
                  <a:pt x="14" y="36"/>
                </a:cubicBezTo>
                <a:cubicBezTo>
                  <a:pt x="5" y="41"/>
                  <a:pt x="0" y="51"/>
                  <a:pt x="0" y="61"/>
                </a:cubicBezTo>
                <a:cubicBezTo>
                  <a:pt x="0" y="77"/>
                  <a:pt x="13" y="90"/>
                  <a:pt x="28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104" y="90"/>
                  <a:pt x="112" y="86"/>
                  <a:pt x="118" y="80"/>
                </a:cubicBezTo>
                <a:cubicBezTo>
                  <a:pt x="125" y="74"/>
                  <a:pt x="128" y="65"/>
                  <a:pt x="128" y="56"/>
                </a:cubicBezTo>
                <a:cubicBezTo>
                  <a:pt x="128" y="49"/>
                  <a:pt x="126" y="43"/>
                  <a:pt x="122" y="37"/>
                </a:cubicBezTo>
                <a:close/>
                <a:moveTo>
                  <a:pt x="95" y="85"/>
                </a:moveTo>
                <a:cubicBezTo>
                  <a:pt x="28" y="85"/>
                  <a:pt x="28" y="85"/>
                  <a:pt x="28" y="85"/>
                </a:cubicBezTo>
                <a:cubicBezTo>
                  <a:pt x="15" y="85"/>
                  <a:pt x="5" y="74"/>
                  <a:pt x="5" y="61"/>
                </a:cubicBezTo>
                <a:cubicBezTo>
                  <a:pt x="5" y="51"/>
                  <a:pt x="10" y="43"/>
                  <a:pt x="19" y="39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5"/>
                  <a:pt x="19" y="33"/>
                  <a:pt x="19" y="32"/>
                </a:cubicBezTo>
                <a:cubicBezTo>
                  <a:pt x="19" y="23"/>
                  <a:pt x="26" y="16"/>
                  <a:pt x="35" y="16"/>
                </a:cubicBezTo>
                <a:cubicBezTo>
                  <a:pt x="39" y="16"/>
                  <a:pt x="42" y="17"/>
                  <a:pt x="45" y="19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19"/>
                  <a:pt x="48" y="19"/>
                  <a:pt x="48" y="19"/>
                </a:cubicBezTo>
                <a:cubicBezTo>
                  <a:pt x="54" y="10"/>
                  <a:pt x="64" y="5"/>
                  <a:pt x="74" y="5"/>
                </a:cubicBezTo>
                <a:cubicBezTo>
                  <a:pt x="81" y="5"/>
                  <a:pt x="88" y="7"/>
                  <a:pt x="93" y="11"/>
                </a:cubicBezTo>
                <a:cubicBezTo>
                  <a:pt x="99" y="15"/>
                  <a:pt x="103" y="21"/>
                  <a:pt x="105" y="28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6" y="29"/>
                  <a:pt x="106" y="29"/>
                  <a:pt x="106" y="29"/>
                </a:cubicBezTo>
                <a:cubicBezTo>
                  <a:pt x="117" y="34"/>
                  <a:pt x="123" y="44"/>
                  <a:pt x="123" y="56"/>
                </a:cubicBezTo>
                <a:cubicBezTo>
                  <a:pt x="123" y="72"/>
                  <a:pt x="111" y="85"/>
                  <a:pt x="95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28763" y="4175125"/>
            <a:ext cx="481013" cy="454026"/>
            <a:chOff x="1528763" y="4175125"/>
            <a:chExt cx="481013" cy="454026"/>
          </a:xfrm>
          <a:solidFill>
            <a:schemeClr val="accent1"/>
          </a:solidFill>
        </p:grpSpPr>
        <p:sp>
          <p:nvSpPr>
            <p:cNvPr id="110" name="Freeform 82"/>
            <p:cNvSpPr/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1" name="Freeform 83"/>
            <p:cNvSpPr/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68325" y="4175125"/>
            <a:ext cx="479425" cy="454026"/>
            <a:chOff x="568325" y="4175125"/>
            <a:chExt cx="479425" cy="454026"/>
          </a:xfrm>
          <a:solidFill>
            <a:schemeClr val="accent1"/>
          </a:solidFill>
        </p:grpSpPr>
        <p:sp>
          <p:nvSpPr>
            <p:cNvPr id="112" name="Freeform 84"/>
            <p:cNvSpPr/>
            <p:nvPr/>
          </p:nvSpPr>
          <p:spPr bwMode="auto">
            <a:xfrm>
              <a:off x="642938" y="4175125"/>
              <a:ext cx="330200" cy="398463"/>
            </a:xfrm>
            <a:custGeom>
              <a:avLst/>
              <a:gdLst>
                <a:gd name="T0" fmla="*/ 42 w 88"/>
                <a:gd name="T1" fmla="*/ 105 h 106"/>
                <a:gd name="T2" fmla="*/ 46 w 88"/>
                <a:gd name="T3" fmla="*/ 105 h 106"/>
                <a:gd name="T4" fmla="*/ 88 w 88"/>
                <a:gd name="T5" fmla="*/ 63 h 106"/>
                <a:gd name="T6" fmla="*/ 88 w 88"/>
                <a:gd name="T7" fmla="*/ 62 h 106"/>
                <a:gd name="T8" fmla="*/ 88 w 88"/>
                <a:gd name="T9" fmla="*/ 60 h 106"/>
                <a:gd name="T10" fmla="*/ 84 w 88"/>
                <a:gd name="T11" fmla="*/ 60 h 106"/>
                <a:gd name="T12" fmla="*/ 46 w 88"/>
                <a:gd name="T13" fmla="*/ 98 h 106"/>
                <a:gd name="T14" fmla="*/ 46 w 88"/>
                <a:gd name="T15" fmla="*/ 3 h 106"/>
                <a:gd name="T16" fmla="*/ 44 w 88"/>
                <a:gd name="T17" fmla="*/ 0 h 106"/>
                <a:gd name="T18" fmla="*/ 42 w 88"/>
                <a:gd name="T19" fmla="*/ 3 h 106"/>
                <a:gd name="T20" fmla="*/ 42 w 88"/>
                <a:gd name="T21" fmla="*/ 98 h 106"/>
                <a:gd name="T22" fmla="*/ 4 w 88"/>
                <a:gd name="T23" fmla="*/ 60 h 106"/>
                <a:gd name="T24" fmla="*/ 2 w 88"/>
                <a:gd name="T25" fmla="*/ 60 h 106"/>
                <a:gd name="T26" fmla="*/ 0 w 88"/>
                <a:gd name="T27" fmla="*/ 60 h 106"/>
                <a:gd name="T28" fmla="*/ 0 w 88"/>
                <a:gd name="T29" fmla="*/ 62 h 106"/>
                <a:gd name="T30" fmla="*/ 0 w 88"/>
                <a:gd name="T31" fmla="*/ 63 h 106"/>
                <a:gd name="T32" fmla="*/ 42 w 88"/>
                <a:gd name="T33" fmla="*/ 10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106">
                  <a:moveTo>
                    <a:pt x="42" y="105"/>
                  </a:moveTo>
                  <a:cubicBezTo>
                    <a:pt x="43" y="106"/>
                    <a:pt x="45" y="106"/>
                    <a:pt x="46" y="105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8" y="63"/>
                    <a:pt x="88" y="62"/>
                    <a:pt x="88" y="62"/>
                  </a:cubicBezTo>
                  <a:cubicBezTo>
                    <a:pt x="88" y="61"/>
                    <a:pt x="88" y="61"/>
                    <a:pt x="88" y="60"/>
                  </a:cubicBezTo>
                  <a:cubicBezTo>
                    <a:pt x="87" y="59"/>
                    <a:pt x="85" y="59"/>
                    <a:pt x="84" y="60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3" y="0"/>
                    <a:pt x="42" y="1"/>
                    <a:pt x="42" y="3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3" y="60"/>
                    <a:pt x="3" y="60"/>
                    <a:pt x="2" y="60"/>
                  </a:cubicBezTo>
                  <a:cubicBezTo>
                    <a:pt x="1" y="60"/>
                    <a:pt x="1" y="60"/>
                    <a:pt x="0" y="60"/>
                  </a:cubicBezTo>
                  <a:cubicBezTo>
                    <a:pt x="0" y="61"/>
                    <a:pt x="0" y="61"/>
                    <a:pt x="0" y="62"/>
                  </a:cubicBezTo>
                  <a:cubicBezTo>
                    <a:pt x="0" y="62"/>
                    <a:pt x="0" y="63"/>
                    <a:pt x="0" y="63"/>
                  </a:cubicBezTo>
                  <a:lnTo>
                    <a:pt x="42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Freeform 85"/>
            <p:cNvSpPr/>
            <p:nvPr/>
          </p:nvSpPr>
          <p:spPr bwMode="auto">
            <a:xfrm>
              <a:off x="568325" y="4557713"/>
              <a:ext cx="479425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4" name="Freeform 86"/>
          <p:cNvSpPr/>
          <p:nvPr/>
        </p:nvSpPr>
        <p:spPr bwMode="auto">
          <a:xfrm>
            <a:off x="11150600" y="3186113"/>
            <a:ext cx="458788" cy="425450"/>
          </a:xfrm>
          <a:custGeom>
            <a:avLst/>
            <a:gdLst>
              <a:gd name="T0" fmla="*/ 120 w 122"/>
              <a:gd name="T1" fmla="*/ 0 h 113"/>
              <a:gd name="T2" fmla="*/ 91 w 122"/>
              <a:gd name="T3" fmla="*/ 0 h 113"/>
              <a:gd name="T4" fmla="*/ 88 w 122"/>
              <a:gd name="T5" fmla="*/ 2 h 113"/>
              <a:gd name="T6" fmla="*/ 91 w 122"/>
              <a:gd name="T7" fmla="*/ 4 h 113"/>
              <a:gd name="T8" fmla="*/ 103 w 122"/>
              <a:gd name="T9" fmla="*/ 4 h 113"/>
              <a:gd name="T10" fmla="*/ 103 w 122"/>
              <a:gd name="T11" fmla="*/ 66 h 113"/>
              <a:gd name="T12" fmla="*/ 100 w 122"/>
              <a:gd name="T13" fmla="*/ 82 h 113"/>
              <a:gd name="T14" fmla="*/ 91 w 122"/>
              <a:gd name="T15" fmla="*/ 96 h 113"/>
              <a:gd name="T16" fmla="*/ 77 w 122"/>
              <a:gd name="T17" fmla="*/ 105 h 113"/>
              <a:gd name="T18" fmla="*/ 45 w 122"/>
              <a:gd name="T19" fmla="*/ 105 h 113"/>
              <a:gd name="T20" fmla="*/ 31 w 122"/>
              <a:gd name="T21" fmla="*/ 96 h 113"/>
              <a:gd name="T22" fmla="*/ 22 w 122"/>
              <a:gd name="T23" fmla="*/ 82 h 113"/>
              <a:gd name="T24" fmla="*/ 19 w 122"/>
              <a:gd name="T25" fmla="*/ 66 h 113"/>
              <a:gd name="T26" fmla="*/ 19 w 122"/>
              <a:gd name="T27" fmla="*/ 4 h 113"/>
              <a:gd name="T28" fmla="*/ 31 w 122"/>
              <a:gd name="T29" fmla="*/ 4 h 113"/>
              <a:gd name="T30" fmla="*/ 34 w 122"/>
              <a:gd name="T31" fmla="*/ 2 h 113"/>
              <a:gd name="T32" fmla="*/ 31 w 122"/>
              <a:gd name="T33" fmla="*/ 0 h 113"/>
              <a:gd name="T34" fmla="*/ 2 w 122"/>
              <a:gd name="T35" fmla="*/ 0 h 113"/>
              <a:gd name="T36" fmla="*/ 0 w 122"/>
              <a:gd name="T37" fmla="*/ 2 h 113"/>
              <a:gd name="T38" fmla="*/ 2 w 122"/>
              <a:gd name="T39" fmla="*/ 4 h 113"/>
              <a:gd name="T40" fmla="*/ 14 w 122"/>
              <a:gd name="T41" fmla="*/ 4 h 113"/>
              <a:gd name="T42" fmla="*/ 14 w 122"/>
              <a:gd name="T43" fmla="*/ 66 h 113"/>
              <a:gd name="T44" fmla="*/ 61 w 122"/>
              <a:gd name="T45" fmla="*/ 113 h 113"/>
              <a:gd name="T46" fmla="*/ 108 w 122"/>
              <a:gd name="T47" fmla="*/ 66 h 113"/>
              <a:gd name="T48" fmla="*/ 108 w 122"/>
              <a:gd name="T49" fmla="*/ 4 h 113"/>
              <a:gd name="T50" fmla="*/ 120 w 122"/>
              <a:gd name="T51" fmla="*/ 4 h 113"/>
              <a:gd name="T52" fmla="*/ 122 w 122"/>
              <a:gd name="T53" fmla="*/ 2 h 113"/>
              <a:gd name="T54" fmla="*/ 120 w 122"/>
              <a:gd name="T55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2" h="113">
                <a:moveTo>
                  <a:pt x="120" y="0"/>
                </a:moveTo>
                <a:cubicBezTo>
                  <a:pt x="91" y="0"/>
                  <a:pt x="91" y="0"/>
                  <a:pt x="91" y="0"/>
                </a:cubicBezTo>
                <a:cubicBezTo>
                  <a:pt x="89" y="0"/>
                  <a:pt x="88" y="1"/>
                  <a:pt x="88" y="2"/>
                </a:cubicBezTo>
                <a:cubicBezTo>
                  <a:pt x="88" y="3"/>
                  <a:pt x="89" y="4"/>
                  <a:pt x="91" y="4"/>
                </a:cubicBezTo>
                <a:cubicBezTo>
                  <a:pt x="103" y="4"/>
                  <a:pt x="103" y="4"/>
                  <a:pt x="103" y="4"/>
                </a:cubicBezTo>
                <a:cubicBezTo>
                  <a:pt x="103" y="66"/>
                  <a:pt x="103" y="66"/>
                  <a:pt x="103" y="66"/>
                </a:cubicBezTo>
                <a:cubicBezTo>
                  <a:pt x="103" y="72"/>
                  <a:pt x="102" y="77"/>
                  <a:pt x="100" y="82"/>
                </a:cubicBezTo>
                <a:cubicBezTo>
                  <a:pt x="98" y="87"/>
                  <a:pt x="95" y="92"/>
                  <a:pt x="91" y="96"/>
                </a:cubicBezTo>
                <a:cubicBezTo>
                  <a:pt x="87" y="100"/>
                  <a:pt x="82" y="103"/>
                  <a:pt x="77" y="105"/>
                </a:cubicBezTo>
                <a:cubicBezTo>
                  <a:pt x="67" y="109"/>
                  <a:pt x="55" y="109"/>
                  <a:pt x="45" y="105"/>
                </a:cubicBezTo>
                <a:cubicBezTo>
                  <a:pt x="40" y="103"/>
                  <a:pt x="35" y="100"/>
                  <a:pt x="31" y="96"/>
                </a:cubicBezTo>
                <a:cubicBezTo>
                  <a:pt x="27" y="92"/>
                  <a:pt x="24" y="87"/>
                  <a:pt x="22" y="82"/>
                </a:cubicBezTo>
                <a:cubicBezTo>
                  <a:pt x="20" y="77"/>
                  <a:pt x="19" y="72"/>
                  <a:pt x="19" y="66"/>
                </a:cubicBezTo>
                <a:cubicBezTo>
                  <a:pt x="19" y="4"/>
                  <a:pt x="19" y="4"/>
                  <a:pt x="19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33" y="4"/>
                  <a:pt x="34" y="3"/>
                  <a:pt x="34" y="2"/>
                </a:cubicBezTo>
                <a:cubicBezTo>
                  <a:pt x="34" y="1"/>
                  <a:pt x="33" y="0"/>
                  <a:pt x="31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66"/>
                  <a:pt x="14" y="66"/>
                  <a:pt x="14" y="66"/>
                </a:cubicBezTo>
                <a:cubicBezTo>
                  <a:pt x="14" y="92"/>
                  <a:pt x="35" y="113"/>
                  <a:pt x="61" y="113"/>
                </a:cubicBezTo>
                <a:cubicBezTo>
                  <a:pt x="87" y="113"/>
                  <a:pt x="108" y="92"/>
                  <a:pt x="108" y="66"/>
                </a:cubicBezTo>
                <a:cubicBezTo>
                  <a:pt x="108" y="4"/>
                  <a:pt x="108" y="4"/>
                  <a:pt x="108" y="4"/>
                </a:cubicBezTo>
                <a:cubicBezTo>
                  <a:pt x="120" y="4"/>
                  <a:pt x="120" y="4"/>
                  <a:pt x="120" y="4"/>
                </a:cubicBezTo>
                <a:cubicBezTo>
                  <a:pt x="121" y="4"/>
                  <a:pt x="122" y="3"/>
                  <a:pt x="122" y="2"/>
                </a:cubicBezTo>
                <a:cubicBezTo>
                  <a:pt x="122" y="1"/>
                  <a:pt x="12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Freeform 87"/>
          <p:cNvSpPr/>
          <p:nvPr/>
        </p:nvSpPr>
        <p:spPr bwMode="auto">
          <a:xfrm>
            <a:off x="11202988" y="3648075"/>
            <a:ext cx="354013" cy="19050"/>
          </a:xfrm>
          <a:custGeom>
            <a:avLst/>
            <a:gdLst>
              <a:gd name="T0" fmla="*/ 91 w 94"/>
              <a:gd name="T1" fmla="*/ 0 h 5"/>
              <a:gd name="T2" fmla="*/ 3 w 94"/>
              <a:gd name="T3" fmla="*/ 0 h 5"/>
              <a:gd name="T4" fmla="*/ 0 w 94"/>
              <a:gd name="T5" fmla="*/ 3 h 5"/>
              <a:gd name="T6" fmla="*/ 3 w 94"/>
              <a:gd name="T7" fmla="*/ 5 h 5"/>
              <a:gd name="T8" fmla="*/ 91 w 94"/>
              <a:gd name="T9" fmla="*/ 5 h 5"/>
              <a:gd name="T10" fmla="*/ 94 w 94"/>
              <a:gd name="T11" fmla="*/ 3 h 5"/>
              <a:gd name="T12" fmla="*/ 91 w 94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4" h="5">
                <a:moveTo>
                  <a:pt x="91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91" y="5"/>
                  <a:pt x="91" y="5"/>
                  <a:pt x="91" y="5"/>
                </a:cubicBezTo>
                <a:cubicBezTo>
                  <a:pt x="93" y="5"/>
                  <a:pt x="94" y="4"/>
                  <a:pt x="94" y="3"/>
                </a:cubicBezTo>
                <a:cubicBezTo>
                  <a:pt x="94" y="1"/>
                  <a:pt x="93" y="0"/>
                  <a:pt x="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Freeform 88"/>
          <p:cNvSpPr>
            <a:spLocks noEditPoints="1"/>
          </p:cNvSpPr>
          <p:nvPr/>
        </p:nvSpPr>
        <p:spPr bwMode="auto">
          <a:xfrm>
            <a:off x="10204450" y="3186113"/>
            <a:ext cx="428625" cy="481013"/>
          </a:xfrm>
          <a:custGeom>
            <a:avLst/>
            <a:gdLst>
              <a:gd name="T0" fmla="*/ 98 w 114"/>
              <a:gd name="T1" fmla="*/ 58 h 128"/>
              <a:gd name="T2" fmla="*/ 107 w 114"/>
              <a:gd name="T3" fmla="*/ 35 h 128"/>
              <a:gd name="T4" fmla="*/ 2 w 114"/>
              <a:gd name="T5" fmla="*/ 0 h 128"/>
              <a:gd name="T6" fmla="*/ 2 w 114"/>
              <a:gd name="T7" fmla="*/ 5 h 128"/>
              <a:gd name="T8" fmla="*/ 14 w 114"/>
              <a:gd name="T9" fmla="*/ 123 h 128"/>
              <a:gd name="T10" fmla="*/ 0 w 114"/>
              <a:gd name="T11" fmla="*/ 126 h 128"/>
              <a:gd name="T12" fmla="*/ 76 w 114"/>
              <a:gd name="T13" fmla="*/ 128 h 128"/>
              <a:gd name="T14" fmla="*/ 99 w 114"/>
              <a:gd name="T15" fmla="*/ 58 h 128"/>
              <a:gd name="T16" fmla="*/ 72 w 114"/>
              <a:gd name="T17" fmla="*/ 19 h 128"/>
              <a:gd name="T18" fmla="*/ 72 w 114"/>
              <a:gd name="T19" fmla="*/ 51 h 128"/>
              <a:gd name="T20" fmla="*/ 34 w 114"/>
              <a:gd name="T21" fmla="*/ 19 h 128"/>
              <a:gd name="T22" fmla="*/ 72 w 114"/>
              <a:gd name="T23" fmla="*/ 55 h 128"/>
              <a:gd name="T24" fmla="*/ 72 w 114"/>
              <a:gd name="T25" fmla="*/ 15 h 128"/>
              <a:gd name="T26" fmla="*/ 34 w 114"/>
              <a:gd name="T27" fmla="*/ 5 h 128"/>
              <a:gd name="T28" fmla="*/ 93 w 114"/>
              <a:gd name="T29" fmla="*/ 13 h 128"/>
              <a:gd name="T30" fmla="*/ 93 w 114"/>
              <a:gd name="T31" fmla="*/ 57 h 128"/>
              <a:gd name="T32" fmla="*/ 35 w 114"/>
              <a:gd name="T33" fmla="*/ 65 h 128"/>
              <a:gd name="T34" fmla="*/ 34 w 114"/>
              <a:gd name="T35" fmla="*/ 55 h 128"/>
              <a:gd name="T36" fmla="*/ 76 w 114"/>
              <a:gd name="T37" fmla="*/ 70 h 128"/>
              <a:gd name="T38" fmla="*/ 95 w 114"/>
              <a:gd name="T39" fmla="*/ 90 h 128"/>
              <a:gd name="T40" fmla="*/ 76 w 114"/>
              <a:gd name="T41" fmla="*/ 109 h 128"/>
              <a:gd name="T42" fmla="*/ 34 w 114"/>
              <a:gd name="T43" fmla="*/ 70 h 128"/>
              <a:gd name="T44" fmla="*/ 19 w 114"/>
              <a:gd name="T45" fmla="*/ 123 h 128"/>
              <a:gd name="T46" fmla="*/ 29 w 114"/>
              <a:gd name="T47" fmla="*/ 5 h 128"/>
              <a:gd name="T48" fmla="*/ 100 w 114"/>
              <a:gd name="T49" fmla="*/ 113 h 128"/>
              <a:gd name="T50" fmla="*/ 34 w 114"/>
              <a:gd name="T51" fmla="*/ 123 h 128"/>
              <a:gd name="T52" fmla="*/ 76 w 114"/>
              <a:gd name="T53" fmla="*/ 114 h 128"/>
              <a:gd name="T54" fmla="*/ 88 w 114"/>
              <a:gd name="T55" fmla="*/ 69 h 128"/>
              <a:gd name="T56" fmla="*/ 88 w 114"/>
              <a:gd name="T57" fmla="*/ 66 h 128"/>
              <a:gd name="T58" fmla="*/ 95 w 114"/>
              <a:gd name="T59" fmla="*/ 61 h 128"/>
              <a:gd name="T60" fmla="*/ 100 w 114"/>
              <a:gd name="T61" fmla="*/ 65 h 128"/>
              <a:gd name="T62" fmla="*/ 100 w 114"/>
              <a:gd name="T63" fmla="*/ 11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4" h="128">
                <a:moveTo>
                  <a:pt x="99" y="58"/>
                </a:moveTo>
                <a:cubicBezTo>
                  <a:pt x="98" y="58"/>
                  <a:pt x="98" y="58"/>
                  <a:pt x="98" y="58"/>
                </a:cubicBezTo>
                <a:cubicBezTo>
                  <a:pt x="99" y="56"/>
                  <a:pt x="99" y="56"/>
                  <a:pt x="99" y="56"/>
                </a:cubicBezTo>
                <a:cubicBezTo>
                  <a:pt x="104" y="50"/>
                  <a:pt x="107" y="43"/>
                  <a:pt x="107" y="35"/>
                </a:cubicBezTo>
                <a:cubicBezTo>
                  <a:pt x="107" y="16"/>
                  <a:pt x="91" y="0"/>
                  <a:pt x="7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123"/>
                  <a:pt x="14" y="123"/>
                  <a:pt x="14" y="123"/>
                </a:cubicBezTo>
                <a:cubicBezTo>
                  <a:pt x="2" y="123"/>
                  <a:pt x="2" y="123"/>
                  <a:pt x="2" y="123"/>
                </a:cubicBezTo>
                <a:cubicBezTo>
                  <a:pt x="1" y="123"/>
                  <a:pt x="0" y="124"/>
                  <a:pt x="0" y="126"/>
                </a:cubicBezTo>
                <a:cubicBezTo>
                  <a:pt x="0" y="127"/>
                  <a:pt x="1" y="128"/>
                  <a:pt x="2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97" y="128"/>
                  <a:pt x="114" y="111"/>
                  <a:pt x="114" y="89"/>
                </a:cubicBezTo>
                <a:cubicBezTo>
                  <a:pt x="114" y="77"/>
                  <a:pt x="109" y="66"/>
                  <a:pt x="99" y="58"/>
                </a:cubicBezTo>
                <a:close/>
                <a:moveTo>
                  <a:pt x="34" y="19"/>
                </a:moveTo>
                <a:cubicBezTo>
                  <a:pt x="72" y="19"/>
                  <a:pt x="72" y="19"/>
                  <a:pt x="72" y="19"/>
                </a:cubicBezTo>
                <a:cubicBezTo>
                  <a:pt x="80" y="19"/>
                  <a:pt x="87" y="26"/>
                  <a:pt x="87" y="35"/>
                </a:cubicBezTo>
                <a:cubicBezTo>
                  <a:pt x="87" y="44"/>
                  <a:pt x="80" y="51"/>
                  <a:pt x="72" y="51"/>
                </a:cubicBezTo>
                <a:cubicBezTo>
                  <a:pt x="34" y="51"/>
                  <a:pt x="34" y="51"/>
                  <a:pt x="34" y="51"/>
                </a:cubicBezTo>
                <a:lnTo>
                  <a:pt x="34" y="19"/>
                </a:lnTo>
                <a:close/>
                <a:moveTo>
                  <a:pt x="34" y="55"/>
                </a:moveTo>
                <a:cubicBezTo>
                  <a:pt x="72" y="55"/>
                  <a:pt x="72" y="55"/>
                  <a:pt x="72" y="55"/>
                </a:cubicBezTo>
                <a:cubicBezTo>
                  <a:pt x="83" y="55"/>
                  <a:pt x="92" y="46"/>
                  <a:pt x="92" y="35"/>
                </a:cubicBezTo>
                <a:cubicBezTo>
                  <a:pt x="92" y="24"/>
                  <a:pt x="83" y="15"/>
                  <a:pt x="72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5"/>
                  <a:pt x="34" y="5"/>
                  <a:pt x="34" y="5"/>
                </a:cubicBezTo>
                <a:cubicBezTo>
                  <a:pt x="72" y="5"/>
                  <a:pt x="72" y="5"/>
                  <a:pt x="72" y="5"/>
                </a:cubicBezTo>
                <a:cubicBezTo>
                  <a:pt x="80" y="5"/>
                  <a:pt x="87" y="8"/>
                  <a:pt x="93" y="13"/>
                </a:cubicBezTo>
                <a:cubicBezTo>
                  <a:pt x="99" y="19"/>
                  <a:pt x="102" y="27"/>
                  <a:pt x="102" y="35"/>
                </a:cubicBezTo>
                <a:cubicBezTo>
                  <a:pt x="102" y="43"/>
                  <a:pt x="99" y="51"/>
                  <a:pt x="93" y="57"/>
                </a:cubicBezTo>
                <a:cubicBezTo>
                  <a:pt x="87" y="62"/>
                  <a:pt x="80" y="65"/>
                  <a:pt x="72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4" y="65"/>
                  <a:pt x="34" y="65"/>
                  <a:pt x="34" y="65"/>
                </a:cubicBezTo>
                <a:lnTo>
                  <a:pt x="34" y="55"/>
                </a:lnTo>
                <a:close/>
                <a:moveTo>
                  <a:pt x="34" y="70"/>
                </a:moveTo>
                <a:cubicBezTo>
                  <a:pt x="76" y="70"/>
                  <a:pt x="76" y="70"/>
                  <a:pt x="76" y="70"/>
                </a:cubicBezTo>
                <a:cubicBezTo>
                  <a:pt x="81" y="70"/>
                  <a:pt x="86" y="72"/>
                  <a:pt x="89" y="76"/>
                </a:cubicBezTo>
                <a:cubicBezTo>
                  <a:pt x="93" y="79"/>
                  <a:pt x="95" y="84"/>
                  <a:pt x="95" y="90"/>
                </a:cubicBezTo>
                <a:cubicBezTo>
                  <a:pt x="95" y="95"/>
                  <a:pt x="93" y="100"/>
                  <a:pt x="89" y="103"/>
                </a:cubicBezTo>
                <a:cubicBezTo>
                  <a:pt x="86" y="107"/>
                  <a:pt x="81" y="109"/>
                  <a:pt x="76" y="109"/>
                </a:cubicBezTo>
                <a:cubicBezTo>
                  <a:pt x="34" y="109"/>
                  <a:pt x="34" y="109"/>
                  <a:pt x="34" y="109"/>
                </a:cubicBezTo>
                <a:lnTo>
                  <a:pt x="34" y="70"/>
                </a:lnTo>
                <a:close/>
                <a:moveTo>
                  <a:pt x="29" y="123"/>
                </a:moveTo>
                <a:cubicBezTo>
                  <a:pt x="19" y="123"/>
                  <a:pt x="19" y="123"/>
                  <a:pt x="19" y="123"/>
                </a:cubicBezTo>
                <a:cubicBezTo>
                  <a:pt x="19" y="5"/>
                  <a:pt x="19" y="5"/>
                  <a:pt x="19" y="5"/>
                </a:cubicBezTo>
                <a:cubicBezTo>
                  <a:pt x="29" y="5"/>
                  <a:pt x="29" y="5"/>
                  <a:pt x="29" y="5"/>
                </a:cubicBezTo>
                <a:lnTo>
                  <a:pt x="29" y="123"/>
                </a:lnTo>
                <a:close/>
                <a:moveTo>
                  <a:pt x="100" y="113"/>
                </a:moveTo>
                <a:cubicBezTo>
                  <a:pt x="93" y="120"/>
                  <a:pt x="85" y="123"/>
                  <a:pt x="76" y="123"/>
                </a:cubicBezTo>
                <a:cubicBezTo>
                  <a:pt x="34" y="123"/>
                  <a:pt x="34" y="123"/>
                  <a:pt x="34" y="123"/>
                </a:cubicBezTo>
                <a:cubicBezTo>
                  <a:pt x="34" y="114"/>
                  <a:pt x="34" y="114"/>
                  <a:pt x="34" y="114"/>
                </a:cubicBezTo>
                <a:cubicBezTo>
                  <a:pt x="76" y="114"/>
                  <a:pt x="76" y="114"/>
                  <a:pt x="76" y="114"/>
                </a:cubicBezTo>
                <a:cubicBezTo>
                  <a:pt x="89" y="114"/>
                  <a:pt x="100" y="103"/>
                  <a:pt x="100" y="90"/>
                </a:cubicBezTo>
                <a:cubicBezTo>
                  <a:pt x="100" y="81"/>
                  <a:pt x="95" y="73"/>
                  <a:pt x="88" y="69"/>
                </a:cubicBezTo>
                <a:cubicBezTo>
                  <a:pt x="85" y="67"/>
                  <a:pt x="85" y="67"/>
                  <a:pt x="85" y="67"/>
                </a:cubicBezTo>
                <a:cubicBezTo>
                  <a:pt x="88" y="66"/>
                  <a:pt x="88" y="66"/>
                  <a:pt x="88" y="66"/>
                </a:cubicBezTo>
                <a:cubicBezTo>
                  <a:pt x="90" y="65"/>
                  <a:pt x="92" y="63"/>
                  <a:pt x="94" y="62"/>
                </a:cubicBezTo>
                <a:cubicBezTo>
                  <a:pt x="95" y="61"/>
                  <a:pt x="95" y="61"/>
                  <a:pt x="95" y="61"/>
                </a:cubicBezTo>
                <a:cubicBezTo>
                  <a:pt x="96" y="62"/>
                  <a:pt x="96" y="62"/>
                  <a:pt x="96" y="62"/>
                </a:cubicBezTo>
                <a:cubicBezTo>
                  <a:pt x="97" y="63"/>
                  <a:pt x="99" y="64"/>
                  <a:pt x="100" y="65"/>
                </a:cubicBezTo>
                <a:cubicBezTo>
                  <a:pt x="106" y="71"/>
                  <a:pt x="110" y="80"/>
                  <a:pt x="110" y="89"/>
                </a:cubicBezTo>
                <a:cubicBezTo>
                  <a:pt x="110" y="98"/>
                  <a:pt x="106" y="107"/>
                  <a:pt x="100" y="1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7" name="Freeform 89"/>
          <p:cNvSpPr/>
          <p:nvPr/>
        </p:nvSpPr>
        <p:spPr bwMode="auto">
          <a:xfrm>
            <a:off x="9326563" y="3186113"/>
            <a:ext cx="263525" cy="481013"/>
          </a:xfrm>
          <a:custGeom>
            <a:avLst/>
            <a:gdLst>
              <a:gd name="T0" fmla="*/ 68 w 70"/>
              <a:gd name="T1" fmla="*/ 0 h 128"/>
              <a:gd name="T2" fmla="*/ 38 w 70"/>
              <a:gd name="T3" fmla="*/ 0 h 128"/>
              <a:gd name="T4" fmla="*/ 36 w 70"/>
              <a:gd name="T5" fmla="*/ 2 h 128"/>
              <a:gd name="T6" fmla="*/ 38 w 70"/>
              <a:gd name="T7" fmla="*/ 5 h 128"/>
              <a:gd name="T8" fmla="*/ 50 w 70"/>
              <a:gd name="T9" fmla="*/ 5 h 128"/>
              <a:gd name="T10" fmla="*/ 14 w 70"/>
              <a:gd name="T11" fmla="*/ 123 h 128"/>
              <a:gd name="T12" fmla="*/ 2 w 70"/>
              <a:gd name="T13" fmla="*/ 123 h 128"/>
              <a:gd name="T14" fmla="*/ 0 w 70"/>
              <a:gd name="T15" fmla="*/ 126 h 128"/>
              <a:gd name="T16" fmla="*/ 2 w 70"/>
              <a:gd name="T17" fmla="*/ 128 h 128"/>
              <a:gd name="T18" fmla="*/ 32 w 70"/>
              <a:gd name="T19" fmla="*/ 128 h 128"/>
              <a:gd name="T20" fmla="*/ 34 w 70"/>
              <a:gd name="T21" fmla="*/ 126 h 128"/>
              <a:gd name="T22" fmla="*/ 32 w 70"/>
              <a:gd name="T23" fmla="*/ 123 h 128"/>
              <a:gd name="T24" fmla="*/ 19 w 70"/>
              <a:gd name="T25" fmla="*/ 123 h 128"/>
              <a:gd name="T26" fmla="*/ 55 w 70"/>
              <a:gd name="T27" fmla="*/ 5 h 128"/>
              <a:gd name="T28" fmla="*/ 68 w 70"/>
              <a:gd name="T29" fmla="*/ 5 h 128"/>
              <a:gd name="T30" fmla="*/ 70 w 70"/>
              <a:gd name="T31" fmla="*/ 2 h 128"/>
              <a:gd name="T32" fmla="*/ 68 w 70"/>
              <a:gd name="T33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0" h="128">
                <a:moveTo>
                  <a:pt x="68" y="0"/>
                </a:moveTo>
                <a:cubicBezTo>
                  <a:pt x="38" y="0"/>
                  <a:pt x="38" y="0"/>
                  <a:pt x="38" y="0"/>
                </a:cubicBezTo>
                <a:cubicBezTo>
                  <a:pt x="37" y="0"/>
                  <a:pt x="36" y="1"/>
                  <a:pt x="36" y="2"/>
                </a:cubicBezTo>
                <a:cubicBezTo>
                  <a:pt x="36" y="4"/>
                  <a:pt x="37" y="5"/>
                  <a:pt x="38" y="5"/>
                </a:cubicBezTo>
                <a:cubicBezTo>
                  <a:pt x="50" y="5"/>
                  <a:pt x="50" y="5"/>
                  <a:pt x="50" y="5"/>
                </a:cubicBezTo>
                <a:cubicBezTo>
                  <a:pt x="14" y="123"/>
                  <a:pt x="14" y="123"/>
                  <a:pt x="14" y="123"/>
                </a:cubicBezTo>
                <a:cubicBezTo>
                  <a:pt x="2" y="123"/>
                  <a:pt x="2" y="123"/>
                  <a:pt x="2" y="123"/>
                </a:cubicBezTo>
                <a:cubicBezTo>
                  <a:pt x="1" y="123"/>
                  <a:pt x="0" y="124"/>
                  <a:pt x="0" y="126"/>
                </a:cubicBezTo>
                <a:cubicBezTo>
                  <a:pt x="0" y="127"/>
                  <a:pt x="1" y="128"/>
                  <a:pt x="2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3" y="128"/>
                  <a:pt x="34" y="127"/>
                  <a:pt x="34" y="126"/>
                </a:cubicBezTo>
                <a:cubicBezTo>
                  <a:pt x="34" y="124"/>
                  <a:pt x="33" y="123"/>
                  <a:pt x="32" y="123"/>
                </a:cubicBezTo>
                <a:cubicBezTo>
                  <a:pt x="19" y="123"/>
                  <a:pt x="19" y="123"/>
                  <a:pt x="19" y="123"/>
                </a:cubicBezTo>
                <a:cubicBezTo>
                  <a:pt x="55" y="5"/>
                  <a:pt x="55" y="5"/>
                  <a:pt x="55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9" y="5"/>
                  <a:pt x="70" y="4"/>
                  <a:pt x="70" y="2"/>
                </a:cubicBezTo>
                <a:cubicBezTo>
                  <a:pt x="70" y="1"/>
                  <a:pt x="69" y="0"/>
                  <a:pt x="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Freeform 90"/>
          <p:cNvSpPr/>
          <p:nvPr/>
        </p:nvSpPr>
        <p:spPr bwMode="auto">
          <a:xfrm>
            <a:off x="8294688" y="3186113"/>
            <a:ext cx="404813" cy="481013"/>
          </a:xfrm>
          <a:custGeom>
            <a:avLst/>
            <a:gdLst>
              <a:gd name="T0" fmla="*/ 106 w 108"/>
              <a:gd name="T1" fmla="*/ 0 h 128"/>
              <a:gd name="T2" fmla="*/ 2 w 108"/>
              <a:gd name="T3" fmla="*/ 0 h 128"/>
              <a:gd name="T4" fmla="*/ 0 w 108"/>
              <a:gd name="T5" fmla="*/ 2 h 128"/>
              <a:gd name="T6" fmla="*/ 0 w 108"/>
              <a:gd name="T7" fmla="*/ 17 h 128"/>
              <a:gd name="T8" fmla="*/ 2 w 108"/>
              <a:gd name="T9" fmla="*/ 19 h 128"/>
              <a:gd name="T10" fmla="*/ 4 w 108"/>
              <a:gd name="T11" fmla="*/ 17 h 128"/>
              <a:gd name="T12" fmla="*/ 4 w 108"/>
              <a:gd name="T13" fmla="*/ 5 h 128"/>
              <a:gd name="T14" fmla="*/ 52 w 108"/>
              <a:gd name="T15" fmla="*/ 5 h 128"/>
              <a:gd name="T16" fmla="*/ 52 w 108"/>
              <a:gd name="T17" fmla="*/ 123 h 128"/>
              <a:gd name="T18" fmla="*/ 39 w 108"/>
              <a:gd name="T19" fmla="*/ 123 h 128"/>
              <a:gd name="T20" fmla="*/ 37 w 108"/>
              <a:gd name="T21" fmla="*/ 126 h 128"/>
              <a:gd name="T22" fmla="*/ 39 w 108"/>
              <a:gd name="T23" fmla="*/ 128 h 128"/>
              <a:gd name="T24" fmla="*/ 69 w 108"/>
              <a:gd name="T25" fmla="*/ 128 h 128"/>
              <a:gd name="T26" fmla="*/ 71 w 108"/>
              <a:gd name="T27" fmla="*/ 126 h 128"/>
              <a:gd name="T28" fmla="*/ 69 w 108"/>
              <a:gd name="T29" fmla="*/ 123 h 128"/>
              <a:gd name="T30" fmla="*/ 56 w 108"/>
              <a:gd name="T31" fmla="*/ 123 h 128"/>
              <a:gd name="T32" fmla="*/ 56 w 108"/>
              <a:gd name="T33" fmla="*/ 5 h 128"/>
              <a:gd name="T34" fmla="*/ 104 w 108"/>
              <a:gd name="T35" fmla="*/ 5 h 128"/>
              <a:gd name="T36" fmla="*/ 104 w 108"/>
              <a:gd name="T37" fmla="*/ 17 h 128"/>
              <a:gd name="T38" fmla="*/ 106 w 108"/>
              <a:gd name="T39" fmla="*/ 19 h 128"/>
              <a:gd name="T40" fmla="*/ 108 w 108"/>
              <a:gd name="T41" fmla="*/ 17 h 128"/>
              <a:gd name="T42" fmla="*/ 108 w 108"/>
              <a:gd name="T43" fmla="*/ 2 h 128"/>
              <a:gd name="T44" fmla="*/ 106 w 108"/>
              <a:gd name="T4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8" h="128">
                <a:moveTo>
                  <a:pt x="10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8"/>
                  <a:pt x="1" y="19"/>
                  <a:pt x="2" y="19"/>
                </a:cubicBezTo>
                <a:cubicBezTo>
                  <a:pt x="3" y="19"/>
                  <a:pt x="4" y="18"/>
                  <a:pt x="4" y="17"/>
                </a:cubicBezTo>
                <a:cubicBezTo>
                  <a:pt x="4" y="5"/>
                  <a:pt x="4" y="5"/>
                  <a:pt x="4" y="5"/>
                </a:cubicBezTo>
                <a:cubicBezTo>
                  <a:pt x="52" y="5"/>
                  <a:pt x="52" y="5"/>
                  <a:pt x="52" y="5"/>
                </a:cubicBezTo>
                <a:cubicBezTo>
                  <a:pt x="52" y="123"/>
                  <a:pt x="52" y="123"/>
                  <a:pt x="52" y="123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8" y="123"/>
                  <a:pt x="37" y="124"/>
                  <a:pt x="37" y="126"/>
                </a:cubicBezTo>
                <a:cubicBezTo>
                  <a:pt x="37" y="127"/>
                  <a:pt x="38" y="128"/>
                  <a:pt x="39" y="128"/>
                </a:cubicBezTo>
                <a:cubicBezTo>
                  <a:pt x="69" y="128"/>
                  <a:pt x="69" y="128"/>
                  <a:pt x="69" y="128"/>
                </a:cubicBezTo>
                <a:cubicBezTo>
                  <a:pt x="70" y="128"/>
                  <a:pt x="71" y="127"/>
                  <a:pt x="71" y="126"/>
                </a:cubicBezTo>
                <a:cubicBezTo>
                  <a:pt x="71" y="124"/>
                  <a:pt x="70" y="123"/>
                  <a:pt x="69" y="123"/>
                </a:cubicBezTo>
                <a:cubicBezTo>
                  <a:pt x="56" y="123"/>
                  <a:pt x="56" y="123"/>
                  <a:pt x="56" y="123"/>
                </a:cubicBezTo>
                <a:cubicBezTo>
                  <a:pt x="56" y="5"/>
                  <a:pt x="56" y="5"/>
                  <a:pt x="56" y="5"/>
                </a:cubicBezTo>
                <a:cubicBezTo>
                  <a:pt x="104" y="5"/>
                  <a:pt x="104" y="5"/>
                  <a:pt x="104" y="5"/>
                </a:cubicBezTo>
                <a:cubicBezTo>
                  <a:pt x="104" y="17"/>
                  <a:pt x="104" y="17"/>
                  <a:pt x="104" y="17"/>
                </a:cubicBezTo>
                <a:cubicBezTo>
                  <a:pt x="104" y="18"/>
                  <a:pt x="105" y="19"/>
                  <a:pt x="106" y="19"/>
                </a:cubicBezTo>
                <a:cubicBezTo>
                  <a:pt x="107" y="19"/>
                  <a:pt x="108" y="18"/>
                  <a:pt x="108" y="17"/>
                </a:cubicBezTo>
                <a:cubicBezTo>
                  <a:pt x="108" y="2"/>
                  <a:pt x="108" y="2"/>
                  <a:pt x="108" y="2"/>
                </a:cubicBezTo>
                <a:cubicBezTo>
                  <a:pt x="108" y="1"/>
                  <a:pt x="107" y="0"/>
                  <a:pt x="1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Oval 91"/>
          <p:cNvSpPr>
            <a:spLocks noChangeArrowheads="1"/>
          </p:cNvSpPr>
          <p:nvPr/>
        </p:nvSpPr>
        <p:spPr bwMode="auto">
          <a:xfrm>
            <a:off x="7296150" y="3246438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Freeform 92"/>
          <p:cNvSpPr/>
          <p:nvPr/>
        </p:nvSpPr>
        <p:spPr bwMode="auto">
          <a:xfrm>
            <a:off x="7367588" y="3251200"/>
            <a:ext cx="407988" cy="17463"/>
          </a:xfrm>
          <a:custGeom>
            <a:avLst/>
            <a:gdLst>
              <a:gd name="T0" fmla="*/ 3 w 109"/>
              <a:gd name="T1" fmla="*/ 5 h 5"/>
              <a:gd name="T2" fmla="*/ 107 w 109"/>
              <a:gd name="T3" fmla="*/ 5 h 5"/>
              <a:gd name="T4" fmla="*/ 109 w 109"/>
              <a:gd name="T5" fmla="*/ 2 h 5"/>
              <a:gd name="T6" fmla="*/ 107 w 109"/>
              <a:gd name="T7" fmla="*/ 0 h 5"/>
              <a:gd name="T8" fmla="*/ 3 w 109"/>
              <a:gd name="T9" fmla="*/ 0 h 5"/>
              <a:gd name="T10" fmla="*/ 0 w 109"/>
              <a:gd name="T11" fmla="*/ 2 h 5"/>
              <a:gd name="T12" fmla="*/ 3 w 109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9" h="5">
                <a:moveTo>
                  <a:pt x="3" y="5"/>
                </a:moveTo>
                <a:cubicBezTo>
                  <a:pt x="107" y="5"/>
                  <a:pt x="107" y="5"/>
                  <a:pt x="107" y="5"/>
                </a:cubicBezTo>
                <a:cubicBezTo>
                  <a:pt x="108" y="5"/>
                  <a:pt x="109" y="4"/>
                  <a:pt x="109" y="2"/>
                </a:cubicBezTo>
                <a:cubicBezTo>
                  <a:pt x="109" y="1"/>
                  <a:pt x="108" y="0"/>
                  <a:pt x="107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1" name="Oval 93"/>
          <p:cNvSpPr>
            <a:spLocks noChangeArrowheads="1"/>
          </p:cNvSpPr>
          <p:nvPr/>
        </p:nvSpPr>
        <p:spPr bwMode="auto">
          <a:xfrm>
            <a:off x="7296150" y="3359150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Freeform 94"/>
          <p:cNvSpPr/>
          <p:nvPr/>
        </p:nvSpPr>
        <p:spPr bwMode="auto">
          <a:xfrm>
            <a:off x="7367588" y="3363913"/>
            <a:ext cx="407988" cy="14288"/>
          </a:xfrm>
          <a:custGeom>
            <a:avLst/>
            <a:gdLst>
              <a:gd name="T0" fmla="*/ 107 w 109"/>
              <a:gd name="T1" fmla="*/ 0 h 4"/>
              <a:gd name="T2" fmla="*/ 3 w 109"/>
              <a:gd name="T3" fmla="*/ 0 h 4"/>
              <a:gd name="T4" fmla="*/ 0 w 109"/>
              <a:gd name="T5" fmla="*/ 2 h 4"/>
              <a:gd name="T6" fmla="*/ 3 w 109"/>
              <a:gd name="T7" fmla="*/ 4 h 4"/>
              <a:gd name="T8" fmla="*/ 107 w 109"/>
              <a:gd name="T9" fmla="*/ 4 h 4"/>
              <a:gd name="T10" fmla="*/ 109 w 109"/>
              <a:gd name="T11" fmla="*/ 2 h 4"/>
              <a:gd name="T12" fmla="*/ 107 w 109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9" h="4">
                <a:moveTo>
                  <a:pt x="107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8" y="4"/>
                  <a:pt x="109" y="3"/>
                  <a:pt x="109" y="2"/>
                </a:cubicBezTo>
                <a:cubicBezTo>
                  <a:pt x="109" y="1"/>
                  <a:pt x="108" y="0"/>
                  <a:pt x="1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" name="Oval 95"/>
          <p:cNvSpPr>
            <a:spLocks noChangeArrowheads="1"/>
          </p:cNvSpPr>
          <p:nvPr/>
        </p:nvSpPr>
        <p:spPr bwMode="auto">
          <a:xfrm>
            <a:off x="7296150" y="3468688"/>
            <a:ext cx="25400" cy="2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4" name="Freeform 96"/>
          <p:cNvSpPr/>
          <p:nvPr/>
        </p:nvSpPr>
        <p:spPr bwMode="auto">
          <a:xfrm>
            <a:off x="7367588" y="3476625"/>
            <a:ext cx="407988" cy="14288"/>
          </a:xfrm>
          <a:custGeom>
            <a:avLst/>
            <a:gdLst>
              <a:gd name="T0" fmla="*/ 107 w 109"/>
              <a:gd name="T1" fmla="*/ 0 h 4"/>
              <a:gd name="T2" fmla="*/ 3 w 109"/>
              <a:gd name="T3" fmla="*/ 0 h 4"/>
              <a:gd name="T4" fmla="*/ 0 w 109"/>
              <a:gd name="T5" fmla="*/ 2 h 4"/>
              <a:gd name="T6" fmla="*/ 3 w 109"/>
              <a:gd name="T7" fmla="*/ 4 h 4"/>
              <a:gd name="T8" fmla="*/ 107 w 109"/>
              <a:gd name="T9" fmla="*/ 4 h 4"/>
              <a:gd name="T10" fmla="*/ 109 w 109"/>
              <a:gd name="T11" fmla="*/ 2 h 4"/>
              <a:gd name="T12" fmla="*/ 107 w 109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9" h="4">
                <a:moveTo>
                  <a:pt x="107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8" y="4"/>
                  <a:pt x="109" y="3"/>
                  <a:pt x="109" y="2"/>
                </a:cubicBezTo>
                <a:cubicBezTo>
                  <a:pt x="109" y="1"/>
                  <a:pt x="108" y="0"/>
                  <a:pt x="1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5" name="Oval 97"/>
          <p:cNvSpPr>
            <a:spLocks noChangeArrowheads="1"/>
          </p:cNvSpPr>
          <p:nvPr/>
        </p:nvSpPr>
        <p:spPr bwMode="auto">
          <a:xfrm>
            <a:off x="7296150" y="3581400"/>
            <a:ext cx="25400" cy="2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Freeform 98"/>
          <p:cNvSpPr/>
          <p:nvPr/>
        </p:nvSpPr>
        <p:spPr bwMode="auto">
          <a:xfrm>
            <a:off x="7367588" y="3584575"/>
            <a:ext cx="407988" cy="19050"/>
          </a:xfrm>
          <a:custGeom>
            <a:avLst/>
            <a:gdLst>
              <a:gd name="T0" fmla="*/ 107 w 109"/>
              <a:gd name="T1" fmla="*/ 0 h 5"/>
              <a:gd name="T2" fmla="*/ 3 w 109"/>
              <a:gd name="T3" fmla="*/ 0 h 5"/>
              <a:gd name="T4" fmla="*/ 0 w 109"/>
              <a:gd name="T5" fmla="*/ 3 h 5"/>
              <a:gd name="T6" fmla="*/ 3 w 109"/>
              <a:gd name="T7" fmla="*/ 5 h 5"/>
              <a:gd name="T8" fmla="*/ 107 w 109"/>
              <a:gd name="T9" fmla="*/ 5 h 5"/>
              <a:gd name="T10" fmla="*/ 109 w 109"/>
              <a:gd name="T11" fmla="*/ 3 h 5"/>
              <a:gd name="T12" fmla="*/ 107 w 109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9" h="5">
                <a:moveTo>
                  <a:pt x="107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107" y="5"/>
                  <a:pt x="107" y="5"/>
                  <a:pt x="107" y="5"/>
                </a:cubicBezTo>
                <a:cubicBezTo>
                  <a:pt x="108" y="5"/>
                  <a:pt x="109" y="4"/>
                  <a:pt x="109" y="3"/>
                </a:cubicBezTo>
                <a:cubicBezTo>
                  <a:pt x="109" y="1"/>
                  <a:pt x="108" y="0"/>
                  <a:pt x="1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7" name="Freeform 99"/>
          <p:cNvSpPr/>
          <p:nvPr/>
        </p:nvSpPr>
        <p:spPr bwMode="auto">
          <a:xfrm>
            <a:off x="6484938" y="3251200"/>
            <a:ext cx="330200" cy="14288"/>
          </a:xfrm>
          <a:custGeom>
            <a:avLst/>
            <a:gdLst>
              <a:gd name="T0" fmla="*/ 2 w 88"/>
              <a:gd name="T1" fmla="*/ 4 h 4"/>
              <a:gd name="T2" fmla="*/ 86 w 88"/>
              <a:gd name="T3" fmla="*/ 4 h 4"/>
              <a:gd name="T4" fmla="*/ 88 w 88"/>
              <a:gd name="T5" fmla="*/ 2 h 4"/>
              <a:gd name="T6" fmla="*/ 86 w 88"/>
              <a:gd name="T7" fmla="*/ 0 h 4"/>
              <a:gd name="T8" fmla="*/ 2 w 88"/>
              <a:gd name="T9" fmla="*/ 0 h 4"/>
              <a:gd name="T10" fmla="*/ 0 w 88"/>
              <a:gd name="T11" fmla="*/ 2 h 4"/>
              <a:gd name="T12" fmla="*/ 2 w 88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4">
                <a:moveTo>
                  <a:pt x="2" y="4"/>
                </a:moveTo>
                <a:cubicBezTo>
                  <a:pt x="86" y="4"/>
                  <a:pt x="86" y="4"/>
                  <a:pt x="86" y="4"/>
                </a:cubicBezTo>
                <a:cubicBezTo>
                  <a:pt x="87" y="4"/>
                  <a:pt x="88" y="3"/>
                  <a:pt x="88" y="2"/>
                </a:cubicBezTo>
                <a:cubicBezTo>
                  <a:pt x="88" y="1"/>
                  <a:pt x="87" y="0"/>
                  <a:pt x="86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8" name="Freeform 100"/>
          <p:cNvSpPr/>
          <p:nvPr/>
        </p:nvSpPr>
        <p:spPr bwMode="auto">
          <a:xfrm>
            <a:off x="6484938" y="3359150"/>
            <a:ext cx="330200" cy="19050"/>
          </a:xfrm>
          <a:custGeom>
            <a:avLst/>
            <a:gdLst>
              <a:gd name="T0" fmla="*/ 86 w 88"/>
              <a:gd name="T1" fmla="*/ 0 h 5"/>
              <a:gd name="T2" fmla="*/ 2 w 88"/>
              <a:gd name="T3" fmla="*/ 0 h 5"/>
              <a:gd name="T4" fmla="*/ 0 w 88"/>
              <a:gd name="T5" fmla="*/ 3 h 5"/>
              <a:gd name="T6" fmla="*/ 2 w 88"/>
              <a:gd name="T7" fmla="*/ 5 h 5"/>
              <a:gd name="T8" fmla="*/ 86 w 88"/>
              <a:gd name="T9" fmla="*/ 5 h 5"/>
              <a:gd name="T10" fmla="*/ 88 w 88"/>
              <a:gd name="T11" fmla="*/ 3 h 5"/>
              <a:gd name="T12" fmla="*/ 86 w 8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5">
                <a:moveTo>
                  <a:pt x="8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86" y="5"/>
                  <a:pt x="86" y="5"/>
                  <a:pt x="86" y="5"/>
                </a:cubicBezTo>
                <a:cubicBezTo>
                  <a:pt x="87" y="5"/>
                  <a:pt x="88" y="4"/>
                  <a:pt x="88" y="3"/>
                </a:cubicBezTo>
                <a:cubicBezTo>
                  <a:pt x="88" y="1"/>
                  <a:pt x="87" y="0"/>
                  <a:pt x="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9" name="Freeform 101"/>
          <p:cNvSpPr/>
          <p:nvPr/>
        </p:nvSpPr>
        <p:spPr bwMode="auto">
          <a:xfrm>
            <a:off x="6484938" y="3471863"/>
            <a:ext cx="330200" cy="19050"/>
          </a:xfrm>
          <a:custGeom>
            <a:avLst/>
            <a:gdLst>
              <a:gd name="T0" fmla="*/ 86 w 88"/>
              <a:gd name="T1" fmla="*/ 0 h 5"/>
              <a:gd name="T2" fmla="*/ 2 w 88"/>
              <a:gd name="T3" fmla="*/ 0 h 5"/>
              <a:gd name="T4" fmla="*/ 0 w 88"/>
              <a:gd name="T5" fmla="*/ 2 h 5"/>
              <a:gd name="T6" fmla="*/ 2 w 88"/>
              <a:gd name="T7" fmla="*/ 5 h 5"/>
              <a:gd name="T8" fmla="*/ 86 w 88"/>
              <a:gd name="T9" fmla="*/ 5 h 5"/>
              <a:gd name="T10" fmla="*/ 88 w 88"/>
              <a:gd name="T11" fmla="*/ 2 h 5"/>
              <a:gd name="T12" fmla="*/ 86 w 8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5">
                <a:moveTo>
                  <a:pt x="8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86" y="5"/>
                  <a:pt x="86" y="5"/>
                  <a:pt x="86" y="5"/>
                </a:cubicBezTo>
                <a:cubicBezTo>
                  <a:pt x="87" y="5"/>
                  <a:pt x="88" y="4"/>
                  <a:pt x="88" y="2"/>
                </a:cubicBezTo>
                <a:cubicBezTo>
                  <a:pt x="88" y="1"/>
                  <a:pt x="87" y="0"/>
                  <a:pt x="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0" name="Freeform 102"/>
          <p:cNvSpPr/>
          <p:nvPr/>
        </p:nvSpPr>
        <p:spPr bwMode="auto">
          <a:xfrm>
            <a:off x="6484938" y="3584575"/>
            <a:ext cx="330200" cy="15875"/>
          </a:xfrm>
          <a:custGeom>
            <a:avLst/>
            <a:gdLst>
              <a:gd name="T0" fmla="*/ 86 w 88"/>
              <a:gd name="T1" fmla="*/ 0 h 4"/>
              <a:gd name="T2" fmla="*/ 2 w 88"/>
              <a:gd name="T3" fmla="*/ 0 h 4"/>
              <a:gd name="T4" fmla="*/ 0 w 88"/>
              <a:gd name="T5" fmla="*/ 2 h 4"/>
              <a:gd name="T6" fmla="*/ 2 w 88"/>
              <a:gd name="T7" fmla="*/ 4 h 4"/>
              <a:gd name="T8" fmla="*/ 86 w 88"/>
              <a:gd name="T9" fmla="*/ 4 h 4"/>
              <a:gd name="T10" fmla="*/ 88 w 88"/>
              <a:gd name="T11" fmla="*/ 2 h 4"/>
              <a:gd name="T12" fmla="*/ 86 w 88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8" h="4">
                <a:moveTo>
                  <a:pt x="8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86" y="4"/>
                  <a:pt x="86" y="4"/>
                  <a:pt x="86" y="4"/>
                </a:cubicBezTo>
                <a:cubicBezTo>
                  <a:pt x="87" y="4"/>
                  <a:pt x="88" y="3"/>
                  <a:pt x="88" y="2"/>
                </a:cubicBezTo>
                <a:cubicBezTo>
                  <a:pt x="88" y="1"/>
                  <a:pt x="87" y="0"/>
                  <a:pt x="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1" name="Freeform 103"/>
          <p:cNvSpPr/>
          <p:nvPr/>
        </p:nvSpPr>
        <p:spPr bwMode="auto">
          <a:xfrm>
            <a:off x="6334125" y="3476625"/>
            <a:ext cx="82550" cy="127000"/>
          </a:xfrm>
          <a:custGeom>
            <a:avLst/>
            <a:gdLst>
              <a:gd name="T0" fmla="*/ 18 w 22"/>
              <a:gd name="T1" fmla="*/ 22 h 34"/>
              <a:gd name="T2" fmla="*/ 13 w 22"/>
              <a:gd name="T3" fmla="*/ 27 h 34"/>
              <a:gd name="T4" fmla="*/ 13 w 22"/>
              <a:gd name="T5" fmla="*/ 2 h 34"/>
              <a:gd name="T6" fmla="*/ 11 w 22"/>
              <a:gd name="T7" fmla="*/ 0 h 34"/>
              <a:gd name="T8" fmla="*/ 9 w 22"/>
              <a:gd name="T9" fmla="*/ 2 h 34"/>
              <a:gd name="T10" fmla="*/ 9 w 22"/>
              <a:gd name="T11" fmla="*/ 27 h 34"/>
              <a:gd name="T12" fmla="*/ 4 w 22"/>
              <a:gd name="T13" fmla="*/ 22 h 34"/>
              <a:gd name="T14" fmla="*/ 2 w 22"/>
              <a:gd name="T15" fmla="*/ 21 h 34"/>
              <a:gd name="T16" fmla="*/ 1 w 22"/>
              <a:gd name="T17" fmla="*/ 22 h 34"/>
              <a:gd name="T18" fmla="*/ 1 w 22"/>
              <a:gd name="T19" fmla="*/ 25 h 34"/>
              <a:gd name="T20" fmla="*/ 9 w 22"/>
              <a:gd name="T21" fmla="*/ 34 h 34"/>
              <a:gd name="T22" fmla="*/ 13 w 22"/>
              <a:gd name="T23" fmla="*/ 34 h 34"/>
              <a:gd name="T24" fmla="*/ 21 w 22"/>
              <a:gd name="T25" fmla="*/ 25 h 34"/>
              <a:gd name="T26" fmla="*/ 22 w 22"/>
              <a:gd name="T27" fmla="*/ 23 h 34"/>
              <a:gd name="T28" fmla="*/ 21 w 22"/>
              <a:gd name="T29" fmla="*/ 22 h 34"/>
              <a:gd name="T30" fmla="*/ 18 w 22"/>
              <a:gd name="T31" fmla="*/ 22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" h="34">
                <a:moveTo>
                  <a:pt x="18" y="22"/>
                </a:moveTo>
                <a:cubicBezTo>
                  <a:pt x="13" y="27"/>
                  <a:pt x="13" y="27"/>
                  <a:pt x="13" y="27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0"/>
                  <a:pt x="9" y="1"/>
                  <a:pt x="9" y="2"/>
                </a:cubicBezTo>
                <a:cubicBezTo>
                  <a:pt x="9" y="27"/>
                  <a:pt x="9" y="27"/>
                  <a:pt x="9" y="27"/>
                </a:cubicBezTo>
                <a:cubicBezTo>
                  <a:pt x="4" y="22"/>
                  <a:pt x="4" y="22"/>
                  <a:pt x="4" y="22"/>
                </a:cubicBezTo>
                <a:cubicBezTo>
                  <a:pt x="3" y="21"/>
                  <a:pt x="3" y="21"/>
                  <a:pt x="2" y="21"/>
                </a:cubicBezTo>
                <a:cubicBezTo>
                  <a:pt x="2" y="21"/>
                  <a:pt x="1" y="21"/>
                  <a:pt x="1" y="22"/>
                </a:cubicBezTo>
                <a:cubicBezTo>
                  <a:pt x="0" y="23"/>
                  <a:pt x="0" y="24"/>
                  <a:pt x="1" y="25"/>
                </a:cubicBezTo>
                <a:cubicBezTo>
                  <a:pt x="9" y="34"/>
                  <a:pt x="9" y="34"/>
                  <a:pt x="9" y="34"/>
                </a:cubicBezTo>
                <a:cubicBezTo>
                  <a:pt x="10" y="34"/>
                  <a:pt x="12" y="34"/>
                  <a:pt x="13" y="34"/>
                </a:cubicBezTo>
                <a:cubicBezTo>
                  <a:pt x="21" y="25"/>
                  <a:pt x="21" y="25"/>
                  <a:pt x="21" y="25"/>
                </a:cubicBezTo>
                <a:cubicBezTo>
                  <a:pt x="22" y="25"/>
                  <a:pt x="22" y="24"/>
                  <a:pt x="22" y="23"/>
                </a:cubicBezTo>
                <a:cubicBezTo>
                  <a:pt x="22" y="23"/>
                  <a:pt x="22" y="22"/>
                  <a:pt x="21" y="22"/>
                </a:cubicBezTo>
                <a:cubicBezTo>
                  <a:pt x="20" y="21"/>
                  <a:pt x="19" y="21"/>
                  <a:pt x="18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Freeform 104"/>
          <p:cNvSpPr/>
          <p:nvPr/>
        </p:nvSpPr>
        <p:spPr bwMode="auto">
          <a:xfrm>
            <a:off x="6334125" y="3251200"/>
            <a:ext cx="82550" cy="127000"/>
          </a:xfrm>
          <a:custGeom>
            <a:avLst/>
            <a:gdLst>
              <a:gd name="T0" fmla="*/ 13 w 22"/>
              <a:gd name="T1" fmla="*/ 0 h 34"/>
              <a:gd name="T2" fmla="*/ 9 w 22"/>
              <a:gd name="T3" fmla="*/ 0 h 34"/>
              <a:gd name="T4" fmla="*/ 1 w 22"/>
              <a:gd name="T5" fmla="*/ 9 h 34"/>
              <a:gd name="T6" fmla="*/ 1 w 22"/>
              <a:gd name="T7" fmla="*/ 12 h 34"/>
              <a:gd name="T8" fmla="*/ 4 w 22"/>
              <a:gd name="T9" fmla="*/ 12 h 34"/>
              <a:gd name="T10" fmla="*/ 9 w 22"/>
              <a:gd name="T11" fmla="*/ 7 h 34"/>
              <a:gd name="T12" fmla="*/ 9 w 22"/>
              <a:gd name="T13" fmla="*/ 32 h 34"/>
              <a:gd name="T14" fmla="*/ 11 w 22"/>
              <a:gd name="T15" fmla="*/ 34 h 34"/>
              <a:gd name="T16" fmla="*/ 13 w 22"/>
              <a:gd name="T17" fmla="*/ 32 h 34"/>
              <a:gd name="T18" fmla="*/ 13 w 22"/>
              <a:gd name="T19" fmla="*/ 7 h 34"/>
              <a:gd name="T20" fmla="*/ 18 w 22"/>
              <a:gd name="T21" fmla="*/ 12 h 34"/>
              <a:gd name="T22" fmla="*/ 21 w 22"/>
              <a:gd name="T23" fmla="*/ 12 h 34"/>
              <a:gd name="T24" fmla="*/ 22 w 22"/>
              <a:gd name="T25" fmla="*/ 11 h 34"/>
              <a:gd name="T26" fmla="*/ 21 w 22"/>
              <a:gd name="T27" fmla="*/ 9 h 34"/>
              <a:gd name="T28" fmla="*/ 13 w 22"/>
              <a:gd name="T29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" h="34">
                <a:moveTo>
                  <a:pt x="13" y="0"/>
                </a:moveTo>
                <a:cubicBezTo>
                  <a:pt x="12" y="0"/>
                  <a:pt x="10" y="0"/>
                  <a:pt x="9" y="0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1" y="12"/>
                </a:cubicBezTo>
                <a:cubicBezTo>
                  <a:pt x="2" y="13"/>
                  <a:pt x="3" y="13"/>
                  <a:pt x="4" y="12"/>
                </a:cubicBezTo>
                <a:cubicBezTo>
                  <a:pt x="9" y="7"/>
                  <a:pt x="9" y="7"/>
                  <a:pt x="9" y="7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33"/>
                  <a:pt x="10" y="34"/>
                  <a:pt x="11" y="34"/>
                </a:cubicBezTo>
                <a:cubicBezTo>
                  <a:pt x="12" y="34"/>
                  <a:pt x="13" y="33"/>
                  <a:pt x="13" y="32"/>
                </a:cubicBezTo>
                <a:cubicBezTo>
                  <a:pt x="13" y="7"/>
                  <a:pt x="13" y="7"/>
                  <a:pt x="13" y="7"/>
                </a:cubicBezTo>
                <a:cubicBezTo>
                  <a:pt x="18" y="12"/>
                  <a:pt x="18" y="12"/>
                  <a:pt x="18" y="12"/>
                </a:cubicBezTo>
                <a:cubicBezTo>
                  <a:pt x="19" y="13"/>
                  <a:pt x="20" y="13"/>
                  <a:pt x="21" y="12"/>
                </a:cubicBezTo>
                <a:cubicBezTo>
                  <a:pt x="22" y="12"/>
                  <a:pt x="22" y="11"/>
                  <a:pt x="22" y="11"/>
                </a:cubicBezTo>
                <a:cubicBezTo>
                  <a:pt x="22" y="10"/>
                  <a:pt x="22" y="9"/>
                  <a:pt x="21" y="9"/>
                </a:cubicBezTo>
                <a:lnTo>
                  <a:pt x="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Freeform 105"/>
          <p:cNvSpPr/>
          <p:nvPr/>
        </p:nvSpPr>
        <p:spPr bwMode="auto">
          <a:xfrm>
            <a:off x="5594350" y="3430588"/>
            <a:ext cx="258763" cy="19050"/>
          </a:xfrm>
          <a:custGeom>
            <a:avLst/>
            <a:gdLst>
              <a:gd name="T0" fmla="*/ 67 w 69"/>
              <a:gd name="T1" fmla="*/ 0 h 5"/>
              <a:gd name="T2" fmla="*/ 3 w 69"/>
              <a:gd name="T3" fmla="*/ 0 h 5"/>
              <a:gd name="T4" fmla="*/ 0 w 69"/>
              <a:gd name="T5" fmla="*/ 3 h 5"/>
              <a:gd name="T6" fmla="*/ 3 w 69"/>
              <a:gd name="T7" fmla="*/ 5 h 5"/>
              <a:gd name="T8" fmla="*/ 67 w 69"/>
              <a:gd name="T9" fmla="*/ 5 h 5"/>
              <a:gd name="T10" fmla="*/ 69 w 69"/>
              <a:gd name="T11" fmla="*/ 3 h 5"/>
              <a:gd name="T12" fmla="*/ 67 w 69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9" h="5">
                <a:moveTo>
                  <a:pt x="67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8" y="5"/>
                  <a:pt x="69" y="4"/>
                  <a:pt x="69" y="3"/>
                </a:cubicBezTo>
                <a:cubicBezTo>
                  <a:pt x="69" y="1"/>
                  <a:pt x="68" y="0"/>
                  <a:pt x="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Freeform 106"/>
          <p:cNvSpPr/>
          <p:nvPr/>
        </p:nvSpPr>
        <p:spPr bwMode="auto">
          <a:xfrm>
            <a:off x="5594350" y="3600450"/>
            <a:ext cx="233363" cy="14288"/>
          </a:xfrm>
          <a:custGeom>
            <a:avLst/>
            <a:gdLst>
              <a:gd name="T0" fmla="*/ 59 w 62"/>
              <a:gd name="T1" fmla="*/ 0 h 4"/>
              <a:gd name="T2" fmla="*/ 3 w 62"/>
              <a:gd name="T3" fmla="*/ 0 h 4"/>
              <a:gd name="T4" fmla="*/ 0 w 62"/>
              <a:gd name="T5" fmla="*/ 2 h 4"/>
              <a:gd name="T6" fmla="*/ 3 w 62"/>
              <a:gd name="T7" fmla="*/ 4 h 4"/>
              <a:gd name="T8" fmla="*/ 59 w 62"/>
              <a:gd name="T9" fmla="*/ 4 h 4"/>
              <a:gd name="T10" fmla="*/ 62 w 62"/>
              <a:gd name="T11" fmla="*/ 2 h 4"/>
              <a:gd name="T12" fmla="*/ 61 w 62"/>
              <a:gd name="T13" fmla="*/ 1 h 4"/>
              <a:gd name="T14" fmla="*/ 59 w 62"/>
              <a:gd name="T15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4">
                <a:moveTo>
                  <a:pt x="59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ubicBezTo>
                  <a:pt x="59" y="4"/>
                  <a:pt x="59" y="4"/>
                  <a:pt x="59" y="4"/>
                </a:cubicBezTo>
                <a:cubicBezTo>
                  <a:pt x="61" y="4"/>
                  <a:pt x="62" y="3"/>
                  <a:pt x="62" y="2"/>
                </a:cubicBezTo>
                <a:cubicBezTo>
                  <a:pt x="62" y="2"/>
                  <a:pt x="61" y="1"/>
                  <a:pt x="61" y="1"/>
                </a:cubicBezTo>
                <a:cubicBezTo>
                  <a:pt x="60" y="0"/>
                  <a:pt x="60" y="0"/>
                  <a:pt x="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5" name="Freeform 107"/>
          <p:cNvSpPr/>
          <p:nvPr/>
        </p:nvSpPr>
        <p:spPr bwMode="auto">
          <a:xfrm>
            <a:off x="5594350" y="3265488"/>
            <a:ext cx="93663" cy="15875"/>
          </a:xfrm>
          <a:custGeom>
            <a:avLst/>
            <a:gdLst>
              <a:gd name="T0" fmla="*/ 3 w 25"/>
              <a:gd name="T1" fmla="*/ 4 h 4"/>
              <a:gd name="T2" fmla="*/ 22 w 25"/>
              <a:gd name="T3" fmla="*/ 4 h 4"/>
              <a:gd name="T4" fmla="*/ 25 w 25"/>
              <a:gd name="T5" fmla="*/ 2 h 4"/>
              <a:gd name="T6" fmla="*/ 22 w 25"/>
              <a:gd name="T7" fmla="*/ 0 h 4"/>
              <a:gd name="T8" fmla="*/ 3 w 25"/>
              <a:gd name="T9" fmla="*/ 0 h 4"/>
              <a:gd name="T10" fmla="*/ 0 w 25"/>
              <a:gd name="T11" fmla="*/ 2 h 4"/>
              <a:gd name="T12" fmla="*/ 3 w 25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" h="4">
                <a:moveTo>
                  <a:pt x="3" y="4"/>
                </a:move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5" y="3"/>
                  <a:pt x="25" y="2"/>
                </a:cubicBezTo>
                <a:cubicBezTo>
                  <a:pt x="25" y="1"/>
                  <a:pt x="23" y="0"/>
                  <a:pt x="2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" name="Freeform 108"/>
          <p:cNvSpPr/>
          <p:nvPr/>
        </p:nvSpPr>
        <p:spPr bwMode="auto">
          <a:xfrm>
            <a:off x="5594350" y="3348038"/>
            <a:ext cx="203200" cy="19050"/>
          </a:xfrm>
          <a:custGeom>
            <a:avLst/>
            <a:gdLst>
              <a:gd name="T0" fmla="*/ 3 w 54"/>
              <a:gd name="T1" fmla="*/ 5 h 5"/>
              <a:gd name="T2" fmla="*/ 52 w 54"/>
              <a:gd name="T3" fmla="*/ 5 h 5"/>
              <a:gd name="T4" fmla="*/ 54 w 54"/>
              <a:gd name="T5" fmla="*/ 2 h 5"/>
              <a:gd name="T6" fmla="*/ 52 w 54"/>
              <a:gd name="T7" fmla="*/ 0 h 5"/>
              <a:gd name="T8" fmla="*/ 3 w 54"/>
              <a:gd name="T9" fmla="*/ 0 h 5"/>
              <a:gd name="T10" fmla="*/ 0 w 54"/>
              <a:gd name="T11" fmla="*/ 2 h 5"/>
              <a:gd name="T12" fmla="*/ 3 w 54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" h="5">
                <a:moveTo>
                  <a:pt x="3" y="5"/>
                </a:moveTo>
                <a:cubicBezTo>
                  <a:pt x="52" y="5"/>
                  <a:pt x="52" y="5"/>
                  <a:pt x="52" y="5"/>
                </a:cubicBezTo>
                <a:cubicBezTo>
                  <a:pt x="53" y="5"/>
                  <a:pt x="54" y="4"/>
                  <a:pt x="54" y="2"/>
                </a:cubicBezTo>
                <a:cubicBezTo>
                  <a:pt x="54" y="1"/>
                  <a:pt x="53" y="0"/>
                  <a:pt x="5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7" name="Freeform 109"/>
          <p:cNvSpPr/>
          <p:nvPr/>
        </p:nvSpPr>
        <p:spPr bwMode="auto">
          <a:xfrm>
            <a:off x="5594350" y="3517900"/>
            <a:ext cx="146050" cy="14288"/>
          </a:xfrm>
          <a:custGeom>
            <a:avLst/>
            <a:gdLst>
              <a:gd name="T0" fmla="*/ 3 w 39"/>
              <a:gd name="T1" fmla="*/ 4 h 4"/>
              <a:gd name="T2" fmla="*/ 37 w 39"/>
              <a:gd name="T3" fmla="*/ 4 h 4"/>
              <a:gd name="T4" fmla="*/ 39 w 39"/>
              <a:gd name="T5" fmla="*/ 2 h 4"/>
              <a:gd name="T6" fmla="*/ 37 w 39"/>
              <a:gd name="T7" fmla="*/ 0 h 4"/>
              <a:gd name="T8" fmla="*/ 3 w 39"/>
              <a:gd name="T9" fmla="*/ 0 h 4"/>
              <a:gd name="T10" fmla="*/ 0 w 39"/>
              <a:gd name="T11" fmla="*/ 2 h 4"/>
              <a:gd name="T12" fmla="*/ 3 w 39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" h="4">
                <a:moveTo>
                  <a:pt x="3" y="4"/>
                </a:moveTo>
                <a:cubicBezTo>
                  <a:pt x="37" y="4"/>
                  <a:pt x="37" y="4"/>
                  <a:pt x="37" y="4"/>
                </a:cubicBezTo>
                <a:cubicBezTo>
                  <a:pt x="38" y="4"/>
                  <a:pt x="39" y="3"/>
                  <a:pt x="39" y="2"/>
                </a:cubicBezTo>
                <a:cubicBezTo>
                  <a:pt x="39" y="1"/>
                  <a:pt x="38" y="0"/>
                  <a:pt x="37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8" name="Freeform 110"/>
          <p:cNvSpPr/>
          <p:nvPr/>
        </p:nvSpPr>
        <p:spPr bwMode="auto">
          <a:xfrm>
            <a:off x="5538788" y="3186113"/>
            <a:ext cx="19050" cy="481013"/>
          </a:xfrm>
          <a:custGeom>
            <a:avLst/>
            <a:gdLst>
              <a:gd name="T0" fmla="*/ 3 w 5"/>
              <a:gd name="T1" fmla="*/ 0 h 128"/>
              <a:gd name="T2" fmla="*/ 0 w 5"/>
              <a:gd name="T3" fmla="*/ 2 h 128"/>
              <a:gd name="T4" fmla="*/ 0 w 5"/>
              <a:gd name="T5" fmla="*/ 126 h 128"/>
              <a:gd name="T6" fmla="*/ 3 w 5"/>
              <a:gd name="T7" fmla="*/ 128 h 128"/>
              <a:gd name="T8" fmla="*/ 5 w 5"/>
              <a:gd name="T9" fmla="*/ 126 h 128"/>
              <a:gd name="T10" fmla="*/ 5 w 5"/>
              <a:gd name="T11" fmla="*/ 2 h 128"/>
              <a:gd name="T12" fmla="*/ 3 w 5"/>
              <a:gd name="T13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128">
                <a:moveTo>
                  <a:pt x="3" y="0"/>
                </a:moveTo>
                <a:cubicBezTo>
                  <a:pt x="2" y="0"/>
                  <a:pt x="0" y="1"/>
                  <a:pt x="0" y="2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2" y="128"/>
                  <a:pt x="3" y="128"/>
                </a:cubicBezTo>
                <a:cubicBezTo>
                  <a:pt x="4" y="128"/>
                  <a:pt x="5" y="127"/>
                  <a:pt x="5" y="126"/>
                </a:cubicBezTo>
                <a:cubicBezTo>
                  <a:pt x="5" y="2"/>
                  <a:pt x="5" y="2"/>
                  <a:pt x="5" y="2"/>
                </a:cubicBezTo>
                <a:cubicBezTo>
                  <a:pt x="5" y="1"/>
                  <a:pt x="4" y="0"/>
                  <a:pt x="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Freeform 111"/>
          <p:cNvSpPr/>
          <p:nvPr/>
        </p:nvSpPr>
        <p:spPr bwMode="auto">
          <a:xfrm>
            <a:off x="5373688" y="3400425"/>
            <a:ext cx="127000" cy="82550"/>
          </a:xfrm>
          <a:custGeom>
            <a:avLst/>
            <a:gdLst>
              <a:gd name="T0" fmla="*/ 32 w 34"/>
              <a:gd name="T1" fmla="*/ 8 h 22"/>
              <a:gd name="T2" fmla="*/ 8 w 34"/>
              <a:gd name="T3" fmla="*/ 8 h 22"/>
              <a:gd name="T4" fmla="*/ 13 w 34"/>
              <a:gd name="T5" fmla="*/ 4 h 22"/>
              <a:gd name="T6" fmla="*/ 13 w 34"/>
              <a:gd name="T7" fmla="*/ 0 h 22"/>
              <a:gd name="T8" fmla="*/ 11 w 34"/>
              <a:gd name="T9" fmla="*/ 0 h 22"/>
              <a:gd name="T10" fmla="*/ 9 w 34"/>
              <a:gd name="T11" fmla="*/ 0 h 22"/>
              <a:gd name="T12" fmla="*/ 1 w 34"/>
              <a:gd name="T13" fmla="*/ 9 h 22"/>
              <a:gd name="T14" fmla="*/ 1 w 34"/>
              <a:gd name="T15" fmla="*/ 12 h 22"/>
              <a:gd name="T16" fmla="*/ 9 w 34"/>
              <a:gd name="T17" fmla="*/ 21 h 22"/>
              <a:gd name="T18" fmla="*/ 13 w 34"/>
              <a:gd name="T19" fmla="*/ 21 h 22"/>
              <a:gd name="T20" fmla="*/ 13 w 34"/>
              <a:gd name="T21" fmla="*/ 18 h 22"/>
              <a:gd name="T22" fmla="*/ 8 w 34"/>
              <a:gd name="T23" fmla="*/ 13 h 22"/>
              <a:gd name="T24" fmla="*/ 32 w 34"/>
              <a:gd name="T25" fmla="*/ 13 h 22"/>
              <a:gd name="T26" fmla="*/ 34 w 34"/>
              <a:gd name="T27" fmla="*/ 11 h 22"/>
              <a:gd name="T28" fmla="*/ 32 w 34"/>
              <a:gd name="T29" fmla="*/ 8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" h="22">
                <a:moveTo>
                  <a:pt x="32" y="8"/>
                </a:moveTo>
                <a:cubicBezTo>
                  <a:pt x="8" y="8"/>
                  <a:pt x="8" y="8"/>
                  <a:pt x="8" y="8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1"/>
                  <a:pt x="13" y="0"/>
                </a:cubicBezTo>
                <a:cubicBezTo>
                  <a:pt x="12" y="0"/>
                  <a:pt x="12" y="0"/>
                  <a:pt x="11" y="0"/>
                </a:cubicBezTo>
                <a:cubicBezTo>
                  <a:pt x="10" y="0"/>
                  <a:pt x="10" y="0"/>
                  <a:pt x="9" y="0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1" y="12"/>
                </a:cubicBezTo>
                <a:cubicBezTo>
                  <a:pt x="9" y="21"/>
                  <a:pt x="9" y="21"/>
                  <a:pt x="9" y="21"/>
                </a:cubicBezTo>
                <a:cubicBezTo>
                  <a:pt x="10" y="22"/>
                  <a:pt x="12" y="22"/>
                  <a:pt x="13" y="21"/>
                </a:cubicBezTo>
                <a:cubicBezTo>
                  <a:pt x="13" y="20"/>
                  <a:pt x="13" y="19"/>
                  <a:pt x="13" y="18"/>
                </a:cubicBezTo>
                <a:cubicBezTo>
                  <a:pt x="8" y="13"/>
                  <a:pt x="8" y="13"/>
                  <a:pt x="8" y="13"/>
                </a:cubicBezTo>
                <a:cubicBezTo>
                  <a:pt x="32" y="13"/>
                  <a:pt x="32" y="13"/>
                  <a:pt x="32" y="13"/>
                </a:cubicBezTo>
                <a:cubicBezTo>
                  <a:pt x="33" y="13"/>
                  <a:pt x="34" y="12"/>
                  <a:pt x="34" y="11"/>
                </a:cubicBezTo>
                <a:cubicBezTo>
                  <a:pt x="34" y="9"/>
                  <a:pt x="33" y="8"/>
                  <a:pt x="32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0" name="Freeform 112"/>
          <p:cNvSpPr/>
          <p:nvPr/>
        </p:nvSpPr>
        <p:spPr bwMode="auto">
          <a:xfrm>
            <a:off x="4633913" y="3430588"/>
            <a:ext cx="258763" cy="19050"/>
          </a:xfrm>
          <a:custGeom>
            <a:avLst/>
            <a:gdLst>
              <a:gd name="T0" fmla="*/ 67 w 69"/>
              <a:gd name="T1" fmla="*/ 0 h 5"/>
              <a:gd name="T2" fmla="*/ 3 w 69"/>
              <a:gd name="T3" fmla="*/ 0 h 5"/>
              <a:gd name="T4" fmla="*/ 0 w 69"/>
              <a:gd name="T5" fmla="*/ 3 h 5"/>
              <a:gd name="T6" fmla="*/ 3 w 69"/>
              <a:gd name="T7" fmla="*/ 5 h 5"/>
              <a:gd name="T8" fmla="*/ 67 w 69"/>
              <a:gd name="T9" fmla="*/ 5 h 5"/>
              <a:gd name="T10" fmla="*/ 69 w 69"/>
              <a:gd name="T11" fmla="*/ 3 h 5"/>
              <a:gd name="T12" fmla="*/ 67 w 69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9" h="5">
                <a:moveTo>
                  <a:pt x="67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8" y="5"/>
                  <a:pt x="69" y="4"/>
                  <a:pt x="69" y="3"/>
                </a:cubicBezTo>
                <a:cubicBezTo>
                  <a:pt x="69" y="1"/>
                  <a:pt x="68" y="0"/>
                  <a:pt x="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1" name="Freeform 113"/>
          <p:cNvSpPr/>
          <p:nvPr/>
        </p:nvSpPr>
        <p:spPr bwMode="auto">
          <a:xfrm>
            <a:off x="4633913" y="3600450"/>
            <a:ext cx="231775" cy="14288"/>
          </a:xfrm>
          <a:custGeom>
            <a:avLst/>
            <a:gdLst>
              <a:gd name="T0" fmla="*/ 59 w 62"/>
              <a:gd name="T1" fmla="*/ 0 h 4"/>
              <a:gd name="T2" fmla="*/ 3 w 62"/>
              <a:gd name="T3" fmla="*/ 0 h 4"/>
              <a:gd name="T4" fmla="*/ 0 w 62"/>
              <a:gd name="T5" fmla="*/ 2 h 4"/>
              <a:gd name="T6" fmla="*/ 3 w 62"/>
              <a:gd name="T7" fmla="*/ 4 h 4"/>
              <a:gd name="T8" fmla="*/ 59 w 62"/>
              <a:gd name="T9" fmla="*/ 4 h 4"/>
              <a:gd name="T10" fmla="*/ 62 w 62"/>
              <a:gd name="T11" fmla="*/ 2 h 4"/>
              <a:gd name="T12" fmla="*/ 61 w 62"/>
              <a:gd name="T13" fmla="*/ 1 h 4"/>
              <a:gd name="T14" fmla="*/ 59 w 62"/>
              <a:gd name="T15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" h="4">
                <a:moveTo>
                  <a:pt x="59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ubicBezTo>
                  <a:pt x="59" y="4"/>
                  <a:pt x="59" y="4"/>
                  <a:pt x="59" y="4"/>
                </a:cubicBezTo>
                <a:cubicBezTo>
                  <a:pt x="61" y="4"/>
                  <a:pt x="62" y="3"/>
                  <a:pt x="62" y="2"/>
                </a:cubicBezTo>
                <a:cubicBezTo>
                  <a:pt x="62" y="2"/>
                  <a:pt x="61" y="1"/>
                  <a:pt x="61" y="1"/>
                </a:cubicBezTo>
                <a:cubicBezTo>
                  <a:pt x="60" y="0"/>
                  <a:pt x="60" y="0"/>
                  <a:pt x="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2" name="Freeform 114"/>
          <p:cNvSpPr/>
          <p:nvPr/>
        </p:nvSpPr>
        <p:spPr bwMode="auto">
          <a:xfrm>
            <a:off x="4633913" y="3265488"/>
            <a:ext cx="93663" cy="15875"/>
          </a:xfrm>
          <a:custGeom>
            <a:avLst/>
            <a:gdLst>
              <a:gd name="T0" fmla="*/ 3 w 25"/>
              <a:gd name="T1" fmla="*/ 4 h 4"/>
              <a:gd name="T2" fmla="*/ 22 w 25"/>
              <a:gd name="T3" fmla="*/ 4 h 4"/>
              <a:gd name="T4" fmla="*/ 25 w 25"/>
              <a:gd name="T5" fmla="*/ 2 h 4"/>
              <a:gd name="T6" fmla="*/ 22 w 25"/>
              <a:gd name="T7" fmla="*/ 0 h 4"/>
              <a:gd name="T8" fmla="*/ 3 w 25"/>
              <a:gd name="T9" fmla="*/ 0 h 4"/>
              <a:gd name="T10" fmla="*/ 0 w 25"/>
              <a:gd name="T11" fmla="*/ 2 h 4"/>
              <a:gd name="T12" fmla="*/ 3 w 25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" h="4">
                <a:moveTo>
                  <a:pt x="3" y="4"/>
                </a:move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5" y="3"/>
                  <a:pt x="25" y="2"/>
                </a:cubicBezTo>
                <a:cubicBezTo>
                  <a:pt x="25" y="1"/>
                  <a:pt x="23" y="0"/>
                  <a:pt x="2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" name="Freeform 115"/>
          <p:cNvSpPr/>
          <p:nvPr/>
        </p:nvSpPr>
        <p:spPr bwMode="auto">
          <a:xfrm>
            <a:off x="4633913" y="3348038"/>
            <a:ext cx="203200" cy="19050"/>
          </a:xfrm>
          <a:custGeom>
            <a:avLst/>
            <a:gdLst>
              <a:gd name="T0" fmla="*/ 3 w 54"/>
              <a:gd name="T1" fmla="*/ 5 h 5"/>
              <a:gd name="T2" fmla="*/ 52 w 54"/>
              <a:gd name="T3" fmla="*/ 5 h 5"/>
              <a:gd name="T4" fmla="*/ 54 w 54"/>
              <a:gd name="T5" fmla="*/ 2 h 5"/>
              <a:gd name="T6" fmla="*/ 52 w 54"/>
              <a:gd name="T7" fmla="*/ 0 h 5"/>
              <a:gd name="T8" fmla="*/ 3 w 54"/>
              <a:gd name="T9" fmla="*/ 0 h 5"/>
              <a:gd name="T10" fmla="*/ 0 w 54"/>
              <a:gd name="T11" fmla="*/ 2 h 5"/>
              <a:gd name="T12" fmla="*/ 3 w 54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" h="5">
                <a:moveTo>
                  <a:pt x="3" y="5"/>
                </a:moveTo>
                <a:cubicBezTo>
                  <a:pt x="52" y="5"/>
                  <a:pt x="52" y="5"/>
                  <a:pt x="52" y="5"/>
                </a:cubicBezTo>
                <a:cubicBezTo>
                  <a:pt x="53" y="5"/>
                  <a:pt x="54" y="4"/>
                  <a:pt x="54" y="2"/>
                </a:cubicBezTo>
                <a:cubicBezTo>
                  <a:pt x="54" y="1"/>
                  <a:pt x="53" y="0"/>
                  <a:pt x="5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4" name="Freeform 116"/>
          <p:cNvSpPr/>
          <p:nvPr/>
        </p:nvSpPr>
        <p:spPr bwMode="auto">
          <a:xfrm>
            <a:off x="4633913" y="3517900"/>
            <a:ext cx="146050" cy="14288"/>
          </a:xfrm>
          <a:custGeom>
            <a:avLst/>
            <a:gdLst>
              <a:gd name="T0" fmla="*/ 3 w 39"/>
              <a:gd name="T1" fmla="*/ 4 h 4"/>
              <a:gd name="T2" fmla="*/ 37 w 39"/>
              <a:gd name="T3" fmla="*/ 4 h 4"/>
              <a:gd name="T4" fmla="*/ 39 w 39"/>
              <a:gd name="T5" fmla="*/ 2 h 4"/>
              <a:gd name="T6" fmla="*/ 37 w 39"/>
              <a:gd name="T7" fmla="*/ 0 h 4"/>
              <a:gd name="T8" fmla="*/ 3 w 39"/>
              <a:gd name="T9" fmla="*/ 0 h 4"/>
              <a:gd name="T10" fmla="*/ 0 w 39"/>
              <a:gd name="T11" fmla="*/ 2 h 4"/>
              <a:gd name="T12" fmla="*/ 3 w 39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" h="4">
                <a:moveTo>
                  <a:pt x="3" y="4"/>
                </a:moveTo>
                <a:cubicBezTo>
                  <a:pt x="37" y="4"/>
                  <a:pt x="37" y="4"/>
                  <a:pt x="37" y="4"/>
                </a:cubicBezTo>
                <a:cubicBezTo>
                  <a:pt x="38" y="4"/>
                  <a:pt x="39" y="3"/>
                  <a:pt x="39" y="2"/>
                </a:cubicBezTo>
                <a:cubicBezTo>
                  <a:pt x="39" y="1"/>
                  <a:pt x="38" y="0"/>
                  <a:pt x="37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5" name="Freeform 117"/>
          <p:cNvSpPr/>
          <p:nvPr/>
        </p:nvSpPr>
        <p:spPr bwMode="auto">
          <a:xfrm>
            <a:off x="4576763" y="3186113"/>
            <a:ext cx="19050" cy="481013"/>
          </a:xfrm>
          <a:custGeom>
            <a:avLst/>
            <a:gdLst>
              <a:gd name="T0" fmla="*/ 3 w 5"/>
              <a:gd name="T1" fmla="*/ 0 h 128"/>
              <a:gd name="T2" fmla="*/ 0 w 5"/>
              <a:gd name="T3" fmla="*/ 2 h 128"/>
              <a:gd name="T4" fmla="*/ 0 w 5"/>
              <a:gd name="T5" fmla="*/ 126 h 128"/>
              <a:gd name="T6" fmla="*/ 3 w 5"/>
              <a:gd name="T7" fmla="*/ 128 h 128"/>
              <a:gd name="T8" fmla="*/ 5 w 5"/>
              <a:gd name="T9" fmla="*/ 126 h 128"/>
              <a:gd name="T10" fmla="*/ 5 w 5"/>
              <a:gd name="T11" fmla="*/ 2 h 128"/>
              <a:gd name="T12" fmla="*/ 3 w 5"/>
              <a:gd name="T13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128">
                <a:moveTo>
                  <a:pt x="3" y="0"/>
                </a:moveTo>
                <a:cubicBezTo>
                  <a:pt x="2" y="0"/>
                  <a:pt x="0" y="1"/>
                  <a:pt x="0" y="2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2" y="128"/>
                  <a:pt x="3" y="128"/>
                </a:cubicBezTo>
                <a:cubicBezTo>
                  <a:pt x="4" y="128"/>
                  <a:pt x="5" y="127"/>
                  <a:pt x="5" y="126"/>
                </a:cubicBezTo>
                <a:cubicBezTo>
                  <a:pt x="5" y="2"/>
                  <a:pt x="5" y="2"/>
                  <a:pt x="5" y="2"/>
                </a:cubicBezTo>
                <a:cubicBezTo>
                  <a:pt x="5" y="1"/>
                  <a:pt x="4" y="0"/>
                  <a:pt x="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6" name="Freeform 118"/>
          <p:cNvSpPr/>
          <p:nvPr/>
        </p:nvSpPr>
        <p:spPr bwMode="auto">
          <a:xfrm>
            <a:off x="4411663" y="3400425"/>
            <a:ext cx="128588" cy="82550"/>
          </a:xfrm>
          <a:custGeom>
            <a:avLst/>
            <a:gdLst>
              <a:gd name="T0" fmla="*/ 25 w 34"/>
              <a:gd name="T1" fmla="*/ 0 h 22"/>
              <a:gd name="T2" fmla="*/ 22 w 34"/>
              <a:gd name="T3" fmla="*/ 0 h 22"/>
              <a:gd name="T4" fmla="*/ 22 w 34"/>
              <a:gd name="T5" fmla="*/ 4 h 22"/>
              <a:gd name="T6" fmla="*/ 26 w 34"/>
              <a:gd name="T7" fmla="*/ 8 h 22"/>
              <a:gd name="T8" fmla="*/ 2 w 34"/>
              <a:gd name="T9" fmla="*/ 8 h 22"/>
              <a:gd name="T10" fmla="*/ 0 w 34"/>
              <a:gd name="T11" fmla="*/ 11 h 22"/>
              <a:gd name="T12" fmla="*/ 2 w 34"/>
              <a:gd name="T13" fmla="*/ 13 h 22"/>
              <a:gd name="T14" fmla="*/ 26 w 34"/>
              <a:gd name="T15" fmla="*/ 13 h 22"/>
              <a:gd name="T16" fmla="*/ 22 w 34"/>
              <a:gd name="T17" fmla="*/ 18 h 22"/>
              <a:gd name="T18" fmla="*/ 22 w 34"/>
              <a:gd name="T19" fmla="*/ 21 h 22"/>
              <a:gd name="T20" fmla="*/ 25 w 34"/>
              <a:gd name="T21" fmla="*/ 21 h 22"/>
              <a:gd name="T22" fmla="*/ 34 w 34"/>
              <a:gd name="T23" fmla="*/ 12 h 22"/>
              <a:gd name="T24" fmla="*/ 34 w 34"/>
              <a:gd name="T25" fmla="*/ 9 h 22"/>
              <a:gd name="T26" fmla="*/ 25 w 34"/>
              <a:gd name="T27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4" h="22">
                <a:moveTo>
                  <a:pt x="25" y="0"/>
                </a:moveTo>
                <a:cubicBezTo>
                  <a:pt x="24" y="0"/>
                  <a:pt x="23" y="0"/>
                  <a:pt x="22" y="0"/>
                </a:cubicBezTo>
                <a:cubicBezTo>
                  <a:pt x="21" y="1"/>
                  <a:pt x="21" y="3"/>
                  <a:pt x="22" y="4"/>
                </a:cubicBezTo>
                <a:cubicBezTo>
                  <a:pt x="26" y="8"/>
                  <a:pt x="26" y="8"/>
                  <a:pt x="26" y="8"/>
                </a:cubicBezTo>
                <a:cubicBezTo>
                  <a:pt x="2" y="8"/>
                  <a:pt x="2" y="8"/>
                  <a:pt x="2" y="8"/>
                </a:cubicBezTo>
                <a:cubicBezTo>
                  <a:pt x="1" y="8"/>
                  <a:pt x="0" y="9"/>
                  <a:pt x="0" y="11"/>
                </a:cubicBezTo>
                <a:cubicBezTo>
                  <a:pt x="0" y="12"/>
                  <a:pt x="1" y="13"/>
                  <a:pt x="2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2" y="18"/>
                  <a:pt x="22" y="18"/>
                  <a:pt x="22" y="18"/>
                </a:cubicBezTo>
                <a:cubicBezTo>
                  <a:pt x="21" y="19"/>
                  <a:pt x="21" y="20"/>
                  <a:pt x="22" y="21"/>
                </a:cubicBezTo>
                <a:cubicBezTo>
                  <a:pt x="23" y="22"/>
                  <a:pt x="24" y="22"/>
                  <a:pt x="25" y="21"/>
                </a:cubicBezTo>
                <a:cubicBezTo>
                  <a:pt x="34" y="12"/>
                  <a:pt x="34" y="12"/>
                  <a:pt x="34" y="12"/>
                </a:cubicBezTo>
                <a:cubicBezTo>
                  <a:pt x="34" y="11"/>
                  <a:pt x="34" y="10"/>
                  <a:pt x="34" y="9"/>
                </a:cubicBezTo>
                <a:lnTo>
                  <a:pt x="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7" name="Freeform 119"/>
          <p:cNvSpPr/>
          <p:nvPr/>
        </p:nvSpPr>
        <p:spPr bwMode="auto">
          <a:xfrm>
            <a:off x="3451225" y="3419475"/>
            <a:ext cx="481013" cy="15875"/>
          </a:xfrm>
          <a:custGeom>
            <a:avLst/>
            <a:gdLst>
              <a:gd name="T0" fmla="*/ 126 w 128"/>
              <a:gd name="T1" fmla="*/ 0 h 4"/>
              <a:gd name="T2" fmla="*/ 2 w 128"/>
              <a:gd name="T3" fmla="*/ 0 h 4"/>
              <a:gd name="T4" fmla="*/ 0 w 128"/>
              <a:gd name="T5" fmla="*/ 2 h 4"/>
              <a:gd name="T6" fmla="*/ 2 w 128"/>
              <a:gd name="T7" fmla="*/ 4 h 4"/>
              <a:gd name="T8" fmla="*/ 126 w 128"/>
              <a:gd name="T9" fmla="*/ 4 h 4"/>
              <a:gd name="T10" fmla="*/ 128 w 128"/>
              <a:gd name="T11" fmla="*/ 2 h 4"/>
              <a:gd name="T12" fmla="*/ 126 w 128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4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7" y="4"/>
                  <a:pt x="128" y="3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Freeform 120"/>
          <p:cNvSpPr/>
          <p:nvPr/>
        </p:nvSpPr>
        <p:spPr bwMode="auto">
          <a:xfrm>
            <a:off x="3506788" y="3584575"/>
            <a:ext cx="425450" cy="19050"/>
          </a:xfrm>
          <a:custGeom>
            <a:avLst/>
            <a:gdLst>
              <a:gd name="T0" fmla="*/ 111 w 113"/>
              <a:gd name="T1" fmla="*/ 0 h 5"/>
              <a:gd name="T2" fmla="*/ 2 w 113"/>
              <a:gd name="T3" fmla="*/ 0 h 5"/>
              <a:gd name="T4" fmla="*/ 0 w 113"/>
              <a:gd name="T5" fmla="*/ 2 h 5"/>
              <a:gd name="T6" fmla="*/ 2 w 113"/>
              <a:gd name="T7" fmla="*/ 5 h 5"/>
              <a:gd name="T8" fmla="*/ 111 w 113"/>
              <a:gd name="T9" fmla="*/ 5 h 5"/>
              <a:gd name="T10" fmla="*/ 113 w 113"/>
              <a:gd name="T11" fmla="*/ 2 h 5"/>
              <a:gd name="T12" fmla="*/ 111 w 113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3" h="5">
                <a:moveTo>
                  <a:pt x="111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2" y="5"/>
                  <a:pt x="113" y="4"/>
                  <a:pt x="113" y="2"/>
                </a:cubicBezTo>
                <a:cubicBezTo>
                  <a:pt x="113" y="1"/>
                  <a:pt x="112" y="0"/>
                  <a:pt x="1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9" name="Freeform 121"/>
          <p:cNvSpPr/>
          <p:nvPr/>
        </p:nvSpPr>
        <p:spPr bwMode="auto">
          <a:xfrm>
            <a:off x="3646488" y="3251200"/>
            <a:ext cx="285750" cy="17463"/>
          </a:xfrm>
          <a:custGeom>
            <a:avLst/>
            <a:gdLst>
              <a:gd name="T0" fmla="*/ 2 w 76"/>
              <a:gd name="T1" fmla="*/ 5 h 5"/>
              <a:gd name="T2" fmla="*/ 74 w 76"/>
              <a:gd name="T3" fmla="*/ 5 h 5"/>
              <a:gd name="T4" fmla="*/ 76 w 76"/>
              <a:gd name="T5" fmla="*/ 3 h 5"/>
              <a:gd name="T6" fmla="*/ 74 w 76"/>
              <a:gd name="T7" fmla="*/ 0 h 5"/>
              <a:gd name="T8" fmla="*/ 2 w 76"/>
              <a:gd name="T9" fmla="*/ 0 h 5"/>
              <a:gd name="T10" fmla="*/ 0 w 76"/>
              <a:gd name="T11" fmla="*/ 3 h 5"/>
              <a:gd name="T12" fmla="*/ 2 w 76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" h="5">
                <a:moveTo>
                  <a:pt x="2" y="5"/>
                </a:moveTo>
                <a:cubicBezTo>
                  <a:pt x="74" y="5"/>
                  <a:pt x="74" y="5"/>
                  <a:pt x="74" y="5"/>
                </a:cubicBezTo>
                <a:cubicBezTo>
                  <a:pt x="75" y="5"/>
                  <a:pt x="76" y="4"/>
                  <a:pt x="76" y="3"/>
                </a:cubicBezTo>
                <a:cubicBezTo>
                  <a:pt x="76" y="1"/>
                  <a:pt x="75" y="0"/>
                  <a:pt x="74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0" name="Freeform 122"/>
          <p:cNvSpPr/>
          <p:nvPr/>
        </p:nvSpPr>
        <p:spPr bwMode="auto">
          <a:xfrm>
            <a:off x="3533775" y="3333750"/>
            <a:ext cx="398463" cy="19050"/>
          </a:xfrm>
          <a:custGeom>
            <a:avLst/>
            <a:gdLst>
              <a:gd name="T0" fmla="*/ 104 w 106"/>
              <a:gd name="T1" fmla="*/ 0 h 5"/>
              <a:gd name="T2" fmla="*/ 3 w 106"/>
              <a:gd name="T3" fmla="*/ 0 h 5"/>
              <a:gd name="T4" fmla="*/ 0 w 106"/>
              <a:gd name="T5" fmla="*/ 3 h 5"/>
              <a:gd name="T6" fmla="*/ 3 w 106"/>
              <a:gd name="T7" fmla="*/ 5 h 5"/>
              <a:gd name="T8" fmla="*/ 104 w 106"/>
              <a:gd name="T9" fmla="*/ 5 h 5"/>
              <a:gd name="T10" fmla="*/ 106 w 106"/>
              <a:gd name="T11" fmla="*/ 3 h 5"/>
              <a:gd name="T12" fmla="*/ 104 w 10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" h="5">
                <a:moveTo>
                  <a:pt x="104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104" y="5"/>
                  <a:pt x="104" y="5"/>
                  <a:pt x="104" y="5"/>
                </a:cubicBezTo>
                <a:cubicBezTo>
                  <a:pt x="105" y="5"/>
                  <a:pt x="106" y="4"/>
                  <a:pt x="106" y="3"/>
                </a:cubicBezTo>
                <a:cubicBezTo>
                  <a:pt x="106" y="1"/>
                  <a:pt x="105" y="0"/>
                  <a:pt x="1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1" name="Freeform 123"/>
          <p:cNvSpPr/>
          <p:nvPr/>
        </p:nvSpPr>
        <p:spPr bwMode="auto">
          <a:xfrm>
            <a:off x="3616325" y="3502025"/>
            <a:ext cx="315913" cy="19050"/>
          </a:xfrm>
          <a:custGeom>
            <a:avLst/>
            <a:gdLst>
              <a:gd name="T0" fmla="*/ 82 w 84"/>
              <a:gd name="T1" fmla="*/ 0 h 5"/>
              <a:gd name="T2" fmla="*/ 3 w 84"/>
              <a:gd name="T3" fmla="*/ 0 h 5"/>
              <a:gd name="T4" fmla="*/ 0 w 84"/>
              <a:gd name="T5" fmla="*/ 2 h 5"/>
              <a:gd name="T6" fmla="*/ 3 w 84"/>
              <a:gd name="T7" fmla="*/ 5 h 5"/>
              <a:gd name="T8" fmla="*/ 82 w 84"/>
              <a:gd name="T9" fmla="*/ 5 h 5"/>
              <a:gd name="T10" fmla="*/ 84 w 84"/>
              <a:gd name="T11" fmla="*/ 2 h 5"/>
              <a:gd name="T12" fmla="*/ 82 w 84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" h="5">
                <a:moveTo>
                  <a:pt x="82" y="0"/>
                </a:moveTo>
                <a:cubicBezTo>
                  <a:pt x="3" y="0"/>
                  <a:pt x="3" y="0"/>
                  <a:pt x="3" y="0"/>
                </a:cubicBezTo>
                <a:cubicBezTo>
                  <a:pt x="2" y="0"/>
                  <a:pt x="0" y="1"/>
                  <a:pt x="0" y="2"/>
                </a:cubicBezTo>
                <a:cubicBezTo>
                  <a:pt x="0" y="4"/>
                  <a:pt x="2" y="5"/>
                  <a:pt x="3" y="5"/>
                </a:cubicBezTo>
                <a:cubicBezTo>
                  <a:pt x="82" y="5"/>
                  <a:pt x="82" y="5"/>
                  <a:pt x="82" y="5"/>
                </a:cubicBezTo>
                <a:cubicBezTo>
                  <a:pt x="83" y="5"/>
                  <a:pt x="84" y="4"/>
                  <a:pt x="84" y="2"/>
                </a:cubicBezTo>
                <a:cubicBezTo>
                  <a:pt x="84" y="1"/>
                  <a:pt x="83" y="0"/>
                  <a:pt x="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2" name="Freeform 124"/>
          <p:cNvSpPr/>
          <p:nvPr/>
        </p:nvSpPr>
        <p:spPr bwMode="auto">
          <a:xfrm>
            <a:off x="2601913" y="3251200"/>
            <a:ext cx="255588" cy="17463"/>
          </a:xfrm>
          <a:custGeom>
            <a:avLst/>
            <a:gdLst>
              <a:gd name="T0" fmla="*/ 2 w 68"/>
              <a:gd name="T1" fmla="*/ 5 h 5"/>
              <a:gd name="T2" fmla="*/ 66 w 68"/>
              <a:gd name="T3" fmla="*/ 5 h 5"/>
              <a:gd name="T4" fmla="*/ 68 w 68"/>
              <a:gd name="T5" fmla="*/ 3 h 5"/>
              <a:gd name="T6" fmla="*/ 66 w 68"/>
              <a:gd name="T7" fmla="*/ 0 h 5"/>
              <a:gd name="T8" fmla="*/ 2 w 68"/>
              <a:gd name="T9" fmla="*/ 0 h 5"/>
              <a:gd name="T10" fmla="*/ 0 w 68"/>
              <a:gd name="T11" fmla="*/ 3 h 5"/>
              <a:gd name="T12" fmla="*/ 2 w 68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5">
                <a:moveTo>
                  <a:pt x="2" y="5"/>
                </a:moveTo>
                <a:cubicBezTo>
                  <a:pt x="66" y="5"/>
                  <a:pt x="66" y="5"/>
                  <a:pt x="66" y="5"/>
                </a:cubicBezTo>
                <a:cubicBezTo>
                  <a:pt x="67" y="5"/>
                  <a:pt x="68" y="4"/>
                  <a:pt x="68" y="3"/>
                </a:cubicBezTo>
                <a:cubicBezTo>
                  <a:pt x="68" y="1"/>
                  <a:pt x="67" y="0"/>
                  <a:pt x="66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3" name="Freeform 125"/>
          <p:cNvSpPr/>
          <p:nvPr/>
        </p:nvSpPr>
        <p:spPr bwMode="auto">
          <a:xfrm>
            <a:off x="2489200" y="3333750"/>
            <a:ext cx="481013" cy="19050"/>
          </a:xfrm>
          <a:custGeom>
            <a:avLst/>
            <a:gdLst>
              <a:gd name="T0" fmla="*/ 2 w 128"/>
              <a:gd name="T1" fmla="*/ 5 h 5"/>
              <a:gd name="T2" fmla="*/ 126 w 128"/>
              <a:gd name="T3" fmla="*/ 5 h 5"/>
              <a:gd name="T4" fmla="*/ 128 w 128"/>
              <a:gd name="T5" fmla="*/ 3 h 5"/>
              <a:gd name="T6" fmla="*/ 126 w 128"/>
              <a:gd name="T7" fmla="*/ 0 h 5"/>
              <a:gd name="T8" fmla="*/ 2 w 128"/>
              <a:gd name="T9" fmla="*/ 0 h 5"/>
              <a:gd name="T10" fmla="*/ 0 w 128"/>
              <a:gd name="T11" fmla="*/ 3 h 5"/>
              <a:gd name="T12" fmla="*/ 2 w 128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5">
                <a:moveTo>
                  <a:pt x="2" y="5"/>
                </a:moveTo>
                <a:cubicBezTo>
                  <a:pt x="126" y="5"/>
                  <a:pt x="126" y="5"/>
                  <a:pt x="126" y="5"/>
                </a:cubicBezTo>
                <a:cubicBezTo>
                  <a:pt x="127" y="5"/>
                  <a:pt x="128" y="4"/>
                  <a:pt x="128" y="3"/>
                </a:cubicBezTo>
                <a:cubicBezTo>
                  <a:pt x="128" y="1"/>
                  <a:pt x="127" y="0"/>
                  <a:pt x="126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4" name="Freeform 126"/>
          <p:cNvSpPr/>
          <p:nvPr/>
        </p:nvSpPr>
        <p:spPr bwMode="auto">
          <a:xfrm>
            <a:off x="2628900" y="3419475"/>
            <a:ext cx="203200" cy="15875"/>
          </a:xfrm>
          <a:custGeom>
            <a:avLst/>
            <a:gdLst>
              <a:gd name="T0" fmla="*/ 2 w 54"/>
              <a:gd name="T1" fmla="*/ 0 h 4"/>
              <a:gd name="T2" fmla="*/ 0 w 54"/>
              <a:gd name="T3" fmla="*/ 2 h 4"/>
              <a:gd name="T4" fmla="*/ 2 w 54"/>
              <a:gd name="T5" fmla="*/ 4 h 4"/>
              <a:gd name="T6" fmla="*/ 52 w 54"/>
              <a:gd name="T7" fmla="*/ 4 h 4"/>
              <a:gd name="T8" fmla="*/ 54 w 54"/>
              <a:gd name="T9" fmla="*/ 2 h 4"/>
              <a:gd name="T10" fmla="*/ 52 w 54"/>
              <a:gd name="T11" fmla="*/ 0 h 4"/>
              <a:gd name="T12" fmla="*/ 2 w 54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" h="4">
                <a:moveTo>
                  <a:pt x="2" y="0"/>
                </a:move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4" y="3"/>
                  <a:pt x="54" y="2"/>
                </a:cubicBezTo>
                <a:cubicBezTo>
                  <a:pt x="54" y="1"/>
                  <a:pt x="53" y="0"/>
                  <a:pt x="52" y="0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5" name="Freeform 127"/>
          <p:cNvSpPr/>
          <p:nvPr/>
        </p:nvSpPr>
        <p:spPr bwMode="auto">
          <a:xfrm>
            <a:off x="2489200" y="3502025"/>
            <a:ext cx="481013" cy="19050"/>
          </a:xfrm>
          <a:custGeom>
            <a:avLst/>
            <a:gdLst>
              <a:gd name="T0" fmla="*/ 126 w 128"/>
              <a:gd name="T1" fmla="*/ 0 h 5"/>
              <a:gd name="T2" fmla="*/ 2 w 128"/>
              <a:gd name="T3" fmla="*/ 0 h 5"/>
              <a:gd name="T4" fmla="*/ 0 w 128"/>
              <a:gd name="T5" fmla="*/ 2 h 5"/>
              <a:gd name="T6" fmla="*/ 2 w 128"/>
              <a:gd name="T7" fmla="*/ 5 h 5"/>
              <a:gd name="T8" fmla="*/ 126 w 128"/>
              <a:gd name="T9" fmla="*/ 5 h 5"/>
              <a:gd name="T10" fmla="*/ 128 w 128"/>
              <a:gd name="T11" fmla="*/ 2 h 5"/>
              <a:gd name="T12" fmla="*/ 126 w 12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5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126" y="5"/>
                  <a:pt x="126" y="5"/>
                  <a:pt x="126" y="5"/>
                </a:cubicBezTo>
                <a:cubicBezTo>
                  <a:pt x="127" y="5"/>
                  <a:pt x="128" y="4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6" name="Freeform 128"/>
          <p:cNvSpPr/>
          <p:nvPr/>
        </p:nvSpPr>
        <p:spPr bwMode="auto">
          <a:xfrm>
            <a:off x="2571750" y="3584575"/>
            <a:ext cx="315913" cy="19050"/>
          </a:xfrm>
          <a:custGeom>
            <a:avLst/>
            <a:gdLst>
              <a:gd name="T0" fmla="*/ 81 w 84"/>
              <a:gd name="T1" fmla="*/ 0 h 5"/>
              <a:gd name="T2" fmla="*/ 3 w 84"/>
              <a:gd name="T3" fmla="*/ 0 h 5"/>
              <a:gd name="T4" fmla="*/ 0 w 84"/>
              <a:gd name="T5" fmla="*/ 2 h 5"/>
              <a:gd name="T6" fmla="*/ 3 w 84"/>
              <a:gd name="T7" fmla="*/ 5 h 5"/>
              <a:gd name="T8" fmla="*/ 81 w 84"/>
              <a:gd name="T9" fmla="*/ 5 h 5"/>
              <a:gd name="T10" fmla="*/ 84 w 84"/>
              <a:gd name="T11" fmla="*/ 2 h 5"/>
              <a:gd name="T12" fmla="*/ 81 w 84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" h="5">
                <a:moveTo>
                  <a:pt x="81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ubicBezTo>
                  <a:pt x="81" y="5"/>
                  <a:pt x="81" y="5"/>
                  <a:pt x="81" y="5"/>
                </a:cubicBezTo>
                <a:cubicBezTo>
                  <a:pt x="83" y="5"/>
                  <a:pt x="84" y="4"/>
                  <a:pt x="84" y="2"/>
                </a:cubicBezTo>
                <a:cubicBezTo>
                  <a:pt x="84" y="1"/>
                  <a:pt x="83" y="0"/>
                  <a:pt x="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7" name="Freeform 129"/>
          <p:cNvSpPr/>
          <p:nvPr/>
        </p:nvSpPr>
        <p:spPr bwMode="auto">
          <a:xfrm>
            <a:off x="1528763" y="3419475"/>
            <a:ext cx="481013" cy="15875"/>
          </a:xfrm>
          <a:custGeom>
            <a:avLst/>
            <a:gdLst>
              <a:gd name="T0" fmla="*/ 126 w 128"/>
              <a:gd name="T1" fmla="*/ 0 h 4"/>
              <a:gd name="T2" fmla="*/ 2 w 128"/>
              <a:gd name="T3" fmla="*/ 0 h 4"/>
              <a:gd name="T4" fmla="*/ 0 w 128"/>
              <a:gd name="T5" fmla="*/ 2 h 4"/>
              <a:gd name="T6" fmla="*/ 2 w 128"/>
              <a:gd name="T7" fmla="*/ 4 h 4"/>
              <a:gd name="T8" fmla="*/ 126 w 128"/>
              <a:gd name="T9" fmla="*/ 4 h 4"/>
              <a:gd name="T10" fmla="*/ 128 w 128"/>
              <a:gd name="T11" fmla="*/ 2 h 4"/>
              <a:gd name="T12" fmla="*/ 126 w 128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4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7" y="4"/>
                  <a:pt x="128" y="3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8" name="Freeform 130"/>
          <p:cNvSpPr/>
          <p:nvPr/>
        </p:nvSpPr>
        <p:spPr bwMode="auto">
          <a:xfrm>
            <a:off x="1528763" y="3584575"/>
            <a:ext cx="423863" cy="19050"/>
          </a:xfrm>
          <a:custGeom>
            <a:avLst/>
            <a:gdLst>
              <a:gd name="T0" fmla="*/ 111 w 113"/>
              <a:gd name="T1" fmla="*/ 0 h 5"/>
              <a:gd name="T2" fmla="*/ 2 w 113"/>
              <a:gd name="T3" fmla="*/ 0 h 5"/>
              <a:gd name="T4" fmla="*/ 0 w 113"/>
              <a:gd name="T5" fmla="*/ 2 h 5"/>
              <a:gd name="T6" fmla="*/ 2 w 113"/>
              <a:gd name="T7" fmla="*/ 5 h 5"/>
              <a:gd name="T8" fmla="*/ 111 w 113"/>
              <a:gd name="T9" fmla="*/ 5 h 5"/>
              <a:gd name="T10" fmla="*/ 113 w 113"/>
              <a:gd name="T11" fmla="*/ 2 h 5"/>
              <a:gd name="T12" fmla="*/ 111 w 113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3" h="5">
                <a:moveTo>
                  <a:pt x="111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2" y="5"/>
                  <a:pt x="113" y="4"/>
                  <a:pt x="113" y="2"/>
                </a:cubicBezTo>
                <a:cubicBezTo>
                  <a:pt x="113" y="1"/>
                  <a:pt x="112" y="0"/>
                  <a:pt x="1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Freeform 131"/>
          <p:cNvSpPr/>
          <p:nvPr/>
        </p:nvSpPr>
        <p:spPr bwMode="auto">
          <a:xfrm>
            <a:off x="1528763" y="3251200"/>
            <a:ext cx="285750" cy="17463"/>
          </a:xfrm>
          <a:custGeom>
            <a:avLst/>
            <a:gdLst>
              <a:gd name="T0" fmla="*/ 2 w 76"/>
              <a:gd name="T1" fmla="*/ 5 h 5"/>
              <a:gd name="T2" fmla="*/ 74 w 76"/>
              <a:gd name="T3" fmla="*/ 5 h 5"/>
              <a:gd name="T4" fmla="*/ 76 w 76"/>
              <a:gd name="T5" fmla="*/ 3 h 5"/>
              <a:gd name="T6" fmla="*/ 74 w 76"/>
              <a:gd name="T7" fmla="*/ 0 h 5"/>
              <a:gd name="T8" fmla="*/ 2 w 76"/>
              <a:gd name="T9" fmla="*/ 0 h 5"/>
              <a:gd name="T10" fmla="*/ 0 w 76"/>
              <a:gd name="T11" fmla="*/ 3 h 5"/>
              <a:gd name="T12" fmla="*/ 2 w 76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" h="5">
                <a:moveTo>
                  <a:pt x="2" y="5"/>
                </a:moveTo>
                <a:cubicBezTo>
                  <a:pt x="74" y="5"/>
                  <a:pt x="74" y="5"/>
                  <a:pt x="74" y="5"/>
                </a:cubicBezTo>
                <a:cubicBezTo>
                  <a:pt x="75" y="5"/>
                  <a:pt x="76" y="4"/>
                  <a:pt x="76" y="3"/>
                </a:cubicBezTo>
                <a:cubicBezTo>
                  <a:pt x="76" y="1"/>
                  <a:pt x="75" y="0"/>
                  <a:pt x="74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Freeform 132"/>
          <p:cNvSpPr/>
          <p:nvPr/>
        </p:nvSpPr>
        <p:spPr bwMode="auto">
          <a:xfrm>
            <a:off x="1528763" y="3333750"/>
            <a:ext cx="398463" cy="19050"/>
          </a:xfrm>
          <a:custGeom>
            <a:avLst/>
            <a:gdLst>
              <a:gd name="T0" fmla="*/ 2 w 106"/>
              <a:gd name="T1" fmla="*/ 5 h 5"/>
              <a:gd name="T2" fmla="*/ 103 w 106"/>
              <a:gd name="T3" fmla="*/ 5 h 5"/>
              <a:gd name="T4" fmla="*/ 106 w 106"/>
              <a:gd name="T5" fmla="*/ 3 h 5"/>
              <a:gd name="T6" fmla="*/ 103 w 106"/>
              <a:gd name="T7" fmla="*/ 0 h 5"/>
              <a:gd name="T8" fmla="*/ 2 w 106"/>
              <a:gd name="T9" fmla="*/ 0 h 5"/>
              <a:gd name="T10" fmla="*/ 0 w 106"/>
              <a:gd name="T11" fmla="*/ 3 h 5"/>
              <a:gd name="T12" fmla="*/ 2 w 106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" h="5">
                <a:moveTo>
                  <a:pt x="2" y="5"/>
                </a:moveTo>
                <a:cubicBezTo>
                  <a:pt x="103" y="5"/>
                  <a:pt x="103" y="5"/>
                  <a:pt x="103" y="5"/>
                </a:cubicBezTo>
                <a:cubicBezTo>
                  <a:pt x="105" y="5"/>
                  <a:pt x="106" y="4"/>
                  <a:pt x="106" y="3"/>
                </a:cubicBezTo>
                <a:cubicBezTo>
                  <a:pt x="106" y="1"/>
                  <a:pt x="105" y="0"/>
                  <a:pt x="103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1" name="Freeform 133"/>
          <p:cNvSpPr/>
          <p:nvPr/>
        </p:nvSpPr>
        <p:spPr bwMode="auto">
          <a:xfrm>
            <a:off x="1528763" y="3502025"/>
            <a:ext cx="315913" cy="19050"/>
          </a:xfrm>
          <a:custGeom>
            <a:avLst/>
            <a:gdLst>
              <a:gd name="T0" fmla="*/ 2 w 84"/>
              <a:gd name="T1" fmla="*/ 5 h 5"/>
              <a:gd name="T2" fmla="*/ 81 w 84"/>
              <a:gd name="T3" fmla="*/ 5 h 5"/>
              <a:gd name="T4" fmla="*/ 84 w 84"/>
              <a:gd name="T5" fmla="*/ 2 h 5"/>
              <a:gd name="T6" fmla="*/ 81 w 84"/>
              <a:gd name="T7" fmla="*/ 0 h 5"/>
              <a:gd name="T8" fmla="*/ 2 w 84"/>
              <a:gd name="T9" fmla="*/ 0 h 5"/>
              <a:gd name="T10" fmla="*/ 0 w 84"/>
              <a:gd name="T11" fmla="*/ 2 h 5"/>
              <a:gd name="T12" fmla="*/ 2 w 84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" h="5">
                <a:moveTo>
                  <a:pt x="2" y="5"/>
                </a:moveTo>
                <a:cubicBezTo>
                  <a:pt x="81" y="5"/>
                  <a:pt x="81" y="5"/>
                  <a:pt x="81" y="5"/>
                </a:cubicBezTo>
                <a:cubicBezTo>
                  <a:pt x="82" y="5"/>
                  <a:pt x="84" y="4"/>
                  <a:pt x="84" y="2"/>
                </a:cubicBezTo>
                <a:cubicBezTo>
                  <a:pt x="84" y="1"/>
                  <a:pt x="82" y="0"/>
                  <a:pt x="81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2" name="Freeform 134"/>
          <p:cNvSpPr/>
          <p:nvPr/>
        </p:nvSpPr>
        <p:spPr bwMode="auto">
          <a:xfrm>
            <a:off x="568325" y="3251200"/>
            <a:ext cx="479425" cy="17463"/>
          </a:xfrm>
          <a:custGeom>
            <a:avLst/>
            <a:gdLst>
              <a:gd name="T0" fmla="*/ 2 w 128"/>
              <a:gd name="T1" fmla="*/ 5 h 5"/>
              <a:gd name="T2" fmla="*/ 126 w 128"/>
              <a:gd name="T3" fmla="*/ 5 h 5"/>
              <a:gd name="T4" fmla="*/ 128 w 128"/>
              <a:gd name="T5" fmla="*/ 3 h 5"/>
              <a:gd name="T6" fmla="*/ 126 w 128"/>
              <a:gd name="T7" fmla="*/ 0 h 5"/>
              <a:gd name="T8" fmla="*/ 2 w 128"/>
              <a:gd name="T9" fmla="*/ 0 h 5"/>
              <a:gd name="T10" fmla="*/ 0 w 128"/>
              <a:gd name="T11" fmla="*/ 3 h 5"/>
              <a:gd name="T12" fmla="*/ 2 w 128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5">
                <a:moveTo>
                  <a:pt x="2" y="5"/>
                </a:moveTo>
                <a:cubicBezTo>
                  <a:pt x="126" y="5"/>
                  <a:pt x="126" y="5"/>
                  <a:pt x="126" y="5"/>
                </a:cubicBezTo>
                <a:cubicBezTo>
                  <a:pt x="127" y="5"/>
                  <a:pt x="128" y="4"/>
                  <a:pt x="128" y="3"/>
                </a:cubicBezTo>
                <a:cubicBezTo>
                  <a:pt x="128" y="1"/>
                  <a:pt x="127" y="0"/>
                  <a:pt x="126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3" name="Freeform 135"/>
          <p:cNvSpPr/>
          <p:nvPr/>
        </p:nvSpPr>
        <p:spPr bwMode="auto">
          <a:xfrm>
            <a:off x="568325" y="3333750"/>
            <a:ext cx="479425" cy="19050"/>
          </a:xfrm>
          <a:custGeom>
            <a:avLst/>
            <a:gdLst>
              <a:gd name="T0" fmla="*/ 126 w 128"/>
              <a:gd name="T1" fmla="*/ 0 h 5"/>
              <a:gd name="T2" fmla="*/ 2 w 128"/>
              <a:gd name="T3" fmla="*/ 0 h 5"/>
              <a:gd name="T4" fmla="*/ 0 w 128"/>
              <a:gd name="T5" fmla="*/ 3 h 5"/>
              <a:gd name="T6" fmla="*/ 2 w 128"/>
              <a:gd name="T7" fmla="*/ 5 h 5"/>
              <a:gd name="T8" fmla="*/ 126 w 128"/>
              <a:gd name="T9" fmla="*/ 5 h 5"/>
              <a:gd name="T10" fmla="*/ 128 w 128"/>
              <a:gd name="T11" fmla="*/ 3 h 5"/>
              <a:gd name="T12" fmla="*/ 126 w 12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5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126" y="5"/>
                  <a:pt x="126" y="5"/>
                  <a:pt x="126" y="5"/>
                </a:cubicBezTo>
                <a:cubicBezTo>
                  <a:pt x="127" y="5"/>
                  <a:pt x="128" y="4"/>
                  <a:pt x="128" y="3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4" name="Freeform 136"/>
          <p:cNvSpPr/>
          <p:nvPr/>
        </p:nvSpPr>
        <p:spPr bwMode="auto">
          <a:xfrm>
            <a:off x="568325" y="3419475"/>
            <a:ext cx="479425" cy="15875"/>
          </a:xfrm>
          <a:custGeom>
            <a:avLst/>
            <a:gdLst>
              <a:gd name="T0" fmla="*/ 126 w 128"/>
              <a:gd name="T1" fmla="*/ 0 h 4"/>
              <a:gd name="T2" fmla="*/ 2 w 128"/>
              <a:gd name="T3" fmla="*/ 0 h 4"/>
              <a:gd name="T4" fmla="*/ 0 w 128"/>
              <a:gd name="T5" fmla="*/ 2 h 4"/>
              <a:gd name="T6" fmla="*/ 2 w 128"/>
              <a:gd name="T7" fmla="*/ 4 h 4"/>
              <a:gd name="T8" fmla="*/ 126 w 128"/>
              <a:gd name="T9" fmla="*/ 4 h 4"/>
              <a:gd name="T10" fmla="*/ 128 w 128"/>
              <a:gd name="T11" fmla="*/ 2 h 4"/>
              <a:gd name="T12" fmla="*/ 126 w 128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4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7" y="4"/>
                  <a:pt x="128" y="3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5" name="Freeform 137"/>
          <p:cNvSpPr/>
          <p:nvPr/>
        </p:nvSpPr>
        <p:spPr bwMode="auto">
          <a:xfrm>
            <a:off x="568325" y="3502025"/>
            <a:ext cx="479425" cy="19050"/>
          </a:xfrm>
          <a:custGeom>
            <a:avLst/>
            <a:gdLst>
              <a:gd name="T0" fmla="*/ 126 w 128"/>
              <a:gd name="T1" fmla="*/ 0 h 5"/>
              <a:gd name="T2" fmla="*/ 2 w 128"/>
              <a:gd name="T3" fmla="*/ 0 h 5"/>
              <a:gd name="T4" fmla="*/ 0 w 128"/>
              <a:gd name="T5" fmla="*/ 2 h 5"/>
              <a:gd name="T6" fmla="*/ 2 w 128"/>
              <a:gd name="T7" fmla="*/ 5 h 5"/>
              <a:gd name="T8" fmla="*/ 126 w 128"/>
              <a:gd name="T9" fmla="*/ 5 h 5"/>
              <a:gd name="T10" fmla="*/ 128 w 128"/>
              <a:gd name="T11" fmla="*/ 2 h 5"/>
              <a:gd name="T12" fmla="*/ 126 w 12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5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126" y="5"/>
                  <a:pt x="126" y="5"/>
                  <a:pt x="126" y="5"/>
                </a:cubicBezTo>
                <a:cubicBezTo>
                  <a:pt x="127" y="5"/>
                  <a:pt x="128" y="4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6" name="Freeform 138"/>
          <p:cNvSpPr/>
          <p:nvPr/>
        </p:nvSpPr>
        <p:spPr bwMode="auto">
          <a:xfrm>
            <a:off x="568325" y="3584575"/>
            <a:ext cx="479425" cy="19050"/>
          </a:xfrm>
          <a:custGeom>
            <a:avLst/>
            <a:gdLst>
              <a:gd name="T0" fmla="*/ 126 w 128"/>
              <a:gd name="T1" fmla="*/ 0 h 5"/>
              <a:gd name="T2" fmla="*/ 2 w 128"/>
              <a:gd name="T3" fmla="*/ 0 h 5"/>
              <a:gd name="T4" fmla="*/ 0 w 128"/>
              <a:gd name="T5" fmla="*/ 2 h 5"/>
              <a:gd name="T6" fmla="*/ 2 w 128"/>
              <a:gd name="T7" fmla="*/ 5 h 5"/>
              <a:gd name="T8" fmla="*/ 126 w 128"/>
              <a:gd name="T9" fmla="*/ 5 h 5"/>
              <a:gd name="T10" fmla="*/ 128 w 128"/>
              <a:gd name="T11" fmla="*/ 2 h 5"/>
              <a:gd name="T12" fmla="*/ 126 w 128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5">
                <a:moveTo>
                  <a:pt x="126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126" y="5"/>
                  <a:pt x="126" y="5"/>
                  <a:pt x="126" y="5"/>
                </a:cubicBezTo>
                <a:cubicBezTo>
                  <a:pt x="127" y="5"/>
                  <a:pt x="128" y="4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7" name="Freeform 139"/>
          <p:cNvSpPr>
            <a:spLocks noEditPoints="1"/>
          </p:cNvSpPr>
          <p:nvPr/>
        </p:nvSpPr>
        <p:spPr bwMode="auto">
          <a:xfrm>
            <a:off x="11139488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2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2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8" name="Oval 140"/>
          <p:cNvSpPr>
            <a:spLocks noChangeArrowheads="1"/>
          </p:cNvSpPr>
          <p:nvPr/>
        </p:nvSpPr>
        <p:spPr bwMode="auto">
          <a:xfrm>
            <a:off x="11298238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9" name="Oval 141"/>
          <p:cNvSpPr>
            <a:spLocks noChangeArrowheads="1"/>
          </p:cNvSpPr>
          <p:nvPr/>
        </p:nvSpPr>
        <p:spPr bwMode="auto">
          <a:xfrm>
            <a:off x="11436350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0" name="Freeform 142"/>
          <p:cNvSpPr/>
          <p:nvPr/>
        </p:nvSpPr>
        <p:spPr bwMode="auto">
          <a:xfrm>
            <a:off x="11252200" y="2517775"/>
            <a:ext cx="255588" cy="79375"/>
          </a:xfrm>
          <a:custGeom>
            <a:avLst/>
            <a:gdLst>
              <a:gd name="T0" fmla="*/ 34 w 68"/>
              <a:gd name="T1" fmla="*/ 0 h 21"/>
              <a:gd name="T2" fmla="*/ 0 w 68"/>
              <a:gd name="T3" fmla="*/ 17 h 21"/>
              <a:gd name="T4" fmla="*/ 0 w 68"/>
              <a:gd name="T5" fmla="*/ 18 h 21"/>
              <a:gd name="T6" fmla="*/ 2 w 68"/>
              <a:gd name="T7" fmla="*/ 20 h 21"/>
              <a:gd name="T8" fmla="*/ 4 w 68"/>
              <a:gd name="T9" fmla="*/ 19 h 21"/>
              <a:gd name="T10" fmla="*/ 8 w 68"/>
              <a:gd name="T11" fmla="*/ 15 h 21"/>
              <a:gd name="T12" fmla="*/ 20 w 68"/>
              <a:gd name="T13" fmla="*/ 7 h 21"/>
              <a:gd name="T14" fmla="*/ 34 w 68"/>
              <a:gd name="T15" fmla="*/ 4 h 21"/>
              <a:gd name="T16" fmla="*/ 48 w 68"/>
              <a:gd name="T17" fmla="*/ 7 h 21"/>
              <a:gd name="T18" fmla="*/ 60 w 68"/>
              <a:gd name="T19" fmla="*/ 15 h 21"/>
              <a:gd name="T20" fmla="*/ 64 w 68"/>
              <a:gd name="T21" fmla="*/ 19 h 21"/>
              <a:gd name="T22" fmla="*/ 68 w 68"/>
              <a:gd name="T23" fmla="*/ 18 h 21"/>
              <a:gd name="T24" fmla="*/ 68 w 68"/>
              <a:gd name="T25" fmla="*/ 17 h 21"/>
              <a:gd name="T26" fmla="*/ 34 w 68"/>
              <a:gd name="T27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8" h="21">
                <a:moveTo>
                  <a:pt x="34" y="0"/>
                </a:moveTo>
                <a:cubicBezTo>
                  <a:pt x="20" y="0"/>
                  <a:pt x="8" y="6"/>
                  <a:pt x="0" y="17"/>
                </a:cubicBezTo>
                <a:cubicBezTo>
                  <a:pt x="0" y="17"/>
                  <a:pt x="0" y="18"/>
                  <a:pt x="0" y="18"/>
                </a:cubicBezTo>
                <a:cubicBezTo>
                  <a:pt x="0" y="19"/>
                  <a:pt x="1" y="20"/>
                  <a:pt x="2" y="20"/>
                </a:cubicBezTo>
                <a:cubicBezTo>
                  <a:pt x="3" y="20"/>
                  <a:pt x="3" y="20"/>
                  <a:pt x="4" y="19"/>
                </a:cubicBezTo>
                <a:cubicBezTo>
                  <a:pt x="5" y="18"/>
                  <a:pt x="6" y="16"/>
                  <a:pt x="8" y="15"/>
                </a:cubicBezTo>
                <a:cubicBezTo>
                  <a:pt x="11" y="12"/>
                  <a:pt x="15" y="9"/>
                  <a:pt x="20" y="7"/>
                </a:cubicBezTo>
                <a:cubicBezTo>
                  <a:pt x="24" y="5"/>
                  <a:pt x="29" y="4"/>
                  <a:pt x="34" y="4"/>
                </a:cubicBezTo>
                <a:cubicBezTo>
                  <a:pt x="39" y="4"/>
                  <a:pt x="44" y="5"/>
                  <a:pt x="48" y="7"/>
                </a:cubicBezTo>
                <a:cubicBezTo>
                  <a:pt x="53" y="9"/>
                  <a:pt x="57" y="12"/>
                  <a:pt x="60" y="15"/>
                </a:cubicBezTo>
                <a:cubicBezTo>
                  <a:pt x="62" y="16"/>
                  <a:pt x="63" y="18"/>
                  <a:pt x="64" y="19"/>
                </a:cubicBezTo>
                <a:cubicBezTo>
                  <a:pt x="66" y="21"/>
                  <a:pt x="68" y="20"/>
                  <a:pt x="68" y="18"/>
                </a:cubicBezTo>
                <a:cubicBezTo>
                  <a:pt x="68" y="18"/>
                  <a:pt x="68" y="17"/>
                  <a:pt x="68" y="17"/>
                </a:cubicBezTo>
                <a:cubicBezTo>
                  <a:pt x="60" y="6"/>
                  <a:pt x="48" y="0"/>
                  <a:pt x="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1" name="Freeform 143"/>
          <p:cNvSpPr>
            <a:spLocks noEditPoints="1"/>
          </p:cNvSpPr>
          <p:nvPr/>
        </p:nvSpPr>
        <p:spPr bwMode="auto">
          <a:xfrm>
            <a:off x="11482388" y="2424113"/>
            <a:ext cx="69850" cy="101600"/>
          </a:xfrm>
          <a:custGeom>
            <a:avLst/>
            <a:gdLst>
              <a:gd name="T0" fmla="*/ 9 w 19"/>
              <a:gd name="T1" fmla="*/ 0 h 27"/>
              <a:gd name="T2" fmla="*/ 0 w 19"/>
              <a:gd name="T3" fmla="*/ 17 h 27"/>
              <a:gd name="T4" fmla="*/ 9 w 19"/>
              <a:gd name="T5" fmla="*/ 27 h 27"/>
              <a:gd name="T6" fmla="*/ 19 w 19"/>
              <a:gd name="T7" fmla="*/ 17 h 27"/>
              <a:gd name="T8" fmla="*/ 9 w 19"/>
              <a:gd name="T9" fmla="*/ 0 h 27"/>
              <a:gd name="T10" fmla="*/ 11 w 19"/>
              <a:gd name="T11" fmla="*/ 10 h 27"/>
              <a:gd name="T12" fmla="*/ 14 w 19"/>
              <a:gd name="T13" fmla="*/ 17 h 27"/>
              <a:gd name="T14" fmla="*/ 9 w 19"/>
              <a:gd name="T15" fmla="*/ 22 h 27"/>
              <a:gd name="T16" fmla="*/ 5 w 19"/>
              <a:gd name="T17" fmla="*/ 17 h 27"/>
              <a:gd name="T18" fmla="*/ 8 w 19"/>
              <a:gd name="T19" fmla="*/ 10 h 27"/>
              <a:gd name="T20" fmla="*/ 9 w 19"/>
              <a:gd name="T21" fmla="*/ 7 h 27"/>
              <a:gd name="T22" fmla="*/ 11 w 19"/>
              <a:gd name="T23" fmla="*/ 9 h 27"/>
              <a:gd name="T24" fmla="*/ 11 w 19"/>
              <a:gd name="T25" fmla="*/ 10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" h="27">
                <a:moveTo>
                  <a:pt x="9" y="0"/>
                </a:moveTo>
                <a:cubicBezTo>
                  <a:pt x="8" y="0"/>
                  <a:pt x="0" y="11"/>
                  <a:pt x="0" y="17"/>
                </a:cubicBezTo>
                <a:cubicBezTo>
                  <a:pt x="0" y="22"/>
                  <a:pt x="4" y="27"/>
                  <a:pt x="9" y="27"/>
                </a:cubicBezTo>
                <a:cubicBezTo>
                  <a:pt x="15" y="27"/>
                  <a:pt x="19" y="22"/>
                  <a:pt x="19" y="17"/>
                </a:cubicBezTo>
                <a:cubicBezTo>
                  <a:pt x="19" y="11"/>
                  <a:pt x="11" y="0"/>
                  <a:pt x="9" y="0"/>
                </a:cubicBezTo>
                <a:close/>
                <a:moveTo>
                  <a:pt x="11" y="10"/>
                </a:moveTo>
                <a:cubicBezTo>
                  <a:pt x="13" y="14"/>
                  <a:pt x="14" y="16"/>
                  <a:pt x="14" y="17"/>
                </a:cubicBezTo>
                <a:cubicBezTo>
                  <a:pt x="14" y="20"/>
                  <a:pt x="12" y="22"/>
                  <a:pt x="9" y="22"/>
                </a:cubicBezTo>
                <a:cubicBezTo>
                  <a:pt x="7" y="22"/>
                  <a:pt x="5" y="20"/>
                  <a:pt x="5" y="17"/>
                </a:cubicBezTo>
                <a:cubicBezTo>
                  <a:pt x="5" y="16"/>
                  <a:pt x="5" y="14"/>
                  <a:pt x="8" y="10"/>
                </a:cubicBezTo>
                <a:cubicBezTo>
                  <a:pt x="9" y="7"/>
                  <a:pt x="9" y="7"/>
                  <a:pt x="9" y="7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10"/>
                  <a:pt x="11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2" name="Freeform 144"/>
          <p:cNvSpPr>
            <a:spLocks noEditPoints="1"/>
          </p:cNvSpPr>
          <p:nvPr/>
        </p:nvSpPr>
        <p:spPr bwMode="auto">
          <a:xfrm>
            <a:off x="10179050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6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6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3" name="Oval 145"/>
          <p:cNvSpPr>
            <a:spLocks noChangeArrowheads="1"/>
          </p:cNvSpPr>
          <p:nvPr/>
        </p:nvSpPr>
        <p:spPr bwMode="auto">
          <a:xfrm>
            <a:off x="10336213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4" name="Oval 146"/>
          <p:cNvSpPr>
            <a:spLocks noChangeArrowheads="1"/>
          </p:cNvSpPr>
          <p:nvPr/>
        </p:nvSpPr>
        <p:spPr bwMode="auto">
          <a:xfrm>
            <a:off x="10475913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5" name="Freeform 147"/>
          <p:cNvSpPr/>
          <p:nvPr/>
        </p:nvSpPr>
        <p:spPr bwMode="auto">
          <a:xfrm>
            <a:off x="10340975" y="2525713"/>
            <a:ext cx="157163" cy="55563"/>
          </a:xfrm>
          <a:custGeom>
            <a:avLst/>
            <a:gdLst>
              <a:gd name="T0" fmla="*/ 39 w 42"/>
              <a:gd name="T1" fmla="*/ 5 h 15"/>
              <a:gd name="T2" fmla="*/ 38 w 42"/>
              <a:gd name="T3" fmla="*/ 6 h 15"/>
              <a:gd name="T4" fmla="*/ 38 w 42"/>
              <a:gd name="T5" fmla="*/ 6 h 15"/>
              <a:gd name="T6" fmla="*/ 32 w 42"/>
              <a:gd name="T7" fmla="*/ 10 h 15"/>
              <a:gd name="T8" fmla="*/ 24 w 42"/>
              <a:gd name="T9" fmla="*/ 8 h 15"/>
              <a:gd name="T10" fmla="*/ 24 w 42"/>
              <a:gd name="T11" fmla="*/ 8 h 15"/>
              <a:gd name="T12" fmla="*/ 9 w 42"/>
              <a:gd name="T13" fmla="*/ 1 h 15"/>
              <a:gd name="T14" fmla="*/ 0 w 42"/>
              <a:gd name="T15" fmla="*/ 8 h 15"/>
              <a:gd name="T16" fmla="*/ 0 w 42"/>
              <a:gd name="T17" fmla="*/ 10 h 15"/>
              <a:gd name="T18" fmla="*/ 3 w 42"/>
              <a:gd name="T19" fmla="*/ 11 h 15"/>
              <a:gd name="T20" fmla="*/ 4 w 42"/>
              <a:gd name="T21" fmla="*/ 10 h 15"/>
              <a:gd name="T22" fmla="*/ 4 w 42"/>
              <a:gd name="T23" fmla="*/ 10 h 15"/>
              <a:gd name="T24" fmla="*/ 10 w 42"/>
              <a:gd name="T25" fmla="*/ 6 h 15"/>
              <a:gd name="T26" fmla="*/ 12 w 42"/>
              <a:gd name="T27" fmla="*/ 5 h 15"/>
              <a:gd name="T28" fmla="*/ 18 w 42"/>
              <a:gd name="T29" fmla="*/ 8 h 15"/>
              <a:gd name="T30" fmla="*/ 18 w 42"/>
              <a:gd name="T31" fmla="*/ 8 h 15"/>
              <a:gd name="T32" fmla="*/ 30 w 42"/>
              <a:gd name="T33" fmla="*/ 15 h 15"/>
              <a:gd name="T34" fmla="*/ 33 w 42"/>
              <a:gd name="T35" fmla="*/ 15 h 15"/>
              <a:gd name="T36" fmla="*/ 42 w 42"/>
              <a:gd name="T37" fmla="*/ 8 h 15"/>
              <a:gd name="T38" fmla="*/ 42 w 42"/>
              <a:gd name="T39" fmla="*/ 6 h 15"/>
              <a:gd name="T40" fmla="*/ 39 w 42"/>
              <a:gd name="T41" fmla="*/ 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2" h="15">
                <a:moveTo>
                  <a:pt x="39" y="5"/>
                </a:moveTo>
                <a:cubicBezTo>
                  <a:pt x="39" y="5"/>
                  <a:pt x="38" y="5"/>
                  <a:pt x="38" y="6"/>
                </a:cubicBezTo>
                <a:cubicBezTo>
                  <a:pt x="38" y="6"/>
                  <a:pt x="38" y="6"/>
                  <a:pt x="38" y="6"/>
                </a:cubicBezTo>
                <a:cubicBezTo>
                  <a:pt x="37" y="8"/>
                  <a:pt x="35" y="10"/>
                  <a:pt x="32" y="10"/>
                </a:cubicBezTo>
                <a:cubicBezTo>
                  <a:pt x="29" y="11"/>
                  <a:pt x="26" y="10"/>
                  <a:pt x="24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1" y="2"/>
                  <a:pt x="14" y="0"/>
                  <a:pt x="9" y="1"/>
                </a:cubicBezTo>
                <a:cubicBezTo>
                  <a:pt x="5" y="2"/>
                  <a:pt x="2" y="5"/>
                  <a:pt x="0" y="8"/>
                </a:cubicBezTo>
                <a:cubicBezTo>
                  <a:pt x="0" y="9"/>
                  <a:pt x="0" y="9"/>
                  <a:pt x="0" y="10"/>
                </a:cubicBezTo>
                <a:cubicBezTo>
                  <a:pt x="0" y="11"/>
                  <a:pt x="1" y="12"/>
                  <a:pt x="3" y="11"/>
                </a:cubicBezTo>
                <a:cubicBezTo>
                  <a:pt x="3" y="11"/>
                  <a:pt x="4" y="11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5" y="8"/>
                  <a:pt x="7" y="6"/>
                  <a:pt x="10" y="6"/>
                </a:cubicBezTo>
                <a:cubicBezTo>
                  <a:pt x="10" y="5"/>
                  <a:pt x="11" y="5"/>
                  <a:pt x="12" y="5"/>
                </a:cubicBezTo>
                <a:cubicBezTo>
                  <a:pt x="14" y="5"/>
                  <a:pt x="17" y="6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21" y="13"/>
                  <a:pt x="25" y="15"/>
                  <a:pt x="30" y="15"/>
                </a:cubicBezTo>
                <a:cubicBezTo>
                  <a:pt x="31" y="15"/>
                  <a:pt x="32" y="15"/>
                  <a:pt x="33" y="15"/>
                </a:cubicBezTo>
                <a:cubicBezTo>
                  <a:pt x="37" y="14"/>
                  <a:pt x="40" y="11"/>
                  <a:pt x="42" y="8"/>
                </a:cubicBezTo>
                <a:cubicBezTo>
                  <a:pt x="42" y="7"/>
                  <a:pt x="42" y="7"/>
                  <a:pt x="42" y="6"/>
                </a:cubicBezTo>
                <a:cubicBezTo>
                  <a:pt x="42" y="5"/>
                  <a:pt x="41" y="4"/>
                  <a:pt x="39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6" name="Freeform 148"/>
          <p:cNvSpPr>
            <a:spLocks noEditPoints="1"/>
          </p:cNvSpPr>
          <p:nvPr/>
        </p:nvSpPr>
        <p:spPr bwMode="auto">
          <a:xfrm>
            <a:off x="9217025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7" name="Oval 149"/>
          <p:cNvSpPr>
            <a:spLocks noChangeArrowheads="1"/>
          </p:cNvSpPr>
          <p:nvPr/>
        </p:nvSpPr>
        <p:spPr bwMode="auto">
          <a:xfrm>
            <a:off x="9375775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8" name="Oval 150"/>
          <p:cNvSpPr>
            <a:spLocks noChangeArrowheads="1"/>
          </p:cNvSpPr>
          <p:nvPr/>
        </p:nvSpPr>
        <p:spPr bwMode="auto">
          <a:xfrm>
            <a:off x="9513888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9" name="Freeform 151"/>
          <p:cNvSpPr/>
          <p:nvPr/>
        </p:nvSpPr>
        <p:spPr bwMode="auto">
          <a:xfrm>
            <a:off x="9329738" y="2517775"/>
            <a:ext cx="255588" cy="76200"/>
          </a:xfrm>
          <a:custGeom>
            <a:avLst/>
            <a:gdLst>
              <a:gd name="T0" fmla="*/ 34 w 68"/>
              <a:gd name="T1" fmla="*/ 0 h 20"/>
              <a:gd name="T2" fmla="*/ 0 w 68"/>
              <a:gd name="T3" fmla="*/ 17 h 20"/>
              <a:gd name="T4" fmla="*/ 0 w 68"/>
              <a:gd name="T5" fmla="*/ 18 h 20"/>
              <a:gd name="T6" fmla="*/ 2 w 68"/>
              <a:gd name="T7" fmla="*/ 20 h 20"/>
              <a:gd name="T8" fmla="*/ 4 w 68"/>
              <a:gd name="T9" fmla="*/ 19 h 20"/>
              <a:gd name="T10" fmla="*/ 8 w 68"/>
              <a:gd name="T11" fmla="*/ 15 h 20"/>
              <a:gd name="T12" fmla="*/ 20 w 68"/>
              <a:gd name="T13" fmla="*/ 7 h 20"/>
              <a:gd name="T14" fmla="*/ 34 w 68"/>
              <a:gd name="T15" fmla="*/ 4 h 20"/>
              <a:gd name="T16" fmla="*/ 48 w 68"/>
              <a:gd name="T17" fmla="*/ 7 h 20"/>
              <a:gd name="T18" fmla="*/ 60 w 68"/>
              <a:gd name="T19" fmla="*/ 15 h 20"/>
              <a:gd name="T20" fmla="*/ 64 w 68"/>
              <a:gd name="T21" fmla="*/ 19 h 20"/>
              <a:gd name="T22" fmla="*/ 64 w 68"/>
              <a:gd name="T23" fmla="*/ 19 h 20"/>
              <a:gd name="T24" fmla="*/ 64 w 68"/>
              <a:gd name="T25" fmla="*/ 20 h 20"/>
              <a:gd name="T26" fmla="*/ 66 w 68"/>
              <a:gd name="T27" fmla="*/ 20 h 20"/>
              <a:gd name="T28" fmla="*/ 68 w 68"/>
              <a:gd name="T29" fmla="*/ 18 h 20"/>
              <a:gd name="T30" fmla="*/ 68 w 68"/>
              <a:gd name="T31" fmla="*/ 17 h 20"/>
              <a:gd name="T32" fmla="*/ 34 w 68"/>
              <a:gd name="T33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8" h="20">
                <a:moveTo>
                  <a:pt x="34" y="0"/>
                </a:moveTo>
                <a:cubicBezTo>
                  <a:pt x="20" y="0"/>
                  <a:pt x="8" y="6"/>
                  <a:pt x="0" y="17"/>
                </a:cubicBezTo>
                <a:cubicBezTo>
                  <a:pt x="0" y="17"/>
                  <a:pt x="0" y="18"/>
                  <a:pt x="0" y="18"/>
                </a:cubicBezTo>
                <a:cubicBezTo>
                  <a:pt x="0" y="19"/>
                  <a:pt x="1" y="20"/>
                  <a:pt x="2" y="20"/>
                </a:cubicBezTo>
                <a:cubicBezTo>
                  <a:pt x="3" y="20"/>
                  <a:pt x="3" y="20"/>
                  <a:pt x="4" y="19"/>
                </a:cubicBezTo>
                <a:cubicBezTo>
                  <a:pt x="5" y="18"/>
                  <a:pt x="6" y="16"/>
                  <a:pt x="8" y="15"/>
                </a:cubicBezTo>
                <a:cubicBezTo>
                  <a:pt x="11" y="12"/>
                  <a:pt x="15" y="9"/>
                  <a:pt x="20" y="7"/>
                </a:cubicBezTo>
                <a:cubicBezTo>
                  <a:pt x="24" y="5"/>
                  <a:pt x="29" y="4"/>
                  <a:pt x="34" y="4"/>
                </a:cubicBezTo>
                <a:cubicBezTo>
                  <a:pt x="39" y="4"/>
                  <a:pt x="44" y="5"/>
                  <a:pt x="48" y="7"/>
                </a:cubicBezTo>
                <a:cubicBezTo>
                  <a:pt x="53" y="9"/>
                  <a:pt x="57" y="12"/>
                  <a:pt x="60" y="15"/>
                </a:cubicBezTo>
                <a:cubicBezTo>
                  <a:pt x="62" y="16"/>
                  <a:pt x="63" y="18"/>
                  <a:pt x="64" y="19"/>
                </a:cubicBezTo>
                <a:cubicBezTo>
                  <a:pt x="64" y="19"/>
                  <a:pt x="64" y="19"/>
                  <a:pt x="64" y="19"/>
                </a:cubicBezTo>
                <a:cubicBezTo>
                  <a:pt x="64" y="20"/>
                  <a:pt x="64" y="20"/>
                  <a:pt x="64" y="20"/>
                </a:cubicBezTo>
                <a:cubicBezTo>
                  <a:pt x="65" y="20"/>
                  <a:pt x="65" y="20"/>
                  <a:pt x="66" y="20"/>
                </a:cubicBezTo>
                <a:cubicBezTo>
                  <a:pt x="67" y="20"/>
                  <a:pt x="68" y="19"/>
                  <a:pt x="68" y="18"/>
                </a:cubicBezTo>
                <a:cubicBezTo>
                  <a:pt x="68" y="18"/>
                  <a:pt x="68" y="17"/>
                  <a:pt x="68" y="17"/>
                </a:cubicBezTo>
                <a:cubicBezTo>
                  <a:pt x="60" y="6"/>
                  <a:pt x="48" y="0"/>
                  <a:pt x="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0" name="Freeform 152"/>
          <p:cNvSpPr/>
          <p:nvPr/>
        </p:nvSpPr>
        <p:spPr bwMode="auto">
          <a:xfrm>
            <a:off x="9382125" y="2292350"/>
            <a:ext cx="150813" cy="82550"/>
          </a:xfrm>
          <a:custGeom>
            <a:avLst/>
            <a:gdLst>
              <a:gd name="T0" fmla="*/ 18 w 40"/>
              <a:gd name="T1" fmla="*/ 21 h 22"/>
              <a:gd name="T2" fmla="*/ 22 w 40"/>
              <a:gd name="T3" fmla="*/ 21 h 22"/>
              <a:gd name="T4" fmla="*/ 39 w 40"/>
              <a:gd name="T5" fmla="*/ 4 h 22"/>
              <a:gd name="T6" fmla="*/ 39 w 40"/>
              <a:gd name="T7" fmla="*/ 1 h 22"/>
              <a:gd name="T8" fmla="*/ 36 w 40"/>
              <a:gd name="T9" fmla="*/ 1 h 22"/>
              <a:gd name="T10" fmla="*/ 20 w 40"/>
              <a:gd name="T11" fmla="*/ 16 h 22"/>
              <a:gd name="T12" fmla="*/ 4 w 40"/>
              <a:gd name="T13" fmla="*/ 1 h 22"/>
              <a:gd name="T14" fmla="*/ 3 w 40"/>
              <a:gd name="T15" fmla="*/ 0 h 22"/>
              <a:gd name="T16" fmla="*/ 1 w 40"/>
              <a:gd name="T17" fmla="*/ 1 h 22"/>
              <a:gd name="T18" fmla="*/ 1 w 40"/>
              <a:gd name="T19" fmla="*/ 4 h 22"/>
              <a:gd name="T20" fmla="*/ 18 w 40"/>
              <a:gd name="T21" fmla="*/ 21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" h="22">
                <a:moveTo>
                  <a:pt x="18" y="21"/>
                </a:moveTo>
                <a:cubicBezTo>
                  <a:pt x="19" y="22"/>
                  <a:pt x="21" y="22"/>
                  <a:pt x="22" y="21"/>
                </a:cubicBezTo>
                <a:cubicBezTo>
                  <a:pt x="39" y="4"/>
                  <a:pt x="39" y="4"/>
                  <a:pt x="39" y="4"/>
                </a:cubicBezTo>
                <a:cubicBezTo>
                  <a:pt x="40" y="3"/>
                  <a:pt x="40" y="1"/>
                  <a:pt x="39" y="1"/>
                </a:cubicBezTo>
                <a:cubicBezTo>
                  <a:pt x="38" y="0"/>
                  <a:pt x="36" y="0"/>
                  <a:pt x="36" y="1"/>
                </a:cubicBezTo>
                <a:cubicBezTo>
                  <a:pt x="20" y="16"/>
                  <a:pt x="20" y="16"/>
                  <a:pt x="20" y="16"/>
                </a:cubicBezTo>
                <a:cubicBezTo>
                  <a:pt x="4" y="1"/>
                  <a:pt x="4" y="1"/>
                  <a:pt x="4" y="1"/>
                </a:cubicBezTo>
                <a:cubicBezTo>
                  <a:pt x="4" y="0"/>
                  <a:pt x="3" y="0"/>
                  <a:pt x="3" y="0"/>
                </a:cubicBezTo>
                <a:cubicBezTo>
                  <a:pt x="2" y="0"/>
                  <a:pt x="2" y="0"/>
                  <a:pt x="1" y="1"/>
                </a:cubicBezTo>
                <a:cubicBezTo>
                  <a:pt x="0" y="1"/>
                  <a:pt x="0" y="3"/>
                  <a:pt x="1" y="4"/>
                </a:cubicBezTo>
                <a:lnTo>
                  <a:pt x="18" y="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1" name="Freeform 153"/>
          <p:cNvSpPr>
            <a:spLocks noEditPoints="1"/>
          </p:cNvSpPr>
          <p:nvPr/>
        </p:nvSpPr>
        <p:spPr bwMode="auto">
          <a:xfrm>
            <a:off x="8256588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2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2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2" name="Oval 154"/>
          <p:cNvSpPr>
            <a:spLocks noChangeArrowheads="1"/>
          </p:cNvSpPr>
          <p:nvPr/>
        </p:nvSpPr>
        <p:spPr bwMode="auto">
          <a:xfrm>
            <a:off x="8413750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3" name="Oval 155"/>
          <p:cNvSpPr>
            <a:spLocks noChangeArrowheads="1"/>
          </p:cNvSpPr>
          <p:nvPr/>
        </p:nvSpPr>
        <p:spPr bwMode="auto">
          <a:xfrm>
            <a:off x="8553450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" name="Freeform 156"/>
          <p:cNvSpPr/>
          <p:nvPr/>
        </p:nvSpPr>
        <p:spPr bwMode="auto">
          <a:xfrm>
            <a:off x="8369300" y="2517775"/>
            <a:ext cx="255588" cy="79375"/>
          </a:xfrm>
          <a:custGeom>
            <a:avLst/>
            <a:gdLst>
              <a:gd name="T0" fmla="*/ 34 w 68"/>
              <a:gd name="T1" fmla="*/ 0 h 21"/>
              <a:gd name="T2" fmla="*/ 0 w 68"/>
              <a:gd name="T3" fmla="*/ 17 h 21"/>
              <a:gd name="T4" fmla="*/ 0 w 68"/>
              <a:gd name="T5" fmla="*/ 18 h 21"/>
              <a:gd name="T6" fmla="*/ 2 w 68"/>
              <a:gd name="T7" fmla="*/ 20 h 21"/>
              <a:gd name="T8" fmla="*/ 4 w 68"/>
              <a:gd name="T9" fmla="*/ 19 h 21"/>
              <a:gd name="T10" fmla="*/ 8 w 68"/>
              <a:gd name="T11" fmla="*/ 15 h 21"/>
              <a:gd name="T12" fmla="*/ 20 w 68"/>
              <a:gd name="T13" fmla="*/ 7 h 21"/>
              <a:gd name="T14" fmla="*/ 34 w 68"/>
              <a:gd name="T15" fmla="*/ 4 h 21"/>
              <a:gd name="T16" fmla="*/ 48 w 68"/>
              <a:gd name="T17" fmla="*/ 7 h 21"/>
              <a:gd name="T18" fmla="*/ 60 w 68"/>
              <a:gd name="T19" fmla="*/ 15 h 21"/>
              <a:gd name="T20" fmla="*/ 64 w 68"/>
              <a:gd name="T21" fmla="*/ 19 h 21"/>
              <a:gd name="T22" fmla="*/ 68 w 68"/>
              <a:gd name="T23" fmla="*/ 18 h 21"/>
              <a:gd name="T24" fmla="*/ 68 w 68"/>
              <a:gd name="T25" fmla="*/ 17 h 21"/>
              <a:gd name="T26" fmla="*/ 34 w 68"/>
              <a:gd name="T27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8" h="21">
                <a:moveTo>
                  <a:pt x="34" y="0"/>
                </a:moveTo>
                <a:cubicBezTo>
                  <a:pt x="20" y="0"/>
                  <a:pt x="8" y="6"/>
                  <a:pt x="0" y="17"/>
                </a:cubicBezTo>
                <a:cubicBezTo>
                  <a:pt x="0" y="17"/>
                  <a:pt x="0" y="18"/>
                  <a:pt x="0" y="18"/>
                </a:cubicBezTo>
                <a:cubicBezTo>
                  <a:pt x="0" y="19"/>
                  <a:pt x="1" y="20"/>
                  <a:pt x="2" y="20"/>
                </a:cubicBezTo>
                <a:cubicBezTo>
                  <a:pt x="3" y="20"/>
                  <a:pt x="3" y="20"/>
                  <a:pt x="4" y="19"/>
                </a:cubicBezTo>
                <a:cubicBezTo>
                  <a:pt x="5" y="18"/>
                  <a:pt x="6" y="16"/>
                  <a:pt x="8" y="15"/>
                </a:cubicBezTo>
                <a:cubicBezTo>
                  <a:pt x="11" y="12"/>
                  <a:pt x="15" y="9"/>
                  <a:pt x="20" y="7"/>
                </a:cubicBezTo>
                <a:cubicBezTo>
                  <a:pt x="24" y="5"/>
                  <a:pt x="29" y="4"/>
                  <a:pt x="34" y="4"/>
                </a:cubicBezTo>
                <a:cubicBezTo>
                  <a:pt x="39" y="4"/>
                  <a:pt x="44" y="5"/>
                  <a:pt x="48" y="7"/>
                </a:cubicBezTo>
                <a:cubicBezTo>
                  <a:pt x="53" y="9"/>
                  <a:pt x="57" y="12"/>
                  <a:pt x="60" y="15"/>
                </a:cubicBezTo>
                <a:cubicBezTo>
                  <a:pt x="62" y="16"/>
                  <a:pt x="63" y="18"/>
                  <a:pt x="64" y="19"/>
                </a:cubicBezTo>
                <a:cubicBezTo>
                  <a:pt x="66" y="21"/>
                  <a:pt x="68" y="20"/>
                  <a:pt x="68" y="18"/>
                </a:cubicBezTo>
                <a:cubicBezTo>
                  <a:pt x="68" y="18"/>
                  <a:pt x="68" y="17"/>
                  <a:pt x="68" y="17"/>
                </a:cubicBezTo>
                <a:cubicBezTo>
                  <a:pt x="60" y="6"/>
                  <a:pt x="48" y="0"/>
                  <a:pt x="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5" name="Freeform 157"/>
          <p:cNvSpPr>
            <a:spLocks noEditPoints="1"/>
          </p:cNvSpPr>
          <p:nvPr/>
        </p:nvSpPr>
        <p:spPr bwMode="auto">
          <a:xfrm>
            <a:off x="7296150" y="2225675"/>
            <a:ext cx="479425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6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6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6" name="Oval 158"/>
          <p:cNvSpPr>
            <a:spLocks noChangeArrowheads="1"/>
          </p:cNvSpPr>
          <p:nvPr/>
        </p:nvSpPr>
        <p:spPr bwMode="auto">
          <a:xfrm>
            <a:off x="7453313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7" name="Oval 159"/>
          <p:cNvSpPr>
            <a:spLocks noChangeArrowheads="1"/>
          </p:cNvSpPr>
          <p:nvPr/>
        </p:nvSpPr>
        <p:spPr bwMode="auto">
          <a:xfrm>
            <a:off x="7591425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8" name="Freeform 160"/>
          <p:cNvSpPr>
            <a:spLocks noEditPoints="1"/>
          </p:cNvSpPr>
          <p:nvPr/>
        </p:nvSpPr>
        <p:spPr bwMode="auto">
          <a:xfrm>
            <a:off x="7497763" y="2533650"/>
            <a:ext cx="76200" cy="74613"/>
          </a:xfrm>
          <a:custGeom>
            <a:avLst/>
            <a:gdLst>
              <a:gd name="T0" fmla="*/ 10 w 20"/>
              <a:gd name="T1" fmla="*/ 0 h 20"/>
              <a:gd name="T2" fmla="*/ 0 w 20"/>
              <a:gd name="T3" fmla="*/ 10 h 20"/>
              <a:gd name="T4" fmla="*/ 10 w 20"/>
              <a:gd name="T5" fmla="*/ 20 h 20"/>
              <a:gd name="T6" fmla="*/ 20 w 20"/>
              <a:gd name="T7" fmla="*/ 10 h 20"/>
              <a:gd name="T8" fmla="*/ 10 w 20"/>
              <a:gd name="T9" fmla="*/ 0 h 20"/>
              <a:gd name="T10" fmla="*/ 10 w 20"/>
              <a:gd name="T11" fmla="*/ 15 h 20"/>
              <a:gd name="T12" fmla="*/ 5 w 20"/>
              <a:gd name="T13" fmla="*/ 10 h 20"/>
              <a:gd name="T14" fmla="*/ 10 w 20"/>
              <a:gd name="T15" fmla="*/ 5 h 20"/>
              <a:gd name="T16" fmla="*/ 15 w 20"/>
              <a:gd name="T17" fmla="*/ 10 h 20"/>
              <a:gd name="T18" fmla="*/ 10 w 20"/>
              <a:gd name="T19" fmla="*/ 15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" h="20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cubicBezTo>
                  <a:pt x="0" y="15"/>
                  <a:pt x="5" y="20"/>
                  <a:pt x="10" y="20"/>
                </a:cubicBezTo>
                <a:cubicBezTo>
                  <a:pt x="15" y="20"/>
                  <a:pt x="20" y="15"/>
                  <a:pt x="20" y="10"/>
                </a:cubicBezTo>
                <a:cubicBezTo>
                  <a:pt x="20" y="5"/>
                  <a:pt x="15" y="0"/>
                  <a:pt x="10" y="0"/>
                </a:cubicBezTo>
                <a:close/>
                <a:moveTo>
                  <a:pt x="10" y="15"/>
                </a:moveTo>
                <a:cubicBezTo>
                  <a:pt x="7" y="15"/>
                  <a:pt x="5" y="13"/>
                  <a:pt x="5" y="10"/>
                </a:cubicBezTo>
                <a:cubicBezTo>
                  <a:pt x="5" y="7"/>
                  <a:pt x="7" y="5"/>
                  <a:pt x="10" y="5"/>
                </a:cubicBezTo>
                <a:cubicBezTo>
                  <a:pt x="13" y="5"/>
                  <a:pt x="15" y="7"/>
                  <a:pt x="15" y="10"/>
                </a:cubicBezTo>
                <a:cubicBezTo>
                  <a:pt x="15" y="13"/>
                  <a:pt x="13" y="15"/>
                  <a:pt x="10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9" name="Freeform 161"/>
          <p:cNvSpPr>
            <a:spLocks noEditPoints="1"/>
          </p:cNvSpPr>
          <p:nvPr/>
        </p:nvSpPr>
        <p:spPr bwMode="auto">
          <a:xfrm>
            <a:off x="6334125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0" name="Oval 162"/>
          <p:cNvSpPr>
            <a:spLocks noChangeArrowheads="1"/>
          </p:cNvSpPr>
          <p:nvPr/>
        </p:nvSpPr>
        <p:spPr bwMode="auto">
          <a:xfrm>
            <a:off x="6491288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1" name="Oval 163"/>
          <p:cNvSpPr>
            <a:spLocks noChangeArrowheads="1"/>
          </p:cNvSpPr>
          <p:nvPr/>
        </p:nvSpPr>
        <p:spPr bwMode="auto">
          <a:xfrm>
            <a:off x="6630988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2" name="Freeform 164"/>
          <p:cNvSpPr>
            <a:spLocks noEditPoints="1"/>
          </p:cNvSpPr>
          <p:nvPr/>
        </p:nvSpPr>
        <p:spPr bwMode="auto">
          <a:xfrm>
            <a:off x="6416675" y="2468563"/>
            <a:ext cx="315913" cy="153988"/>
          </a:xfrm>
          <a:custGeom>
            <a:avLst/>
            <a:gdLst>
              <a:gd name="T0" fmla="*/ 81 w 84"/>
              <a:gd name="T1" fmla="*/ 0 h 41"/>
              <a:gd name="T2" fmla="*/ 3 w 84"/>
              <a:gd name="T3" fmla="*/ 0 h 41"/>
              <a:gd name="T4" fmla="*/ 0 w 84"/>
              <a:gd name="T5" fmla="*/ 3 h 41"/>
              <a:gd name="T6" fmla="*/ 0 w 84"/>
              <a:gd name="T7" fmla="*/ 3 h 41"/>
              <a:gd name="T8" fmla="*/ 42 w 84"/>
              <a:gd name="T9" fmla="*/ 41 h 41"/>
              <a:gd name="T10" fmla="*/ 42 w 84"/>
              <a:gd name="T11" fmla="*/ 41 h 41"/>
              <a:gd name="T12" fmla="*/ 84 w 84"/>
              <a:gd name="T13" fmla="*/ 3 h 41"/>
              <a:gd name="T14" fmla="*/ 81 w 84"/>
              <a:gd name="T15" fmla="*/ 0 h 41"/>
              <a:gd name="T16" fmla="*/ 79 w 84"/>
              <a:gd name="T17" fmla="*/ 7 h 41"/>
              <a:gd name="T18" fmla="*/ 67 w 84"/>
              <a:gd name="T19" fmla="*/ 26 h 41"/>
              <a:gd name="T20" fmla="*/ 42 w 84"/>
              <a:gd name="T21" fmla="*/ 36 h 41"/>
              <a:gd name="T22" fmla="*/ 17 w 84"/>
              <a:gd name="T23" fmla="*/ 26 h 41"/>
              <a:gd name="T24" fmla="*/ 6 w 84"/>
              <a:gd name="T25" fmla="*/ 7 h 41"/>
              <a:gd name="T26" fmla="*/ 5 w 84"/>
              <a:gd name="T27" fmla="*/ 5 h 41"/>
              <a:gd name="T28" fmla="*/ 79 w 84"/>
              <a:gd name="T29" fmla="*/ 5 h 41"/>
              <a:gd name="T30" fmla="*/ 79 w 84"/>
              <a:gd name="T31" fmla="*/ 7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4" h="41">
                <a:moveTo>
                  <a:pt x="81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3" y="25"/>
                  <a:pt x="20" y="41"/>
                  <a:pt x="42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64" y="41"/>
                  <a:pt x="82" y="25"/>
                  <a:pt x="84" y="3"/>
                </a:cubicBezTo>
                <a:cubicBezTo>
                  <a:pt x="84" y="1"/>
                  <a:pt x="83" y="0"/>
                  <a:pt x="81" y="0"/>
                </a:cubicBezTo>
                <a:close/>
                <a:moveTo>
                  <a:pt x="79" y="7"/>
                </a:moveTo>
                <a:cubicBezTo>
                  <a:pt x="77" y="14"/>
                  <a:pt x="73" y="21"/>
                  <a:pt x="67" y="26"/>
                </a:cubicBezTo>
                <a:cubicBezTo>
                  <a:pt x="60" y="33"/>
                  <a:pt x="51" y="36"/>
                  <a:pt x="42" y="36"/>
                </a:cubicBezTo>
                <a:cubicBezTo>
                  <a:pt x="33" y="36"/>
                  <a:pt x="24" y="33"/>
                  <a:pt x="17" y="26"/>
                </a:cubicBezTo>
                <a:cubicBezTo>
                  <a:pt x="11" y="21"/>
                  <a:pt x="7" y="14"/>
                  <a:pt x="6" y="7"/>
                </a:cubicBezTo>
                <a:cubicBezTo>
                  <a:pt x="5" y="5"/>
                  <a:pt x="5" y="5"/>
                  <a:pt x="5" y="5"/>
                </a:cubicBezTo>
                <a:cubicBezTo>
                  <a:pt x="79" y="5"/>
                  <a:pt x="79" y="5"/>
                  <a:pt x="79" y="5"/>
                </a:cubicBezTo>
                <a:lnTo>
                  <a:pt x="79" y="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3" name="Freeform 165"/>
          <p:cNvSpPr>
            <a:spLocks noEditPoints="1"/>
          </p:cNvSpPr>
          <p:nvPr/>
        </p:nvSpPr>
        <p:spPr bwMode="auto">
          <a:xfrm>
            <a:off x="5373688" y="2225675"/>
            <a:ext cx="479425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4" name="Oval 166"/>
          <p:cNvSpPr>
            <a:spLocks noChangeArrowheads="1"/>
          </p:cNvSpPr>
          <p:nvPr/>
        </p:nvSpPr>
        <p:spPr bwMode="auto">
          <a:xfrm>
            <a:off x="5530850" y="2382838"/>
            <a:ext cx="26988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5" name="Oval 167"/>
          <p:cNvSpPr>
            <a:spLocks noChangeArrowheads="1"/>
          </p:cNvSpPr>
          <p:nvPr/>
        </p:nvSpPr>
        <p:spPr bwMode="auto">
          <a:xfrm>
            <a:off x="5670550" y="2382838"/>
            <a:ext cx="25400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6" name="Freeform 168"/>
          <p:cNvSpPr>
            <a:spLocks noEditPoints="1"/>
          </p:cNvSpPr>
          <p:nvPr/>
        </p:nvSpPr>
        <p:spPr bwMode="auto">
          <a:xfrm>
            <a:off x="5508625" y="2533650"/>
            <a:ext cx="209550" cy="101600"/>
          </a:xfrm>
          <a:custGeom>
            <a:avLst/>
            <a:gdLst>
              <a:gd name="T0" fmla="*/ 54 w 56"/>
              <a:gd name="T1" fmla="*/ 0 h 27"/>
              <a:gd name="T2" fmla="*/ 2 w 56"/>
              <a:gd name="T3" fmla="*/ 0 h 27"/>
              <a:gd name="T4" fmla="*/ 0 w 56"/>
              <a:gd name="T5" fmla="*/ 2 h 27"/>
              <a:gd name="T6" fmla="*/ 2 w 56"/>
              <a:gd name="T7" fmla="*/ 5 h 27"/>
              <a:gd name="T8" fmla="*/ 29 w 56"/>
              <a:gd name="T9" fmla="*/ 5 h 27"/>
              <a:gd name="T10" fmla="*/ 29 w 56"/>
              <a:gd name="T11" fmla="*/ 13 h 27"/>
              <a:gd name="T12" fmla="*/ 43 w 56"/>
              <a:gd name="T13" fmla="*/ 27 h 27"/>
              <a:gd name="T14" fmla="*/ 56 w 56"/>
              <a:gd name="T15" fmla="*/ 13 h 27"/>
              <a:gd name="T16" fmla="*/ 56 w 56"/>
              <a:gd name="T17" fmla="*/ 2 h 27"/>
              <a:gd name="T18" fmla="*/ 54 w 56"/>
              <a:gd name="T19" fmla="*/ 0 h 27"/>
              <a:gd name="T20" fmla="*/ 52 w 56"/>
              <a:gd name="T21" fmla="*/ 13 h 27"/>
              <a:gd name="T22" fmla="*/ 43 w 56"/>
              <a:gd name="T23" fmla="*/ 22 h 27"/>
              <a:gd name="T24" fmla="*/ 34 w 56"/>
              <a:gd name="T25" fmla="*/ 13 h 27"/>
              <a:gd name="T26" fmla="*/ 34 w 56"/>
              <a:gd name="T27" fmla="*/ 5 h 27"/>
              <a:gd name="T28" fmla="*/ 52 w 56"/>
              <a:gd name="T29" fmla="*/ 5 h 27"/>
              <a:gd name="T30" fmla="*/ 52 w 56"/>
              <a:gd name="T31" fmla="*/ 13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6" h="27">
                <a:moveTo>
                  <a:pt x="5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5"/>
                  <a:pt x="2" y="5"/>
                </a:cubicBezTo>
                <a:cubicBezTo>
                  <a:pt x="29" y="5"/>
                  <a:pt x="29" y="5"/>
                  <a:pt x="29" y="5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21"/>
                  <a:pt x="35" y="27"/>
                  <a:pt x="43" y="27"/>
                </a:cubicBezTo>
                <a:cubicBezTo>
                  <a:pt x="50" y="27"/>
                  <a:pt x="56" y="21"/>
                  <a:pt x="56" y="13"/>
                </a:cubicBezTo>
                <a:cubicBezTo>
                  <a:pt x="56" y="2"/>
                  <a:pt x="56" y="2"/>
                  <a:pt x="56" y="2"/>
                </a:cubicBezTo>
                <a:cubicBezTo>
                  <a:pt x="56" y="1"/>
                  <a:pt x="55" y="0"/>
                  <a:pt x="54" y="0"/>
                </a:cubicBezTo>
                <a:close/>
                <a:moveTo>
                  <a:pt x="52" y="13"/>
                </a:moveTo>
                <a:cubicBezTo>
                  <a:pt x="52" y="18"/>
                  <a:pt x="48" y="22"/>
                  <a:pt x="43" y="22"/>
                </a:cubicBezTo>
                <a:cubicBezTo>
                  <a:pt x="38" y="22"/>
                  <a:pt x="34" y="18"/>
                  <a:pt x="34" y="13"/>
                </a:cubicBezTo>
                <a:cubicBezTo>
                  <a:pt x="34" y="5"/>
                  <a:pt x="34" y="5"/>
                  <a:pt x="34" y="5"/>
                </a:cubicBezTo>
                <a:cubicBezTo>
                  <a:pt x="52" y="5"/>
                  <a:pt x="52" y="5"/>
                  <a:pt x="52" y="5"/>
                </a:cubicBezTo>
                <a:lnTo>
                  <a:pt x="52" y="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7" name="Freeform 169"/>
          <p:cNvSpPr>
            <a:spLocks noEditPoints="1"/>
          </p:cNvSpPr>
          <p:nvPr/>
        </p:nvSpPr>
        <p:spPr bwMode="auto">
          <a:xfrm>
            <a:off x="4411663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2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2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8" name="Freeform 170"/>
          <p:cNvSpPr/>
          <p:nvPr/>
        </p:nvSpPr>
        <p:spPr bwMode="auto">
          <a:xfrm>
            <a:off x="4524375" y="2544763"/>
            <a:ext cx="255588" cy="77788"/>
          </a:xfrm>
          <a:custGeom>
            <a:avLst/>
            <a:gdLst>
              <a:gd name="T0" fmla="*/ 66 w 68"/>
              <a:gd name="T1" fmla="*/ 0 h 21"/>
              <a:gd name="T2" fmla="*/ 64 w 68"/>
              <a:gd name="T3" fmla="*/ 1 h 21"/>
              <a:gd name="T4" fmla="*/ 60 w 68"/>
              <a:gd name="T5" fmla="*/ 5 h 21"/>
              <a:gd name="T6" fmla="*/ 48 w 68"/>
              <a:gd name="T7" fmla="*/ 13 h 21"/>
              <a:gd name="T8" fmla="*/ 34 w 68"/>
              <a:gd name="T9" fmla="*/ 16 h 21"/>
              <a:gd name="T10" fmla="*/ 20 w 68"/>
              <a:gd name="T11" fmla="*/ 13 h 21"/>
              <a:gd name="T12" fmla="*/ 8 w 68"/>
              <a:gd name="T13" fmla="*/ 5 h 21"/>
              <a:gd name="T14" fmla="*/ 4 w 68"/>
              <a:gd name="T15" fmla="*/ 1 h 21"/>
              <a:gd name="T16" fmla="*/ 4 w 68"/>
              <a:gd name="T17" fmla="*/ 1 h 21"/>
              <a:gd name="T18" fmla="*/ 2 w 68"/>
              <a:gd name="T19" fmla="*/ 0 h 21"/>
              <a:gd name="T20" fmla="*/ 0 w 68"/>
              <a:gd name="T21" fmla="*/ 2 h 21"/>
              <a:gd name="T22" fmla="*/ 0 w 68"/>
              <a:gd name="T23" fmla="*/ 4 h 21"/>
              <a:gd name="T24" fmla="*/ 34 w 68"/>
              <a:gd name="T25" fmla="*/ 21 h 21"/>
              <a:gd name="T26" fmla="*/ 68 w 68"/>
              <a:gd name="T27" fmla="*/ 4 h 21"/>
              <a:gd name="T28" fmla="*/ 68 w 68"/>
              <a:gd name="T29" fmla="*/ 2 h 21"/>
              <a:gd name="T30" fmla="*/ 66 w 68"/>
              <a:gd name="T31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8" h="21">
                <a:moveTo>
                  <a:pt x="66" y="0"/>
                </a:moveTo>
                <a:cubicBezTo>
                  <a:pt x="65" y="0"/>
                  <a:pt x="65" y="0"/>
                  <a:pt x="64" y="1"/>
                </a:cubicBezTo>
                <a:cubicBezTo>
                  <a:pt x="63" y="2"/>
                  <a:pt x="62" y="4"/>
                  <a:pt x="60" y="5"/>
                </a:cubicBezTo>
                <a:cubicBezTo>
                  <a:pt x="57" y="9"/>
                  <a:pt x="53" y="11"/>
                  <a:pt x="48" y="13"/>
                </a:cubicBezTo>
                <a:cubicBezTo>
                  <a:pt x="44" y="15"/>
                  <a:pt x="39" y="16"/>
                  <a:pt x="34" y="16"/>
                </a:cubicBezTo>
                <a:cubicBezTo>
                  <a:pt x="29" y="16"/>
                  <a:pt x="24" y="15"/>
                  <a:pt x="20" y="13"/>
                </a:cubicBezTo>
                <a:cubicBezTo>
                  <a:pt x="15" y="11"/>
                  <a:pt x="11" y="9"/>
                  <a:pt x="8" y="5"/>
                </a:cubicBezTo>
                <a:cubicBezTo>
                  <a:pt x="6" y="4"/>
                  <a:pt x="5" y="2"/>
                  <a:pt x="4" y="1"/>
                </a:cubicBezTo>
                <a:cubicBezTo>
                  <a:pt x="4" y="1"/>
                  <a:pt x="4" y="1"/>
                  <a:pt x="4" y="1"/>
                </a:cubicBezTo>
                <a:cubicBezTo>
                  <a:pt x="3" y="0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0" y="3"/>
                  <a:pt x="0" y="4"/>
                </a:cubicBezTo>
                <a:cubicBezTo>
                  <a:pt x="8" y="14"/>
                  <a:pt x="20" y="21"/>
                  <a:pt x="34" y="21"/>
                </a:cubicBezTo>
                <a:cubicBezTo>
                  <a:pt x="48" y="21"/>
                  <a:pt x="60" y="14"/>
                  <a:pt x="68" y="4"/>
                </a:cubicBezTo>
                <a:cubicBezTo>
                  <a:pt x="68" y="3"/>
                  <a:pt x="68" y="3"/>
                  <a:pt x="68" y="2"/>
                </a:cubicBezTo>
                <a:cubicBezTo>
                  <a:pt x="68" y="1"/>
                  <a:pt x="67" y="0"/>
                  <a:pt x="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9" name="Freeform 171"/>
          <p:cNvSpPr>
            <a:spLocks noEditPoints="1"/>
          </p:cNvSpPr>
          <p:nvPr/>
        </p:nvSpPr>
        <p:spPr bwMode="auto">
          <a:xfrm>
            <a:off x="4505325" y="2360613"/>
            <a:ext cx="293688" cy="74613"/>
          </a:xfrm>
          <a:custGeom>
            <a:avLst/>
            <a:gdLst>
              <a:gd name="T0" fmla="*/ 76 w 78"/>
              <a:gd name="T1" fmla="*/ 0 h 20"/>
              <a:gd name="T2" fmla="*/ 46 w 78"/>
              <a:gd name="T3" fmla="*/ 0 h 20"/>
              <a:gd name="T4" fmla="*/ 44 w 78"/>
              <a:gd name="T5" fmla="*/ 3 h 20"/>
              <a:gd name="T6" fmla="*/ 44 w 78"/>
              <a:gd name="T7" fmla="*/ 8 h 20"/>
              <a:gd name="T8" fmla="*/ 34 w 78"/>
              <a:gd name="T9" fmla="*/ 8 h 20"/>
              <a:gd name="T10" fmla="*/ 34 w 78"/>
              <a:gd name="T11" fmla="*/ 3 h 20"/>
              <a:gd name="T12" fmla="*/ 32 w 78"/>
              <a:gd name="T13" fmla="*/ 0 h 20"/>
              <a:gd name="T14" fmla="*/ 2 w 78"/>
              <a:gd name="T15" fmla="*/ 0 h 20"/>
              <a:gd name="T16" fmla="*/ 0 w 78"/>
              <a:gd name="T17" fmla="*/ 3 h 20"/>
              <a:gd name="T18" fmla="*/ 0 w 78"/>
              <a:gd name="T19" fmla="*/ 18 h 20"/>
              <a:gd name="T20" fmla="*/ 2 w 78"/>
              <a:gd name="T21" fmla="*/ 20 h 20"/>
              <a:gd name="T22" fmla="*/ 32 w 78"/>
              <a:gd name="T23" fmla="*/ 20 h 20"/>
              <a:gd name="T24" fmla="*/ 34 w 78"/>
              <a:gd name="T25" fmla="*/ 18 h 20"/>
              <a:gd name="T26" fmla="*/ 34 w 78"/>
              <a:gd name="T27" fmla="*/ 12 h 20"/>
              <a:gd name="T28" fmla="*/ 44 w 78"/>
              <a:gd name="T29" fmla="*/ 12 h 20"/>
              <a:gd name="T30" fmla="*/ 44 w 78"/>
              <a:gd name="T31" fmla="*/ 18 h 20"/>
              <a:gd name="T32" fmla="*/ 46 w 78"/>
              <a:gd name="T33" fmla="*/ 20 h 20"/>
              <a:gd name="T34" fmla="*/ 76 w 78"/>
              <a:gd name="T35" fmla="*/ 20 h 20"/>
              <a:gd name="T36" fmla="*/ 78 w 78"/>
              <a:gd name="T37" fmla="*/ 18 h 20"/>
              <a:gd name="T38" fmla="*/ 78 w 78"/>
              <a:gd name="T39" fmla="*/ 3 h 20"/>
              <a:gd name="T40" fmla="*/ 76 w 78"/>
              <a:gd name="T41" fmla="*/ 0 h 20"/>
              <a:gd name="T42" fmla="*/ 29 w 78"/>
              <a:gd name="T43" fmla="*/ 15 h 20"/>
              <a:gd name="T44" fmla="*/ 4 w 78"/>
              <a:gd name="T45" fmla="*/ 15 h 20"/>
              <a:gd name="T46" fmla="*/ 4 w 78"/>
              <a:gd name="T47" fmla="*/ 5 h 20"/>
              <a:gd name="T48" fmla="*/ 29 w 78"/>
              <a:gd name="T49" fmla="*/ 5 h 20"/>
              <a:gd name="T50" fmla="*/ 29 w 78"/>
              <a:gd name="T51" fmla="*/ 15 h 20"/>
              <a:gd name="T52" fmla="*/ 74 w 78"/>
              <a:gd name="T53" fmla="*/ 15 h 20"/>
              <a:gd name="T54" fmla="*/ 49 w 78"/>
              <a:gd name="T55" fmla="*/ 15 h 20"/>
              <a:gd name="T56" fmla="*/ 49 w 78"/>
              <a:gd name="T57" fmla="*/ 5 h 20"/>
              <a:gd name="T58" fmla="*/ 74 w 78"/>
              <a:gd name="T59" fmla="*/ 5 h 20"/>
              <a:gd name="T60" fmla="*/ 74 w 78"/>
              <a:gd name="T61" fmla="*/ 15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78" h="20">
                <a:moveTo>
                  <a:pt x="76" y="0"/>
                </a:move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4" y="1"/>
                  <a:pt x="44" y="3"/>
                </a:cubicBezTo>
                <a:cubicBezTo>
                  <a:pt x="44" y="8"/>
                  <a:pt x="44" y="8"/>
                  <a:pt x="44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3"/>
                  <a:pt x="34" y="3"/>
                  <a:pt x="34" y="3"/>
                </a:cubicBezTo>
                <a:cubicBezTo>
                  <a:pt x="34" y="1"/>
                  <a:pt x="33" y="0"/>
                  <a:pt x="3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9"/>
                  <a:pt x="1" y="20"/>
                  <a:pt x="2" y="20"/>
                </a:cubicBezTo>
                <a:cubicBezTo>
                  <a:pt x="32" y="20"/>
                  <a:pt x="32" y="20"/>
                  <a:pt x="32" y="20"/>
                </a:cubicBezTo>
                <a:cubicBezTo>
                  <a:pt x="33" y="20"/>
                  <a:pt x="34" y="19"/>
                  <a:pt x="34" y="18"/>
                </a:cubicBezTo>
                <a:cubicBezTo>
                  <a:pt x="34" y="12"/>
                  <a:pt x="34" y="12"/>
                  <a:pt x="3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9"/>
                  <a:pt x="45" y="20"/>
                  <a:pt x="46" y="20"/>
                </a:cubicBezTo>
                <a:cubicBezTo>
                  <a:pt x="76" y="20"/>
                  <a:pt x="76" y="20"/>
                  <a:pt x="76" y="20"/>
                </a:cubicBezTo>
                <a:cubicBezTo>
                  <a:pt x="77" y="20"/>
                  <a:pt x="78" y="19"/>
                  <a:pt x="78" y="18"/>
                </a:cubicBezTo>
                <a:cubicBezTo>
                  <a:pt x="78" y="3"/>
                  <a:pt x="78" y="3"/>
                  <a:pt x="78" y="3"/>
                </a:cubicBezTo>
                <a:cubicBezTo>
                  <a:pt x="78" y="1"/>
                  <a:pt x="77" y="0"/>
                  <a:pt x="76" y="0"/>
                </a:cubicBezTo>
                <a:close/>
                <a:moveTo>
                  <a:pt x="29" y="15"/>
                </a:moveTo>
                <a:cubicBezTo>
                  <a:pt x="4" y="15"/>
                  <a:pt x="4" y="15"/>
                  <a:pt x="4" y="15"/>
                </a:cubicBezTo>
                <a:cubicBezTo>
                  <a:pt x="4" y="5"/>
                  <a:pt x="4" y="5"/>
                  <a:pt x="4" y="5"/>
                </a:cubicBezTo>
                <a:cubicBezTo>
                  <a:pt x="29" y="5"/>
                  <a:pt x="29" y="5"/>
                  <a:pt x="29" y="5"/>
                </a:cubicBezTo>
                <a:lnTo>
                  <a:pt x="29" y="15"/>
                </a:lnTo>
                <a:close/>
                <a:moveTo>
                  <a:pt x="74" y="15"/>
                </a:moveTo>
                <a:cubicBezTo>
                  <a:pt x="49" y="15"/>
                  <a:pt x="49" y="15"/>
                  <a:pt x="49" y="15"/>
                </a:cubicBezTo>
                <a:cubicBezTo>
                  <a:pt x="49" y="5"/>
                  <a:pt x="49" y="5"/>
                  <a:pt x="49" y="5"/>
                </a:cubicBezTo>
                <a:cubicBezTo>
                  <a:pt x="74" y="5"/>
                  <a:pt x="74" y="5"/>
                  <a:pt x="74" y="5"/>
                </a:cubicBezTo>
                <a:lnTo>
                  <a:pt x="74" y="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0" name="Freeform 172"/>
          <p:cNvSpPr>
            <a:spLocks noEditPoints="1"/>
          </p:cNvSpPr>
          <p:nvPr/>
        </p:nvSpPr>
        <p:spPr bwMode="auto">
          <a:xfrm>
            <a:off x="3451225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1" name="Oval 173"/>
          <p:cNvSpPr>
            <a:spLocks noChangeArrowheads="1"/>
          </p:cNvSpPr>
          <p:nvPr/>
        </p:nvSpPr>
        <p:spPr bwMode="auto">
          <a:xfrm>
            <a:off x="3608388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2" name="Oval 174"/>
          <p:cNvSpPr>
            <a:spLocks noChangeArrowheads="1"/>
          </p:cNvSpPr>
          <p:nvPr/>
        </p:nvSpPr>
        <p:spPr bwMode="auto">
          <a:xfrm>
            <a:off x="3748088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3" name="Freeform 175"/>
          <p:cNvSpPr/>
          <p:nvPr/>
        </p:nvSpPr>
        <p:spPr bwMode="auto">
          <a:xfrm>
            <a:off x="3563938" y="2544763"/>
            <a:ext cx="255588" cy="77788"/>
          </a:xfrm>
          <a:custGeom>
            <a:avLst/>
            <a:gdLst>
              <a:gd name="T0" fmla="*/ 66 w 68"/>
              <a:gd name="T1" fmla="*/ 0 h 21"/>
              <a:gd name="T2" fmla="*/ 64 w 68"/>
              <a:gd name="T3" fmla="*/ 1 h 21"/>
              <a:gd name="T4" fmla="*/ 60 w 68"/>
              <a:gd name="T5" fmla="*/ 5 h 21"/>
              <a:gd name="T6" fmla="*/ 48 w 68"/>
              <a:gd name="T7" fmla="*/ 13 h 21"/>
              <a:gd name="T8" fmla="*/ 34 w 68"/>
              <a:gd name="T9" fmla="*/ 16 h 21"/>
              <a:gd name="T10" fmla="*/ 20 w 68"/>
              <a:gd name="T11" fmla="*/ 13 h 21"/>
              <a:gd name="T12" fmla="*/ 8 w 68"/>
              <a:gd name="T13" fmla="*/ 5 h 21"/>
              <a:gd name="T14" fmla="*/ 4 w 68"/>
              <a:gd name="T15" fmla="*/ 1 h 21"/>
              <a:gd name="T16" fmla="*/ 2 w 68"/>
              <a:gd name="T17" fmla="*/ 0 h 21"/>
              <a:gd name="T18" fmla="*/ 0 w 68"/>
              <a:gd name="T19" fmla="*/ 2 h 21"/>
              <a:gd name="T20" fmla="*/ 0 w 68"/>
              <a:gd name="T21" fmla="*/ 4 h 21"/>
              <a:gd name="T22" fmla="*/ 34 w 68"/>
              <a:gd name="T23" fmla="*/ 21 h 21"/>
              <a:gd name="T24" fmla="*/ 68 w 68"/>
              <a:gd name="T25" fmla="*/ 4 h 21"/>
              <a:gd name="T26" fmla="*/ 68 w 68"/>
              <a:gd name="T27" fmla="*/ 2 h 21"/>
              <a:gd name="T28" fmla="*/ 66 w 68"/>
              <a:gd name="T29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" h="21">
                <a:moveTo>
                  <a:pt x="66" y="0"/>
                </a:moveTo>
                <a:cubicBezTo>
                  <a:pt x="65" y="0"/>
                  <a:pt x="65" y="0"/>
                  <a:pt x="64" y="1"/>
                </a:cubicBezTo>
                <a:cubicBezTo>
                  <a:pt x="63" y="2"/>
                  <a:pt x="62" y="4"/>
                  <a:pt x="60" y="5"/>
                </a:cubicBezTo>
                <a:cubicBezTo>
                  <a:pt x="57" y="9"/>
                  <a:pt x="53" y="11"/>
                  <a:pt x="48" y="13"/>
                </a:cubicBezTo>
                <a:cubicBezTo>
                  <a:pt x="44" y="15"/>
                  <a:pt x="39" y="16"/>
                  <a:pt x="34" y="16"/>
                </a:cubicBezTo>
                <a:cubicBezTo>
                  <a:pt x="29" y="16"/>
                  <a:pt x="24" y="15"/>
                  <a:pt x="20" y="13"/>
                </a:cubicBezTo>
                <a:cubicBezTo>
                  <a:pt x="15" y="11"/>
                  <a:pt x="11" y="9"/>
                  <a:pt x="8" y="5"/>
                </a:cubicBezTo>
                <a:cubicBezTo>
                  <a:pt x="6" y="4"/>
                  <a:pt x="5" y="2"/>
                  <a:pt x="4" y="1"/>
                </a:cubicBezTo>
                <a:cubicBezTo>
                  <a:pt x="3" y="0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0" y="3"/>
                  <a:pt x="0" y="4"/>
                </a:cubicBezTo>
                <a:cubicBezTo>
                  <a:pt x="8" y="14"/>
                  <a:pt x="20" y="21"/>
                  <a:pt x="34" y="21"/>
                </a:cubicBezTo>
                <a:cubicBezTo>
                  <a:pt x="48" y="21"/>
                  <a:pt x="60" y="14"/>
                  <a:pt x="68" y="4"/>
                </a:cubicBezTo>
                <a:cubicBezTo>
                  <a:pt x="68" y="3"/>
                  <a:pt x="68" y="3"/>
                  <a:pt x="68" y="2"/>
                </a:cubicBezTo>
                <a:cubicBezTo>
                  <a:pt x="68" y="1"/>
                  <a:pt x="67" y="0"/>
                  <a:pt x="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4" name="Freeform 176"/>
          <p:cNvSpPr>
            <a:spLocks noEditPoints="1"/>
          </p:cNvSpPr>
          <p:nvPr/>
        </p:nvSpPr>
        <p:spPr bwMode="auto">
          <a:xfrm>
            <a:off x="2489200" y="2225675"/>
            <a:ext cx="481013" cy="481013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06 w 128"/>
              <a:gd name="T11" fmla="*/ 106 h 128"/>
              <a:gd name="T12" fmla="*/ 87 w 128"/>
              <a:gd name="T13" fmla="*/ 119 h 128"/>
              <a:gd name="T14" fmla="*/ 64 w 128"/>
              <a:gd name="T15" fmla="*/ 123 h 128"/>
              <a:gd name="T16" fmla="*/ 41 w 128"/>
              <a:gd name="T17" fmla="*/ 119 h 128"/>
              <a:gd name="T18" fmla="*/ 22 w 128"/>
              <a:gd name="T19" fmla="*/ 106 h 128"/>
              <a:gd name="T20" fmla="*/ 9 w 128"/>
              <a:gd name="T21" fmla="*/ 87 h 128"/>
              <a:gd name="T22" fmla="*/ 5 w 128"/>
              <a:gd name="T23" fmla="*/ 64 h 128"/>
              <a:gd name="T24" fmla="*/ 9 w 128"/>
              <a:gd name="T25" fmla="*/ 41 h 128"/>
              <a:gd name="T26" fmla="*/ 22 w 128"/>
              <a:gd name="T27" fmla="*/ 22 h 128"/>
              <a:gd name="T28" fmla="*/ 41 w 128"/>
              <a:gd name="T29" fmla="*/ 9 h 128"/>
              <a:gd name="T30" fmla="*/ 87 w 128"/>
              <a:gd name="T31" fmla="*/ 9 h 128"/>
              <a:gd name="T32" fmla="*/ 106 w 128"/>
              <a:gd name="T33" fmla="*/ 22 h 128"/>
              <a:gd name="T34" fmla="*/ 119 w 128"/>
              <a:gd name="T35" fmla="*/ 41 h 128"/>
              <a:gd name="T36" fmla="*/ 123 w 128"/>
              <a:gd name="T37" fmla="*/ 64 h 128"/>
              <a:gd name="T38" fmla="*/ 119 w 128"/>
              <a:gd name="T39" fmla="*/ 87 h 128"/>
              <a:gd name="T40" fmla="*/ 106 w 128"/>
              <a:gd name="T41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106" y="106"/>
                </a:moveTo>
                <a:cubicBezTo>
                  <a:pt x="101" y="111"/>
                  <a:pt x="94" y="116"/>
                  <a:pt x="87" y="119"/>
                </a:cubicBezTo>
                <a:cubicBezTo>
                  <a:pt x="80" y="122"/>
                  <a:pt x="72" y="123"/>
                  <a:pt x="64" y="123"/>
                </a:cubicBezTo>
                <a:cubicBezTo>
                  <a:pt x="56" y="123"/>
                  <a:pt x="48" y="122"/>
                  <a:pt x="41" y="119"/>
                </a:cubicBezTo>
                <a:cubicBezTo>
                  <a:pt x="34" y="116"/>
                  <a:pt x="27" y="111"/>
                  <a:pt x="22" y="106"/>
                </a:cubicBezTo>
                <a:cubicBezTo>
                  <a:pt x="17" y="101"/>
                  <a:pt x="12" y="94"/>
                  <a:pt x="9" y="87"/>
                </a:cubicBezTo>
                <a:cubicBezTo>
                  <a:pt x="6" y="80"/>
                  <a:pt x="5" y="72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7" y="27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56" y="3"/>
                  <a:pt x="72" y="3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11" y="27"/>
                  <a:pt x="116" y="34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2"/>
                  <a:pt x="122" y="80"/>
                  <a:pt x="119" y="87"/>
                </a:cubicBezTo>
                <a:cubicBezTo>
                  <a:pt x="116" y="94"/>
                  <a:pt x="111" y="101"/>
                  <a:pt x="10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5" name="Oval 177"/>
          <p:cNvSpPr>
            <a:spLocks noChangeArrowheads="1"/>
          </p:cNvSpPr>
          <p:nvPr/>
        </p:nvSpPr>
        <p:spPr bwMode="auto">
          <a:xfrm>
            <a:off x="2647950" y="2386013"/>
            <a:ext cx="25400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6" name="Oval 178"/>
          <p:cNvSpPr>
            <a:spLocks noChangeArrowheads="1"/>
          </p:cNvSpPr>
          <p:nvPr/>
        </p:nvSpPr>
        <p:spPr bwMode="auto">
          <a:xfrm>
            <a:off x="2786063" y="2386013"/>
            <a:ext cx="26988" cy="269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7" name="Freeform 179"/>
          <p:cNvSpPr/>
          <p:nvPr/>
        </p:nvSpPr>
        <p:spPr bwMode="auto">
          <a:xfrm>
            <a:off x="2625725" y="2547938"/>
            <a:ext cx="209550" cy="15875"/>
          </a:xfrm>
          <a:custGeom>
            <a:avLst/>
            <a:gdLst>
              <a:gd name="T0" fmla="*/ 54 w 56"/>
              <a:gd name="T1" fmla="*/ 0 h 4"/>
              <a:gd name="T2" fmla="*/ 2 w 56"/>
              <a:gd name="T3" fmla="*/ 0 h 4"/>
              <a:gd name="T4" fmla="*/ 0 w 56"/>
              <a:gd name="T5" fmla="*/ 2 h 4"/>
              <a:gd name="T6" fmla="*/ 2 w 56"/>
              <a:gd name="T7" fmla="*/ 4 h 4"/>
              <a:gd name="T8" fmla="*/ 54 w 56"/>
              <a:gd name="T9" fmla="*/ 4 h 4"/>
              <a:gd name="T10" fmla="*/ 56 w 56"/>
              <a:gd name="T11" fmla="*/ 2 h 4"/>
              <a:gd name="T12" fmla="*/ 54 w 5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" h="4">
                <a:moveTo>
                  <a:pt x="5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54" y="4"/>
                  <a:pt x="54" y="4"/>
                  <a:pt x="54" y="4"/>
                </a:cubicBezTo>
                <a:cubicBezTo>
                  <a:pt x="55" y="4"/>
                  <a:pt x="56" y="3"/>
                  <a:pt x="56" y="2"/>
                </a:cubicBezTo>
                <a:cubicBezTo>
                  <a:pt x="56" y="1"/>
                  <a:pt x="55" y="0"/>
                  <a:pt x="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8" name="Freeform 180"/>
          <p:cNvSpPr>
            <a:spLocks noEditPoints="1"/>
          </p:cNvSpPr>
          <p:nvPr/>
        </p:nvSpPr>
        <p:spPr bwMode="auto">
          <a:xfrm>
            <a:off x="1528763" y="2333625"/>
            <a:ext cx="209550" cy="263525"/>
          </a:xfrm>
          <a:custGeom>
            <a:avLst/>
            <a:gdLst>
              <a:gd name="T0" fmla="*/ 19 w 56"/>
              <a:gd name="T1" fmla="*/ 4 h 70"/>
              <a:gd name="T2" fmla="*/ 20 w 56"/>
              <a:gd name="T3" fmla="*/ 5 h 70"/>
              <a:gd name="T4" fmla="*/ 20 w 56"/>
              <a:gd name="T5" fmla="*/ 5 h 70"/>
              <a:gd name="T6" fmla="*/ 19 w 56"/>
              <a:gd name="T7" fmla="*/ 13 h 70"/>
              <a:gd name="T8" fmla="*/ 20 w 56"/>
              <a:gd name="T9" fmla="*/ 21 h 70"/>
              <a:gd name="T10" fmla="*/ 20 w 56"/>
              <a:gd name="T11" fmla="*/ 22 h 70"/>
              <a:gd name="T12" fmla="*/ 20 w 56"/>
              <a:gd name="T13" fmla="*/ 26 h 70"/>
              <a:gd name="T14" fmla="*/ 24 w 56"/>
              <a:gd name="T15" fmla="*/ 26 h 70"/>
              <a:gd name="T16" fmla="*/ 50 w 56"/>
              <a:gd name="T17" fmla="*/ 26 h 70"/>
              <a:gd name="T18" fmla="*/ 52 w 56"/>
              <a:gd name="T19" fmla="*/ 27 h 70"/>
              <a:gd name="T20" fmla="*/ 52 w 56"/>
              <a:gd name="T21" fmla="*/ 64 h 70"/>
              <a:gd name="T22" fmla="*/ 50 w 56"/>
              <a:gd name="T23" fmla="*/ 66 h 70"/>
              <a:gd name="T24" fmla="*/ 6 w 56"/>
              <a:gd name="T25" fmla="*/ 66 h 70"/>
              <a:gd name="T26" fmla="*/ 5 w 56"/>
              <a:gd name="T27" fmla="*/ 64 h 70"/>
              <a:gd name="T28" fmla="*/ 5 w 56"/>
              <a:gd name="T29" fmla="*/ 34 h 70"/>
              <a:gd name="T30" fmla="*/ 11 w 56"/>
              <a:gd name="T31" fmla="*/ 15 h 70"/>
              <a:gd name="T32" fmla="*/ 18 w 56"/>
              <a:gd name="T33" fmla="*/ 5 h 70"/>
              <a:gd name="T34" fmla="*/ 19 w 56"/>
              <a:gd name="T35" fmla="*/ 4 h 70"/>
              <a:gd name="T36" fmla="*/ 19 w 56"/>
              <a:gd name="T37" fmla="*/ 4 h 70"/>
              <a:gd name="T38" fmla="*/ 19 w 56"/>
              <a:gd name="T39" fmla="*/ 0 h 70"/>
              <a:gd name="T40" fmla="*/ 15 w 56"/>
              <a:gd name="T41" fmla="*/ 1 h 70"/>
              <a:gd name="T42" fmla="*/ 7 w 56"/>
              <a:gd name="T43" fmla="*/ 13 h 70"/>
              <a:gd name="T44" fmla="*/ 0 w 56"/>
              <a:gd name="T45" fmla="*/ 33 h 70"/>
              <a:gd name="T46" fmla="*/ 0 w 56"/>
              <a:gd name="T47" fmla="*/ 64 h 70"/>
              <a:gd name="T48" fmla="*/ 6 w 56"/>
              <a:gd name="T49" fmla="*/ 70 h 70"/>
              <a:gd name="T50" fmla="*/ 50 w 56"/>
              <a:gd name="T51" fmla="*/ 70 h 70"/>
              <a:gd name="T52" fmla="*/ 56 w 56"/>
              <a:gd name="T53" fmla="*/ 64 h 70"/>
              <a:gd name="T54" fmla="*/ 56 w 56"/>
              <a:gd name="T55" fmla="*/ 27 h 70"/>
              <a:gd name="T56" fmla="*/ 50 w 56"/>
              <a:gd name="T57" fmla="*/ 21 h 70"/>
              <a:gd name="T58" fmla="*/ 24 w 56"/>
              <a:gd name="T59" fmla="*/ 21 h 70"/>
              <a:gd name="T60" fmla="*/ 24 w 56"/>
              <a:gd name="T61" fmla="*/ 20 h 70"/>
              <a:gd name="T62" fmla="*/ 23 w 56"/>
              <a:gd name="T63" fmla="*/ 13 h 70"/>
              <a:gd name="T64" fmla="*/ 24 w 56"/>
              <a:gd name="T65" fmla="*/ 6 h 70"/>
              <a:gd name="T66" fmla="*/ 24 w 56"/>
              <a:gd name="T67" fmla="*/ 5 h 70"/>
              <a:gd name="T68" fmla="*/ 19 w 56"/>
              <a:gd name="T69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" h="70">
                <a:moveTo>
                  <a:pt x="19" y="4"/>
                </a:moveTo>
                <a:cubicBezTo>
                  <a:pt x="19" y="4"/>
                  <a:pt x="20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19" y="8"/>
                  <a:pt x="19" y="11"/>
                  <a:pt x="19" y="13"/>
                </a:cubicBezTo>
                <a:cubicBezTo>
                  <a:pt x="19" y="16"/>
                  <a:pt x="19" y="18"/>
                  <a:pt x="20" y="21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6"/>
                  <a:pt x="20" y="26"/>
                  <a:pt x="20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50" y="26"/>
                  <a:pt x="50" y="26"/>
                  <a:pt x="50" y="26"/>
                </a:cubicBezTo>
                <a:cubicBezTo>
                  <a:pt x="51" y="26"/>
                  <a:pt x="52" y="26"/>
                  <a:pt x="52" y="27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6" y="66"/>
                  <a:pt x="6" y="66"/>
                  <a:pt x="6" y="66"/>
                </a:cubicBezTo>
                <a:cubicBezTo>
                  <a:pt x="5" y="66"/>
                  <a:pt x="5" y="65"/>
                  <a:pt x="5" y="64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30"/>
                  <a:pt x="6" y="25"/>
                  <a:pt x="11" y="15"/>
                </a:cubicBezTo>
                <a:cubicBezTo>
                  <a:pt x="14" y="10"/>
                  <a:pt x="17" y="6"/>
                  <a:pt x="18" y="5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lose/>
                <a:moveTo>
                  <a:pt x="19" y="0"/>
                </a:moveTo>
                <a:cubicBezTo>
                  <a:pt x="17" y="0"/>
                  <a:pt x="16" y="0"/>
                  <a:pt x="15" y="1"/>
                </a:cubicBezTo>
                <a:cubicBezTo>
                  <a:pt x="14" y="2"/>
                  <a:pt x="10" y="8"/>
                  <a:pt x="7" y="13"/>
                </a:cubicBezTo>
                <a:cubicBezTo>
                  <a:pt x="2" y="21"/>
                  <a:pt x="0" y="28"/>
                  <a:pt x="0" y="33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8"/>
                  <a:pt x="3" y="70"/>
                  <a:pt x="6" y="70"/>
                </a:cubicBezTo>
                <a:cubicBezTo>
                  <a:pt x="50" y="70"/>
                  <a:pt x="50" y="70"/>
                  <a:pt x="50" y="70"/>
                </a:cubicBezTo>
                <a:cubicBezTo>
                  <a:pt x="54" y="70"/>
                  <a:pt x="56" y="68"/>
                  <a:pt x="56" y="64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4"/>
                  <a:pt x="54" y="21"/>
                  <a:pt x="50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18"/>
                  <a:pt x="23" y="15"/>
                  <a:pt x="23" y="13"/>
                </a:cubicBezTo>
                <a:cubicBezTo>
                  <a:pt x="23" y="11"/>
                  <a:pt x="24" y="8"/>
                  <a:pt x="24" y="6"/>
                </a:cubicBezTo>
                <a:cubicBezTo>
                  <a:pt x="24" y="6"/>
                  <a:pt x="24" y="5"/>
                  <a:pt x="24" y="5"/>
                </a:cubicBezTo>
                <a:cubicBezTo>
                  <a:pt x="24" y="2"/>
                  <a:pt x="22" y="0"/>
                  <a:pt x="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9" name="Freeform 181"/>
          <p:cNvSpPr>
            <a:spLocks noEditPoints="1"/>
          </p:cNvSpPr>
          <p:nvPr/>
        </p:nvSpPr>
        <p:spPr bwMode="auto">
          <a:xfrm>
            <a:off x="1798638" y="2333625"/>
            <a:ext cx="211138" cy="263525"/>
          </a:xfrm>
          <a:custGeom>
            <a:avLst/>
            <a:gdLst>
              <a:gd name="T0" fmla="*/ 18 w 56"/>
              <a:gd name="T1" fmla="*/ 4 h 70"/>
              <a:gd name="T2" fmla="*/ 19 w 56"/>
              <a:gd name="T3" fmla="*/ 5 h 70"/>
              <a:gd name="T4" fmla="*/ 19 w 56"/>
              <a:gd name="T5" fmla="*/ 5 h 70"/>
              <a:gd name="T6" fmla="*/ 18 w 56"/>
              <a:gd name="T7" fmla="*/ 13 h 70"/>
              <a:gd name="T8" fmla="*/ 19 w 56"/>
              <a:gd name="T9" fmla="*/ 21 h 70"/>
              <a:gd name="T10" fmla="*/ 19 w 56"/>
              <a:gd name="T11" fmla="*/ 22 h 70"/>
              <a:gd name="T12" fmla="*/ 20 w 56"/>
              <a:gd name="T13" fmla="*/ 26 h 70"/>
              <a:gd name="T14" fmla="*/ 24 w 56"/>
              <a:gd name="T15" fmla="*/ 26 h 70"/>
              <a:gd name="T16" fmla="*/ 50 w 56"/>
              <a:gd name="T17" fmla="*/ 26 h 70"/>
              <a:gd name="T18" fmla="*/ 51 w 56"/>
              <a:gd name="T19" fmla="*/ 27 h 70"/>
              <a:gd name="T20" fmla="*/ 51 w 56"/>
              <a:gd name="T21" fmla="*/ 64 h 70"/>
              <a:gd name="T22" fmla="*/ 50 w 56"/>
              <a:gd name="T23" fmla="*/ 66 h 70"/>
              <a:gd name="T24" fmla="*/ 6 w 56"/>
              <a:gd name="T25" fmla="*/ 66 h 70"/>
              <a:gd name="T26" fmla="*/ 4 w 56"/>
              <a:gd name="T27" fmla="*/ 64 h 70"/>
              <a:gd name="T28" fmla="*/ 4 w 56"/>
              <a:gd name="T29" fmla="*/ 33 h 70"/>
              <a:gd name="T30" fmla="*/ 11 w 56"/>
              <a:gd name="T31" fmla="*/ 15 h 70"/>
              <a:gd name="T32" fmla="*/ 18 w 56"/>
              <a:gd name="T33" fmla="*/ 5 h 70"/>
              <a:gd name="T34" fmla="*/ 18 w 56"/>
              <a:gd name="T35" fmla="*/ 4 h 70"/>
              <a:gd name="T36" fmla="*/ 18 w 56"/>
              <a:gd name="T37" fmla="*/ 4 h 70"/>
              <a:gd name="T38" fmla="*/ 18 w 56"/>
              <a:gd name="T39" fmla="*/ 0 h 70"/>
              <a:gd name="T40" fmla="*/ 15 w 56"/>
              <a:gd name="T41" fmla="*/ 1 h 70"/>
              <a:gd name="T42" fmla="*/ 7 w 56"/>
              <a:gd name="T43" fmla="*/ 13 h 70"/>
              <a:gd name="T44" fmla="*/ 0 w 56"/>
              <a:gd name="T45" fmla="*/ 33 h 70"/>
              <a:gd name="T46" fmla="*/ 0 w 56"/>
              <a:gd name="T47" fmla="*/ 64 h 70"/>
              <a:gd name="T48" fmla="*/ 6 w 56"/>
              <a:gd name="T49" fmla="*/ 70 h 70"/>
              <a:gd name="T50" fmla="*/ 50 w 56"/>
              <a:gd name="T51" fmla="*/ 70 h 70"/>
              <a:gd name="T52" fmla="*/ 56 w 56"/>
              <a:gd name="T53" fmla="*/ 64 h 70"/>
              <a:gd name="T54" fmla="*/ 56 w 56"/>
              <a:gd name="T55" fmla="*/ 27 h 70"/>
              <a:gd name="T56" fmla="*/ 50 w 56"/>
              <a:gd name="T57" fmla="*/ 21 h 70"/>
              <a:gd name="T58" fmla="*/ 24 w 56"/>
              <a:gd name="T59" fmla="*/ 21 h 70"/>
              <a:gd name="T60" fmla="*/ 24 w 56"/>
              <a:gd name="T61" fmla="*/ 20 h 70"/>
              <a:gd name="T62" fmla="*/ 23 w 56"/>
              <a:gd name="T63" fmla="*/ 13 h 70"/>
              <a:gd name="T64" fmla="*/ 24 w 56"/>
              <a:gd name="T65" fmla="*/ 6 h 70"/>
              <a:gd name="T66" fmla="*/ 24 w 56"/>
              <a:gd name="T67" fmla="*/ 5 h 70"/>
              <a:gd name="T68" fmla="*/ 18 w 56"/>
              <a:gd name="T69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" h="70">
                <a:moveTo>
                  <a:pt x="18" y="4"/>
                </a:moveTo>
                <a:cubicBezTo>
                  <a:pt x="19" y="4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8"/>
                  <a:pt x="18" y="10"/>
                  <a:pt x="18" y="13"/>
                </a:cubicBezTo>
                <a:cubicBezTo>
                  <a:pt x="18" y="16"/>
                  <a:pt x="19" y="18"/>
                  <a:pt x="19" y="21"/>
                </a:cubicBezTo>
                <a:cubicBezTo>
                  <a:pt x="19" y="22"/>
                  <a:pt x="19" y="22"/>
                  <a:pt x="19" y="22"/>
                </a:cubicBezTo>
                <a:cubicBezTo>
                  <a:pt x="20" y="26"/>
                  <a:pt x="20" y="26"/>
                  <a:pt x="20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50" y="26"/>
                  <a:pt x="50" y="26"/>
                  <a:pt x="50" y="26"/>
                </a:cubicBezTo>
                <a:cubicBezTo>
                  <a:pt x="51" y="26"/>
                  <a:pt x="51" y="26"/>
                  <a:pt x="51" y="27"/>
                </a:cubicBezTo>
                <a:cubicBezTo>
                  <a:pt x="51" y="64"/>
                  <a:pt x="51" y="64"/>
                  <a:pt x="51" y="64"/>
                </a:cubicBezTo>
                <a:cubicBezTo>
                  <a:pt x="51" y="65"/>
                  <a:pt x="51" y="66"/>
                  <a:pt x="50" y="66"/>
                </a:cubicBezTo>
                <a:cubicBezTo>
                  <a:pt x="6" y="66"/>
                  <a:pt x="6" y="66"/>
                  <a:pt x="6" y="66"/>
                </a:cubicBezTo>
                <a:cubicBezTo>
                  <a:pt x="5" y="66"/>
                  <a:pt x="4" y="65"/>
                  <a:pt x="4" y="64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0"/>
                  <a:pt x="5" y="25"/>
                  <a:pt x="11" y="15"/>
                </a:cubicBezTo>
                <a:cubicBezTo>
                  <a:pt x="13" y="10"/>
                  <a:pt x="17" y="5"/>
                  <a:pt x="18" y="5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lose/>
                <a:moveTo>
                  <a:pt x="18" y="0"/>
                </a:moveTo>
                <a:cubicBezTo>
                  <a:pt x="17" y="0"/>
                  <a:pt x="16" y="0"/>
                  <a:pt x="15" y="1"/>
                </a:cubicBezTo>
                <a:cubicBezTo>
                  <a:pt x="13" y="2"/>
                  <a:pt x="10" y="8"/>
                  <a:pt x="7" y="13"/>
                </a:cubicBezTo>
                <a:cubicBezTo>
                  <a:pt x="2" y="21"/>
                  <a:pt x="0" y="28"/>
                  <a:pt x="0" y="33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7"/>
                  <a:pt x="2" y="70"/>
                  <a:pt x="6" y="70"/>
                </a:cubicBezTo>
                <a:cubicBezTo>
                  <a:pt x="50" y="70"/>
                  <a:pt x="50" y="70"/>
                  <a:pt x="50" y="70"/>
                </a:cubicBezTo>
                <a:cubicBezTo>
                  <a:pt x="53" y="70"/>
                  <a:pt x="56" y="67"/>
                  <a:pt x="56" y="64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4"/>
                  <a:pt x="53" y="21"/>
                  <a:pt x="50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0"/>
                  <a:pt x="24" y="20"/>
                  <a:pt x="24" y="20"/>
                </a:cubicBezTo>
                <a:cubicBezTo>
                  <a:pt x="23" y="18"/>
                  <a:pt x="23" y="15"/>
                  <a:pt x="23" y="13"/>
                </a:cubicBezTo>
                <a:cubicBezTo>
                  <a:pt x="23" y="11"/>
                  <a:pt x="23" y="8"/>
                  <a:pt x="24" y="6"/>
                </a:cubicBezTo>
                <a:cubicBezTo>
                  <a:pt x="24" y="6"/>
                  <a:pt x="24" y="5"/>
                  <a:pt x="24" y="5"/>
                </a:cubicBezTo>
                <a:cubicBezTo>
                  <a:pt x="24" y="2"/>
                  <a:pt x="21" y="0"/>
                  <a:pt x="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0" name="Freeform 182"/>
          <p:cNvSpPr>
            <a:spLocks noEditPoints="1"/>
          </p:cNvSpPr>
          <p:nvPr/>
        </p:nvSpPr>
        <p:spPr bwMode="auto">
          <a:xfrm>
            <a:off x="838200" y="2333625"/>
            <a:ext cx="209550" cy="263525"/>
          </a:xfrm>
          <a:custGeom>
            <a:avLst/>
            <a:gdLst>
              <a:gd name="T0" fmla="*/ 37 w 56"/>
              <a:gd name="T1" fmla="*/ 66 h 70"/>
              <a:gd name="T2" fmla="*/ 36 w 56"/>
              <a:gd name="T3" fmla="*/ 65 h 70"/>
              <a:gd name="T4" fmla="*/ 36 w 56"/>
              <a:gd name="T5" fmla="*/ 65 h 70"/>
              <a:gd name="T6" fmla="*/ 37 w 56"/>
              <a:gd name="T7" fmla="*/ 57 h 70"/>
              <a:gd name="T8" fmla="*/ 36 w 56"/>
              <a:gd name="T9" fmla="*/ 49 h 70"/>
              <a:gd name="T10" fmla="*/ 36 w 56"/>
              <a:gd name="T11" fmla="*/ 48 h 70"/>
              <a:gd name="T12" fmla="*/ 36 w 56"/>
              <a:gd name="T13" fmla="*/ 44 h 70"/>
              <a:gd name="T14" fmla="*/ 32 w 56"/>
              <a:gd name="T15" fmla="*/ 44 h 70"/>
              <a:gd name="T16" fmla="*/ 6 w 56"/>
              <a:gd name="T17" fmla="*/ 44 h 70"/>
              <a:gd name="T18" fmla="*/ 4 w 56"/>
              <a:gd name="T19" fmla="*/ 43 h 70"/>
              <a:gd name="T20" fmla="*/ 4 w 56"/>
              <a:gd name="T21" fmla="*/ 6 h 70"/>
              <a:gd name="T22" fmla="*/ 6 w 56"/>
              <a:gd name="T23" fmla="*/ 4 h 70"/>
              <a:gd name="T24" fmla="*/ 50 w 56"/>
              <a:gd name="T25" fmla="*/ 4 h 70"/>
              <a:gd name="T26" fmla="*/ 51 w 56"/>
              <a:gd name="T27" fmla="*/ 6 h 70"/>
              <a:gd name="T28" fmla="*/ 51 w 56"/>
              <a:gd name="T29" fmla="*/ 36 h 70"/>
              <a:gd name="T30" fmla="*/ 45 w 56"/>
              <a:gd name="T31" fmla="*/ 55 h 70"/>
              <a:gd name="T32" fmla="*/ 38 w 56"/>
              <a:gd name="T33" fmla="*/ 65 h 70"/>
              <a:gd name="T34" fmla="*/ 37 w 56"/>
              <a:gd name="T35" fmla="*/ 66 h 70"/>
              <a:gd name="T36" fmla="*/ 37 w 56"/>
              <a:gd name="T37" fmla="*/ 66 h 70"/>
              <a:gd name="T38" fmla="*/ 37 w 56"/>
              <a:gd name="T39" fmla="*/ 70 h 70"/>
              <a:gd name="T40" fmla="*/ 41 w 56"/>
              <a:gd name="T41" fmla="*/ 69 h 70"/>
              <a:gd name="T42" fmla="*/ 49 w 56"/>
              <a:gd name="T43" fmla="*/ 57 h 70"/>
              <a:gd name="T44" fmla="*/ 56 w 56"/>
              <a:gd name="T45" fmla="*/ 37 h 70"/>
              <a:gd name="T46" fmla="*/ 56 w 56"/>
              <a:gd name="T47" fmla="*/ 6 h 70"/>
              <a:gd name="T48" fmla="*/ 50 w 56"/>
              <a:gd name="T49" fmla="*/ 0 h 70"/>
              <a:gd name="T50" fmla="*/ 6 w 56"/>
              <a:gd name="T51" fmla="*/ 0 h 70"/>
              <a:gd name="T52" fmla="*/ 0 w 56"/>
              <a:gd name="T53" fmla="*/ 6 h 70"/>
              <a:gd name="T54" fmla="*/ 0 w 56"/>
              <a:gd name="T55" fmla="*/ 43 h 70"/>
              <a:gd name="T56" fmla="*/ 6 w 56"/>
              <a:gd name="T57" fmla="*/ 49 h 70"/>
              <a:gd name="T58" fmla="*/ 32 w 56"/>
              <a:gd name="T59" fmla="*/ 49 h 70"/>
              <a:gd name="T60" fmla="*/ 32 w 56"/>
              <a:gd name="T61" fmla="*/ 50 h 70"/>
              <a:gd name="T62" fmla="*/ 33 w 56"/>
              <a:gd name="T63" fmla="*/ 57 h 70"/>
              <a:gd name="T64" fmla="*/ 32 w 56"/>
              <a:gd name="T65" fmla="*/ 64 h 70"/>
              <a:gd name="T66" fmla="*/ 32 w 56"/>
              <a:gd name="T67" fmla="*/ 65 h 70"/>
              <a:gd name="T68" fmla="*/ 37 w 56"/>
              <a:gd name="T6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" h="70">
                <a:moveTo>
                  <a:pt x="37" y="66"/>
                </a:moveTo>
                <a:cubicBezTo>
                  <a:pt x="37" y="66"/>
                  <a:pt x="36" y="65"/>
                  <a:pt x="36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7" y="62"/>
                  <a:pt x="37" y="59"/>
                  <a:pt x="37" y="57"/>
                </a:cubicBezTo>
                <a:cubicBezTo>
                  <a:pt x="37" y="54"/>
                  <a:pt x="37" y="52"/>
                  <a:pt x="36" y="49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4"/>
                  <a:pt x="36" y="44"/>
                  <a:pt x="36" y="44"/>
                </a:cubicBezTo>
                <a:cubicBezTo>
                  <a:pt x="32" y="44"/>
                  <a:pt x="32" y="44"/>
                  <a:pt x="32" y="44"/>
                </a:cubicBezTo>
                <a:cubicBezTo>
                  <a:pt x="6" y="44"/>
                  <a:pt x="6" y="44"/>
                  <a:pt x="6" y="44"/>
                </a:cubicBezTo>
                <a:cubicBezTo>
                  <a:pt x="5" y="44"/>
                  <a:pt x="4" y="44"/>
                  <a:pt x="4" y="43"/>
                </a:cubicBezTo>
                <a:cubicBezTo>
                  <a:pt x="4" y="6"/>
                  <a:pt x="4" y="6"/>
                  <a:pt x="4" y="6"/>
                </a:cubicBezTo>
                <a:cubicBezTo>
                  <a:pt x="4" y="5"/>
                  <a:pt x="5" y="4"/>
                  <a:pt x="6" y="4"/>
                </a:cubicBezTo>
                <a:cubicBezTo>
                  <a:pt x="50" y="4"/>
                  <a:pt x="50" y="4"/>
                  <a:pt x="50" y="4"/>
                </a:cubicBezTo>
                <a:cubicBezTo>
                  <a:pt x="51" y="4"/>
                  <a:pt x="51" y="5"/>
                  <a:pt x="51" y="6"/>
                </a:cubicBezTo>
                <a:cubicBezTo>
                  <a:pt x="51" y="36"/>
                  <a:pt x="51" y="36"/>
                  <a:pt x="51" y="36"/>
                </a:cubicBezTo>
                <a:cubicBezTo>
                  <a:pt x="51" y="40"/>
                  <a:pt x="50" y="45"/>
                  <a:pt x="45" y="55"/>
                </a:cubicBezTo>
                <a:cubicBezTo>
                  <a:pt x="42" y="60"/>
                  <a:pt x="39" y="64"/>
                  <a:pt x="38" y="65"/>
                </a:cubicBezTo>
                <a:cubicBezTo>
                  <a:pt x="37" y="66"/>
                  <a:pt x="37" y="66"/>
                  <a:pt x="37" y="66"/>
                </a:cubicBezTo>
                <a:cubicBezTo>
                  <a:pt x="37" y="66"/>
                  <a:pt x="37" y="66"/>
                  <a:pt x="37" y="66"/>
                </a:cubicBezTo>
                <a:close/>
                <a:moveTo>
                  <a:pt x="37" y="70"/>
                </a:moveTo>
                <a:cubicBezTo>
                  <a:pt x="39" y="70"/>
                  <a:pt x="40" y="70"/>
                  <a:pt x="41" y="69"/>
                </a:cubicBezTo>
                <a:cubicBezTo>
                  <a:pt x="42" y="68"/>
                  <a:pt x="46" y="62"/>
                  <a:pt x="49" y="57"/>
                </a:cubicBezTo>
                <a:cubicBezTo>
                  <a:pt x="54" y="49"/>
                  <a:pt x="56" y="42"/>
                  <a:pt x="56" y="37"/>
                </a:cubicBezTo>
                <a:cubicBezTo>
                  <a:pt x="56" y="6"/>
                  <a:pt x="56" y="6"/>
                  <a:pt x="56" y="6"/>
                </a:cubicBezTo>
                <a:cubicBezTo>
                  <a:pt x="56" y="2"/>
                  <a:pt x="53" y="0"/>
                  <a:pt x="50" y="0"/>
                </a:cubicBez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2"/>
                  <a:pt x="0" y="6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6"/>
                  <a:pt x="2" y="49"/>
                  <a:pt x="6" y="49"/>
                </a:cubicBezTo>
                <a:cubicBezTo>
                  <a:pt x="32" y="49"/>
                  <a:pt x="32" y="49"/>
                  <a:pt x="32" y="49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2"/>
                  <a:pt x="33" y="55"/>
                  <a:pt x="33" y="57"/>
                </a:cubicBezTo>
                <a:cubicBezTo>
                  <a:pt x="33" y="59"/>
                  <a:pt x="32" y="62"/>
                  <a:pt x="32" y="64"/>
                </a:cubicBezTo>
                <a:cubicBezTo>
                  <a:pt x="32" y="64"/>
                  <a:pt x="32" y="65"/>
                  <a:pt x="32" y="65"/>
                </a:cubicBezTo>
                <a:cubicBezTo>
                  <a:pt x="32" y="68"/>
                  <a:pt x="34" y="70"/>
                  <a:pt x="37" y="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1" name="Freeform 183"/>
          <p:cNvSpPr>
            <a:spLocks noEditPoints="1"/>
          </p:cNvSpPr>
          <p:nvPr/>
        </p:nvSpPr>
        <p:spPr bwMode="auto">
          <a:xfrm>
            <a:off x="568325" y="2333625"/>
            <a:ext cx="209550" cy="263525"/>
          </a:xfrm>
          <a:custGeom>
            <a:avLst/>
            <a:gdLst>
              <a:gd name="T0" fmla="*/ 38 w 56"/>
              <a:gd name="T1" fmla="*/ 66 h 70"/>
              <a:gd name="T2" fmla="*/ 37 w 56"/>
              <a:gd name="T3" fmla="*/ 65 h 70"/>
              <a:gd name="T4" fmla="*/ 37 w 56"/>
              <a:gd name="T5" fmla="*/ 65 h 70"/>
              <a:gd name="T6" fmla="*/ 38 w 56"/>
              <a:gd name="T7" fmla="*/ 57 h 70"/>
              <a:gd name="T8" fmla="*/ 37 w 56"/>
              <a:gd name="T9" fmla="*/ 49 h 70"/>
              <a:gd name="T10" fmla="*/ 37 w 56"/>
              <a:gd name="T11" fmla="*/ 48 h 70"/>
              <a:gd name="T12" fmla="*/ 36 w 56"/>
              <a:gd name="T13" fmla="*/ 44 h 70"/>
              <a:gd name="T14" fmla="*/ 32 w 56"/>
              <a:gd name="T15" fmla="*/ 44 h 70"/>
              <a:gd name="T16" fmla="*/ 6 w 56"/>
              <a:gd name="T17" fmla="*/ 44 h 70"/>
              <a:gd name="T18" fmla="*/ 5 w 56"/>
              <a:gd name="T19" fmla="*/ 43 h 70"/>
              <a:gd name="T20" fmla="*/ 5 w 56"/>
              <a:gd name="T21" fmla="*/ 6 h 70"/>
              <a:gd name="T22" fmla="*/ 6 w 56"/>
              <a:gd name="T23" fmla="*/ 4 h 70"/>
              <a:gd name="T24" fmla="*/ 50 w 56"/>
              <a:gd name="T25" fmla="*/ 4 h 70"/>
              <a:gd name="T26" fmla="*/ 52 w 56"/>
              <a:gd name="T27" fmla="*/ 6 h 70"/>
              <a:gd name="T28" fmla="*/ 52 w 56"/>
              <a:gd name="T29" fmla="*/ 37 h 70"/>
              <a:gd name="T30" fmla="*/ 45 w 56"/>
              <a:gd name="T31" fmla="*/ 55 h 70"/>
              <a:gd name="T32" fmla="*/ 38 w 56"/>
              <a:gd name="T33" fmla="*/ 65 h 70"/>
              <a:gd name="T34" fmla="*/ 38 w 56"/>
              <a:gd name="T35" fmla="*/ 66 h 70"/>
              <a:gd name="T36" fmla="*/ 38 w 56"/>
              <a:gd name="T37" fmla="*/ 66 h 70"/>
              <a:gd name="T38" fmla="*/ 38 w 56"/>
              <a:gd name="T39" fmla="*/ 70 h 70"/>
              <a:gd name="T40" fmla="*/ 41 w 56"/>
              <a:gd name="T41" fmla="*/ 69 h 70"/>
              <a:gd name="T42" fmla="*/ 49 w 56"/>
              <a:gd name="T43" fmla="*/ 57 h 70"/>
              <a:gd name="T44" fmla="*/ 56 w 56"/>
              <a:gd name="T45" fmla="*/ 37 h 70"/>
              <a:gd name="T46" fmla="*/ 56 w 56"/>
              <a:gd name="T47" fmla="*/ 6 h 70"/>
              <a:gd name="T48" fmla="*/ 50 w 56"/>
              <a:gd name="T49" fmla="*/ 0 h 70"/>
              <a:gd name="T50" fmla="*/ 6 w 56"/>
              <a:gd name="T51" fmla="*/ 0 h 70"/>
              <a:gd name="T52" fmla="*/ 0 w 56"/>
              <a:gd name="T53" fmla="*/ 6 h 70"/>
              <a:gd name="T54" fmla="*/ 0 w 56"/>
              <a:gd name="T55" fmla="*/ 43 h 70"/>
              <a:gd name="T56" fmla="*/ 6 w 56"/>
              <a:gd name="T57" fmla="*/ 49 h 70"/>
              <a:gd name="T58" fmla="*/ 32 w 56"/>
              <a:gd name="T59" fmla="*/ 49 h 70"/>
              <a:gd name="T60" fmla="*/ 32 w 56"/>
              <a:gd name="T61" fmla="*/ 50 h 70"/>
              <a:gd name="T62" fmla="*/ 33 w 56"/>
              <a:gd name="T63" fmla="*/ 57 h 70"/>
              <a:gd name="T64" fmla="*/ 32 w 56"/>
              <a:gd name="T65" fmla="*/ 64 h 70"/>
              <a:gd name="T66" fmla="*/ 32 w 56"/>
              <a:gd name="T67" fmla="*/ 65 h 70"/>
              <a:gd name="T68" fmla="*/ 38 w 56"/>
              <a:gd name="T6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" h="70">
                <a:moveTo>
                  <a:pt x="38" y="66"/>
                </a:moveTo>
                <a:cubicBezTo>
                  <a:pt x="37" y="66"/>
                  <a:pt x="37" y="65"/>
                  <a:pt x="37" y="65"/>
                </a:cubicBezTo>
                <a:cubicBezTo>
                  <a:pt x="37" y="65"/>
                  <a:pt x="37" y="65"/>
                  <a:pt x="37" y="65"/>
                </a:cubicBezTo>
                <a:cubicBezTo>
                  <a:pt x="37" y="62"/>
                  <a:pt x="38" y="60"/>
                  <a:pt x="38" y="57"/>
                </a:cubicBezTo>
                <a:cubicBezTo>
                  <a:pt x="38" y="54"/>
                  <a:pt x="37" y="52"/>
                  <a:pt x="37" y="49"/>
                </a:cubicBezTo>
                <a:cubicBezTo>
                  <a:pt x="37" y="48"/>
                  <a:pt x="37" y="48"/>
                  <a:pt x="37" y="48"/>
                </a:cubicBezTo>
                <a:cubicBezTo>
                  <a:pt x="36" y="44"/>
                  <a:pt x="36" y="44"/>
                  <a:pt x="36" y="44"/>
                </a:cubicBezTo>
                <a:cubicBezTo>
                  <a:pt x="32" y="44"/>
                  <a:pt x="32" y="44"/>
                  <a:pt x="32" y="44"/>
                </a:cubicBezTo>
                <a:cubicBezTo>
                  <a:pt x="6" y="44"/>
                  <a:pt x="6" y="44"/>
                  <a:pt x="6" y="44"/>
                </a:cubicBezTo>
                <a:cubicBezTo>
                  <a:pt x="5" y="44"/>
                  <a:pt x="5" y="44"/>
                  <a:pt x="5" y="43"/>
                </a:cubicBezTo>
                <a:cubicBezTo>
                  <a:pt x="5" y="6"/>
                  <a:pt x="5" y="6"/>
                  <a:pt x="5" y="6"/>
                </a:cubicBezTo>
                <a:cubicBezTo>
                  <a:pt x="5" y="5"/>
                  <a:pt x="5" y="4"/>
                  <a:pt x="6" y="4"/>
                </a:cubicBezTo>
                <a:cubicBezTo>
                  <a:pt x="50" y="4"/>
                  <a:pt x="50" y="4"/>
                  <a:pt x="50" y="4"/>
                </a:cubicBezTo>
                <a:cubicBezTo>
                  <a:pt x="51" y="4"/>
                  <a:pt x="52" y="5"/>
                  <a:pt x="52" y="6"/>
                </a:cubicBezTo>
                <a:cubicBezTo>
                  <a:pt x="52" y="37"/>
                  <a:pt x="52" y="37"/>
                  <a:pt x="52" y="37"/>
                </a:cubicBezTo>
                <a:cubicBezTo>
                  <a:pt x="52" y="40"/>
                  <a:pt x="51" y="45"/>
                  <a:pt x="45" y="55"/>
                </a:cubicBezTo>
                <a:cubicBezTo>
                  <a:pt x="43" y="60"/>
                  <a:pt x="39" y="65"/>
                  <a:pt x="38" y="65"/>
                </a:cubicBezTo>
                <a:cubicBezTo>
                  <a:pt x="38" y="66"/>
                  <a:pt x="38" y="66"/>
                  <a:pt x="38" y="66"/>
                </a:cubicBezTo>
                <a:cubicBezTo>
                  <a:pt x="38" y="66"/>
                  <a:pt x="38" y="66"/>
                  <a:pt x="38" y="66"/>
                </a:cubicBezTo>
                <a:close/>
                <a:moveTo>
                  <a:pt x="38" y="70"/>
                </a:moveTo>
                <a:cubicBezTo>
                  <a:pt x="39" y="70"/>
                  <a:pt x="40" y="70"/>
                  <a:pt x="41" y="69"/>
                </a:cubicBezTo>
                <a:cubicBezTo>
                  <a:pt x="43" y="68"/>
                  <a:pt x="46" y="62"/>
                  <a:pt x="49" y="57"/>
                </a:cubicBezTo>
                <a:cubicBezTo>
                  <a:pt x="54" y="49"/>
                  <a:pt x="56" y="42"/>
                  <a:pt x="56" y="37"/>
                </a:cubicBezTo>
                <a:cubicBezTo>
                  <a:pt x="56" y="6"/>
                  <a:pt x="56" y="6"/>
                  <a:pt x="56" y="6"/>
                </a:cubicBezTo>
                <a:cubicBezTo>
                  <a:pt x="56" y="3"/>
                  <a:pt x="54" y="0"/>
                  <a:pt x="50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6"/>
                  <a:pt x="3" y="49"/>
                  <a:pt x="6" y="49"/>
                </a:cubicBezTo>
                <a:cubicBezTo>
                  <a:pt x="32" y="49"/>
                  <a:pt x="32" y="49"/>
                  <a:pt x="32" y="49"/>
                </a:cubicBezTo>
                <a:cubicBezTo>
                  <a:pt x="32" y="50"/>
                  <a:pt x="32" y="50"/>
                  <a:pt x="32" y="50"/>
                </a:cubicBezTo>
                <a:cubicBezTo>
                  <a:pt x="33" y="52"/>
                  <a:pt x="33" y="55"/>
                  <a:pt x="33" y="57"/>
                </a:cubicBezTo>
                <a:cubicBezTo>
                  <a:pt x="33" y="59"/>
                  <a:pt x="33" y="62"/>
                  <a:pt x="32" y="64"/>
                </a:cubicBezTo>
                <a:cubicBezTo>
                  <a:pt x="32" y="64"/>
                  <a:pt x="32" y="65"/>
                  <a:pt x="32" y="65"/>
                </a:cubicBezTo>
                <a:cubicBezTo>
                  <a:pt x="32" y="68"/>
                  <a:pt x="35" y="70"/>
                  <a:pt x="38" y="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2" name="Freeform 184"/>
          <p:cNvSpPr>
            <a:spLocks noEditPoints="1"/>
          </p:cNvSpPr>
          <p:nvPr/>
        </p:nvSpPr>
        <p:spPr bwMode="auto">
          <a:xfrm>
            <a:off x="11139488" y="1263650"/>
            <a:ext cx="481013" cy="481013"/>
          </a:xfrm>
          <a:custGeom>
            <a:avLst/>
            <a:gdLst>
              <a:gd name="T0" fmla="*/ 122 w 128"/>
              <a:gd name="T1" fmla="*/ 72 h 128"/>
              <a:gd name="T2" fmla="*/ 122 w 128"/>
              <a:gd name="T3" fmla="*/ 71 h 128"/>
              <a:gd name="T4" fmla="*/ 128 w 128"/>
              <a:gd name="T5" fmla="*/ 50 h 128"/>
              <a:gd name="T6" fmla="*/ 64 w 128"/>
              <a:gd name="T7" fmla="*/ 0 h 128"/>
              <a:gd name="T8" fmla="*/ 0 w 128"/>
              <a:gd name="T9" fmla="*/ 50 h 128"/>
              <a:gd name="T10" fmla="*/ 14 w 128"/>
              <a:gd name="T11" fmla="*/ 82 h 128"/>
              <a:gd name="T12" fmla="*/ 14 w 128"/>
              <a:gd name="T13" fmla="*/ 82 h 128"/>
              <a:gd name="T14" fmla="*/ 10 w 128"/>
              <a:gd name="T15" fmla="*/ 108 h 128"/>
              <a:gd name="T16" fmla="*/ 10 w 128"/>
              <a:gd name="T17" fmla="*/ 109 h 128"/>
              <a:gd name="T18" fmla="*/ 13 w 128"/>
              <a:gd name="T19" fmla="*/ 111 h 128"/>
              <a:gd name="T20" fmla="*/ 45 w 128"/>
              <a:gd name="T21" fmla="*/ 99 h 128"/>
              <a:gd name="T22" fmla="*/ 46 w 128"/>
              <a:gd name="T23" fmla="*/ 99 h 128"/>
              <a:gd name="T24" fmla="*/ 47 w 128"/>
              <a:gd name="T25" fmla="*/ 100 h 128"/>
              <a:gd name="T26" fmla="*/ 86 w 128"/>
              <a:gd name="T27" fmla="*/ 122 h 128"/>
              <a:gd name="T28" fmla="*/ 98 w 128"/>
              <a:gd name="T29" fmla="*/ 120 h 128"/>
              <a:gd name="T30" fmla="*/ 99 w 128"/>
              <a:gd name="T31" fmla="*/ 120 h 128"/>
              <a:gd name="T32" fmla="*/ 118 w 128"/>
              <a:gd name="T33" fmla="*/ 128 h 128"/>
              <a:gd name="T34" fmla="*/ 119 w 128"/>
              <a:gd name="T35" fmla="*/ 128 h 128"/>
              <a:gd name="T36" fmla="*/ 121 w 128"/>
              <a:gd name="T37" fmla="*/ 126 h 128"/>
              <a:gd name="T38" fmla="*/ 121 w 128"/>
              <a:gd name="T39" fmla="*/ 125 h 128"/>
              <a:gd name="T40" fmla="*/ 118 w 128"/>
              <a:gd name="T41" fmla="*/ 110 h 128"/>
              <a:gd name="T42" fmla="*/ 119 w 128"/>
              <a:gd name="T43" fmla="*/ 109 h 128"/>
              <a:gd name="T44" fmla="*/ 128 w 128"/>
              <a:gd name="T45" fmla="*/ 89 h 128"/>
              <a:gd name="T46" fmla="*/ 122 w 128"/>
              <a:gd name="T47" fmla="*/ 73 h 128"/>
              <a:gd name="T48" fmla="*/ 122 w 128"/>
              <a:gd name="T49" fmla="*/ 72 h 128"/>
              <a:gd name="T50" fmla="*/ 45 w 128"/>
              <a:gd name="T51" fmla="*/ 89 h 128"/>
              <a:gd name="T52" fmla="*/ 45 w 128"/>
              <a:gd name="T53" fmla="*/ 93 h 128"/>
              <a:gd name="T54" fmla="*/ 45 w 128"/>
              <a:gd name="T55" fmla="*/ 94 h 128"/>
              <a:gd name="T56" fmla="*/ 15 w 128"/>
              <a:gd name="T57" fmla="*/ 105 h 128"/>
              <a:gd name="T58" fmla="*/ 19 w 128"/>
              <a:gd name="T59" fmla="*/ 81 h 128"/>
              <a:gd name="T60" fmla="*/ 17 w 128"/>
              <a:gd name="T61" fmla="*/ 78 h 128"/>
              <a:gd name="T62" fmla="*/ 8 w 128"/>
              <a:gd name="T63" fmla="*/ 65 h 128"/>
              <a:gd name="T64" fmla="*/ 5 w 128"/>
              <a:gd name="T65" fmla="*/ 50 h 128"/>
              <a:gd name="T66" fmla="*/ 9 w 128"/>
              <a:gd name="T67" fmla="*/ 33 h 128"/>
              <a:gd name="T68" fmla="*/ 21 w 128"/>
              <a:gd name="T69" fmla="*/ 18 h 128"/>
              <a:gd name="T70" fmla="*/ 40 w 128"/>
              <a:gd name="T71" fmla="*/ 8 h 128"/>
              <a:gd name="T72" fmla="*/ 88 w 128"/>
              <a:gd name="T73" fmla="*/ 8 h 128"/>
              <a:gd name="T74" fmla="*/ 107 w 128"/>
              <a:gd name="T75" fmla="*/ 18 h 128"/>
              <a:gd name="T76" fmla="*/ 119 w 128"/>
              <a:gd name="T77" fmla="*/ 33 h 128"/>
              <a:gd name="T78" fmla="*/ 123 w 128"/>
              <a:gd name="T79" fmla="*/ 50 h 128"/>
              <a:gd name="T80" fmla="*/ 119 w 128"/>
              <a:gd name="T81" fmla="*/ 67 h 128"/>
              <a:gd name="T82" fmla="*/ 119 w 128"/>
              <a:gd name="T83" fmla="*/ 68 h 128"/>
              <a:gd name="T84" fmla="*/ 117 w 128"/>
              <a:gd name="T85" fmla="*/ 67 h 128"/>
              <a:gd name="T86" fmla="*/ 86 w 128"/>
              <a:gd name="T87" fmla="*/ 56 h 128"/>
              <a:gd name="T88" fmla="*/ 45 w 128"/>
              <a:gd name="T89" fmla="*/ 89 h 128"/>
              <a:gd name="T90" fmla="*/ 116 w 128"/>
              <a:gd name="T91" fmla="*/ 106 h 128"/>
              <a:gd name="T92" fmla="*/ 114 w 128"/>
              <a:gd name="T93" fmla="*/ 108 h 128"/>
              <a:gd name="T94" fmla="*/ 116 w 128"/>
              <a:gd name="T95" fmla="*/ 122 h 128"/>
              <a:gd name="T96" fmla="*/ 99 w 128"/>
              <a:gd name="T97" fmla="*/ 116 h 128"/>
              <a:gd name="T98" fmla="*/ 97 w 128"/>
              <a:gd name="T99" fmla="*/ 116 h 128"/>
              <a:gd name="T100" fmla="*/ 71 w 128"/>
              <a:gd name="T101" fmla="*/ 115 h 128"/>
              <a:gd name="T102" fmla="*/ 59 w 128"/>
              <a:gd name="T103" fmla="*/ 109 h 128"/>
              <a:gd name="T104" fmla="*/ 49 w 128"/>
              <a:gd name="T105" fmla="*/ 89 h 128"/>
              <a:gd name="T106" fmla="*/ 59 w 128"/>
              <a:gd name="T107" fmla="*/ 70 h 128"/>
              <a:gd name="T108" fmla="*/ 71 w 128"/>
              <a:gd name="T109" fmla="*/ 63 h 128"/>
              <a:gd name="T110" fmla="*/ 101 w 128"/>
              <a:gd name="T111" fmla="*/ 63 h 128"/>
              <a:gd name="T112" fmla="*/ 113 w 128"/>
              <a:gd name="T113" fmla="*/ 70 h 128"/>
              <a:gd name="T114" fmla="*/ 123 w 128"/>
              <a:gd name="T115" fmla="*/ 89 h 128"/>
              <a:gd name="T116" fmla="*/ 116 w 128"/>
              <a:gd name="T117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8" h="128">
                <a:moveTo>
                  <a:pt x="122" y="72"/>
                </a:moveTo>
                <a:cubicBezTo>
                  <a:pt x="122" y="71"/>
                  <a:pt x="122" y="71"/>
                  <a:pt x="122" y="71"/>
                </a:cubicBezTo>
                <a:cubicBezTo>
                  <a:pt x="126" y="65"/>
                  <a:pt x="128" y="58"/>
                  <a:pt x="128" y="50"/>
                </a:cubicBezTo>
                <a:cubicBezTo>
                  <a:pt x="128" y="22"/>
                  <a:pt x="99" y="0"/>
                  <a:pt x="64" y="0"/>
                </a:cubicBezTo>
                <a:cubicBezTo>
                  <a:pt x="29" y="0"/>
                  <a:pt x="0" y="22"/>
                  <a:pt x="0" y="50"/>
                </a:cubicBezTo>
                <a:cubicBezTo>
                  <a:pt x="0" y="62"/>
                  <a:pt x="5" y="73"/>
                  <a:pt x="14" y="82"/>
                </a:cubicBezTo>
                <a:cubicBezTo>
                  <a:pt x="14" y="82"/>
                  <a:pt x="14" y="82"/>
                  <a:pt x="14" y="82"/>
                </a:cubicBezTo>
                <a:cubicBezTo>
                  <a:pt x="10" y="108"/>
                  <a:pt x="10" y="108"/>
                  <a:pt x="10" y="108"/>
                </a:cubicBezTo>
                <a:cubicBezTo>
                  <a:pt x="10" y="108"/>
                  <a:pt x="10" y="108"/>
                  <a:pt x="10" y="109"/>
                </a:cubicBezTo>
                <a:cubicBezTo>
                  <a:pt x="10" y="110"/>
                  <a:pt x="12" y="111"/>
                  <a:pt x="13" y="111"/>
                </a:cubicBezTo>
                <a:cubicBezTo>
                  <a:pt x="45" y="99"/>
                  <a:pt x="45" y="99"/>
                  <a:pt x="45" y="99"/>
                </a:cubicBezTo>
                <a:cubicBezTo>
                  <a:pt x="46" y="99"/>
                  <a:pt x="46" y="99"/>
                  <a:pt x="46" y="99"/>
                </a:cubicBezTo>
                <a:cubicBezTo>
                  <a:pt x="47" y="100"/>
                  <a:pt x="47" y="100"/>
                  <a:pt x="47" y="100"/>
                </a:cubicBezTo>
                <a:cubicBezTo>
                  <a:pt x="52" y="113"/>
                  <a:pt x="68" y="122"/>
                  <a:pt x="86" y="122"/>
                </a:cubicBezTo>
                <a:cubicBezTo>
                  <a:pt x="90" y="122"/>
                  <a:pt x="94" y="121"/>
                  <a:pt x="98" y="120"/>
                </a:cubicBezTo>
                <a:cubicBezTo>
                  <a:pt x="99" y="120"/>
                  <a:pt x="99" y="120"/>
                  <a:pt x="99" y="120"/>
                </a:cubicBezTo>
                <a:cubicBezTo>
                  <a:pt x="118" y="128"/>
                  <a:pt x="118" y="128"/>
                  <a:pt x="118" y="128"/>
                </a:cubicBezTo>
                <a:cubicBezTo>
                  <a:pt x="118" y="128"/>
                  <a:pt x="118" y="128"/>
                  <a:pt x="119" y="128"/>
                </a:cubicBezTo>
                <a:cubicBezTo>
                  <a:pt x="120" y="128"/>
                  <a:pt x="121" y="127"/>
                  <a:pt x="121" y="126"/>
                </a:cubicBezTo>
                <a:cubicBezTo>
                  <a:pt x="121" y="125"/>
                  <a:pt x="121" y="125"/>
                  <a:pt x="121" y="125"/>
                </a:cubicBezTo>
                <a:cubicBezTo>
                  <a:pt x="118" y="110"/>
                  <a:pt x="118" y="110"/>
                  <a:pt x="118" y="110"/>
                </a:cubicBezTo>
                <a:cubicBezTo>
                  <a:pt x="119" y="109"/>
                  <a:pt x="119" y="109"/>
                  <a:pt x="119" y="109"/>
                </a:cubicBezTo>
                <a:cubicBezTo>
                  <a:pt x="125" y="104"/>
                  <a:pt x="128" y="97"/>
                  <a:pt x="128" y="89"/>
                </a:cubicBezTo>
                <a:cubicBezTo>
                  <a:pt x="128" y="83"/>
                  <a:pt x="126" y="78"/>
                  <a:pt x="122" y="73"/>
                </a:cubicBezTo>
                <a:lnTo>
                  <a:pt x="122" y="72"/>
                </a:lnTo>
                <a:close/>
                <a:moveTo>
                  <a:pt x="45" y="89"/>
                </a:moveTo>
                <a:cubicBezTo>
                  <a:pt x="45" y="90"/>
                  <a:pt x="45" y="91"/>
                  <a:pt x="45" y="93"/>
                </a:cubicBezTo>
                <a:cubicBezTo>
                  <a:pt x="45" y="94"/>
                  <a:pt x="45" y="94"/>
                  <a:pt x="45" y="94"/>
                </a:cubicBezTo>
                <a:cubicBezTo>
                  <a:pt x="15" y="105"/>
                  <a:pt x="15" y="105"/>
                  <a:pt x="15" y="105"/>
                </a:cubicBezTo>
                <a:cubicBezTo>
                  <a:pt x="19" y="81"/>
                  <a:pt x="19" y="81"/>
                  <a:pt x="19" y="81"/>
                </a:cubicBezTo>
                <a:cubicBezTo>
                  <a:pt x="17" y="78"/>
                  <a:pt x="17" y="78"/>
                  <a:pt x="17" y="78"/>
                </a:cubicBezTo>
                <a:cubicBezTo>
                  <a:pt x="13" y="74"/>
                  <a:pt x="10" y="70"/>
                  <a:pt x="8" y="65"/>
                </a:cubicBezTo>
                <a:cubicBezTo>
                  <a:pt x="6" y="60"/>
                  <a:pt x="5" y="55"/>
                  <a:pt x="5" y="50"/>
                </a:cubicBezTo>
                <a:cubicBezTo>
                  <a:pt x="5" y="44"/>
                  <a:pt x="6" y="38"/>
                  <a:pt x="9" y="33"/>
                </a:cubicBezTo>
                <a:cubicBezTo>
                  <a:pt x="12" y="27"/>
                  <a:pt x="16" y="23"/>
                  <a:pt x="21" y="18"/>
                </a:cubicBezTo>
                <a:cubicBezTo>
                  <a:pt x="27" y="14"/>
                  <a:pt x="33" y="11"/>
                  <a:pt x="40" y="8"/>
                </a:cubicBezTo>
                <a:cubicBezTo>
                  <a:pt x="55" y="3"/>
                  <a:pt x="73" y="3"/>
                  <a:pt x="88" y="8"/>
                </a:cubicBezTo>
                <a:cubicBezTo>
                  <a:pt x="95" y="11"/>
                  <a:pt x="101" y="14"/>
                  <a:pt x="107" y="18"/>
                </a:cubicBezTo>
                <a:cubicBezTo>
                  <a:pt x="112" y="23"/>
                  <a:pt x="116" y="27"/>
                  <a:pt x="119" y="33"/>
                </a:cubicBezTo>
                <a:cubicBezTo>
                  <a:pt x="122" y="38"/>
                  <a:pt x="123" y="44"/>
                  <a:pt x="123" y="50"/>
                </a:cubicBezTo>
                <a:cubicBezTo>
                  <a:pt x="123" y="56"/>
                  <a:pt x="122" y="61"/>
                  <a:pt x="119" y="67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7" y="67"/>
                  <a:pt x="117" y="67"/>
                  <a:pt x="117" y="67"/>
                </a:cubicBezTo>
                <a:cubicBezTo>
                  <a:pt x="109" y="60"/>
                  <a:pt x="98" y="56"/>
                  <a:pt x="86" y="56"/>
                </a:cubicBezTo>
                <a:cubicBezTo>
                  <a:pt x="63" y="56"/>
                  <a:pt x="45" y="71"/>
                  <a:pt x="45" y="89"/>
                </a:cubicBezTo>
                <a:close/>
                <a:moveTo>
                  <a:pt x="116" y="106"/>
                </a:moveTo>
                <a:cubicBezTo>
                  <a:pt x="114" y="108"/>
                  <a:pt x="114" y="108"/>
                  <a:pt x="114" y="108"/>
                </a:cubicBezTo>
                <a:cubicBezTo>
                  <a:pt x="116" y="122"/>
                  <a:pt x="116" y="122"/>
                  <a:pt x="116" y="122"/>
                </a:cubicBezTo>
                <a:cubicBezTo>
                  <a:pt x="99" y="116"/>
                  <a:pt x="99" y="116"/>
                  <a:pt x="99" y="116"/>
                </a:cubicBezTo>
                <a:cubicBezTo>
                  <a:pt x="97" y="116"/>
                  <a:pt x="97" y="116"/>
                  <a:pt x="97" y="116"/>
                </a:cubicBezTo>
                <a:cubicBezTo>
                  <a:pt x="89" y="118"/>
                  <a:pt x="80" y="118"/>
                  <a:pt x="71" y="115"/>
                </a:cubicBezTo>
                <a:cubicBezTo>
                  <a:pt x="67" y="113"/>
                  <a:pt x="63" y="111"/>
                  <a:pt x="59" y="109"/>
                </a:cubicBezTo>
                <a:cubicBezTo>
                  <a:pt x="53" y="103"/>
                  <a:pt x="49" y="96"/>
                  <a:pt x="49" y="89"/>
                </a:cubicBezTo>
                <a:cubicBezTo>
                  <a:pt x="49" y="82"/>
                  <a:pt x="53" y="75"/>
                  <a:pt x="59" y="70"/>
                </a:cubicBezTo>
                <a:cubicBezTo>
                  <a:pt x="63" y="67"/>
                  <a:pt x="67" y="65"/>
                  <a:pt x="71" y="63"/>
                </a:cubicBezTo>
                <a:cubicBezTo>
                  <a:pt x="81" y="60"/>
                  <a:pt x="92" y="60"/>
                  <a:pt x="101" y="63"/>
                </a:cubicBezTo>
                <a:cubicBezTo>
                  <a:pt x="106" y="65"/>
                  <a:pt x="110" y="67"/>
                  <a:pt x="113" y="70"/>
                </a:cubicBezTo>
                <a:cubicBezTo>
                  <a:pt x="120" y="75"/>
                  <a:pt x="123" y="82"/>
                  <a:pt x="123" y="89"/>
                </a:cubicBezTo>
                <a:cubicBezTo>
                  <a:pt x="123" y="97"/>
                  <a:pt x="119" y="103"/>
                  <a:pt x="116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3" name="Freeform 185"/>
          <p:cNvSpPr>
            <a:spLocks noEditPoints="1"/>
          </p:cNvSpPr>
          <p:nvPr/>
        </p:nvSpPr>
        <p:spPr bwMode="auto">
          <a:xfrm>
            <a:off x="10179050" y="1293813"/>
            <a:ext cx="481013" cy="420688"/>
          </a:xfrm>
          <a:custGeom>
            <a:avLst/>
            <a:gdLst>
              <a:gd name="T0" fmla="*/ 64 w 128"/>
              <a:gd name="T1" fmla="*/ 0 h 112"/>
              <a:gd name="T2" fmla="*/ 0 w 128"/>
              <a:gd name="T3" fmla="*/ 51 h 112"/>
              <a:gd name="T4" fmla="*/ 14 w 128"/>
              <a:gd name="T5" fmla="*/ 82 h 112"/>
              <a:gd name="T6" fmla="*/ 14 w 128"/>
              <a:gd name="T7" fmla="*/ 83 h 112"/>
              <a:gd name="T8" fmla="*/ 10 w 128"/>
              <a:gd name="T9" fmla="*/ 109 h 112"/>
              <a:gd name="T10" fmla="*/ 10 w 128"/>
              <a:gd name="T11" fmla="*/ 109 h 112"/>
              <a:gd name="T12" fmla="*/ 13 w 128"/>
              <a:gd name="T13" fmla="*/ 111 h 112"/>
              <a:gd name="T14" fmla="*/ 45 w 128"/>
              <a:gd name="T15" fmla="*/ 99 h 112"/>
              <a:gd name="T16" fmla="*/ 45 w 128"/>
              <a:gd name="T17" fmla="*/ 99 h 112"/>
              <a:gd name="T18" fmla="*/ 64 w 128"/>
              <a:gd name="T19" fmla="*/ 101 h 112"/>
              <a:gd name="T20" fmla="*/ 128 w 128"/>
              <a:gd name="T21" fmla="*/ 51 h 112"/>
              <a:gd name="T22" fmla="*/ 64 w 128"/>
              <a:gd name="T23" fmla="*/ 0 h 112"/>
              <a:gd name="T24" fmla="*/ 107 w 128"/>
              <a:gd name="T25" fmla="*/ 83 h 112"/>
              <a:gd name="T26" fmla="*/ 88 w 128"/>
              <a:gd name="T27" fmla="*/ 93 h 112"/>
              <a:gd name="T28" fmla="*/ 46 w 128"/>
              <a:gd name="T29" fmla="*/ 95 h 112"/>
              <a:gd name="T30" fmla="*/ 45 w 128"/>
              <a:gd name="T31" fmla="*/ 94 h 112"/>
              <a:gd name="T32" fmla="*/ 15 w 128"/>
              <a:gd name="T33" fmla="*/ 106 h 112"/>
              <a:gd name="T34" fmla="*/ 19 w 128"/>
              <a:gd name="T35" fmla="*/ 81 h 112"/>
              <a:gd name="T36" fmla="*/ 17 w 128"/>
              <a:gd name="T37" fmla="*/ 79 h 112"/>
              <a:gd name="T38" fmla="*/ 8 w 128"/>
              <a:gd name="T39" fmla="*/ 66 h 112"/>
              <a:gd name="T40" fmla="*/ 5 w 128"/>
              <a:gd name="T41" fmla="*/ 51 h 112"/>
              <a:gd name="T42" fmla="*/ 9 w 128"/>
              <a:gd name="T43" fmla="*/ 33 h 112"/>
              <a:gd name="T44" fmla="*/ 21 w 128"/>
              <a:gd name="T45" fmla="*/ 19 h 112"/>
              <a:gd name="T46" fmla="*/ 40 w 128"/>
              <a:gd name="T47" fmla="*/ 9 h 112"/>
              <a:gd name="T48" fmla="*/ 88 w 128"/>
              <a:gd name="T49" fmla="*/ 9 h 112"/>
              <a:gd name="T50" fmla="*/ 107 w 128"/>
              <a:gd name="T51" fmla="*/ 19 h 112"/>
              <a:gd name="T52" fmla="*/ 119 w 128"/>
              <a:gd name="T53" fmla="*/ 33 h 112"/>
              <a:gd name="T54" fmla="*/ 123 w 128"/>
              <a:gd name="T55" fmla="*/ 51 h 112"/>
              <a:gd name="T56" fmla="*/ 119 w 128"/>
              <a:gd name="T57" fmla="*/ 68 h 112"/>
              <a:gd name="T58" fmla="*/ 107 w 128"/>
              <a:gd name="T59" fmla="*/ 83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" h="112">
                <a:moveTo>
                  <a:pt x="64" y="0"/>
                </a:moveTo>
                <a:cubicBezTo>
                  <a:pt x="29" y="0"/>
                  <a:pt x="0" y="23"/>
                  <a:pt x="0" y="51"/>
                </a:cubicBezTo>
                <a:cubicBezTo>
                  <a:pt x="0" y="62"/>
                  <a:pt x="5" y="73"/>
                  <a:pt x="14" y="82"/>
                </a:cubicBezTo>
                <a:cubicBezTo>
                  <a:pt x="14" y="83"/>
                  <a:pt x="14" y="83"/>
                  <a:pt x="14" y="83"/>
                </a:cubicBezTo>
                <a:cubicBezTo>
                  <a:pt x="10" y="109"/>
                  <a:pt x="10" y="109"/>
                  <a:pt x="10" y="109"/>
                </a:cubicBezTo>
                <a:cubicBezTo>
                  <a:pt x="10" y="109"/>
                  <a:pt x="10" y="109"/>
                  <a:pt x="10" y="109"/>
                </a:cubicBezTo>
                <a:cubicBezTo>
                  <a:pt x="10" y="111"/>
                  <a:pt x="12" y="112"/>
                  <a:pt x="13" y="111"/>
                </a:cubicBezTo>
                <a:cubicBezTo>
                  <a:pt x="45" y="99"/>
                  <a:pt x="45" y="99"/>
                  <a:pt x="45" y="99"/>
                </a:cubicBezTo>
                <a:cubicBezTo>
                  <a:pt x="45" y="99"/>
                  <a:pt x="45" y="99"/>
                  <a:pt x="45" y="99"/>
                </a:cubicBezTo>
                <a:cubicBezTo>
                  <a:pt x="51" y="101"/>
                  <a:pt x="58" y="101"/>
                  <a:pt x="64" y="101"/>
                </a:cubicBezTo>
                <a:cubicBezTo>
                  <a:pt x="99" y="101"/>
                  <a:pt x="128" y="79"/>
                  <a:pt x="128" y="51"/>
                </a:cubicBezTo>
                <a:cubicBezTo>
                  <a:pt x="128" y="23"/>
                  <a:pt x="99" y="0"/>
                  <a:pt x="64" y="0"/>
                </a:cubicBezTo>
                <a:close/>
                <a:moveTo>
                  <a:pt x="107" y="83"/>
                </a:moveTo>
                <a:cubicBezTo>
                  <a:pt x="101" y="87"/>
                  <a:pt x="95" y="91"/>
                  <a:pt x="88" y="93"/>
                </a:cubicBezTo>
                <a:cubicBezTo>
                  <a:pt x="75" y="97"/>
                  <a:pt x="60" y="98"/>
                  <a:pt x="46" y="95"/>
                </a:cubicBezTo>
                <a:cubicBezTo>
                  <a:pt x="45" y="94"/>
                  <a:pt x="45" y="94"/>
                  <a:pt x="45" y="94"/>
                </a:cubicBezTo>
                <a:cubicBezTo>
                  <a:pt x="15" y="106"/>
                  <a:pt x="15" y="106"/>
                  <a:pt x="15" y="106"/>
                </a:cubicBezTo>
                <a:cubicBezTo>
                  <a:pt x="19" y="81"/>
                  <a:pt x="19" y="81"/>
                  <a:pt x="19" y="81"/>
                </a:cubicBezTo>
                <a:cubicBezTo>
                  <a:pt x="17" y="79"/>
                  <a:pt x="17" y="79"/>
                  <a:pt x="17" y="79"/>
                </a:cubicBezTo>
                <a:cubicBezTo>
                  <a:pt x="13" y="75"/>
                  <a:pt x="10" y="71"/>
                  <a:pt x="8" y="66"/>
                </a:cubicBezTo>
                <a:cubicBezTo>
                  <a:pt x="6" y="61"/>
                  <a:pt x="5" y="56"/>
                  <a:pt x="5" y="51"/>
                </a:cubicBezTo>
                <a:cubicBezTo>
                  <a:pt x="5" y="45"/>
                  <a:pt x="6" y="39"/>
                  <a:pt x="9" y="33"/>
                </a:cubicBezTo>
                <a:cubicBezTo>
                  <a:pt x="12" y="28"/>
                  <a:pt x="16" y="23"/>
                  <a:pt x="21" y="19"/>
                </a:cubicBezTo>
                <a:cubicBezTo>
                  <a:pt x="27" y="14"/>
                  <a:pt x="33" y="11"/>
                  <a:pt x="40" y="9"/>
                </a:cubicBezTo>
                <a:cubicBezTo>
                  <a:pt x="55" y="4"/>
                  <a:pt x="73" y="4"/>
                  <a:pt x="88" y="9"/>
                </a:cubicBezTo>
                <a:cubicBezTo>
                  <a:pt x="95" y="11"/>
                  <a:pt x="101" y="14"/>
                  <a:pt x="107" y="19"/>
                </a:cubicBezTo>
                <a:cubicBezTo>
                  <a:pt x="112" y="23"/>
                  <a:pt x="116" y="28"/>
                  <a:pt x="119" y="33"/>
                </a:cubicBezTo>
                <a:cubicBezTo>
                  <a:pt x="122" y="39"/>
                  <a:pt x="123" y="45"/>
                  <a:pt x="123" y="51"/>
                </a:cubicBezTo>
                <a:cubicBezTo>
                  <a:pt x="123" y="57"/>
                  <a:pt x="122" y="63"/>
                  <a:pt x="119" y="68"/>
                </a:cubicBezTo>
                <a:cubicBezTo>
                  <a:pt x="116" y="74"/>
                  <a:pt x="112" y="79"/>
                  <a:pt x="107" y="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4" name="Freeform 186"/>
          <p:cNvSpPr>
            <a:spLocks noEditPoints="1"/>
          </p:cNvSpPr>
          <p:nvPr/>
        </p:nvSpPr>
        <p:spPr bwMode="auto">
          <a:xfrm>
            <a:off x="9217025" y="1266825"/>
            <a:ext cx="481013" cy="473075"/>
          </a:xfrm>
          <a:custGeom>
            <a:avLst/>
            <a:gdLst>
              <a:gd name="T0" fmla="*/ 122 w 128"/>
              <a:gd name="T1" fmla="*/ 0 h 126"/>
              <a:gd name="T2" fmla="*/ 6 w 128"/>
              <a:gd name="T3" fmla="*/ 0 h 126"/>
              <a:gd name="T4" fmla="*/ 0 w 128"/>
              <a:gd name="T5" fmla="*/ 6 h 126"/>
              <a:gd name="T6" fmla="*/ 0 w 128"/>
              <a:gd name="T7" fmla="*/ 96 h 126"/>
              <a:gd name="T8" fmla="*/ 6 w 128"/>
              <a:gd name="T9" fmla="*/ 101 h 126"/>
              <a:gd name="T10" fmla="*/ 22 w 128"/>
              <a:gd name="T11" fmla="*/ 101 h 126"/>
              <a:gd name="T12" fmla="*/ 22 w 128"/>
              <a:gd name="T13" fmla="*/ 123 h 126"/>
              <a:gd name="T14" fmla="*/ 26 w 128"/>
              <a:gd name="T15" fmla="*/ 125 h 126"/>
              <a:gd name="T16" fmla="*/ 62 w 128"/>
              <a:gd name="T17" fmla="*/ 101 h 126"/>
              <a:gd name="T18" fmla="*/ 122 w 128"/>
              <a:gd name="T19" fmla="*/ 101 h 126"/>
              <a:gd name="T20" fmla="*/ 128 w 128"/>
              <a:gd name="T21" fmla="*/ 96 h 126"/>
              <a:gd name="T22" fmla="*/ 128 w 128"/>
              <a:gd name="T23" fmla="*/ 6 h 126"/>
              <a:gd name="T24" fmla="*/ 122 w 128"/>
              <a:gd name="T25" fmla="*/ 0 h 126"/>
              <a:gd name="T26" fmla="*/ 123 w 128"/>
              <a:gd name="T27" fmla="*/ 97 h 126"/>
              <a:gd name="T28" fmla="*/ 61 w 128"/>
              <a:gd name="T29" fmla="*/ 97 h 126"/>
              <a:gd name="T30" fmla="*/ 27 w 128"/>
              <a:gd name="T31" fmla="*/ 119 h 126"/>
              <a:gd name="T32" fmla="*/ 27 w 128"/>
              <a:gd name="T33" fmla="*/ 97 h 126"/>
              <a:gd name="T34" fmla="*/ 5 w 128"/>
              <a:gd name="T35" fmla="*/ 97 h 126"/>
              <a:gd name="T36" fmla="*/ 5 w 128"/>
              <a:gd name="T37" fmla="*/ 5 h 126"/>
              <a:gd name="T38" fmla="*/ 123 w 128"/>
              <a:gd name="T39" fmla="*/ 5 h 126"/>
              <a:gd name="T40" fmla="*/ 123 w 128"/>
              <a:gd name="T41" fmla="*/ 97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6">
                <a:moveTo>
                  <a:pt x="122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9"/>
                  <a:pt x="3" y="101"/>
                  <a:pt x="6" y="101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22" y="123"/>
                  <a:pt x="22" y="123"/>
                  <a:pt x="22" y="123"/>
                </a:cubicBezTo>
                <a:cubicBezTo>
                  <a:pt x="22" y="125"/>
                  <a:pt x="24" y="126"/>
                  <a:pt x="26" y="125"/>
                </a:cubicBezTo>
                <a:cubicBezTo>
                  <a:pt x="62" y="101"/>
                  <a:pt x="62" y="101"/>
                  <a:pt x="62" y="101"/>
                </a:cubicBezTo>
                <a:cubicBezTo>
                  <a:pt x="122" y="101"/>
                  <a:pt x="122" y="101"/>
                  <a:pt x="122" y="101"/>
                </a:cubicBezTo>
                <a:cubicBezTo>
                  <a:pt x="125" y="101"/>
                  <a:pt x="128" y="99"/>
                  <a:pt x="128" y="96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lose/>
                <a:moveTo>
                  <a:pt x="123" y="97"/>
                </a:moveTo>
                <a:cubicBezTo>
                  <a:pt x="61" y="97"/>
                  <a:pt x="61" y="97"/>
                  <a:pt x="61" y="97"/>
                </a:cubicBezTo>
                <a:cubicBezTo>
                  <a:pt x="27" y="119"/>
                  <a:pt x="27" y="119"/>
                  <a:pt x="27" y="119"/>
                </a:cubicBezTo>
                <a:cubicBezTo>
                  <a:pt x="27" y="97"/>
                  <a:pt x="27" y="97"/>
                  <a:pt x="27" y="97"/>
                </a:cubicBezTo>
                <a:cubicBezTo>
                  <a:pt x="5" y="97"/>
                  <a:pt x="5" y="97"/>
                  <a:pt x="5" y="97"/>
                </a:cubicBezTo>
                <a:cubicBezTo>
                  <a:pt x="5" y="5"/>
                  <a:pt x="5" y="5"/>
                  <a:pt x="5" y="5"/>
                </a:cubicBezTo>
                <a:cubicBezTo>
                  <a:pt x="123" y="5"/>
                  <a:pt x="123" y="5"/>
                  <a:pt x="123" y="5"/>
                </a:cubicBezTo>
                <a:lnTo>
                  <a:pt x="123" y="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5" name="Freeform 187"/>
          <p:cNvSpPr/>
          <p:nvPr/>
        </p:nvSpPr>
        <p:spPr bwMode="auto">
          <a:xfrm>
            <a:off x="9299575" y="1368425"/>
            <a:ext cx="315913" cy="15875"/>
          </a:xfrm>
          <a:custGeom>
            <a:avLst/>
            <a:gdLst>
              <a:gd name="T0" fmla="*/ 3 w 84"/>
              <a:gd name="T1" fmla="*/ 4 h 4"/>
              <a:gd name="T2" fmla="*/ 81 w 84"/>
              <a:gd name="T3" fmla="*/ 4 h 4"/>
              <a:gd name="T4" fmla="*/ 84 w 84"/>
              <a:gd name="T5" fmla="*/ 2 h 4"/>
              <a:gd name="T6" fmla="*/ 81 w 84"/>
              <a:gd name="T7" fmla="*/ 0 h 4"/>
              <a:gd name="T8" fmla="*/ 3 w 84"/>
              <a:gd name="T9" fmla="*/ 0 h 4"/>
              <a:gd name="T10" fmla="*/ 0 w 84"/>
              <a:gd name="T11" fmla="*/ 2 h 4"/>
              <a:gd name="T12" fmla="*/ 3 w 84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" h="4">
                <a:moveTo>
                  <a:pt x="3" y="4"/>
                </a:moveTo>
                <a:cubicBezTo>
                  <a:pt x="81" y="4"/>
                  <a:pt x="81" y="4"/>
                  <a:pt x="81" y="4"/>
                </a:cubicBezTo>
                <a:cubicBezTo>
                  <a:pt x="83" y="4"/>
                  <a:pt x="84" y="3"/>
                  <a:pt x="84" y="2"/>
                </a:cubicBezTo>
                <a:cubicBezTo>
                  <a:pt x="84" y="1"/>
                  <a:pt x="83" y="0"/>
                  <a:pt x="81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3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6" name="Freeform 188"/>
          <p:cNvSpPr/>
          <p:nvPr/>
        </p:nvSpPr>
        <p:spPr bwMode="auto">
          <a:xfrm>
            <a:off x="9299575" y="1450975"/>
            <a:ext cx="315913" cy="19050"/>
          </a:xfrm>
          <a:custGeom>
            <a:avLst/>
            <a:gdLst>
              <a:gd name="T0" fmla="*/ 3 w 84"/>
              <a:gd name="T1" fmla="*/ 5 h 5"/>
              <a:gd name="T2" fmla="*/ 81 w 84"/>
              <a:gd name="T3" fmla="*/ 5 h 5"/>
              <a:gd name="T4" fmla="*/ 84 w 84"/>
              <a:gd name="T5" fmla="*/ 2 h 5"/>
              <a:gd name="T6" fmla="*/ 81 w 84"/>
              <a:gd name="T7" fmla="*/ 0 h 5"/>
              <a:gd name="T8" fmla="*/ 3 w 84"/>
              <a:gd name="T9" fmla="*/ 0 h 5"/>
              <a:gd name="T10" fmla="*/ 0 w 84"/>
              <a:gd name="T11" fmla="*/ 2 h 5"/>
              <a:gd name="T12" fmla="*/ 3 w 84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" h="5">
                <a:moveTo>
                  <a:pt x="3" y="5"/>
                </a:moveTo>
                <a:cubicBezTo>
                  <a:pt x="81" y="5"/>
                  <a:pt x="81" y="5"/>
                  <a:pt x="81" y="5"/>
                </a:cubicBezTo>
                <a:cubicBezTo>
                  <a:pt x="83" y="5"/>
                  <a:pt x="84" y="4"/>
                  <a:pt x="84" y="2"/>
                </a:cubicBezTo>
                <a:cubicBezTo>
                  <a:pt x="84" y="1"/>
                  <a:pt x="83" y="0"/>
                  <a:pt x="81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7" name="Freeform 189"/>
          <p:cNvSpPr/>
          <p:nvPr/>
        </p:nvSpPr>
        <p:spPr bwMode="auto">
          <a:xfrm>
            <a:off x="9299575" y="1533525"/>
            <a:ext cx="153988" cy="19050"/>
          </a:xfrm>
          <a:custGeom>
            <a:avLst/>
            <a:gdLst>
              <a:gd name="T0" fmla="*/ 3 w 41"/>
              <a:gd name="T1" fmla="*/ 5 h 5"/>
              <a:gd name="T2" fmla="*/ 38 w 41"/>
              <a:gd name="T3" fmla="*/ 5 h 5"/>
              <a:gd name="T4" fmla="*/ 41 w 41"/>
              <a:gd name="T5" fmla="*/ 3 h 5"/>
              <a:gd name="T6" fmla="*/ 38 w 41"/>
              <a:gd name="T7" fmla="*/ 0 h 5"/>
              <a:gd name="T8" fmla="*/ 3 w 41"/>
              <a:gd name="T9" fmla="*/ 0 h 5"/>
              <a:gd name="T10" fmla="*/ 0 w 41"/>
              <a:gd name="T11" fmla="*/ 3 h 5"/>
              <a:gd name="T12" fmla="*/ 3 w 41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" h="5">
                <a:moveTo>
                  <a:pt x="3" y="5"/>
                </a:moveTo>
                <a:cubicBezTo>
                  <a:pt x="38" y="5"/>
                  <a:pt x="38" y="5"/>
                  <a:pt x="38" y="5"/>
                </a:cubicBezTo>
                <a:cubicBezTo>
                  <a:pt x="40" y="5"/>
                  <a:pt x="41" y="4"/>
                  <a:pt x="41" y="3"/>
                </a:cubicBezTo>
                <a:cubicBezTo>
                  <a:pt x="41" y="1"/>
                  <a:pt x="40" y="0"/>
                  <a:pt x="38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8" name="Freeform 190"/>
          <p:cNvSpPr>
            <a:spLocks noEditPoints="1"/>
          </p:cNvSpPr>
          <p:nvPr/>
        </p:nvSpPr>
        <p:spPr bwMode="auto">
          <a:xfrm>
            <a:off x="8256588" y="1266825"/>
            <a:ext cx="481013" cy="473075"/>
          </a:xfrm>
          <a:custGeom>
            <a:avLst/>
            <a:gdLst>
              <a:gd name="T0" fmla="*/ 122 w 128"/>
              <a:gd name="T1" fmla="*/ 0 h 126"/>
              <a:gd name="T2" fmla="*/ 6 w 128"/>
              <a:gd name="T3" fmla="*/ 0 h 126"/>
              <a:gd name="T4" fmla="*/ 0 w 128"/>
              <a:gd name="T5" fmla="*/ 6 h 126"/>
              <a:gd name="T6" fmla="*/ 0 w 128"/>
              <a:gd name="T7" fmla="*/ 96 h 126"/>
              <a:gd name="T8" fmla="*/ 6 w 128"/>
              <a:gd name="T9" fmla="*/ 102 h 126"/>
              <a:gd name="T10" fmla="*/ 22 w 128"/>
              <a:gd name="T11" fmla="*/ 102 h 126"/>
              <a:gd name="T12" fmla="*/ 22 w 128"/>
              <a:gd name="T13" fmla="*/ 123 h 126"/>
              <a:gd name="T14" fmla="*/ 26 w 128"/>
              <a:gd name="T15" fmla="*/ 125 h 126"/>
              <a:gd name="T16" fmla="*/ 62 w 128"/>
              <a:gd name="T17" fmla="*/ 102 h 126"/>
              <a:gd name="T18" fmla="*/ 122 w 128"/>
              <a:gd name="T19" fmla="*/ 102 h 126"/>
              <a:gd name="T20" fmla="*/ 128 w 128"/>
              <a:gd name="T21" fmla="*/ 96 h 126"/>
              <a:gd name="T22" fmla="*/ 128 w 128"/>
              <a:gd name="T23" fmla="*/ 6 h 126"/>
              <a:gd name="T24" fmla="*/ 122 w 128"/>
              <a:gd name="T25" fmla="*/ 0 h 126"/>
              <a:gd name="T26" fmla="*/ 123 w 128"/>
              <a:gd name="T27" fmla="*/ 97 h 126"/>
              <a:gd name="T28" fmla="*/ 61 w 128"/>
              <a:gd name="T29" fmla="*/ 97 h 126"/>
              <a:gd name="T30" fmla="*/ 27 w 128"/>
              <a:gd name="T31" fmla="*/ 119 h 126"/>
              <a:gd name="T32" fmla="*/ 27 w 128"/>
              <a:gd name="T33" fmla="*/ 97 h 126"/>
              <a:gd name="T34" fmla="*/ 5 w 128"/>
              <a:gd name="T35" fmla="*/ 97 h 126"/>
              <a:gd name="T36" fmla="*/ 5 w 128"/>
              <a:gd name="T37" fmla="*/ 5 h 126"/>
              <a:gd name="T38" fmla="*/ 123 w 128"/>
              <a:gd name="T39" fmla="*/ 5 h 126"/>
              <a:gd name="T40" fmla="*/ 123 w 128"/>
              <a:gd name="T41" fmla="*/ 97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6">
                <a:moveTo>
                  <a:pt x="122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9"/>
                  <a:pt x="3" y="102"/>
                  <a:pt x="6" y="102"/>
                </a:cubicBezTo>
                <a:cubicBezTo>
                  <a:pt x="22" y="102"/>
                  <a:pt x="22" y="102"/>
                  <a:pt x="22" y="102"/>
                </a:cubicBezTo>
                <a:cubicBezTo>
                  <a:pt x="22" y="123"/>
                  <a:pt x="22" y="123"/>
                  <a:pt x="22" y="123"/>
                </a:cubicBezTo>
                <a:cubicBezTo>
                  <a:pt x="22" y="125"/>
                  <a:pt x="24" y="126"/>
                  <a:pt x="26" y="125"/>
                </a:cubicBezTo>
                <a:cubicBezTo>
                  <a:pt x="62" y="102"/>
                  <a:pt x="62" y="102"/>
                  <a:pt x="62" y="102"/>
                </a:cubicBezTo>
                <a:cubicBezTo>
                  <a:pt x="122" y="102"/>
                  <a:pt x="122" y="102"/>
                  <a:pt x="122" y="102"/>
                </a:cubicBezTo>
                <a:cubicBezTo>
                  <a:pt x="125" y="102"/>
                  <a:pt x="128" y="99"/>
                  <a:pt x="128" y="96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lose/>
                <a:moveTo>
                  <a:pt x="123" y="97"/>
                </a:moveTo>
                <a:cubicBezTo>
                  <a:pt x="61" y="97"/>
                  <a:pt x="61" y="97"/>
                  <a:pt x="61" y="97"/>
                </a:cubicBezTo>
                <a:cubicBezTo>
                  <a:pt x="27" y="119"/>
                  <a:pt x="27" y="119"/>
                  <a:pt x="27" y="119"/>
                </a:cubicBezTo>
                <a:cubicBezTo>
                  <a:pt x="27" y="97"/>
                  <a:pt x="27" y="97"/>
                  <a:pt x="27" y="97"/>
                </a:cubicBezTo>
                <a:cubicBezTo>
                  <a:pt x="5" y="97"/>
                  <a:pt x="5" y="97"/>
                  <a:pt x="5" y="97"/>
                </a:cubicBezTo>
                <a:cubicBezTo>
                  <a:pt x="5" y="5"/>
                  <a:pt x="5" y="5"/>
                  <a:pt x="5" y="5"/>
                </a:cubicBezTo>
                <a:cubicBezTo>
                  <a:pt x="123" y="5"/>
                  <a:pt x="123" y="5"/>
                  <a:pt x="123" y="5"/>
                </a:cubicBezTo>
                <a:lnTo>
                  <a:pt x="123" y="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9" name="Oval 191"/>
          <p:cNvSpPr>
            <a:spLocks noChangeArrowheads="1"/>
          </p:cNvSpPr>
          <p:nvPr/>
        </p:nvSpPr>
        <p:spPr bwMode="auto">
          <a:xfrm>
            <a:off x="8399463" y="1458913"/>
            <a:ext cx="25400" cy="2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0" name="Oval 192"/>
          <p:cNvSpPr>
            <a:spLocks noChangeArrowheads="1"/>
          </p:cNvSpPr>
          <p:nvPr/>
        </p:nvSpPr>
        <p:spPr bwMode="auto">
          <a:xfrm>
            <a:off x="8482013" y="1458913"/>
            <a:ext cx="30163" cy="2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1" name="Oval 193"/>
          <p:cNvSpPr>
            <a:spLocks noChangeArrowheads="1"/>
          </p:cNvSpPr>
          <p:nvPr/>
        </p:nvSpPr>
        <p:spPr bwMode="auto">
          <a:xfrm>
            <a:off x="8567738" y="1458913"/>
            <a:ext cx="26988" cy="2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2" name="Freeform 194"/>
          <p:cNvSpPr>
            <a:spLocks noEditPoints="1"/>
          </p:cNvSpPr>
          <p:nvPr/>
        </p:nvSpPr>
        <p:spPr bwMode="auto">
          <a:xfrm>
            <a:off x="7296150" y="1266825"/>
            <a:ext cx="479425" cy="473075"/>
          </a:xfrm>
          <a:custGeom>
            <a:avLst/>
            <a:gdLst>
              <a:gd name="T0" fmla="*/ 128 w 128"/>
              <a:gd name="T1" fmla="*/ 6 h 126"/>
              <a:gd name="T2" fmla="*/ 122 w 128"/>
              <a:gd name="T3" fmla="*/ 0 h 126"/>
              <a:gd name="T4" fmla="*/ 6 w 128"/>
              <a:gd name="T5" fmla="*/ 0 h 126"/>
              <a:gd name="T6" fmla="*/ 0 w 128"/>
              <a:gd name="T7" fmla="*/ 6 h 126"/>
              <a:gd name="T8" fmla="*/ 0 w 128"/>
              <a:gd name="T9" fmla="*/ 96 h 126"/>
              <a:gd name="T10" fmla="*/ 6 w 128"/>
              <a:gd name="T11" fmla="*/ 102 h 126"/>
              <a:gd name="T12" fmla="*/ 22 w 128"/>
              <a:gd name="T13" fmla="*/ 102 h 126"/>
              <a:gd name="T14" fmla="*/ 22 w 128"/>
              <a:gd name="T15" fmla="*/ 123 h 126"/>
              <a:gd name="T16" fmla="*/ 26 w 128"/>
              <a:gd name="T17" fmla="*/ 125 h 126"/>
              <a:gd name="T18" fmla="*/ 62 w 128"/>
              <a:gd name="T19" fmla="*/ 102 h 126"/>
              <a:gd name="T20" fmla="*/ 122 w 128"/>
              <a:gd name="T21" fmla="*/ 102 h 126"/>
              <a:gd name="T22" fmla="*/ 128 w 128"/>
              <a:gd name="T23" fmla="*/ 96 h 126"/>
              <a:gd name="T24" fmla="*/ 128 w 128"/>
              <a:gd name="T25" fmla="*/ 6 h 126"/>
              <a:gd name="T26" fmla="*/ 123 w 128"/>
              <a:gd name="T27" fmla="*/ 97 h 126"/>
              <a:gd name="T28" fmla="*/ 61 w 128"/>
              <a:gd name="T29" fmla="*/ 97 h 126"/>
              <a:gd name="T30" fmla="*/ 27 w 128"/>
              <a:gd name="T31" fmla="*/ 119 h 126"/>
              <a:gd name="T32" fmla="*/ 27 w 128"/>
              <a:gd name="T33" fmla="*/ 97 h 126"/>
              <a:gd name="T34" fmla="*/ 5 w 128"/>
              <a:gd name="T35" fmla="*/ 97 h 126"/>
              <a:gd name="T36" fmla="*/ 5 w 128"/>
              <a:gd name="T37" fmla="*/ 5 h 126"/>
              <a:gd name="T38" fmla="*/ 123 w 128"/>
              <a:gd name="T39" fmla="*/ 5 h 126"/>
              <a:gd name="T40" fmla="*/ 123 w 128"/>
              <a:gd name="T41" fmla="*/ 97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6">
                <a:moveTo>
                  <a:pt x="128" y="6"/>
                </a:moveTo>
                <a:cubicBezTo>
                  <a:pt x="128" y="3"/>
                  <a:pt x="125" y="0"/>
                  <a:pt x="122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9"/>
                  <a:pt x="3" y="102"/>
                  <a:pt x="6" y="102"/>
                </a:cubicBezTo>
                <a:cubicBezTo>
                  <a:pt x="22" y="102"/>
                  <a:pt x="22" y="102"/>
                  <a:pt x="22" y="102"/>
                </a:cubicBezTo>
                <a:cubicBezTo>
                  <a:pt x="22" y="123"/>
                  <a:pt x="22" y="123"/>
                  <a:pt x="22" y="123"/>
                </a:cubicBezTo>
                <a:cubicBezTo>
                  <a:pt x="22" y="125"/>
                  <a:pt x="24" y="126"/>
                  <a:pt x="26" y="125"/>
                </a:cubicBezTo>
                <a:cubicBezTo>
                  <a:pt x="62" y="102"/>
                  <a:pt x="62" y="102"/>
                  <a:pt x="62" y="102"/>
                </a:cubicBezTo>
                <a:cubicBezTo>
                  <a:pt x="122" y="102"/>
                  <a:pt x="122" y="102"/>
                  <a:pt x="122" y="102"/>
                </a:cubicBezTo>
                <a:cubicBezTo>
                  <a:pt x="125" y="102"/>
                  <a:pt x="128" y="99"/>
                  <a:pt x="128" y="96"/>
                </a:cubicBezTo>
                <a:lnTo>
                  <a:pt x="128" y="6"/>
                </a:lnTo>
                <a:close/>
                <a:moveTo>
                  <a:pt x="123" y="97"/>
                </a:moveTo>
                <a:cubicBezTo>
                  <a:pt x="61" y="97"/>
                  <a:pt x="61" y="97"/>
                  <a:pt x="61" y="97"/>
                </a:cubicBezTo>
                <a:cubicBezTo>
                  <a:pt x="27" y="119"/>
                  <a:pt x="27" y="119"/>
                  <a:pt x="27" y="119"/>
                </a:cubicBezTo>
                <a:cubicBezTo>
                  <a:pt x="27" y="97"/>
                  <a:pt x="27" y="97"/>
                  <a:pt x="27" y="97"/>
                </a:cubicBezTo>
                <a:cubicBezTo>
                  <a:pt x="5" y="97"/>
                  <a:pt x="5" y="97"/>
                  <a:pt x="5" y="97"/>
                </a:cubicBezTo>
                <a:cubicBezTo>
                  <a:pt x="5" y="5"/>
                  <a:pt x="5" y="5"/>
                  <a:pt x="5" y="5"/>
                </a:cubicBezTo>
                <a:cubicBezTo>
                  <a:pt x="123" y="5"/>
                  <a:pt x="123" y="5"/>
                  <a:pt x="123" y="5"/>
                </a:cubicBezTo>
                <a:lnTo>
                  <a:pt x="123" y="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3" name="Freeform 195"/>
          <p:cNvSpPr>
            <a:spLocks noEditPoints="1"/>
          </p:cNvSpPr>
          <p:nvPr/>
        </p:nvSpPr>
        <p:spPr bwMode="auto">
          <a:xfrm>
            <a:off x="6334125" y="1343025"/>
            <a:ext cx="481013" cy="322263"/>
          </a:xfrm>
          <a:custGeom>
            <a:avLst/>
            <a:gdLst>
              <a:gd name="T0" fmla="*/ 0 w 128"/>
              <a:gd name="T1" fmla="*/ 86 h 86"/>
              <a:gd name="T2" fmla="*/ 128 w 128"/>
              <a:gd name="T3" fmla="*/ 78 h 86"/>
              <a:gd name="T4" fmla="*/ 115 w 128"/>
              <a:gd name="T5" fmla="*/ 67 h 86"/>
              <a:gd name="T6" fmla="*/ 107 w 128"/>
              <a:gd name="T7" fmla="*/ 62 h 86"/>
              <a:gd name="T8" fmla="*/ 108 w 128"/>
              <a:gd name="T9" fmla="*/ 59 h 86"/>
              <a:gd name="T10" fmla="*/ 114 w 128"/>
              <a:gd name="T11" fmla="*/ 41 h 86"/>
              <a:gd name="T12" fmla="*/ 96 w 128"/>
              <a:gd name="T13" fmla="*/ 22 h 86"/>
              <a:gd name="T14" fmla="*/ 78 w 128"/>
              <a:gd name="T15" fmla="*/ 41 h 86"/>
              <a:gd name="T16" fmla="*/ 84 w 128"/>
              <a:gd name="T17" fmla="*/ 59 h 86"/>
              <a:gd name="T18" fmla="*/ 85 w 128"/>
              <a:gd name="T19" fmla="*/ 62 h 86"/>
              <a:gd name="T20" fmla="*/ 81 w 128"/>
              <a:gd name="T21" fmla="*/ 65 h 86"/>
              <a:gd name="T22" fmla="*/ 80 w 128"/>
              <a:gd name="T23" fmla="*/ 65 h 86"/>
              <a:gd name="T24" fmla="*/ 68 w 128"/>
              <a:gd name="T25" fmla="*/ 61 h 86"/>
              <a:gd name="T26" fmla="*/ 59 w 128"/>
              <a:gd name="T27" fmla="*/ 49 h 86"/>
              <a:gd name="T28" fmla="*/ 67 w 128"/>
              <a:gd name="T29" fmla="*/ 25 h 86"/>
              <a:gd name="T30" fmla="*/ 43 w 128"/>
              <a:gd name="T31" fmla="*/ 0 h 86"/>
              <a:gd name="T32" fmla="*/ 20 w 128"/>
              <a:gd name="T33" fmla="*/ 25 h 86"/>
              <a:gd name="T34" fmla="*/ 28 w 128"/>
              <a:gd name="T35" fmla="*/ 49 h 86"/>
              <a:gd name="T36" fmla="*/ 18 w 128"/>
              <a:gd name="T37" fmla="*/ 61 h 86"/>
              <a:gd name="T38" fmla="*/ 0 w 128"/>
              <a:gd name="T39" fmla="*/ 75 h 86"/>
              <a:gd name="T40" fmla="*/ 89 w 128"/>
              <a:gd name="T41" fmla="*/ 65 h 86"/>
              <a:gd name="T42" fmla="*/ 87 w 128"/>
              <a:gd name="T43" fmla="*/ 55 h 86"/>
              <a:gd name="T44" fmla="*/ 87 w 128"/>
              <a:gd name="T45" fmla="*/ 31 h 86"/>
              <a:gd name="T46" fmla="*/ 96 w 128"/>
              <a:gd name="T47" fmla="*/ 27 h 86"/>
              <a:gd name="T48" fmla="*/ 109 w 128"/>
              <a:gd name="T49" fmla="*/ 41 h 86"/>
              <a:gd name="T50" fmla="*/ 104 w 128"/>
              <a:gd name="T51" fmla="*/ 56 h 86"/>
              <a:gd name="T52" fmla="*/ 113 w 128"/>
              <a:gd name="T53" fmla="*/ 71 h 86"/>
              <a:gd name="T54" fmla="*/ 123 w 128"/>
              <a:gd name="T55" fmla="*/ 78 h 86"/>
              <a:gd name="T56" fmla="*/ 86 w 128"/>
              <a:gd name="T57" fmla="*/ 82 h 86"/>
              <a:gd name="T58" fmla="*/ 85 w 128"/>
              <a:gd name="T59" fmla="*/ 70 h 86"/>
              <a:gd name="T60" fmla="*/ 86 w 128"/>
              <a:gd name="T61" fmla="*/ 68 h 86"/>
              <a:gd name="T62" fmla="*/ 9 w 128"/>
              <a:gd name="T63" fmla="*/ 69 h 86"/>
              <a:gd name="T64" fmla="*/ 33 w 128"/>
              <a:gd name="T65" fmla="*/ 57 h 86"/>
              <a:gd name="T66" fmla="*/ 30 w 128"/>
              <a:gd name="T67" fmla="*/ 44 h 86"/>
              <a:gd name="T68" fmla="*/ 30 w 128"/>
              <a:gd name="T69" fmla="*/ 10 h 86"/>
              <a:gd name="T70" fmla="*/ 43 w 128"/>
              <a:gd name="T71" fmla="*/ 4 h 86"/>
              <a:gd name="T72" fmla="*/ 62 w 128"/>
              <a:gd name="T73" fmla="*/ 25 h 86"/>
              <a:gd name="T74" fmla="*/ 55 w 128"/>
              <a:gd name="T75" fmla="*/ 47 h 86"/>
              <a:gd name="T76" fmla="*/ 67 w 128"/>
              <a:gd name="T77" fmla="*/ 65 h 86"/>
              <a:gd name="T78" fmla="*/ 82 w 128"/>
              <a:gd name="T79" fmla="*/ 75 h 86"/>
              <a:gd name="T80" fmla="*/ 5 w 128"/>
              <a:gd name="T81" fmla="*/ 82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" h="86">
                <a:moveTo>
                  <a:pt x="0" y="75"/>
                </a:moveTo>
                <a:cubicBezTo>
                  <a:pt x="0" y="86"/>
                  <a:pt x="0" y="86"/>
                  <a:pt x="0" y="86"/>
                </a:cubicBezTo>
                <a:cubicBezTo>
                  <a:pt x="128" y="86"/>
                  <a:pt x="128" y="86"/>
                  <a:pt x="128" y="86"/>
                </a:cubicBezTo>
                <a:cubicBezTo>
                  <a:pt x="128" y="78"/>
                  <a:pt x="128" y="78"/>
                  <a:pt x="128" y="78"/>
                </a:cubicBezTo>
                <a:cubicBezTo>
                  <a:pt x="128" y="74"/>
                  <a:pt x="125" y="70"/>
                  <a:pt x="122" y="69"/>
                </a:cubicBezTo>
                <a:cubicBezTo>
                  <a:pt x="122" y="69"/>
                  <a:pt x="118" y="68"/>
                  <a:pt x="115" y="67"/>
                </a:cubicBezTo>
                <a:cubicBezTo>
                  <a:pt x="109" y="65"/>
                  <a:pt x="108" y="63"/>
                  <a:pt x="107" y="63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62"/>
                  <a:pt x="107" y="61"/>
                  <a:pt x="108" y="59"/>
                </a:cubicBezTo>
                <a:cubicBezTo>
                  <a:pt x="108" y="58"/>
                  <a:pt x="109" y="58"/>
                  <a:pt x="109" y="57"/>
                </a:cubicBezTo>
                <a:cubicBezTo>
                  <a:pt x="112" y="53"/>
                  <a:pt x="113" y="47"/>
                  <a:pt x="114" y="41"/>
                </a:cubicBezTo>
                <a:cubicBezTo>
                  <a:pt x="114" y="36"/>
                  <a:pt x="112" y="31"/>
                  <a:pt x="108" y="27"/>
                </a:cubicBezTo>
                <a:cubicBezTo>
                  <a:pt x="105" y="24"/>
                  <a:pt x="101" y="22"/>
                  <a:pt x="96" y="22"/>
                </a:cubicBezTo>
                <a:cubicBezTo>
                  <a:pt x="91" y="22"/>
                  <a:pt x="87" y="24"/>
                  <a:pt x="84" y="27"/>
                </a:cubicBezTo>
                <a:cubicBezTo>
                  <a:pt x="80" y="31"/>
                  <a:pt x="78" y="36"/>
                  <a:pt x="78" y="41"/>
                </a:cubicBezTo>
                <a:cubicBezTo>
                  <a:pt x="78" y="47"/>
                  <a:pt x="80" y="53"/>
                  <a:pt x="83" y="57"/>
                </a:cubicBezTo>
                <a:cubicBezTo>
                  <a:pt x="83" y="58"/>
                  <a:pt x="84" y="58"/>
                  <a:pt x="84" y="59"/>
                </a:cubicBezTo>
                <a:cubicBezTo>
                  <a:pt x="85" y="61"/>
                  <a:pt x="85" y="62"/>
                  <a:pt x="85" y="62"/>
                </a:cubicBezTo>
                <a:cubicBezTo>
                  <a:pt x="85" y="62"/>
                  <a:pt x="85" y="62"/>
                  <a:pt x="85" y="62"/>
                </a:cubicBezTo>
                <a:cubicBezTo>
                  <a:pt x="85" y="63"/>
                  <a:pt x="85" y="63"/>
                  <a:pt x="85" y="63"/>
                </a:cubicBezTo>
                <a:cubicBezTo>
                  <a:pt x="84" y="63"/>
                  <a:pt x="84" y="64"/>
                  <a:pt x="81" y="65"/>
                </a:cubicBezTo>
                <a:cubicBezTo>
                  <a:pt x="81" y="65"/>
                  <a:pt x="81" y="65"/>
                  <a:pt x="81" y="65"/>
                </a:cubicBezTo>
                <a:cubicBezTo>
                  <a:pt x="80" y="65"/>
                  <a:pt x="80" y="65"/>
                  <a:pt x="80" y="65"/>
                </a:cubicBezTo>
                <a:cubicBezTo>
                  <a:pt x="80" y="65"/>
                  <a:pt x="79" y="64"/>
                  <a:pt x="78" y="64"/>
                </a:cubicBezTo>
                <a:cubicBezTo>
                  <a:pt x="78" y="64"/>
                  <a:pt x="73" y="63"/>
                  <a:pt x="68" y="61"/>
                </a:cubicBezTo>
                <a:cubicBezTo>
                  <a:pt x="59" y="58"/>
                  <a:pt x="58" y="55"/>
                  <a:pt x="58" y="55"/>
                </a:cubicBezTo>
                <a:cubicBezTo>
                  <a:pt x="57" y="54"/>
                  <a:pt x="57" y="52"/>
                  <a:pt x="59" y="49"/>
                </a:cubicBezTo>
                <a:cubicBezTo>
                  <a:pt x="59" y="48"/>
                  <a:pt x="60" y="48"/>
                  <a:pt x="60" y="47"/>
                </a:cubicBezTo>
                <a:cubicBezTo>
                  <a:pt x="64" y="41"/>
                  <a:pt x="66" y="33"/>
                  <a:pt x="67" y="25"/>
                </a:cubicBezTo>
                <a:cubicBezTo>
                  <a:pt x="67" y="18"/>
                  <a:pt x="64" y="12"/>
                  <a:pt x="60" y="7"/>
                </a:cubicBezTo>
                <a:cubicBezTo>
                  <a:pt x="55" y="2"/>
                  <a:pt x="49" y="0"/>
                  <a:pt x="43" y="0"/>
                </a:cubicBezTo>
                <a:cubicBezTo>
                  <a:pt x="37" y="0"/>
                  <a:pt x="31" y="2"/>
                  <a:pt x="27" y="7"/>
                </a:cubicBezTo>
                <a:cubicBezTo>
                  <a:pt x="22" y="12"/>
                  <a:pt x="20" y="18"/>
                  <a:pt x="20" y="25"/>
                </a:cubicBezTo>
                <a:cubicBezTo>
                  <a:pt x="20" y="33"/>
                  <a:pt x="22" y="41"/>
                  <a:pt x="26" y="47"/>
                </a:cubicBezTo>
                <a:cubicBezTo>
                  <a:pt x="27" y="48"/>
                  <a:pt x="27" y="48"/>
                  <a:pt x="28" y="49"/>
                </a:cubicBezTo>
                <a:cubicBezTo>
                  <a:pt x="29" y="52"/>
                  <a:pt x="30" y="54"/>
                  <a:pt x="29" y="55"/>
                </a:cubicBezTo>
                <a:cubicBezTo>
                  <a:pt x="29" y="55"/>
                  <a:pt x="27" y="58"/>
                  <a:pt x="18" y="61"/>
                </a:cubicBezTo>
                <a:cubicBezTo>
                  <a:pt x="13" y="63"/>
                  <a:pt x="8" y="64"/>
                  <a:pt x="8" y="64"/>
                </a:cubicBezTo>
                <a:cubicBezTo>
                  <a:pt x="3" y="66"/>
                  <a:pt x="0" y="70"/>
                  <a:pt x="0" y="75"/>
                </a:cubicBezTo>
                <a:close/>
                <a:moveTo>
                  <a:pt x="86" y="68"/>
                </a:moveTo>
                <a:cubicBezTo>
                  <a:pt x="87" y="67"/>
                  <a:pt x="88" y="66"/>
                  <a:pt x="89" y="65"/>
                </a:cubicBezTo>
                <a:cubicBezTo>
                  <a:pt x="90" y="62"/>
                  <a:pt x="89" y="59"/>
                  <a:pt x="88" y="57"/>
                </a:cubicBezTo>
                <a:cubicBezTo>
                  <a:pt x="88" y="56"/>
                  <a:pt x="87" y="55"/>
                  <a:pt x="87" y="55"/>
                </a:cubicBezTo>
                <a:cubicBezTo>
                  <a:pt x="84" y="51"/>
                  <a:pt x="83" y="46"/>
                  <a:pt x="83" y="41"/>
                </a:cubicBezTo>
                <a:cubicBezTo>
                  <a:pt x="83" y="37"/>
                  <a:pt x="84" y="33"/>
                  <a:pt x="87" y="31"/>
                </a:cubicBezTo>
                <a:cubicBezTo>
                  <a:pt x="89" y="28"/>
                  <a:pt x="93" y="27"/>
                  <a:pt x="96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9" y="27"/>
                  <a:pt x="103" y="28"/>
                  <a:pt x="105" y="31"/>
                </a:cubicBezTo>
                <a:cubicBezTo>
                  <a:pt x="108" y="33"/>
                  <a:pt x="109" y="37"/>
                  <a:pt x="109" y="41"/>
                </a:cubicBezTo>
                <a:cubicBezTo>
                  <a:pt x="109" y="46"/>
                  <a:pt x="108" y="51"/>
                  <a:pt x="105" y="55"/>
                </a:cubicBezTo>
                <a:cubicBezTo>
                  <a:pt x="105" y="55"/>
                  <a:pt x="104" y="56"/>
                  <a:pt x="104" y="56"/>
                </a:cubicBezTo>
                <a:cubicBezTo>
                  <a:pt x="103" y="59"/>
                  <a:pt x="101" y="62"/>
                  <a:pt x="103" y="65"/>
                </a:cubicBezTo>
                <a:cubicBezTo>
                  <a:pt x="104" y="67"/>
                  <a:pt x="107" y="69"/>
                  <a:pt x="113" y="71"/>
                </a:cubicBezTo>
                <a:cubicBezTo>
                  <a:pt x="116" y="72"/>
                  <a:pt x="119" y="73"/>
                  <a:pt x="120" y="73"/>
                </a:cubicBezTo>
                <a:cubicBezTo>
                  <a:pt x="122" y="74"/>
                  <a:pt x="123" y="76"/>
                  <a:pt x="123" y="78"/>
                </a:cubicBezTo>
                <a:cubicBezTo>
                  <a:pt x="123" y="82"/>
                  <a:pt x="123" y="82"/>
                  <a:pt x="123" y="82"/>
                </a:cubicBezTo>
                <a:cubicBezTo>
                  <a:pt x="86" y="82"/>
                  <a:pt x="86" y="82"/>
                  <a:pt x="86" y="82"/>
                </a:cubicBezTo>
                <a:cubicBezTo>
                  <a:pt x="86" y="75"/>
                  <a:pt x="86" y="75"/>
                  <a:pt x="86" y="75"/>
                </a:cubicBezTo>
                <a:cubicBezTo>
                  <a:pt x="86" y="73"/>
                  <a:pt x="86" y="71"/>
                  <a:pt x="85" y="70"/>
                </a:cubicBezTo>
                <a:cubicBezTo>
                  <a:pt x="84" y="69"/>
                  <a:pt x="84" y="69"/>
                  <a:pt x="84" y="69"/>
                </a:cubicBezTo>
                <a:lnTo>
                  <a:pt x="86" y="68"/>
                </a:lnTo>
                <a:close/>
                <a:moveTo>
                  <a:pt x="5" y="75"/>
                </a:moveTo>
                <a:cubicBezTo>
                  <a:pt x="5" y="72"/>
                  <a:pt x="6" y="70"/>
                  <a:pt x="9" y="69"/>
                </a:cubicBezTo>
                <a:cubicBezTo>
                  <a:pt x="10" y="68"/>
                  <a:pt x="15" y="67"/>
                  <a:pt x="20" y="65"/>
                </a:cubicBezTo>
                <a:cubicBezTo>
                  <a:pt x="31" y="61"/>
                  <a:pt x="32" y="58"/>
                  <a:pt x="33" y="57"/>
                </a:cubicBezTo>
                <a:cubicBezTo>
                  <a:pt x="35" y="54"/>
                  <a:pt x="33" y="50"/>
                  <a:pt x="32" y="47"/>
                </a:cubicBezTo>
                <a:cubicBezTo>
                  <a:pt x="31" y="46"/>
                  <a:pt x="30" y="45"/>
                  <a:pt x="30" y="44"/>
                </a:cubicBezTo>
                <a:cubicBezTo>
                  <a:pt x="26" y="39"/>
                  <a:pt x="25" y="32"/>
                  <a:pt x="24" y="25"/>
                </a:cubicBezTo>
                <a:cubicBezTo>
                  <a:pt x="24" y="19"/>
                  <a:pt x="26" y="14"/>
                  <a:pt x="30" y="10"/>
                </a:cubicBezTo>
                <a:cubicBezTo>
                  <a:pt x="34" y="6"/>
                  <a:pt x="38" y="4"/>
                  <a:pt x="43" y="4"/>
                </a:cubicBezTo>
                <a:cubicBezTo>
                  <a:pt x="43" y="4"/>
                  <a:pt x="43" y="4"/>
                  <a:pt x="43" y="4"/>
                </a:cubicBezTo>
                <a:cubicBezTo>
                  <a:pt x="48" y="4"/>
                  <a:pt x="53" y="6"/>
                  <a:pt x="56" y="10"/>
                </a:cubicBezTo>
                <a:cubicBezTo>
                  <a:pt x="60" y="14"/>
                  <a:pt x="62" y="19"/>
                  <a:pt x="62" y="25"/>
                </a:cubicBezTo>
                <a:cubicBezTo>
                  <a:pt x="62" y="32"/>
                  <a:pt x="60" y="39"/>
                  <a:pt x="56" y="44"/>
                </a:cubicBezTo>
                <a:cubicBezTo>
                  <a:pt x="56" y="45"/>
                  <a:pt x="55" y="46"/>
                  <a:pt x="55" y="47"/>
                </a:cubicBezTo>
                <a:cubicBezTo>
                  <a:pt x="53" y="50"/>
                  <a:pt x="52" y="54"/>
                  <a:pt x="53" y="57"/>
                </a:cubicBezTo>
                <a:cubicBezTo>
                  <a:pt x="54" y="58"/>
                  <a:pt x="56" y="61"/>
                  <a:pt x="67" y="65"/>
                </a:cubicBezTo>
                <a:cubicBezTo>
                  <a:pt x="72" y="67"/>
                  <a:pt x="76" y="68"/>
                  <a:pt x="77" y="69"/>
                </a:cubicBezTo>
                <a:cubicBezTo>
                  <a:pt x="80" y="70"/>
                  <a:pt x="82" y="72"/>
                  <a:pt x="82" y="75"/>
                </a:cubicBezTo>
                <a:cubicBezTo>
                  <a:pt x="82" y="82"/>
                  <a:pt x="82" y="82"/>
                  <a:pt x="82" y="82"/>
                </a:cubicBezTo>
                <a:cubicBezTo>
                  <a:pt x="5" y="82"/>
                  <a:pt x="5" y="82"/>
                  <a:pt x="5" y="82"/>
                </a:cubicBezTo>
                <a:lnTo>
                  <a:pt x="5" y="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4" name="Freeform 196"/>
          <p:cNvSpPr>
            <a:spLocks noEditPoints="1"/>
          </p:cNvSpPr>
          <p:nvPr/>
        </p:nvSpPr>
        <p:spPr bwMode="auto">
          <a:xfrm>
            <a:off x="5373688" y="1263650"/>
            <a:ext cx="479425" cy="481013"/>
          </a:xfrm>
          <a:custGeom>
            <a:avLst/>
            <a:gdLst>
              <a:gd name="T0" fmla="*/ 0 w 128"/>
              <a:gd name="T1" fmla="*/ 128 h 128"/>
              <a:gd name="T2" fmla="*/ 128 w 128"/>
              <a:gd name="T3" fmla="*/ 120 h 128"/>
              <a:gd name="T4" fmla="*/ 114 w 128"/>
              <a:gd name="T5" fmla="*/ 104 h 128"/>
              <a:gd name="T6" fmla="*/ 83 w 128"/>
              <a:gd name="T7" fmla="*/ 94 h 128"/>
              <a:gd name="T8" fmla="*/ 83 w 128"/>
              <a:gd name="T9" fmla="*/ 89 h 128"/>
              <a:gd name="T10" fmla="*/ 101 w 128"/>
              <a:gd name="T11" fmla="*/ 84 h 128"/>
              <a:gd name="T12" fmla="*/ 113 w 128"/>
              <a:gd name="T13" fmla="*/ 76 h 128"/>
              <a:gd name="T14" fmla="*/ 109 w 128"/>
              <a:gd name="T15" fmla="*/ 74 h 128"/>
              <a:gd name="T16" fmla="*/ 95 w 128"/>
              <a:gd name="T17" fmla="*/ 57 h 128"/>
              <a:gd name="T18" fmla="*/ 95 w 128"/>
              <a:gd name="T19" fmla="*/ 56 h 128"/>
              <a:gd name="T20" fmla="*/ 96 w 128"/>
              <a:gd name="T21" fmla="*/ 22 h 128"/>
              <a:gd name="T22" fmla="*/ 64 w 128"/>
              <a:gd name="T23" fmla="*/ 0 h 128"/>
              <a:gd name="T24" fmla="*/ 32 w 128"/>
              <a:gd name="T25" fmla="*/ 22 h 128"/>
              <a:gd name="T26" fmla="*/ 33 w 128"/>
              <a:gd name="T27" fmla="*/ 56 h 128"/>
              <a:gd name="T28" fmla="*/ 33 w 128"/>
              <a:gd name="T29" fmla="*/ 69 h 128"/>
              <a:gd name="T30" fmla="*/ 17 w 128"/>
              <a:gd name="T31" fmla="*/ 74 h 128"/>
              <a:gd name="T32" fmla="*/ 16 w 128"/>
              <a:gd name="T33" fmla="*/ 78 h 128"/>
              <a:gd name="T34" fmla="*/ 44 w 128"/>
              <a:gd name="T35" fmla="*/ 89 h 128"/>
              <a:gd name="T36" fmla="*/ 45 w 128"/>
              <a:gd name="T37" fmla="*/ 91 h 128"/>
              <a:gd name="T38" fmla="*/ 27 w 128"/>
              <a:gd name="T39" fmla="*/ 101 h 128"/>
              <a:gd name="T40" fmla="*/ 11 w 128"/>
              <a:gd name="T41" fmla="*/ 104 h 128"/>
              <a:gd name="T42" fmla="*/ 12 w 128"/>
              <a:gd name="T43" fmla="*/ 109 h 128"/>
              <a:gd name="T44" fmla="*/ 28 w 128"/>
              <a:gd name="T45" fmla="*/ 106 h 128"/>
              <a:gd name="T46" fmla="*/ 49 w 128"/>
              <a:gd name="T47" fmla="*/ 96 h 128"/>
              <a:gd name="T48" fmla="*/ 47 w 128"/>
              <a:gd name="T49" fmla="*/ 85 h 128"/>
              <a:gd name="T50" fmla="*/ 29 w 128"/>
              <a:gd name="T51" fmla="*/ 79 h 128"/>
              <a:gd name="T52" fmla="*/ 29 w 128"/>
              <a:gd name="T53" fmla="*/ 77 h 128"/>
              <a:gd name="T54" fmla="*/ 38 w 128"/>
              <a:gd name="T55" fmla="*/ 56 h 128"/>
              <a:gd name="T56" fmla="*/ 34 w 128"/>
              <a:gd name="T57" fmla="*/ 37 h 128"/>
              <a:gd name="T58" fmla="*/ 43 w 128"/>
              <a:gd name="T59" fmla="*/ 14 h 128"/>
              <a:gd name="T60" fmla="*/ 85 w 128"/>
              <a:gd name="T61" fmla="*/ 14 h 128"/>
              <a:gd name="T62" fmla="*/ 94 w 128"/>
              <a:gd name="T63" fmla="*/ 37 h 128"/>
              <a:gd name="T64" fmla="*/ 90 w 128"/>
              <a:gd name="T65" fmla="*/ 55 h 128"/>
              <a:gd name="T66" fmla="*/ 91 w 128"/>
              <a:gd name="T67" fmla="*/ 71 h 128"/>
              <a:gd name="T68" fmla="*/ 103 w 128"/>
              <a:gd name="T69" fmla="*/ 78 h 128"/>
              <a:gd name="T70" fmla="*/ 81 w 128"/>
              <a:gd name="T71" fmla="*/ 85 h 128"/>
              <a:gd name="T72" fmla="*/ 78 w 128"/>
              <a:gd name="T73" fmla="*/ 87 h 128"/>
              <a:gd name="T74" fmla="*/ 88 w 128"/>
              <a:gd name="T75" fmla="*/ 102 h 128"/>
              <a:gd name="T76" fmla="*/ 110 w 128"/>
              <a:gd name="T77" fmla="*/ 108 h 128"/>
              <a:gd name="T78" fmla="*/ 123 w 128"/>
              <a:gd name="T79" fmla="*/ 120 h 128"/>
              <a:gd name="T80" fmla="*/ 5 w 128"/>
              <a:gd name="T81" fmla="*/ 123 h 128"/>
              <a:gd name="T82" fmla="*/ 12 w 128"/>
              <a:gd name="T83" fmla="*/ 10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8">
                <a:moveTo>
                  <a:pt x="0" y="120"/>
                </a:moveTo>
                <a:cubicBezTo>
                  <a:pt x="0" y="128"/>
                  <a:pt x="0" y="128"/>
                  <a:pt x="0" y="128"/>
                </a:cubicBezTo>
                <a:cubicBezTo>
                  <a:pt x="128" y="128"/>
                  <a:pt x="128" y="128"/>
                  <a:pt x="128" y="128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3"/>
                  <a:pt x="123" y="106"/>
                  <a:pt x="117" y="104"/>
                </a:cubicBezTo>
                <a:cubicBezTo>
                  <a:pt x="117" y="104"/>
                  <a:pt x="115" y="104"/>
                  <a:pt x="114" y="104"/>
                </a:cubicBezTo>
                <a:cubicBezTo>
                  <a:pt x="114" y="104"/>
                  <a:pt x="109" y="103"/>
                  <a:pt x="101" y="101"/>
                </a:cubicBezTo>
                <a:cubicBezTo>
                  <a:pt x="87" y="98"/>
                  <a:pt x="84" y="95"/>
                  <a:pt x="83" y="94"/>
                </a:cubicBezTo>
                <a:cubicBezTo>
                  <a:pt x="83" y="93"/>
                  <a:pt x="83" y="92"/>
                  <a:pt x="83" y="91"/>
                </a:cubicBezTo>
                <a:cubicBezTo>
                  <a:pt x="83" y="89"/>
                  <a:pt x="83" y="89"/>
                  <a:pt x="83" y="89"/>
                </a:cubicBezTo>
                <a:cubicBezTo>
                  <a:pt x="84" y="89"/>
                  <a:pt x="84" y="89"/>
                  <a:pt x="84" y="89"/>
                </a:cubicBezTo>
                <a:cubicBezTo>
                  <a:pt x="88" y="88"/>
                  <a:pt x="94" y="87"/>
                  <a:pt x="101" y="84"/>
                </a:cubicBezTo>
                <a:cubicBezTo>
                  <a:pt x="106" y="81"/>
                  <a:pt x="112" y="78"/>
                  <a:pt x="112" y="78"/>
                </a:cubicBezTo>
                <a:cubicBezTo>
                  <a:pt x="113" y="77"/>
                  <a:pt x="113" y="77"/>
                  <a:pt x="113" y="76"/>
                </a:cubicBezTo>
                <a:cubicBezTo>
                  <a:pt x="113" y="75"/>
                  <a:pt x="112" y="74"/>
                  <a:pt x="111" y="74"/>
                </a:cubicBezTo>
                <a:cubicBezTo>
                  <a:pt x="111" y="74"/>
                  <a:pt x="110" y="74"/>
                  <a:pt x="109" y="74"/>
                </a:cubicBezTo>
                <a:cubicBezTo>
                  <a:pt x="105" y="73"/>
                  <a:pt x="98" y="73"/>
                  <a:pt x="95" y="69"/>
                </a:cubicBezTo>
                <a:cubicBezTo>
                  <a:pt x="93" y="66"/>
                  <a:pt x="93" y="62"/>
                  <a:pt x="95" y="57"/>
                </a:cubicBezTo>
                <a:cubicBezTo>
                  <a:pt x="95" y="56"/>
                  <a:pt x="95" y="56"/>
                  <a:pt x="95" y="56"/>
                </a:cubicBezTo>
                <a:cubicBezTo>
                  <a:pt x="95" y="56"/>
                  <a:pt x="95" y="56"/>
                  <a:pt x="95" y="56"/>
                </a:cubicBezTo>
                <a:cubicBezTo>
                  <a:pt x="97" y="50"/>
                  <a:pt x="98" y="44"/>
                  <a:pt x="98" y="37"/>
                </a:cubicBezTo>
                <a:cubicBezTo>
                  <a:pt x="98" y="32"/>
                  <a:pt x="98" y="27"/>
                  <a:pt x="96" y="22"/>
                </a:cubicBezTo>
                <a:cubicBezTo>
                  <a:pt x="94" y="18"/>
                  <a:pt x="91" y="14"/>
                  <a:pt x="88" y="10"/>
                </a:cubicBezTo>
                <a:cubicBezTo>
                  <a:pt x="82" y="4"/>
                  <a:pt x="73" y="0"/>
                  <a:pt x="64" y="0"/>
                </a:cubicBezTo>
                <a:cubicBezTo>
                  <a:pt x="55" y="0"/>
                  <a:pt x="46" y="4"/>
                  <a:pt x="40" y="10"/>
                </a:cubicBezTo>
                <a:cubicBezTo>
                  <a:pt x="37" y="14"/>
                  <a:pt x="34" y="18"/>
                  <a:pt x="32" y="22"/>
                </a:cubicBezTo>
                <a:cubicBezTo>
                  <a:pt x="30" y="27"/>
                  <a:pt x="30" y="32"/>
                  <a:pt x="30" y="37"/>
                </a:cubicBezTo>
                <a:cubicBezTo>
                  <a:pt x="30" y="44"/>
                  <a:pt x="31" y="50"/>
                  <a:pt x="33" y="56"/>
                </a:cubicBezTo>
                <a:cubicBezTo>
                  <a:pt x="33" y="57"/>
                  <a:pt x="33" y="57"/>
                  <a:pt x="33" y="57"/>
                </a:cubicBezTo>
                <a:cubicBezTo>
                  <a:pt x="35" y="62"/>
                  <a:pt x="35" y="66"/>
                  <a:pt x="33" y="69"/>
                </a:cubicBezTo>
                <a:cubicBezTo>
                  <a:pt x="30" y="73"/>
                  <a:pt x="23" y="73"/>
                  <a:pt x="19" y="74"/>
                </a:cubicBezTo>
                <a:cubicBezTo>
                  <a:pt x="18" y="74"/>
                  <a:pt x="17" y="74"/>
                  <a:pt x="17" y="74"/>
                </a:cubicBezTo>
                <a:cubicBezTo>
                  <a:pt x="16" y="74"/>
                  <a:pt x="15" y="75"/>
                  <a:pt x="15" y="76"/>
                </a:cubicBezTo>
                <a:cubicBezTo>
                  <a:pt x="15" y="77"/>
                  <a:pt x="15" y="77"/>
                  <a:pt x="16" y="78"/>
                </a:cubicBezTo>
                <a:cubicBezTo>
                  <a:pt x="16" y="78"/>
                  <a:pt x="22" y="81"/>
                  <a:pt x="27" y="84"/>
                </a:cubicBezTo>
                <a:cubicBezTo>
                  <a:pt x="34" y="87"/>
                  <a:pt x="40" y="88"/>
                  <a:pt x="44" y="89"/>
                </a:cubicBezTo>
                <a:cubicBezTo>
                  <a:pt x="45" y="89"/>
                  <a:pt x="45" y="89"/>
                  <a:pt x="45" y="89"/>
                </a:cubicBezTo>
                <a:cubicBezTo>
                  <a:pt x="45" y="91"/>
                  <a:pt x="45" y="91"/>
                  <a:pt x="45" y="91"/>
                </a:cubicBezTo>
                <a:cubicBezTo>
                  <a:pt x="45" y="92"/>
                  <a:pt x="45" y="93"/>
                  <a:pt x="45" y="93"/>
                </a:cubicBezTo>
                <a:cubicBezTo>
                  <a:pt x="44" y="95"/>
                  <a:pt x="41" y="98"/>
                  <a:pt x="27" y="101"/>
                </a:cubicBezTo>
                <a:cubicBezTo>
                  <a:pt x="19" y="103"/>
                  <a:pt x="14" y="104"/>
                  <a:pt x="14" y="104"/>
                </a:cubicBezTo>
                <a:cubicBezTo>
                  <a:pt x="13" y="104"/>
                  <a:pt x="11" y="104"/>
                  <a:pt x="11" y="104"/>
                </a:cubicBezTo>
                <a:cubicBezTo>
                  <a:pt x="5" y="106"/>
                  <a:pt x="0" y="113"/>
                  <a:pt x="0" y="120"/>
                </a:cubicBezTo>
                <a:close/>
                <a:moveTo>
                  <a:pt x="12" y="109"/>
                </a:moveTo>
                <a:cubicBezTo>
                  <a:pt x="13" y="108"/>
                  <a:pt x="15" y="108"/>
                  <a:pt x="18" y="108"/>
                </a:cubicBezTo>
                <a:cubicBezTo>
                  <a:pt x="21" y="107"/>
                  <a:pt x="24" y="107"/>
                  <a:pt x="28" y="106"/>
                </a:cubicBezTo>
                <a:cubicBezTo>
                  <a:pt x="33" y="105"/>
                  <a:pt x="37" y="103"/>
                  <a:pt x="40" y="102"/>
                </a:cubicBezTo>
                <a:cubicBezTo>
                  <a:pt x="45" y="100"/>
                  <a:pt x="48" y="98"/>
                  <a:pt x="49" y="96"/>
                </a:cubicBezTo>
                <a:cubicBezTo>
                  <a:pt x="50" y="94"/>
                  <a:pt x="50" y="91"/>
                  <a:pt x="50" y="87"/>
                </a:cubicBezTo>
                <a:cubicBezTo>
                  <a:pt x="50" y="86"/>
                  <a:pt x="49" y="85"/>
                  <a:pt x="47" y="85"/>
                </a:cubicBezTo>
                <a:cubicBezTo>
                  <a:pt x="47" y="85"/>
                  <a:pt x="47" y="85"/>
                  <a:pt x="47" y="85"/>
                </a:cubicBezTo>
                <a:cubicBezTo>
                  <a:pt x="42" y="85"/>
                  <a:pt x="34" y="82"/>
                  <a:pt x="29" y="79"/>
                </a:cubicBezTo>
                <a:cubicBezTo>
                  <a:pt x="25" y="78"/>
                  <a:pt x="25" y="78"/>
                  <a:pt x="25" y="78"/>
                </a:cubicBezTo>
                <a:cubicBezTo>
                  <a:pt x="29" y="77"/>
                  <a:pt x="29" y="77"/>
                  <a:pt x="29" y="77"/>
                </a:cubicBezTo>
                <a:cubicBezTo>
                  <a:pt x="32" y="76"/>
                  <a:pt x="35" y="74"/>
                  <a:pt x="37" y="71"/>
                </a:cubicBezTo>
                <a:cubicBezTo>
                  <a:pt x="39" y="68"/>
                  <a:pt x="40" y="62"/>
                  <a:pt x="38" y="56"/>
                </a:cubicBezTo>
                <a:cubicBezTo>
                  <a:pt x="37" y="55"/>
                  <a:pt x="37" y="55"/>
                  <a:pt x="37" y="55"/>
                </a:cubicBezTo>
                <a:cubicBezTo>
                  <a:pt x="36" y="49"/>
                  <a:pt x="35" y="43"/>
                  <a:pt x="34" y="37"/>
                </a:cubicBezTo>
                <a:cubicBezTo>
                  <a:pt x="34" y="32"/>
                  <a:pt x="35" y="28"/>
                  <a:pt x="37" y="24"/>
                </a:cubicBezTo>
                <a:cubicBezTo>
                  <a:pt x="38" y="20"/>
                  <a:pt x="40" y="17"/>
                  <a:pt x="43" y="14"/>
                </a:cubicBezTo>
                <a:cubicBezTo>
                  <a:pt x="49" y="8"/>
                  <a:pt x="56" y="5"/>
                  <a:pt x="64" y="5"/>
                </a:cubicBezTo>
                <a:cubicBezTo>
                  <a:pt x="72" y="5"/>
                  <a:pt x="79" y="8"/>
                  <a:pt x="85" y="14"/>
                </a:cubicBezTo>
                <a:cubicBezTo>
                  <a:pt x="88" y="17"/>
                  <a:pt x="90" y="20"/>
                  <a:pt x="91" y="24"/>
                </a:cubicBezTo>
                <a:cubicBezTo>
                  <a:pt x="93" y="28"/>
                  <a:pt x="94" y="32"/>
                  <a:pt x="94" y="37"/>
                </a:cubicBezTo>
                <a:cubicBezTo>
                  <a:pt x="93" y="43"/>
                  <a:pt x="92" y="49"/>
                  <a:pt x="91" y="55"/>
                </a:cubicBezTo>
                <a:cubicBezTo>
                  <a:pt x="90" y="55"/>
                  <a:pt x="90" y="55"/>
                  <a:pt x="90" y="55"/>
                </a:cubicBezTo>
                <a:cubicBezTo>
                  <a:pt x="90" y="55"/>
                  <a:pt x="90" y="55"/>
                  <a:pt x="90" y="55"/>
                </a:cubicBezTo>
                <a:cubicBezTo>
                  <a:pt x="88" y="62"/>
                  <a:pt x="89" y="68"/>
                  <a:pt x="91" y="71"/>
                </a:cubicBezTo>
                <a:cubicBezTo>
                  <a:pt x="93" y="74"/>
                  <a:pt x="96" y="76"/>
                  <a:pt x="99" y="77"/>
                </a:cubicBezTo>
                <a:cubicBezTo>
                  <a:pt x="103" y="78"/>
                  <a:pt x="103" y="78"/>
                  <a:pt x="103" y="78"/>
                </a:cubicBezTo>
                <a:cubicBezTo>
                  <a:pt x="99" y="79"/>
                  <a:pt x="99" y="79"/>
                  <a:pt x="99" y="79"/>
                </a:cubicBezTo>
                <a:cubicBezTo>
                  <a:pt x="94" y="82"/>
                  <a:pt x="86" y="85"/>
                  <a:pt x="81" y="85"/>
                </a:cubicBezTo>
                <a:cubicBezTo>
                  <a:pt x="81" y="85"/>
                  <a:pt x="81" y="85"/>
                  <a:pt x="81" y="85"/>
                </a:cubicBezTo>
                <a:cubicBezTo>
                  <a:pt x="79" y="85"/>
                  <a:pt x="78" y="86"/>
                  <a:pt x="78" y="87"/>
                </a:cubicBezTo>
                <a:cubicBezTo>
                  <a:pt x="78" y="91"/>
                  <a:pt x="78" y="94"/>
                  <a:pt x="79" y="96"/>
                </a:cubicBezTo>
                <a:cubicBezTo>
                  <a:pt x="80" y="98"/>
                  <a:pt x="83" y="100"/>
                  <a:pt x="88" y="102"/>
                </a:cubicBezTo>
                <a:cubicBezTo>
                  <a:pt x="91" y="103"/>
                  <a:pt x="95" y="105"/>
                  <a:pt x="100" y="106"/>
                </a:cubicBezTo>
                <a:cubicBezTo>
                  <a:pt x="104" y="107"/>
                  <a:pt x="107" y="107"/>
                  <a:pt x="110" y="108"/>
                </a:cubicBezTo>
                <a:cubicBezTo>
                  <a:pt x="113" y="108"/>
                  <a:pt x="115" y="108"/>
                  <a:pt x="116" y="109"/>
                </a:cubicBezTo>
                <a:cubicBezTo>
                  <a:pt x="118" y="109"/>
                  <a:pt x="123" y="115"/>
                  <a:pt x="123" y="120"/>
                </a:cubicBezTo>
                <a:cubicBezTo>
                  <a:pt x="123" y="123"/>
                  <a:pt x="123" y="123"/>
                  <a:pt x="123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120"/>
                  <a:pt x="5" y="120"/>
                  <a:pt x="5" y="120"/>
                </a:cubicBezTo>
                <a:cubicBezTo>
                  <a:pt x="5" y="115"/>
                  <a:pt x="10" y="109"/>
                  <a:pt x="12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4411663" y="1263650"/>
            <a:ext cx="481013" cy="481013"/>
            <a:chOff x="4411663" y="1263650"/>
            <a:chExt cx="481013" cy="481013"/>
          </a:xfrm>
          <a:solidFill>
            <a:schemeClr val="accent1"/>
          </a:solidFill>
        </p:grpSpPr>
        <p:sp>
          <p:nvSpPr>
            <p:cNvPr id="225" name="Freeform 197"/>
            <p:cNvSpPr>
              <a:spLocks noEditPoints="1"/>
            </p:cNvSpPr>
            <p:nvPr/>
          </p:nvSpPr>
          <p:spPr bwMode="auto">
            <a:xfrm>
              <a:off x="4411663" y="1263650"/>
              <a:ext cx="481013" cy="481013"/>
            </a:xfrm>
            <a:custGeom>
              <a:avLst/>
              <a:gdLst>
                <a:gd name="T0" fmla="*/ 96 w 128"/>
                <a:gd name="T1" fmla="*/ 64 h 128"/>
                <a:gd name="T2" fmla="*/ 94 w 128"/>
                <a:gd name="T3" fmla="*/ 64 h 128"/>
                <a:gd name="T4" fmla="*/ 92 w 128"/>
                <a:gd name="T5" fmla="*/ 64 h 128"/>
                <a:gd name="T6" fmla="*/ 93 w 128"/>
                <a:gd name="T7" fmla="*/ 62 h 128"/>
                <a:gd name="T8" fmla="*/ 95 w 128"/>
                <a:gd name="T9" fmla="*/ 55 h 128"/>
                <a:gd name="T10" fmla="*/ 98 w 128"/>
                <a:gd name="T11" fmla="*/ 37 h 128"/>
                <a:gd name="T12" fmla="*/ 96 w 128"/>
                <a:gd name="T13" fmla="*/ 22 h 128"/>
                <a:gd name="T14" fmla="*/ 88 w 128"/>
                <a:gd name="T15" fmla="*/ 10 h 128"/>
                <a:gd name="T16" fmla="*/ 64 w 128"/>
                <a:gd name="T17" fmla="*/ 0 h 128"/>
                <a:gd name="T18" fmla="*/ 40 w 128"/>
                <a:gd name="T19" fmla="*/ 10 h 128"/>
                <a:gd name="T20" fmla="*/ 32 w 128"/>
                <a:gd name="T21" fmla="*/ 22 h 128"/>
                <a:gd name="T22" fmla="*/ 30 w 128"/>
                <a:gd name="T23" fmla="*/ 37 h 128"/>
                <a:gd name="T24" fmla="*/ 33 w 128"/>
                <a:gd name="T25" fmla="*/ 55 h 128"/>
                <a:gd name="T26" fmla="*/ 39 w 128"/>
                <a:gd name="T27" fmla="*/ 68 h 128"/>
                <a:gd name="T28" fmla="*/ 39 w 128"/>
                <a:gd name="T29" fmla="*/ 69 h 128"/>
                <a:gd name="T30" fmla="*/ 42 w 128"/>
                <a:gd name="T31" fmla="*/ 73 h 128"/>
                <a:gd name="T32" fmla="*/ 43 w 128"/>
                <a:gd name="T33" fmla="*/ 82 h 128"/>
                <a:gd name="T34" fmla="*/ 28 w 128"/>
                <a:gd name="T35" fmla="*/ 92 h 128"/>
                <a:gd name="T36" fmla="*/ 12 w 128"/>
                <a:gd name="T37" fmla="*/ 97 h 128"/>
                <a:gd name="T38" fmla="*/ 11 w 128"/>
                <a:gd name="T39" fmla="*/ 97 h 128"/>
                <a:gd name="T40" fmla="*/ 0 w 128"/>
                <a:gd name="T41" fmla="*/ 113 h 128"/>
                <a:gd name="T42" fmla="*/ 0 w 128"/>
                <a:gd name="T43" fmla="*/ 128 h 128"/>
                <a:gd name="T44" fmla="*/ 96 w 128"/>
                <a:gd name="T45" fmla="*/ 128 h 128"/>
                <a:gd name="T46" fmla="*/ 128 w 128"/>
                <a:gd name="T47" fmla="*/ 96 h 128"/>
                <a:gd name="T48" fmla="*/ 96 w 128"/>
                <a:gd name="T49" fmla="*/ 64 h 128"/>
                <a:gd name="T50" fmla="*/ 5 w 128"/>
                <a:gd name="T51" fmla="*/ 123 h 128"/>
                <a:gd name="T52" fmla="*/ 5 w 128"/>
                <a:gd name="T53" fmla="*/ 113 h 128"/>
                <a:gd name="T54" fmla="*/ 13 w 128"/>
                <a:gd name="T55" fmla="*/ 101 h 128"/>
                <a:gd name="T56" fmla="*/ 30 w 128"/>
                <a:gd name="T57" fmla="*/ 96 h 128"/>
                <a:gd name="T58" fmla="*/ 40 w 128"/>
                <a:gd name="T59" fmla="*/ 91 h 128"/>
                <a:gd name="T60" fmla="*/ 48 w 128"/>
                <a:gd name="T61" fmla="*/ 85 h 128"/>
                <a:gd name="T62" fmla="*/ 46 w 128"/>
                <a:gd name="T63" fmla="*/ 70 h 128"/>
                <a:gd name="T64" fmla="*/ 43 w 128"/>
                <a:gd name="T65" fmla="*/ 67 h 128"/>
                <a:gd name="T66" fmla="*/ 43 w 128"/>
                <a:gd name="T67" fmla="*/ 67 h 128"/>
                <a:gd name="T68" fmla="*/ 34 w 128"/>
                <a:gd name="T69" fmla="*/ 37 h 128"/>
                <a:gd name="T70" fmla="*/ 37 w 128"/>
                <a:gd name="T71" fmla="*/ 24 h 128"/>
                <a:gd name="T72" fmla="*/ 43 w 128"/>
                <a:gd name="T73" fmla="*/ 14 h 128"/>
                <a:gd name="T74" fmla="*/ 64 w 128"/>
                <a:gd name="T75" fmla="*/ 5 h 128"/>
                <a:gd name="T76" fmla="*/ 85 w 128"/>
                <a:gd name="T77" fmla="*/ 14 h 128"/>
                <a:gd name="T78" fmla="*/ 91 w 128"/>
                <a:gd name="T79" fmla="*/ 24 h 128"/>
                <a:gd name="T80" fmla="*/ 94 w 128"/>
                <a:gd name="T81" fmla="*/ 37 h 128"/>
                <a:gd name="T82" fmla="*/ 86 w 128"/>
                <a:gd name="T83" fmla="*/ 65 h 128"/>
                <a:gd name="T84" fmla="*/ 85 w 128"/>
                <a:gd name="T85" fmla="*/ 66 h 128"/>
                <a:gd name="T86" fmla="*/ 85 w 128"/>
                <a:gd name="T87" fmla="*/ 66 h 128"/>
                <a:gd name="T88" fmla="*/ 64 w 128"/>
                <a:gd name="T89" fmla="*/ 96 h 128"/>
                <a:gd name="T90" fmla="*/ 76 w 128"/>
                <a:gd name="T91" fmla="*/ 121 h 128"/>
                <a:gd name="T92" fmla="*/ 79 w 128"/>
                <a:gd name="T93" fmla="*/ 123 h 128"/>
                <a:gd name="T94" fmla="*/ 5 w 128"/>
                <a:gd name="T95" fmla="*/ 123 h 128"/>
                <a:gd name="T96" fmla="*/ 115 w 128"/>
                <a:gd name="T97" fmla="*/ 115 h 128"/>
                <a:gd name="T98" fmla="*/ 96 w 128"/>
                <a:gd name="T99" fmla="*/ 123 h 128"/>
                <a:gd name="T100" fmla="*/ 77 w 128"/>
                <a:gd name="T101" fmla="*/ 115 h 128"/>
                <a:gd name="T102" fmla="*/ 69 w 128"/>
                <a:gd name="T103" fmla="*/ 96 h 128"/>
                <a:gd name="T104" fmla="*/ 77 w 128"/>
                <a:gd name="T105" fmla="*/ 77 h 128"/>
                <a:gd name="T106" fmla="*/ 96 w 128"/>
                <a:gd name="T107" fmla="*/ 69 h 128"/>
                <a:gd name="T108" fmla="*/ 115 w 128"/>
                <a:gd name="T109" fmla="*/ 77 h 128"/>
                <a:gd name="T110" fmla="*/ 123 w 128"/>
                <a:gd name="T111" fmla="*/ 96 h 128"/>
                <a:gd name="T112" fmla="*/ 115 w 128"/>
                <a:gd name="T113" fmla="*/ 1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96" y="64"/>
                  </a:moveTo>
                  <a:cubicBezTo>
                    <a:pt x="95" y="64"/>
                    <a:pt x="95" y="64"/>
                    <a:pt x="94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0"/>
                    <a:pt x="95" y="57"/>
                    <a:pt x="95" y="55"/>
                  </a:cubicBezTo>
                  <a:cubicBezTo>
                    <a:pt x="97" y="49"/>
                    <a:pt x="98" y="43"/>
                    <a:pt x="98" y="37"/>
                  </a:cubicBezTo>
                  <a:cubicBezTo>
                    <a:pt x="98" y="32"/>
                    <a:pt x="97" y="27"/>
                    <a:pt x="96" y="22"/>
                  </a:cubicBezTo>
                  <a:cubicBezTo>
                    <a:pt x="94" y="18"/>
                    <a:pt x="91" y="14"/>
                    <a:pt x="88" y="10"/>
                  </a:cubicBezTo>
                  <a:cubicBezTo>
                    <a:pt x="81" y="4"/>
                    <a:pt x="73" y="0"/>
                    <a:pt x="64" y="0"/>
                  </a:cubicBezTo>
                  <a:cubicBezTo>
                    <a:pt x="55" y="0"/>
                    <a:pt x="47" y="4"/>
                    <a:pt x="40" y="10"/>
                  </a:cubicBezTo>
                  <a:cubicBezTo>
                    <a:pt x="37" y="14"/>
                    <a:pt x="34" y="18"/>
                    <a:pt x="32" y="22"/>
                  </a:cubicBezTo>
                  <a:cubicBezTo>
                    <a:pt x="31" y="27"/>
                    <a:pt x="30" y="32"/>
                    <a:pt x="30" y="37"/>
                  </a:cubicBezTo>
                  <a:cubicBezTo>
                    <a:pt x="30" y="43"/>
                    <a:pt x="31" y="49"/>
                    <a:pt x="33" y="55"/>
                  </a:cubicBezTo>
                  <a:cubicBezTo>
                    <a:pt x="34" y="60"/>
                    <a:pt x="36" y="64"/>
                    <a:pt x="39" y="68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0" y="70"/>
                    <a:pt x="41" y="72"/>
                    <a:pt x="42" y="73"/>
                  </a:cubicBezTo>
                  <a:cubicBezTo>
                    <a:pt x="44" y="77"/>
                    <a:pt x="45" y="80"/>
                    <a:pt x="43" y="82"/>
                  </a:cubicBezTo>
                  <a:cubicBezTo>
                    <a:pt x="43" y="84"/>
                    <a:pt x="40" y="87"/>
                    <a:pt x="28" y="92"/>
                  </a:cubicBezTo>
                  <a:cubicBezTo>
                    <a:pt x="25" y="93"/>
                    <a:pt x="19" y="95"/>
                    <a:pt x="12" y="97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5" y="99"/>
                    <a:pt x="0" y="106"/>
                    <a:pt x="0" y="113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14" y="128"/>
                    <a:pt x="128" y="114"/>
                    <a:pt x="128" y="96"/>
                  </a:cubicBezTo>
                  <a:cubicBezTo>
                    <a:pt x="128" y="78"/>
                    <a:pt x="114" y="64"/>
                    <a:pt x="96" y="64"/>
                  </a:cubicBezTo>
                  <a:close/>
                  <a:moveTo>
                    <a:pt x="5" y="123"/>
                  </a:moveTo>
                  <a:cubicBezTo>
                    <a:pt x="5" y="113"/>
                    <a:pt x="5" y="113"/>
                    <a:pt x="5" y="113"/>
                  </a:cubicBezTo>
                  <a:cubicBezTo>
                    <a:pt x="5" y="108"/>
                    <a:pt x="8" y="103"/>
                    <a:pt x="13" y="101"/>
                  </a:cubicBezTo>
                  <a:cubicBezTo>
                    <a:pt x="21" y="99"/>
                    <a:pt x="26" y="97"/>
                    <a:pt x="30" y="96"/>
                  </a:cubicBezTo>
                  <a:cubicBezTo>
                    <a:pt x="34" y="94"/>
                    <a:pt x="38" y="93"/>
                    <a:pt x="40" y="91"/>
                  </a:cubicBezTo>
                  <a:cubicBezTo>
                    <a:pt x="44" y="89"/>
                    <a:pt x="46" y="87"/>
                    <a:pt x="48" y="85"/>
                  </a:cubicBezTo>
                  <a:cubicBezTo>
                    <a:pt x="49" y="81"/>
                    <a:pt x="49" y="76"/>
                    <a:pt x="46" y="70"/>
                  </a:cubicBezTo>
                  <a:cubicBezTo>
                    <a:pt x="45" y="69"/>
                    <a:pt x="44" y="68"/>
                    <a:pt x="43" y="67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8" y="58"/>
                    <a:pt x="35" y="48"/>
                    <a:pt x="34" y="37"/>
                  </a:cubicBezTo>
                  <a:cubicBezTo>
                    <a:pt x="34" y="32"/>
                    <a:pt x="35" y="28"/>
                    <a:pt x="37" y="24"/>
                  </a:cubicBezTo>
                  <a:cubicBezTo>
                    <a:pt x="38" y="20"/>
                    <a:pt x="40" y="17"/>
                    <a:pt x="43" y="14"/>
                  </a:cubicBezTo>
                  <a:cubicBezTo>
                    <a:pt x="49" y="8"/>
                    <a:pt x="56" y="5"/>
                    <a:pt x="64" y="5"/>
                  </a:cubicBezTo>
                  <a:cubicBezTo>
                    <a:pt x="72" y="5"/>
                    <a:pt x="79" y="8"/>
                    <a:pt x="85" y="14"/>
                  </a:cubicBezTo>
                  <a:cubicBezTo>
                    <a:pt x="88" y="17"/>
                    <a:pt x="90" y="20"/>
                    <a:pt x="91" y="24"/>
                  </a:cubicBezTo>
                  <a:cubicBezTo>
                    <a:pt x="93" y="28"/>
                    <a:pt x="94" y="32"/>
                    <a:pt x="94" y="37"/>
                  </a:cubicBezTo>
                  <a:cubicBezTo>
                    <a:pt x="93" y="47"/>
                    <a:pt x="91" y="57"/>
                    <a:pt x="86" y="65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73" y="71"/>
                    <a:pt x="64" y="83"/>
                    <a:pt x="64" y="96"/>
                  </a:cubicBezTo>
                  <a:cubicBezTo>
                    <a:pt x="64" y="106"/>
                    <a:pt x="68" y="115"/>
                    <a:pt x="76" y="121"/>
                  </a:cubicBezTo>
                  <a:cubicBezTo>
                    <a:pt x="79" y="123"/>
                    <a:pt x="79" y="123"/>
                    <a:pt x="79" y="123"/>
                  </a:cubicBezTo>
                  <a:lnTo>
                    <a:pt x="5" y="123"/>
                  </a:lnTo>
                  <a:close/>
                  <a:moveTo>
                    <a:pt x="115" y="115"/>
                  </a:moveTo>
                  <a:cubicBezTo>
                    <a:pt x="110" y="121"/>
                    <a:pt x="103" y="123"/>
                    <a:pt x="96" y="123"/>
                  </a:cubicBezTo>
                  <a:cubicBezTo>
                    <a:pt x="89" y="123"/>
                    <a:pt x="82" y="121"/>
                    <a:pt x="77" y="115"/>
                  </a:cubicBezTo>
                  <a:cubicBezTo>
                    <a:pt x="72" y="110"/>
                    <a:pt x="69" y="103"/>
                    <a:pt x="69" y="96"/>
                  </a:cubicBezTo>
                  <a:cubicBezTo>
                    <a:pt x="69" y="89"/>
                    <a:pt x="72" y="82"/>
                    <a:pt x="77" y="77"/>
                  </a:cubicBezTo>
                  <a:cubicBezTo>
                    <a:pt x="82" y="72"/>
                    <a:pt x="89" y="69"/>
                    <a:pt x="96" y="69"/>
                  </a:cubicBezTo>
                  <a:cubicBezTo>
                    <a:pt x="103" y="69"/>
                    <a:pt x="110" y="72"/>
                    <a:pt x="115" y="77"/>
                  </a:cubicBezTo>
                  <a:cubicBezTo>
                    <a:pt x="121" y="82"/>
                    <a:pt x="123" y="89"/>
                    <a:pt x="123" y="96"/>
                  </a:cubicBezTo>
                  <a:cubicBezTo>
                    <a:pt x="123" y="103"/>
                    <a:pt x="121" y="110"/>
                    <a:pt x="115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6" name="Freeform 198"/>
            <p:cNvSpPr/>
            <p:nvPr/>
          </p:nvSpPr>
          <p:spPr bwMode="auto">
            <a:xfrm>
              <a:off x="4724400" y="1590675"/>
              <a:ext cx="104775" cy="77788"/>
            </a:xfrm>
            <a:custGeom>
              <a:avLst/>
              <a:gdLst>
                <a:gd name="T0" fmla="*/ 24 w 28"/>
                <a:gd name="T1" fmla="*/ 1 h 21"/>
                <a:gd name="T2" fmla="*/ 10 w 28"/>
                <a:gd name="T3" fmla="*/ 15 h 21"/>
                <a:gd name="T4" fmla="*/ 4 w 28"/>
                <a:gd name="T5" fmla="*/ 9 h 21"/>
                <a:gd name="T6" fmla="*/ 2 w 28"/>
                <a:gd name="T7" fmla="*/ 8 h 21"/>
                <a:gd name="T8" fmla="*/ 1 w 28"/>
                <a:gd name="T9" fmla="*/ 9 h 21"/>
                <a:gd name="T10" fmla="*/ 1 w 28"/>
                <a:gd name="T11" fmla="*/ 12 h 21"/>
                <a:gd name="T12" fmla="*/ 8 w 28"/>
                <a:gd name="T13" fmla="*/ 20 h 21"/>
                <a:gd name="T14" fmla="*/ 12 w 28"/>
                <a:gd name="T15" fmla="*/ 20 h 21"/>
                <a:gd name="T16" fmla="*/ 27 w 28"/>
                <a:gd name="T17" fmla="*/ 5 h 21"/>
                <a:gd name="T18" fmla="*/ 27 w 28"/>
                <a:gd name="T19" fmla="*/ 1 h 21"/>
                <a:gd name="T20" fmla="*/ 24 w 28"/>
                <a:gd name="T21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21">
                  <a:moveTo>
                    <a:pt x="24" y="1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8"/>
                    <a:pt x="1" y="9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1"/>
                    <a:pt x="11" y="21"/>
                    <a:pt x="12" y="20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4"/>
                    <a:pt x="28" y="2"/>
                    <a:pt x="27" y="1"/>
                  </a:cubicBezTo>
                  <a:cubicBezTo>
                    <a:pt x="27" y="0"/>
                    <a:pt x="25" y="0"/>
                    <a:pt x="2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3451225" y="1263650"/>
            <a:ext cx="481013" cy="481013"/>
            <a:chOff x="3451225" y="1263650"/>
            <a:chExt cx="481013" cy="481013"/>
          </a:xfrm>
          <a:solidFill>
            <a:schemeClr val="accent1"/>
          </a:solidFill>
        </p:grpSpPr>
        <p:sp>
          <p:nvSpPr>
            <p:cNvPr id="227" name="Freeform 199"/>
            <p:cNvSpPr>
              <a:spLocks noEditPoints="1"/>
            </p:cNvSpPr>
            <p:nvPr/>
          </p:nvSpPr>
          <p:spPr bwMode="auto">
            <a:xfrm>
              <a:off x="3451225" y="1263650"/>
              <a:ext cx="481013" cy="481013"/>
            </a:xfrm>
            <a:custGeom>
              <a:avLst/>
              <a:gdLst>
                <a:gd name="T0" fmla="*/ 96 w 128"/>
                <a:gd name="T1" fmla="*/ 64 h 128"/>
                <a:gd name="T2" fmla="*/ 94 w 128"/>
                <a:gd name="T3" fmla="*/ 64 h 128"/>
                <a:gd name="T4" fmla="*/ 92 w 128"/>
                <a:gd name="T5" fmla="*/ 64 h 128"/>
                <a:gd name="T6" fmla="*/ 93 w 128"/>
                <a:gd name="T7" fmla="*/ 62 h 128"/>
                <a:gd name="T8" fmla="*/ 95 w 128"/>
                <a:gd name="T9" fmla="*/ 55 h 128"/>
                <a:gd name="T10" fmla="*/ 98 w 128"/>
                <a:gd name="T11" fmla="*/ 37 h 128"/>
                <a:gd name="T12" fmla="*/ 96 w 128"/>
                <a:gd name="T13" fmla="*/ 22 h 128"/>
                <a:gd name="T14" fmla="*/ 88 w 128"/>
                <a:gd name="T15" fmla="*/ 10 h 128"/>
                <a:gd name="T16" fmla="*/ 64 w 128"/>
                <a:gd name="T17" fmla="*/ 0 h 128"/>
                <a:gd name="T18" fmla="*/ 40 w 128"/>
                <a:gd name="T19" fmla="*/ 10 h 128"/>
                <a:gd name="T20" fmla="*/ 32 w 128"/>
                <a:gd name="T21" fmla="*/ 22 h 128"/>
                <a:gd name="T22" fmla="*/ 30 w 128"/>
                <a:gd name="T23" fmla="*/ 37 h 128"/>
                <a:gd name="T24" fmla="*/ 33 w 128"/>
                <a:gd name="T25" fmla="*/ 55 h 128"/>
                <a:gd name="T26" fmla="*/ 39 w 128"/>
                <a:gd name="T27" fmla="*/ 68 h 128"/>
                <a:gd name="T28" fmla="*/ 39 w 128"/>
                <a:gd name="T29" fmla="*/ 69 h 128"/>
                <a:gd name="T30" fmla="*/ 42 w 128"/>
                <a:gd name="T31" fmla="*/ 73 h 128"/>
                <a:gd name="T32" fmla="*/ 43 w 128"/>
                <a:gd name="T33" fmla="*/ 82 h 128"/>
                <a:gd name="T34" fmla="*/ 28 w 128"/>
                <a:gd name="T35" fmla="*/ 92 h 128"/>
                <a:gd name="T36" fmla="*/ 12 w 128"/>
                <a:gd name="T37" fmla="*/ 97 h 128"/>
                <a:gd name="T38" fmla="*/ 11 w 128"/>
                <a:gd name="T39" fmla="*/ 97 h 128"/>
                <a:gd name="T40" fmla="*/ 0 w 128"/>
                <a:gd name="T41" fmla="*/ 113 h 128"/>
                <a:gd name="T42" fmla="*/ 0 w 128"/>
                <a:gd name="T43" fmla="*/ 128 h 128"/>
                <a:gd name="T44" fmla="*/ 96 w 128"/>
                <a:gd name="T45" fmla="*/ 128 h 128"/>
                <a:gd name="T46" fmla="*/ 128 w 128"/>
                <a:gd name="T47" fmla="*/ 96 h 128"/>
                <a:gd name="T48" fmla="*/ 96 w 128"/>
                <a:gd name="T49" fmla="*/ 64 h 128"/>
                <a:gd name="T50" fmla="*/ 5 w 128"/>
                <a:gd name="T51" fmla="*/ 123 h 128"/>
                <a:gd name="T52" fmla="*/ 5 w 128"/>
                <a:gd name="T53" fmla="*/ 113 h 128"/>
                <a:gd name="T54" fmla="*/ 13 w 128"/>
                <a:gd name="T55" fmla="*/ 101 h 128"/>
                <a:gd name="T56" fmla="*/ 30 w 128"/>
                <a:gd name="T57" fmla="*/ 96 h 128"/>
                <a:gd name="T58" fmla="*/ 40 w 128"/>
                <a:gd name="T59" fmla="*/ 91 h 128"/>
                <a:gd name="T60" fmla="*/ 48 w 128"/>
                <a:gd name="T61" fmla="*/ 84 h 128"/>
                <a:gd name="T62" fmla="*/ 46 w 128"/>
                <a:gd name="T63" fmla="*/ 70 h 128"/>
                <a:gd name="T64" fmla="*/ 43 w 128"/>
                <a:gd name="T65" fmla="*/ 67 h 128"/>
                <a:gd name="T66" fmla="*/ 43 w 128"/>
                <a:gd name="T67" fmla="*/ 67 h 128"/>
                <a:gd name="T68" fmla="*/ 34 w 128"/>
                <a:gd name="T69" fmla="*/ 37 h 128"/>
                <a:gd name="T70" fmla="*/ 37 w 128"/>
                <a:gd name="T71" fmla="*/ 24 h 128"/>
                <a:gd name="T72" fmla="*/ 43 w 128"/>
                <a:gd name="T73" fmla="*/ 14 h 128"/>
                <a:gd name="T74" fmla="*/ 64 w 128"/>
                <a:gd name="T75" fmla="*/ 5 h 128"/>
                <a:gd name="T76" fmla="*/ 85 w 128"/>
                <a:gd name="T77" fmla="*/ 14 h 128"/>
                <a:gd name="T78" fmla="*/ 91 w 128"/>
                <a:gd name="T79" fmla="*/ 24 h 128"/>
                <a:gd name="T80" fmla="*/ 94 w 128"/>
                <a:gd name="T81" fmla="*/ 37 h 128"/>
                <a:gd name="T82" fmla="*/ 86 w 128"/>
                <a:gd name="T83" fmla="*/ 65 h 128"/>
                <a:gd name="T84" fmla="*/ 85 w 128"/>
                <a:gd name="T85" fmla="*/ 66 h 128"/>
                <a:gd name="T86" fmla="*/ 85 w 128"/>
                <a:gd name="T87" fmla="*/ 66 h 128"/>
                <a:gd name="T88" fmla="*/ 64 w 128"/>
                <a:gd name="T89" fmla="*/ 96 h 128"/>
                <a:gd name="T90" fmla="*/ 76 w 128"/>
                <a:gd name="T91" fmla="*/ 121 h 128"/>
                <a:gd name="T92" fmla="*/ 79 w 128"/>
                <a:gd name="T93" fmla="*/ 123 h 128"/>
                <a:gd name="T94" fmla="*/ 5 w 128"/>
                <a:gd name="T95" fmla="*/ 123 h 128"/>
                <a:gd name="T96" fmla="*/ 115 w 128"/>
                <a:gd name="T97" fmla="*/ 115 h 128"/>
                <a:gd name="T98" fmla="*/ 96 w 128"/>
                <a:gd name="T99" fmla="*/ 123 h 128"/>
                <a:gd name="T100" fmla="*/ 77 w 128"/>
                <a:gd name="T101" fmla="*/ 115 h 128"/>
                <a:gd name="T102" fmla="*/ 69 w 128"/>
                <a:gd name="T103" fmla="*/ 96 h 128"/>
                <a:gd name="T104" fmla="*/ 77 w 128"/>
                <a:gd name="T105" fmla="*/ 77 h 128"/>
                <a:gd name="T106" fmla="*/ 96 w 128"/>
                <a:gd name="T107" fmla="*/ 69 h 128"/>
                <a:gd name="T108" fmla="*/ 115 w 128"/>
                <a:gd name="T109" fmla="*/ 77 h 128"/>
                <a:gd name="T110" fmla="*/ 123 w 128"/>
                <a:gd name="T111" fmla="*/ 96 h 128"/>
                <a:gd name="T112" fmla="*/ 115 w 128"/>
                <a:gd name="T113" fmla="*/ 1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96" y="64"/>
                  </a:moveTo>
                  <a:cubicBezTo>
                    <a:pt x="95" y="64"/>
                    <a:pt x="95" y="64"/>
                    <a:pt x="94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0"/>
                    <a:pt x="95" y="57"/>
                    <a:pt x="95" y="55"/>
                  </a:cubicBezTo>
                  <a:cubicBezTo>
                    <a:pt x="97" y="49"/>
                    <a:pt x="98" y="43"/>
                    <a:pt x="98" y="37"/>
                  </a:cubicBezTo>
                  <a:cubicBezTo>
                    <a:pt x="98" y="32"/>
                    <a:pt x="97" y="27"/>
                    <a:pt x="96" y="22"/>
                  </a:cubicBezTo>
                  <a:cubicBezTo>
                    <a:pt x="94" y="18"/>
                    <a:pt x="91" y="14"/>
                    <a:pt x="88" y="10"/>
                  </a:cubicBezTo>
                  <a:cubicBezTo>
                    <a:pt x="81" y="4"/>
                    <a:pt x="73" y="0"/>
                    <a:pt x="64" y="0"/>
                  </a:cubicBezTo>
                  <a:cubicBezTo>
                    <a:pt x="55" y="0"/>
                    <a:pt x="47" y="4"/>
                    <a:pt x="40" y="10"/>
                  </a:cubicBezTo>
                  <a:cubicBezTo>
                    <a:pt x="37" y="14"/>
                    <a:pt x="34" y="18"/>
                    <a:pt x="32" y="22"/>
                  </a:cubicBezTo>
                  <a:cubicBezTo>
                    <a:pt x="31" y="27"/>
                    <a:pt x="30" y="32"/>
                    <a:pt x="30" y="37"/>
                  </a:cubicBezTo>
                  <a:cubicBezTo>
                    <a:pt x="30" y="43"/>
                    <a:pt x="31" y="49"/>
                    <a:pt x="33" y="55"/>
                  </a:cubicBezTo>
                  <a:cubicBezTo>
                    <a:pt x="34" y="60"/>
                    <a:pt x="36" y="64"/>
                    <a:pt x="39" y="68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0" y="70"/>
                    <a:pt x="41" y="72"/>
                    <a:pt x="42" y="73"/>
                  </a:cubicBezTo>
                  <a:cubicBezTo>
                    <a:pt x="44" y="77"/>
                    <a:pt x="45" y="80"/>
                    <a:pt x="43" y="82"/>
                  </a:cubicBezTo>
                  <a:cubicBezTo>
                    <a:pt x="43" y="84"/>
                    <a:pt x="40" y="87"/>
                    <a:pt x="28" y="92"/>
                  </a:cubicBezTo>
                  <a:cubicBezTo>
                    <a:pt x="25" y="93"/>
                    <a:pt x="19" y="95"/>
                    <a:pt x="12" y="97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5" y="99"/>
                    <a:pt x="0" y="106"/>
                    <a:pt x="0" y="113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14" y="128"/>
                    <a:pt x="128" y="114"/>
                    <a:pt x="128" y="96"/>
                  </a:cubicBezTo>
                  <a:cubicBezTo>
                    <a:pt x="128" y="78"/>
                    <a:pt x="114" y="64"/>
                    <a:pt x="96" y="64"/>
                  </a:cubicBezTo>
                  <a:close/>
                  <a:moveTo>
                    <a:pt x="5" y="123"/>
                  </a:moveTo>
                  <a:cubicBezTo>
                    <a:pt x="5" y="113"/>
                    <a:pt x="5" y="113"/>
                    <a:pt x="5" y="113"/>
                  </a:cubicBezTo>
                  <a:cubicBezTo>
                    <a:pt x="5" y="108"/>
                    <a:pt x="8" y="103"/>
                    <a:pt x="13" y="101"/>
                  </a:cubicBezTo>
                  <a:cubicBezTo>
                    <a:pt x="21" y="99"/>
                    <a:pt x="26" y="97"/>
                    <a:pt x="30" y="96"/>
                  </a:cubicBezTo>
                  <a:cubicBezTo>
                    <a:pt x="34" y="94"/>
                    <a:pt x="38" y="93"/>
                    <a:pt x="40" y="91"/>
                  </a:cubicBezTo>
                  <a:cubicBezTo>
                    <a:pt x="44" y="89"/>
                    <a:pt x="46" y="87"/>
                    <a:pt x="48" y="84"/>
                  </a:cubicBezTo>
                  <a:cubicBezTo>
                    <a:pt x="49" y="81"/>
                    <a:pt x="49" y="76"/>
                    <a:pt x="46" y="70"/>
                  </a:cubicBezTo>
                  <a:cubicBezTo>
                    <a:pt x="45" y="69"/>
                    <a:pt x="44" y="68"/>
                    <a:pt x="43" y="67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8" y="58"/>
                    <a:pt x="35" y="48"/>
                    <a:pt x="34" y="37"/>
                  </a:cubicBezTo>
                  <a:cubicBezTo>
                    <a:pt x="34" y="32"/>
                    <a:pt x="35" y="28"/>
                    <a:pt x="37" y="24"/>
                  </a:cubicBezTo>
                  <a:cubicBezTo>
                    <a:pt x="38" y="20"/>
                    <a:pt x="40" y="17"/>
                    <a:pt x="43" y="14"/>
                  </a:cubicBezTo>
                  <a:cubicBezTo>
                    <a:pt x="49" y="8"/>
                    <a:pt x="56" y="5"/>
                    <a:pt x="64" y="5"/>
                  </a:cubicBezTo>
                  <a:cubicBezTo>
                    <a:pt x="72" y="5"/>
                    <a:pt x="79" y="8"/>
                    <a:pt x="85" y="14"/>
                  </a:cubicBezTo>
                  <a:cubicBezTo>
                    <a:pt x="88" y="17"/>
                    <a:pt x="90" y="20"/>
                    <a:pt x="91" y="24"/>
                  </a:cubicBezTo>
                  <a:cubicBezTo>
                    <a:pt x="93" y="28"/>
                    <a:pt x="94" y="32"/>
                    <a:pt x="94" y="37"/>
                  </a:cubicBezTo>
                  <a:cubicBezTo>
                    <a:pt x="93" y="47"/>
                    <a:pt x="91" y="57"/>
                    <a:pt x="86" y="65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73" y="71"/>
                    <a:pt x="64" y="83"/>
                    <a:pt x="64" y="96"/>
                  </a:cubicBezTo>
                  <a:cubicBezTo>
                    <a:pt x="64" y="106"/>
                    <a:pt x="68" y="115"/>
                    <a:pt x="76" y="121"/>
                  </a:cubicBezTo>
                  <a:cubicBezTo>
                    <a:pt x="79" y="123"/>
                    <a:pt x="79" y="123"/>
                    <a:pt x="79" y="123"/>
                  </a:cubicBezTo>
                  <a:lnTo>
                    <a:pt x="5" y="123"/>
                  </a:lnTo>
                  <a:close/>
                  <a:moveTo>
                    <a:pt x="115" y="115"/>
                  </a:moveTo>
                  <a:cubicBezTo>
                    <a:pt x="110" y="121"/>
                    <a:pt x="103" y="123"/>
                    <a:pt x="96" y="123"/>
                  </a:cubicBezTo>
                  <a:cubicBezTo>
                    <a:pt x="89" y="123"/>
                    <a:pt x="82" y="121"/>
                    <a:pt x="77" y="115"/>
                  </a:cubicBezTo>
                  <a:cubicBezTo>
                    <a:pt x="72" y="110"/>
                    <a:pt x="69" y="103"/>
                    <a:pt x="69" y="96"/>
                  </a:cubicBezTo>
                  <a:cubicBezTo>
                    <a:pt x="69" y="89"/>
                    <a:pt x="72" y="82"/>
                    <a:pt x="77" y="77"/>
                  </a:cubicBezTo>
                  <a:cubicBezTo>
                    <a:pt x="82" y="71"/>
                    <a:pt x="89" y="69"/>
                    <a:pt x="96" y="69"/>
                  </a:cubicBezTo>
                  <a:cubicBezTo>
                    <a:pt x="103" y="69"/>
                    <a:pt x="110" y="71"/>
                    <a:pt x="115" y="77"/>
                  </a:cubicBezTo>
                  <a:cubicBezTo>
                    <a:pt x="121" y="82"/>
                    <a:pt x="123" y="89"/>
                    <a:pt x="123" y="96"/>
                  </a:cubicBezTo>
                  <a:cubicBezTo>
                    <a:pt x="123" y="103"/>
                    <a:pt x="121" y="110"/>
                    <a:pt x="115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8" name="Freeform 200"/>
            <p:cNvSpPr/>
            <p:nvPr/>
          </p:nvSpPr>
          <p:spPr bwMode="auto">
            <a:xfrm>
              <a:off x="3773488" y="1590675"/>
              <a:ext cx="76200" cy="74613"/>
            </a:xfrm>
            <a:custGeom>
              <a:avLst/>
              <a:gdLst>
                <a:gd name="T0" fmla="*/ 13 w 20"/>
                <a:gd name="T1" fmla="*/ 10 h 20"/>
                <a:gd name="T2" fmla="*/ 20 w 20"/>
                <a:gd name="T3" fmla="*/ 4 h 20"/>
                <a:gd name="T4" fmla="*/ 20 w 20"/>
                <a:gd name="T5" fmla="*/ 1 h 20"/>
                <a:gd name="T6" fmla="*/ 16 w 20"/>
                <a:gd name="T7" fmla="*/ 1 h 20"/>
                <a:gd name="T8" fmla="*/ 10 w 20"/>
                <a:gd name="T9" fmla="*/ 7 h 20"/>
                <a:gd name="T10" fmla="*/ 4 w 20"/>
                <a:gd name="T11" fmla="*/ 1 h 20"/>
                <a:gd name="T12" fmla="*/ 1 w 20"/>
                <a:gd name="T13" fmla="*/ 1 h 20"/>
                <a:gd name="T14" fmla="*/ 1 w 20"/>
                <a:gd name="T15" fmla="*/ 4 h 20"/>
                <a:gd name="T16" fmla="*/ 7 w 20"/>
                <a:gd name="T17" fmla="*/ 10 h 20"/>
                <a:gd name="T18" fmla="*/ 1 w 20"/>
                <a:gd name="T19" fmla="*/ 16 h 20"/>
                <a:gd name="T20" fmla="*/ 1 w 20"/>
                <a:gd name="T21" fmla="*/ 20 h 20"/>
                <a:gd name="T22" fmla="*/ 4 w 20"/>
                <a:gd name="T23" fmla="*/ 20 h 20"/>
                <a:gd name="T24" fmla="*/ 10 w 20"/>
                <a:gd name="T25" fmla="*/ 13 h 20"/>
                <a:gd name="T26" fmla="*/ 16 w 20"/>
                <a:gd name="T27" fmla="*/ 20 h 20"/>
                <a:gd name="T28" fmla="*/ 20 w 20"/>
                <a:gd name="T29" fmla="*/ 20 h 20"/>
                <a:gd name="T30" fmla="*/ 20 w 20"/>
                <a:gd name="T31" fmla="*/ 18 h 20"/>
                <a:gd name="T32" fmla="*/ 20 w 20"/>
                <a:gd name="T33" fmla="*/ 16 h 20"/>
                <a:gd name="T34" fmla="*/ 13 w 20"/>
                <a:gd name="T35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20">
                  <a:moveTo>
                    <a:pt x="13" y="10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1"/>
                    <a:pt x="20" y="1"/>
                  </a:cubicBezTo>
                  <a:cubicBezTo>
                    <a:pt x="19" y="0"/>
                    <a:pt x="17" y="0"/>
                    <a:pt x="16" y="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3"/>
                    <a:pt x="1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7"/>
                    <a:pt x="0" y="19"/>
                    <a:pt x="1" y="20"/>
                  </a:cubicBezTo>
                  <a:cubicBezTo>
                    <a:pt x="1" y="20"/>
                    <a:pt x="3" y="20"/>
                    <a:pt x="4" y="20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0"/>
                    <a:pt x="19" y="20"/>
                    <a:pt x="20" y="20"/>
                  </a:cubicBezTo>
                  <a:cubicBezTo>
                    <a:pt x="20" y="19"/>
                    <a:pt x="20" y="19"/>
                    <a:pt x="20" y="18"/>
                  </a:cubicBezTo>
                  <a:cubicBezTo>
                    <a:pt x="20" y="17"/>
                    <a:pt x="20" y="17"/>
                    <a:pt x="20" y="16"/>
                  </a:cubicBezTo>
                  <a:lnTo>
                    <a:pt x="1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>
            <a:off x="2489200" y="1263650"/>
            <a:ext cx="481013" cy="481013"/>
            <a:chOff x="2489200" y="1263650"/>
            <a:chExt cx="481013" cy="481013"/>
          </a:xfrm>
          <a:solidFill>
            <a:schemeClr val="accent1"/>
          </a:solidFill>
        </p:grpSpPr>
        <p:sp>
          <p:nvSpPr>
            <p:cNvPr id="229" name="Freeform 201"/>
            <p:cNvSpPr>
              <a:spLocks noEditPoints="1"/>
            </p:cNvSpPr>
            <p:nvPr/>
          </p:nvSpPr>
          <p:spPr bwMode="auto">
            <a:xfrm>
              <a:off x="2489200" y="1263650"/>
              <a:ext cx="481013" cy="481013"/>
            </a:xfrm>
            <a:custGeom>
              <a:avLst/>
              <a:gdLst>
                <a:gd name="T0" fmla="*/ 96 w 128"/>
                <a:gd name="T1" fmla="*/ 64 h 128"/>
                <a:gd name="T2" fmla="*/ 94 w 128"/>
                <a:gd name="T3" fmla="*/ 64 h 128"/>
                <a:gd name="T4" fmla="*/ 92 w 128"/>
                <a:gd name="T5" fmla="*/ 64 h 128"/>
                <a:gd name="T6" fmla="*/ 93 w 128"/>
                <a:gd name="T7" fmla="*/ 62 h 128"/>
                <a:gd name="T8" fmla="*/ 95 w 128"/>
                <a:gd name="T9" fmla="*/ 55 h 128"/>
                <a:gd name="T10" fmla="*/ 98 w 128"/>
                <a:gd name="T11" fmla="*/ 37 h 128"/>
                <a:gd name="T12" fmla="*/ 96 w 128"/>
                <a:gd name="T13" fmla="*/ 22 h 128"/>
                <a:gd name="T14" fmla="*/ 88 w 128"/>
                <a:gd name="T15" fmla="*/ 10 h 128"/>
                <a:gd name="T16" fmla="*/ 64 w 128"/>
                <a:gd name="T17" fmla="*/ 0 h 128"/>
                <a:gd name="T18" fmla="*/ 40 w 128"/>
                <a:gd name="T19" fmla="*/ 10 h 128"/>
                <a:gd name="T20" fmla="*/ 32 w 128"/>
                <a:gd name="T21" fmla="*/ 22 h 128"/>
                <a:gd name="T22" fmla="*/ 30 w 128"/>
                <a:gd name="T23" fmla="*/ 37 h 128"/>
                <a:gd name="T24" fmla="*/ 33 w 128"/>
                <a:gd name="T25" fmla="*/ 55 h 128"/>
                <a:gd name="T26" fmla="*/ 39 w 128"/>
                <a:gd name="T27" fmla="*/ 68 h 128"/>
                <a:gd name="T28" fmla="*/ 39 w 128"/>
                <a:gd name="T29" fmla="*/ 69 h 128"/>
                <a:gd name="T30" fmla="*/ 42 w 128"/>
                <a:gd name="T31" fmla="*/ 73 h 128"/>
                <a:gd name="T32" fmla="*/ 43 w 128"/>
                <a:gd name="T33" fmla="*/ 82 h 128"/>
                <a:gd name="T34" fmla="*/ 28 w 128"/>
                <a:gd name="T35" fmla="*/ 92 h 128"/>
                <a:gd name="T36" fmla="*/ 12 w 128"/>
                <a:gd name="T37" fmla="*/ 97 h 128"/>
                <a:gd name="T38" fmla="*/ 11 w 128"/>
                <a:gd name="T39" fmla="*/ 97 h 128"/>
                <a:gd name="T40" fmla="*/ 0 w 128"/>
                <a:gd name="T41" fmla="*/ 113 h 128"/>
                <a:gd name="T42" fmla="*/ 0 w 128"/>
                <a:gd name="T43" fmla="*/ 128 h 128"/>
                <a:gd name="T44" fmla="*/ 96 w 128"/>
                <a:gd name="T45" fmla="*/ 128 h 128"/>
                <a:gd name="T46" fmla="*/ 128 w 128"/>
                <a:gd name="T47" fmla="*/ 96 h 128"/>
                <a:gd name="T48" fmla="*/ 96 w 128"/>
                <a:gd name="T49" fmla="*/ 64 h 128"/>
                <a:gd name="T50" fmla="*/ 5 w 128"/>
                <a:gd name="T51" fmla="*/ 123 h 128"/>
                <a:gd name="T52" fmla="*/ 5 w 128"/>
                <a:gd name="T53" fmla="*/ 113 h 128"/>
                <a:gd name="T54" fmla="*/ 13 w 128"/>
                <a:gd name="T55" fmla="*/ 101 h 128"/>
                <a:gd name="T56" fmla="*/ 30 w 128"/>
                <a:gd name="T57" fmla="*/ 96 h 128"/>
                <a:gd name="T58" fmla="*/ 40 w 128"/>
                <a:gd name="T59" fmla="*/ 91 h 128"/>
                <a:gd name="T60" fmla="*/ 48 w 128"/>
                <a:gd name="T61" fmla="*/ 84 h 128"/>
                <a:gd name="T62" fmla="*/ 46 w 128"/>
                <a:gd name="T63" fmla="*/ 70 h 128"/>
                <a:gd name="T64" fmla="*/ 43 w 128"/>
                <a:gd name="T65" fmla="*/ 67 h 128"/>
                <a:gd name="T66" fmla="*/ 43 w 128"/>
                <a:gd name="T67" fmla="*/ 67 h 128"/>
                <a:gd name="T68" fmla="*/ 34 w 128"/>
                <a:gd name="T69" fmla="*/ 37 h 128"/>
                <a:gd name="T70" fmla="*/ 37 w 128"/>
                <a:gd name="T71" fmla="*/ 24 h 128"/>
                <a:gd name="T72" fmla="*/ 43 w 128"/>
                <a:gd name="T73" fmla="*/ 14 h 128"/>
                <a:gd name="T74" fmla="*/ 64 w 128"/>
                <a:gd name="T75" fmla="*/ 5 h 128"/>
                <a:gd name="T76" fmla="*/ 85 w 128"/>
                <a:gd name="T77" fmla="*/ 14 h 128"/>
                <a:gd name="T78" fmla="*/ 91 w 128"/>
                <a:gd name="T79" fmla="*/ 24 h 128"/>
                <a:gd name="T80" fmla="*/ 94 w 128"/>
                <a:gd name="T81" fmla="*/ 37 h 128"/>
                <a:gd name="T82" fmla="*/ 86 w 128"/>
                <a:gd name="T83" fmla="*/ 65 h 128"/>
                <a:gd name="T84" fmla="*/ 85 w 128"/>
                <a:gd name="T85" fmla="*/ 66 h 128"/>
                <a:gd name="T86" fmla="*/ 85 w 128"/>
                <a:gd name="T87" fmla="*/ 66 h 128"/>
                <a:gd name="T88" fmla="*/ 64 w 128"/>
                <a:gd name="T89" fmla="*/ 96 h 128"/>
                <a:gd name="T90" fmla="*/ 76 w 128"/>
                <a:gd name="T91" fmla="*/ 121 h 128"/>
                <a:gd name="T92" fmla="*/ 79 w 128"/>
                <a:gd name="T93" fmla="*/ 123 h 128"/>
                <a:gd name="T94" fmla="*/ 5 w 128"/>
                <a:gd name="T95" fmla="*/ 123 h 128"/>
                <a:gd name="T96" fmla="*/ 115 w 128"/>
                <a:gd name="T97" fmla="*/ 115 h 128"/>
                <a:gd name="T98" fmla="*/ 96 w 128"/>
                <a:gd name="T99" fmla="*/ 123 h 128"/>
                <a:gd name="T100" fmla="*/ 77 w 128"/>
                <a:gd name="T101" fmla="*/ 115 h 128"/>
                <a:gd name="T102" fmla="*/ 69 w 128"/>
                <a:gd name="T103" fmla="*/ 96 h 128"/>
                <a:gd name="T104" fmla="*/ 77 w 128"/>
                <a:gd name="T105" fmla="*/ 77 h 128"/>
                <a:gd name="T106" fmla="*/ 96 w 128"/>
                <a:gd name="T107" fmla="*/ 69 h 128"/>
                <a:gd name="T108" fmla="*/ 115 w 128"/>
                <a:gd name="T109" fmla="*/ 77 h 128"/>
                <a:gd name="T110" fmla="*/ 123 w 128"/>
                <a:gd name="T111" fmla="*/ 96 h 128"/>
                <a:gd name="T112" fmla="*/ 115 w 128"/>
                <a:gd name="T113" fmla="*/ 1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96" y="64"/>
                  </a:moveTo>
                  <a:cubicBezTo>
                    <a:pt x="95" y="64"/>
                    <a:pt x="95" y="64"/>
                    <a:pt x="94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0"/>
                    <a:pt x="95" y="57"/>
                    <a:pt x="95" y="55"/>
                  </a:cubicBezTo>
                  <a:cubicBezTo>
                    <a:pt x="97" y="49"/>
                    <a:pt x="98" y="43"/>
                    <a:pt x="98" y="37"/>
                  </a:cubicBezTo>
                  <a:cubicBezTo>
                    <a:pt x="98" y="32"/>
                    <a:pt x="97" y="27"/>
                    <a:pt x="96" y="22"/>
                  </a:cubicBezTo>
                  <a:cubicBezTo>
                    <a:pt x="94" y="18"/>
                    <a:pt x="91" y="14"/>
                    <a:pt x="88" y="10"/>
                  </a:cubicBezTo>
                  <a:cubicBezTo>
                    <a:pt x="81" y="4"/>
                    <a:pt x="73" y="0"/>
                    <a:pt x="64" y="0"/>
                  </a:cubicBezTo>
                  <a:cubicBezTo>
                    <a:pt x="55" y="0"/>
                    <a:pt x="47" y="4"/>
                    <a:pt x="40" y="10"/>
                  </a:cubicBezTo>
                  <a:cubicBezTo>
                    <a:pt x="37" y="14"/>
                    <a:pt x="34" y="18"/>
                    <a:pt x="32" y="22"/>
                  </a:cubicBezTo>
                  <a:cubicBezTo>
                    <a:pt x="31" y="27"/>
                    <a:pt x="30" y="32"/>
                    <a:pt x="30" y="37"/>
                  </a:cubicBezTo>
                  <a:cubicBezTo>
                    <a:pt x="30" y="43"/>
                    <a:pt x="31" y="49"/>
                    <a:pt x="33" y="55"/>
                  </a:cubicBezTo>
                  <a:cubicBezTo>
                    <a:pt x="34" y="60"/>
                    <a:pt x="36" y="64"/>
                    <a:pt x="39" y="68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0" y="70"/>
                    <a:pt x="41" y="72"/>
                    <a:pt x="42" y="73"/>
                  </a:cubicBezTo>
                  <a:cubicBezTo>
                    <a:pt x="44" y="77"/>
                    <a:pt x="45" y="80"/>
                    <a:pt x="43" y="82"/>
                  </a:cubicBezTo>
                  <a:cubicBezTo>
                    <a:pt x="43" y="84"/>
                    <a:pt x="40" y="87"/>
                    <a:pt x="28" y="92"/>
                  </a:cubicBezTo>
                  <a:cubicBezTo>
                    <a:pt x="25" y="93"/>
                    <a:pt x="19" y="95"/>
                    <a:pt x="12" y="97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5" y="99"/>
                    <a:pt x="0" y="106"/>
                    <a:pt x="0" y="113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14" y="128"/>
                    <a:pt x="128" y="114"/>
                    <a:pt x="128" y="96"/>
                  </a:cubicBezTo>
                  <a:cubicBezTo>
                    <a:pt x="128" y="78"/>
                    <a:pt x="114" y="64"/>
                    <a:pt x="96" y="64"/>
                  </a:cubicBezTo>
                  <a:close/>
                  <a:moveTo>
                    <a:pt x="5" y="123"/>
                  </a:moveTo>
                  <a:cubicBezTo>
                    <a:pt x="5" y="113"/>
                    <a:pt x="5" y="113"/>
                    <a:pt x="5" y="113"/>
                  </a:cubicBezTo>
                  <a:cubicBezTo>
                    <a:pt x="5" y="108"/>
                    <a:pt x="8" y="103"/>
                    <a:pt x="13" y="101"/>
                  </a:cubicBezTo>
                  <a:cubicBezTo>
                    <a:pt x="21" y="99"/>
                    <a:pt x="26" y="97"/>
                    <a:pt x="30" y="96"/>
                  </a:cubicBezTo>
                  <a:cubicBezTo>
                    <a:pt x="34" y="94"/>
                    <a:pt x="38" y="93"/>
                    <a:pt x="40" y="91"/>
                  </a:cubicBezTo>
                  <a:cubicBezTo>
                    <a:pt x="44" y="89"/>
                    <a:pt x="46" y="87"/>
                    <a:pt x="48" y="84"/>
                  </a:cubicBezTo>
                  <a:cubicBezTo>
                    <a:pt x="49" y="81"/>
                    <a:pt x="49" y="76"/>
                    <a:pt x="46" y="70"/>
                  </a:cubicBezTo>
                  <a:cubicBezTo>
                    <a:pt x="45" y="69"/>
                    <a:pt x="44" y="68"/>
                    <a:pt x="43" y="67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8" y="58"/>
                    <a:pt x="35" y="48"/>
                    <a:pt x="34" y="37"/>
                  </a:cubicBezTo>
                  <a:cubicBezTo>
                    <a:pt x="34" y="32"/>
                    <a:pt x="35" y="28"/>
                    <a:pt x="37" y="24"/>
                  </a:cubicBezTo>
                  <a:cubicBezTo>
                    <a:pt x="38" y="20"/>
                    <a:pt x="40" y="17"/>
                    <a:pt x="43" y="14"/>
                  </a:cubicBezTo>
                  <a:cubicBezTo>
                    <a:pt x="49" y="8"/>
                    <a:pt x="56" y="5"/>
                    <a:pt x="64" y="5"/>
                  </a:cubicBezTo>
                  <a:cubicBezTo>
                    <a:pt x="72" y="5"/>
                    <a:pt x="79" y="8"/>
                    <a:pt x="85" y="14"/>
                  </a:cubicBezTo>
                  <a:cubicBezTo>
                    <a:pt x="88" y="17"/>
                    <a:pt x="90" y="20"/>
                    <a:pt x="91" y="24"/>
                  </a:cubicBezTo>
                  <a:cubicBezTo>
                    <a:pt x="93" y="28"/>
                    <a:pt x="94" y="32"/>
                    <a:pt x="94" y="37"/>
                  </a:cubicBezTo>
                  <a:cubicBezTo>
                    <a:pt x="93" y="47"/>
                    <a:pt x="91" y="57"/>
                    <a:pt x="86" y="65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73" y="71"/>
                    <a:pt x="64" y="83"/>
                    <a:pt x="64" y="96"/>
                  </a:cubicBezTo>
                  <a:cubicBezTo>
                    <a:pt x="64" y="106"/>
                    <a:pt x="68" y="115"/>
                    <a:pt x="76" y="121"/>
                  </a:cubicBezTo>
                  <a:cubicBezTo>
                    <a:pt x="79" y="123"/>
                    <a:pt x="79" y="123"/>
                    <a:pt x="79" y="123"/>
                  </a:cubicBezTo>
                  <a:lnTo>
                    <a:pt x="5" y="123"/>
                  </a:lnTo>
                  <a:close/>
                  <a:moveTo>
                    <a:pt x="115" y="115"/>
                  </a:moveTo>
                  <a:cubicBezTo>
                    <a:pt x="110" y="121"/>
                    <a:pt x="103" y="123"/>
                    <a:pt x="96" y="123"/>
                  </a:cubicBezTo>
                  <a:cubicBezTo>
                    <a:pt x="89" y="123"/>
                    <a:pt x="82" y="121"/>
                    <a:pt x="77" y="115"/>
                  </a:cubicBezTo>
                  <a:cubicBezTo>
                    <a:pt x="72" y="110"/>
                    <a:pt x="69" y="103"/>
                    <a:pt x="69" y="96"/>
                  </a:cubicBezTo>
                  <a:cubicBezTo>
                    <a:pt x="69" y="89"/>
                    <a:pt x="72" y="82"/>
                    <a:pt x="77" y="77"/>
                  </a:cubicBezTo>
                  <a:cubicBezTo>
                    <a:pt x="82" y="71"/>
                    <a:pt x="89" y="69"/>
                    <a:pt x="96" y="69"/>
                  </a:cubicBezTo>
                  <a:cubicBezTo>
                    <a:pt x="103" y="69"/>
                    <a:pt x="110" y="71"/>
                    <a:pt x="115" y="77"/>
                  </a:cubicBezTo>
                  <a:cubicBezTo>
                    <a:pt x="121" y="82"/>
                    <a:pt x="123" y="89"/>
                    <a:pt x="123" y="96"/>
                  </a:cubicBezTo>
                  <a:cubicBezTo>
                    <a:pt x="123" y="103"/>
                    <a:pt x="121" y="110"/>
                    <a:pt x="115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0" name="Freeform 202"/>
            <p:cNvSpPr/>
            <p:nvPr/>
          </p:nvSpPr>
          <p:spPr bwMode="auto">
            <a:xfrm>
              <a:off x="2801938" y="1616075"/>
              <a:ext cx="101600" cy="19050"/>
            </a:xfrm>
            <a:custGeom>
              <a:avLst/>
              <a:gdLst>
                <a:gd name="T0" fmla="*/ 25 w 27"/>
                <a:gd name="T1" fmla="*/ 0 h 5"/>
                <a:gd name="T2" fmla="*/ 2 w 27"/>
                <a:gd name="T3" fmla="*/ 0 h 5"/>
                <a:gd name="T4" fmla="*/ 0 w 27"/>
                <a:gd name="T5" fmla="*/ 2 h 5"/>
                <a:gd name="T6" fmla="*/ 2 w 27"/>
                <a:gd name="T7" fmla="*/ 5 h 5"/>
                <a:gd name="T8" fmla="*/ 25 w 27"/>
                <a:gd name="T9" fmla="*/ 5 h 5"/>
                <a:gd name="T10" fmla="*/ 27 w 27"/>
                <a:gd name="T11" fmla="*/ 2 h 5"/>
                <a:gd name="T12" fmla="*/ 25 w 27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5">
                  <a:moveTo>
                    <a:pt x="25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5"/>
                    <a:pt x="27" y="4"/>
                    <a:pt x="27" y="2"/>
                  </a:cubicBezTo>
                  <a:cubicBezTo>
                    <a:pt x="27" y="1"/>
                    <a:pt x="26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28763" y="1263650"/>
            <a:ext cx="481013" cy="481013"/>
            <a:chOff x="1528763" y="1263650"/>
            <a:chExt cx="481013" cy="481013"/>
          </a:xfrm>
          <a:solidFill>
            <a:schemeClr val="accent1"/>
          </a:solidFill>
        </p:grpSpPr>
        <p:sp>
          <p:nvSpPr>
            <p:cNvPr id="231" name="Freeform 203"/>
            <p:cNvSpPr>
              <a:spLocks noEditPoints="1"/>
            </p:cNvSpPr>
            <p:nvPr/>
          </p:nvSpPr>
          <p:spPr bwMode="auto">
            <a:xfrm>
              <a:off x="1528763" y="1263650"/>
              <a:ext cx="481013" cy="481013"/>
            </a:xfrm>
            <a:custGeom>
              <a:avLst/>
              <a:gdLst>
                <a:gd name="T0" fmla="*/ 96 w 128"/>
                <a:gd name="T1" fmla="*/ 64 h 128"/>
                <a:gd name="T2" fmla="*/ 94 w 128"/>
                <a:gd name="T3" fmla="*/ 64 h 128"/>
                <a:gd name="T4" fmla="*/ 92 w 128"/>
                <a:gd name="T5" fmla="*/ 64 h 128"/>
                <a:gd name="T6" fmla="*/ 93 w 128"/>
                <a:gd name="T7" fmla="*/ 62 h 128"/>
                <a:gd name="T8" fmla="*/ 95 w 128"/>
                <a:gd name="T9" fmla="*/ 55 h 128"/>
                <a:gd name="T10" fmla="*/ 98 w 128"/>
                <a:gd name="T11" fmla="*/ 37 h 128"/>
                <a:gd name="T12" fmla="*/ 96 w 128"/>
                <a:gd name="T13" fmla="*/ 22 h 128"/>
                <a:gd name="T14" fmla="*/ 88 w 128"/>
                <a:gd name="T15" fmla="*/ 10 h 128"/>
                <a:gd name="T16" fmla="*/ 64 w 128"/>
                <a:gd name="T17" fmla="*/ 0 h 128"/>
                <a:gd name="T18" fmla="*/ 40 w 128"/>
                <a:gd name="T19" fmla="*/ 10 h 128"/>
                <a:gd name="T20" fmla="*/ 32 w 128"/>
                <a:gd name="T21" fmla="*/ 22 h 128"/>
                <a:gd name="T22" fmla="*/ 30 w 128"/>
                <a:gd name="T23" fmla="*/ 37 h 128"/>
                <a:gd name="T24" fmla="*/ 33 w 128"/>
                <a:gd name="T25" fmla="*/ 55 h 128"/>
                <a:gd name="T26" fmla="*/ 39 w 128"/>
                <a:gd name="T27" fmla="*/ 68 h 128"/>
                <a:gd name="T28" fmla="*/ 39 w 128"/>
                <a:gd name="T29" fmla="*/ 69 h 128"/>
                <a:gd name="T30" fmla="*/ 42 w 128"/>
                <a:gd name="T31" fmla="*/ 73 h 128"/>
                <a:gd name="T32" fmla="*/ 43 w 128"/>
                <a:gd name="T33" fmla="*/ 82 h 128"/>
                <a:gd name="T34" fmla="*/ 28 w 128"/>
                <a:gd name="T35" fmla="*/ 92 h 128"/>
                <a:gd name="T36" fmla="*/ 12 w 128"/>
                <a:gd name="T37" fmla="*/ 97 h 128"/>
                <a:gd name="T38" fmla="*/ 11 w 128"/>
                <a:gd name="T39" fmla="*/ 97 h 128"/>
                <a:gd name="T40" fmla="*/ 0 w 128"/>
                <a:gd name="T41" fmla="*/ 113 h 128"/>
                <a:gd name="T42" fmla="*/ 0 w 128"/>
                <a:gd name="T43" fmla="*/ 128 h 128"/>
                <a:gd name="T44" fmla="*/ 96 w 128"/>
                <a:gd name="T45" fmla="*/ 128 h 128"/>
                <a:gd name="T46" fmla="*/ 128 w 128"/>
                <a:gd name="T47" fmla="*/ 96 h 128"/>
                <a:gd name="T48" fmla="*/ 96 w 128"/>
                <a:gd name="T49" fmla="*/ 64 h 128"/>
                <a:gd name="T50" fmla="*/ 5 w 128"/>
                <a:gd name="T51" fmla="*/ 123 h 128"/>
                <a:gd name="T52" fmla="*/ 5 w 128"/>
                <a:gd name="T53" fmla="*/ 113 h 128"/>
                <a:gd name="T54" fmla="*/ 13 w 128"/>
                <a:gd name="T55" fmla="*/ 101 h 128"/>
                <a:gd name="T56" fmla="*/ 30 w 128"/>
                <a:gd name="T57" fmla="*/ 96 h 128"/>
                <a:gd name="T58" fmla="*/ 40 w 128"/>
                <a:gd name="T59" fmla="*/ 91 h 128"/>
                <a:gd name="T60" fmla="*/ 48 w 128"/>
                <a:gd name="T61" fmla="*/ 85 h 128"/>
                <a:gd name="T62" fmla="*/ 46 w 128"/>
                <a:gd name="T63" fmla="*/ 70 h 128"/>
                <a:gd name="T64" fmla="*/ 43 w 128"/>
                <a:gd name="T65" fmla="*/ 67 h 128"/>
                <a:gd name="T66" fmla="*/ 43 w 128"/>
                <a:gd name="T67" fmla="*/ 67 h 128"/>
                <a:gd name="T68" fmla="*/ 34 w 128"/>
                <a:gd name="T69" fmla="*/ 37 h 128"/>
                <a:gd name="T70" fmla="*/ 37 w 128"/>
                <a:gd name="T71" fmla="*/ 24 h 128"/>
                <a:gd name="T72" fmla="*/ 43 w 128"/>
                <a:gd name="T73" fmla="*/ 14 h 128"/>
                <a:gd name="T74" fmla="*/ 64 w 128"/>
                <a:gd name="T75" fmla="*/ 5 h 128"/>
                <a:gd name="T76" fmla="*/ 85 w 128"/>
                <a:gd name="T77" fmla="*/ 14 h 128"/>
                <a:gd name="T78" fmla="*/ 91 w 128"/>
                <a:gd name="T79" fmla="*/ 24 h 128"/>
                <a:gd name="T80" fmla="*/ 94 w 128"/>
                <a:gd name="T81" fmla="*/ 37 h 128"/>
                <a:gd name="T82" fmla="*/ 86 w 128"/>
                <a:gd name="T83" fmla="*/ 65 h 128"/>
                <a:gd name="T84" fmla="*/ 85 w 128"/>
                <a:gd name="T85" fmla="*/ 66 h 128"/>
                <a:gd name="T86" fmla="*/ 85 w 128"/>
                <a:gd name="T87" fmla="*/ 66 h 128"/>
                <a:gd name="T88" fmla="*/ 64 w 128"/>
                <a:gd name="T89" fmla="*/ 96 h 128"/>
                <a:gd name="T90" fmla="*/ 76 w 128"/>
                <a:gd name="T91" fmla="*/ 121 h 128"/>
                <a:gd name="T92" fmla="*/ 79 w 128"/>
                <a:gd name="T93" fmla="*/ 123 h 128"/>
                <a:gd name="T94" fmla="*/ 5 w 128"/>
                <a:gd name="T95" fmla="*/ 123 h 128"/>
                <a:gd name="T96" fmla="*/ 115 w 128"/>
                <a:gd name="T97" fmla="*/ 115 h 128"/>
                <a:gd name="T98" fmla="*/ 96 w 128"/>
                <a:gd name="T99" fmla="*/ 123 h 128"/>
                <a:gd name="T100" fmla="*/ 77 w 128"/>
                <a:gd name="T101" fmla="*/ 115 h 128"/>
                <a:gd name="T102" fmla="*/ 69 w 128"/>
                <a:gd name="T103" fmla="*/ 96 h 128"/>
                <a:gd name="T104" fmla="*/ 77 w 128"/>
                <a:gd name="T105" fmla="*/ 77 h 128"/>
                <a:gd name="T106" fmla="*/ 96 w 128"/>
                <a:gd name="T107" fmla="*/ 69 h 128"/>
                <a:gd name="T108" fmla="*/ 115 w 128"/>
                <a:gd name="T109" fmla="*/ 77 h 128"/>
                <a:gd name="T110" fmla="*/ 123 w 128"/>
                <a:gd name="T111" fmla="*/ 96 h 128"/>
                <a:gd name="T112" fmla="*/ 115 w 128"/>
                <a:gd name="T113" fmla="*/ 1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96" y="64"/>
                  </a:moveTo>
                  <a:cubicBezTo>
                    <a:pt x="95" y="64"/>
                    <a:pt x="95" y="64"/>
                    <a:pt x="94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0"/>
                    <a:pt x="95" y="57"/>
                    <a:pt x="95" y="55"/>
                  </a:cubicBezTo>
                  <a:cubicBezTo>
                    <a:pt x="97" y="49"/>
                    <a:pt x="98" y="43"/>
                    <a:pt x="98" y="37"/>
                  </a:cubicBezTo>
                  <a:cubicBezTo>
                    <a:pt x="98" y="32"/>
                    <a:pt x="97" y="27"/>
                    <a:pt x="96" y="22"/>
                  </a:cubicBezTo>
                  <a:cubicBezTo>
                    <a:pt x="94" y="18"/>
                    <a:pt x="91" y="14"/>
                    <a:pt x="88" y="10"/>
                  </a:cubicBezTo>
                  <a:cubicBezTo>
                    <a:pt x="81" y="4"/>
                    <a:pt x="73" y="0"/>
                    <a:pt x="64" y="0"/>
                  </a:cubicBezTo>
                  <a:cubicBezTo>
                    <a:pt x="55" y="0"/>
                    <a:pt x="47" y="4"/>
                    <a:pt x="40" y="10"/>
                  </a:cubicBezTo>
                  <a:cubicBezTo>
                    <a:pt x="37" y="14"/>
                    <a:pt x="34" y="18"/>
                    <a:pt x="32" y="22"/>
                  </a:cubicBezTo>
                  <a:cubicBezTo>
                    <a:pt x="31" y="27"/>
                    <a:pt x="30" y="32"/>
                    <a:pt x="30" y="37"/>
                  </a:cubicBezTo>
                  <a:cubicBezTo>
                    <a:pt x="30" y="43"/>
                    <a:pt x="31" y="49"/>
                    <a:pt x="33" y="55"/>
                  </a:cubicBezTo>
                  <a:cubicBezTo>
                    <a:pt x="34" y="60"/>
                    <a:pt x="36" y="64"/>
                    <a:pt x="39" y="68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0" y="70"/>
                    <a:pt x="41" y="72"/>
                    <a:pt x="42" y="73"/>
                  </a:cubicBezTo>
                  <a:cubicBezTo>
                    <a:pt x="44" y="77"/>
                    <a:pt x="45" y="80"/>
                    <a:pt x="43" y="82"/>
                  </a:cubicBezTo>
                  <a:cubicBezTo>
                    <a:pt x="43" y="84"/>
                    <a:pt x="40" y="87"/>
                    <a:pt x="28" y="92"/>
                  </a:cubicBezTo>
                  <a:cubicBezTo>
                    <a:pt x="25" y="93"/>
                    <a:pt x="19" y="95"/>
                    <a:pt x="12" y="97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5" y="99"/>
                    <a:pt x="0" y="106"/>
                    <a:pt x="0" y="113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14" y="128"/>
                    <a:pt x="128" y="114"/>
                    <a:pt x="128" y="96"/>
                  </a:cubicBezTo>
                  <a:cubicBezTo>
                    <a:pt x="128" y="78"/>
                    <a:pt x="114" y="64"/>
                    <a:pt x="96" y="64"/>
                  </a:cubicBezTo>
                  <a:close/>
                  <a:moveTo>
                    <a:pt x="5" y="123"/>
                  </a:moveTo>
                  <a:cubicBezTo>
                    <a:pt x="5" y="113"/>
                    <a:pt x="5" y="113"/>
                    <a:pt x="5" y="113"/>
                  </a:cubicBezTo>
                  <a:cubicBezTo>
                    <a:pt x="5" y="108"/>
                    <a:pt x="8" y="103"/>
                    <a:pt x="13" y="101"/>
                  </a:cubicBezTo>
                  <a:cubicBezTo>
                    <a:pt x="21" y="99"/>
                    <a:pt x="26" y="97"/>
                    <a:pt x="30" y="96"/>
                  </a:cubicBezTo>
                  <a:cubicBezTo>
                    <a:pt x="34" y="94"/>
                    <a:pt x="38" y="93"/>
                    <a:pt x="40" y="91"/>
                  </a:cubicBezTo>
                  <a:cubicBezTo>
                    <a:pt x="44" y="89"/>
                    <a:pt x="46" y="87"/>
                    <a:pt x="48" y="85"/>
                  </a:cubicBezTo>
                  <a:cubicBezTo>
                    <a:pt x="49" y="81"/>
                    <a:pt x="49" y="76"/>
                    <a:pt x="46" y="70"/>
                  </a:cubicBezTo>
                  <a:cubicBezTo>
                    <a:pt x="45" y="69"/>
                    <a:pt x="44" y="68"/>
                    <a:pt x="43" y="67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8" y="58"/>
                    <a:pt x="35" y="48"/>
                    <a:pt x="34" y="37"/>
                  </a:cubicBezTo>
                  <a:cubicBezTo>
                    <a:pt x="34" y="32"/>
                    <a:pt x="35" y="28"/>
                    <a:pt x="37" y="24"/>
                  </a:cubicBezTo>
                  <a:cubicBezTo>
                    <a:pt x="38" y="20"/>
                    <a:pt x="40" y="17"/>
                    <a:pt x="43" y="14"/>
                  </a:cubicBezTo>
                  <a:cubicBezTo>
                    <a:pt x="49" y="8"/>
                    <a:pt x="56" y="5"/>
                    <a:pt x="64" y="5"/>
                  </a:cubicBezTo>
                  <a:cubicBezTo>
                    <a:pt x="72" y="5"/>
                    <a:pt x="79" y="8"/>
                    <a:pt x="85" y="14"/>
                  </a:cubicBezTo>
                  <a:cubicBezTo>
                    <a:pt x="88" y="17"/>
                    <a:pt x="90" y="20"/>
                    <a:pt x="91" y="24"/>
                  </a:cubicBezTo>
                  <a:cubicBezTo>
                    <a:pt x="93" y="28"/>
                    <a:pt x="94" y="32"/>
                    <a:pt x="94" y="37"/>
                  </a:cubicBezTo>
                  <a:cubicBezTo>
                    <a:pt x="93" y="47"/>
                    <a:pt x="91" y="57"/>
                    <a:pt x="86" y="65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73" y="71"/>
                    <a:pt x="64" y="83"/>
                    <a:pt x="64" y="96"/>
                  </a:cubicBezTo>
                  <a:cubicBezTo>
                    <a:pt x="64" y="106"/>
                    <a:pt x="68" y="115"/>
                    <a:pt x="76" y="121"/>
                  </a:cubicBezTo>
                  <a:cubicBezTo>
                    <a:pt x="79" y="123"/>
                    <a:pt x="79" y="123"/>
                    <a:pt x="79" y="123"/>
                  </a:cubicBezTo>
                  <a:lnTo>
                    <a:pt x="5" y="123"/>
                  </a:lnTo>
                  <a:close/>
                  <a:moveTo>
                    <a:pt x="115" y="115"/>
                  </a:moveTo>
                  <a:cubicBezTo>
                    <a:pt x="110" y="121"/>
                    <a:pt x="103" y="123"/>
                    <a:pt x="96" y="123"/>
                  </a:cubicBezTo>
                  <a:cubicBezTo>
                    <a:pt x="89" y="123"/>
                    <a:pt x="82" y="121"/>
                    <a:pt x="77" y="115"/>
                  </a:cubicBezTo>
                  <a:cubicBezTo>
                    <a:pt x="72" y="110"/>
                    <a:pt x="69" y="103"/>
                    <a:pt x="69" y="96"/>
                  </a:cubicBezTo>
                  <a:cubicBezTo>
                    <a:pt x="69" y="89"/>
                    <a:pt x="72" y="82"/>
                    <a:pt x="77" y="77"/>
                  </a:cubicBezTo>
                  <a:cubicBezTo>
                    <a:pt x="82" y="71"/>
                    <a:pt x="89" y="69"/>
                    <a:pt x="96" y="69"/>
                  </a:cubicBezTo>
                  <a:cubicBezTo>
                    <a:pt x="103" y="69"/>
                    <a:pt x="110" y="71"/>
                    <a:pt x="115" y="77"/>
                  </a:cubicBezTo>
                  <a:cubicBezTo>
                    <a:pt x="121" y="82"/>
                    <a:pt x="123" y="89"/>
                    <a:pt x="123" y="96"/>
                  </a:cubicBezTo>
                  <a:cubicBezTo>
                    <a:pt x="123" y="103"/>
                    <a:pt x="121" y="110"/>
                    <a:pt x="115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2" name="Freeform 204"/>
            <p:cNvSpPr/>
            <p:nvPr/>
          </p:nvSpPr>
          <p:spPr bwMode="auto">
            <a:xfrm>
              <a:off x="1839913" y="1579563"/>
              <a:ext cx="101600" cy="96838"/>
            </a:xfrm>
            <a:custGeom>
              <a:avLst/>
              <a:gdLst>
                <a:gd name="T0" fmla="*/ 24 w 27"/>
                <a:gd name="T1" fmla="*/ 11 h 26"/>
                <a:gd name="T2" fmla="*/ 15 w 27"/>
                <a:gd name="T3" fmla="*/ 11 h 26"/>
                <a:gd name="T4" fmla="*/ 15 w 27"/>
                <a:gd name="T5" fmla="*/ 2 h 26"/>
                <a:gd name="T6" fmla="*/ 13 w 27"/>
                <a:gd name="T7" fmla="*/ 0 h 26"/>
                <a:gd name="T8" fmla="*/ 11 w 27"/>
                <a:gd name="T9" fmla="*/ 2 h 26"/>
                <a:gd name="T10" fmla="*/ 11 w 27"/>
                <a:gd name="T11" fmla="*/ 11 h 26"/>
                <a:gd name="T12" fmla="*/ 2 w 27"/>
                <a:gd name="T13" fmla="*/ 11 h 26"/>
                <a:gd name="T14" fmla="*/ 0 w 27"/>
                <a:gd name="T15" fmla="*/ 13 h 26"/>
                <a:gd name="T16" fmla="*/ 2 w 27"/>
                <a:gd name="T17" fmla="*/ 15 h 26"/>
                <a:gd name="T18" fmla="*/ 11 w 27"/>
                <a:gd name="T19" fmla="*/ 15 h 26"/>
                <a:gd name="T20" fmla="*/ 11 w 27"/>
                <a:gd name="T21" fmla="*/ 24 h 26"/>
                <a:gd name="T22" fmla="*/ 13 w 27"/>
                <a:gd name="T23" fmla="*/ 26 h 26"/>
                <a:gd name="T24" fmla="*/ 15 w 27"/>
                <a:gd name="T25" fmla="*/ 24 h 26"/>
                <a:gd name="T26" fmla="*/ 15 w 27"/>
                <a:gd name="T27" fmla="*/ 15 h 26"/>
                <a:gd name="T28" fmla="*/ 24 w 27"/>
                <a:gd name="T29" fmla="*/ 15 h 26"/>
                <a:gd name="T30" fmla="*/ 27 w 27"/>
                <a:gd name="T31" fmla="*/ 13 h 26"/>
                <a:gd name="T32" fmla="*/ 24 w 27"/>
                <a:gd name="T33" fmla="*/ 1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6">
                  <a:moveTo>
                    <a:pt x="24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5"/>
                    <a:pt x="12" y="26"/>
                    <a:pt x="13" y="26"/>
                  </a:cubicBezTo>
                  <a:cubicBezTo>
                    <a:pt x="14" y="26"/>
                    <a:pt x="15" y="25"/>
                    <a:pt x="15" y="2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5"/>
                    <a:pt x="27" y="14"/>
                    <a:pt x="27" y="13"/>
                  </a:cubicBezTo>
                  <a:cubicBezTo>
                    <a:pt x="27" y="12"/>
                    <a:pt x="26" y="11"/>
                    <a:pt x="2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" name="Freeform 206"/>
          <p:cNvSpPr>
            <a:spLocks noEditPoints="1"/>
          </p:cNvSpPr>
          <p:nvPr/>
        </p:nvSpPr>
        <p:spPr bwMode="auto">
          <a:xfrm>
            <a:off x="568325" y="1263650"/>
            <a:ext cx="479425" cy="481013"/>
          </a:xfrm>
          <a:custGeom>
            <a:avLst/>
            <a:gdLst>
              <a:gd name="T0" fmla="*/ 11 w 128"/>
              <a:gd name="T1" fmla="*/ 97 h 128"/>
              <a:gd name="T2" fmla="*/ 0 w 128"/>
              <a:gd name="T3" fmla="*/ 113 h 128"/>
              <a:gd name="T4" fmla="*/ 0 w 128"/>
              <a:gd name="T5" fmla="*/ 128 h 128"/>
              <a:gd name="T6" fmla="*/ 128 w 128"/>
              <a:gd name="T7" fmla="*/ 128 h 128"/>
              <a:gd name="T8" fmla="*/ 128 w 128"/>
              <a:gd name="T9" fmla="*/ 113 h 128"/>
              <a:gd name="T10" fmla="*/ 117 w 128"/>
              <a:gd name="T11" fmla="*/ 97 h 128"/>
              <a:gd name="T12" fmla="*/ 116 w 128"/>
              <a:gd name="T13" fmla="*/ 97 h 128"/>
              <a:gd name="T14" fmla="*/ 100 w 128"/>
              <a:gd name="T15" fmla="*/ 92 h 128"/>
              <a:gd name="T16" fmla="*/ 85 w 128"/>
              <a:gd name="T17" fmla="*/ 82 h 128"/>
              <a:gd name="T18" fmla="*/ 86 w 128"/>
              <a:gd name="T19" fmla="*/ 73 h 128"/>
              <a:gd name="T20" fmla="*/ 89 w 128"/>
              <a:gd name="T21" fmla="*/ 69 h 128"/>
              <a:gd name="T22" fmla="*/ 89 w 128"/>
              <a:gd name="T23" fmla="*/ 68 h 128"/>
              <a:gd name="T24" fmla="*/ 95 w 128"/>
              <a:gd name="T25" fmla="*/ 55 h 128"/>
              <a:gd name="T26" fmla="*/ 98 w 128"/>
              <a:gd name="T27" fmla="*/ 37 h 128"/>
              <a:gd name="T28" fmla="*/ 96 w 128"/>
              <a:gd name="T29" fmla="*/ 22 h 128"/>
              <a:gd name="T30" fmla="*/ 88 w 128"/>
              <a:gd name="T31" fmla="*/ 10 h 128"/>
              <a:gd name="T32" fmla="*/ 64 w 128"/>
              <a:gd name="T33" fmla="*/ 0 h 128"/>
              <a:gd name="T34" fmla="*/ 40 w 128"/>
              <a:gd name="T35" fmla="*/ 10 h 128"/>
              <a:gd name="T36" fmla="*/ 32 w 128"/>
              <a:gd name="T37" fmla="*/ 22 h 128"/>
              <a:gd name="T38" fmla="*/ 30 w 128"/>
              <a:gd name="T39" fmla="*/ 37 h 128"/>
              <a:gd name="T40" fmla="*/ 33 w 128"/>
              <a:gd name="T41" fmla="*/ 55 h 128"/>
              <a:gd name="T42" fmla="*/ 39 w 128"/>
              <a:gd name="T43" fmla="*/ 68 h 128"/>
              <a:gd name="T44" fmla="*/ 39 w 128"/>
              <a:gd name="T45" fmla="*/ 69 h 128"/>
              <a:gd name="T46" fmla="*/ 42 w 128"/>
              <a:gd name="T47" fmla="*/ 73 h 128"/>
              <a:gd name="T48" fmla="*/ 43 w 128"/>
              <a:gd name="T49" fmla="*/ 82 h 128"/>
              <a:gd name="T50" fmla="*/ 28 w 128"/>
              <a:gd name="T51" fmla="*/ 92 h 128"/>
              <a:gd name="T52" fmla="*/ 12 w 128"/>
              <a:gd name="T53" fmla="*/ 97 h 128"/>
              <a:gd name="T54" fmla="*/ 11 w 128"/>
              <a:gd name="T55" fmla="*/ 97 h 128"/>
              <a:gd name="T56" fmla="*/ 30 w 128"/>
              <a:gd name="T57" fmla="*/ 96 h 128"/>
              <a:gd name="T58" fmla="*/ 40 w 128"/>
              <a:gd name="T59" fmla="*/ 91 h 128"/>
              <a:gd name="T60" fmla="*/ 48 w 128"/>
              <a:gd name="T61" fmla="*/ 85 h 128"/>
              <a:gd name="T62" fmla="*/ 46 w 128"/>
              <a:gd name="T63" fmla="*/ 70 h 128"/>
              <a:gd name="T64" fmla="*/ 43 w 128"/>
              <a:gd name="T65" fmla="*/ 67 h 128"/>
              <a:gd name="T66" fmla="*/ 43 w 128"/>
              <a:gd name="T67" fmla="*/ 67 h 128"/>
              <a:gd name="T68" fmla="*/ 34 w 128"/>
              <a:gd name="T69" fmla="*/ 37 h 128"/>
              <a:gd name="T70" fmla="*/ 37 w 128"/>
              <a:gd name="T71" fmla="*/ 24 h 128"/>
              <a:gd name="T72" fmla="*/ 43 w 128"/>
              <a:gd name="T73" fmla="*/ 14 h 128"/>
              <a:gd name="T74" fmla="*/ 64 w 128"/>
              <a:gd name="T75" fmla="*/ 5 h 128"/>
              <a:gd name="T76" fmla="*/ 64 w 128"/>
              <a:gd name="T77" fmla="*/ 5 h 128"/>
              <a:gd name="T78" fmla="*/ 85 w 128"/>
              <a:gd name="T79" fmla="*/ 14 h 128"/>
              <a:gd name="T80" fmla="*/ 91 w 128"/>
              <a:gd name="T81" fmla="*/ 24 h 128"/>
              <a:gd name="T82" fmla="*/ 94 w 128"/>
              <a:gd name="T83" fmla="*/ 37 h 128"/>
              <a:gd name="T84" fmla="*/ 85 w 128"/>
              <a:gd name="T85" fmla="*/ 67 h 128"/>
              <a:gd name="T86" fmla="*/ 85 w 128"/>
              <a:gd name="T87" fmla="*/ 67 h 128"/>
              <a:gd name="T88" fmla="*/ 83 w 128"/>
              <a:gd name="T89" fmla="*/ 70 h 128"/>
              <a:gd name="T90" fmla="*/ 80 w 128"/>
              <a:gd name="T91" fmla="*/ 85 h 128"/>
              <a:gd name="T92" fmla="*/ 88 w 128"/>
              <a:gd name="T93" fmla="*/ 91 h 128"/>
              <a:gd name="T94" fmla="*/ 98 w 128"/>
              <a:gd name="T95" fmla="*/ 96 h 128"/>
              <a:gd name="T96" fmla="*/ 115 w 128"/>
              <a:gd name="T97" fmla="*/ 101 h 128"/>
              <a:gd name="T98" fmla="*/ 123 w 128"/>
              <a:gd name="T99" fmla="*/ 113 h 128"/>
              <a:gd name="T100" fmla="*/ 123 w 128"/>
              <a:gd name="T101" fmla="*/ 123 h 128"/>
              <a:gd name="T102" fmla="*/ 5 w 128"/>
              <a:gd name="T103" fmla="*/ 123 h 128"/>
              <a:gd name="T104" fmla="*/ 5 w 128"/>
              <a:gd name="T105" fmla="*/ 113 h 128"/>
              <a:gd name="T106" fmla="*/ 13 w 128"/>
              <a:gd name="T107" fmla="*/ 101 h 128"/>
              <a:gd name="T108" fmla="*/ 30 w 128"/>
              <a:gd name="T109" fmla="*/ 9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8" h="128">
                <a:moveTo>
                  <a:pt x="11" y="97"/>
                </a:moveTo>
                <a:cubicBezTo>
                  <a:pt x="5" y="99"/>
                  <a:pt x="0" y="106"/>
                  <a:pt x="0" y="113"/>
                </a:cubicBezTo>
                <a:cubicBezTo>
                  <a:pt x="0" y="128"/>
                  <a:pt x="0" y="128"/>
                  <a:pt x="0" y="128"/>
                </a:cubicBezTo>
                <a:cubicBezTo>
                  <a:pt x="128" y="128"/>
                  <a:pt x="128" y="128"/>
                  <a:pt x="128" y="128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28" y="106"/>
                  <a:pt x="123" y="99"/>
                  <a:pt x="117" y="97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09" y="95"/>
                  <a:pt x="103" y="93"/>
                  <a:pt x="100" y="92"/>
                </a:cubicBezTo>
                <a:cubicBezTo>
                  <a:pt x="88" y="87"/>
                  <a:pt x="85" y="84"/>
                  <a:pt x="85" y="82"/>
                </a:cubicBezTo>
                <a:cubicBezTo>
                  <a:pt x="83" y="80"/>
                  <a:pt x="84" y="77"/>
                  <a:pt x="86" y="73"/>
                </a:cubicBezTo>
                <a:cubicBezTo>
                  <a:pt x="87" y="72"/>
                  <a:pt x="88" y="70"/>
                  <a:pt x="89" y="69"/>
                </a:cubicBezTo>
                <a:cubicBezTo>
                  <a:pt x="89" y="68"/>
                  <a:pt x="89" y="68"/>
                  <a:pt x="89" y="68"/>
                </a:cubicBezTo>
                <a:cubicBezTo>
                  <a:pt x="92" y="64"/>
                  <a:pt x="94" y="60"/>
                  <a:pt x="95" y="55"/>
                </a:cubicBezTo>
                <a:cubicBezTo>
                  <a:pt x="97" y="49"/>
                  <a:pt x="98" y="43"/>
                  <a:pt x="98" y="37"/>
                </a:cubicBezTo>
                <a:cubicBezTo>
                  <a:pt x="98" y="32"/>
                  <a:pt x="97" y="27"/>
                  <a:pt x="96" y="22"/>
                </a:cubicBezTo>
                <a:cubicBezTo>
                  <a:pt x="94" y="18"/>
                  <a:pt x="91" y="14"/>
                  <a:pt x="88" y="10"/>
                </a:cubicBezTo>
                <a:cubicBezTo>
                  <a:pt x="81" y="4"/>
                  <a:pt x="73" y="0"/>
                  <a:pt x="64" y="0"/>
                </a:cubicBezTo>
                <a:cubicBezTo>
                  <a:pt x="55" y="0"/>
                  <a:pt x="47" y="4"/>
                  <a:pt x="40" y="10"/>
                </a:cubicBezTo>
                <a:cubicBezTo>
                  <a:pt x="37" y="14"/>
                  <a:pt x="34" y="18"/>
                  <a:pt x="32" y="22"/>
                </a:cubicBezTo>
                <a:cubicBezTo>
                  <a:pt x="31" y="27"/>
                  <a:pt x="30" y="32"/>
                  <a:pt x="30" y="37"/>
                </a:cubicBezTo>
                <a:cubicBezTo>
                  <a:pt x="30" y="43"/>
                  <a:pt x="31" y="49"/>
                  <a:pt x="33" y="55"/>
                </a:cubicBezTo>
                <a:cubicBezTo>
                  <a:pt x="34" y="60"/>
                  <a:pt x="36" y="64"/>
                  <a:pt x="39" y="68"/>
                </a:cubicBezTo>
                <a:cubicBezTo>
                  <a:pt x="39" y="69"/>
                  <a:pt x="39" y="69"/>
                  <a:pt x="39" y="69"/>
                </a:cubicBezTo>
                <a:cubicBezTo>
                  <a:pt x="40" y="70"/>
                  <a:pt x="41" y="72"/>
                  <a:pt x="42" y="73"/>
                </a:cubicBezTo>
                <a:cubicBezTo>
                  <a:pt x="44" y="77"/>
                  <a:pt x="45" y="80"/>
                  <a:pt x="43" y="82"/>
                </a:cubicBezTo>
                <a:cubicBezTo>
                  <a:pt x="43" y="84"/>
                  <a:pt x="40" y="87"/>
                  <a:pt x="28" y="92"/>
                </a:cubicBezTo>
                <a:cubicBezTo>
                  <a:pt x="25" y="93"/>
                  <a:pt x="19" y="95"/>
                  <a:pt x="12" y="97"/>
                </a:cubicBezTo>
                <a:lnTo>
                  <a:pt x="11" y="97"/>
                </a:lnTo>
                <a:close/>
                <a:moveTo>
                  <a:pt x="30" y="96"/>
                </a:moveTo>
                <a:cubicBezTo>
                  <a:pt x="34" y="94"/>
                  <a:pt x="37" y="93"/>
                  <a:pt x="40" y="91"/>
                </a:cubicBezTo>
                <a:cubicBezTo>
                  <a:pt x="44" y="89"/>
                  <a:pt x="46" y="87"/>
                  <a:pt x="48" y="85"/>
                </a:cubicBezTo>
                <a:cubicBezTo>
                  <a:pt x="49" y="81"/>
                  <a:pt x="49" y="76"/>
                  <a:pt x="46" y="70"/>
                </a:cubicBezTo>
                <a:cubicBezTo>
                  <a:pt x="45" y="69"/>
                  <a:pt x="44" y="68"/>
                  <a:pt x="43" y="67"/>
                </a:cubicBezTo>
                <a:cubicBezTo>
                  <a:pt x="43" y="67"/>
                  <a:pt x="43" y="67"/>
                  <a:pt x="43" y="67"/>
                </a:cubicBezTo>
                <a:cubicBezTo>
                  <a:pt x="38" y="58"/>
                  <a:pt x="35" y="48"/>
                  <a:pt x="34" y="37"/>
                </a:cubicBezTo>
                <a:cubicBezTo>
                  <a:pt x="34" y="32"/>
                  <a:pt x="35" y="28"/>
                  <a:pt x="37" y="24"/>
                </a:cubicBezTo>
                <a:cubicBezTo>
                  <a:pt x="38" y="20"/>
                  <a:pt x="40" y="17"/>
                  <a:pt x="43" y="14"/>
                </a:cubicBezTo>
                <a:cubicBezTo>
                  <a:pt x="49" y="8"/>
                  <a:pt x="56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72" y="5"/>
                  <a:pt x="79" y="8"/>
                  <a:pt x="85" y="14"/>
                </a:cubicBezTo>
                <a:cubicBezTo>
                  <a:pt x="88" y="17"/>
                  <a:pt x="90" y="20"/>
                  <a:pt x="91" y="24"/>
                </a:cubicBezTo>
                <a:cubicBezTo>
                  <a:pt x="93" y="28"/>
                  <a:pt x="94" y="32"/>
                  <a:pt x="94" y="37"/>
                </a:cubicBezTo>
                <a:cubicBezTo>
                  <a:pt x="93" y="48"/>
                  <a:pt x="90" y="58"/>
                  <a:pt x="85" y="67"/>
                </a:cubicBezTo>
                <a:cubicBezTo>
                  <a:pt x="85" y="67"/>
                  <a:pt x="85" y="67"/>
                  <a:pt x="85" y="67"/>
                </a:cubicBezTo>
                <a:cubicBezTo>
                  <a:pt x="84" y="68"/>
                  <a:pt x="83" y="69"/>
                  <a:pt x="83" y="70"/>
                </a:cubicBezTo>
                <a:cubicBezTo>
                  <a:pt x="79" y="76"/>
                  <a:pt x="79" y="81"/>
                  <a:pt x="80" y="85"/>
                </a:cubicBezTo>
                <a:cubicBezTo>
                  <a:pt x="82" y="87"/>
                  <a:pt x="84" y="89"/>
                  <a:pt x="88" y="91"/>
                </a:cubicBezTo>
                <a:cubicBezTo>
                  <a:pt x="91" y="93"/>
                  <a:pt x="94" y="94"/>
                  <a:pt x="98" y="96"/>
                </a:cubicBezTo>
                <a:cubicBezTo>
                  <a:pt x="102" y="97"/>
                  <a:pt x="107" y="99"/>
                  <a:pt x="115" y="101"/>
                </a:cubicBezTo>
                <a:cubicBezTo>
                  <a:pt x="120" y="103"/>
                  <a:pt x="123" y="108"/>
                  <a:pt x="123" y="113"/>
                </a:cubicBezTo>
                <a:cubicBezTo>
                  <a:pt x="123" y="123"/>
                  <a:pt x="123" y="123"/>
                  <a:pt x="123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113"/>
                  <a:pt x="5" y="113"/>
                  <a:pt x="5" y="113"/>
                </a:cubicBezTo>
                <a:cubicBezTo>
                  <a:pt x="5" y="108"/>
                  <a:pt x="8" y="103"/>
                  <a:pt x="13" y="101"/>
                </a:cubicBezTo>
                <a:cubicBezTo>
                  <a:pt x="21" y="99"/>
                  <a:pt x="26" y="97"/>
                  <a:pt x="30" y="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207"/>
          <p:cNvSpPr>
            <a:spLocks noEditPoints="1"/>
          </p:cNvSpPr>
          <p:nvPr/>
        </p:nvSpPr>
        <p:spPr bwMode="auto">
          <a:xfrm>
            <a:off x="11207750" y="301625"/>
            <a:ext cx="344488" cy="481013"/>
          </a:xfrm>
          <a:custGeom>
            <a:avLst/>
            <a:gdLst>
              <a:gd name="T0" fmla="*/ 90 w 92"/>
              <a:gd name="T1" fmla="*/ 107 h 128"/>
              <a:gd name="T2" fmla="*/ 59 w 92"/>
              <a:gd name="T3" fmla="*/ 57 h 128"/>
              <a:gd name="T4" fmla="*/ 59 w 92"/>
              <a:gd name="T5" fmla="*/ 19 h 128"/>
              <a:gd name="T6" fmla="*/ 60 w 92"/>
              <a:gd name="T7" fmla="*/ 19 h 128"/>
              <a:gd name="T8" fmla="*/ 67 w 92"/>
              <a:gd name="T9" fmla="*/ 10 h 128"/>
              <a:gd name="T10" fmla="*/ 57 w 92"/>
              <a:gd name="T11" fmla="*/ 0 h 128"/>
              <a:gd name="T12" fmla="*/ 35 w 92"/>
              <a:gd name="T13" fmla="*/ 0 h 128"/>
              <a:gd name="T14" fmla="*/ 25 w 92"/>
              <a:gd name="T15" fmla="*/ 10 h 128"/>
              <a:gd name="T16" fmla="*/ 32 w 92"/>
              <a:gd name="T17" fmla="*/ 19 h 128"/>
              <a:gd name="T18" fmla="*/ 33 w 92"/>
              <a:gd name="T19" fmla="*/ 19 h 128"/>
              <a:gd name="T20" fmla="*/ 33 w 92"/>
              <a:gd name="T21" fmla="*/ 57 h 128"/>
              <a:gd name="T22" fmla="*/ 32 w 92"/>
              <a:gd name="T23" fmla="*/ 57 h 128"/>
              <a:gd name="T24" fmla="*/ 2 w 92"/>
              <a:gd name="T25" fmla="*/ 107 h 128"/>
              <a:gd name="T26" fmla="*/ 0 w 92"/>
              <a:gd name="T27" fmla="*/ 114 h 128"/>
              <a:gd name="T28" fmla="*/ 13 w 92"/>
              <a:gd name="T29" fmla="*/ 128 h 128"/>
              <a:gd name="T30" fmla="*/ 79 w 92"/>
              <a:gd name="T31" fmla="*/ 128 h 128"/>
              <a:gd name="T32" fmla="*/ 92 w 92"/>
              <a:gd name="T33" fmla="*/ 114 h 128"/>
              <a:gd name="T34" fmla="*/ 90 w 92"/>
              <a:gd name="T35" fmla="*/ 107 h 128"/>
              <a:gd name="T36" fmla="*/ 30 w 92"/>
              <a:gd name="T37" fmla="*/ 10 h 128"/>
              <a:gd name="T38" fmla="*/ 35 w 92"/>
              <a:gd name="T39" fmla="*/ 4 h 128"/>
              <a:gd name="T40" fmla="*/ 57 w 92"/>
              <a:gd name="T41" fmla="*/ 4 h 128"/>
              <a:gd name="T42" fmla="*/ 62 w 92"/>
              <a:gd name="T43" fmla="*/ 10 h 128"/>
              <a:gd name="T44" fmla="*/ 57 w 92"/>
              <a:gd name="T45" fmla="*/ 15 h 128"/>
              <a:gd name="T46" fmla="*/ 35 w 92"/>
              <a:gd name="T47" fmla="*/ 15 h 128"/>
              <a:gd name="T48" fmla="*/ 30 w 92"/>
              <a:gd name="T49" fmla="*/ 10 h 128"/>
              <a:gd name="T50" fmla="*/ 37 w 92"/>
              <a:gd name="T51" fmla="*/ 58 h 128"/>
              <a:gd name="T52" fmla="*/ 37 w 92"/>
              <a:gd name="T53" fmla="*/ 19 h 128"/>
              <a:gd name="T54" fmla="*/ 55 w 92"/>
              <a:gd name="T55" fmla="*/ 19 h 128"/>
              <a:gd name="T56" fmla="*/ 55 w 92"/>
              <a:gd name="T57" fmla="*/ 58 h 128"/>
              <a:gd name="T58" fmla="*/ 76 w 92"/>
              <a:gd name="T59" fmla="*/ 93 h 128"/>
              <a:gd name="T60" fmla="*/ 74 w 92"/>
              <a:gd name="T61" fmla="*/ 94 h 128"/>
              <a:gd name="T62" fmla="*/ 70 w 92"/>
              <a:gd name="T63" fmla="*/ 94 h 128"/>
              <a:gd name="T64" fmla="*/ 49 w 92"/>
              <a:gd name="T65" fmla="*/ 87 h 128"/>
              <a:gd name="T66" fmla="*/ 49 w 92"/>
              <a:gd name="T67" fmla="*/ 87 h 128"/>
              <a:gd name="T68" fmla="*/ 49 w 92"/>
              <a:gd name="T69" fmla="*/ 86 h 128"/>
              <a:gd name="T70" fmla="*/ 27 w 92"/>
              <a:gd name="T71" fmla="*/ 79 h 128"/>
              <a:gd name="T72" fmla="*/ 24 w 92"/>
              <a:gd name="T73" fmla="*/ 80 h 128"/>
              <a:gd name="T74" fmla="*/ 37 w 92"/>
              <a:gd name="T75" fmla="*/ 58 h 128"/>
              <a:gd name="T76" fmla="*/ 79 w 92"/>
              <a:gd name="T77" fmla="*/ 123 h 128"/>
              <a:gd name="T78" fmla="*/ 13 w 92"/>
              <a:gd name="T79" fmla="*/ 123 h 128"/>
              <a:gd name="T80" fmla="*/ 4 w 92"/>
              <a:gd name="T81" fmla="*/ 114 h 128"/>
              <a:gd name="T82" fmla="*/ 6 w 92"/>
              <a:gd name="T83" fmla="*/ 109 h 128"/>
              <a:gd name="T84" fmla="*/ 20 w 92"/>
              <a:gd name="T85" fmla="*/ 86 h 128"/>
              <a:gd name="T86" fmla="*/ 21 w 92"/>
              <a:gd name="T87" fmla="*/ 86 h 128"/>
              <a:gd name="T88" fmla="*/ 30 w 92"/>
              <a:gd name="T89" fmla="*/ 84 h 128"/>
              <a:gd name="T90" fmla="*/ 46 w 92"/>
              <a:gd name="T91" fmla="*/ 90 h 128"/>
              <a:gd name="T92" fmla="*/ 48 w 92"/>
              <a:gd name="T93" fmla="*/ 92 h 128"/>
              <a:gd name="T94" fmla="*/ 78 w 92"/>
              <a:gd name="T95" fmla="*/ 98 h 128"/>
              <a:gd name="T96" fmla="*/ 79 w 92"/>
              <a:gd name="T97" fmla="*/ 97 h 128"/>
              <a:gd name="T98" fmla="*/ 86 w 92"/>
              <a:gd name="T99" fmla="*/ 109 h 128"/>
              <a:gd name="T100" fmla="*/ 88 w 92"/>
              <a:gd name="T101" fmla="*/ 114 h 128"/>
              <a:gd name="T102" fmla="*/ 79 w 92"/>
              <a:gd name="T103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2" h="128">
                <a:moveTo>
                  <a:pt x="90" y="107"/>
                </a:moveTo>
                <a:cubicBezTo>
                  <a:pt x="59" y="57"/>
                  <a:pt x="59" y="57"/>
                  <a:pt x="59" y="57"/>
                </a:cubicBezTo>
                <a:cubicBezTo>
                  <a:pt x="59" y="19"/>
                  <a:pt x="59" y="19"/>
                  <a:pt x="59" y="19"/>
                </a:cubicBezTo>
                <a:cubicBezTo>
                  <a:pt x="60" y="19"/>
                  <a:pt x="60" y="19"/>
                  <a:pt x="60" y="19"/>
                </a:cubicBezTo>
                <a:cubicBezTo>
                  <a:pt x="64" y="17"/>
                  <a:pt x="67" y="14"/>
                  <a:pt x="67" y="10"/>
                </a:cubicBezTo>
                <a:cubicBezTo>
                  <a:pt x="67" y="4"/>
                  <a:pt x="62" y="0"/>
                  <a:pt x="57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0" y="0"/>
                  <a:pt x="25" y="4"/>
                  <a:pt x="25" y="10"/>
                </a:cubicBezTo>
                <a:cubicBezTo>
                  <a:pt x="25" y="14"/>
                  <a:pt x="28" y="17"/>
                  <a:pt x="32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3" y="57"/>
                  <a:pt x="33" y="57"/>
                  <a:pt x="33" y="57"/>
                </a:cubicBezTo>
                <a:cubicBezTo>
                  <a:pt x="32" y="57"/>
                  <a:pt x="32" y="57"/>
                  <a:pt x="32" y="57"/>
                </a:cubicBezTo>
                <a:cubicBezTo>
                  <a:pt x="2" y="107"/>
                  <a:pt x="2" y="107"/>
                  <a:pt x="2" y="107"/>
                </a:cubicBezTo>
                <a:cubicBezTo>
                  <a:pt x="0" y="109"/>
                  <a:pt x="0" y="112"/>
                  <a:pt x="0" y="114"/>
                </a:cubicBezTo>
                <a:cubicBezTo>
                  <a:pt x="0" y="122"/>
                  <a:pt x="6" y="128"/>
                  <a:pt x="13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86" y="128"/>
                  <a:pt x="92" y="122"/>
                  <a:pt x="92" y="114"/>
                </a:cubicBezTo>
                <a:cubicBezTo>
                  <a:pt x="92" y="112"/>
                  <a:pt x="92" y="109"/>
                  <a:pt x="90" y="107"/>
                </a:cubicBezTo>
                <a:close/>
                <a:moveTo>
                  <a:pt x="30" y="10"/>
                </a:moveTo>
                <a:cubicBezTo>
                  <a:pt x="30" y="7"/>
                  <a:pt x="32" y="4"/>
                  <a:pt x="35" y="4"/>
                </a:cubicBezTo>
                <a:cubicBezTo>
                  <a:pt x="57" y="4"/>
                  <a:pt x="57" y="4"/>
                  <a:pt x="57" y="4"/>
                </a:cubicBezTo>
                <a:cubicBezTo>
                  <a:pt x="60" y="4"/>
                  <a:pt x="62" y="7"/>
                  <a:pt x="62" y="10"/>
                </a:cubicBezTo>
                <a:cubicBezTo>
                  <a:pt x="62" y="12"/>
                  <a:pt x="60" y="15"/>
                  <a:pt x="57" y="15"/>
                </a:cubicBezTo>
                <a:cubicBezTo>
                  <a:pt x="35" y="15"/>
                  <a:pt x="35" y="15"/>
                  <a:pt x="35" y="15"/>
                </a:cubicBezTo>
                <a:cubicBezTo>
                  <a:pt x="32" y="15"/>
                  <a:pt x="30" y="12"/>
                  <a:pt x="30" y="10"/>
                </a:cubicBezTo>
                <a:close/>
                <a:moveTo>
                  <a:pt x="37" y="58"/>
                </a:moveTo>
                <a:cubicBezTo>
                  <a:pt x="37" y="19"/>
                  <a:pt x="37" y="19"/>
                  <a:pt x="37" y="19"/>
                </a:cubicBezTo>
                <a:cubicBezTo>
                  <a:pt x="55" y="19"/>
                  <a:pt x="55" y="19"/>
                  <a:pt x="55" y="19"/>
                </a:cubicBezTo>
                <a:cubicBezTo>
                  <a:pt x="55" y="58"/>
                  <a:pt x="55" y="58"/>
                  <a:pt x="55" y="58"/>
                </a:cubicBezTo>
                <a:cubicBezTo>
                  <a:pt x="76" y="93"/>
                  <a:pt x="76" y="93"/>
                  <a:pt x="76" y="93"/>
                </a:cubicBezTo>
                <a:cubicBezTo>
                  <a:pt x="74" y="94"/>
                  <a:pt x="74" y="94"/>
                  <a:pt x="74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2" y="94"/>
                  <a:pt x="55" y="91"/>
                  <a:pt x="49" y="87"/>
                </a:cubicBezTo>
                <a:cubicBezTo>
                  <a:pt x="49" y="87"/>
                  <a:pt x="49" y="87"/>
                  <a:pt x="49" y="87"/>
                </a:cubicBezTo>
                <a:cubicBezTo>
                  <a:pt x="49" y="86"/>
                  <a:pt x="49" y="86"/>
                  <a:pt x="49" y="86"/>
                </a:cubicBezTo>
                <a:cubicBezTo>
                  <a:pt x="43" y="81"/>
                  <a:pt x="35" y="79"/>
                  <a:pt x="27" y="79"/>
                </a:cubicBezTo>
                <a:cubicBezTo>
                  <a:pt x="24" y="80"/>
                  <a:pt x="24" y="80"/>
                  <a:pt x="24" y="80"/>
                </a:cubicBezTo>
                <a:lnTo>
                  <a:pt x="37" y="58"/>
                </a:lnTo>
                <a:close/>
                <a:moveTo>
                  <a:pt x="79" y="123"/>
                </a:moveTo>
                <a:cubicBezTo>
                  <a:pt x="13" y="123"/>
                  <a:pt x="13" y="123"/>
                  <a:pt x="13" y="123"/>
                </a:cubicBezTo>
                <a:cubicBezTo>
                  <a:pt x="8" y="123"/>
                  <a:pt x="4" y="119"/>
                  <a:pt x="4" y="114"/>
                </a:cubicBezTo>
                <a:cubicBezTo>
                  <a:pt x="4" y="113"/>
                  <a:pt x="5" y="111"/>
                  <a:pt x="6" y="109"/>
                </a:cubicBezTo>
                <a:cubicBezTo>
                  <a:pt x="20" y="86"/>
                  <a:pt x="20" y="86"/>
                  <a:pt x="20" y="86"/>
                </a:cubicBezTo>
                <a:cubicBezTo>
                  <a:pt x="21" y="86"/>
                  <a:pt x="21" y="86"/>
                  <a:pt x="21" y="86"/>
                </a:cubicBezTo>
                <a:cubicBezTo>
                  <a:pt x="24" y="84"/>
                  <a:pt x="27" y="84"/>
                  <a:pt x="30" y="84"/>
                </a:cubicBezTo>
                <a:cubicBezTo>
                  <a:pt x="36" y="84"/>
                  <a:pt x="41" y="86"/>
                  <a:pt x="46" y="90"/>
                </a:cubicBezTo>
                <a:cubicBezTo>
                  <a:pt x="48" y="92"/>
                  <a:pt x="48" y="92"/>
                  <a:pt x="48" y="92"/>
                </a:cubicBezTo>
                <a:cubicBezTo>
                  <a:pt x="56" y="98"/>
                  <a:pt x="68" y="100"/>
                  <a:pt x="78" y="98"/>
                </a:cubicBezTo>
                <a:cubicBezTo>
                  <a:pt x="79" y="97"/>
                  <a:pt x="79" y="97"/>
                  <a:pt x="79" y="97"/>
                </a:cubicBezTo>
                <a:cubicBezTo>
                  <a:pt x="86" y="109"/>
                  <a:pt x="86" y="109"/>
                  <a:pt x="86" y="109"/>
                </a:cubicBezTo>
                <a:cubicBezTo>
                  <a:pt x="87" y="111"/>
                  <a:pt x="88" y="113"/>
                  <a:pt x="88" y="114"/>
                </a:cubicBezTo>
                <a:cubicBezTo>
                  <a:pt x="88" y="119"/>
                  <a:pt x="84" y="123"/>
                  <a:pt x="79" y="1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reeform 208"/>
          <p:cNvSpPr>
            <a:spLocks noEditPoints="1"/>
          </p:cNvSpPr>
          <p:nvPr/>
        </p:nvSpPr>
        <p:spPr bwMode="auto">
          <a:xfrm>
            <a:off x="10258425" y="301625"/>
            <a:ext cx="322263" cy="481013"/>
          </a:xfrm>
          <a:custGeom>
            <a:avLst/>
            <a:gdLst>
              <a:gd name="T0" fmla="*/ 57 w 86"/>
              <a:gd name="T1" fmla="*/ 44 h 128"/>
              <a:gd name="T2" fmla="*/ 56 w 86"/>
              <a:gd name="T3" fmla="*/ 44 h 128"/>
              <a:gd name="T4" fmla="*/ 56 w 86"/>
              <a:gd name="T5" fmla="*/ 19 h 128"/>
              <a:gd name="T6" fmla="*/ 57 w 86"/>
              <a:gd name="T7" fmla="*/ 19 h 128"/>
              <a:gd name="T8" fmla="*/ 64 w 86"/>
              <a:gd name="T9" fmla="*/ 10 h 128"/>
              <a:gd name="T10" fmla="*/ 54 w 86"/>
              <a:gd name="T11" fmla="*/ 0 h 128"/>
              <a:gd name="T12" fmla="*/ 32 w 86"/>
              <a:gd name="T13" fmla="*/ 0 h 128"/>
              <a:gd name="T14" fmla="*/ 22 w 86"/>
              <a:gd name="T15" fmla="*/ 10 h 128"/>
              <a:gd name="T16" fmla="*/ 29 w 86"/>
              <a:gd name="T17" fmla="*/ 19 h 128"/>
              <a:gd name="T18" fmla="*/ 30 w 86"/>
              <a:gd name="T19" fmla="*/ 19 h 128"/>
              <a:gd name="T20" fmla="*/ 30 w 86"/>
              <a:gd name="T21" fmla="*/ 44 h 128"/>
              <a:gd name="T22" fmla="*/ 29 w 86"/>
              <a:gd name="T23" fmla="*/ 44 h 128"/>
              <a:gd name="T24" fmla="*/ 0 w 86"/>
              <a:gd name="T25" fmla="*/ 85 h 128"/>
              <a:gd name="T26" fmla="*/ 43 w 86"/>
              <a:gd name="T27" fmla="*/ 128 h 128"/>
              <a:gd name="T28" fmla="*/ 86 w 86"/>
              <a:gd name="T29" fmla="*/ 85 h 128"/>
              <a:gd name="T30" fmla="*/ 57 w 86"/>
              <a:gd name="T31" fmla="*/ 44 h 128"/>
              <a:gd name="T32" fmla="*/ 27 w 86"/>
              <a:gd name="T33" fmla="*/ 10 h 128"/>
              <a:gd name="T34" fmla="*/ 32 w 86"/>
              <a:gd name="T35" fmla="*/ 4 h 128"/>
              <a:gd name="T36" fmla="*/ 54 w 86"/>
              <a:gd name="T37" fmla="*/ 4 h 128"/>
              <a:gd name="T38" fmla="*/ 59 w 86"/>
              <a:gd name="T39" fmla="*/ 10 h 128"/>
              <a:gd name="T40" fmla="*/ 54 w 86"/>
              <a:gd name="T41" fmla="*/ 15 h 128"/>
              <a:gd name="T42" fmla="*/ 32 w 86"/>
              <a:gd name="T43" fmla="*/ 15 h 128"/>
              <a:gd name="T44" fmla="*/ 27 w 86"/>
              <a:gd name="T45" fmla="*/ 10 h 128"/>
              <a:gd name="T46" fmla="*/ 70 w 86"/>
              <a:gd name="T47" fmla="*/ 112 h 128"/>
              <a:gd name="T48" fmla="*/ 58 w 86"/>
              <a:gd name="T49" fmla="*/ 120 h 128"/>
              <a:gd name="T50" fmla="*/ 43 w 86"/>
              <a:gd name="T51" fmla="*/ 123 h 128"/>
              <a:gd name="T52" fmla="*/ 28 w 86"/>
              <a:gd name="T53" fmla="*/ 120 h 128"/>
              <a:gd name="T54" fmla="*/ 16 w 86"/>
              <a:gd name="T55" fmla="*/ 112 h 128"/>
              <a:gd name="T56" fmla="*/ 8 w 86"/>
              <a:gd name="T57" fmla="*/ 100 h 128"/>
              <a:gd name="T58" fmla="*/ 5 w 86"/>
              <a:gd name="T59" fmla="*/ 85 h 128"/>
              <a:gd name="T60" fmla="*/ 12 w 86"/>
              <a:gd name="T61" fmla="*/ 62 h 128"/>
              <a:gd name="T62" fmla="*/ 20 w 86"/>
              <a:gd name="T63" fmla="*/ 54 h 128"/>
              <a:gd name="T64" fmla="*/ 30 w 86"/>
              <a:gd name="T65" fmla="*/ 48 h 128"/>
              <a:gd name="T66" fmla="*/ 34 w 86"/>
              <a:gd name="T67" fmla="*/ 47 h 128"/>
              <a:gd name="T68" fmla="*/ 34 w 86"/>
              <a:gd name="T69" fmla="*/ 19 h 128"/>
              <a:gd name="T70" fmla="*/ 52 w 86"/>
              <a:gd name="T71" fmla="*/ 19 h 128"/>
              <a:gd name="T72" fmla="*/ 52 w 86"/>
              <a:gd name="T73" fmla="*/ 47 h 128"/>
              <a:gd name="T74" fmla="*/ 56 w 86"/>
              <a:gd name="T75" fmla="*/ 48 h 128"/>
              <a:gd name="T76" fmla="*/ 66 w 86"/>
              <a:gd name="T77" fmla="*/ 54 h 128"/>
              <a:gd name="T78" fmla="*/ 74 w 86"/>
              <a:gd name="T79" fmla="*/ 62 h 128"/>
              <a:gd name="T80" fmla="*/ 81 w 86"/>
              <a:gd name="T81" fmla="*/ 85 h 128"/>
              <a:gd name="T82" fmla="*/ 78 w 86"/>
              <a:gd name="T83" fmla="*/ 100 h 128"/>
              <a:gd name="T84" fmla="*/ 70 w 86"/>
              <a:gd name="T85" fmla="*/ 11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86" h="128">
                <a:moveTo>
                  <a:pt x="57" y="44"/>
                </a:moveTo>
                <a:cubicBezTo>
                  <a:pt x="56" y="44"/>
                  <a:pt x="56" y="44"/>
                  <a:pt x="56" y="44"/>
                </a:cubicBezTo>
                <a:cubicBezTo>
                  <a:pt x="56" y="19"/>
                  <a:pt x="56" y="19"/>
                  <a:pt x="56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61" y="17"/>
                  <a:pt x="64" y="14"/>
                  <a:pt x="64" y="10"/>
                </a:cubicBezTo>
                <a:cubicBezTo>
                  <a:pt x="64" y="4"/>
                  <a:pt x="59" y="0"/>
                  <a:pt x="54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27" y="0"/>
                  <a:pt x="22" y="4"/>
                  <a:pt x="22" y="10"/>
                </a:cubicBezTo>
                <a:cubicBezTo>
                  <a:pt x="22" y="14"/>
                  <a:pt x="25" y="17"/>
                  <a:pt x="29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4"/>
                  <a:pt x="29" y="44"/>
                  <a:pt x="29" y="44"/>
                </a:cubicBezTo>
                <a:cubicBezTo>
                  <a:pt x="11" y="50"/>
                  <a:pt x="0" y="67"/>
                  <a:pt x="0" y="85"/>
                </a:cubicBezTo>
                <a:cubicBezTo>
                  <a:pt x="0" y="109"/>
                  <a:pt x="19" y="128"/>
                  <a:pt x="43" y="128"/>
                </a:cubicBezTo>
                <a:cubicBezTo>
                  <a:pt x="67" y="128"/>
                  <a:pt x="86" y="109"/>
                  <a:pt x="86" y="85"/>
                </a:cubicBezTo>
                <a:cubicBezTo>
                  <a:pt x="86" y="67"/>
                  <a:pt x="75" y="50"/>
                  <a:pt x="57" y="44"/>
                </a:cubicBezTo>
                <a:close/>
                <a:moveTo>
                  <a:pt x="27" y="10"/>
                </a:moveTo>
                <a:cubicBezTo>
                  <a:pt x="27" y="7"/>
                  <a:pt x="29" y="4"/>
                  <a:pt x="32" y="4"/>
                </a:cubicBezTo>
                <a:cubicBezTo>
                  <a:pt x="54" y="4"/>
                  <a:pt x="54" y="4"/>
                  <a:pt x="54" y="4"/>
                </a:cubicBezTo>
                <a:cubicBezTo>
                  <a:pt x="57" y="4"/>
                  <a:pt x="59" y="7"/>
                  <a:pt x="59" y="10"/>
                </a:cubicBezTo>
                <a:cubicBezTo>
                  <a:pt x="59" y="12"/>
                  <a:pt x="57" y="15"/>
                  <a:pt x="54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29" y="15"/>
                  <a:pt x="27" y="12"/>
                  <a:pt x="27" y="10"/>
                </a:cubicBezTo>
                <a:close/>
                <a:moveTo>
                  <a:pt x="70" y="112"/>
                </a:moveTo>
                <a:cubicBezTo>
                  <a:pt x="67" y="116"/>
                  <a:pt x="63" y="118"/>
                  <a:pt x="58" y="120"/>
                </a:cubicBezTo>
                <a:cubicBezTo>
                  <a:pt x="53" y="122"/>
                  <a:pt x="48" y="123"/>
                  <a:pt x="43" y="123"/>
                </a:cubicBezTo>
                <a:cubicBezTo>
                  <a:pt x="38" y="123"/>
                  <a:pt x="33" y="122"/>
                  <a:pt x="28" y="120"/>
                </a:cubicBezTo>
                <a:cubicBezTo>
                  <a:pt x="23" y="118"/>
                  <a:pt x="19" y="116"/>
                  <a:pt x="16" y="112"/>
                </a:cubicBezTo>
                <a:cubicBezTo>
                  <a:pt x="12" y="108"/>
                  <a:pt x="9" y="104"/>
                  <a:pt x="8" y="100"/>
                </a:cubicBezTo>
                <a:cubicBezTo>
                  <a:pt x="6" y="95"/>
                  <a:pt x="5" y="90"/>
                  <a:pt x="5" y="85"/>
                </a:cubicBezTo>
                <a:cubicBezTo>
                  <a:pt x="5" y="77"/>
                  <a:pt x="7" y="69"/>
                  <a:pt x="12" y="62"/>
                </a:cubicBezTo>
                <a:cubicBezTo>
                  <a:pt x="14" y="59"/>
                  <a:pt x="17" y="56"/>
                  <a:pt x="20" y="54"/>
                </a:cubicBezTo>
                <a:cubicBezTo>
                  <a:pt x="23" y="52"/>
                  <a:pt x="26" y="50"/>
                  <a:pt x="30" y="48"/>
                </a:cubicBezTo>
                <a:cubicBezTo>
                  <a:pt x="34" y="47"/>
                  <a:pt x="34" y="47"/>
                  <a:pt x="34" y="47"/>
                </a:cubicBezTo>
                <a:cubicBezTo>
                  <a:pt x="34" y="19"/>
                  <a:pt x="34" y="19"/>
                  <a:pt x="34" y="19"/>
                </a:cubicBezTo>
                <a:cubicBezTo>
                  <a:pt x="52" y="19"/>
                  <a:pt x="52" y="19"/>
                  <a:pt x="52" y="19"/>
                </a:cubicBezTo>
                <a:cubicBezTo>
                  <a:pt x="52" y="47"/>
                  <a:pt x="52" y="47"/>
                  <a:pt x="52" y="47"/>
                </a:cubicBezTo>
                <a:cubicBezTo>
                  <a:pt x="56" y="48"/>
                  <a:pt x="56" y="48"/>
                  <a:pt x="56" y="48"/>
                </a:cubicBezTo>
                <a:cubicBezTo>
                  <a:pt x="60" y="50"/>
                  <a:pt x="63" y="52"/>
                  <a:pt x="66" y="54"/>
                </a:cubicBezTo>
                <a:cubicBezTo>
                  <a:pt x="69" y="56"/>
                  <a:pt x="72" y="59"/>
                  <a:pt x="74" y="62"/>
                </a:cubicBezTo>
                <a:cubicBezTo>
                  <a:pt x="79" y="69"/>
                  <a:pt x="81" y="77"/>
                  <a:pt x="81" y="85"/>
                </a:cubicBezTo>
                <a:cubicBezTo>
                  <a:pt x="81" y="90"/>
                  <a:pt x="80" y="95"/>
                  <a:pt x="78" y="100"/>
                </a:cubicBezTo>
                <a:cubicBezTo>
                  <a:pt x="77" y="104"/>
                  <a:pt x="74" y="108"/>
                  <a:pt x="70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Freeform 209"/>
          <p:cNvSpPr/>
          <p:nvPr/>
        </p:nvSpPr>
        <p:spPr bwMode="auto">
          <a:xfrm>
            <a:off x="10313988" y="612775"/>
            <a:ext cx="112713" cy="112713"/>
          </a:xfrm>
          <a:custGeom>
            <a:avLst/>
            <a:gdLst>
              <a:gd name="T0" fmla="*/ 28 w 30"/>
              <a:gd name="T1" fmla="*/ 25 h 30"/>
              <a:gd name="T2" fmla="*/ 11 w 30"/>
              <a:gd name="T3" fmla="*/ 19 h 30"/>
              <a:gd name="T4" fmla="*/ 4 w 30"/>
              <a:gd name="T5" fmla="*/ 2 h 30"/>
              <a:gd name="T6" fmla="*/ 2 w 30"/>
              <a:gd name="T7" fmla="*/ 0 h 30"/>
              <a:gd name="T8" fmla="*/ 0 w 30"/>
              <a:gd name="T9" fmla="*/ 2 h 30"/>
              <a:gd name="T10" fmla="*/ 28 w 30"/>
              <a:gd name="T11" fmla="*/ 30 h 30"/>
              <a:gd name="T12" fmla="*/ 30 w 30"/>
              <a:gd name="T13" fmla="*/ 28 h 30"/>
              <a:gd name="T14" fmla="*/ 28 w 30"/>
              <a:gd name="T15" fmla="*/ 25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" h="30">
                <a:moveTo>
                  <a:pt x="28" y="25"/>
                </a:moveTo>
                <a:cubicBezTo>
                  <a:pt x="22" y="25"/>
                  <a:pt x="16" y="23"/>
                  <a:pt x="11" y="19"/>
                </a:cubicBezTo>
                <a:cubicBezTo>
                  <a:pt x="7" y="14"/>
                  <a:pt x="4" y="8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7"/>
                  <a:pt x="12" y="30"/>
                  <a:pt x="28" y="30"/>
                </a:cubicBezTo>
                <a:cubicBezTo>
                  <a:pt x="29" y="30"/>
                  <a:pt x="30" y="29"/>
                  <a:pt x="30" y="28"/>
                </a:cubicBezTo>
                <a:cubicBezTo>
                  <a:pt x="30" y="26"/>
                  <a:pt x="29" y="25"/>
                  <a:pt x="28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Freeform 210"/>
          <p:cNvSpPr>
            <a:spLocks noEditPoints="1"/>
          </p:cNvSpPr>
          <p:nvPr/>
        </p:nvSpPr>
        <p:spPr bwMode="auto">
          <a:xfrm>
            <a:off x="9282113" y="301625"/>
            <a:ext cx="352425" cy="481013"/>
          </a:xfrm>
          <a:custGeom>
            <a:avLst/>
            <a:gdLst>
              <a:gd name="T0" fmla="*/ 47 w 94"/>
              <a:gd name="T1" fmla="*/ 0 h 128"/>
              <a:gd name="T2" fmla="*/ 0 w 94"/>
              <a:gd name="T3" fmla="*/ 47 h 128"/>
              <a:gd name="T4" fmla="*/ 6 w 94"/>
              <a:gd name="T5" fmla="*/ 69 h 128"/>
              <a:gd name="T6" fmla="*/ 22 w 94"/>
              <a:gd name="T7" fmla="*/ 101 h 128"/>
              <a:gd name="T8" fmla="*/ 23 w 94"/>
              <a:gd name="T9" fmla="*/ 122 h 128"/>
              <a:gd name="T10" fmla="*/ 29 w 94"/>
              <a:gd name="T11" fmla="*/ 128 h 128"/>
              <a:gd name="T12" fmla="*/ 66 w 94"/>
              <a:gd name="T13" fmla="*/ 128 h 128"/>
              <a:gd name="T14" fmla="*/ 72 w 94"/>
              <a:gd name="T15" fmla="*/ 122 h 128"/>
              <a:gd name="T16" fmla="*/ 72 w 94"/>
              <a:gd name="T17" fmla="*/ 100 h 128"/>
              <a:gd name="T18" fmla="*/ 88 w 94"/>
              <a:gd name="T19" fmla="*/ 69 h 128"/>
              <a:gd name="T20" fmla="*/ 94 w 94"/>
              <a:gd name="T21" fmla="*/ 47 h 128"/>
              <a:gd name="T22" fmla="*/ 47 w 94"/>
              <a:gd name="T23" fmla="*/ 0 h 128"/>
              <a:gd name="T24" fmla="*/ 67 w 94"/>
              <a:gd name="T25" fmla="*/ 123 h 128"/>
              <a:gd name="T26" fmla="*/ 27 w 94"/>
              <a:gd name="T27" fmla="*/ 123 h 128"/>
              <a:gd name="T28" fmla="*/ 27 w 94"/>
              <a:gd name="T29" fmla="*/ 113 h 128"/>
              <a:gd name="T30" fmla="*/ 67 w 94"/>
              <a:gd name="T31" fmla="*/ 113 h 128"/>
              <a:gd name="T32" fmla="*/ 67 w 94"/>
              <a:gd name="T33" fmla="*/ 123 h 128"/>
              <a:gd name="T34" fmla="*/ 67 w 94"/>
              <a:gd name="T35" fmla="*/ 108 h 128"/>
              <a:gd name="T36" fmla="*/ 27 w 94"/>
              <a:gd name="T37" fmla="*/ 108 h 128"/>
              <a:gd name="T38" fmla="*/ 27 w 94"/>
              <a:gd name="T39" fmla="*/ 98 h 128"/>
              <a:gd name="T40" fmla="*/ 67 w 94"/>
              <a:gd name="T41" fmla="*/ 98 h 128"/>
              <a:gd name="T42" fmla="*/ 67 w 94"/>
              <a:gd name="T43" fmla="*/ 108 h 128"/>
              <a:gd name="T44" fmla="*/ 88 w 94"/>
              <a:gd name="T45" fmla="*/ 57 h 128"/>
              <a:gd name="T46" fmla="*/ 84 w 94"/>
              <a:gd name="T47" fmla="*/ 67 h 128"/>
              <a:gd name="T48" fmla="*/ 70 w 94"/>
              <a:gd name="T49" fmla="*/ 94 h 128"/>
              <a:gd name="T50" fmla="*/ 24 w 94"/>
              <a:gd name="T51" fmla="*/ 94 h 128"/>
              <a:gd name="T52" fmla="*/ 10 w 94"/>
              <a:gd name="T53" fmla="*/ 67 h 128"/>
              <a:gd name="T54" fmla="*/ 6 w 94"/>
              <a:gd name="T55" fmla="*/ 57 h 128"/>
              <a:gd name="T56" fmla="*/ 5 w 94"/>
              <a:gd name="T57" fmla="*/ 47 h 128"/>
              <a:gd name="T58" fmla="*/ 8 w 94"/>
              <a:gd name="T59" fmla="*/ 30 h 128"/>
              <a:gd name="T60" fmla="*/ 17 w 94"/>
              <a:gd name="T61" fmla="*/ 17 h 128"/>
              <a:gd name="T62" fmla="*/ 31 w 94"/>
              <a:gd name="T63" fmla="*/ 8 h 128"/>
              <a:gd name="T64" fmla="*/ 63 w 94"/>
              <a:gd name="T65" fmla="*/ 8 h 128"/>
              <a:gd name="T66" fmla="*/ 77 w 94"/>
              <a:gd name="T67" fmla="*/ 17 h 128"/>
              <a:gd name="T68" fmla="*/ 86 w 94"/>
              <a:gd name="T69" fmla="*/ 30 h 128"/>
              <a:gd name="T70" fmla="*/ 89 w 94"/>
              <a:gd name="T71" fmla="*/ 47 h 128"/>
              <a:gd name="T72" fmla="*/ 88 w 94"/>
              <a:gd name="T73" fmla="*/ 5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4" h="128">
                <a:moveTo>
                  <a:pt x="47" y="0"/>
                </a:moveTo>
                <a:cubicBezTo>
                  <a:pt x="21" y="0"/>
                  <a:pt x="0" y="21"/>
                  <a:pt x="0" y="47"/>
                </a:cubicBezTo>
                <a:cubicBezTo>
                  <a:pt x="0" y="54"/>
                  <a:pt x="2" y="62"/>
                  <a:pt x="6" y="69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23" y="122"/>
                  <a:pt x="23" y="122"/>
                  <a:pt x="23" y="122"/>
                </a:cubicBezTo>
                <a:cubicBezTo>
                  <a:pt x="23" y="125"/>
                  <a:pt x="25" y="128"/>
                  <a:pt x="29" y="128"/>
                </a:cubicBezTo>
                <a:cubicBezTo>
                  <a:pt x="66" y="128"/>
                  <a:pt x="66" y="128"/>
                  <a:pt x="66" y="128"/>
                </a:cubicBezTo>
                <a:cubicBezTo>
                  <a:pt x="69" y="128"/>
                  <a:pt x="72" y="125"/>
                  <a:pt x="72" y="122"/>
                </a:cubicBezTo>
                <a:cubicBezTo>
                  <a:pt x="72" y="100"/>
                  <a:pt x="72" y="100"/>
                  <a:pt x="72" y="100"/>
                </a:cubicBezTo>
                <a:cubicBezTo>
                  <a:pt x="88" y="69"/>
                  <a:pt x="88" y="69"/>
                  <a:pt x="88" y="69"/>
                </a:cubicBezTo>
                <a:cubicBezTo>
                  <a:pt x="92" y="62"/>
                  <a:pt x="94" y="54"/>
                  <a:pt x="94" y="47"/>
                </a:cubicBezTo>
                <a:cubicBezTo>
                  <a:pt x="94" y="21"/>
                  <a:pt x="73" y="0"/>
                  <a:pt x="47" y="0"/>
                </a:cubicBezTo>
                <a:close/>
                <a:moveTo>
                  <a:pt x="67" y="123"/>
                </a:moveTo>
                <a:cubicBezTo>
                  <a:pt x="27" y="123"/>
                  <a:pt x="27" y="123"/>
                  <a:pt x="27" y="123"/>
                </a:cubicBezTo>
                <a:cubicBezTo>
                  <a:pt x="27" y="113"/>
                  <a:pt x="27" y="113"/>
                  <a:pt x="27" y="113"/>
                </a:cubicBezTo>
                <a:cubicBezTo>
                  <a:pt x="67" y="113"/>
                  <a:pt x="67" y="113"/>
                  <a:pt x="67" y="113"/>
                </a:cubicBezTo>
                <a:lnTo>
                  <a:pt x="67" y="123"/>
                </a:lnTo>
                <a:close/>
                <a:moveTo>
                  <a:pt x="67" y="108"/>
                </a:moveTo>
                <a:cubicBezTo>
                  <a:pt x="27" y="108"/>
                  <a:pt x="27" y="108"/>
                  <a:pt x="27" y="108"/>
                </a:cubicBezTo>
                <a:cubicBezTo>
                  <a:pt x="27" y="98"/>
                  <a:pt x="27" y="98"/>
                  <a:pt x="27" y="98"/>
                </a:cubicBezTo>
                <a:cubicBezTo>
                  <a:pt x="67" y="98"/>
                  <a:pt x="67" y="98"/>
                  <a:pt x="67" y="98"/>
                </a:cubicBezTo>
                <a:lnTo>
                  <a:pt x="67" y="108"/>
                </a:lnTo>
                <a:close/>
                <a:moveTo>
                  <a:pt x="88" y="57"/>
                </a:moveTo>
                <a:cubicBezTo>
                  <a:pt x="87" y="61"/>
                  <a:pt x="86" y="64"/>
                  <a:pt x="84" y="67"/>
                </a:cubicBezTo>
                <a:cubicBezTo>
                  <a:pt x="70" y="94"/>
                  <a:pt x="70" y="94"/>
                  <a:pt x="70" y="94"/>
                </a:cubicBezTo>
                <a:cubicBezTo>
                  <a:pt x="24" y="94"/>
                  <a:pt x="24" y="94"/>
                  <a:pt x="24" y="94"/>
                </a:cubicBezTo>
                <a:cubicBezTo>
                  <a:pt x="10" y="67"/>
                  <a:pt x="10" y="67"/>
                  <a:pt x="10" y="67"/>
                </a:cubicBezTo>
                <a:cubicBezTo>
                  <a:pt x="8" y="64"/>
                  <a:pt x="7" y="61"/>
                  <a:pt x="6" y="57"/>
                </a:cubicBezTo>
                <a:cubicBezTo>
                  <a:pt x="5" y="54"/>
                  <a:pt x="5" y="50"/>
                  <a:pt x="5" y="47"/>
                </a:cubicBezTo>
                <a:cubicBezTo>
                  <a:pt x="5" y="41"/>
                  <a:pt x="6" y="35"/>
                  <a:pt x="8" y="30"/>
                </a:cubicBezTo>
                <a:cubicBezTo>
                  <a:pt x="10" y="25"/>
                  <a:pt x="13" y="21"/>
                  <a:pt x="17" y="17"/>
                </a:cubicBezTo>
                <a:cubicBezTo>
                  <a:pt x="21" y="13"/>
                  <a:pt x="26" y="10"/>
                  <a:pt x="31" y="8"/>
                </a:cubicBezTo>
                <a:cubicBezTo>
                  <a:pt x="41" y="3"/>
                  <a:pt x="53" y="3"/>
                  <a:pt x="63" y="8"/>
                </a:cubicBezTo>
                <a:cubicBezTo>
                  <a:pt x="68" y="10"/>
                  <a:pt x="73" y="13"/>
                  <a:pt x="77" y="17"/>
                </a:cubicBezTo>
                <a:cubicBezTo>
                  <a:pt x="81" y="21"/>
                  <a:pt x="84" y="25"/>
                  <a:pt x="86" y="30"/>
                </a:cubicBezTo>
                <a:cubicBezTo>
                  <a:pt x="88" y="35"/>
                  <a:pt x="89" y="41"/>
                  <a:pt x="89" y="47"/>
                </a:cubicBezTo>
                <a:cubicBezTo>
                  <a:pt x="89" y="50"/>
                  <a:pt x="89" y="54"/>
                  <a:pt x="88" y="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Freeform 211"/>
          <p:cNvSpPr/>
          <p:nvPr/>
        </p:nvSpPr>
        <p:spPr bwMode="auto">
          <a:xfrm>
            <a:off x="9337675" y="358775"/>
            <a:ext cx="128588" cy="127000"/>
          </a:xfrm>
          <a:custGeom>
            <a:avLst/>
            <a:gdLst>
              <a:gd name="T0" fmla="*/ 32 w 34"/>
              <a:gd name="T1" fmla="*/ 0 h 34"/>
              <a:gd name="T2" fmla="*/ 0 w 34"/>
              <a:gd name="T3" fmla="*/ 32 h 34"/>
              <a:gd name="T4" fmla="*/ 2 w 34"/>
              <a:gd name="T5" fmla="*/ 34 h 34"/>
              <a:gd name="T6" fmla="*/ 5 w 34"/>
              <a:gd name="T7" fmla="*/ 32 h 34"/>
              <a:gd name="T8" fmla="*/ 13 w 34"/>
              <a:gd name="T9" fmla="*/ 12 h 34"/>
              <a:gd name="T10" fmla="*/ 32 w 34"/>
              <a:gd name="T11" fmla="*/ 4 h 34"/>
              <a:gd name="T12" fmla="*/ 34 w 34"/>
              <a:gd name="T13" fmla="*/ 2 h 34"/>
              <a:gd name="T14" fmla="*/ 32 w 34"/>
              <a:gd name="T15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3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33"/>
                  <a:pt x="1" y="34"/>
                  <a:pt x="2" y="34"/>
                </a:cubicBezTo>
                <a:cubicBezTo>
                  <a:pt x="4" y="34"/>
                  <a:pt x="5" y="33"/>
                  <a:pt x="5" y="32"/>
                </a:cubicBezTo>
                <a:cubicBezTo>
                  <a:pt x="5" y="24"/>
                  <a:pt x="7" y="17"/>
                  <a:pt x="13" y="12"/>
                </a:cubicBezTo>
                <a:cubicBezTo>
                  <a:pt x="18" y="7"/>
                  <a:pt x="25" y="4"/>
                  <a:pt x="32" y="4"/>
                </a:cubicBezTo>
                <a:cubicBezTo>
                  <a:pt x="33" y="4"/>
                  <a:pt x="34" y="3"/>
                  <a:pt x="34" y="2"/>
                </a:cubicBezTo>
                <a:cubicBezTo>
                  <a:pt x="34" y="1"/>
                  <a:pt x="33" y="0"/>
                  <a:pt x="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212"/>
          <p:cNvSpPr/>
          <p:nvPr/>
        </p:nvSpPr>
        <p:spPr bwMode="auto">
          <a:xfrm>
            <a:off x="8312150" y="392113"/>
            <a:ext cx="87313" cy="85725"/>
          </a:xfrm>
          <a:custGeom>
            <a:avLst/>
            <a:gdLst>
              <a:gd name="T0" fmla="*/ 21 w 23"/>
              <a:gd name="T1" fmla="*/ 0 h 23"/>
              <a:gd name="T2" fmla="*/ 0 w 23"/>
              <a:gd name="T3" fmla="*/ 21 h 23"/>
              <a:gd name="T4" fmla="*/ 2 w 23"/>
              <a:gd name="T5" fmla="*/ 23 h 23"/>
              <a:gd name="T6" fmla="*/ 4 w 23"/>
              <a:gd name="T7" fmla="*/ 21 h 23"/>
              <a:gd name="T8" fmla="*/ 21 w 23"/>
              <a:gd name="T9" fmla="*/ 5 h 23"/>
              <a:gd name="T10" fmla="*/ 23 w 23"/>
              <a:gd name="T11" fmla="*/ 2 h 23"/>
              <a:gd name="T12" fmla="*/ 21 w 23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23">
                <a:moveTo>
                  <a:pt x="21" y="0"/>
                </a:moveTo>
                <a:cubicBezTo>
                  <a:pt x="9" y="0"/>
                  <a:pt x="0" y="9"/>
                  <a:pt x="0" y="21"/>
                </a:cubicBezTo>
                <a:cubicBezTo>
                  <a:pt x="0" y="22"/>
                  <a:pt x="1" y="23"/>
                  <a:pt x="2" y="23"/>
                </a:cubicBezTo>
                <a:cubicBezTo>
                  <a:pt x="3" y="23"/>
                  <a:pt x="4" y="22"/>
                  <a:pt x="4" y="21"/>
                </a:cubicBezTo>
                <a:cubicBezTo>
                  <a:pt x="4" y="12"/>
                  <a:pt x="12" y="5"/>
                  <a:pt x="21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Freeform 213"/>
          <p:cNvSpPr/>
          <p:nvPr/>
        </p:nvSpPr>
        <p:spPr bwMode="auto">
          <a:xfrm>
            <a:off x="8578850" y="590550"/>
            <a:ext cx="79375" cy="76200"/>
          </a:xfrm>
          <a:custGeom>
            <a:avLst/>
            <a:gdLst>
              <a:gd name="T0" fmla="*/ 20 w 21"/>
              <a:gd name="T1" fmla="*/ 2 h 20"/>
              <a:gd name="T2" fmla="*/ 20 w 21"/>
              <a:gd name="T3" fmla="*/ 0 h 20"/>
              <a:gd name="T4" fmla="*/ 17 w 21"/>
              <a:gd name="T5" fmla="*/ 0 h 20"/>
              <a:gd name="T6" fmla="*/ 10 w 21"/>
              <a:gd name="T7" fmla="*/ 7 h 20"/>
              <a:gd name="T8" fmla="*/ 4 w 21"/>
              <a:gd name="T9" fmla="*/ 0 h 20"/>
              <a:gd name="T10" fmla="*/ 1 w 21"/>
              <a:gd name="T11" fmla="*/ 0 h 20"/>
              <a:gd name="T12" fmla="*/ 0 w 21"/>
              <a:gd name="T13" fmla="*/ 2 h 20"/>
              <a:gd name="T14" fmla="*/ 1 w 21"/>
              <a:gd name="T15" fmla="*/ 4 h 20"/>
              <a:gd name="T16" fmla="*/ 7 w 21"/>
              <a:gd name="T17" fmla="*/ 10 h 20"/>
              <a:gd name="T18" fmla="*/ 1 w 21"/>
              <a:gd name="T19" fmla="*/ 16 h 20"/>
              <a:gd name="T20" fmla="*/ 1 w 21"/>
              <a:gd name="T21" fmla="*/ 19 h 20"/>
              <a:gd name="T22" fmla="*/ 4 w 21"/>
              <a:gd name="T23" fmla="*/ 19 h 20"/>
              <a:gd name="T24" fmla="*/ 10 w 21"/>
              <a:gd name="T25" fmla="*/ 13 h 20"/>
              <a:gd name="T26" fmla="*/ 17 w 21"/>
              <a:gd name="T27" fmla="*/ 19 h 20"/>
              <a:gd name="T28" fmla="*/ 20 w 21"/>
              <a:gd name="T29" fmla="*/ 19 h 20"/>
              <a:gd name="T30" fmla="*/ 20 w 21"/>
              <a:gd name="T31" fmla="*/ 16 h 20"/>
              <a:gd name="T32" fmla="*/ 13 w 21"/>
              <a:gd name="T33" fmla="*/ 10 h 20"/>
              <a:gd name="T34" fmla="*/ 20 w 21"/>
              <a:gd name="T35" fmla="*/ 4 h 20"/>
              <a:gd name="T36" fmla="*/ 20 w 21"/>
              <a:gd name="T37" fmla="*/ 2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" h="20">
                <a:moveTo>
                  <a:pt x="20" y="2"/>
                </a:moveTo>
                <a:cubicBezTo>
                  <a:pt x="20" y="1"/>
                  <a:pt x="20" y="1"/>
                  <a:pt x="20" y="0"/>
                </a:cubicBezTo>
                <a:cubicBezTo>
                  <a:pt x="19" y="0"/>
                  <a:pt x="17" y="0"/>
                  <a:pt x="17" y="0"/>
                </a:cubicBezTo>
                <a:cubicBezTo>
                  <a:pt x="10" y="7"/>
                  <a:pt x="10" y="7"/>
                  <a:pt x="10" y="7"/>
                </a:cubicBezTo>
                <a:cubicBezTo>
                  <a:pt x="4" y="0"/>
                  <a:pt x="4" y="0"/>
                  <a:pt x="4" y="0"/>
                </a:cubicBezTo>
                <a:cubicBezTo>
                  <a:pt x="3" y="0"/>
                  <a:pt x="2" y="0"/>
                  <a:pt x="1" y="0"/>
                </a:cubicBezTo>
                <a:cubicBezTo>
                  <a:pt x="0" y="1"/>
                  <a:pt x="0" y="1"/>
                  <a:pt x="0" y="2"/>
                </a:cubicBezTo>
                <a:cubicBezTo>
                  <a:pt x="0" y="3"/>
                  <a:pt x="0" y="3"/>
                  <a:pt x="1" y="4"/>
                </a:cubicBezTo>
                <a:cubicBezTo>
                  <a:pt x="7" y="10"/>
                  <a:pt x="7" y="10"/>
                  <a:pt x="7" y="10"/>
                </a:cubicBezTo>
                <a:cubicBezTo>
                  <a:pt x="1" y="16"/>
                  <a:pt x="1" y="16"/>
                  <a:pt x="1" y="16"/>
                </a:cubicBezTo>
                <a:cubicBezTo>
                  <a:pt x="0" y="17"/>
                  <a:pt x="0" y="19"/>
                  <a:pt x="1" y="19"/>
                </a:cubicBezTo>
                <a:cubicBezTo>
                  <a:pt x="2" y="20"/>
                  <a:pt x="3" y="20"/>
                  <a:pt x="4" y="19"/>
                </a:cubicBezTo>
                <a:cubicBezTo>
                  <a:pt x="10" y="13"/>
                  <a:pt x="10" y="13"/>
                  <a:pt x="10" y="13"/>
                </a:cubicBezTo>
                <a:cubicBezTo>
                  <a:pt x="17" y="19"/>
                  <a:pt x="17" y="19"/>
                  <a:pt x="17" y="19"/>
                </a:cubicBezTo>
                <a:cubicBezTo>
                  <a:pt x="17" y="20"/>
                  <a:pt x="19" y="20"/>
                  <a:pt x="20" y="19"/>
                </a:cubicBezTo>
                <a:cubicBezTo>
                  <a:pt x="21" y="19"/>
                  <a:pt x="21" y="17"/>
                  <a:pt x="20" y="16"/>
                </a:cubicBezTo>
                <a:cubicBezTo>
                  <a:pt x="13" y="10"/>
                  <a:pt x="13" y="10"/>
                  <a:pt x="13" y="10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3"/>
                  <a:pt x="20" y="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Freeform 214"/>
          <p:cNvSpPr>
            <a:spLocks noEditPoints="1"/>
          </p:cNvSpPr>
          <p:nvPr/>
        </p:nvSpPr>
        <p:spPr bwMode="auto">
          <a:xfrm>
            <a:off x="8256588" y="334963"/>
            <a:ext cx="481013" cy="409575"/>
          </a:xfrm>
          <a:custGeom>
            <a:avLst/>
            <a:gdLst>
              <a:gd name="T0" fmla="*/ 123 w 128"/>
              <a:gd name="T1" fmla="*/ 60 h 109"/>
              <a:gd name="T2" fmla="*/ 122 w 128"/>
              <a:gd name="T3" fmla="*/ 59 h 109"/>
              <a:gd name="T4" fmla="*/ 123 w 128"/>
              <a:gd name="T5" fmla="*/ 58 h 109"/>
              <a:gd name="T6" fmla="*/ 128 w 128"/>
              <a:gd name="T7" fmla="*/ 36 h 109"/>
              <a:gd name="T8" fmla="*/ 93 w 128"/>
              <a:gd name="T9" fmla="*/ 0 h 109"/>
              <a:gd name="T10" fmla="*/ 75 w 128"/>
              <a:gd name="T11" fmla="*/ 5 h 109"/>
              <a:gd name="T12" fmla="*/ 65 w 128"/>
              <a:gd name="T13" fmla="*/ 13 h 109"/>
              <a:gd name="T14" fmla="*/ 64 w 128"/>
              <a:gd name="T15" fmla="*/ 15 h 109"/>
              <a:gd name="T16" fmla="*/ 63 w 128"/>
              <a:gd name="T17" fmla="*/ 13 h 109"/>
              <a:gd name="T18" fmla="*/ 53 w 128"/>
              <a:gd name="T19" fmla="*/ 5 h 109"/>
              <a:gd name="T20" fmla="*/ 35 w 128"/>
              <a:gd name="T21" fmla="*/ 0 h 109"/>
              <a:gd name="T22" fmla="*/ 0 w 128"/>
              <a:gd name="T23" fmla="*/ 36 h 109"/>
              <a:gd name="T24" fmla="*/ 9 w 128"/>
              <a:gd name="T25" fmla="*/ 65 h 109"/>
              <a:gd name="T26" fmla="*/ 31 w 128"/>
              <a:gd name="T27" fmla="*/ 88 h 109"/>
              <a:gd name="T28" fmla="*/ 63 w 128"/>
              <a:gd name="T29" fmla="*/ 109 h 109"/>
              <a:gd name="T30" fmla="*/ 64 w 128"/>
              <a:gd name="T31" fmla="*/ 109 h 109"/>
              <a:gd name="T32" fmla="*/ 65 w 128"/>
              <a:gd name="T33" fmla="*/ 109 h 109"/>
              <a:gd name="T34" fmla="*/ 76 w 128"/>
              <a:gd name="T35" fmla="*/ 103 h 109"/>
              <a:gd name="T36" fmla="*/ 76 w 128"/>
              <a:gd name="T37" fmla="*/ 103 h 109"/>
              <a:gd name="T38" fmla="*/ 77 w 128"/>
              <a:gd name="T39" fmla="*/ 103 h 109"/>
              <a:gd name="T40" fmla="*/ 96 w 128"/>
              <a:gd name="T41" fmla="*/ 109 h 109"/>
              <a:gd name="T42" fmla="*/ 128 w 128"/>
              <a:gd name="T43" fmla="*/ 77 h 109"/>
              <a:gd name="T44" fmla="*/ 123 w 128"/>
              <a:gd name="T45" fmla="*/ 60 h 109"/>
              <a:gd name="T46" fmla="*/ 71 w 128"/>
              <a:gd name="T47" fmla="*/ 100 h 109"/>
              <a:gd name="T48" fmla="*/ 65 w 128"/>
              <a:gd name="T49" fmla="*/ 104 h 109"/>
              <a:gd name="T50" fmla="*/ 64 w 128"/>
              <a:gd name="T51" fmla="*/ 104 h 109"/>
              <a:gd name="T52" fmla="*/ 63 w 128"/>
              <a:gd name="T53" fmla="*/ 104 h 109"/>
              <a:gd name="T54" fmla="*/ 34 w 128"/>
              <a:gd name="T55" fmla="*/ 85 h 109"/>
              <a:gd name="T56" fmla="*/ 13 w 128"/>
              <a:gd name="T57" fmla="*/ 63 h 109"/>
              <a:gd name="T58" fmla="*/ 5 w 128"/>
              <a:gd name="T59" fmla="*/ 36 h 109"/>
              <a:gd name="T60" fmla="*/ 14 w 128"/>
              <a:gd name="T61" fmla="*/ 14 h 109"/>
              <a:gd name="T62" fmla="*/ 35 w 128"/>
              <a:gd name="T63" fmla="*/ 5 h 109"/>
              <a:gd name="T64" fmla="*/ 51 w 128"/>
              <a:gd name="T65" fmla="*/ 9 h 109"/>
              <a:gd name="T66" fmla="*/ 62 w 128"/>
              <a:gd name="T67" fmla="*/ 20 h 109"/>
              <a:gd name="T68" fmla="*/ 64 w 128"/>
              <a:gd name="T69" fmla="*/ 23 h 109"/>
              <a:gd name="T70" fmla="*/ 66 w 128"/>
              <a:gd name="T71" fmla="*/ 20 h 109"/>
              <a:gd name="T72" fmla="*/ 77 w 128"/>
              <a:gd name="T73" fmla="*/ 9 h 109"/>
              <a:gd name="T74" fmla="*/ 93 w 128"/>
              <a:gd name="T75" fmla="*/ 5 h 109"/>
              <a:gd name="T76" fmla="*/ 114 w 128"/>
              <a:gd name="T77" fmla="*/ 14 h 109"/>
              <a:gd name="T78" fmla="*/ 123 w 128"/>
              <a:gd name="T79" fmla="*/ 36 h 109"/>
              <a:gd name="T80" fmla="*/ 120 w 128"/>
              <a:gd name="T81" fmla="*/ 53 h 109"/>
              <a:gd name="T82" fmla="*/ 119 w 128"/>
              <a:gd name="T83" fmla="*/ 55 h 109"/>
              <a:gd name="T84" fmla="*/ 118 w 128"/>
              <a:gd name="T85" fmla="*/ 54 h 109"/>
              <a:gd name="T86" fmla="*/ 96 w 128"/>
              <a:gd name="T87" fmla="*/ 46 h 109"/>
              <a:gd name="T88" fmla="*/ 64 w 128"/>
              <a:gd name="T89" fmla="*/ 77 h 109"/>
              <a:gd name="T90" fmla="*/ 72 w 128"/>
              <a:gd name="T91" fmla="*/ 98 h 109"/>
              <a:gd name="T92" fmla="*/ 73 w 128"/>
              <a:gd name="T93" fmla="*/ 99 h 109"/>
              <a:gd name="T94" fmla="*/ 71 w 128"/>
              <a:gd name="T95" fmla="*/ 100 h 109"/>
              <a:gd name="T96" fmla="*/ 115 w 128"/>
              <a:gd name="T97" fmla="*/ 97 h 109"/>
              <a:gd name="T98" fmla="*/ 96 w 128"/>
              <a:gd name="T99" fmla="*/ 105 h 109"/>
              <a:gd name="T100" fmla="*/ 77 w 128"/>
              <a:gd name="T101" fmla="*/ 97 h 109"/>
              <a:gd name="T102" fmla="*/ 69 w 128"/>
              <a:gd name="T103" fmla="*/ 77 h 109"/>
              <a:gd name="T104" fmla="*/ 77 w 128"/>
              <a:gd name="T105" fmla="*/ 58 h 109"/>
              <a:gd name="T106" fmla="*/ 96 w 128"/>
              <a:gd name="T107" fmla="*/ 50 h 109"/>
              <a:gd name="T108" fmla="*/ 115 w 128"/>
              <a:gd name="T109" fmla="*/ 58 h 109"/>
              <a:gd name="T110" fmla="*/ 123 w 128"/>
              <a:gd name="T111" fmla="*/ 77 h 109"/>
              <a:gd name="T112" fmla="*/ 115 w 128"/>
              <a:gd name="T113" fmla="*/ 97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8" h="109">
                <a:moveTo>
                  <a:pt x="123" y="60"/>
                </a:moveTo>
                <a:cubicBezTo>
                  <a:pt x="122" y="59"/>
                  <a:pt x="122" y="59"/>
                  <a:pt x="122" y="59"/>
                </a:cubicBezTo>
                <a:cubicBezTo>
                  <a:pt x="123" y="58"/>
                  <a:pt x="123" y="58"/>
                  <a:pt x="123" y="58"/>
                </a:cubicBezTo>
                <a:cubicBezTo>
                  <a:pt x="126" y="51"/>
                  <a:pt x="128" y="43"/>
                  <a:pt x="128" y="36"/>
                </a:cubicBezTo>
                <a:cubicBezTo>
                  <a:pt x="127" y="16"/>
                  <a:pt x="112" y="0"/>
                  <a:pt x="93" y="0"/>
                </a:cubicBezTo>
                <a:cubicBezTo>
                  <a:pt x="86" y="0"/>
                  <a:pt x="80" y="2"/>
                  <a:pt x="75" y="5"/>
                </a:cubicBezTo>
                <a:cubicBezTo>
                  <a:pt x="71" y="7"/>
                  <a:pt x="68" y="10"/>
                  <a:pt x="65" y="13"/>
                </a:cubicBezTo>
                <a:cubicBezTo>
                  <a:pt x="64" y="15"/>
                  <a:pt x="64" y="15"/>
                  <a:pt x="64" y="15"/>
                </a:cubicBezTo>
                <a:cubicBezTo>
                  <a:pt x="63" y="13"/>
                  <a:pt x="63" y="13"/>
                  <a:pt x="63" y="13"/>
                </a:cubicBezTo>
                <a:cubicBezTo>
                  <a:pt x="60" y="10"/>
                  <a:pt x="57" y="7"/>
                  <a:pt x="53" y="5"/>
                </a:cubicBezTo>
                <a:cubicBezTo>
                  <a:pt x="48" y="2"/>
                  <a:pt x="42" y="0"/>
                  <a:pt x="35" y="0"/>
                </a:cubicBezTo>
                <a:cubicBezTo>
                  <a:pt x="16" y="0"/>
                  <a:pt x="1" y="16"/>
                  <a:pt x="0" y="36"/>
                </a:cubicBezTo>
                <a:cubicBezTo>
                  <a:pt x="0" y="45"/>
                  <a:pt x="3" y="55"/>
                  <a:pt x="9" y="65"/>
                </a:cubicBezTo>
                <a:cubicBezTo>
                  <a:pt x="15" y="73"/>
                  <a:pt x="22" y="81"/>
                  <a:pt x="31" y="88"/>
                </a:cubicBezTo>
                <a:cubicBezTo>
                  <a:pt x="47" y="101"/>
                  <a:pt x="62" y="109"/>
                  <a:pt x="63" y="109"/>
                </a:cubicBezTo>
                <a:cubicBezTo>
                  <a:pt x="64" y="109"/>
                  <a:pt x="64" y="109"/>
                  <a:pt x="64" y="109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09"/>
                  <a:pt x="69" y="107"/>
                  <a:pt x="76" y="103"/>
                </a:cubicBezTo>
                <a:cubicBezTo>
                  <a:pt x="76" y="103"/>
                  <a:pt x="76" y="103"/>
                  <a:pt x="76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83" y="107"/>
                  <a:pt x="89" y="109"/>
                  <a:pt x="96" y="109"/>
                </a:cubicBezTo>
                <a:cubicBezTo>
                  <a:pt x="114" y="109"/>
                  <a:pt x="128" y="95"/>
                  <a:pt x="128" y="77"/>
                </a:cubicBezTo>
                <a:cubicBezTo>
                  <a:pt x="128" y="71"/>
                  <a:pt x="126" y="65"/>
                  <a:pt x="123" y="60"/>
                </a:cubicBezTo>
                <a:close/>
                <a:moveTo>
                  <a:pt x="71" y="100"/>
                </a:moveTo>
                <a:cubicBezTo>
                  <a:pt x="68" y="102"/>
                  <a:pt x="66" y="103"/>
                  <a:pt x="65" y="104"/>
                </a:cubicBezTo>
                <a:cubicBezTo>
                  <a:pt x="64" y="104"/>
                  <a:pt x="64" y="104"/>
                  <a:pt x="64" y="104"/>
                </a:cubicBezTo>
                <a:cubicBezTo>
                  <a:pt x="63" y="104"/>
                  <a:pt x="63" y="104"/>
                  <a:pt x="63" y="104"/>
                </a:cubicBezTo>
                <a:cubicBezTo>
                  <a:pt x="59" y="101"/>
                  <a:pt x="46" y="95"/>
                  <a:pt x="34" y="85"/>
                </a:cubicBezTo>
                <a:cubicBezTo>
                  <a:pt x="25" y="78"/>
                  <a:pt x="18" y="70"/>
                  <a:pt x="13" y="63"/>
                </a:cubicBezTo>
                <a:cubicBezTo>
                  <a:pt x="7" y="54"/>
                  <a:pt x="4" y="45"/>
                  <a:pt x="5" y="36"/>
                </a:cubicBezTo>
                <a:cubicBezTo>
                  <a:pt x="5" y="27"/>
                  <a:pt x="8" y="20"/>
                  <a:pt x="14" y="14"/>
                </a:cubicBezTo>
                <a:cubicBezTo>
                  <a:pt x="20" y="8"/>
                  <a:pt x="27" y="5"/>
                  <a:pt x="35" y="5"/>
                </a:cubicBezTo>
                <a:cubicBezTo>
                  <a:pt x="41" y="5"/>
                  <a:pt x="46" y="6"/>
                  <a:pt x="51" y="9"/>
                </a:cubicBezTo>
                <a:cubicBezTo>
                  <a:pt x="56" y="12"/>
                  <a:pt x="59" y="16"/>
                  <a:pt x="62" y="20"/>
                </a:cubicBezTo>
                <a:cubicBezTo>
                  <a:pt x="64" y="23"/>
                  <a:pt x="64" y="23"/>
                  <a:pt x="64" y="23"/>
                </a:cubicBezTo>
                <a:cubicBezTo>
                  <a:pt x="66" y="20"/>
                  <a:pt x="66" y="20"/>
                  <a:pt x="66" y="20"/>
                </a:cubicBezTo>
                <a:cubicBezTo>
                  <a:pt x="69" y="16"/>
                  <a:pt x="72" y="12"/>
                  <a:pt x="77" y="9"/>
                </a:cubicBezTo>
                <a:cubicBezTo>
                  <a:pt x="82" y="6"/>
                  <a:pt x="87" y="5"/>
                  <a:pt x="93" y="5"/>
                </a:cubicBezTo>
                <a:cubicBezTo>
                  <a:pt x="101" y="5"/>
                  <a:pt x="108" y="8"/>
                  <a:pt x="114" y="14"/>
                </a:cubicBezTo>
                <a:cubicBezTo>
                  <a:pt x="120" y="20"/>
                  <a:pt x="123" y="27"/>
                  <a:pt x="123" y="36"/>
                </a:cubicBezTo>
                <a:cubicBezTo>
                  <a:pt x="124" y="41"/>
                  <a:pt x="122" y="47"/>
                  <a:pt x="120" y="53"/>
                </a:cubicBezTo>
                <a:cubicBezTo>
                  <a:pt x="119" y="55"/>
                  <a:pt x="119" y="55"/>
                  <a:pt x="119" y="55"/>
                </a:cubicBezTo>
                <a:cubicBezTo>
                  <a:pt x="118" y="54"/>
                  <a:pt x="118" y="54"/>
                  <a:pt x="118" y="54"/>
                </a:cubicBezTo>
                <a:cubicBezTo>
                  <a:pt x="112" y="48"/>
                  <a:pt x="104" y="46"/>
                  <a:pt x="96" y="46"/>
                </a:cubicBezTo>
                <a:cubicBezTo>
                  <a:pt x="78" y="46"/>
                  <a:pt x="64" y="60"/>
                  <a:pt x="64" y="77"/>
                </a:cubicBezTo>
                <a:cubicBezTo>
                  <a:pt x="64" y="85"/>
                  <a:pt x="67" y="92"/>
                  <a:pt x="72" y="98"/>
                </a:cubicBezTo>
                <a:cubicBezTo>
                  <a:pt x="73" y="99"/>
                  <a:pt x="73" y="99"/>
                  <a:pt x="73" y="99"/>
                </a:cubicBezTo>
                <a:lnTo>
                  <a:pt x="71" y="100"/>
                </a:lnTo>
                <a:close/>
                <a:moveTo>
                  <a:pt x="115" y="97"/>
                </a:moveTo>
                <a:cubicBezTo>
                  <a:pt x="110" y="102"/>
                  <a:pt x="103" y="105"/>
                  <a:pt x="96" y="105"/>
                </a:cubicBezTo>
                <a:cubicBezTo>
                  <a:pt x="89" y="105"/>
                  <a:pt x="82" y="102"/>
                  <a:pt x="77" y="97"/>
                </a:cubicBezTo>
                <a:cubicBezTo>
                  <a:pt x="72" y="92"/>
                  <a:pt x="69" y="85"/>
                  <a:pt x="69" y="77"/>
                </a:cubicBezTo>
                <a:cubicBezTo>
                  <a:pt x="69" y="70"/>
                  <a:pt x="72" y="63"/>
                  <a:pt x="77" y="58"/>
                </a:cubicBezTo>
                <a:cubicBezTo>
                  <a:pt x="82" y="53"/>
                  <a:pt x="89" y="50"/>
                  <a:pt x="96" y="50"/>
                </a:cubicBezTo>
                <a:cubicBezTo>
                  <a:pt x="103" y="50"/>
                  <a:pt x="110" y="53"/>
                  <a:pt x="115" y="58"/>
                </a:cubicBezTo>
                <a:cubicBezTo>
                  <a:pt x="121" y="63"/>
                  <a:pt x="123" y="70"/>
                  <a:pt x="123" y="77"/>
                </a:cubicBezTo>
                <a:cubicBezTo>
                  <a:pt x="123" y="85"/>
                  <a:pt x="121" y="92"/>
                  <a:pt x="115" y="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215"/>
          <p:cNvSpPr/>
          <p:nvPr/>
        </p:nvSpPr>
        <p:spPr bwMode="auto">
          <a:xfrm>
            <a:off x="7351713" y="392113"/>
            <a:ext cx="85725" cy="85725"/>
          </a:xfrm>
          <a:custGeom>
            <a:avLst/>
            <a:gdLst>
              <a:gd name="T0" fmla="*/ 21 w 23"/>
              <a:gd name="T1" fmla="*/ 0 h 23"/>
              <a:gd name="T2" fmla="*/ 0 w 23"/>
              <a:gd name="T3" fmla="*/ 21 h 23"/>
              <a:gd name="T4" fmla="*/ 2 w 23"/>
              <a:gd name="T5" fmla="*/ 23 h 23"/>
              <a:gd name="T6" fmla="*/ 4 w 23"/>
              <a:gd name="T7" fmla="*/ 21 h 23"/>
              <a:gd name="T8" fmla="*/ 21 w 23"/>
              <a:gd name="T9" fmla="*/ 5 h 23"/>
              <a:gd name="T10" fmla="*/ 23 w 23"/>
              <a:gd name="T11" fmla="*/ 2 h 23"/>
              <a:gd name="T12" fmla="*/ 21 w 23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23">
                <a:moveTo>
                  <a:pt x="21" y="0"/>
                </a:moveTo>
                <a:cubicBezTo>
                  <a:pt x="9" y="0"/>
                  <a:pt x="0" y="9"/>
                  <a:pt x="0" y="21"/>
                </a:cubicBezTo>
                <a:cubicBezTo>
                  <a:pt x="0" y="22"/>
                  <a:pt x="1" y="23"/>
                  <a:pt x="2" y="23"/>
                </a:cubicBezTo>
                <a:cubicBezTo>
                  <a:pt x="3" y="23"/>
                  <a:pt x="4" y="22"/>
                  <a:pt x="4" y="21"/>
                </a:cubicBezTo>
                <a:cubicBezTo>
                  <a:pt x="4" y="12"/>
                  <a:pt x="12" y="5"/>
                  <a:pt x="21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Freeform 216"/>
          <p:cNvSpPr/>
          <p:nvPr/>
        </p:nvSpPr>
        <p:spPr bwMode="auto">
          <a:xfrm>
            <a:off x="7607300" y="617538"/>
            <a:ext cx="101600" cy="19050"/>
          </a:xfrm>
          <a:custGeom>
            <a:avLst/>
            <a:gdLst>
              <a:gd name="T0" fmla="*/ 24 w 27"/>
              <a:gd name="T1" fmla="*/ 0 h 5"/>
              <a:gd name="T2" fmla="*/ 2 w 27"/>
              <a:gd name="T3" fmla="*/ 0 h 5"/>
              <a:gd name="T4" fmla="*/ 0 w 27"/>
              <a:gd name="T5" fmla="*/ 2 h 5"/>
              <a:gd name="T6" fmla="*/ 2 w 27"/>
              <a:gd name="T7" fmla="*/ 5 h 5"/>
              <a:gd name="T8" fmla="*/ 24 w 27"/>
              <a:gd name="T9" fmla="*/ 5 h 5"/>
              <a:gd name="T10" fmla="*/ 27 w 27"/>
              <a:gd name="T11" fmla="*/ 2 h 5"/>
              <a:gd name="T12" fmla="*/ 24 w 27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" h="5">
                <a:moveTo>
                  <a:pt x="2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5" y="5"/>
                  <a:pt x="27" y="4"/>
                  <a:pt x="27" y="2"/>
                </a:cubicBezTo>
                <a:cubicBezTo>
                  <a:pt x="27" y="1"/>
                  <a:pt x="25" y="0"/>
                  <a:pt x="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Freeform 217"/>
          <p:cNvSpPr>
            <a:spLocks noEditPoints="1"/>
          </p:cNvSpPr>
          <p:nvPr/>
        </p:nvSpPr>
        <p:spPr bwMode="auto">
          <a:xfrm>
            <a:off x="7296150" y="334963"/>
            <a:ext cx="479425" cy="409575"/>
          </a:xfrm>
          <a:custGeom>
            <a:avLst/>
            <a:gdLst>
              <a:gd name="T0" fmla="*/ 123 w 128"/>
              <a:gd name="T1" fmla="*/ 60 h 109"/>
              <a:gd name="T2" fmla="*/ 122 w 128"/>
              <a:gd name="T3" fmla="*/ 59 h 109"/>
              <a:gd name="T4" fmla="*/ 123 w 128"/>
              <a:gd name="T5" fmla="*/ 58 h 109"/>
              <a:gd name="T6" fmla="*/ 128 w 128"/>
              <a:gd name="T7" fmla="*/ 36 h 109"/>
              <a:gd name="T8" fmla="*/ 93 w 128"/>
              <a:gd name="T9" fmla="*/ 0 h 109"/>
              <a:gd name="T10" fmla="*/ 75 w 128"/>
              <a:gd name="T11" fmla="*/ 5 h 109"/>
              <a:gd name="T12" fmla="*/ 65 w 128"/>
              <a:gd name="T13" fmla="*/ 13 h 109"/>
              <a:gd name="T14" fmla="*/ 64 w 128"/>
              <a:gd name="T15" fmla="*/ 15 h 109"/>
              <a:gd name="T16" fmla="*/ 63 w 128"/>
              <a:gd name="T17" fmla="*/ 13 h 109"/>
              <a:gd name="T18" fmla="*/ 53 w 128"/>
              <a:gd name="T19" fmla="*/ 5 h 109"/>
              <a:gd name="T20" fmla="*/ 35 w 128"/>
              <a:gd name="T21" fmla="*/ 0 h 109"/>
              <a:gd name="T22" fmla="*/ 0 w 128"/>
              <a:gd name="T23" fmla="*/ 36 h 109"/>
              <a:gd name="T24" fmla="*/ 9 w 128"/>
              <a:gd name="T25" fmla="*/ 65 h 109"/>
              <a:gd name="T26" fmla="*/ 31 w 128"/>
              <a:gd name="T27" fmla="*/ 88 h 109"/>
              <a:gd name="T28" fmla="*/ 63 w 128"/>
              <a:gd name="T29" fmla="*/ 109 h 109"/>
              <a:gd name="T30" fmla="*/ 64 w 128"/>
              <a:gd name="T31" fmla="*/ 109 h 109"/>
              <a:gd name="T32" fmla="*/ 65 w 128"/>
              <a:gd name="T33" fmla="*/ 109 h 109"/>
              <a:gd name="T34" fmla="*/ 76 w 128"/>
              <a:gd name="T35" fmla="*/ 103 h 109"/>
              <a:gd name="T36" fmla="*/ 76 w 128"/>
              <a:gd name="T37" fmla="*/ 103 h 109"/>
              <a:gd name="T38" fmla="*/ 77 w 128"/>
              <a:gd name="T39" fmla="*/ 103 h 109"/>
              <a:gd name="T40" fmla="*/ 96 w 128"/>
              <a:gd name="T41" fmla="*/ 109 h 109"/>
              <a:gd name="T42" fmla="*/ 128 w 128"/>
              <a:gd name="T43" fmla="*/ 77 h 109"/>
              <a:gd name="T44" fmla="*/ 123 w 128"/>
              <a:gd name="T45" fmla="*/ 60 h 109"/>
              <a:gd name="T46" fmla="*/ 71 w 128"/>
              <a:gd name="T47" fmla="*/ 100 h 109"/>
              <a:gd name="T48" fmla="*/ 65 w 128"/>
              <a:gd name="T49" fmla="*/ 104 h 109"/>
              <a:gd name="T50" fmla="*/ 64 w 128"/>
              <a:gd name="T51" fmla="*/ 104 h 109"/>
              <a:gd name="T52" fmla="*/ 63 w 128"/>
              <a:gd name="T53" fmla="*/ 104 h 109"/>
              <a:gd name="T54" fmla="*/ 34 w 128"/>
              <a:gd name="T55" fmla="*/ 85 h 109"/>
              <a:gd name="T56" fmla="*/ 13 w 128"/>
              <a:gd name="T57" fmla="*/ 63 h 109"/>
              <a:gd name="T58" fmla="*/ 5 w 128"/>
              <a:gd name="T59" fmla="*/ 36 h 109"/>
              <a:gd name="T60" fmla="*/ 14 w 128"/>
              <a:gd name="T61" fmla="*/ 14 h 109"/>
              <a:gd name="T62" fmla="*/ 35 w 128"/>
              <a:gd name="T63" fmla="*/ 5 h 109"/>
              <a:gd name="T64" fmla="*/ 51 w 128"/>
              <a:gd name="T65" fmla="*/ 9 h 109"/>
              <a:gd name="T66" fmla="*/ 62 w 128"/>
              <a:gd name="T67" fmla="*/ 20 h 109"/>
              <a:gd name="T68" fmla="*/ 64 w 128"/>
              <a:gd name="T69" fmla="*/ 23 h 109"/>
              <a:gd name="T70" fmla="*/ 66 w 128"/>
              <a:gd name="T71" fmla="*/ 20 h 109"/>
              <a:gd name="T72" fmla="*/ 77 w 128"/>
              <a:gd name="T73" fmla="*/ 9 h 109"/>
              <a:gd name="T74" fmla="*/ 93 w 128"/>
              <a:gd name="T75" fmla="*/ 5 h 109"/>
              <a:gd name="T76" fmla="*/ 114 w 128"/>
              <a:gd name="T77" fmla="*/ 14 h 109"/>
              <a:gd name="T78" fmla="*/ 123 w 128"/>
              <a:gd name="T79" fmla="*/ 36 h 109"/>
              <a:gd name="T80" fmla="*/ 120 w 128"/>
              <a:gd name="T81" fmla="*/ 53 h 109"/>
              <a:gd name="T82" fmla="*/ 119 w 128"/>
              <a:gd name="T83" fmla="*/ 55 h 109"/>
              <a:gd name="T84" fmla="*/ 118 w 128"/>
              <a:gd name="T85" fmla="*/ 54 h 109"/>
              <a:gd name="T86" fmla="*/ 96 w 128"/>
              <a:gd name="T87" fmla="*/ 46 h 109"/>
              <a:gd name="T88" fmla="*/ 64 w 128"/>
              <a:gd name="T89" fmla="*/ 77 h 109"/>
              <a:gd name="T90" fmla="*/ 72 w 128"/>
              <a:gd name="T91" fmla="*/ 98 h 109"/>
              <a:gd name="T92" fmla="*/ 73 w 128"/>
              <a:gd name="T93" fmla="*/ 99 h 109"/>
              <a:gd name="T94" fmla="*/ 71 w 128"/>
              <a:gd name="T95" fmla="*/ 100 h 109"/>
              <a:gd name="T96" fmla="*/ 115 w 128"/>
              <a:gd name="T97" fmla="*/ 97 h 109"/>
              <a:gd name="T98" fmla="*/ 96 w 128"/>
              <a:gd name="T99" fmla="*/ 105 h 109"/>
              <a:gd name="T100" fmla="*/ 77 w 128"/>
              <a:gd name="T101" fmla="*/ 97 h 109"/>
              <a:gd name="T102" fmla="*/ 69 w 128"/>
              <a:gd name="T103" fmla="*/ 77 h 109"/>
              <a:gd name="T104" fmla="*/ 77 w 128"/>
              <a:gd name="T105" fmla="*/ 58 h 109"/>
              <a:gd name="T106" fmla="*/ 96 w 128"/>
              <a:gd name="T107" fmla="*/ 50 h 109"/>
              <a:gd name="T108" fmla="*/ 115 w 128"/>
              <a:gd name="T109" fmla="*/ 58 h 109"/>
              <a:gd name="T110" fmla="*/ 123 w 128"/>
              <a:gd name="T111" fmla="*/ 77 h 109"/>
              <a:gd name="T112" fmla="*/ 115 w 128"/>
              <a:gd name="T113" fmla="*/ 97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8" h="109">
                <a:moveTo>
                  <a:pt x="123" y="60"/>
                </a:moveTo>
                <a:cubicBezTo>
                  <a:pt x="122" y="59"/>
                  <a:pt x="122" y="59"/>
                  <a:pt x="122" y="59"/>
                </a:cubicBezTo>
                <a:cubicBezTo>
                  <a:pt x="123" y="58"/>
                  <a:pt x="123" y="58"/>
                  <a:pt x="123" y="58"/>
                </a:cubicBezTo>
                <a:cubicBezTo>
                  <a:pt x="126" y="51"/>
                  <a:pt x="128" y="43"/>
                  <a:pt x="128" y="36"/>
                </a:cubicBezTo>
                <a:cubicBezTo>
                  <a:pt x="127" y="16"/>
                  <a:pt x="112" y="0"/>
                  <a:pt x="93" y="0"/>
                </a:cubicBezTo>
                <a:cubicBezTo>
                  <a:pt x="86" y="0"/>
                  <a:pt x="80" y="2"/>
                  <a:pt x="75" y="5"/>
                </a:cubicBezTo>
                <a:cubicBezTo>
                  <a:pt x="71" y="7"/>
                  <a:pt x="68" y="10"/>
                  <a:pt x="65" y="13"/>
                </a:cubicBezTo>
                <a:cubicBezTo>
                  <a:pt x="64" y="15"/>
                  <a:pt x="64" y="15"/>
                  <a:pt x="64" y="15"/>
                </a:cubicBezTo>
                <a:cubicBezTo>
                  <a:pt x="63" y="13"/>
                  <a:pt x="63" y="13"/>
                  <a:pt x="63" y="13"/>
                </a:cubicBezTo>
                <a:cubicBezTo>
                  <a:pt x="60" y="10"/>
                  <a:pt x="57" y="7"/>
                  <a:pt x="53" y="5"/>
                </a:cubicBezTo>
                <a:cubicBezTo>
                  <a:pt x="48" y="2"/>
                  <a:pt x="42" y="0"/>
                  <a:pt x="35" y="0"/>
                </a:cubicBezTo>
                <a:cubicBezTo>
                  <a:pt x="16" y="0"/>
                  <a:pt x="1" y="16"/>
                  <a:pt x="0" y="36"/>
                </a:cubicBezTo>
                <a:cubicBezTo>
                  <a:pt x="0" y="45"/>
                  <a:pt x="3" y="55"/>
                  <a:pt x="9" y="65"/>
                </a:cubicBezTo>
                <a:cubicBezTo>
                  <a:pt x="15" y="73"/>
                  <a:pt x="22" y="81"/>
                  <a:pt x="31" y="88"/>
                </a:cubicBezTo>
                <a:cubicBezTo>
                  <a:pt x="47" y="101"/>
                  <a:pt x="62" y="109"/>
                  <a:pt x="63" y="109"/>
                </a:cubicBezTo>
                <a:cubicBezTo>
                  <a:pt x="64" y="109"/>
                  <a:pt x="64" y="109"/>
                  <a:pt x="64" y="109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6" y="108"/>
                  <a:pt x="70" y="107"/>
                  <a:pt x="76" y="103"/>
                </a:cubicBezTo>
                <a:cubicBezTo>
                  <a:pt x="76" y="103"/>
                  <a:pt x="76" y="103"/>
                  <a:pt x="76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83" y="107"/>
                  <a:pt x="89" y="109"/>
                  <a:pt x="96" y="109"/>
                </a:cubicBezTo>
                <a:cubicBezTo>
                  <a:pt x="114" y="109"/>
                  <a:pt x="128" y="95"/>
                  <a:pt x="128" y="77"/>
                </a:cubicBezTo>
                <a:cubicBezTo>
                  <a:pt x="128" y="71"/>
                  <a:pt x="126" y="65"/>
                  <a:pt x="123" y="60"/>
                </a:cubicBezTo>
                <a:close/>
                <a:moveTo>
                  <a:pt x="71" y="100"/>
                </a:moveTo>
                <a:cubicBezTo>
                  <a:pt x="68" y="102"/>
                  <a:pt x="66" y="103"/>
                  <a:pt x="65" y="104"/>
                </a:cubicBezTo>
                <a:cubicBezTo>
                  <a:pt x="64" y="104"/>
                  <a:pt x="64" y="104"/>
                  <a:pt x="64" y="104"/>
                </a:cubicBezTo>
                <a:cubicBezTo>
                  <a:pt x="63" y="104"/>
                  <a:pt x="63" y="104"/>
                  <a:pt x="63" y="104"/>
                </a:cubicBezTo>
                <a:cubicBezTo>
                  <a:pt x="59" y="101"/>
                  <a:pt x="46" y="95"/>
                  <a:pt x="34" y="85"/>
                </a:cubicBezTo>
                <a:cubicBezTo>
                  <a:pt x="25" y="78"/>
                  <a:pt x="18" y="70"/>
                  <a:pt x="13" y="63"/>
                </a:cubicBezTo>
                <a:cubicBezTo>
                  <a:pt x="7" y="54"/>
                  <a:pt x="4" y="45"/>
                  <a:pt x="5" y="36"/>
                </a:cubicBezTo>
                <a:cubicBezTo>
                  <a:pt x="5" y="27"/>
                  <a:pt x="8" y="20"/>
                  <a:pt x="14" y="14"/>
                </a:cubicBezTo>
                <a:cubicBezTo>
                  <a:pt x="20" y="8"/>
                  <a:pt x="27" y="5"/>
                  <a:pt x="35" y="5"/>
                </a:cubicBezTo>
                <a:cubicBezTo>
                  <a:pt x="41" y="5"/>
                  <a:pt x="46" y="6"/>
                  <a:pt x="51" y="9"/>
                </a:cubicBezTo>
                <a:cubicBezTo>
                  <a:pt x="56" y="12"/>
                  <a:pt x="59" y="16"/>
                  <a:pt x="62" y="20"/>
                </a:cubicBezTo>
                <a:cubicBezTo>
                  <a:pt x="64" y="23"/>
                  <a:pt x="64" y="23"/>
                  <a:pt x="64" y="23"/>
                </a:cubicBezTo>
                <a:cubicBezTo>
                  <a:pt x="66" y="20"/>
                  <a:pt x="66" y="20"/>
                  <a:pt x="66" y="20"/>
                </a:cubicBezTo>
                <a:cubicBezTo>
                  <a:pt x="69" y="16"/>
                  <a:pt x="72" y="12"/>
                  <a:pt x="77" y="9"/>
                </a:cubicBezTo>
                <a:cubicBezTo>
                  <a:pt x="82" y="6"/>
                  <a:pt x="87" y="5"/>
                  <a:pt x="93" y="5"/>
                </a:cubicBezTo>
                <a:cubicBezTo>
                  <a:pt x="101" y="5"/>
                  <a:pt x="108" y="8"/>
                  <a:pt x="114" y="14"/>
                </a:cubicBezTo>
                <a:cubicBezTo>
                  <a:pt x="120" y="20"/>
                  <a:pt x="123" y="27"/>
                  <a:pt x="123" y="36"/>
                </a:cubicBezTo>
                <a:cubicBezTo>
                  <a:pt x="124" y="41"/>
                  <a:pt x="122" y="47"/>
                  <a:pt x="120" y="53"/>
                </a:cubicBezTo>
                <a:cubicBezTo>
                  <a:pt x="119" y="55"/>
                  <a:pt x="119" y="55"/>
                  <a:pt x="119" y="55"/>
                </a:cubicBezTo>
                <a:cubicBezTo>
                  <a:pt x="118" y="54"/>
                  <a:pt x="118" y="54"/>
                  <a:pt x="118" y="54"/>
                </a:cubicBezTo>
                <a:cubicBezTo>
                  <a:pt x="112" y="48"/>
                  <a:pt x="104" y="46"/>
                  <a:pt x="96" y="46"/>
                </a:cubicBezTo>
                <a:cubicBezTo>
                  <a:pt x="78" y="46"/>
                  <a:pt x="64" y="60"/>
                  <a:pt x="64" y="77"/>
                </a:cubicBezTo>
                <a:cubicBezTo>
                  <a:pt x="64" y="85"/>
                  <a:pt x="67" y="92"/>
                  <a:pt x="72" y="98"/>
                </a:cubicBezTo>
                <a:cubicBezTo>
                  <a:pt x="73" y="99"/>
                  <a:pt x="73" y="99"/>
                  <a:pt x="73" y="99"/>
                </a:cubicBezTo>
                <a:lnTo>
                  <a:pt x="71" y="100"/>
                </a:lnTo>
                <a:close/>
                <a:moveTo>
                  <a:pt x="115" y="97"/>
                </a:moveTo>
                <a:cubicBezTo>
                  <a:pt x="110" y="102"/>
                  <a:pt x="103" y="105"/>
                  <a:pt x="96" y="105"/>
                </a:cubicBezTo>
                <a:cubicBezTo>
                  <a:pt x="89" y="105"/>
                  <a:pt x="82" y="102"/>
                  <a:pt x="77" y="97"/>
                </a:cubicBezTo>
                <a:cubicBezTo>
                  <a:pt x="72" y="92"/>
                  <a:pt x="69" y="85"/>
                  <a:pt x="69" y="77"/>
                </a:cubicBezTo>
                <a:cubicBezTo>
                  <a:pt x="69" y="70"/>
                  <a:pt x="72" y="63"/>
                  <a:pt x="77" y="58"/>
                </a:cubicBezTo>
                <a:cubicBezTo>
                  <a:pt x="82" y="53"/>
                  <a:pt x="89" y="50"/>
                  <a:pt x="96" y="50"/>
                </a:cubicBezTo>
                <a:cubicBezTo>
                  <a:pt x="103" y="50"/>
                  <a:pt x="110" y="53"/>
                  <a:pt x="115" y="58"/>
                </a:cubicBezTo>
                <a:cubicBezTo>
                  <a:pt x="121" y="63"/>
                  <a:pt x="123" y="70"/>
                  <a:pt x="123" y="77"/>
                </a:cubicBezTo>
                <a:cubicBezTo>
                  <a:pt x="123" y="85"/>
                  <a:pt x="121" y="92"/>
                  <a:pt x="115" y="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Freeform 218"/>
          <p:cNvSpPr/>
          <p:nvPr/>
        </p:nvSpPr>
        <p:spPr bwMode="auto">
          <a:xfrm>
            <a:off x="6391275" y="392113"/>
            <a:ext cx="85725" cy="85725"/>
          </a:xfrm>
          <a:custGeom>
            <a:avLst/>
            <a:gdLst>
              <a:gd name="T0" fmla="*/ 21 w 23"/>
              <a:gd name="T1" fmla="*/ 0 h 23"/>
              <a:gd name="T2" fmla="*/ 0 w 23"/>
              <a:gd name="T3" fmla="*/ 21 h 23"/>
              <a:gd name="T4" fmla="*/ 2 w 23"/>
              <a:gd name="T5" fmla="*/ 23 h 23"/>
              <a:gd name="T6" fmla="*/ 4 w 23"/>
              <a:gd name="T7" fmla="*/ 21 h 23"/>
              <a:gd name="T8" fmla="*/ 21 w 23"/>
              <a:gd name="T9" fmla="*/ 5 h 23"/>
              <a:gd name="T10" fmla="*/ 23 w 23"/>
              <a:gd name="T11" fmla="*/ 2 h 23"/>
              <a:gd name="T12" fmla="*/ 21 w 23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23">
                <a:moveTo>
                  <a:pt x="21" y="0"/>
                </a:moveTo>
                <a:cubicBezTo>
                  <a:pt x="9" y="0"/>
                  <a:pt x="0" y="9"/>
                  <a:pt x="0" y="21"/>
                </a:cubicBezTo>
                <a:cubicBezTo>
                  <a:pt x="0" y="22"/>
                  <a:pt x="1" y="23"/>
                  <a:pt x="2" y="23"/>
                </a:cubicBezTo>
                <a:cubicBezTo>
                  <a:pt x="3" y="23"/>
                  <a:pt x="4" y="22"/>
                  <a:pt x="4" y="21"/>
                </a:cubicBezTo>
                <a:cubicBezTo>
                  <a:pt x="4" y="12"/>
                  <a:pt x="12" y="5"/>
                  <a:pt x="21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Freeform 219"/>
          <p:cNvSpPr/>
          <p:nvPr/>
        </p:nvSpPr>
        <p:spPr bwMode="auto">
          <a:xfrm>
            <a:off x="6645275" y="576263"/>
            <a:ext cx="101600" cy="101600"/>
          </a:xfrm>
          <a:custGeom>
            <a:avLst/>
            <a:gdLst>
              <a:gd name="T0" fmla="*/ 24 w 27"/>
              <a:gd name="T1" fmla="*/ 11 h 27"/>
              <a:gd name="T2" fmla="*/ 15 w 27"/>
              <a:gd name="T3" fmla="*/ 11 h 27"/>
              <a:gd name="T4" fmla="*/ 15 w 27"/>
              <a:gd name="T5" fmla="*/ 2 h 27"/>
              <a:gd name="T6" fmla="*/ 13 w 27"/>
              <a:gd name="T7" fmla="*/ 0 h 27"/>
              <a:gd name="T8" fmla="*/ 11 w 27"/>
              <a:gd name="T9" fmla="*/ 2 h 27"/>
              <a:gd name="T10" fmla="*/ 11 w 27"/>
              <a:gd name="T11" fmla="*/ 11 h 27"/>
              <a:gd name="T12" fmla="*/ 2 w 27"/>
              <a:gd name="T13" fmla="*/ 11 h 27"/>
              <a:gd name="T14" fmla="*/ 0 w 27"/>
              <a:gd name="T15" fmla="*/ 13 h 27"/>
              <a:gd name="T16" fmla="*/ 2 w 27"/>
              <a:gd name="T17" fmla="*/ 16 h 27"/>
              <a:gd name="T18" fmla="*/ 11 w 27"/>
              <a:gd name="T19" fmla="*/ 16 h 27"/>
              <a:gd name="T20" fmla="*/ 11 w 27"/>
              <a:gd name="T21" fmla="*/ 25 h 27"/>
              <a:gd name="T22" fmla="*/ 13 w 27"/>
              <a:gd name="T23" fmla="*/ 27 h 27"/>
              <a:gd name="T24" fmla="*/ 15 w 27"/>
              <a:gd name="T25" fmla="*/ 25 h 27"/>
              <a:gd name="T26" fmla="*/ 15 w 27"/>
              <a:gd name="T27" fmla="*/ 16 h 27"/>
              <a:gd name="T28" fmla="*/ 24 w 27"/>
              <a:gd name="T29" fmla="*/ 16 h 27"/>
              <a:gd name="T30" fmla="*/ 27 w 27"/>
              <a:gd name="T31" fmla="*/ 13 h 27"/>
              <a:gd name="T32" fmla="*/ 24 w 27"/>
              <a:gd name="T33" fmla="*/ 1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" h="27">
                <a:moveTo>
                  <a:pt x="24" y="11"/>
                </a:moveTo>
                <a:cubicBezTo>
                  <a:pt x="15" y="11"/>
                  <a:pt x="15" y="11"/>
                  <a:pt x="15" y="11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1"/>
                  <a:pt x="14" y="0"/>
                  <a:pt x="13" y="0"/>
                </a:cubicBezTo>
                <a:cubicBezTo>
                  <a:pt x="12" y="0"/>
                  <a:pt x="11" y="1"/>
                  <a:pt x="11" y="2"/>
                </a:cubicBezTo>
                <a:cubicBezTo>
                  <a:pt x="11" y="11"/>
                  <a:pt x="11" y="11"/>
                  <a:pt x="11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1" y="11"/>
                  <a:pt x="0" y="12"/>
                  <a:pt x="0" y="13"/>
                </a:cubicBezTo>
                <a:cubicBezTo>
                  <a:pt x="0" y="15"/>
                  <a:pt x="1" y="16"/>
                  <a:pt x="2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6"/>
                  <a:pt x="12" y="27"/>
                  <a:pt x="13" y="27"/>
                </a:cubicBezTo>
                <a:cubicBezTo>
                  <a:pt x="14" y="27"/>
                  <a:pt x="15" y="26"/>
                  <a:pt x="15" y="25"/>
                </a:cubicBezTo>
                <a:cubicBezTo>
                  <a:pt x="15" y="16"/>
                  <a:pt x="15" y="16"/>
                  <a:pt x="15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5" y="16"/>
                  <a:pt x="27" y="15"/>
                  <a:pt x="27" y="13"/>
                </a:cubicBezTo>
                <a:cubicBezTo>
                  <a:pt x="27" y="12"/>
                  <a:pt x="25" y="11"/>
                  <a:pt x="24" y="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Freeform 220"/>
          <p:cNvSpPr>
            <a:spLocks noEditPoints="1"/>
          </p:cNvSpPr>
          <p:nvPr/>
        </p:nvSpPr>
        <p:spPr bwMode="auto">
          <a:xfrm>
            <a:off x="6334125" y="334963"/>
            <a:ext cx="481013" cy="409575"/>
          </a:xfrm>
          <a:custGeom>
            <a:avLst/>
            <a:gdLst>
              <a:gd name="T0" fmla="*/ 123 w 128"/>
              <a:gd name="T1" fmla="*/ 60 h 109"/>
              <a:gd name="T2" fmla="*/ 122 w 128"/>
              <a:gd name="T3" fmla="*/ 59 h 109"/>
              <a:gd name="T4" fmla="*/ 123 w 128"/>
              <a:gd name="T5" fmla="*/ 58 h 109"/>
              <a:gd name="T6" fmla="*/ 128 w 128"/>
              <a:gd name="T7" fmla="*/ 36 h 109"/>
              <a:gd name="T8" fmla="*/ 93 w 128"/>
              <a:gd name="T9" fmla="*/ 0 h 109"/>
              <a:gd name="T10" fmla="*/ 75 w 128"/>
              <a:gd name="T11" fmla="*/ 5 h 109"/>
              <a:gd name="T12" fmla="*/ 65 w 128"/>
              <a:gd name="T13" fmla="*/ 13 h 109"/>
              <a:gd name="T14" fmla="*/ 64 w 128"/>
              <a:gd name="T15" fmla="*/ 15 h 109"/>
              <a:gd name="T16" fmla="*/ 63 w 128"/>
              <a:gd name="T17" fmla="*/ 13 h 109"/>
              <a:gd name="T18" fmla="*/ 53 w 128"/>
              <a:gd name="T19" fmla="*/ 5 h 109"/>
              <a:gd name="T20" fmla="*/ 35 w 128"/>
              <a:gd name="T21" fmla="*/ 0 h 109"/>
              <a:gd name="T22" fmla="*/ 0 w 128"/>
              <a:gd name="T23" fmla="*/ 36 h 109"/>
              <a:gd name="T24" fmla="*/ 9 w 128"/>
              <a:gd name="T25" fmla="*/ 65 h 109"/>
              <a:gd name="T26" fmla="*/ 31 w 128"/>
              <a:gd name="T27" fmla="*/ 88 h 109"/>
              <a:gd name="T28" fmla="*/ 63 w 128"/>
              <a:gd name="T29" fmla="*/ 109 h 109"/>
              <a:gd name="T30" fmla="*/ 64 w 128"/>
              <a:gd name="T31" fmla="*/ 109 h 109"/>
              <a:gd name="T32" fmla="*/ 65 w 128"/>
              <a:gd name="T33" fmla="*/ 109 h 109"/>
              <a:gd name="T34" fmla="*/ 76 w 128"/>
              <a:gd name="T35" fmla="*/ 103 h 109"/>
              <a:gd name="T36" fmla="*/ 76 w 128"/>
              <a:gd name="T37" fmla="*/ 103 h 109"/>
              <a:gd name="T38" fmla="*/ 77 w 128"/>
              <a:gd name="T39" fmla="*/ 103 h 109"/>
              <a:gd name="T40" fmla="*/ 96 w 128"/>
              <a:gd name="T41" fmla="*/ 109 h 109"/>
              <a:gd name="T42" fmla="*/ 128 w 128"/>
              <a:gd name="T43" fmla="*/ 77 h 109"/>
              <a:gd name="T44" fmla="*/ 123 w 128"/>
              <a:gd name="T45" fmla="*/ 60 h 109"/>
              <a:gd name="T46" fmla="*/ 71 w 128"/>
              <a:gd name="T47" fmla="*/ 100 h 109"/>
              <a:gd name="T48" fmla="*/ 65 w 128"/>
              <a:gd name="T49" fmla="*/ 104 h 109"/>
              <a:gd name="T50" fmla="*/ 64 w 128"/>
              <a:gd name="T51" fmla="*/ 104 h 109"/>
              <a:gd name="T52" fmla="*/ 63 w 128"/>
              <a:gd name="T53" fmla="*/ 104 h 109"/>
              <a:gd name="T54" fmla="*/ 34 w 128"/>
              <a:gd name="T55" fmla="*/ 85 h 109"/>
              <a:gd name="T56" fmla="*/ 13 w 128"/>
              <a:gd name="T57" fmla="*/ 63 h 109"/>
              <a:gd name="T58" fmla="*/ 5 w 128"/>
              <a:gd name="T59" fmla="*/ 36 h 109"/>
              <a:gd name="T60" fmla="*/ 14 w 128"/>
              <a:gd name="T61" fmla="*/ 14 h 109"/>
              <a:gd name="T62" fmla="*/ 35 w 128"/>
              <a:gd name="T63" fmla="*/ 5 h 109"/>
              <a:gd name="T64" fmla="*/ 51 w 128"/>
              <a:gd name="T65" fmla="*/ 9 h 109"/>
              <a:gd name="T66" fmla="*/ 62 w 128"/>
              <a:gd name="T67" fmla="*/ 20 h 109"/>
              <a:gd name="T68" fmla="*/ 64 w 128"/>
              <a:gd name="T69" fmla="*/ 23 h 109"/>
              <a:gd name="T70" fmla="*/ 66 w 128"/>
              <a:gd name="T71" fmla="*/ 20 h 109"/>
              <a:gd name="T72" fmla="*/ 77 w 128"/>
              <a:gd name="T73" fmla="*/ 9 h 109"/>
              <a:gd name="T74" fmla="*/ 93 w 128"/>
              <a:gd name="T75" fmla="*/ 5 h 109"/>
              <a:gd name="T76" fmla="*/ 114 w 128"/>
              <a:gd name="T77" fmla="*/ 14 h 109"/>
              <a:gd name="T78" fmla="*/ 123 w 128"/>
              <a:gd name="T79" fmla="*/ 36 h 109"/>
              <a:gd name="T80" fmla="*/ 120 w 128"/>
              <a:gd name="T81" fmla="*/ 53 h 109"/>
              <a:gd name="T82" fmla="*/ 119 w 128"/>
              <a:gd name="T83" fmla="*/ 55 h 109"/>
              <a:gd name="T84" fmla="*/ 118 w 128"/>
              <a:gd name="T85" fmla="*/ 54 h 109"/>
              <a:gd name="T86" fmla="*/ 96 w 128"/>
              <a:gd name="T87" fmla="*/ 46 h 109"/>
              <a:gd name="T88" fmla="*/ 64 w 128"/>
              <a:gd name="T89" fmla="*/ 77 h 109"/>
              <a:gd name="T90" fmla="*/ 72 w 128"/>
              <a:gd name="T91" fmla="*/ 98 h 109"/>
              <a:gd name="T92" fmla="*/ 73 w 128"/>
              <a:gd name="T93" fmla="*/ 99 h 109"/>
              <a:gd name="T94" fmla="*/ 71 w 128"/>
              <a:gd name="T95" fmla="*/ 100 h 109"/>
              <a:gd name="T96" fmla="*/ 115 w 128"/>
              <a:gd name="T97" fmla="*/ 97 h 109"/>
              <a:gd name="T98" fmla="*/ 96 w 128"/>
              <a:gd name="T99" fmla="*/ 105 h 109"/>
              <a:gd name="T100" fmla="*/ 77 w 128"/>
              <a:gd name="T101" fmla="*/ 97 h 109"/>
              <a:gd name="T102" fmla="*/ 69 w 128"/>
              <a:gd name="T103" fmla="*/ 77 h 109"/>
              <a:gd name="T104" fmla="*/ 77 w 128"/>
              <a:gd name="T105" fmla="*/ 58 h 109"/>
              <a:gd name="T106" fmla="*/ 96 w 128"/>
              <a:gd name="T107" fmla="*/ 50 h 109"/>
              <a:gd name="T108" fmla="*/ 115 w 128"/>
              <a:gd name="T109" fmla="*/ 58 h 109"/>
              <a:gd name="T110" fmla="*/ 123 w 128"/>
              <a:gd name="T111" fmla="*/ 77 h 109"/>
              <a:gd name="T112" fmla="*/ 115 w 128"/>
              <a:gd name="T113" fmla="*/ 97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8" h="109">
                <a:moveTo>
                  <a:pt x="123" y="60"/>
                </a:moveTo>
                <a:cubicBezTo>
                  <a:pt x="122" y="59"/>
                  <a:pt x="122" y="59"/>
                  <a:pt x="122" y="59"/>
                </a:cubicBezTo>
                <a:cubicBezTo>
                  <a:pt x="123" y="58"/>
                  <a:pt x="123" y="58"/>
                  <a:pt x="123" y="58"/>
                </a:cubicBezTo>
                <a:cubicBezTo>
                  <a:pt x="126" y="51"/>
                  <a:pt x="128" y="43"/>
                  <a:pt x="128" y="36"/>
                </a:cubicBezTo>
                <a:cubicBezTo>
                  <a:pt x="127" y="16"/>
                  <a:pt x="112" y="0"/>
                  <a:pt x="93" y="0"/>
                </a:cubicBezTo>
                <a:cubicBezTo>
                  <a:pt x="86" y="0"/>
                  <a:pt x="80" y="2"/>
                  <a:pt x="75" y="5"/>
                </a:cubicBezTo>
                <a:cubicBezTo>
                  <a:pt x="71" y="7"/>
                  <a:pt x="68" y="10"/>
                  <a:pt x="65" y="13"/>
                </a:cubicBezTo>
                <a:cubicBezTo>
                  <a:pt x="64" y="15"/>
                  <a:pt x="64" y="15"/>
                  <a:pt x="64" y="15"/>
                </a:cubicBezTo>
                <a:cubicBezTo>
                  <a:pt x="63" y="13"/>
                  <a:pt x="63" y="13"/>
                  <a:pt x="63" y="13"/>
                </a:cubicBezTo>
                <a:cubicBezTo>
                  <a:pt x="60" y="10"/>
                  <a:pt x="57" y="7"/>
                  <a:pt x="53" y="5"/>
                </a:cubicBezTo>
                <a:cubicBezTo>
                  <a:pt x="48" y="2"/>
                  <a:pt x="42" y="0"/>
                  <a:pt x="35" y="0"/>
                </a:cubicBezTo>
                <a:cubicBezTo>
                  <a:pt x="16" y="0"/>
                  <a:pt x="1" y="16"/>
                  <a:pt x="0" y="36"/>
                </a:cubicBezTo>
                <a:cubicBezTo>
                  <a:pt x="0" y="45"/>
                  <a:pt x="3" y="55"/>
                  <a:pt x="9" y="65"/>
                </a:cubicBezTo>
                <a:cubicBezTo>
                  <a:pt x="15" y="73"/>
                  <a:pt x="22" y="81"/>
                  <a:pt x="31" y="88"/>
                </a:cubicBezTo>
                <a:cubicBezTo>
                  <a:pt x="47" y="101"/>
                  <a:pt x="62" y="109"/>
                  <a:pt x="63" y="109"/>
                </a:cubicBezTo>
                <a:cubicBezTo>
                  <a:pt x="64" y="109"/>
                  <a:pt x="64" y="109"/>
                  <a:pt x="64" y="109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6" y="108"/>
                  <a:pt x="70" y="107"/>
                  <a:pt x="76" y="103"/>
                </a:cubicBezTo>
                <a:cubicBezTo>
                  <a:pt x="76" y="103"/>
                  <a:pt x="76" y="103"/>
                  <a:pt x="76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83" y="107"/>
                  <a:pt x="89" y="109"/>
                  <a:pt x="96" y="109"/>
                </a:cubicBezTo>
                <a:cubicBezTo>
                  <a:pt x="114" y="109"/>
                  <a:pt x="128" y="95"/>
                  <a:pt x="128" y="77"/>
                </a:cubicBezTo>
                <a:cubicBezTo>
                  <a:pt x="128" y="71"/>
                  <a:pt x="126" y="65"/>
                  <a:pt x="123" y="60"/>
                </a:cubicBezTo>
                <a:close/>
                <a:moveTo>
                  <a:pt x="71" y="100"/>
                </a:moveTo>
                <a:cubicBezTo>
                  <a:pt x="68" y="102"/>
                  <a:pt x="66" y="103"/>
                  <a:pt x="65" y="104"/>
                </a:cubicBezTo>
                <a:cubicBezTo>
                  <a:pt x="64" y="104"/>
                  <a:pt x="64" y="104"/>
                  <a:pt x="64" y="104"/>
                </a:cubicBezTo>
                <a:cubicBezTo>
                  <a:pt x="63" y="104"/>
                  <a:pt x="63" y="104"/>
                  <a:pt x="63" y="104"/>
                </a:cubicBezTo>
                <a:cubicBezTo>
                  <a:pt x="59" y="101"/>
                  <a:pt x="46" y="95"/>
                  <a:pt x="34" y="85"/>
                </a:cubicBezTo>
                <a:cubicBezTo>
                  <a:pt x="25" y="78"/>
                  <a:pt x="18" y="70"/>
                  <a:pt x="13" y="63"/>
                </a:cubicBezTo>
                <a:cubicBezTo>
                  <a:pt x="7" y="54"/>
                  <a:pt x="4" y="45"/>
                  <a:pt x="5" y="36"/>
                </a:cubicBezTo>
                <a:cubicBezTo>
                  <a:pt x="5" y="27"/>
                  <a:pt x="8" y="20"/>
                  <a:pt x="14" y="14"/>
                </a:cubicBezTo>
                <a:cubicBezTo>
                  <a:pt x="20" y="8"/>
                  <a:pt x="27" y="5"/>
                  <a:pt x="35" y="5"/>
                </a:cubicBezTo>
                <a:cubicBezTo>
                  <a:pt x="41" y="5"/>
                  <a:pt x="46" y="6"/>
                  <a:pt x="51" y="9"/>
                </a:cubicBezTo>
                <a:cubicBezTo>
                  <a:pt x="56" y="12"/>
                  <a:pt x="59" y="16"/>
                  <a:pt x="62" y="20"/>
                </a:cubicBezTo>
                <a:cubicBezTo>
                  <a:pt x="64" y="23"/>
                  <a:pt x="64" y="23"/>
                  <a:pt x="64" y="23"/>
                </a:cubicBezTo>
                <a:cubicBezTo>
                  <a:pt x="66" y="20"/>
                  <a:pt x="66" y="20"/>
                  <a:pt x="66" y="20"/>
                </a:cubicBezTo>
                <a:cubicBezTo>
                  <a:pt x="69" y="16"/>
                  <a:pt x="72" y="12"/>
                  <a:pt x="77" y="9"/>
                </a:cubicBezTo>
                <a:cubicBezTo>
                  <a:pt x="82" y="6"/>
                  <a:pt x="87" y="5"/>
                  <a:pt x="93" y="5"/>
                </a:cubicBezTo>
                <a:cubicBezTo>
                  <a:pt x="101" y="5"/>
                  <a:pt x="108" y="8"/>
                  <a:pt x="114" y="14"/>
                </a:cubicBezTo>
                <a:cubicBezTo>
                  <a:pt x="120" y="20"/>
                  <a:pt x="123" y="27"/>
                  <a:pt x="123" y="36"/>
                </a:cubicBezTo>
                <a:cubicBezTo>
                  <a:pt x="124" y="41"/>
                  <a:pt x="122" y="47"/>
                  <a:pt x="120" y="53"/>
                </a:cubicBezTo>
                <a:cubicBezTo>
                  <a:pt x="119" y="55"/>
                  <a:pt x="119" y="55"/>
                  <a:pt x="119" y="55"/>
                </a:cubicBezTo>
                <a:cubicBezTo>
                  <a:pt x="118" y="54"/>
                  <a:pt x="118" y="54"/>
                  <a:pt x="118" y="54"/>
                </a:cubicBezTo>
                <a:cubicBezTo>
                  <a:pt x="112" y="48"/>
                  <a:pt x="104" y="46"/>
                  <a:pt x="96" y="46"/>
                </a:cubicBezTo>
                <a:cubicBezTo>
                  <a:pt x="78" y="46"/>
                  <a:pt x="64" y="60"/>
                  <a:pt x="64" y="77"/>
                </a:cubicBezTo>
                <a:cubicBezTo>
                  <a:pt x="64" y="85"/>
                  <a:pt x="67" y="92"/>
                  <a:pt x="72" y="98"/>
                </a:cubicBezTo>
                <a:cubicBezTo>
                  <a:pt x="73" y="99"/>
                  <a:pt x="73" y="99"/>
                  <a:pt x="73" y="99"/>
                </a:cubicBezTo>
                <a:lnTo>
                  <a:pt x="71" y="100"/>
                </a:lnTo>
                <a:close/>
                <a:moveTo>
                  <a:pt x="115" y="97"/>
                </a:moveTo>
                <a:cubicBezTo>
                  <a:pt x="110" y="102"/>
                  <a:pt x="103" y="105"/>
                  <a:pt x="96" y="105"/>
                </a:cubicBezTo>
                <a:cubicBezTo>
                  <a:pt x="89" y="105"/>
                  <a:pt x="82" y="102"/>
                  <a:pt x="77" y="97"/>
                </a:cubicBezTo>
                <a:cubicBezTo>
                  <a:pt x="72" y="92"/>
                  <a:pt x="69" y="85"/>
                  <a:pt x="69" y="77"/>
                </a:cubicBezTo>
                <a:cubicBezTo>
                  <a:pt x="69" y="70"/>
                  <a:pt x="72" y="63"/>
                  <a:pt x="77" y="58"/>
                </a:cubicBezTo>
                <a:cubicBezTo>
                  <a:pt x="82" y="53"/>
                  <a:pt x="89" y="50"/>
                  <a:pt x="96" y="50"/>
                </a:cubicBezTo>
                <a:cubicBezTo>
                  <a:pt x="103" y="50"/>
                  <a:pt x="110" y="53"/>
                  <a:pt x="115" y="58"/>
                </a:cubicBezTo>
                <a:cubicBezTo>
                  <a:pt x="121" y="63"/>
                  <a:pt x="123" y="70"/>
                  <a:pt x="123" y="77"/>
                </a:cubicBezTo>
                <a:cubicBezTo>
                  <a:pt x="123" y="85"/>
                  <a:pt x="121" y="92"/>
                  <a:pt x="115" y="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Freeform 221"/>
          <p:cNvSpPr>
            <a:spLocks noEditPoints="1"/>
          </p:cNvSpPr>
          <p:nvPr/>
        </p:nvSpPr>
        <p:spPr bwMode="auto">
          <a:xfrm>
            <a:off x="5373688" y="334963"/>
            <a:ext cx="479425" cy="409575"/>
          </a:xfrm>
          <a:custGeom>
            <a:avLst/>
            <a:gdLst>
              <a:gd name="T0" fmla="*/ 93 w 128"/>
              <a:gd name="T1" fmla="*/ 0 h 109"/>
              <a:gd name="T2" fmla="*/ 75 w 128"/>
              <a:gd name="T3" fmla="*/ 5 h 109"/>
              <a:gd name="T4" fmla="*/ 65 w 128"/>
              <a:gd name="T5" fmla="*/ 13 h 109"/>
              <a:gd name="T6" fmla="*/ 64 w 128"/>
              <a:gd name="T7" fmla="*/ 15 h 109"/>
              <a:gd name="T8" fmla="*/ 63 w 128"/>
              <a:gd name="T9" fmla="*/ 13 h 109"/>
              <a:gd name="T10" fmla="*/ 53 w 128"/>
              <a:gd name="T11" fmla="*/ 5 h 109"/>
              <a:gd name="T12" fmla="*/ 35 w 128"/>
              <a:gd name="T13" fmla="*/ 0 h 109"/>
              <a:gd name="T14" fmla="*/ 0 w 128"/>
              <a:gd name="T15" fmla="*/ 36 h 109"/>
              <a:gd name="T16" fmla="*/ 9 w 128"/>
              <a:gd name="T17" fmla="*/ 65 h 109"/>
              <a:gd name="T18" fmla="*/ 31 w 128"/>
              <a:gd name="T19" fmla="*/ 88 h 109"/>
              <a:gd name="T20" fmla="*/ 63 w 128"/>
              <a:gd name="T21" fmla="*/ 109 h 109"/>
              <a:gd name="T22" fmla="*/ 64 w 128"/>
              <a:gd name="T23" fmla="*/ 109 h 109"/>
              <a:gd name="T24" fmla="*/ 65 w 128"/>
              <a:gd name="T25" fmla="*/ 109 h 109"/>
              <a:gd name="T26" fmla="*/ 97 w 128"/>
              <a:gd name="T27" fmla="*/ 88 h 109"/>
              <a:gd name="T28" fmla="*/ 119 w 128"/>
              <a:gd name="T29" fmla="*/ 65 h 109"/>
              <a:gd name="T30" fmla="*/ 128 w 128"/>
              <a:gd name="T31" fmla="*/ 36 h 109"/>
              <a:gd name="T32" fmla="*/ 93 w 128"/>
              <a:gd name="T33" fmla="*/ 0 h 109"/>
              <a:gd name="T34" fmla="*/ 115 w 128"/>
              <a:gd name="T35" fmla="*/ 63 h 109"/>
              <a:gd name="T36" fmla="*/ 94 w 128"/>
              <a:gd name="T37" fmla="*/ 85 h 109"/>
              <a:gd name="T38" fmla="*/ 65 w 128"/>
              <a:gd name="T39" fmla="*/ 104 h 109"/>
              <a:gd name="T40" fmla="*/ 64 w 128"/>
              <a:gd name="T41" fmla="*/ 104 h 109"/>
              <a:gd name="T42" fmla="*/ 63 w 128"/>
              <a:gd name="T43" fmla="*/ 104 h 109"/>
              <a:gd name="T44" fmla="*/ 34 w 128"/>
              <a:gd name="T45" fmla="*/ 85 h 109"/>
              <a:gd name="T46" fmla="*/ 13 w 128"/>
              <a:gd name="T47" fmla="*/ 63 h 109"/>
              <a:gd name="T48" fmla="*/ 5 w 128"/>
              <a:gd name="T49" fmla="*/ 36 h 109"/>
              <a:gd name="T50" fmla="*/ 14 w 128"/>
              <a:gd name="T51" fmla="*/ 14 h 109"/>
              <a:gd name="T52" fmla="*/ 35 w 128"/>
              <a:gd name="T53" fmla="*/ 5 h 109"/>
              <a:gd name="T54" fmla="*/ 51 w 128"/>
              <a:gd name="T55" fmla="*/ 9 h 109"/>
              <a:gd name="T56" fmla="*/ 62 w 128"/>
              <a:gd name="T57" fmla="*/ 20 h 109"/>
              <a:gd name="T58" fmla="*/ 64 w 128"/>
              <a:gd name="T59" fmla="*/ 23 h 109"/>
              <a:gd name="T60" fmla="*/ 66 w 128"/>
              <a:gd name="T61" fmla="*/ 20 h 109"/>
              <a:gd name="T62" fmla="*/ 77 w 128"/>
              <a:gd name="T63" fmla="*/ 9 h 109"/>
              <a:gd name="T64" fmla="*/ 93 w 128"/>
              <a:gd name="T65" fmla="*/ 5 h 109"/>
              <a:gd name="T66" fmla="*/ 114 w 128"/>
              <a:gd name="T67" fmla="*/ 14 h 109"/>
              <a:gd name="T68" fmla="*/ 123 w 128"/>
              <a:gd name="T69" fmla="*/ 36 h 109"/>
              <a:gd name="T70" fmla="*/ 115 w 128"/>
              <a:gd name="T71" fmla="*/ 63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" h="109">
                <a:moveTo>
                  <a:pt x="93" y="0"/>
                </a:moveTo>
                <a:cubicBezTo>
                  <a:pt x="86" y="0"/>
                  <a:pt x="80" y="2"/>
                  <a:pt x="75" y="5"/>
                </a:cubicBezTo>
                <a:cubicBezTo>
                  <a:pt x="71" y="7"/>
                  <a:pt x="68" y="10"/>
                  <a:pt x="65" y="13"/>
                </a:cubicBezTo>
                <a:cubicBezTo>
                  <a:pt x="64" y="15"/>
                  <a:pt x="64" y="15"/>
                  <a:pt x="64" y="15"/>
                </a:cubicBezTo>
                <a:cubicBezTo>
                  <a:pt x="63" y="13"/>
                  <a:pt x="63" y="13"/>
                  <a:pt x="63" y="13"/>
                </a:cubicBezTo>
                <a:cubicBezTo>
                  <a:pt x="60" y="10"/>
                  <a:pt x="57" y="7"/>
                  <a:pt x="53" y="5"/>
                </a:cubicBezTo>
                <a:cubicBezTo>
                  <a:pt x="48" y="2"/>
                  <a:pt x="42" y="0"/>
                  <a:pt x="35" y="0"/>
                </a:cubicBezTo>
                <a:cubicBezTo>
                  <a:pt x="16" y="0"/>
                  <a:pt x="1" y="16"/>
                  <a:pt x="0" y="36"/>
                </a:cubicBezTo>
                <a:cubicBezTo>
                  <a:pt x="0" y="45"/>
                  <a:pt x="3" y="55"/>
                  <a:pt x="9" y="65"/>
                </a:cubicBezTo>
                <a:cubicBezTo>
                  <a:pt x="15" y="73"/>
                  <a:pt x="22" y="81"/>
                  <a:pt x="31" y="88"/>
                </a:cubicBezTo>
                <a:cubicBezTo>
                  <a:pt x="47" y="101"/>
                  <a:pt x="63" y="109"/>
                  <a:pt x="63" y="109"/>
                </a:cubicBezTo>
                <a:cubicBezTo>
                  <a:pt x="64" y="109"/>
                  <a:pt x="64" y="109"/>
                  <a:pt x="64" y="109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6" y="109"/>
                  <a:pt x="81" y="101"/>
                  <a:pt x="97" y="88"/>
                </a:cubicBezTo>
                <a:cubicBezTo>
                  <a:pt x="106" y="81"/>
                  <a:pt x="113" y="73"/>
                  <a:pt x="119" y="65"/>
                </a:cubicBezTo>
                <a:cubicBezTo>
                  <a:pt x="125" y="55"/>
                  <a:pt x="128" y="45"/>
                  <a:pt x="128" y="36"/>
                </a:cubicBezTo>
                <a:cubicBezTo>
                  <a:pt x="127" y="16"/>
                  <a:pt x="112" y="0"/>
                  <a:pt x="93" y="0"/>
                </a:cubicBezTo>
                <a:close/>
                <a:moveTo>
                  <a:pt x="115" y="63"/>
                </a:moveTo>
                <a:cubicBezTo>
                  <a:pt x="110" y="70"/>
                  <a:pt x="103" y="78"/>
                  <a:pt x="94" y="85"/>
                </a:cubicBezTo>
                <a:cubicBezTo>
                  <a:pt x="82" y="95"/>
                  <a:pt x="69" y="101"/>
                  <a:pt x="65" y="104"/>
                </a:cubicBezTo>
                <a:cubicBezTo>
                  <a:pt x="64" y="104"/>
                  <a:pt x="64" y="104"/>
                  <a:pt x="64" y="104"/>
                </a:cubicBezTo>
                <a:cubicBezTo>
                  <a:pt x="63" y="104"/>
                  <a:pt x="63" y="104"/>
                  <a:pt x="63" y="104"/>
                </a:cubicBezTo>
                <a:cubicBezTo>
                  <a:pt x="59" y="101"/>
                  <a:pt x="46" y="95"/>
                  <a:pt x="34" y="85"/>
                </a:cubicBezTo>
                <a:cubicBezTo>
                  <a:pt x="25" y="78"/>
                  <a:pt x="18" y="70"/>
                  <a:pt x="13" y="63"/>
                </a:cubicBezTo>
                <a:cubicBezTo>
                  <a:pt x="7" y="54"/>
                  <a:pt x="4" y="45"/>
                  <a:pt x="5" y="36"/>
                </a:cubicBezTo>
                <a:cubicBezTo>
                  <a:pt x="5" y="27"/>
                  <a:pt x="8" y="20"/>
                  <a:pt x="14" y="14"/>
                </a:cubicBezTo>
                <a:cubicBezTo>
                  <a:pt x="20" y="8"/>
                  <a:pt x="27" y="5"/>
                  <a:pt x="35" y="5"/>
                </a:cubicBezTo>
                <a:cubicBezTo>
                  <a:pt x="41" y="5"/>
                  <a:pt x="46" y="6"/>
                  <a:pt x="51" y="9"/>
                </a:cubicBezTo>
                <a:cubicBezTo>
                  <a:pt x="56" y="12"/>
                  <a:pt x="59" y="16"/>
                  <a:pt x="62" y="20"/>
                </a:cubicBezTo>
                <a:cubicBezTo>
                  <a:pt x="64" y="23"/>
                  <a:pt x="64" y="23"/>
                  <a:pt x="64" y="23"/>
                </a:cubicBezTo>
                <a:cubicBezTo>
                  <a:pt x="66" y="20"/>
                  <a:pt x="66" y="20"/>
                  <a:pt x="66" y="20"/>
                </a:cubicBezTo>
                <a:cubicBezTo>
                  <a:pt x="69" y="16"/>
                  <a:pt x="72" y="12"/>
                  <a:pt x="77" y="9"/>
                </a:cubicBezTo>
                <a:cubicBezTo>
                  <a:pt x="82" y="6"/>
                  <a:pt x="87" y="5"/>
                  <a:pt x="93" y="5"/>
                </a:cubicBezTo>
                <a:cubicBezTo>
                  <a:pt x="101" y="5"/>
                  <a:pt x="108" y="8"/>
                  <a:pt x="114" y="14"/>
                </a:cubicBezTo>
                <a:cubicBezTo>
                  <a:pt x="120" y="20"/>
                  <a:pt x="123" y="27"/>
                  <a:pt x="123" y="36"/>
                </a:cubicBezTo>
                <a:cubicBezTo>
                  <a:pt x="124" y="45"/>
                  <a:pt x="121" y="54"/>
                  <a:pt x="115" y="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Freeform 222"/>
          <p:cNvSpPr/>
          <p:nvPr/>
        </p:nvSpPr>
        <p:spPr bwMode="auto">
          <a:xfrm>
            <a:off x="5429250" y="392113"/>
            <a:ext cx="87313" cy="85725"/>
          </a:xfrm>
          <a:custGeom>
            <a:avLst/>
            <a:gdLst>
              <a:gd name="T0" fmla="*/ 21 w 23"/>
              <a:gd name="T1" fmla="*/ 0 h 23"/>
              <a:gd name="T2" fmla="*/ 0 w 23"/>
              <a:gd name="T3" fmla="*/ 21 h 23"/>
              <a:gd name="T4" fmla="*/ 2 w 23"/>
              <a:gd name="T5" fmla="*/ 23 h 23"/>
              <a:gd name="T6" fmla="*/ 4 w 23"/>
              <a:gd name="T7" fmla="*/ 21 h 23"/>
              <a:gd name="T8" fmla="*/ 21 w 23"/>
              <a:gd name="T9" fmla="*/ 5 h 23"/>
              <a:gd name="T10" fmla="*/ 23 w 23"/>
              <a:gd name="T11" fmla="*/ 2 h 23"/>
              <a:gd name="T12" fmla="*/ 21 w 23"/>
              <a:gd name="T13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23">
                <a:moveTo>
                  <a:pt x="21" y="0"/>
                </a:moveTo>
                <a:cubicBezTo>
                  <a:pt x="9" y="0"/>
                  <a:pt x="0" y="9"/>
                  <a:pt x="0" y="21"/>
                </a:cubicBezTo>
                <a:cubicBezTo>
                  <a:pt x="0" y="22"/>
                  <a:pt x="1" y="23"/>
                  <a:pt x="2" y="23"/>
                </a:cubicBezTo>
                <a:cubicBezTo>
                  <a:pt x="3" y="23"/>
                  <a:pt x="4" y="22"/>
                  <a:pt x="4" y="21"/>
                </a:cubicBezTo>
                <a:cubicBezTo>
                  <a:pt x="4" y="12"/>
                  <a:pt x="12" y="5"/>
                  <a:pt x="21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Freeform 223"/>
          <p:cNvSpPr/>
          <p:nvPr/>
        </p:nvSpPr>
        <p:spPr bwMode="auto">
          <a:xfrm>
            <a:off x="4411663" y="317500"/>
            <a:ext cx="481013" cy="250825"/>
          </a:xfrm>
          <a:custGeom>
            <a:avLst/>
            <a:gdLst>
              <a:gd name="T0" fmla="*/ 127 w 128"/>
              <a:gd name="T1" fmla="*/ 63 h 67"/>
              <a:gd name="T2" fmla="*/ 66 w 128"/>
              <a:gd name="T3" fmla="*/ 1 h 67"/>
              <a:gd name="T4" fmla="*/ 64 w 128"/>
              <a:gd name="T5" fmla="*/ 0 h 67"/>
              <a:gd name="T6" fmla="*/ 62 w 128"/>
              <a:gd name="T7" fmla="*/ 1 h 67"/>
              <a:gd name="T8" fmla="*/ 1 w 128"/>
              <a:gd name="T9" fmla="*/ 63 h 67"/>
              <a:gd name="T10" fmla="*/ 1 w 128"/>
              <a:gd name="T11" fmla="*/ 66 h 67"/>
              <a:gd name="T12" fmla="*/ 4 w 128"/>
              <a:gd name="T13" fmla="*/ 66 h 67"/>
              <a:gd name="T14" fmla="*/ 64 w 128"/>
              <a:gd name="T15" fmla="*/ 6 h 67"/>
              <a:gd name="T16" fmla="*/ 124 w 128"/>
              <a:gd name="T17" fmla="*/ 66 h 67"/>
              <a:gd name="T18" fmla="*/ 127 w 128"/>
              <a:gd name="T19" fmla="*/ 66 h 67"/>
              <a:gd name="T20" fmla="*/ 127 w 128"/>
              <a:gd name="T21" fmla="*/ 63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8" h="67">
                <a:moveTo>
                  <a:pt x="127" y="63"/>
                </a:moveTo>
                <a:cubicBezTo>
                  <a:pt x="66" y="1"/>
                  <a:pt x="66" y="1"/>
                  <a:pt x="66" y="1"/>
                </a:cubicBezTo>
                <a:cubicBezTo>
                  <a:pt x="65" y="1"/>
                  <a:pt x="65" y="0"/>
                  <a:pt x="64" y="0"/>
                </a:cubicBezTo>
                <a:cubicBezTo>
                  <a:pt x="63" y="0"/>
                  <a:pt x="63" y="1"/>
                  <a:pt x="62" y="1"/>
                </a:cubicBezTo>
                <a:cubicBezTo>
                  <a:pt x="62" y="1"/>
                  <a:pt x="1" y="63"/>
                  <a:pt x="1" y="63"/>
                </a:cubicBezTo>
                <a:cubicBezTo>
                  <a:pt x="0" y="64"/>
                  <a:pt x="0" y="65"/>
                  <a:pt x="1" y="66"/>
                </a:cubicBezTo>
                <a:cubicBezTo>
                  <a:pt x="2" y="67"/>
                  <a:pt x="3" y="67"/>
                  <a:pt x="4" y="66"/>
                </a:cubicBezTo>
                <a:cubicBezTo>
                  <a:pt x="64" y="6"/>
                  <a:pt x="64" y="6"/>
                  <a:pt x="64" y="6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5" y="67"/>
                  <a:pt x="126" y="67"/>
                  <a:pt x="127" y="66"/>
                </a:cubicBezTo>
                <a:cubicBezTo>
                  <a:pt x="128" y="65"/>
                  <a:pt x="128" y="64"/>
                  <a:pt x="127" y="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Freeform 224"/>
          <p:cNvSpPr>
            <a:spLocks noEditPoints="1"/>
          </p:cNvSpPr>
          <p:nvPr/>
        </p:nvSpPr>
        <p:spPr bwMode="auto">
          <a:xfrm>
            <a:off x="4476750" y="395288"/>
            <a:ext cx="352425" cy="368300"/>
          </a:xfrm>
          <a:custGeom>
            <a:avLst/>
            <a:gdLst>
              <a:gd name="T0" fmla="*/ 93 w 94"/>
              <a:gd name="T1" fmla="*/ 45 h 98"/>
              <a:gd name="T2" fmla="*/ 49 w 94"/>
              <a:gd name="T3" fmla="*/ 1 h 98"/>
              <a:gd name="T4" fmla="*/ 45 w 94"/>
              <a:gd name="T5" fmla="*/ 1 h 98"/>
              <a:gd name="T6" fmla="*/ 1 w 94"/>
              <a:gd name="T7" fmla="*/ 46 h 98"/>
              <a:gd name="T8" fmla="*/ 0 w 94"/>
              <a:gd name="T9" fmla="*/ 47 h 98"/>
              <a:gd name="T10" fmla="*/ 0 w 94"/>
              <a:gd name="T11" fmla="*/ 92 h 98"/>
              <a:gd name="T12" fmla="*/ 6 w 94"/>
              <a:gd name="T13" fmla="*/ 98 h 98"/>
              <a:gd name="T14" fmla="*/ 88 w 94"/>
              <a:gd name="T15" fmla="*/ 98 h 98"/>
              <a:gd name="T16" fmla="*/ 94 w 94"/>
              <a:gd name="T17" fmla="*/ 92 h 98"/>
              <a:gd name="T18" fmla="*/ 94 w 94"/>
              <a:gd name="T19" fmla="*/ 47 h 98"/>
              <a:gd name="T20" fmla="*/ 93 w 94"/>
              <a:gd name="T21" fmla="*/ 45 h 98"/>
              <a:gd name="T22" fmla="*/ 60 w 94"/>
              <a:gd name="T23" fmla="*/ 94 h 98"/>
              <a:gd name="T24" fmla="*/ 34 w 94"/>
              <a:gd name="T25" fmla="*/ 94 h 98"/>
              <a:gd name="T26" fmla="*/ 34 w 94"/>
              <a:gd name="T27" fmla="*/ 54 h 98"/>
              <a:gd name="T28" fmla="*/ 60 w 94"/>
              <a:gd name="T29" fmla="*/ 54 h 98"/>
              <a:gd name="T30" fmla="*/ 60 w 94"/>
              <a:gd name="T31" fmla="*/ 94 h 98"/>
              <a:gd name="T32" fmla="*/ 64 w 94"/>
              <a:gd name="T33" fmla="*/ 94 h 98"/>
              <a:gd name="T34" fmla="*/ 64 w 94"/>
              <a:gd name="T35" fmla="*/ 55 h 98"/>
              <a:gd name="T36" fmla="*/ 58 w 94"/>
              <a:gd name="T37" fmla="*/ 49 h 98"/>
              <a:gd name="T38" fmla="*/ 36 w 94"/>
              <a:gd name="T39" fmla="*/ 49 h 98"/>
              <a:gd name="T40" fmla="*/ 30 w 94"/>
              <a:gd name="T41" fmla="*/ 55 h 98"/>
              <a:gd name="T42" fmla="*/ 30 w 94"/>
              <a:gd name="T43" fmla="*/ 94 h 98"/>
              <a:gd name="T44" fmla="*/ 5 w 94"/>
              <a:gd name="T45" fmla="*/ 94 h 98"/>
              <a:gd name="T46" fmla="*/ 5 w 94"/>
              <a:gd name="T47" fmla="*/ 48 h 98"/>
              <a:gd name="T48" fmla="*/ 47 w 94"/>
              <a:gd name="T49" fmla="*/ 6 h 98"/>
              <a:gd name="T50" fmla="*/ 89 w 94"/>
              <a:gd name="T51" fmla="*/ 48 h 98"/>
              <a:gd name="T52" fmla="*/ 89 w 94"/>
              <a:gd name="T53" fmla="*/ 94 h 98"/>
              <a:gd name="T54" fmla="*/ 64 w 94"/>
              <a:gd name="T55" fmla="*/ 9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4" h="98">
                <a:moveTo>
                  <a:pt x="93" y="45"/>
                </a:moveTo>
                <a:cubicBezTo>
                  <a:pt x="49" y="1"/>
                  <a:pt x="49" y="1"/>
                  <a:pt x="49" y="1"/>
                </a:cubicBezTo>
                <a:cubicBezTo>
                  <a:pt x="48" y="0"/>
                  <a:pt x="46" y="0"/>
                  <a:pt x="45" y="1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7"/>
                  <a:pt x="0" y="47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96"/>
                  <a:pt x="3" y="98"/>
                  <a:pt x="6" y="98"/>
                </a:cubicBezTo>
                <a:cubicBezTo>
                  <a:pt x="88" y="98"/>
                  <a:pt x="88" y="98"/>
                  <a:pt x="88" y="98"/>
                </a:cubicBezTo>
                <a:cubicBezTo>
                  <a:pt x="91" y="98"/>
                  <a:pt x="94" y="96"/>
                  <a:pt x="94" y="92"/>
                </a:cubicBezTo>
                <a:cubicBezTo>
                  <a:pt x="94" y="47"/>
                  <a:pt x="94" y="47"/>
                  <a:pt x="94" y="47"/>
                </a:cubicBezTo>
                <a:cubicBezTo>
                  <a:pt x="94" y="46"/>
                  <a:pt x="94" y="46"/>
                  <a:pt x="93" y="45"/>
                </a:cubicBezTo>
                <a:close/>
                <a:moveTo>
                  <a:pt x="60" y="94"/>
                </a:moveTo>
                <a:cubicBezTo>
                  <a:pt x="34" y="94"/>
                  <a:pt x="34" y="94"/>
                  <a:pt x="34" y="94"/>
                </a:cubicBezTo>
                <a:cubicBezTo>
                  <a:pt x="34" y="54"/>
                  <a:pt x="34" y="54"/>
                  <a:pt x="34" y="54"/>
                </a:cubicBezTo>
                <a:cubicBezTo>
                  <a:pt x="60" y="54"/>
                  <a:pt x="60" y="54"/>
                  <a:pt x="60" y="54"/>
                </a:cubicBezTo>
                <a:lnTo>
                  <a:pt x="60" y="94"/>
                </a:lnTo>
                <a:close/>
                <a:moveTo>
                  <a:pt x="64" y="94"/>
                </a:moveTo>
                <a:cubicBezTo>
                  <a:pt x="64" y="55"/>
                  <a:pt x="64" y="55"/>
                  <a:pt x="64" y="55"/>
                </a:cubicBezTo>
                <a:cubicBezTo>
                  <a:pt x="64" y="52"/>
                  <a:pt x="61" y="49"/>
                  <a:pt x="58" y="49"/>
                </a:cubicBezTo>
                <a:cubicBezTo>
                  <a:pt x="36" y="49"/>
                  <a:pt x="36" y="49"/>
                  <a:pt x="36" y="49"/>
                </a:cubicBezTo>
                <a:cubicBezTo>
                  <a:pt x="33" y="49"/>
                  <a:pt x="30" y="52"/>
                  <a:pt x="30" y="55"/>
                </a:cubicBezTo>
                <a:cubicBezTo>
                  <a:pt x="30" y="94"/>
                  <a:pt x="30" y="94"/>
                  <a:pt x="30" y="94"/>
                </a:cubicBezTo>
                <a:cubicBezTo>
                  <a:pt x="5" y="94"/>
                  <a:pt x="5" y="94"/>
                  <a:pt x="5" y="94"/>
                </a:cubicBezTo>
                <a:cubicBezTo>
                  <a:pt x="5" y="48"/>
                  <a:pt x="5" y="48"/>
                  <a:pt x="5" y="48"/>
                </a:cubicBezTo>
                <a:cubicBezTo>
                  <a:pt x="47" y="6"/>
                  <a:pt x="47" y="6"/>
                  <a:pt x="47" y="6"/>
                </a:cubicBezTo>
                <a:cubicBezTo>
                  <a:pt x="89" y="48"/>
                  <a:pt x="89" y="48"/>
                  <a:pt x="89" y="48"/>
                </a:cubicBezTo>
                <a:cubicBezTo>
                  <a:pt x="89" y="94"/>
                  <a:pt x="89" y="94"/>
                  <a:pt x="89" y="94"/>
                </a:cubicBezTo>
                <a:lnTo>
                  <a:pt x="64" y="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Freeform 225"/>
          <p:cNvSpPr>
            <a:spLocks noEditPoints="1"/>
          </p:cNvSpPr>
          <p:nvPr/>
        </p:nvSpPr>
        <p:spPr bwMode="auto">
          <a:xfrm>
            <a:off x="3514725" y="395288"/>
            <a:ext cx="352425" cy="368300"/>
          </a:xfrm>
          <a:custGeom>
            <a:avLst/>
            <a:gdLst>
              <a:gd name="T0" fmla="*/ 49 w 94"/>
              <a:gd name="T1" fmla="*/ 1 h 98"/>
              <a:gd name="T2" fmla="*/ 45 w 94"/>
              <a:gd name="T3" fmla="*/ 1 h 98"/>
              <a:gd name="T4" fmla="*/ 1 w 94"/>
              <a:gd name="T5" fmla="*/ 45 h 98"/>
              <a:gd name="T6" fmla="*/ 1 w 94"/>
              <a:gd name="T7" fmla="*/ 46 h 98"/>
              <a:gd name="T8" fmla="*/ 0 w 94"/>
              <a:gd name="T9" fmla="*/ 47 h 98"/>
              <a:gd name="T10" fmla="*/ 0 w 94"/>
              <a:gd name="T11" fmla="*/ 92 h 98"/>
              <a:gd name="T12" fmla="*/ 6 w 94"/>
              <a:gd name="T13" fmla="*/ 98 h 98"/>
              <a:gd name="T14" fmla="*/ 88 w 94"/>
              <a:gd name="T15" fmla="*/ 98 h 98"/>
              <a:gd name="T16" fmla="*/ 94 w 94"/>
              <a:gd name="T17" fmla="*/ 92 h 98"/>
              <a:gd name="T18" fmla="*/ 94 w 94"/>
              <a:gd name="T19" fmla="*/ 47 h 98"/>
              <a:gd name="T20" fmla="*/ 93 w 94"/>
              <a:gd name="T21" fmla="*/ 45 h 98"/>
              <a:gd name="T22" fmla="*/ 49 w 94"/>
              <a:gd name="T23" fmla="*/ 1 h 98"/>
              <a:gd name="T24" fmla="*/ 89 w 94"/>
              <a:gd name="T25" fmla="*/ 94 h 98"/>
              <a:gd name="T26" fmla="*/ 5 w 94"/>
              <a:gd name="T27" fmla="*/ 94 h 98"/>
              <a:gd name="T28" fmla="*/ 5 w 94"/>
              <a:gd name="T29" fmla="*/ 48 h 98"/>
              <a:gd name="T30" fmla="*/ 47 w 94"/>
              <a:gd name="T31" fmla="*/ 6 h 98"/>
              <a:gd name="T32" fmla="*/ 89 w 94"/>
              <a:gd name="T33" fmla="*/ 48 h 98"/>
              <a:gd name="T34" fmla="*/ 89 w 94"/>
              <a:gd name="T35" fmla="*/ 9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4" h="98">
                <a:moveTo>
                  <a:pt x="49" y="1"/>
                </a:moveTo>
                <a:cubicBezTo>
                  <a:pt x="48" y="0"/>
                  <a:pt x="46" y="0"/>
                  <a:pt x="45" y="1"/>
                </a:cubicBezTo>
                <a:cubicBezTo>
                  <a:pt x="1" y="45"/>
                  <a:pt x="1" y="45"/>
                  <a:pt x="1" y="45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7"/>
                  <a:pt x="0" y="47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96"/>
                  <a:pt x="3" y="98"/>
                  <a:pt x="6" y="98"/>
                </a:cubicBezTo>
                <a:cubicBezTo>
                  <a:pt x="88" y="98"/>
                  <a:pt x="88" y="98"/>
                  <a:pt x="88" y="98"/>
                </a:cubicBezTo>
                <a:cubicBezTo>
                  <a:pt x="91" y="98"/>
                  <a:pt x="94" y="96"/>
                  <a:pt x="94" y="92"/>
                </a:cubicBezTo>
                <a:cubicBezTo>
                  <a:pt x="94" y="47"/>
                  <a:pt x="94" y="47"/>
                  <a:pt x="94" y="47"/>
                </a:cubicBezTo>
                <a:cubicBezTo>
                  <a:pt x="94" y="46"/>
                  <a:pt x="94" y="46"/>
                  <a:pt x="93" y="45"/>
                </a:cubicBezTo>
                <a:lnTo>
                  <a:pt x="49" y="1"/>
                </a:lnTo>
                <a:close/>
                <a:moveTo>
                  <a:pt x="89" y="94"/>
                </a:moveTo>
                <a:cubicBezTo>
                  <a:pt x="5" y="94"/>
                  <a:pt x="5" y="94"/>
                  <a:pt x="5" y="94"/>
                </a:cubicBezTo>
                <a:cubicBezTo>
                  <a:pt x="5" y="48"/>
                  <a:pt x="5" y="48"/>
                  <a:pt x="5" y="48"/>
                </a:cubicBezTo>
                <a:cubicBezTo>
                  <a:pt x="47" y="6"/>
                  <a:pt x="47" y="6"/>
                  <a:pt x="47" y="6"/>
                </a:cubicBezTo>
                <a:cubicBezTo>
                  <a:pt x="89" y="48"/>
                  <a:pt x="89" y="48"/>
                  <a:pt x="89" y="48"/>
                </a:cubicBezTo>
                <a:lnTo>
                  <a:pt x="89" y="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Freeform 226"/>
          <p:cNvSpPr/>
          <p:nvPr/>
        </p:nvSpPr>
        <p:spPr bwMode="auto">
          <a:xfrm>
            <a:off x="3451225" y="317500"/>
            <a:ext cx="481013" cy="250825"/>
          </a:xfrm>
          <a:custGeom>
            <a:avLst/>
            <a:gdLst>
              <a:gd name="T0" fmla="*/ 127 w 128"/>
              <a:gd name="T1" fmla="*/ 63 h 67"/>
              <a:gd name="T2" fmla="*/ 66 w 128"/>
              <a:gd name="T3" fmla="*/ 1 h 67"/>
              <a:gd name="T4" fmla="*/ 64 w 128"/>
              <a:gd name="T5" fmla="*/ 0 h 67"/>
              <a:gd name="T6" fmla="*/ 62 w 128"/>
              <a:gd name="T7" fmla="*/ 1 h 67"/>
              <a:gd name="T8" fmla="*/ 1 w 128"/>
              <a:gd name="T9" fmla="*/ 63 h 67"/>
              <a:gd name="T10" fmla="*/ 1 w 128"/>
              <a:gd name="T11" fmla="*/ 66 h 67"/>
              <a:gd name="T12" fmla="*/ 4 w 128"/>
              <a:gd name="T13" fmla="*/ 66 h 67"/>
              <a:gd name="T14" fmla="*/ 64 w 128"/>
              <a:gd name="T15" fmla="*/ 6 h 67"/>
              <a:gd name="T16" fmla="*/ 124 w 128"/>
              <a:gd name="T17" fmla="*/ 66 h 67"/>
              <a:gd name="T18" fmla="*/ 127 w 128"/>
              <a:gd name="T19" fmla="*/ 66 h 67"/>
              <a:gd name="T20" fmla="*/ 127 w 128"/>
              <a:gd name="T21" fmla="*/ 63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8" h="67">
                <a:moveTo>
                  <a:pt x="127" y="63"/>
                </a:moveTo>
                <a:cubicBezTo>
                  <a:pt x="66" y="1"/>
                  <a:pt x="66" y="1"/>
                  <a:pt x="66" y="1"/>
                </a:cubicBezTo>
                <a:cubicBezTo>
                  <a:pt x="65" y="1"/>
                  <a:pt x="65" y="0"/>
                  <a:pt x="64" y="0"/>
                </a:cubicBezTo>
                <a:cubicBezTo>
                  <a:pt x="63" y="0"/>
                  <a:pt x="63" y="1"/>
                  <a:pt x="62" y="1"/>
                </a:cubicBezTo>
                <a:cubicBezTo>
                  <a:pt x="62" y="1"/>
                  <a:pt x="1" y="63"/>
                  <a:pt x="1" y="63"/>
                </a:cubicBezTo>
                <a:cubicBezTo>
                  <a:pt x="0" y="64"/>
                  <a:pt x="0" y="65"/>
                  <a:pt x="1" y="66"/>
                </a:cubicBezTo>
                <a:cubicBezTo>
                  <a:pt x="2" y="67"/>
                  <a:pt x="3" y="67"/>
                  <a:pt x="4" y="66"/>
                </a:cubicBezTo>
                <a:cubicBezTo>
                  <a:pt x="64" y="6"/>
                  <a:pt x="64" y="6"/>
                  <a:pt x="64" y="6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5" y="67"/>
                  <a:pt x="126" y="67"/>
                  <a:pt x="127" y="66"/>
                </a:cubicBezTo>
                <a:cubicBezTo>
                  <a:pt x="128" y="65"/>
                  <a:pt x="128" y="64"/>
                  <a:pt x="127" y="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Freeform 227"/>
          <p:cNvSpPr>
            <a:spLocks noEditPoints="1"/>
          </p:cNvSpPr>
          <p:nvPr/>
        </p:nvSpPr>
        <p:spPr bwMode="auto">
          <a:xfrm>
            <a:off x="2489200" y="301625"/>
            <a:ext cx="485775" cy="481013"/>
          </a:xfrm>
          <a:custGeom>
            <a:avLst/>
            <a:gdLst>
              <a:gd name="T0" fmla="*/ 128 w 129"/>
              <a:gd name="T1" fmla="*/ 124 h 128"/>
              <a:gd name="T2" fmla="*/ 88 w 129"/>
              <a:gd name="T3" fmla="*/ 84 h 128"/>
              <a:gd name="T4" fmla="*/ 89 w 129"/>
              <a:gd name="T5" fmla="*/ 83 h 128"/>
              <a:gd name="T6" fmla="*/ 101 w 129"/>
              <a:gd name="T7" fmla="*/ 50 h 128"/>
              <a:gd name="T8" fmla="*/ 51 w 129"/>
              <a:gd name="T9" fmla="*/ 0 h 128"/>
              <a:gd name="T10" fmla="*/ 15 w 129"/>
              <a:gd name="T11" fmla="*/ 15 h 128"/>
              <a:gd name="T12" fmla="*/ 0 w 129"/>
              <a:gd name="T13" fmla="*/ 50 h 128"/>
              <a:gd name="T14" fmla="*/ 15 w 129"/>
              <a:gd name="T15" fmla="*/ 86 h 128"/>
              <a:gd name="T16" fmla="*/ 51 w 129"/>
              <a:gd name="T17" fmla="*/ 101 h 128"/>
              <a:gd name="T18" fmla="*/ 84 w 129"/>
              <a:gd name="T19" fmla="*/ 88 h 128"/>
              <a:gd name="T20" fmla="*/ 85 w 129"/>
              <a:gd name="T21" fmla="*/ 88 h 128"/>
              <a:gd name="T22" fmla="*/ 124 w 129"/>
              <a:gd name="T23" fmla="*/ 127 h 128"/>
              <a:gd name="T24" fmla="*/ 128 w 129"/>
              <a:gd name="T25" fmla="*/ 127 h 128"/>
              <a:gd name="T26" fmla="*/ 128 w 129"/>
              <a:gd name="T27" fmla="*/ 124 h 128"/>
              <a:gd name="T28" fmla="*/ 83 w 129"/>
              <a:gd name="T29" fmla="*/ 83 h 128"/>
              <a:gd name="T30" fmla="*/ 69 w 129"/>
              <a:gd name="T31" fmla="*/ 93 h 128"/>
              <a:gd name="T32" fmla="*/ 51 w 129"/>
              <a:gd name="T33" fmla="*/ 96 h 128"/>
              <a:gd name="T34" fmla="*/ 33 w 129"/>
              <a:gd name="T35" fmla="*/ 93 h 128"/>
              <a:gd name="T36" fmla="*/ 18 w 129"/>
              <a:gd name="T37" fmla="*/ 83 h 128"/>
              <a:gd name="T38" fmla="*/ 9 w 129"/>
              <a:gd name="T39" fmla="*/ 68 h 128"/>
              <a:gd name="T40" fmla="*/ 5 w 129"/>
              <a:gd name="T41" fmla="*/ 50 h 128"/>
              <a:gd name="T42" fmla="*/ 9 w 129"/>
              <a:gd name="T43" fmla="*/ 32 h 128"/>
              <a:gd name="T44" fmla="*/ 18 w 129"/>
              <a:gd name="T45" fmla="*/ 18 h 128"/>
              <a:gd name="T46" fmla="*/ 33 w 129"/>
              <a:gd name="T47" fmla="*/ 8 h 128"/>
              <a:gd name="T48" fmla="*/ 69 w 129"/>
              <a:gd name="T49" fmla="*/ 8 h 128"/>
              <a:gd name="T50" fmla="*/ 83 w 129"/>
              <a:gd name="T51" fmla="*/ 18 h 128"/>
              <a:gd name="T52" fmla="*/ 93 w 129"/>
              <a:gd name="T53" fmla="*/ 32 h 128"/>
              <a:gd name="T54" fmla="*/ 97 w 129"/>
              <a:gd name="T55" fmla="*/ 50 h 128"/>
              <a:gd name="T56" fmla="*/ 93 w 129"/>
              <a:gd name="T57" fmla="*/ 68 h 128"/>
              <a:gd name="T58" fmla="*/ 83 w 129"/>
              <a:gd name="T59" fmla="*/ 8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9" h="128">
                <a:moveTo>
                  <a:pt x="128" y="124"/>
                </a:moveTo>
                <a:cubicBezTo>
                  <a:pt x="88" y="84"/>
                  <a:pt x="88" y="84"/>
                  <a:pt x="88" y="84"/>
                </a:cubicBezTo>
                <a:cubicBezTo>
                  <a:pt x="89" y="83"/>
                  <a:pt x="89" y="83"/>
                  <a:pt x="89" y="83"/>
                </a:cubicBezTo>
                <a:cubicBezTo>
                  <a:pt x="97" y="74"/>
                  <a:pt x="101" y="62"/>
                  <a:pt x="101" y="50"/>
                </a:cubicBezTo>
                <a:cubicBezTo>
                  <a:pt x="101" y="22"/>
                  <a:pt x="79" y="0"/>
                  <a:pt x="51" y="0"/>
                </a:cubicBezTo>
                <a:cubicBezTo>
                  <a:pt x="37" y="0"/>
                  <a:pt x="25" y="5"/>
                  <a:pt x="15" y="15"/>
                </a:cubicBezTo>
                <a:cubicBezTo>
                  <a:pt x="6" y="24"/>
                  <a:pt x="0" y="37"/>
                  <a:pt x="0" y="50"/>
                </a:cubicBezTo>
                <a:cubicBezTo>
                  <a:pt x="0" y="64"/>
                  <a:pt x="6" y="76"/>
                  <a:pt x="15" y="86"/>
                </a:cubicBezTo>
                <a:cubicBezTo>
                  <a:pt x="25" y="96"/>
                  <a:pt x="37" y="101"/>
                  <a:pt x="51" y="101"/>
                </a:cubicBezTo>
                <a:cubicBezTo>
                  <a:pt x="63" y="101"/>
                  <a:pt x="75" y="96"/>
                  <a:pt x="84" y="88"/>
                </a:cubicBezTo>
                <a:cubicBezTo>
                  <a:pt x="85" y="88"/>
                  <a:pt x="85" y="88"/>
                  <a:pt x="85" y="88"/>
                </a:cubicBezTo>
                <a:cubicBezTo>
                  <a:pt x="124" y="127"/>
                  <a:pt x="124" y="127"/>
                  <a:pt x="124" y="127"/>
                </a:cubicBezTo>
                <a:cubicBezTo>
                  <a:pt x="125" y="128"/>
                  <a:pt x="127" y="128"/>
                  <a:pt x="128" y="127"/>
                </a:cubicBezTo>
                <a:cubicBezTo>
                  <a:pt x="129" y="126"/>
                  <a:pt x="129" y="125"/>
                  <a:pt x="128" y="124"/>
                </a:cubicBezTo>
                <a:close/>
                <a:moveTo>
                  <a:pt x="83" y="83"/>
                </a:moveTo>
                <a:cubicBezTo>
                  <a:pt x="79" y="87"/>
                  <a:pt x="74" y="90"/>
                  <a:pt x="69" y="93"/>
                </a:cubicBezTo>
                <a:cubicBezTo>
                  <a:pt x="63" y="95"/>
                  <a:pt x="57" y="96"/>
                  <a:pt x="51" y="96"/>
                </a:cubicBezTo>
                <a:cubicBezTo>
                  <a:pt x="45" y="96"/>
                  <a:pt x="39" y="95"/>
                  <a:pt x="33" y="93"/>
                </a:cubicBezTo>
                <a:cubicBezTo>
                  <a:pt x="27" y="90"/>
                  <a:pt x="23" y="87"/>
                  <a:pt x="18" y="83"/>
                </a:cubicBezTo>
                <a:cubicBezTo>
                  <a:pt x="14" y="79"/>
                  <a:pt x="11" y="74"/>
                  <a:pt x="9" y="68"/>
                </a:cubicBezTo>
                <a:cubicBezTo>
                  <a:pt x="6" y="63"/>
                  <a:pt x="5" y="57"/>
                  <a:pt x="5" y="50"/>
                </a:cubicBezTo>
                <a:cubicBezTo>
                  <a:pt x="5" y="44"/>
                  <a:pt x="6" y="38"/>
                  <a:pt x="9" y="32"/>
                </a:cubicBezTo>
                <a:cubicBezTo>
                  <a:pt x="11" y="27"/>
                  <a:pt x="14" y="22"/>
                  <a:pt x="18" y="18"/>
                </a:cubicBezTo>
                <a:cubicBezTo>
                  <a:pt x="23" y="14"/>
                  <a:pt x="27" y="10"/>
                  <a:pt x="33" y="8"/>
                </a:cubicBezTo>
                <a:cubicBezTo>
                  <a:pt x="44" y="3"/>
                  <a:pt x="57" y="3"/>
                  <a:pt x="69" y="8"/>
                </a:cubicBezTo>
                <a:cubicBezTo>
                  <a:pt x="74" y="10"/>
                  <a:pt x="79" y="14"/>
                  <a:pt x="83" y="18"/>
                </a:cubicBezTo>
                <a:cubicBezTo>
                  <a:pt x="87" y="22"/>
                  <a:pt x="91" y="27"/>
                  <a:pt x="93" y="32"/>
                </a:cubicBezTo>
                <a:cubicBezTo>
                  <a:pt x="96" y="38"/>
                  <a:pt x="97" y="44"/>
                  <a:pt x="97" y="50"/>
                </a:cubicBezTo>
                <a:cubicBezTo>
                  <a:pt x="97" y="57"/>
                  <a:pt x="96" y="63"/>
                  <a:pt x="93" y="68"/>
                </a:cubicBezTo>
                <a:cubicBezTo>
                  <a:pt x="91" y="74"/>
                  <a:pt x="87" y="79"/>
                  <a:pt x="83" y="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Freeform 228"/>
          <p:cNvSpPr/>
          <p:nvPr/>
        </p:nvSpPr>
        <p:spPr bwMode="auto">
          <a:xfrm>
            <a:off x="2601913" y="482600"/>
            <a:ext cx="158750" cy="17463"/>
          </a:xfrm>
          <a:custGeom>
            <a:avLst/>
            <a:gdLst>
              <a:gd name="T0" fmla="*/ 39 w 42"/>
              <a:gd name="T1" fmla="*/ 0 h 5"/>
              <a:gd name="T2" fmla="*/ 2 w 42"/>
              <a:gd name="T3" fmla="*/ 0 h 5"/>
              <a:gd name="T4" fmla="*/ 0 w 42"/>
              <a:gd name="T5" fmla="*/ 2 h 5"/>
              <a:gd name="T6" fmla="*/ 2 w 42"/>
              <a:gd name="T7" fmla="*/ 5 h 5"/>
              <a:gd name="T8" fmla="*/ 39 w 42"/>
              <a:gd name="T9" fmla="*/ 5 h 5"/>
              <a:gd name="T10" fmla="*/ 42 w 42"/>
              <a:gd name="T11" fmla="*/ 2 h 5"/>
              <a:gd name="T12" fmla="*/ 39 w 42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" h="5">
                <a:moveTo>
                  <a:pt x="39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2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41" y="5"/>
                  <a:pt x="42" y="4"/>
                  <a:pt x="42" y="2"/>
                </a:cubicBezTo>
                <a:cubicBezTo>
                  <a:pt x="42" y="1"/>
                  <a:pt x="41" y="0"/>
                  <a:pt x="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Freeform 229"/>
          <p:cNvSpPr>
            <a:spLocks noEditPoints="1"/>
          </p:cNvSpPr>
          <p:nvPr/>
        </p:nvSpPr>
        <p:spPr bwMode="auto">
          <a:xfrm>
            <a:off x="1528763" y="301625"/>
            <a:ext cx="481013" cy="481013"/>
          </a:xfrm>
          <a:custGeom>
            <a:avLst/>
            <a:gdLst>
              <a:gd name="T0" fmla="*/ 127 w 128"/>
              <a:gd name="T1" fmla="*/ 124 h 128"/>
              <a:gd name="T2" fmla="*/ 88 w 128"/>
              <a:gd name="T3" fmla="*/ 84 h 128"/>
              <a:gd name="T4" fmla="*/ 89 w 128"/>
              <a:gd name="T5" fmla="*/ 83 h 128"/>
              <a:gd name="T6" fmla="*/ 101 w 128"/>
              <a:gd name="T7" fmla="*/ 50 h 128"/>
              <a:gd name="T8" fmla="*/ 50 w 128"/>
              <a:gd name="T9" fmla="*/ 0 h 128"/>
              <a:gd name="T10" fmla="*/ 15 w 128"/>
              <a:gd name="T11" fmla="*/ 15 h 128"/>
              <a:gd name="T12" fmla="*/ 0 w 128"/>
              <a:gd name="T13" fmla="*/ 50 h 128"/>
              <a:gd name="T14" fmla="*/ 50 w 128"/>
              <a:gd name="T15" fmla="*/ 101 h 128"/>
              <a:gd name="T16" fmla="*/ 84 w 128"/>
              <a:gd name="T17" fmla="*/ 88 h 128"/>
              <a:gd name="T18" fmla="*/ 85 w 128"/>
              <a:gd name="T19" fmla="*/ 88 h 128"/>
              <a:gd name="T20" fmla="*/ 124 w 128"/>
              <a:gd name="T21" fmla="*/ 127 h 128"/>
              <a:gd name="T22" fmla="*/ 127 w 128"/>
              <a:gd name="T23" fmla="*/ 127 h 128"/>
              <a:gd name="T24" fmla="*/ 127 w 128"/>
              <a:gd name="T25" fmla="*/ 124 h 128"/>
              <a:gd name="T26" fmla="*/ 83 w 128"/>
              <a:gd name="T27" fmla="*/ 83 h 128"/>
              <a:gd name="T28" fmla="*/ 68 w 128"/>
              <a:gd name="T29" fmla="*/ 93 h 128"/>
              <a:gd name="T30" fmla="*/ 50 w 128"/>
              <a:gd name="T31" fmla="*/ 96 h 128"/>
              <a:gd name="T32" fmla="*/ 33 w 128"/>
              <a:gd name="T33" fmla="*/ 93 h 128"/>
              <a:gd name="T34" fmla="*/ 18 w 128"/>
              <a:gd name="T35" fmla="*/ 83 h 128"/>
              <a:gd name="T36" fmla="*/ 8 w 128"/>
              <a:gd name="T37" fmla="*/ 68 h 128"/>
              <a:gd name="T38" fmla="*/ 5 w 128"/>
              <a:gd name="T39" fmla="*/ 50 h 128"/>
              <a:gd name="T40" fmla="*/ 8 w 128"/>
              <a:gd name="T41" fmla="*/ 32 h 128"/>
              <a:gd name="T42" fmla="*/ 18 w 128"/>
              <a:gd name="T43" fmla="*/ 18 h 128"/>
              <a:gd name="T44" fmla="*/ 33 w 128"/>
              <a:gd name="T45" fmla="*/ 8 h 128"/>
              <a:gd name="T46" fmla="*/ 68 w 128"/>
              <a:gd name="T47" fmla="*/ 8 h 128"/>
              <a:gd name="T48" fmla="*/ 83 w 128"/>
              <a:gd name="T49" fmla="*/ 18 h 128"/>
              <a:gd name="T50" fmla="*/ 93 w 128"/>
              <a:gd name="T51" fmla="*/ 32 h 128"/>
              <a:gd name="T52" fmla="*/ 96 w 128"/>
              <a:gd name="T53" fmla="*/ 50 h 128"/>
              <a:gd name="T54" fmla="*/ 93 w 128"/>
              <a:gd name="T55" fmla="*/ 68 h 128"/>
              <a:gd name="T56" fmla="*/ 83 w 128"/>
              <a:gd name="T57" fmla="*/ 8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8" h="128">
                <a:moveTo>
                  <a:pt x="127" y="124"/>
                </a:moveTo>
                <a:cubicBezTo>
                  <a:pt x="88" y="84"/>
                  <a:pt x="88" y="84"/>
                  <a:pt x="88" y="84"/>
                </a:cubicBezTo>
                <a:cubicBezTo>
                  <a:pt x="89" y="83"/>
                  <a:pt x="89" y="83"/>
                  <a:pt x="89" y="83"/>
                </a:cubicBezTo>
                <a:cubicBezTo>
                  <a:pt x="97" y="74"/>
                  <a:pt x="101" y="62"/>
                  <a:pt x="101" y="50"/>
                </a:cubicBezTo>
                <a:cubicBezTo>
                  <a:pt x="101" y="22"/>
                  <a:pt x="78" y="0"/>
                  <a:pt x="50" y="0"/>
                </a:cubicBezTo>
                <a:cubicBezTo>
                  <a:pt x="37" y="0"/>
                  <a:pt x="24" y="5"/>
                  <a:pt x="15" y="15"/>
                </a:cubicBezTo>
                <a:cubicBezTo>
                  <a:pt x="5" y="24"/>
                  <a:pt x="0" y="37"/>
                  <a:pt x="0" y="50"/>
                </a:cubicBezTo>
                <a:cubicBezTo>
                  <a:pt x="0" y="78"/>
                  <a:pt x="23" y="101"/>
                  <a:pt x="50" y="101"/>
                </a:cubicBezTo>
                <a:cubicBezTo>
                  <a:pt x="63" y="101"/>
                  <a:pt x="74" y="96"/>
                  <a:pt x="84" y="88"/>
                </a:cubicBezTo>
                <a:cubicBezTo>
                  <a:pt x="85" y="88"/>
                  <a:pt x="85" y="88"/>
                  <a:pt x="85" y="88"/>
                </a:cubicBezTo>
                <a:cubicBezTo>
                  <a:pt x="124" y="127"/>
                  <a:pt x="124" y="127"/>
                  <a:pt x="124" y="127"/>
                </a:cubicBezTo>
                <a:cubicBezTo>
                  <a:pt x="125" y="128"/>
                  <a:pt x="126" y="128"/>
                  <a:pt x="127" y="127"/>
                </a:cubicBezTo>
                <a:cubicBezTo>
                  <a:pt x="128" y="126"/>
                  <a:pt x="128" y="125"/>
                  <a:pt x="127" y="124"/>
                </a:cubicBezTo>
                <a:close/>
                <a:moveTo>
                  <a:pt x="83" y="83"/>
                </a:moveTo>
                <a:cubicBezTo>
                  <a:pt x="79" y="87"/>
                  <a:pt x="74" y="90"/>
                  <a:pt x="68" y="93"/>
                </a:cubicBezTo>
                <a:cubicBezTo>
                  <a:pt x="63" y="95"/>
                  <a:pt x="57" y="96"/>
                  <a:pt x="50" y="96"/>
                </a:cubicBezTo>
                <a:cubicBezTo>
                  <a:pt x="44" y="96"/>
                  <a:pt x="38" y="95"/>
                  <a:pt x="33" y="93"/>
                </a:cubicBezTo>
                <a:cubicBezTo>
                  <a:pt x="27" y="90"/>
                  <a:pt x="22" y="87"/>
                  <a:pt x="18" y="83"/>
                </a:cubicBezTo>
                <a:cubicBezTo>
                  <a:pt x="14" y="79"/>
                  <a:pt x="10" y="74"/>
                  <a:pt x="8" y="68"/>
                </a:cubicBezTo>
                <a:cubicBezTo>
                  <a:pt x="6" y="63"/>
                  <a:pt x="5" y="57"/>
                  <a:pt x="5" y="50"/>
                </a:cubicBezTo>
                <a:cubicBezTo>
                  <a:pt x="5" y="44"/>
                  <a:pt x="6" y="38"/>
                  <a:pt x="8" y="32"/>
                </a:cubicBezTo>
                <a:cubicBezTo>
                  <a:pt x="10" y="27"/>
                  <a:pt x="14" y="22"/>
                  <a:pt x="18" y="18"/>
                </a:cubicBezTo>
                <a:cubicBezTo>
                  <a:pt x="22" y="14"/>
                  <a:pt x="27" y="10"/>
                  <a:pt x="33" y="8"/>
                </a:cubicBezTo>
                <a:cubicBezTo>
                  <a:pt x="44" y="3"/>
                  <a:pt x="57" y="3"/>
                  <a:pt x="68" y="8"/>
                </a:cubicBezTo>
                <a:cubicBezTo>
                  <a:pt x="74" y="10"/>
                  <a:pt x="79" y="14"/>
                  <a:pt x="83" y="18"/>
                </a:cubicBezTo>
                <a:cubicBezTo>
                  <a:pt x="87" y="22"/>
                  <a:pt x="90" y="27"/>
                  <a:pt x="93" y="32"/>
                </a:cubicBezTo>
                <a:cubicBezTo>
                  <a:pt x="95" y="38"/>
                  <a:pt x="96" y="44"/>
                  <a:pt x="96" y="50"/>
                </a:cubicBezTo>
                <a:cubicBezTo>
                  <a:pt x="96" y="57"/>
                  <a:pt x="95" y="63"/>
                  <a:pt x="93" y="68"/>
                </a:cubicBezTo>
                <a:cubicBezTo>
                  <a:pt x="90" y="74"/>
                  <a:pt x="87" y="79"/>
                  <a:pt x="83" y="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Freeform 230"/>
          <p:cNvSpPr/>
          <p:nvPr/>
        </p:nvSpPr>
        <p:spPr bwMode="auto">
          <a:xfrm>
            <a:off x="1641475" y="414338"/>
            <a:ext cx="153988" cy="153988"/>
          </a:xfrm>
          <a:custGeom>
            <a:avLst/>
            <a:gdLst>
              <a:gd name="T0" fmla="*/ 39 w 41"/>
              <a:gd name="T1" fmla="*/ 18 h 41"/>
              <a:gd name="T2" fmla="*/ 23 w 41"/>
              <a:gd name="T3" fmla="*/ 18 h 41"/>
              <a:gd name="T4" fmla="*/ 23 w 41"/>
              <a:gd name="T5" fmla="*/ 2 h 41"/>
              <a:gd name="T6" fmla="*/ 20 w 41"/>
              <a:gd name="T7" fmla="*/ 0 h 41"/>
              <a:gd name="T8" fmla="*/ 18 w 41"/>
              <a:gd name="T9" fmla="*/ 2 h 41"/>
              <a:gd name="T10" fmla="*/ 18 w 41"/>
              <a:gd name="T11" fmla="*/ 18 h 41"/>
              <a:gd name="T12" fmla="*/ 2 w 41"/>
              <a:gd name="T13" fmla="*/ 18 h 41"/>
              <a:gd name="T14" fmla="*/ 0 w 41"/>
              <a:gd name="T15" fmla="*/ 20 h 41"/>
              <a:gd name="T16" fmla="*/ 2 w 41"/>
              <a:gd name="T17" fmla="*/ 23 h 41"/>
              <a:gd name="T18" fmla="*/ 18 w 41"/>
              <a:gd name="T19" fmla="*/ 23 h 41"/>
              <a:gd name="T20" fmla="*/ 18 w 41"/>
              <a:gd name="T21" fmla="*/ 39 h 41"/>
              <a:gd name="T22" fmla="*/ 20 w 41"/>
              <a:gd name="T23" fmla="*/ 41 h 41"/>
              <a:gd name="T24" fmla="*/ 23 w 41"/>
              <a:gd name="T25" fmla="*/ 39 h 41"/>
              <a:gd name="T26" fmla="*/ 23 w 41"/>
              <a:gd name="T27" fmla="*/ 23 h 41"/>
              <a:gd name="T28" fmla="*/ 39 w 41"/>
              <a:gd name="T29" fmla="*/ 23 h 41"/>
              <a:gd name="T30" fmla="*/ 41 w 41"/>
              <a:gd name="T31" fmla="*/ 20 h 41"/>
              <a:gd name="T32" fmla="*/ 39 w 41"/>
              <a:gd name="T33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" h="41">
                <a:moveTo>
                  <a:pt x="39" y="18"/>
                </a:moveTo>
                <a:cubicBezTo>
                  <a:pt x="23" y="18"/>
                  <a:pt x="23" y="18"/>
                  <a:pt x="23" y="18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2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18" y="18"/>
                  <a:pt x="18" y="18"/>
                  <a:pt x="18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1" y="18"/>
                  <a:pt x="0" y="19"/>
                  <a:pt x="0" y="20"/>
                </a:cubicBezTo>
                <a:cubicBezTo>
                  <a:pt x="0" y="22"/>
                  <a:pt x="1" y="23"/>
                  <a:pt x="2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40"/>
                  <a:pt x="19" y="41"/>
                  <a:pt x="20" y="41"/>
                </a:cubicBezTo>
                <a:cubicBezTo>
                  <a:pt x="22" y="41"/>
                  <a:pt x="23" y="40"/>
                  <a:pt x="23" y="39"/>
                </a:cubicBezTo>
                <a:cubicBezTo>
                  <a:pt x="23" y="23"/>
                  <a:pt x="23" y="23"/>
                  <a:pt x="23" y="23"/>
                </a:cubicBezTo>
                <a:cubicBezTo>
                  <a:pt x="39" y="23"/>
                  <a:pt x="39" y="23"/>
                  <a:pt x="39" y="23"/>
                </a:cubicBezTo>
                <a:cubicBezTo>
                  <a:pt x="40" y="23"/>
                  <a:pt x="41" y="22"/>
                  <a:pt x="41" y="20"/>
                </a:cubicBezTo>
                <a:cubicBezTo>
                  <a:pt x="41" y="19"/>
                  <a:pt x="40" y="18"/>
                  <a:pt x="39" y="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Freeform 231"/>
          <p:cNvSpPr>
            <a:spLocks noEditPoints="1"/>
          </p:cNvSpPr>
          <p:nvPr/>
        </p:nvSpPr>
        <p:spPr bwMode="auto">
          <a:xfrm>
            <a:off x="568325" y="301625"/>
            <a:ext cx="479425" cy="481013"/>
          </a:xfrm>
          <a:custGeom>
            <a:avLst/>
            <a:gdLst>
              <a:gd name="T0" fmla="*/ 127 w 128"/>
              <a:gd name="T1" fmla="*/ 124 h 128"/>
              <a:gd name="T2" fmla="*/ 88 w 128"/>
              <a:gd name="T3" fmla="*/ 84 h 128"/>
              <a:gd name="T4" fmla="*/ 89 w 128"/>
              <a:gd name="T5" fmla="*/ 83 h 128"/>
              <a:gd name="T6" fmla="*/ 101 w 128"/>
              <a:gd name="T7" fmla="*/ 50 h 128"/>
              <a:gd name="T8" fmla="*/ 50 w 128"/>
              <a:gd name="T9" fmla="*/ 0 h 128"/>
              <a:gd name="T10" fmla="*/ 15 w 128"/>
              <a:gd name="T11" fmla="*/ 15 h 128"/>
              <a:gd name="T12" fmla="*/ 0 w 128"/>
              <a:gd name="T13" fmla="*/ 50 h 128"/>
              <a:gd name="T14" fmla="*/ 50 w 128"/>
              <a:gd name="T15" fmla="*/ 101 h 128"/>
              <a:gd name="T16" fmla="*/ 84 w 128"/>
              <a:gd name="T17" fmla="*/ 88 h 128"/>
              <a:gd name="T18" fmla="*/ 85 w 128"/>
              <a:gd name="T19" fmla="*/ 88 h 128"/>
              <a:gd name="T20" fmla="*/ 124 w 128"/>
              <a:gd name="T21" fmla="*/ 127 h 128"/>
              <a:gd name="T22" fmla="*/ 127 w 128"/>
              <a:gd name="T23" fmla="*/ 127 h 128"/>
              <a:gd name="T24" fmla="*/ 127 w 128"/>
              <a:gd name="T25" fmla="*/ 124 h 128"/>
              <a:gd name="T26" fmla="*/ 83 w 128"/>
              <a:gd name="T27" fmla="*/ 83 h 128"/>
              <a:gd name="T28" fmla="*/ 68 w 128"/>
              <a:gd name="T29" fmla="*/ 93 h 128"/>
              <a:gd name="T30" fmla="*/ 50 w 128"/>
              <a:gd name="T31" fmla="*/ 96 h 128"/>
              <a:gd name="T32" fmla="*/ 33 w 128"/>
              <a:gd name="T33" fmla="*/ 93 h 128"/>
              <a:gd name="T34" fmla="*/ 18 w 128"/>
              <a:gd name="T35" fmla="*/ 83 h 128"/>
              <a:gd name="T36" fmla="*/ 8 w 128"/>
              <a:gd name="T37" fmla="*/ 68 h 128"/>
              <a:gd name="T38" fmla="*/ 5 w 128"/>
              <a:gd name="T39" fmla="*/ 50 h 128"/>
              <a:gd name="T40" fmla="*/ 8 w 128"/>
              <a:gd name="T41" fmla="*/ 32 h 128"/>
              <a:gd name="T42" fmla="*/ 18 w 128"/>
              <a:gd name="T43" fmla="*/ 18 h 128"/>
              <a:gd name="T44" fmla="*/ 33 w 128"/>
              <a:gd name="T45" fmla="*/ 8 h 128"/>
              <a:gd name="T46" fmla="*/ 68 w 128"/>
              <a:gd name="T47" fmla="*/ 8 h 128"/>
              <a:gd name="T48" fmla="*/ 83 w 128"/>
              <a:gd name="T49" fmla="*/ 18 h 128"/>
              <a:gd name="T50" fmla="*/ 93 w 128"/>
              <a:gd name="T51" fmla="*/ 32 h 128"/>
              <a:gd name="T52" fmla="*/ 96 w 128"/>
              <a:gd name="T53" fmla="*/ 50 h 128"/>
              <a:gd name="T54" fmla="*/ 93 w 128"/>
              <a:gd name="T55" fmla="*/ 68 h 128"/>
              <a:gd name="T56" fmla="*/ 83 w 128"/>
              <a:gd name="T57" fmla="*/ 8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8" h="128">
                <a:moveTo>
                  <a:pt x="127" y="124"/>
                </a:moveTo>
                <a:cubicBezTo>
                  <a:pt x="88" y="84"/>
                  <a:pt x="88" y="84"/>
                  <a:pt x="88" y="84"/>
                </a:cubicBezTo>
                <a:cubicBezTo>
                  <a:pt x="89" y="83"/>
                  <a:pt x="89" y="83"/>
                  <a:pt x="89" y="83"/>
                </a:cubicBezTo>
                <a:cubicBezTo>
                  <a:pt x="97" y="74"/>
                  <a:pt x="101" y="62"/>
                  <a:pt x="101" y="50"/>
                </a:cubicBezTo>
                <a:cubicBezTo>
                  <a:pt x="101" y="22"/>
                  <a:pt x="78" y="0"/>
                  <a:pt x="50" y="0"/>
                </a:cubicBezTo>
                <a:cubicBezTo>
                  <a:pt x="37" y="0"/>
                  <a:pt x="24" y="5"/>
                  <a:pt x="15" y="15"/>
                </a:cubicBezTo>
                <a:cubicBezTo>
                  <a:pt x="5" y="24"/>
                  <a:pt x="0" y="37"/>
                  <a:pt x="0" y="50"/>
                </a:cubicBezTo>
                <a:cubicBezTo>
                  <a:pt x="0" y="78"/>
                  <a:pt x="23" y="101"/>
                  <a:pt x="50" y="101"/>
                </a:cubicBezTo>
                <a:cubicBezTo>
                  <a:pt x="63" y="101"/>
                  <a:pt x="74" y="96"/>
                  <a:pt x="84" y="88"/>
                </a:cubicBezTo>
                <a:cubicBezTo>
                  <a:pt x="85" y="88"/>
                  <a:pt x="85" y="88"/>
                  <a:pt x="85" y="88"/>
                </a:cubicBezTo>
                <a:cubicBezTo>
                  <a:pt x="124" y="127"/>
                  <a:pt x="124" y="127"/>
                  <a:pt x="124" y="127"/>
                </a:cubicBezTo>
                <a:cubicBezTo>
                  <a:pt x="125" y="128"/>
                  <a:pt x="126" y="128"/>
                  <a:pt x="127" y="127"/>
                </a:cubicBezTo>
                <a:cubicBezTo>
                  <a:pt x="128" y="126"/>
                  <a:pt x="128" y="125"/>
                  <a:pt x="127" y="124"/>
                </a:cubicBezTo>
                <a:close/>
                <a:moveTo>
                  <a:pt x="83" y="83"/>
                </a:moveTo>
                <a:cubicBezTo>
                  <a:pt x="79" y="87"/>
                  <a:pt x="74" y="90"/>
                  <a:pt x="68" y="93"/>
                </a:cubicBezTo>
                <a:cubicBezTo>
                  <a:pt x="63" y="95"/>
                  <a:pt x="57" y="96"/>
                  <a:pt x="50" y="96"/>
                </a:cubicBezTo>
                <a:cubicBezTo>
                  <a:pt x="44" y="96"/>
                  <a:pt x="38" y="95"/>
                  <a:pt x="33" y="93"/>
                </a:cubicBezTo>
                <a:cubicBezTo>
                  <a:pt x="27" y="90"/>
                  <a:pt x="22" y="87"/>
                  <a:pt x="18" y="83"/>
                </a:cubicBezTo>
                <a:cubicBezTo>
                  <a:pt x="14" y="79"/>
                  <a:pt x="10" y="74"/>
                  <a:pt x="8" y="68"/>
                </a:cubicBezTo>
                <a:cubicBezTo>
                  <a:pt x="6" y="63"/>
                  <a:pt x="5" y="57"/>
                  <a:pt x="5" y="50"/>
                </a:cubicBezTo>
                <a:cubicBezTo>
                  <a:pt x="5" y="44"/>
                  <a:pt x="6" y="38"/>
                  <a:pt x="8" y="32"/>
                </a:cubicBezTo>
                <a:cubicBezTo>
                  <a:pt x="10" y="27"/>
                  <a:pt x="14" y="22"/>
                  <a:pt x="18" y="18"/>
                </a:cubicBezTo>
                <a:cubicBezTo>
                  <a:pt x="22" y="14"/>
                  <a:pt x="27" y="10"/>
                  <a:pt x="33" y="8"/>
                </a:cubicBezTo>
                <a:cubicBezTo>
                  <a:pt x="44" y="3"/>
                  <a:pt x="57" y="3"/>
                  <a:pt x="68" y="8"/>
                </a:cubicBezTo>
                <a:cubicBezTo>
                  <a:pt x="74" y="10"/>
                  <a:pt x="79" y="14"/>
                  <a:pt x="83" y="18"/>
                </a:cubicBezTo>
                <a:cubicBezTo>
                  <a:pt x="87" y="22"/>
                  <a:pt x="90" y="27"/>
                  <a:pt x="93" y="32"/>
                </a:cubicBezTo>
                <a:cubicBezTo>
                  <a:pt x="95" y="38"/>
                  <a:pt x="96" y="44"/>
                  <a:pt x="96" y="50"/>
                </a:cubicBezTo>
                <a:cubicBezTo>
                  <a:pt x="96" y="57"/>
                  <a:pt x="95" y="63"/>
                  <a:pt x="93" y="68"/>
                </a:cubicBezTo>
                <a:cubicBezTo>
                  <a:pt x="90" y="74"/>
                  <a:pt x="87" y="79"/>
                  <a:pt x="83" y="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Freeform 232"/>
          <p:cNvSpPr/>
          <p:nvPr/>
        </p:nvSpPr>
        <p:spPr bwMode="auto">
          <a:xfrm>
            <a:off x="623888" y="358775"/>
            <a:ext cx="142875" cy="141288"/>
          </a:xfrm>
          <a:custGeom>
            <a:avLst/>
            <a:gdLst>
              <a:gd name="T0" fmla="*/ 36 w 38"/>
              <a:gd name="T1" fmla="*/ 0 h 38"/>
              <a:gd name="T2" fmla="*/ 0 w 38"/>
              <a:gd name="T3" fmla="*/ 36 h 38"/>
              <a:gd name="T4" fmla="*/ 2 w 38"/>
              <a:gd name="T5" fmla="*/ 38 h 38"/>
              <a:gd name="T6" fmla="*/ 5 w 38"/>
              <a:gd name="T7" fmla="*/ 36 h 38"/>
              <a:gd name="T8" fmla="*/ 14 w 38"/>
              <a:gd name="T9" fmla="*/ 14 h 38"/>
              <a:gd name="T10" fmla="*/ 36 w 38"/>
              <a:gd name="T11" fmla="*/ 4 h 38"/>
              <a:gd name="T12" fmla="*/ 38 w 38"/>
              <a:gd name="T13" fmla="*/ 2 h 38"/>
              <a:gd name="T14" fmla="*/ 36 w 38"/>
              <a:gd name="T15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" h="38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37"/>
                  <a:pt x="1" y="38"/>
                  <a:pt x="2" y="38"/>
                </a:cubicBezTo>
                <a:cubicBezTo>
                  <a:pt x="4" y="38"/>
                  <a:pt x="5" y="37"/>
                  <a:pt x="5" y="36"/>
                </a:cubicBezTo>
                <a:cubicBezTo>
                  <a:pt x="5" y="27"/>
                  <a:pt x="8" y="19"/>
                  <a:pt x="14" y="14"/>
                </a:cubicBezTo>
                <a:cubicBezTo>
                  <a:pt x="20" y="8"/>
                  <a:pt x="27" y="4"/>
                  <a:pt x="36" y="4"/>
                </a:cubicBezTo>
                <a:cubicBezTo>
                  <a:pt x="37" y="4"/>
                  <a:pt x="38" y="3"/>
                  <a:pt x="38" y="2"/>
                </a:cubicBezTo>
                <a:cubicBezTo>
                  <a:pt x="38" y="1"/>
                  <a:pt x="37" y="0"/>
                  <a:pt x="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5"/>
          <p:cNvSpPr>
            <a:spLocks noEditPoints="1"/>
          </p:cNvSpPr>
          <p:nvPr/>
        </p:nvSpPr>
        <p:spPr bwMode="auto">
          <a:xfrm>
            <a:off x="11139488" y="6132513"/>
            <a:ext cx="481013" cy="368300"/>
          </a:xfrm>
          <a:custGeom>
            <a:avLst/>
            <a:gdLst>
              <a:gd name="T0" fmla="*/ 128 w 128"/>
              <a:gd name="T1" fmla="*/ 43 h 98"/>
              <a:gd name="T2" fmla="*/ 110 w 128"/>
              <a:gd name="T3" fmla="*/ 2 h 98"/>
              <a:gd name="T4" fmla="*/ 108 w 128"/>
              <a:gd name="T5" fmla="*/ 0 h 98"/>
              <a:gd name="T6" fmla="*/ 20 w 128"/>
              <a:gd name="T7" fmla="*/ 0 h 98"/>
              <a:gd name="T8" fmla="*/ 18 w 128"/>
              <a:gd name="T9" fmla="*/ 2 h 98"/>
              <a:gd name="T10" fmla="*/ 0 w 128"/>
              <a:gd name="T11" fmla="*/ 43 h 98"/>
              <a:gd name="T12" fmla="*/ 0 w 128"/>
              <a:gd name="T13" fmla="*/ 44 h 98"/>
              <a:gd name="T14" fmla="*/ 0 w 128"/>
              <a:gd name="T15" fmla="*/ 44 h 98"/>
              <a:gd name="T16" fmla="*/ 0 w 128"/>
              <a:gd name="T17" fmla="*/ 95 h 98"/>
              <a:gd name="T18" fmla="*/ 2 w 128"/>
              <a:gd name="T19" fmla="*/ 98 h 98"/>
              <a:gd name="T20" fmla="*/ 126 w 128"/>
              <a:gd name="T21" fmla="*/ 98 h 98"/>
              <a:gd name="T22" fmla="*/ 128 w 128"/>
              <a:gd name="T23" fmla="*/ 95 h 98"/>
              <a:gd name="T24" fmla="*/ 128 w 128"/>
              <a:gd name="T25" fmla="*/ 44 h 98"/>
              <a:gd name="T26" fmla="*/ 128 w 128"/>
              <a:gd name="T27" fmla="*/ 44 h 98"/>
              <a:gd name="T28" fmla="*/ 128 w 128"/>
              <a:gd name="T29" fmla="*/ 43 h 98"/>
              <a:gd name="T30" fmla="*/ 123 w 128"/>
              <a:gd name="T31" fmla="*/ 93 h 98"/>
              <a:gd name="T32" fmla="*/ 5 w 128"/>
              <a:gd name="T33" fmla="*/ 93 h 98"/>
              <a:gd name="T34" fmla="*/ 5 w 128"/>
              <a:gd name="T35" fmla="*/ 50 h 98"/>
              <a:gd name="T36" fmla="*/ 28 w 128"/>
              <a:gd name="T37" fmla="*/ 50 h 98"/>
              <a:gd name="T38" fmla="*/ 32 w 128"/>
              <a:gd name="T39" fmla="*/ 63 h 98"/>
              <a:gd name="T40" fmla="*/ 34 w 128"/>
              <a:gd name="T41" fmla="*/ 64 h 98"/>
              <a:gd name="T42" fmla="*/ 94 w 128"/>
              <a:gd name="T43" fmla="*/ 64 h 98"/>
              <a:gd name="T44" fmla="*/ 96 w 128"/>
              <a:gd name="T45" fmla="*/ 63 h 98"/>
              <a:gd name="T46" fmla="*/ 100 w 128"/>
              <a:gd name="T47" fmla="*/ 50 h 98"/>
              <a:gd name="T48" fmla="*/ 123 w 128"/>
              <a:gd name="T49" fmla="*/ 50 h 98"/>
              <a:gd name="T50" fmla="*/ 123 w 128"/>
              <a:gd name="T51" fmla="*/ 93 h 98"/>
              <a:gd name="T52" fmla="*/ 99 w 128"/>
              <a:gd name="T53" fmla="*/ 45 h 98"/>
              <a:gd name="T54" fmla="*/ 96 w 128"/>
              <a:gd name="T55" fmla="*/ 47 h 98"/>
              <a:gd name="T56" fmla="*/ 92 w 128"/>
              <a:gd name="T57" fmla="*/ 60 h 98"/>
              <a:gd name="T58" fmla="*/ 36 w 128"/>
              <a:gd name="T59" fmla="*/ 60 h 98"/>
              <a:gd name="T60" fmla="*/ 32 w 128"/>
              <a:gd name="T61" fmla="*/ 47 h 98"/>
              <a:gd name="T62" fmla="*/ 29 w 128"/>
              <a:gd name="T63" fmla="*/ 45 h 98"/>
              <a:gd name="T64" fmla="*/ 4 w 128"/>
              <a:gd name="T65" fmla="*/ 45 h 98"/>
              <a:gd name="T66" fmla="*/ 21 w 128"/>
              <a:gd name="T67" fmla="*/ 5 h 98"/>
              <a:gd name="T68" fmla="*/ 107 w 128"/>
              <a:gd name="T69" fmla="*/ 5 h 98"/>
              <a:gd name="T70" fmla="*/ 124 w 128"/>
              <a:gd name="T71" fmla="*/ 45 h 98"/>
              <a:gd name="T72" fmla="*/ 99 w 128"/>
              <a:gd name="T73" fmla="*/ 45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98">
                <a:moveTo>
                  <a:pt x="128" y="43"/>
                </a:moveTo>
                <a:cubicBezTo>
                  <a:pt x="110" y="2"/>
                  <a:pt x="110" y="2"/>
                  <a:pt x="110" y="2"/>
                </a:cubicBezTo>
                <a:cubicBezTo>
                  <a:pt x="110" y="1"/>
                  <a:pt x="109" y="0"/>
                  <a:pt x="108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7"/>
                  <a:pt x="1" y="98"/>
                  <a:pt x="2" y="98"/>
                </a:cubicBezTo>
                <a:cubicBezTo>
                  <a:pt x="126" y="98"/>
                  <a:pt x="126" y="98"/>
                  <a:pt x="126" y="98"/>
                </a:cubicBezTo>
                <a:cubicBezTo>
                  <a:pt x="127" y="98"/>
                  <a:pt x="128" y="97"/>
                  <a:pt x="128" y="95"/>
                </a:cubicBezTo>
                <a:cubicBezTo>
                  <a:pt x="128" y="44"/>
                  <a:pt x="128" y="44"/>
                  <a:pt x="128" y="44"/>
                </a:cubicBezTo>
                <a:cubicBezTo>
                  <a:pt x="128" y="44"/>
                  <a:pt x="128" y="44"/>
                  <a:pt x="128" y="44"/>
                </a:cubicBezTo>
                <a:lnTo>
                  <a:pt x="128" y="43"/>
                </a:lnTo>
                <a:close/>
                <a:moveTo>
                  <a:pt x="123" y="93"/>
                </a:moveTo>
                <a:cubicBezTo>
                  <a:pt x="5" y="93"/>
                  <a:pt x="5" y="93"/>
                  <a:pt x="5" y="93"/>
                </a:cubicBezTo>
                <a:cubicBezTo>
                  <a:pt x="5" y="50"/>
                  <a:pt x="5" y="50"/>
                  <a:pt x="5" y="50"/>
                </a:cubicBezTo>
                <a:cubicBezTo>
                  <a:pt x="28" y="50"/>
                  <a:pt x="28" y="50"/>
                  <a:pt x="28" y="50"/>
                </a:cubicBezTo>
                <a:cubicBezTo>
                  <a:pt x="32" y="63"/>
                  <a:pt x="32" y="63"/>
                  <a:pt x="32" y="63"/>
                </a:cubicBezTo>
                <a:cubicBezTo>
                  <a:pt x="33" y="64"/>
                  <a:pt x="33" y="64"/>
                  <a:pt x="34" y="64"/>
                </a:cubicBezTo>
                <a:cubicBezTo>
                  <a:pt x="94" y="64"/>
                  <a:pt x="94" y="64"/>
                  <a:pt x="94" y="64"/>
                </a:cubicBezTo>
                <a:cubicBezTo>
                  <a:pt x="95" y="64"/>
                  <a:pt x="96" y="64"/>
                  <a:pt x="96" y="63"/>
                </a:cubicBezTo>
                <a:cubicBezTo>
                  <a:pt x="100" y="50"/>
                  <a:pt x="100" y="50"/>
                  <a:pt x="100" y="50"/>
                </a:cubicBezTo>
                <a:cubicBezTo>
                  <a:pt x="123" y="50"/>
                  <a:pt x="123" y="50"/>
                  <a:pt x="123" y="50"/>
                </a:cubicBezTo>
                <a:lnTo>
                  <a:pt x="123" y="93"/>
                </a:lnTo>
                <a:close/>
                <a:moveTo>
                  <a:pt x="99" y="45"/>
                </a:moveTo>
                <a:cubicBezTo>
                  <a:pt x="98" y="45"/>
                  <a:pt x="97" y="46"/>
                  <a:pt x="96" y="47"/>
                </a:cubicBezTo>
                <a:cubicBezTo>
                  <a:pt x="92" y="60"/>
                  <a:pt x="92" y="60"/>
                  <a:pt x="92" y="60"/>
                </a:cubicBezTo>
                <a:cubicBezTo>
                  <a:pt x="36" y="60"/>
                  <a:pt x="36" y="60"/>
                  <a:pt x="36" y="60"/>
                </a:cubicBezTo>
                <a:cubicBezTo>
                  <a:pt x="32" y="47"/>
                  <a:pt x="32" y="47"/>
                  <a:pt x="32" y="47"/>
                </a:cubicBezTo>
                <a:cubicBezTo>
                  <a:pt x="31" y="46"/>
                  <a:pt x="30" y="45"/>
                  <a:pt x="29" y="45"/>
                </a:cubicBezTo>
                <a:cubicBezTo>
                  <a:pt x="4" y="45"/>
                  <a:pt x="4" y="45"/>
                  <a:pt x="4" y="45"/>
                </a:cubicBezTo>
                <a:cubicBezTo>
                  <a:pt x="21" y="5"/>
                  <a:pt x="21" y="5"/>
                  <a:pt x="21" y="5"/>
                </a:cubicBezTo>
                <a:cubicBezTo>
                  <a:pt x="107" y="5"/>
                  <a:pt x="107" y="5"/>
                  <a:pt x="107" y="5"/>
                </a:cubicBezTo>
                <a:cubicBezTo>
                  <a:pt x="124" y="45"/>
                  <a:pt x="124" y="45"/>
                  <a:pt x="124" y="45"/>
                </a:cubicBezTo>
                <a:lnTo>
                  <a:pt x="99" y="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89" name="组合 288"/>
          <p:cNvGrpSpPr/>
          <p:nvPr/>
        </p:nvGrpSpPr>
        <p:grpSpPr>
          <a:xfrm>
            <a:off x="10179050" y="6132513"/>
            <a:ext cx="481013" cy="368300"/>
            <a:chOff x="10179050" y="6132513"/>
            <a:chExt cx="481013" cy="368300"/>
          </a:xfrm>
          <a:solidFill>
            <a:schemeClr val="accent1"/>
          </a:solidFill>
        </p:grpSpPr>
        <p:sp>
          <p:nvSpPr>
            <p:cNvPr id="41" name="Freeform 6"/>
            <p:cNvSpPr/>
            <p:nvPr/>
          </p:nvSpPr>
          <p:spPr bwMode="auto">
            <a:xfrm>
              <a:off x="10258425" y="6245225"/>
              <a:ext cx="322263" cy="17463"/>
            </a:xfrm>
            <a:custGeom>
              <a:avLst/>
              <a:gdLst>
                <a:gd name="T0" fmla="*/ 84 w 86"/>
                <a:gd name="T1" fmla="*/ 0 h 5"/>
                <a:gd name="T2" fmla="*/ 2 w 86"/>
                <a:gd name="T3" fmla="*/ 0 h 5"/>
                <a:gd name="T4" fmla="*/ 0 w 86"/>
                <a:gd name="T5" fmla="*/ 3 h 5"/>
                <a:gd name="T6" fmla="*/ 2 w 86"/>
                <a:gd name="T7" fmla="*/ 5 h 5"/>
                <a:gd name="T8" fmla="*/ 84 w 86"/>
                <a:gd name="T9" fmla="*/ 5 h 5"/>
                <a:gd name="T10" fmla="*/ 86 w 86"/>
                <a:gd name="T11" fmla="*/ 3 h 5"/>
                <a:gd name="T12" fmla="*/ 84 w 86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5">
                  <a:moveTo>
                    <a:pt x="8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85" y="5"/>
                    <a:pt x="86" y="4"/>
                    <a:pt x="86" y="3"/>
                  </a:cubicBezTo>
                  <a:cubicBezTo>
                    <a:pt x="86" y="2"/>
                    <a:pt x="85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Freeform 7"/>
            <p:cNvSpPr/>
            <p:nvPr/>
          </p:nvSpPr>
          <p:spPr bwMode="auto">
            <a:xfrm>
              <a:off x="10283825" y="6188075"/>
              <a:ext cx="269875" cy="19050"/>
            </a:xfrm>
            <a:custGeom>
              <a:avLst/>
              <a:gdLst>
                <a:gd name="T0" fmla="*/ 3 w 72"/>
                <a:gd name="T1" fmla="*/ 5 h 5"/>
                <a:gd name="T2" fmla="*/ 69 w 72"/>
                <a:gd name="T3" fmla="*/ 5 h 5"/>
                <a:gd name="T4" fmla="*/ 72 w 72"/>
                <a:gd name="T5" fmla="*/ 2 h 5"/>
                <a:gd name="T6" fmla="*/ 69 w 72"/>
                <a:gd name="T7" fmla="*/ 0 h 5"/>
                <a:gd name="T8" fmla="*/ 3 w 72"/>
                <a:gd name="T9" fmla="*/ 0 h 5"/>
                <a:gd name="T10" fmla="*/ 0 w 72"/>
                <a:gd name="T11" fmla="*/ 2 h 5"/>
                <a:gd name="T12" fmla="*/ 3 w 7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5">
                  <a:moveTo>
                    <a:pt x="3" y="5"/>
                  </a:moveTo>
                  <a:cubicBezTo>
                    <a:pt x="69" y="5"/>
                    <a:pt x="69" y="5"/>
                    <a:pt x="69" y="5"/>
                  </a:cubicBezTo>
                  <a:cubicBezTo>
                    <a:pt x="71" y="5"/>
                    <a:pt x="72" y="4"/>
                    <a:pt x="72" y="2"/>
                  </a:cubicBezTo>
                  <a:cubicBezTo>
                    <a:pt x="72" y="1"/>
                    <a:pt x="71" y="0"/>
                    <a:pt x="6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Freeform 8"/>
            <p:cNvSpPr>
              <a:spLocks noEditPoints="1"/>
            </p:cNvSpPr>
            <p:nvPr/>
          </p:nvSpPr>
          <p:spPr bwMode="auto">
            <a:xfrm>
              <a:off x="10179050" y="6132513"/>
              <a:ext cx="481013" cy="368300"/>
            </a:xfrm>
            <a:custGeom>
              <a:avLst/>
              <a:gdLst>
                <a:gd name="T0" fmla="*/ 128 w 128"/>
                <a:gd name="T1" fmla="*/ 44 h 98"/>
                <a:gd name="T2" fmla="*/ 128 w 128"/>
                <a:gd name="T3" fmla="*/ 43 h 98"/>
                <a:gd name="T4" fmla="*/ 110 w 128"/>
                <a:gd name="T5" fmla="*/ 2 h 98"/>
                <a:gd name="T6" fmla="*/ 108 w 128"/>
                <a:gd name="T7" fmla="*/ 0 h 98"/>
                <a:gd name="T8" fmla="*/ 20 w 128"/>
                <a:gd name="T9" fmla="*/ 0 h 98"/>
                <a:gd name="T10" fmla="*/ 18 w 128"/>
                <a:gd name="T11" fmla="*/ 2 h 98"/>
                <a:gd name="T12" fmla="*/ 0 w 128"/>
                <a:gd name="T13" fmla="*/ 43 h 98"/>
                <a:gd name="T14" fmla="*/ 0 w 128"/>
                <a:gd name="T15" fmla="*/ 44 h 98"/>
                <a:gd name="T16" fmla="*/ 0 w 128"/>
                <a:gd name="T17" fmla="*/ 44 h 98"/>
                <a:gd name="T18" fmla="*/ 0 w 128"/>
                <a:gd name="T19" fmla="*/ 95 h 98"/>
                <a:gd name="T20" fmla="*/ 2 w 128"/>
                <a:gd name="T21" fmla="*/ 98 h 98"/>
                <a:gd name="T22" fmla="*/ 126 w 128"/>
                <a:gd name="T23" fmla="*/ 98 h 98"/>
                <a:gd name="T24" fmla="*/ 128 w 128"/>
                <a:gd name="T25" fmla="*/ 95 h 98"/>
                <a:gd name="T26" fmla="*/ 128 w 128"/>
                <a:gd name="T27" fmla="*/ 44 h 98"/>
                <a:gd name="T28" fmla="*/ 128 w 128"/>
                <a:gd name="T29" fmla="*/ 44 h 98"/>
                <a:gd name="T30" fmla="*/ 123 w 128"/>
                <a:gd name="T31" fmla="*/ 93 h 98"/>
                <a:gd name="T32" fmla="*/ 5 w 128"/>
                <a:gd name="T33" fmla="*/ 93 h 98"/>
                <a:gd name="T34" fmla="*/ 5 w 128"/>
                <a:gd name="T35" fmla="*/ 50 h 98"/>
                <a:gd name="T36" fmla="*/ 28 w 128"/>
                <a:gd name="T37" fmla="*/ 50 h 98"/>
                <a:gd name="T38" fmla="*/ 32 w 128"/>
                <a:gd name="T39" fmla="*/ 63 h 98"/>
                <a:gd name="T40" fmla="*/ 34 w 128"/>
                <a:gd name="T41" fmla="*/ 64 h 98"/>
                <a:gd name="T42" fmla="*/ 94 w 128"/>
                <a:gd name="T43" fmla="*/ 64 h 98"/>
                <a:gd name="T44" fmla="*/ 96 w 128"/>
                <a:gd name="T45" fmla="*/ 63 h 98"/>
                <a:gd name="T46" fmla="*/ 100 w 128"/>
                <a:gd name="T47" fmla="*/ 50 h 98"/>
                <a:gd name="T48" fmla="*/ 123 w 128"/>
                <a:gd name="T49" fmla="*/ 50 h 98"/>
                <a:gd name="T50" fmla="*/ 123 w 128"/>
                <a:gd name="T51" fmla="*/ 93 h 98"/>
                <a:gd name="T52" fmla="*/ 99 w 128"/>
                <a:gd name="T53" fmla="*/ 45 h 98"/>
                <a:gd name="T54" fmla="*/ 96 w 128"/>
                <a:gd name="T55" fmla="*/ 47 h 98"/>
                <a:gd name="T56" fmla="*/ 92 w 128"/>
                <a:gd name="T57" fmla="*/ 60 h 98"/>
                <a:gd name="T58" fmla="*/ 36 w 128"/>
                <a:gd name="T59" fmla="*/ 60 h 98"/>
                <a:gd name="T60" fmla="*/ 32 w 128"/>
                <a:gd name="T61" fmla="*/ 47 h 98"/>
                <a:gd name="T62" fmla="*/ 29 w 128"/>
                <a:gd name="T63" fmla="*/ 45 h 98"/>
                <a:gd name="T64" fmla="*/ 4 w 128"/>
                <a:gd name="T65" fmla="*/ 45 h 98"/>
                <a:gd name="T66" fmla="*/ 21 w 128"/>
                <a:gd name="T67" fmla="*/ 5 h 98"/>
                <a:gd name="T68" fmla="*/ 107 w 128"/>
                <a:gd name="T69" fmla="*/ 5 h 98"/>
                <a:gd name="T70" fmla="*/ 124 w 128"/>
                <a:gd name="T71" fmla="*/ 45 h 98"/>
                <a:gd name="T72" fmla="*/ 99 w 128"/>
                <a:gd name="T73" fmla="*/ 4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98">
                  <a:moveTo>
                    <a:pt x="128" y="44"/>
                  </a:moveTo>
                  <a:cubicBezTo>
                    <a:pt x="128" y="43"/>
                    <a:pt x="128" y="43"/>
                    <a:pt x="128" y="43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1"/>
                    <a:pt x="109" y="0"/>
                    <a:pt x="108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1"/>
                    <a:pt x="18" y="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7"/>
                    <a:pt x="1" y="98"/>
                    <a:pt x="2" y="98"/>
                  </a:cubicBezTo>
                  <a:cubicBezTo>
                    <a:pt x="126" y="98"/>
                    <a:pt x="126" y="98"/>
                    <a:pt x="126" y="98"/>
                  </a:cubicBezTo>
                  <a:cubicBezTo>
                    <a:pt x="127" y="98"/>
                    <a:pt x="128" y="97"/>
                    <a:pt x="128" y="95"/>
                  </a:cubicBezTo>
                  <a:cubicBezTo>
                    <a:pt x="128" y="44"/>
                    <a:pt x="128" y="44"/>
                    <a:pt x="128" y="44"/>
                  </a:cubicBezTo>
                  <a:cubicBezTo>
                    <a:pt x="128" y="44"/>
                    <a:pt x="128" y="44"/>
                    <a:pt x="128" y="44"/>
                  </a:cubicBezTo>
                  <a:close/>
                  <a:moveTo>
                    <a:pt x="123" y="93"/>
                  </a:moveTo>
                  <a:cubicBezTo>
                    <a:pt x="5" y="93"/>
                    <a:pt x="5" y="93"/>
                    <a:pt x="5" y="9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3" y="64"/>
                    <a:pt x="33" y="64"/>
                    <a:pt x="3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5" y="64"/>
                    <a:pt x="96" y="64"/>
                    <a:pt x="96" y="63"/>
                  </a:cubicBezTo>
                  <a:cubicBezTo>
                    <a:pt x="100" y="50"/>
                    <a:pt x="100" y="50"/>
                    <a:pt x="100" y="50"/>
                  </a:cubicBezTo>
                  <a:cubicBezTo>
                    <a:pt x="123" y="50"/>
                    <a:pt x="123" y="50"/>
                    <a:pt x="123" y="50"/>
                  </a:cubicBezTo>
                  <a:lnTo>
                    <a:pt x="123" y="93"/>
                  </a:lnTo>
                  <a:close/>
                  <a:moveTo>
                    <a:pt x="99" y="45"/>
                  </a:moveTo>
                  <a:cubicBezTo>
                    <a:pt x="98" y="45"/>
                    <a:pt x="97" y="46"/>
                    <a:pt x="96" y="47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6"/>
                    <a:pt x="30" y="45"/>
                    <a:pt x="29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99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9217025" y="6105525"/>
            <a:ext cx="481013" cy="420688"/>
            <a:chOff x="9217025" y="6105525"/>
            <a:chExt cx="481013" cy="420688"/>
          </a:xfrm>
          <a:solidFill>
            <a:schemeClr val="accent1"/>
          </a:solidFill>
        </p:grpSpPr>
        <p:sp>
          <p:nvSpPr>
            <p:cNvPr id="44" name="Freeform 9"/>
            <p:cNvSpPr>
              <a:spLocks noEditPoints="1"/>
            </p:cNvSpPr>
            <p:nvPr/>
          </p:nvSpPr>
          <p:spPr bwMode="auto">
            <a:xfrm>
              <a:off x="9364663" y="6327775"/>
              <a:ext cx="187325" cy="74613"/>
            </a:xfrm>
            <a:custGeom>
              <a:avLst/>
              <a:gdLst>
                <a:gd name="T0" fmla="*/ 10 w 50"/>
                <a:gd name="T1" fmla="*/ 20 h 20"/>
                <a:gd name="T2" fmla="*/ 40 w 50"/>
                <a:gd name="T3" fmla="*/ 20 h 20"/>
                <a:gd name="T4" fmla="*/ 50 w 50"/>
                <a:gd name="T5" fmla="*/ 10 h 20"/>
                <a:gd name="T6" fmla="*/ 40 w 50"/>
                <a:gd name="T7" fmla="*/ 0 h 20"/>
                <a:gd name="T8" fmla="*/ 10 w 50"/>
                <a:gd name="T9" fmla="*/ 0 h 20"/>
                <a:gd name="T10" fmla="*/ 0 w 50"/>
                <a:gd name="T11" fmla="*/ 10 h 20"/>
                <a:gd name="T12" fmla="*/ 10 w 50"/>
                <a:gd name="T13" fmla="*/ 20 h 20"/>
                <a:gd name="T14" fmla="*/ 10 w 50"/>
                <a:gd name="T15" fmla="*/ 5 h 20"/>
                <a:gd name="T16" fmla="*/ 40 w 50"/>
                <a:gd name="T17" fmla="*/ 5 h 20"/>
                <a:gd name="T18" fmla="*/ 45 w 50"/>
                <a:gd name="T19" fmla="*/ 10 h 20"/>
                <a:gd name="T20" fmla="*/ 40 w 50"/>
                <a:gd name="T21" fmla="*/ 15 h 20"/>
                <a:gd name="T22" fmla="*/ 10 w 50"/>
                <a:gd name="T23" fmla="*/ 15 h 20"/>
                <a:gd name="T24" fmla="*/ 5 w 50"/>
                <a:gd name="T25" fmla="*/ 10 h 20"/>
                <a:gd name="T26" fmla="*/ 10 w 50"/>
                <a:gd name="T2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" h="20">
                  <a:moveTo>
                    <a:pt x="10" y="20"/>
                  </a:moveTo>
                  <a:cubicBezTo>
                    <a:pt x="40" y="20"/>
                    <a:pt x="40" y="20"/>
                    <a:pt x="40" y="20"/>
                  </a:cubicBezTo>
                  <a:cubicBezTo>
                    <a:pt x="45" y="20"/>
                    <a:pt x="50" y="15"/>
                    <a:pt x="50" y="10"/>
                  </a:cubicBezTo>
                  <a:cubicBezTo>
                    <a:pt x="50" y="5"/>
                    <a:pt x="45" y="0"/>
                    <a:pt x="4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5"/>
                    <a:pt x="5" y="20"/>
                    <a:pt x="10" y="20"/>
                  </a:cubicBezTo>
                  <a:close/>
                  <a:moveTo>
                    <a:pt x="10" y="5"/>
                  </a:moveTo>
                  <a:cubicBezTo>
                    <a:pt x="40" y="5"/>
                    <a:pt x="40" y="5"/>
                    <a:pt x="40" y="5"/>
                  </a:cubicBezTo>
                  <a:cubicBezTo>
                    <a:pt x="43" y="5"/>
                    <a:pt x="45" y="7"/>
                    <a:pt x="45" y="10"/>
                  </a:cubicBezTo>
                  <a:cubicBezTo>
                    <a:pt x="45" y="13"/>
                    <a:pt x="43" y="15"/>
                    <a:pt x="4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5" y="13"/>
                    <a:pt x="5" y="10"/>
                  </a:cubicBezTo>
                  <a:cubicBezTo>
                    <a:pt x="5" y="7"/>
                    <a:pt x="7" y="5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Freeform 10"/>
            <p:cNvSpPr>
              <a:spLocks noEditPoints="1"/>
            </p:cNvSpPr>
            <p:nvPr/>
          </p:nvSpPr>
          <p:spPr bwMode="auto">
            <a:xfrm>
              <a:off x="9217025" y="6105525"/>
              <a:ext cx="481013" cy="420688"/>
            </a:xfrm>
            <a:custGeom>
              <a:avLst/>
              <a:gdLst>
                <a:gd name="T0" fmla="*/ 128 w 128"/>
                <a:gd name="T1" fmla="*/ 43 h 112"/>
                <a:gd name="T2" fmla="*/ 128 w 128"/>
                <a:gd name="T3" fmla="*/ 43 h 112"/>
                <a:gd name="T4" fmla="*/ 110 w 128"/>
                <a:gd name="T5" fmla="*/ 1 h 112"/>
                <a:gd name="T6" fmla="*/ 108 w 128"/>
                <a:gd name="T7" fmla="*/ 0 h 112"/>
                <a:gd name="T8" fmla="*/ 20 w 128"/>
                <a:gd name="T9" fmla="*/ 0 h 112"/>
                <a:gd name="T10" fmla="*/ 18 w 128"/>
                <a:gd name="T11" fmla="*/ 1 h 112"/>
                <a:gd name="T12" fmla="*/ 0 w 128"/>
                <a:gd name="T13" fmla="*/ 43 h 112"/>
                <a:gd name="T14" fmla="*/ 0 w 128"/>
                <a:gd name="T15" fmla="*/ 43 h 112"/>
                <a:gd name="T16" fmla="*/ 0 w 128"/>
                <a:gd name="T17" fmla="*/ 44 h 112"/>
                <a:gd name="T18" fmla="*/ 0 w 128"/>
                <a:gd name="T19" fmla="*/ 110 h 112"/>
                <a:gd name="T20" fmla="*/ 2 w 128"/>
                <a:gd name="T21" fmla="*/ 112 h 112"/>
                <a:gd name="T22" fmla="*/ 126 w 128"/>
                <a:gd name="T23" fmla="*/ 112 h 112"/>
                <a:gd name="T24" fmla="*/ 128 w 128"/>
                <a:gd name="T25" fmla="*/ 110 h 112"/>
                <a:gd name="T26" fmla="*/ 128 w 128"/>
                <a:gd name="T27" fmla="*/ 44 h 112"/>
                <a:gd name="T28" fmla="*/ 128 w 128"/>
                <a:gd name="T29" fmla="*/ 43 h 112"/>
                <a:gd name="T30" fmla="*/ 123 w 128"/>
                <a:gd name="T31" fmla="*/ 108 h 112"/>
                <a:gd name="T32" fmla="*/ 5 w 128"/>
                <a:gd name="T33" fmla="*/ 108 h 112"/>
                <a:gd name="T34" fmla="*/ 5 w 128"/>
                <a:gd name="T35" fmla="*/ 49 h 112"/>
                <a:gd name="T36" fmla="*/ 123 w 128"/>
                <a:gd name="T37" fmla="*/ 49 h 112"/>
                <a:gd name="T38" fmla="*/ 123 w 128"/>
                <a:gd name="T39" fmla="*/ 108 h 112"/>
                <a:gd name="T40" fmla="*/ 4 w 128"/>
                <a:gd name="T41" fmla="*/ 45 h 112"/>
                <a:gd name="T42" fmla="*/ 21 w 128"/>
                <a:gd name="T43" fmla="*/ 4 h 112"/>
                <a:gd name="T44" fmla="*/ 107 w 128"/>
                <a:gd name="T45" fmla="*/ 4 h 112"/>
                <a:gd name="T46" fmla="*/ 124 w 128"/>
                <a:gd name="T47" fmla="*/ 45 h 112"/>
                <a:gd name="T48" fmla="*/ 4 w 128"/>
                <a:gd name="T49" fmla="*/ 4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128" y="43"/>
                  </a:moveTo>
                  <a:cubicBezTo>
                    <a:pt x="128" y="43"/>
                    <a:pt x="128" y="43"/>
                    <a:pt x="128" y="43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0"/>
                    <a:pt x="108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1" y="112"/>
                    <a:pt x="2" y="112"/>
                  </a:cubicBezTo>
                  <a:cubicBezTo>
                    <a:pt x="126" y="112"/>
                    <a:pt x="126" y="112"/>
                    <a:pt x="126" y="112"/>
                  </a:cubicBezTo>
                  <a:cubicBezTo>
                    <a:pt x="127" y="112"/>
                    <a:pt x="128" y="111"/>
                    <a:pt x="128" y="110"/>
                  </a:cubicBezTo>
                  <a:cubicBezTo>
                    <a:pt x="128" y="44"/>
                    <a:pt x="128" y="44"/>
                    <a:pt x="128" y="44"/>
                  </a:cubicBezTo>
                  <a:cubicBezTo>
                    <a:pt x="128" y="44"/>
                    <a:pt x="128" y="43"/>
                    <a:pt x="128" y="43"/>
                  </a:cubicBezTo>
                  <a:close/>
                  <a:moveTo>
                    <a:pt x="123" y="108"/>
                  </a:moveTo>
                  <a:cubicBezTo>
                    <a:pt x="5" y="108"/>
                    <a:pt x="5" y="108"/>
                    <a:pt x="5" y="10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123" y="49"/>
                    <a:pt x="123" y="49"/>
                    <a:pt x="123" y="49"/>
                  </a:cubicBezTo>
                  <a:lnTo>
                    <a:pt x="123" y="108"/>
                  </a:lnTo>
                  <a:close/>
                  <a:moveTo>
                    <a:pt x="4" y="45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4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8256588" y="6105525"/>
            <a:ext cx="481013" cy="420688"/>
            <a:chOff x="8256588" y="6105525"/>
            <a:chExt cx="481013" cy="420688"/>
          </a:xfrm>
          <a:solidFill>
            <a:schemeClr val="accent1"/>
          </a:solidFill>
        </p:grpSpPr>
        <p:sp>
          <p:nvSpPr>
            <p:cNvPr id="46" name="Freeform 11"/>
            <p:cNvSpPr>
              <a:spLocks noEditPoints="1"/>
            </p:cNvSpPr>
            <p:nvPr/>
          </p:nvSpPr>
          <p:spPr bwMode="auto">
            <a:xfrm>
              <a:off x="8402638" y="6327775"/>
              <a:ext cx="187325" cy="74613"/>
            </a:xfrm>
            <a:custGeom>
              <a:avLst/>
              <a:gdLst>
                <a:gd name="T0" fmla="*/ 10 w 50"/>
                <a:gd name="T1" fmla="*/ 20 h 20"/>
                <a:gd name="T2" fmla="*/ 40 w 50"/>
                <a:gd name="T3" fmla="*/ 20 h 20"/>
                <a:gd name="T4" fmla="*/ 50 w 50"/>
                <a:gd name="T5" fmla="*/ 10 h 20"/>
                <a:gd name="T6" fmla="*/ 40 w 50"/>
                <a:gd name="T7" fmla="*/ 0 h 20"/>
                <a:gd name="T8" fmla="*/ 10 w 50"/>
                <a:gd name="T9" fmla="*/ 0 h 20"/>
                <a:gd name="T10" fmla="*/ 0 w 50"/>
                <a:gd name="T11" fmla="*/ 10 h 20"/>
                <a:gd name="T12" fmla="*/ 10 w 50"/>
                <a:gd name="T13" fmla="*/ 20 h 20"/>
                <a:gd name="T14" fmla="*/ 10 w 50"/>
                <a:gd name="T15" fmla="*/ 5 h 20"/>
                <a:gd name="T16" fmla="*/ 40 w 50"/>
                <a:gd name="T17" fmla="*/ 5 h 20"/>
                <a:gd name="T18" fmla="*/ 45 w 50"/>
                <a:gd name="T19" fmla="*/ 10 h 20"/>
                <a:gd name="T20" fmla="*/ 40 w 50"/>
                <a:gd name="T21" fmla="*/ 15 h 20"/>
                <a:gd name="T22" fmla="*/ 10 w 50"/>
                <a:gd name="T23" fmla="*/ 15 h 20"/>
                <a:gd name="T24" fmla="*/ 5 w 50"/>
                <a:gd name="T25" fmla="*/ 10 h 20"/>
                <a:gd name="T26" fmla="*/ 10 w 50"/>
                <a:gd name="T2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" h="20">
                  <a:moveTo>
                    <a:pt x="10" y="20"/>
                  </a:moveTo>
                  <a:cubicBezTo>
                    <a:pt x="40" y="20"/>
                    <a:pt x="40" y="20"/>
                    <a:pt x="40" y="20"/>
                  </a:cubicBezTo>
                  <a:cubicBezTo>
                    <a:pt x="45" y="20"/>
                    <a:pt x="50" y="15"/>
                    <a:pt x="50" y="10"/>
                  </a:cubicBezTo>
                  <a:cubicBezTo>
                    <a:pt x="50" y="5"/>
                    <a:pt x="45" y="0"/>
                    <a:pt x="4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5"/>
                    <a:pt x="5" y="20"/>
                    <a:pt x="10" y="20"/>
                  </a:cubicBezTo>
                  <a:close/>
                  <a:moveTo>
                    <a:pt x="10" y="5"/>
                  </a:moveTo>
                  <a:cubicBezTo>
                    <a:pt x="40" y="5"/>
                    <a:pt x="40" y="5"/>
                    <a:pt x="40" y="5"/>
                  </a:cubicBezTo>
                  <a:cubicBezTo>
                    <a:pt x="43" y="5"/>
                    <a:pt x="45" y="7"/>
                    <a:pt x="45" y="10"/>
                  </a:cubicBezTo>
                  <a:cubicBezTo>
                    <a:pt x="45" y="13"/>
                    <a:pt x="43" y="15"/>
                    <a:pt x="4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5" y="13"/>
                    <a:pt x="5" y="10"/>
                  </a:cubicBezTo>
                  <a:cubicBezTo>
                    <a:pt x="5" y="7"/>
                    <a:pt x="7" y="5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Freeform 12"/>
            <p:cNvSpPr/>
            <p:nvPr/>
          </p:nvSpPr>
          <p:spPr bwMode="auto">
            <a:xfrm>
              <a:off x="8335963" y="6218238"/>
              <a:ext cx="322263" cy="19050"/>
            </a:xfrm>
            <a:custGeom>
              <a:avLst/>
              <a:gdLst>
                <a:gd name="T0" fmla="*/ 84 w 86"/>
                <a:gd name="T1" fmla="*/ 0 h 5"/>
                <a:gd name="T2" fmla="*/ 2 w 86"/>
                <a:gd name="T3" fmla="*/ 0 h 5"/>
                <a:gd name="T4" fmla="*/ 0 w 86"/>
                <a:gd name="T5" fmla="*/ 2 h 5"/>
                <a:gd name="T6" fmla="*/ 2 w 86"/>
                <a:gd name="T7" fmla="*/ 5 h 5"/>
                <a:gd name="T8" fmla="*/ 84 w 86"/>
                <a:gd name="T9" fmla="*/ 5 h 5"/>
                <a:gd name="T10" fmla="*/ 86 w 86"/>
                <a:gd name="T11" fmla="*/ 2 h 5"/>
                <a:gd name="T12" fmla="*/ 84 w 86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5">
                  <a:moveTo>
                    <a:pt x="8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85" y="5"/>
                    <a:pt x="86" y="4"/>
                    <a:pt x="86" y="2"/>
                  </a:cubicBezTo>
                  <a:cubicBezTo>
                    <a:pt x="86" y="1"/>
                    <a:pt x="85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8361363" y="6162675"/>
              <a:ext cx="271463" cy="14288"/>
            </a:xfrm>
            <a:custGeom>
              <a:avLst/>
              <a:gdLst>
                <a:gd name="T0" fmla="*/ 3 w 72"/>
                <a:gd name="T1" fmla="*/ 4 h 4"/>
                <a:gd name="T2" fmla="*/ 69 w 72"/>
                <a:gd name="T3" fmla="*/ 4 h 4"/>
                <a:gd name="T4" fmla="*/ 72 w 72"/>
                <a:gd name="T5" fmla="*/ 2 h 4"/>
                <a:gd name="T6" fmla="*/ 69 w 72"/>
                <a:gd name="T7" fmla="*/ 0 h 4"/>
                <a:gd name="T8" fmla="*/ 3 w 72"/>
                <a:gd name="T9" fmla="*/ 0 h 4"/>
                <a:gd name="T10" fmla="*/ 0 w 72"/>
                <a:gd name="T11" fmla="*/ 2 h 4"/>
                <a:gd name="T12" fmla="*/ 3 w 7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4">
                  <a:moveTo>
                    <a:pt x="3" y="4"/>
                  </a:moveTo>
                  <a:cubicBezTo>
                    <a:pt x="69" y="4"/>
                    <a:pt x="69" y="4"/>
                    <a:pt x="69" y="4"/>
                  </a:cubicBezTo>
                  <a:cubicBezTo>
                    <a:pt x="71" y="4"/>
                    <a:pt x="72" y="3"/>
                    <a:pt x="72" y="2"/>
                  </a:cubicBezTo>
                  <a:cubicBezTo>
                    <a:pt x="72" y="1"/>
                    <a:pt x="71" y="0"/>
                    <a:pt x="6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Freeform 14"/>
            <p:cNvSpPr>
              <a:spLocks noEditPoints="1"/>
            </p:cNvSpPr>
            <p:nvPr/>
          </p:nvSpPr>
          <p:spPr bwMode="auto">
            <a:xfrm>
              <a:off x="8256588" y="6105525"/>
              <a:ext cx="481013" cy="420688"/>
            </a:xfrm>
            <a:custGeom>
              <a:avLst/>
              <a:gdLst>
                <a:gd name="T0" fmla="*/ 128 w 128"/>
                <a:gd name="T1" fmla="*/ 43 h 112"/>
                <a:gd name="T2" fmla="*/ 110 w 128"/>
                <a:gd name="T3" fmla="*/ 1 h 112"/>
                <a:gd name="T4" fmla="*/ 108 w 128"/>
                <a:gd name="T5" fmla="*/ 0 h 112"/>
                <a:gd name="T6" fmla="*/ 20 w 128"/>
                <a:gd name="T7" fmla="*/ 0 h 112"/>
                <a:gd name="T8" fmla="*/ 18 w 128"/>
                <a:gd name="T9" fmla="*/ 1 h 112"/>
                <a:gd name="T10" fmla="*/ 0 w 128"/>
                <a:gd name="T11" fmla="*/ 43 h 112"/>
                <a:gd name="T12" fmla="*/ 0 w 128"/>
                <a:gd name="T13" fmla="*/ 44 h 112"/>
                <a:gd name="T14" fmla="*/ 0 w 128"/>
                <a:gd name="T15" fmla="*/ 110 h 112"/>
                <a:gd name="T16" fmla="*/ 2 w 128"/>
                <a:gd name="T17" fmla="*/ 112 h 112"/>
                <a:gd name="T18" fmla="*/ 126 w 128"/>
                <a:gd name="T19" fmla="*/ 112 h 112"/>
                <a:gd name="T20" fmla="*/ 128 w 128"/>
                <a:gd name="T21" fmla="*/ 110 h 112"/>
                <a:gd name="T22" fmla="*/ 128 w 128"/>
                <a:gd name="T23" fmla="*/ 44 h 112"/>
                <a:gd name="T24" fmla="*/ 128 w 128"/>
                <a:gd name="T25" fmla="*/ 43 h 112"/>
                <a:gd name="T26" fmla="*/ 123 w 128"/>
                <a:gd name="T27" fmla="*/ 108 h 112"/>
                <a:gd name="T28" fmla="*/ 5 w 128"/>
                <a:gd name="T29" fmla="*/ 108 h 112"/>
                <a:gd name="T30" fmla="*/ 5 w 128"/>
                <a:gd name="T31" fmla="*/ 49 h 112"/>
                <a:gd name="T32" fmla="*/ 123 w 128"/>
                <a:gd name="T33" fmla="*/ 49 h 112"/>
                <a:gd name="T34" fmla="*/ 123 w 128"/>
                <a:gd name="T35" fmla="*/ 108 h 112"/>
                <a:gd name="T36" fmla="*/ 4 w 128"/>
                <a:gd name="T37" fmla="*/ 45 h 112"/>
                <a:gd name="T38" fmla="*/ 21 w 128"/>
                <a:gd name="T39" fmla="*/ 4 h 112"/>
                <a:gd name="T40" fmla="*/ 107 w 128"/>
                <a:gd name="T41" fmla="*/ 4 h 112"/>
                <a:gd name="T42" fmla="*/ 124 w 128"/>
                <a:gd name="T43" fmla="*/ 45 h 112"/>
                <a:gd name="T44" fmla="*/ 4 w 128"/>
                <a:gd name="T45" fmla="*/ 4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" h="112">
                  <a:moveTo>
                    <a:pt x="128" y="43"/>
                  </a:move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0"/>
                    <a:pt x="108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1"/>
                    <a:pt x="1" y="112"/>
                    <a:pt x="2" y="112"/>
                  </a:cubicBezTo>
                  <a:cubicBezTo>
                    <a:pt x="126" y="112"/>
                    <a:pt x="126" y="112"/>
                    <a:pt x="126" y="112"/>
                  </a:cubicBezTo>
                  <a:cubicBezTo>
                    <a:pt x="127" y="112"/>
                    <a:pt x="128" y="111"/>
                    <a:pt x="128" y="110"/>
                  </a:cubicBezTo>
                  <a:cubicBezTo>
                    <a:pt x="128" y="44"/>
                    <a:pt x="128" y="44"/>
                    <a:pt x="128" y="44"/>
                  </a:cubicBezTo>
                  <a:cubicBezTo>
                    <a:pt x="128" y="44"/>
                    <a:pt x="128" y="43"/>
                    <a:pt x="128" y="43"/>
                  </a:cubicBezTo>
                  <a:close/>
                  <a:moveTo>
                    <a:pt x="123" y="108"/>
                  </a:moveTo>
                  <a:cubicBezTo>
                    <a:pt x="5" y="108"/>
                    <a:pt x="5" y="108"/>
                    <a:pt x="5" y="10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123" y="49"/>
                    <a:pt x="123" y="49"/>
                    <a:pt x="123" y="49"/>
                  </a:cubicBezTo>
                  <a:lnTo>
                    <a:pt x="123" y="108"/>
                  </a:lnTo>
                  <a:close/>
                  <a:moveTo>
                    <a:pt x="4" y="45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4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7296150" y="6138863"/>
            <a:ext cx="479425" cy="354012"/>
            <a:chOff x="7296150" y="6138863"/>
            <a:chExt cx="479425" cy="354012"/>
          </a:xfrm>
          <a:solidFill>
            <a:schemeClr val="accent1"/>
          </a:solidFill>
        </p:grpSpPr>
        <p:sp>
          <p:nvSpPr>
            <p:cNvPr id="50" name="Freeform 15"/>
            <p:cNvSpPr>
              <a:spLocks noEditPoints="1"/>
            </p:cNvSpPr>
            <p:nvPr/>
          </p:nvSpPr>
          <p:spPr bwMode="auto">
            <a:xfrm>
              <a:off x="7296150" y="6138863"/>
              <a:ext cx="479425" cy="158750"/>
            </a:xfrm>
            <a:custGeom>
              <a:avLst/>
              <a:gdLst>
                <a:gd name="T0" fmla="*/ 64 w 128"/>
                <a:gd name="T1" fmla="*/ 4 h 42"/>
                <a:gd name="T2" fmla="*/ 96 w 128"/>
                <a:gd name="T3" fmla="*/ 10 h 42"/>
                <a:gd name="T4" fmla="*/ 123 w 128"/>
                <a:gd name="T5" fmla="*/ 26 h 42"/>
                <a:gd name="T6" fmla="*/ 123 w 128"/>
                <a:gd name="T7" fmla="*/ 26 h 42"/>
                <a:gd name="T8" fmla="*/ 123 w 128"/>
                <a:gd name="T9" fmla="*/ 26 h 42"/>
                <a:gd name="T10" fmla="*/ 123 w 128"/>
                <a:gd name="T11" fmla="*/ 28 h 42"/>
                <a:gd name="T12" fmla="*/ 123 w 128"/>
                <a:gd name="T13" fmla="*/ 29 h 42"/>
                <a:gd name="T14" fmla="*/ 115 w 128"/>
                <a:gd name="T15" fmla="*/ 37 h 42"/>
                <a:gd name="T16" fmla="*/ 115 w 128"/>
                <a:gd name="T17" fmla="*/ 37 h 42"/>
                <a:gd name="T18" fmla="*/ 114 w 128"/>
                <a:gd name="T19" fmla="*/ 38 h 42"/>
                <a:gd name="T20" fmla="*/ 113 w 128"/>
                <a:gd name="T21" fmla="*/ 37 h 42"/>
                <a:gd name="T22" fmla="*/ 93 w 128"/>
                <a:gd name="T23" fmla="*/ 25 h 42"/>
                <a:gd name="T24" fmla="*/ 64 w 128"/>
                <a:gd name="T25" fmla="*/ 19 h 42"/>
                <a:gd name="T26" fmla="*/ 35 w 128"/>
                <a:gd name="T27" fmla="*/ 25 h 42"/>
                <a:gd name="T28" fmla="*/ 15 w 128"/>
                <a:gd name="T29" fmla="*/ 37 h 42"/>
                <a:gd name="T30" fmla="*/ 14 w 128"/>
                <a:gd name="T31" fmla="*/ 38 h 42"/>
                <a:gd name="T32" fmla="*/ 14 w 128"/>
                <a:gd name="T33" fmla="*/ 38 h 42"/>
                <a:gd name="T34" fmla="*/ 5 w 128"/>
                <a:gd name="T35" fmla="*/ 29 h 42"/>
                <a:gd name="T36" fmla="*/ 5 w 128"/>
                <a:gd name="T37" fmla="*/ 28 h 42"/>
                <a:gd name="T38" fmla="*/ 5 w 128"/>
                <a:gd name="T39" fmla="*/ 26 h 42"/>
                <a:gd name="T40" fmla="*/ 5 w 128"/>
                <a:gd name="T41" fmla="*/ 26 h 42"/>
                <a:gd name="T42" fmla="*/ 5 w 128"/>
                <a:gd name="T43" fmla="*/ 26 h 42"/>
                <a:gd name="T44" fmla="*/ 32 w 128"/>
                <a:gd name="T45" fmla="*/ 10 h 42"/>
                <a:gd name="T46" fmla="*/ 64 w 128"/>
                <a:gd name="T47" fmla="*/ 4 h 42"/>
                <a:gd name="T48" fmla="*/ 64 w 128"/>
                <a:gd name="T49" fmla="*/ 0 h 42"/>
                <a:gd name="T50" fmla="*/ 31 w 128"/>
                <a:gd name="T51" fmla="*/ 6 h 42"/>
                <a:gd name="T52" fmla="*/ 2 w 128"/>
                <a:gd name="T53" fmla="*/ 23 h 42"/>
                <a:gd name="T54" fmla="*/ 0 w 128"/>
                <a:gd name="T55" fmla="*/ 28 h 42"/>
                <a:gd name="T56" fmla="*/ 2 w 128"/>
                <a:gd name="T57" fmla="*/ 32 h 42"/>
                <a:gd name="T58" fmla="*/ 11 w 128"/>
                <a:gd name="T59" fmla="*/ 41 h 42"/>
                <a:gd name="T60" fmla="*/ 14 w 128"/>
                <a:gd name="T61" fmla="*/ 42 h 42"/>
                <a:gd name="T62" fmla="*/ 18 w 128"/>
                <a:gd name="T63" fmla="*/ 41 h 42"/>
                <a:gd name="T64" fmla="*/ 37 w 128"/>
                <a:gd name="T65" fmla="*/ 29 h 42"/>
                <a:gd name="T66" fmla="*/ 64 w 128"/>
                <a:gd name="T67" fmla="*/ 24 h 42"/>
                <a:gd name="T68" fmla="*/ 91 w 128"/>
                <a:gd name="T69" fmla="*/ 29 h 42"/>
                <a:gd name="T70" fmla="*/ 110 w 128"/>
                <a:gd name="T71" fmla="*/ 41 h 42"/>
                <a:gd name="T72" fmla="*/ 114 w 128"/>
                <a:gd name="T73" fmla="*/ 42 h 42"/>
                <a:gd name="T74" fmla="*/ 117 w 128"/>
                <a:gd name="T75" fmla="*/ 41 h 42"/>
                <a:gd name="T76" fmla="*/ 118 w 128"/>
                <a:gd name="T77" fmla="*/ 41 h 42"/>
                <a:gd name="T78" fmla="*/ 126 w 128"/>
                <a:gd name="T79" fmla="*/ 32 h 42"/>
                <a:gd name="T80" fmla="*/ 128 w 128"/>
                <a:gd name="T81" fmla="*/ 28 h 42"/>
                <a:gd name="T82" fmla="*/ 126 w 128"/>
                <a:gd name="T83" fmla="*/ 23 h 42"/>
                <a:gd name="T84" fmla="*/ 97 w 128"/>
                <a:gd name="T85" fmla="*/ 6 h 42"/>
                <a:gd name="T86" fmla="*/ 64 w 128"/>
                <a:gd name="T8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8" h="42">
                  <a:moveTo>
                    <a:pt x="64" y="4"/>
                  </a:moveTo>
                  <a:cubicBezTo>
                    <a:pt x="75" y="4"/>
                    <a:pt x="86" y="6"/>
                    <a:pt x="96" y="10"/>
                  </a:cubicBezTo>
                  <a:cubicBezTo>
                    <a:pt x="106" y="14"/>
                    <a:pt x="115" y="19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7"/>
                    <a:pt x="123" y="27"/>
                    <a:pt x="123" y="28"/>
                  </a:cubicBezTo>
                  <a:cubicBezTo>
                    <a:pt x="123" y="28"/>
                    <a:pt x="123" y="28"/>
                    <a:pt x="123" y="29"/>
                  </a:cubicBezTo>
                  <a:cubicBezTo>
                    <a:pt x="115" y="37"/>
                    <a:pt x="115" y="37"/>
                    <a:pt x="115" y="37"/>
                  </a:cubicBezTo>
                  <a:cubicBezTo>
                    <a:pt x="115" y="37"/>
                    <a:pt x="115" y="37"/>
                    <a:pt x="115" y="37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13" y="38"/>
                    <a:pt x="113" y="37"/>
                    <a:pt x="113" y="37"/>
                  </a:cubicBezTo>
                  <a:cubicBezTo>
                    <a:pt x="107" y="32"/>
                    <a:pt x="100" y="28"/>
                    <a:pt x="93" y="25"/>
                  </a:cubicBezTo>
                  <a:cubicBezTo>
                    <a:pt x="84" y="21"/>
                    <a:pt x="74" y="19"/>
                    <a:pt x="64" y="19"/>
                  </a:cubicBezTo>
                  <a:cubicBezTo>
                    <a:pt x="54" y="19"/>
                    <a:pt x="44" y="21"/>
                    <a:pt x="35" y="25"/>
                  </a:cubicBezTo>
                  <a:cubicBezTo>
                    <a:pt x="28" y="28"/>
                    <a:pt x="21" y="32"/>
                    <a:pt x="15" y="37"/>
                  </a:cubicBezTo>
                  <a:cubicBezTo>
                    <a:pt x="15" y="38"/>
                    <a:pt x="15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7"/>
                    <a:pt x="5" y="27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13" y="19"/>
                    <a:pt x="22" y="14"/>
                    <a:pt x="32" y="10"/>
                  </a:cubicBezTo>
                  <a:cubicBezTo>
                    <a:pt x="42" y="6"/>
                    <a:pt x="53" y="4"/>
                    <a:pt x="64" y="4"/>
                  </a:cubicBezTo>
                  <a:close/>
                  <a:moveTo>
                    <a:pt x="64" y="0"/>
                  </a:moveTo>
                  <a:cubicBezTo>
                    <a:pt x="53" y="0"/>
                    <a:pt x="41" y="2"/>
                    <a:pt x="31" y="6"/>
                  </a:cubicBezTo>
                  <a:cubicBezTo>
                    <a:pt x="20" y="10"/>
                    <a:pt x="11" y="15"/>
                    <a:pt x="2" y="23"/>
                  </a:cubicBezTo>
                  <a:cubicBezTo>
                    <a:pt x="1" y="24"/>
                    <a:pt x="0" y="26"/>
                    <a:pt x="0" y="28"/>
                  </a:cubicBezTo>
                  <a:cubicBezTo>
                    <a:pt x="0" y="29"/>
                    <a:pt x="1" y="31"/>
                    <a:pt x="2" y="32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2"/>
                    <a:pt x="13" y="42"/>
                    <a:pt x="14" y="42"/>
                  </a:cubicBezTo>
                  <a:cubicBezTo>
                    <a:pt x="16" y="42"/>
                    <a:pt x="17" y="42"/>
                    <a:pt x="18" y="41"/>
                  </a:cubicBezTo>
                  <a:cubicBezTo>
                    <a:pt x="24" y="36"/>
                    <a:pt x="30" y="32"/>
                    <a:pt x="37" y="29"/>
                  </a:cubicBezTo>
                  <a:cubicBezTo>
                    <a:pt x="45" y="26"/>
                    <a:pt x="55" y="24"/>
                    <a:pt x="64" y="24"/>
                  </a:cubicBezTo>
                  <a:cubicBezTo>
                    <a:pt x="74" y="24"/>
                    <a:pt x="83" y="26"/>
                    <a:pt x="91" y="29"/>
                  </a:cubicBezTo>
                  <a:cubicBezTo>
                    <a:pt x="98" y="32"/>
                    <a:pt x="104" y="36"/>
                    <a:pt x="110" y="41"/>
                  </a:cubicBezTo>
                  <a:cubicBezTo>
                    <a:pt x="111" y="42"/>
                    <a:pt x="113" y="42"/>
                    <a:pt x="114" y="42"/>
                  </a:cubicBezTo>
                  <a:cubicBezTo>
                    <a:pt x="115" y="42"/>
                    <a:pt x="116" y="42"/>
                    <a:pt x="117" y="41"/>
                  </a:cubicBezTo>
                  <a:cubicBezTo>
                    <a:pt x="118" y="41"/>
                    <a:pt x="118" y="41"/>
                    <a:pt x="118" y="4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27" y="31"/>
                    <a:pt x="128" y="29"/>
                    <a:pt x="128" y="28"/>
                  </a:cubicBezTo>
                  <a:cubicBezTo>
                    <a:pt x="128" y="26"/>
                    <a:pt x="127" y="24"/>
                    <a:pt x="126" y="23"/>
                  </a:cubicBezTo>
                  <a:cubicBezTo>
                    <a:pt x="117" y="15"/>
                    <a:pt x="108" y="10"/>
                    <a:pt x="97" y="6"/>
                  </a:cubicBezTo>
                  <a:cubicBezTo>
                    <a:pt x="87" y="2"/>
                    <a:pt x="75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Freeform 16"/>
            <p:cNvSpPr>
              <a:spLocks noEditPoints="1"/>
            </p:cNvSpPr>
            <p:nvPr/>
          </p:nvSpPr>
          <p:spPr bwMode="auto">
            <a:xfrm>
              <a:off x="7381875" y="6267450"/>
              <a:ext cx="307975" cy="123825"/>
            </a:xfrm>
            <a:custGeom>
              <a:avLst/>
              <a:gdLst>
                <a:gd name="T0" fmla="*/ 41 w 82"/>
                <a:gd name="T1" fmla="*/ 4 h 33"/>
                <a:gd name="T2" fmla="*/ 60 w 82"/>
                <a:gd name="T3" fmla="*/ 8 h 33"/>
                <a:gd name="T4" fmla="*/ 76 w 82"/>
                <a:gd name="T5" fmla="*/ 17 h 33"/>
                <a:gd name="T6" fmla="*/ 77 w 82"/>
                <a:gd name="T7" fmla="*/ 18 h 33"/>
                <a:gd name="T8" fmla="*/ 77 w 82"/>
                <a:gd name="T9" fmla="*/ 19 h 33"/>
                <a:gd name="T10" fmla="*/ 68 w 82"/>
                <a:gd name="T11" fmla="*/ 28 h 33"/>
                <a:gd name="T12" fmla="*/ 67 w 82"/>
                <a:gd name="T13" fmla="*/ 28 h 33"/>
                <a:gd name="T14" fmla="*/ 66 w 82"/>
                <a:gd name="T15" fmla="*/ 28 h 33"/>
                <a:gd name="T16" fmla="*/ 41 w 82"/>
                <a:gd name="T17" fmla="*/ 19 h 33"/>
                <a:gd name="T18" fmla="*/ 16 w 82"/>
                <a:gd name="T19" fmla="*/ 28 h 33"/>
                <a:gd name="T20" fmla="*/ 15 w 82"/>
                <a:gd name="T21" fmla="*/ 28 h 33"/>
                <a:gd name="T22" fmla="*/ 14 w 82"/>
                <a:gd name="T23" fmla="*/ 28 h 33"/>
                <a:gd name="T24" fmla="*/ 6 w 82"/>
                <a:gd name="T25" fmla="*/ 19 h 33"/>
                <a:gd name="T26" fmla="*/ 5 w 82"/>
                <a:gd name="T27" fmla="*/ 18 h 33"/>
                <a:gd name="T28" fmla="*/ 6 w 82"/>
                <a:gd name="T29" fmla="*/ 17 h 33"/>
                <a:gd name="T30" fmla="*/ 22 w 82"/>
                <a:gd name="T31" fmla="*/ 8 h 33"/>
                <a:gd name="T32" fmla="*/ 41 w 82"/>
                <a:gd name="T33" fmla="*/ 4 h 33"/>
                <a:gd name="T34" fmla="*/ 41 w 82"/>
                <a:gd name="T35" fmla="*/ 0 h 33"/>
                <a:gd name="T36" fmla="*/ 20 w 82"/>
                <a:gd name="T37" fmla="*/ 3 h 33"/>
                <a:gd name="T38" fmla="*/ 3 w 82"/>
                <a:gd name="T39" fmla="*/ 13 h 33"/>
                <a:gd name="T40" fmla="*/ 0 w 82"/>
                <a:gd name="T41" fmla="*/ 18 h 33"/>
                <a:gd name="T42" fmla="*/ 2 w 82"/>
                <a:gd name="T43" fmla="*/ 22 h 33"/>
                <a:gd name="T44" fmla="*/ 11 w 82"/>
                <a:gd name="T45" fmla="*/ 32 h 33"/>
                <a:gd name="T46" fmla="*/ 15 w 82"/>
                <a:gd name="T47" fmla="*/ 33 h 33"/>
                <a:gd name="T48" fmla="*/ 18 w 82"/>
                <a:gd name="T49" fmla="*/ 31 h 33"/>
                <a:gd name="T50" fmla="*/ 41 w 82"/>
                <a:gd name="T51" fmla="*/ 24 h 33"/>
                <a:gd name="T52" fmla="*/ 63 w 82"/>
                <a:gd name="T53" fmla="*/ 31 h 33"/>
                <a:gd name="T54" fmla="*/ 67 w 82"/>
                <a:gd name="T55" fmla="*/ 33 h 33"/>
                <a:gd name="T56" fmla="*/ 71 w 82"/>
                <a:gd name="T57" fmla="*/ 32 h 33"/>
                <a:gd name="T58" fmla="*/ 80 w 82"/>
                <a:gd name="T59" fmla="*/ 22 h 33"/>
                <a:gd name="T60" fmla="*/ 82 w 82"/>
                <a:gd name="T61" fmla="*/ 18 h 33"/>
                <a:gd name="T62" fmla="*/ 79 w 82"/>
                <a:gd name="T63" fmla="*/ 13 h 33"/>
                <a:gd name="T64" fmla="*/ 62 w 82"/>
                <a:gd name="T65" fmla="*/ 3 h 33"/>
                <a:gd name="T66" fmla="*/ 41 w 82"/>
                <a:gd name="T6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33">
                  <a:moveTo>
                    <a:pt x="41" y="4"/>
                  </a:moveTo>
                  <a:cubicBezTo>
                    <a:pt x="48" y="4"/>
                    <a:pt x="54" y="5"/>
                    <a:pt x="60" y="8"/>
                  </a:cubicBezTo>
                  <a:cubicBezTo>
                    <a:pt x="66" y="10"/>
                    <a:pt x="72" y="13"/>
                    <a:pt x="76" y="17"/>
                  </a:cubicBezTo>
                  <a:cubicBezTo>
                    <a:pt x="77" y="17"/>
                    <a:pt x="77" y="18"/>
                    <a:pt x="77" y="18"/>
                  </a:cubicBezTo>
                  <a:cubicBezTo>
                    <a:pt x="77" y="18"/>
                    <a:pt x="77" y="19"/>
                    <a:pt x="77" y="19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8" y="28"/>
                    <a:pt x="67" y="28"/>
                  </a:cubicBezTo>
                  <a:cubicBezTo>
                    <a:pt x="67" y="28"/>
                    <a:pt x="67" y="28"/>
                    <a:pt x="66" y="28"/>
                  </a:cubicBezTo>
                  <a:cubicBezTo>
                    <a:pt x="59" y="22"/>
                    <a:pt x="50" y="19"/>
                    <a:pt x="41" y="19"/>
                  </a:cubicBezTo>
                  <a:cubicBezTo>
                    <a:pt x="32" y="19"/>
                    <a:pt x="23" y="22"/>
                    <a:pt x="16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4" y="28"/>
                    <a:pt x="14" y="2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5" y="17"/>
                    <a:pt x="6" y="17"/>
                  </a:cubicBezTo>
                  <a:cubicBezTo>
                    <a:pt x="11" y="13"/>
                    <a:pt x="16" y="10"/>
                    <a:pt x="22" y="8"/>
                  </a:cubicBezTo>
                  <a:cubicBezTo>
                    <a:pt x="28" y="5"/>
                    <a:pt x="34" y="4"/>
                    <a:pt x="41" y="4"/>
                  </a:cubicBezTo>
                  <a:close/>
                  <a:moveTo>
                    <a:pt x="41" y="0"/>
                  </a:moveTo>
                  <a:cubicBezTo>
                    <a:pt x="34" y="0"/>
                    <a:pt x="27" y="1"/>
                    <a:pt x="20" y="3"/>
                  </a:cubicBezTo>
                  <a:cubicBezTo>
                    <a:pt x="14" y="6"/>
                    <a:pt x="8" y="9"/>
                    <a:pt x="3" y="13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19"/>
                    <a:pt x="2" y="22"/>
                    <a:pt x="2" y="22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2" y="32"/>
                    <a:pt x="14" y="33"/>
                    <a:pt x="15" y="33"/>
                  </a:cubicBezTo>
                  <a:cubicBezTo>
                    <a:pt x="16" y="33"/>
                    <a:pt x="17" y="32"/>
                    <a:pt x="18" y="31"/>
                  </a:cubicBezTo>
                  <a:cubicBezTo>
                    <a:pt x="25" y="26"/>
                    <a:pt x="33" y="24"/>
                    <a:pt x="41" y="24"/>
                  </a:cubicBezTo>
                  <a:cubicBezTo>
                    <a:pt x="49" y="24"/>
                    <a:pt x="57" y="26"/>
                    <a:pt x="63" y="31"/>
                  </a:cubicBezTo>
                  <a:cubicBezTo>
                    <a:pt x="65" y="32"/>
                    <a:pt x="66" y="33"/>
                    <a:pt x="67" y="33"/>
                  </a:cubicBezTo>
                  <a:cubicBezTo>
                    <a:pt x="69" y="33"/>
                    <a:pt x="70" y="32"/>
                    <a:pt x="71" y="3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1"/>
                    <a:pt x="82" y="19"/>
                    <a:pt x="82" y="18"/>
                  </a:cubicBezTo>
                  <a:cubicBezTo>
                    <a:pt x="82" y="16"/>
                    <a:pt x="81" y="15"/>
                    <a:pt x="79" y="13"/>
                  </a:cubicBezTo>
                  <a:cubicBezTo>
                    <a:pt x="74" y="9"/>
                    <a:pt x="68" y="6"/>
                    <a:pt x="62" y="3"/>
                  </a:cubicBezTo>
                  <a:cubicBezTo>
                    <a:pt x="55" y="1"/>
                    <a:pt x="48" y="0"/>
                    <a:pt x="4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Freeform 17"/>
            <p:cNvSpPr>
              <a:spLocks noEditPoints="1"/>
            </p:cNvSpPr>
            <p:nvPr/>
          </p:nvSpPr>
          <p:spPr bwMode="auto">
            <a:xfrm>
              <a:off x="7472363" y="6391275"/>
              <a:ext cx="127000" cy="101600"/>
            </a:xfrm>
            <a:custGeom>
              <a:avLst/>
              <a:gdLst>
                <a:gd name="T0" fmla="*/ 17 w 34"/>
                <a:gd name="T1" fmla="*/ 5 h 27"/>
                <a:gd name="T2" fmla="*/ 29 w 34"/>
                <a:gd name="T3" fmla="*/ 8 h 27"/>
                <a:gd name="T4" fmla="*/ 30 w 34"/>
                <a:gd name="T5" fmla="*/ 9 h 27"/>
                <a:gd name="T6" fmla="*/ 30 w 34"/>
                <a:gd name="T7" fmla="*/ 10 h 27"/>
                <a:gd name="T8" fmla="*/ 18 w 34"/>
                <a:gd name="T9" fmla="*/ 22 h 27"/>
                <a:gd name="T10" fmla="*/ 17 w 34"/>
                <a:gd name="T11" fmla="*/ 23 h 27"/>
                <a:gd name="T12" fmla="*/ 16 w 34"/>
                <a:gd name="T13" fmla="*/ 22 h 27"/>
                <a:gd name="T14" fmla="*/ 5 w 34"/>
                <a:gd name="T15" fmla="*/ 10 h 27"/>
                <a:gd name="T16" fmla="*/ 5 w 34"/>
                <a:gd name="T17" fmla="*/ 10 h 27"/>
                <a:gd name="T18" fmla="*/ 5 w 34"/>
                <a:gd name="T19" fmla="*/ 10 h 27"/>
                <a:gd name="T20" fmla="*/ 4 w 34"/>
                <a:gd name="T21" fmla="*/ 9 h 27"/>
                <a:gd name="T22" fmla="*/ 5 w 34"/>
                <a:gd name="T23" fmla="*/ 8 h 27"/>
                <a:gd name="T24" fmla="*/ 17 w 34"/>
                <a:gd name="T25" fmla="*/ 5 h 27"/>
                <a:gd name="T26" fmla="*/ 17 w 34"/>
                <a:gd name="T27" fmla="*/ 0 h 27"/>
                <a:gd name="T28" fmla="*/ 3 w 34"/>
                <a:gd name="T29" fmla="*/ 4 h 27"/>
                <a:gd name="T30" fmla="*/ 0 w 34"/>
                <a:gd name="T31" fmla="*/ 9 h 27"/>
                <a:gd name="T32" fmla="*/ 1 w 34"/>
                <a:gd name="T33" fmla="*/ 13 h 27"/>
                <a:gd name="T34" fmla="*/ 1 w 34"/>
                <a:gd name="T35" fmla="*/ 13 h 27"/>
                <a:gd name="T36" fmla="*/ 12 w 34"/>
                <a:gd name="T37" fmla="*/ 25 h 27"/>
                <a:gd name="T38" fmla="*/ 17 w 34"/>
                <a:gd name="T39" fmla="*/ 27 h 27"/>
                <a:gd name="T40" fmla="*/ 17 w 34"/>
                <a:gd name="T41" fmla="*/ 27 h 27"/>
                <a:gd name="T42" fmla="*/ 22 w 34"/>
                <a:gd name="T43" fmla="*/ 25 h 27"/>
                <a:gd name="T44" fmla="*/ 33 w 34"/>
                <a:gd name="T45" fmla="*/ 13 h 27"/>
                <a:gd name="T46" fmla="*/ 34 w 34"/>
                <a:gd name="T47" fmla="*/ 9 h 27"/>
                <a:gd name="T48" fmla="*/ 32 w 34"/>
                <a:gd name="T49" fmla="*/ 4 h 27"/>
                <a:gd name="T50" fmla="*/ 17 w 34"/>
                <a:gd name="T5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4" h="27">
                  <a:moveTo>
                    <a:pt x="17" y="5"/>
                  </a:moveTo>
                  <a:cubicBezTo>
                    <a:pt x="21" y="5"/>
                    <a:pt x="26" y="6"/>
                    <a:pt x="29" y="8"/>
                  </a:cubicBezTo>
                  <a:cubicBezTo>
                    <a:pt x="29" y="8"/>
                    <a:pt x="30" y="9"/>
                    <a:pt x="30" y="9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7" y="23"/>
                    <a:pt x="17" y="23"/>
                  </a:cubicBezTo>
                  <a:cubicBezTo>
                    <a:pt x="17" y="23"/>
                    <a:pt x="16" y="22"/>
                    <a:pt x="16" y="22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9"/>
                  </a:cubicBezTo>
                  <a:cubicBezTo>
                    <a:pt x="4" y="9"/>
                    <a:pt x="5" y="8"/>
                    <a:pt x="5" y="8"/>
                  </a:cubicBezTo>
                  <a:cubicBezTo>
                    <a:pt x="9" y="6"/>
                    <a:pt x="13" y="5"/>
                    <a:pt x="17" y="5"/>
                  </a:cubicBezTo>
                  <a:close/>
                  <a:moveTo>
                    <a:pt x="17" y="0"/>
                  </a:moveTo>
                  <a:cubicBezTo>
                    <a:pt x="12" y="0"/>
                    <a:pt x="7" y="2"/>
                    <a:pt x="3" y="4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0" y="11"/>
                    <a:pt x="0" y="12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6"/>
                    <a:pt x="15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20" y="26"/>
                    <a:pt x="22" y="25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2"/>
                    <a:pt x="34" y="11"/>
                    <a:pt x="34" y="9"/>
                  </a:cubicBezTo>
                  <a:cubicBezTo>
                    <a:pt x="34" y="7"/>
                    <a:pt x="33" y="6"/>
                    <a:pt x="32" y="4"/>
                  </a:cubicBezTo>
                  <a:cubicBezTo>
                    <a:pt x="27" y="2"/>
                    <a:pt x="22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6334125" y="6075363"/>
            <a:ext cx="481013" cy="481013"/>
            <a:chOff x="6334125" y="6075363"/>
            <a:chExt cx="481013" cy="481013"/>
          </a:xfrm>
          <a:solidFill>
            <a:schemeClr val="accent1"/>
          </a:solidFill>
        </p:grpSpPr>
        <p:sp>
          <p:nvSpPr>
            <p:cNvPr id="53" name="Freeform 18"/>
            <p:cNvSpPr>
              <a:spLocks noEditPoints="1"/>
            </p:cNvSpPr>
            <p:nvPr/>
          </p:nvSpPr>
          <p:spPr bwMode="auto">
            <a:xfrm>
              <a:off x="6457950" y="6199188"/>
              <a:ext cx="233363" cy="233363"/>
            </a:xfrm>
            <a:custGeom>
              <a:avLst/>
              <a:gdLst>
                <a:gd name="T0" fmla="*/ 147 w 147"/>
                <a:gd name="T1" fmla="*/ 0 h 147"/>
                <a:gd name="T2" fmla="*/ 0 w 147"/>
                <a:gd name="T3" fmla="*/ 0 h 147"/>
                <a:gd name="T4" fmla="*/ 0 w 147"/>
                <a:gd name="T5" fmla="*/ 147 h 147"/>
                <a:gd name="T6" fmla="*/ 147 w 147"/>
                <a:gd name="T7" fmla="*/ 147 h 147"/>
                <a:gd name="T8" fmla="*/ 147 w 147"/>
                <a:gd name="T9" fmla="*/ 0 h 147"/>
                <a:gd name="T10" fmla="*/ 135 w 147"/>
                <a:gd name="T11" fmla="*/ 135 h 147"/>
                <a:gd name="T12" fmla="*/ 12 w 147"/>
                <a:gd name="T13" fmla="*/ 135 h 147"/>
                <a:gd name="T14" fmla="*/ 12 w 147"/>
                <a:gd name="T15" fmla="*/ 12 h 147"/>
                <a:gd name="T16" fmla="*/ 135 w 147"/>
                <a:gd name="T17" fmla="*/ 12 h 147"/>
                <a:gd name="T18" fmla="*/ 135 w 147"/>
                <a:gd name="T19" fmla="*/ 1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7" h="147">
                  <a:moveTo>
                    <a:pt x="147" y="0"/>
                  </a:moveTo>
                  <a:lnTo>
                    <a:pt x="0" y="0"/>
                  </a:lnTo>
                  <a:lnTo>
                    <a:pt x="0" y="147"/>
                  </a:lnTo>
                  <a:lnTo>
                    <a:pt x="147" y="147"/>
                  </a:lnTo>
                  <a:lnTo>
                    <a:pt x="147" y="0"/>
                  </a:lnTo>
                  <a:close/>
                  <a:moveTo>
                    <a:pt x="135" y="135"/>
                  </a:moveTo>
                  <a:lnTo>
                    <a:pt x="12" y="135"/>
                  </a:lnTo>
                  <a:lnTo>
                    <a:pt x="12" y="12"/>
                  </a:lnTo>
                  <a:lnTo>
                    <a:pt x="135" y="12"/>
                  </a:lnTo>
                  <a:lnTo>
                    <a:pt x="135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Freeform 19"/>
            <p:cNvSpPr>
              <a:spLocks noEditPoints="1"/>
            </p:cNvSpPr>
            <p:nvPr/>
          </p:nvSpPr>
          <p:spPr bwMode="auto">
            <a:xfrm>
              <a:off x="6334125" y="6075363"/>
              <a:ext cx="481013" cy="481013"/>
            </a:xfrm>
            <a:custGeom>
              <a:avLst/>
              <a:gdLst>
                <a:gd name="T0" fmla="*/ 128 w 128"/>
                <a:gd name="T1" fmla="*/ 53 h 128"/>
                <a:gd name="T2" fmla="*/ 117 w 128"/>
                <a:gd name="T3" fmla="*/ 51 h 128"/>
                <a:gd name="T4" fmla="*/ 126 w 128"/>
                <a:gd name="T5" fmla="*/ 33 h 128"/>
                <a:gd name="T6" fmla="*/ 126 w 128"/>
                <a:gd name="T7" fmla="*/ 28 h 128"/>
                <a:gd name="T8" fmla="*/ 117 w 128"/>
                <a:gd name="T9" fmla="*/ 17 h 128"/>
                <a:gd name="T10" fmla="*/ 100 w 128"/>
                <a:gd name="T11" fmla="*/ 11 h 128"/>
                <a:gd name="T12" fmla="*/ 97 w 128"/>
                <a:gd name="T13" fmla="*/ 0 h 128"/>
                <a:gd name="T14" fmla="*/ 95 w 128"/>
                <a:gd name="T15" fmla="*/ 11 h 128"/>
                <a:gd name="T16" fmla="*/ 77 w 128"/>
                <a:gd name="T17" fmla="*/ 2 h 128"/>
                <a:gd name="T18" fmla="*/ 73 w 128"/>
                <a:gd name="T19" fmla="*/ 2 h 128"/>
                <a:gd name="T20" fmla="*/ 55 w 128"/>
                <a:gd name="T21" fmla="*/ 11 h 128"/>
                <a:gd name="T22" fmla="*/ 53 w 128"/>
                <a:gd name="T23" fmla="*/ 0 h 128"/>
                <a:gd name="T24" fmla="*/ 51 w 128"/>
                <a:gd name="T25" fmla="*/ 11 h 128"/>
                <a:gd name="T26" fmla="*/ 33 w 128"/>
                <a:gd name="T27" fmla="*/ 2 h 128"/>
                <a:gd name="T28" fmla="*/ 28 w 128"/>
                <a:gd name="T29" fmla="*/ 2 h 128"/>
                <a:gd name="T30" fmla="*/ 17 w 128"/>
                <a:gd name="T31" fmla="*/ 11 h 128"/>
                <a:gd name="T32" fmla="*/ 11 w 128"/>
                <a:gd name="T33" fmla="*/ 28 h 128"/>
                <a:gd name="T34" fmla="*/ 0 w 128"/>
                <a:gd name="T35" fmla="*/ 31 h 128"/>
                <a:gd name="T36" fmla="*/ 11 w 128"/>
                <a:gd name="T37" fmla="*/ 33 h 128"/>
                <a:gd name="T38" fmla="*/ 2 w 128"/>
                <a:gd name="T39" fmla="*/ 51 h 128"/>
                <a:gd name="T40" fmla="*/ 2 w 128"/>
                <a:gd name="T41" fmla="*/ 55 h 128"/>
                <a:gd name="T42" fmla="*/ 11 w 128"/>
                <a:gd name="T43" fmla="*/ 73 h 128"/>
                <a:gd name="T44" fmla="*/ 0 w 128"/>
                <a:gd name="T45" fmla="*/ 75 h 128"/>
                <a:gd name="T46" fmla="*/ 11 w 128"/>
                <a:gd name="T47" fmla="*/ 77 h 128"/>
                <a:gd name="T48" fmla="*/ 2 w 128"/>
                <a:gd name="T49" fmla="*/ 95 h 128"/>
                <a:gd name="T50" fmla="*/ 2 w 128"/>
                <a:gd name="T51" fmla="*/ 100 h 128"/>
                <a:gd name="T52" fmla="*/ 11 w 128"/>
                <a:gd name="T53" fmla="*/ 111 h 128"/>
                <a:gd name="T54" fmla="*/ 28 w 128"/>
                <a:gd name="T55" fmla="*/ 117 h 128"/>
                <a:gd name="T56" fmla="*/ 31 w 128"/>
                <a:gd name="T57" fmla="*/ 128 h 128"/>
                <a:gd name="T58" fmla="*/ 33 w 128"/>
                <a:gd name="T59" fmla="*/ 117 h 128"/>
                <a:gd name="T60" fmla="*/ 51 w 128"/>
                <a:gd name="T61" fmla="*/ 125 h 128"/>
                <a:gd name="T62" fmla="*/ 55 w 128"/>
                <a:gd name="T63" fmla="*/ 125 h 128"/>
                <a:gd name="T64" fmla="*/ 73 w 128"/>
                <a:gd name="T65" fmla="*/ 117 h 128"/>
                <a:gd name="T66" fmla="*/ 75 w 128"/>
                <a:gd name="T67" fmla="*/ 128 h 128"/>
                <a:gd name="T68" fmla="*/ 77 w 128"/>
                <a:gd name="T69" fmla="*/ 117 h 128"/>
                <a:gd name="T70" fmla="*/ 95 w 128"/>
                <a:gd name="T71" fmla="*/ 125 h 128"/>
                <a:gd name="T72" fmla="*/ 100 w 128"/>
                <a:gd name="T73" fmla="*/ 125 h 128"/>
                <a:gd name="T74" fmla="*/ 111 w 128"/>
                <a:gd name="T75" fmla="*/ 117 h 128"/>
                <a:gd name="T76" fmla="*/ 117 w 128"/>
                <a:gd name="T77" fmla="*/ 100 h 128"/>
                <a:gd name="T78" fmla="*/ 128 w 128"/>
                <a:gd name="T79" fmla="*/ 97 h 128"/>
                <a:gd name="T80" fmla="*/ 117 w 128"/>
                <a:gd name="T81" fmla="*/ 95 h 128"/>
                <a:gd name="T82" fmla="*/ 126 w 128"/>
                <a:gd name="T83" fmla="*/ 77 h 128"/>
                <a:gd name="T84" fmla="*/ 126 w 128"/>
                <a:gd name="T85" fmla="*/ 73 h 128"/>
                <a:gd name="T86" fmla="*/ 117 w 128"/>
                <a:gd name="T87" fmla="*/ 55 h 128"/>
                <a:gd name="T88" fmla="*/ 112 w 128"/>
                <a:gd name="T89" fmla="*/ 112 h 128"/>
                <a:gd name="T90" fmla="*/ 16 w 128"/>
                <a:gd name="T91" fmla="*/ 16 h 128"/>
                <a:gd name="T92" fmla="*/ 112 w 128"/>
                <a:gd name="T93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8" h="128">
                  <a:moveTo>
                    <a:pt x="126" y="55"/>
                  </a:moveTo>
                  <a:cubicBezTo>
                    <a:pt x="127" y="55"/>
                    <a:pt x="128" y="54"/>
                    <a:pt x="128" y="53"/>
                  </a:cubicBezTo>
                  <a:cubicBezTo>
                    <a:pt x="128" y="52"/>
                    <a:pt x="127" y="51"/>
                    <a:pt x="126" y="51"/>
                  </a:cubicBezTo>
                  <a:cubicBezTo>
                    <a:pt x="117" y="51"/>
                    <a:pt x="117" y="51"/>
                    <a:pt x="117" y="51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7" y="33"/>
                    <a:pt x="128" y="32"/>
                    <a:pt x="128" y="31"/>
                  </a:cubicBezTo>
                  <a:cubicBezTo>
                    <a:pt x="128" y="29"/>
                    <a:pt x="127" y="28"/>
                    <a:pt x="126" y="28"/>
                  </a:cubicBezTo>
                  <a:cubicBezTo>
                    <a:pt x="117" y="28"/>
                    <a:pt x="117" y="28"/>
                    <a:pt x="117" y="28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4"/>
                    <a:pt x="114" y="11"/>
                    <a:pt x="111" y="11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100" y="2"/>
                    <a:pt x="100" y="2"/>
                    <a:pt x="100" y="2"/>
                  </a:cubicBezTo>
                  <a:cubicBezTo>
                    <a:pt x="100" y="1"/>
                    <a:pt x="99" y="0"/>
                    <a:pt x="97" y="0"/>
                  </a:cubicBezTo>
                  <a:cubicBezTo>
                    <a:pt x="96" y="0"/>
                    <a:pt x="95" y="1"/>
                    <a:pt x="95" y="2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2"/>
                    <a:pt x="77" y="2"/>
                    <a:pt x="77" y="2"/>
                  </a:cubicBezTo>
                  <a:cubicBezTo>
                    <a:pt x="77" y="1"/>
                    <a:pt x="76" y="0"/>
                    <a:pt x="75" y="0"/>
                  </a:cubicBezTo>
                  <a:cubicBezTo>
                    <a:pt x="74" y="0"/>
                    <a:pt x="73" y="1"/>
                    <a:pt x="73" y="2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1"/>
                    <a:pt x="54" y="0"/>
                    <a:pt x="53" y="0"/>
                  </a:cubicBezTo>
                  <a:cubicBezTo>
                    <a:pt x="52" y="0"/>
                    <a:pt x="51" y="1"/>
                    <a:pt x="51" y="2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3" y="1"/>
                    <a:pt x="32" y="0"/>
                    <a:pt x="31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4" y="11"/>
                    <a:pt x="11" y="14"/>
                    <a:pt x="11" y="1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0" y="29"/>
                    <a:pt x="0" y="31"/>
                  </a:cubicBezTo>
                  <a:cubicBezTo>
                    <a:pt x="0" y="32"/>
                    <a:pt x="1" y="33"/>
                    <a:pt x="2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1" y="51"/>
                    <a:pt x="0" y="52"/>
                    <a:pt x="0" y="53"/>
                  </a:cubicBezTo>
                  <a:cubicBezTo>
                    <a:pt x="0" y="54"/>
                    <a:pt x="1" y="55"/>
                    <a:pt x="2" y="55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1" y="73"/>
                    <a:pt x="0" y="74"/>
                    <a:pt x="0" y="75"/>
                  </a:cubicBezTo>
                  <a:cubicBezTo>
                    <a:pt x="0" y="76"/>
                    <a:pt x="1" y="77"/>
                    <a:pt x="2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1" y="95"/>
                    <a:pt x="0" y="96"/>
                    <a:pt x="0" y="97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1" y="111"/>
                    <a:pt x="11" y="111"/>
                    <a:pt x="11" y="111"/>
                  </a:cubicBezTo>
                  <a:cubicBezTo>
                    <a:pt x="11" y="114"/>
                    <a:pt x="14" y="117"/>
                    <a:pt x="17" y="117"/>
                  </a:cubicBezTo>
                  <a:cubicBezTo>
                    <a:pt x="28" y="117"/>
                    <a:pt x="28" y="117"/>
                    <a:pt x="28" y="117"/>
                  </a:cubicBezTo>
                  <a:cubicBezTo>
                    <a:pt x="28" y="125"/>
                    <a:pt x="28" y="125"/>
                    <a:pt x="28" y="125"/>
                  </a:cubicBezTo>
                  <a:cubicBezTo>
                    <a:pt x="28" y="127"/>
                    <a:pt x="29" y="128"/>
                    <a:pt x="31" y="128"/>
                  </a:cubicBezTo>
                  <a:cubicBezTo>
                    <a:pt x="32" y="128"/>
                    <a:pt x="33" y="127"/>
                    <a:pt x="33" y="125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51" y="117"/>
                    <a:pt x="51" y="117"/>
                    <a:pt x="51" y="117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7"/>
                    <a:pt x="52" y="128"/>
                    <a:pt x="53" y="128"/>
                  </a:cubicBezTo>
                  <a:cubicBezTo>
                    <a:pt x="54" y="128"/>
                    <a:pt x="55" y="127"/>
                    <a:pt x="55" y="125"/>
                  </a:cubicBezTo>
                  <a:cubicBezTo>
                    <a:pt x="55" y="117"/>
                    <a:pt x="55" y="117"/>
                    <a:pt x="55" y="117"/>
                  </a:cubicBezTo>
                  <a:cubicBezTo>
                    <a:pt x="73" y="117"/>
                    <a:pt x="73" y="117"/>
                    <a:pt x="73" y="117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7"/>
                    <a:pt x="74" y="128"/>
                    <a:pt x="75" y="128"/>
                  </a:cubicBezTo>
                  <a:cubicBezTo>
                    <a:pt x="76" y="128"/>
                    <a:pt x="77" y="127"/>
                    <a:pt x="77" y="125"/>
                  </a:cubicBezTo>
                  <a:cubicBezTo>
                    <a:pt x="77" y="117"/>
                    <a:pt x="77" y="117"/>
                    <a:pt x="77" y="117"/>
                  </a:cubicBezTo>
                  <a:cubicBezTo>
                    <a:pt x="95" y="117"/>
                    <a:pt x="95" y="117"/>
                    <a:pt x="95" y="117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5" y="127"/>
                    <a:pt x="96" y="128"/>
                    <a:pt x="97" y="128"/>
                  </a:cubicBezTo>
                  <a:cubicBezTo>
                    <a:pt x="99" y="128"/>
                    <a:pt x="100" y="127"/>
                    <a:pt x="100" y="125"/>
                  </a:cubicBezTo>
                  <a:cubicBezTo>
                    <a:pt x="100" y="117"/>
                    <a:pt x="100" y="117"/>
                    <a:pt x="10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4" y="117"/>
                    <a:pt x="117" y="114"/>
                    <a:pt x="117" y="111"/>
                  </a:cubicBezTo>
                  <a:cubicBezTo>
                    <a:pt x="117" y="100"/>
                    <a:pt x="117" y="100"/>
                    <a:pt x="117" y="100"/>
                  </a:cubicBezTo>
                  <a:cubicBezTo>
                    <a:pt x="126" y="100"/>
                    <a:pt x="126" y="100"/>
                    <a:pt x="126" y="100"/>
                  </a:cubicBezTo>
                  <a:cubicBezTo>
                    <a:pt x="127" y="100"/>
                    <a:pt x="128" y="99"/>
                    <a:pt x="128" y="97"/>
                  </a:cubicBezTo>
                  <a:cubicBezTo>
                    <a:pt x="128" y="96"/>
                    <a:pt x="127" y="95"/>
                    <a:pt x="126" y="95"/>
                  </a:cubicBezTo>
                  <a:cubicBezTo>
                    <a:pt x="117" y="95"/>
                    <a:pt x="117" y="95"/>
                    <a:pt x="117" y="95"/>
                  </a:cubicBezTo>
                  <a:cubicBezTo>
                    <a:pt x="117" y="77"/>
                    <a:pt x="117" y="77"/>
                    <a:pt x="117" y="77"/>
                  </a:cubicBezTo>
                  <a:cubicBezTo>
                    <a:pt x="126" y="77"/>
                    <a:pt x="126" y="77"/>
                    <a:pt x="126" y="77"/>
                  </a:cubicBezTo>
                  <a:cubicBezTo>
                    <a:pt x="127" y="77"/>
                    <a:pt x="128" y="76"/>
                    <a:pt x="128" y="75"/>
                  </a:cubicBezTo>
                  <a:cubicBezTo>
                    <a:pt x="128" y="74"/>
                    <a:pt x="127" y="73"/>
                    <a:pt x="126" y="73"/>
                  </a:cubicBezTo>
                  <a:cubicBezTo>
                    <a:pt x="117" y="73"/>
                    <a:pt x="117" y="73"/>
                    <a:pt x="117" y="73"/>
                  </a:cubicBezTo>
                  <a:cubicBezTo>
                    <a:pt x="117" y="55"/>
                    <a:pt x="117" y="55"/>
                    <a:pt x="117" y="55"/>
                  </a:cubicBezTo>
                  <a:lnTo>
                    <a:pt x="126" y="55"/>
                  </a:lnTo>
                  <a:close/>
                  <a:moveTo>
                    <a:pt x="112" y="112"/>
                  </a:moveTo>
                  <a:cubicBezTo>
                    <a:pt x="16" y="112"/>
                    <a:pt x="16" y="112"/>
                    <a:pt x="16" y="112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12" y="16"/>
                    <a:pt x="112" y="16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>
            <a:off x="5373688" y="6113463"/>
            <a:ext cx="479425" cy="404813"/>
            <a:chOff x="5373688" y="6113463"/>
            <a:chExt cx="479425" cy="404813"/>
          </a:xfrm>
          <a:solidFill>
            <a:schemeClr val="accent1"/>
          </a:solidFill>
        </p:grpSpPr>
        <p:sp>
          <p:nvSpPr>
            <p:cNvPr id="55" name="Oval 20"/>
            <p:cNvSpPr>
              <a:spLocks noChangeArrowheads="1"/>
            </p:cNvSpPr>
            <p:nvPr/>
          </p:nvSpPr>
          <p:spPr bwMode="auto">
            <a:xfrm>
              <a:off x="5770563" y="6330950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Freeform 21"/>
            <p:cNvSpPr/>
            <p:nvPr/>
          </p:nvSpPr>
          <p:spPr bwMode="auto">
            <a:xfrm>
              <a:off x="5426075" y="6327775"/>
              <a:ext cx="36513" cy="36513"/>
            </a:xfrm>
            <a:custGeom>
              <a:avLst/>
              <a:gdLst>
                <a:gd name="T0" fmla="*/ 4 w 10"/>
                <a:gd name="T1" fmla="*/ 9 h 10"/>
                <a:gd name="T2" fmla="*/ 10 w 10"/>
                <a:gd name="T3" fmla="*/ 4 h 10"/>
                <a:gd name="T4" fmla="*/ 10 w 10"/>
                <a:gd name="T5" fmla="*/ 1 h 10"/>
                <a:gd name="T6" fmla="*/ 8 w 10"/>
                <a:gd name="T7" fmla="*/ 0 h 10"/>
                <a:gd name="T8" fmla="*/ 6 w 10"/>
                <a:gd name="T9" fmla="*/ 1 h 10"/>
                <a:gd name="T10" fmla="*/ 1 w 10"/>
                <a:gd name="T11" fmla="*/ 6 h 10"/>
                <a:gd name="T12" fmla="*/ 0 w 10"/>
                <a:gd name="T13" fmla="*/ 7 h 10"/>
                <a:gd name="T14" fmla="*/ 1 w 10"/>
                <a:gd name="T15" fmla="*/ 9 h 10"/>
                <a:gd name="T16" fmla="*/ 4 w 10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0">
                  <a:moveTo>
                    <a:pt x="4" y="9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1"/>
                    <a:pt x="10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7"/>
                    <a:pt x="0" y="7"/>
                  </a:cubicBezTo>
                  <a:cubicBezTo>
                    <a:pt x="0" y="8"/>
                    <a:pt x="1" y="9"/>
                    <a:pt x="1" y="9"/>
                  </a:cubicBezTo>
                  <a:cubicBezTo>
                    <a:pt x="2" y="10"/>
                    <a:pt x="3" y="10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Freeform 22"/>
            <p:cNvSpPr/>
            <p:nvPr/>
          </p:nvSpPr>
          <p:spPr bwMode="auto">
            <a:xfrm>
              <a:off x="5492750" y="6327775"/>
              <a:ext cx="38100" cy="36513"/>
            </a:xfrm>
            <a:custGeom>
              <a:avLst/>
              <a:gdLst>
                <a:gd name="T0" fmla="*/ 4 w 10"/>
                <a:gd name="T1" fmla="*/ 9 h 10"/>
                <a:gd name="T2" fmla="*/ 9 w 10"/>
                <a:gd name="T3" fmla="*/ 4 h 10"/>
                <a:gd name="T4" fmla="*/ 9 w 10"/>
                <a:gd name="T5" fmla="*/ 1 h 10"/>
                <a:gd name="T6" fmla="*/ 8 w 10"/>
                <a:gd name="T7" fmla="*/ 0 h 10"/>
                <a:gd name="T8" fmla="*/ 6 w 10"/>
                <a:gd name="T9" fmla="*/ 1 h 10"/>
                <a:gd name="T10" fmla="*/ 1 w 10"/>
                <a:gd name="T11" fmla="*/ 6 h 10"/>
                <a:gd name="T12" fmla="*/ 0 w 10"/>
                <a:gd name="T13" fmla="*/ 7 h 10"/>
                <a:gd name="T14" fmla="*/ 1 w 10"/>
                <a:gd name="T15" fmla="*/ 9 h 10"/>
                <a:gd name="T16" fmla="*/ 4 w 10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0">
                  <a:moveTo>
                    <a:pt x="4" y="9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10" y="3"/>
                    <a:pt x="10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7"/>
                    <a:pt x="0" y="7"/>
                  </a:cubicBezTo>
                  <a:cubicBezTo>
                    <a:pt x="0" y="8"/>
                    <a:pt x="1" y="9"/>
                    <a:pt x="1" y="9"/>
                  </a:cubicBezTo>
                  <a:cubicBezTo>
                    <a:pt x="2" y="10"/>
                    <a:pt x="3" y="10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Oval 23"/>
            <p:cNvSpPr>
              <a:spLocks noChangeArrowheads="1"/>
            </p:cNvSpPr>
            <p:nvPr/>
          </p:nvSpPr>
          <p:spPr bwMode="auto">
            <a:xfrm>
              <a:off x="5770563" y="6443663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Freeform 24"/>
            <p:cNvSpPr/>
            <p:nvPr/>
          </p:nvSpPr>
          <p:spPr bwMode="auto">
            <a:xfrm>
              <a:off x="5426075" y="6440488"/>
              <a:ext cx="36513" cy="36513"/>
            </a:xfrm>
            <a:custGeom>
              <a:avLst/>
              <a:gdLst>
                <a:gd name="T0" fmla="*/ 4 w 10"/>
                <a:gd name="T1" fmla="*/ 9 h 10"/>
                <a:gd name="T2" fmla="*/ 10 w 10"/>
                <a:gd name="T3" fmla="*/ 3 h 10"/>
                <a:gd name="T4" fmla="*/ 10 w 10"/>
                <a:gd name="T5" fmla="*/ 0 h 10"/>
                <a:gd name="T6" fmla="*/ 8 w 10"/>
                <a:gd name="T7" fmla="*/ 0 h 10"/>
                <a:gd name="T8" fmla="*/ 6 w 10"/>
                <a:gd name="T9" fmla="*/ 0 h 10"/>
                <a:gd name="T10" fmla="*/ 1 w 10"/>
                <a:gd name="T11" fmla="*/ 6 h 10"/>
                <a:gd name="T12" fmla="*/ 0 w 10"/>
                <a:gd name="T13" fmla="*/ 7 h 10"/>
                <a:gd name="T14" fmla="*/ 1 w 10"/>
                <a:gd name="T15" fmla="*/ 9 h 10"/>
                <a:gd name="T16" fmla="*/ 4 w 10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0">
                  <a:moveTo>
                    <a:pt x="4" y="9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7"/>
                    <a:pt x="0" y="7"/>
                  </a:cubicBezTo>
                  <a:cubicBezTo>
                    <a:pt x="0" y="8"/>
                    <a:pt x="1" y="8"/>
                    <a:pt x="1" y="9"/>
                  </a:cubicBezTo>
                  <a:cubicBezTo>
                    <a:pt x="2" y="10"/>
                    <a:pt x="3" y="10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Freeform 25"/>
            <p:cNvSpPr/>
            <p:nvPr/>
          </p:nvSpPr>
          <p:spPr bwMode="auto">
            <a:xfrm>
              <a:off x="5492750" y="6440488"/>
              <a:ext cx="38100" cy="36513"/>
            </a:xfrm>
            <a:custGeom>
              <a:avLst/>
              <a:gdLst>
                <a:gd name="T0" fmla="*/ 4 w 10"/>
                <a:gd name="T1" fmla="*/ 9 h 10"/>
                <a:gd name="T2" fmla="*/ 9 w 10"/>
                <a:gd name="T3" fmla="*/ 3 h 10"/>
                <a:gd name="T4" fmla="*/ 9 w 10"/>
                <a:gd name="T5" fmla="*/ 0 h 10"/>
                <a:gd name="T6" fmla="*/ 8 w 10"/>
                <a:gd name="T7" fmla="*/ 0 h 10"/>
                <a:gd name="T8" fmla="*/ 6 w 10"/>
                <a:gd name="T9" fmla="*/ 0 h 10"/>
                <a:gd name="T10" fmla="*/ 1 w 10"/>
                <a:gd name="T11" fmla="*/ 6 h 10"/>
                <a:gd name="T12" fmla="*/ 0 w 10"/>
                <a:gd name="T13" fmla="*/ 7 h 10"/>
                <a:gd name="T14" fmla="*/ 1 w 10"/>
                <a:gd name="T15" fmla="*/ 9 h 10"/>
                <a:gd name="T16" fmla="*/ 4 w 10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0">
                  <a:moveTo>
                    <a:pt x="4" y="9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10" y="3"/>
                    <a:pt x="10" y="1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7"/>
                    <a:pt x="0" y="7"/>
                  </a:cubicBezTo>
                  <a:cubicBezTo>
                    <a:pt x="0" y="8"/>
                    <a:pt x="1" y="8"/>
                    <a:pt x="1" y="9"/>
                  </a:cubicBezTo>
                  <a:cubicBezTo>
                    <a:pt x="2" y="10"/>
                    <a:pt x="3" y="10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Oval 26"/>
            <p:cNvSpPr>
              <a:spLocks noChangeArrowheads="1"/>
            </p:cNvSpPr>
            <p:nvPr/>
          </p:nvSpPr>
          <p:spPr bwMode="auto">
            <a:xfrm>
              <a:off x="5770563" y="621823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27"/>
            <p:cNvSpPr/>
            <p:nvPr/>
          </p:nvSpPr>
          <p:spPr bwMode="auto">
            <a:xfrm>
              <a:off x="5429250" y="6215063"/>
              <a:ext cx="38100" cy="36513"/>
            </a:xfrm>
            <a:custGeom>
              <a:avLst/>
              <a:gdLst>
                <a:gd name="T0" fmla="*/ 4 w 10"/>
                <a:gd name="T1" fmla="*/ 9 h 10"/>
                <a:gd name="T2" fmla="*/ 9 w 10"/>
                <a:gd name="T3" fmla="*/ 4 h 10"/>
                <a:gd name="T4" fmla="*/ 10 w 10"/>
                <a:gd name="T5" fmla="*/ 2 h 10"/>
                <a:gd name="T6" fmla="*/ 9 w 10"/>
                <a:gd name="T7" fmla="*/ 1 h 10"/>
                <a:gd name="T8" fmla="*/ 7 w 10"/>
                <a:gd name="T9" fmla="*/ 0 h 10"/>
                <a:gd name="T10" fmla="*/ 6 w 10"/>
                <a:gd name="T11" fmla="*/ 0 h 10"/>
                <a:gd name="T12" fmla="*/ 0 w 10"/>
                <a:gd name="T13" fmla="*/ 6 h 10"/>
                <a:gd name="T14" fmla="*/ 0 w 10"/>
                <a:gd name="T15" fmla="*/ 9 h 10"/>
                <a:gd name="T16" fmla="*/ 4 w 10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0">
                  <a:moveTo>
                    <a:pt x="4" y="9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10" y="3"/>
                    <a:pt x="10" y="2"/>
                  </a:cubicBezTo>
                  <a:cubicBezTo>
                    <a:pt x="10" y="2"/>
                    <a:pt x="9" y="1"/>
                    <a:pt x="9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3" y="10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28"/>
            <p:cNvSpPr/>
            <p:nvPr/>
          </p:nvSpPr>
          <p:spPr bwMode="auto">
            <a:xfrm>
              <a:off x="5497513" y="6215063"/>
              <a:ext cx="36513" cy="36513"/>
            </a:xfrm>
            <a:custGeom>
              <a:avLst/>
              <a:gdLst>
                <a:gd name="T0" fmla="*/ 4 w 10"/>
                <a:gd name="T1" fmla="*/ 9 h 10"/>
                <a:gd name="T2" fmla="*/ 9 w 10"/>
                <a:gd name="T3" fmla="*/ 4 h 10"/>
                <a:gd name="T4" fmla="*/ 10 w 10"/>
                <a:gd name="T5" fmla="*/ 2 h 10"/>
                <a:gd name="T6" fmla="*/ 9 w 10"/>
                <a:gd name="T7" fmla="*/ 1 h 10"/>
                <a:gd name="T8" fmla="*/ 7 w 10"/>
                <a:gd name="T9" fmla="*/ 0 h 10"/>
                <a:gd name="T10" fmla="*/ 6 w 10"/>
                <a:gd name="T11" fmla="*/ 0 h 10"/>
                <a:gd name="T12" fmla="*/ 0 w 10"/>
                <a:gd name="T13" fmla="*/ 6 h 10"/>
                <a:gd name="T14" fmla="*/ 0 w 10"/>
                <a:gd name="T15" fmla="*/ 9 h 10"/>
                <a:gd name="T16" fmla="*/ 4 w 10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0">
                  <a:moveTo>
                    <a:pt x="4" y="9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10" y="3"/>
                    <a:pt x="10" y="2"/>
                  </a:cubicBezTo>
                  <a:cubicBezTo>
                    <a:pt x="10" y="2"/>
                    <a:pt x="9" y="1"/>
                    <a:pt x="9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3" y="10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29"/>
            <p:cNvSpPr>
              <a:spLocks noEditPoints="1"/>
            </p:cNvSpPr>
            <p:nvPr/>
          </p:nvSpPr>
          <p:spPr bwMode="auto">
            <a:xfrm>
              <a:off x="5373688" y="6113463"/>
              <a:ext cx="479425" cy="404813"/>
            </a:xfrm>
            <a:custGeom>
              <a:avLst/>
              <a:gdLst>
                <a:gd name="T0" fmla="*/ 126 w 128"/>
                <a:gd name="T1" fmla="*/ 17 h 108"/>
                <a:gd name="T2" fmla="*/ 111 w 128"/>
                <a:gd name="T3" fmla="*/ 1 h 108"/>
                <a:gd name="T4" fmla="*/ 110 w 128"/>
                <a:gd name="T5" fmla="*/ 0 h 108"/>
                <a:gd name="T6" fmla="*/ 18 w 128"/>
                <a:gd name="T7" fmla="*/ 0 h 108"/>
                <a:gd name="T8" fmla="*/ 17 w 128"/>
                <a:gd name="T9" fmla="*/ 1 h 108"/>
                <a:gd name="T10" fmla="*/ 2 w 128"/>
                <a:gd name="T11" fmla="*/ 17 h 108"/>
                <a:gd name="T12" fmla="*/ 0 w 128"/>
                <a:gd name="T13" fmla="*/ 21 h 108"/>
                <a:gd name="T14" fmla="*/ 0 w 128"/>
                <a:gd name="T15" fmla="*/ 102 h 108"/>
                <a:gd name="T16" fmla="*/ 6 w 128"/>
                <a:gd name="T17" fmla="*/ 108 h 108"/>
                <a:gd name="T18" fmla="*/ 122 w 128"/>
                <a:gd name="T19" fmla="*/ 108 h 108"/>
                <a:gd name="T20" fmla="*/ 128 w 128"/>
                <a:gd name="T21" fmla="*/ 103 h 108"/>
                <a:gd name="T22" fmla="*/ 128 w 128"/>
                <a:gd name="T23" fmla="*/ 102 h 108"/>
                <a:gd name="T24" fmla="*/ 128 w 128"/>
                <a:gd name="T25" fmla="*/ 21 h 108"/>
                <a:gd name="T26" fmla="*/ 126 w 128"/>
                <a:gd name="T27" fmla="*/ 17 h 108"/>
                <a:gd name="T28" fmla="*/ 10 w 128"/>
                <a:gd name="T29" fmla="*/ 15 h 108"/>
                <a:gd name="T30" fmla="*/ 19 w 128"/>
                <a:gd name="T31" fmla="*/ 4 h 108"/>
                <a:gd name="T32" fmla="*/ 109 w 128"/>
                <a:gd name="T33" fmla="*/ 4 h 108"/>
                <a:gd name="T34" fmla="*/ 118 w 128"/>
                <a:gd name="T35" fmla="*/ 15 h 108"/>
                <a:gd name="T36" fmla="*/ 10 w 128"/>
                <a:gd name="T37" fmla="*/ 15 h 108"/>
                <a:gd name="T38" fmla="*/ 123 w 128"/>
                <a:gd name="T39" fmla="*/ 104 h 108"/>
                <a:gd name="T40" fmla="*/ 5 w 128"/>
                <a:gd name="T41" fmla="*/ 104 h 108"/>
                <a:gd name="T42" fmla="*/ 5 w 128"/>
                <a:gd name="T43" fmla="*/ 79 h 108"/>
                <a:gd name="T44" fmla="*/ 123 w 128"/>
                <a:gd name="T45" fmla="*/ 79 h 108"/>
                <a:gd name="T46" fmla="*/ 123 w 128"/>
                <a:gd name="T47" fmla="*/ 104 h 108"/>
                <a:gd name="T48" fmla="*/ 123 w 128"/>
                <a:gd name="T49" fmla="*/ 74 h 108"/>
                <a:gd name="T50" fmla="*/ 5 w 128"/>
                <a:gd name="T51" fmla="*/ 74 h 108"/>
                <a:gd name="T52" fmla="*/ 5 w 128"/>
                <a:gd name="T53" fmla="*/ 49 h 108"/>
                <a:gd name="T54" fmla="*/ 123 w 128"/>
                <a:gd name="T55" fmla="*/ 49 h 108"/>
                <a:gd name="T56" fmla="*/ 123 w 128"/>
                <a:gd name="T57" fmla="*/ 74 h 108"/>
                <a:gd name="T58" fmla="*/ 123 w 128"/>
                <a:gd name="T59" fmla="*/ 44 h 108"/>
                <a:gd name="T60" fmla="*/ 5 w 128"/>
                <a:gd name="T61" fmla="*/ 44 h 108"/>
                <a:gd name="T62" fmla="*/ 5 w 128"/>
                <a:gd name="T63" fmla="*/ 19 h 108"/>
                <a:gd name="T64" fmla="*/ 123 w 128"/>
                <a:gd name="T65" fmla="*/ 19 h 108"/>
                <a:gd name="T66" fmla="*/ 123 w 128"/>
                <a:gd name="T67" fmla="*/ 4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8" h="108">
                  <a:moveTo>
                    <a:pt x="126" y="17"/>
                  </a:moveTo>
                  <a:cubicBezTo>
                    <a:pt x="111" y="1"/>
                    <a:pt x="111" y="1"/>
                    <a:pt x="111" y="1"/>
                  </a:cubicBezTo>
                  <a:cubicBezTo>
                    <a:pt x="111" y="0"/>
                    <a:pt x="110" y="0"/>
                    <a:pt x="11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7" y="0"/>
                    <a:pt x="17" y="1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8"/>
                    <a:pt x="0" y="19"/>
                    <a:pt x="0" y="21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6"/>
                    <a:pt x="3" y="108"/>
                    <a:pt x="6" y="108"/>
                  </a:cubicBezTo>
                  <a:cubicBezTo>
                    <a:pt x="122" y="108"/>
                    <a:pt x="122" y="108"/>
                    <a:pt x="122" y="108"/>
                  </a:cubicBezTo>
                  <a:cubicBezTo>
                    <a:pt x="125" y="108"/>
                    <a:pt x="128" y="106"/>
                    <a:pt x="128" y="103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9"/>
                    <a:pt x="127" y="18"/>
                    <a:pt x="126" y="17"/>
                  </a:cubicBezTo>
                  <a:close/>
                  <a:moveTo>
                    <a:pt x="10" y="15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8" y="15"/>
                    <a:pt x="118" y="15"/>
                    <a:pt x="118" y="15"/>
                  </a:cubicBezTo>
                  <a:cubicBezTo>
                    <a:pt x="10" y="15"/>
                    <a:pt x="10" y="15"/>
                    <a:pt x="10" y="15"/>
                  </a:cubicBezTo>
                  <a:close/>
                  <a:moveTo>
                    <a:pt x="123" y="104"/>
                  </a:moveTo>
                  <a:cubicBezTo>
                    <a:pt x="5" y="104"/>
                    <a:pt x="5" y="104"/>
                    <a:pt x="5" y="10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123" y="79"/>
                    <a:pt x="123" y="79"/>
                    <a:pt x="123" y="79"/>
                  </a:cubicBezTo>
                  <a:lnTo>
                    <a:pt x="123" y="104"/>
                  </a:lnTo>
                  <a:close/>
                  <a:moveTo>
                    <a:pt x="123" y="74"/>
                  </a:moveTo>
                  <a:cubicBezTo>
                    <a:pt x="5" y="74"/>
                    <a:pt x="5" y="74"/>
                    <a:pt x="5" y="74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123" y="49"/>
                    <a:pt x="123" y="49"/>
                    <a:pt x="123" y="49"/>
                  </a:cubicBezTo>
                  <a:lnTo>
                    <a:pt x="123" y="74"/>
                  </a:lnTo>
                  <a:close/>
                  <a:moveTo>
                    <a:pt x="123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23" y="19"/>
                    <a:pt x="123" y="19"/>
                    <a:pt x="123" y="19"/>
                  </a:cubicBezTo>
                  <a:lnTo>
                    <a:pt x="123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4411663" y="6091238"/>
            <a:ext cx="481013" cy="450850"/>
            <a:chOff x="4411663" y="6091238"/>
            <a:chExt cx="481013" cy="450850"/>
          </a:xfrm>
          <a:solidFill>
            <a:schemeClr val="accent1"/>
          </a:solidFill>
        </p:grpSpPr>
        <p:sp>
          <p:nvSpPr>
            <p:cNvPr id="65" name="Freeform 30"/>
            <p:cNvSpPr>
              <a:spLocks noEditPoints="1"/>
            </p:cNvSpPr>
            <p:nvPr/>
          </p:nvSpPr>
          <p:spPr bwMode="auto">
            <a:xfrm>
              <a:off x="4411663" y="6091238"/>
              <a:ext cx="481013" cy="450850"/>
            </a:xfrm>
            <a:custGeom>
              <a:avLst/>
              <a:gdLst>
                <a:gd name="T0" fmla="*/ 0 w 128"/>
                <a:gd name="T1" fmla="*/ 21 h 120"/>
                <a:gd name="T2" fmla="*/ 64 w 128"/>
                <a:gd name="T3" fmla="*/ 120 h 120"/>
                <a:gd name="T4" fmla="*/ 128 w 128"/>
                <a:gd name="T5" fmla="*/ 85 h 120"/>
                <a:gd name="T6" fmla="*/ 64 w 128"/>
                <a:gd name="T7" fmla="*/ 0 h 120"/>
                <a:gd name="T8" fmla="*/ 7 w 128"/>
                <a:gd name="T9" fmla="*/ 57 h 120"/>
                <a:gd name="T10" fmla="*/ 69 w 128"/>
                <a:gd name="T11" fmla="*/ 68 h 120"/>
                <a:gd name="T12" fmla="*/ 64 w 128"/>
                <a:gd name="T13" fmla="*/ 85 h 120"/>
                <a:gd name="T14" fmla="*/ 64 w 128"/>
                <a:gd name="T15" fmla="*/ 90 h 120"/>
                <a:gd name="T16" fmla="*/ 21 w 128"/>
                <a:gd name="T17" fmla="*/ 84 h 120"/>
                <a:gd name="T18" fmla="*/ 5 w 128"/>
                <a:gd name="T19" fmla="*/ 55 h 120"/>
                <a:gd name="T20" fmla="*/ 64 w 128"/>
                <a:gd name="T21" fmla="*/ 116 h 120"/>
                <a:gd name="T22" fmla="*/ 5 w 128"/>
                <a:gd name="T23" fmla="*/ 99 h 120"/>
                <a:gd name="T24" fmla="*/ 7 w 128"/>
                <a:gd name="T25" fmla="*/ 83 h 120"/>
                <a:gd name="T26" fmla="*/ 66 w 128"/>
                <a:gd name="T27" fmla="*/ 94 h 120"/>
                <a:gd name="T28" fmla="*/ 80 w 128"/>
                <a:gd name="T29" fmla="*/ 112 h 120"/>
                <a:gd name="T30" fmla="*/ 79 w 128"/>
                <a:gd name="T31" fmla="*/ 115 h 120"/>
                <a:gd name="T32" fmla="*/ 96 w 128"/>
                <a:gd name="T33" fmla="*/ 112 h 120"/>
                <a:gd name="T34" fmla="*/ 69 w 128"/>
                <a:gd name="T35" fmla="*/ 85 h 120"/>
                <a:gd name="T36" fmla="*/ 96 w 128"/>
                <a:gd name="T37" fmla="*/ 57 h 120"/>
                <a:gd name="T38" fmla="*/ 123 w 128"/>
                <a:gd name="T39" fmla="*/ 85 h 120"/>
                <a:gd name="T40" fmla="*/ 123 w 128"/>
                <a:gd name="T41" fmla="*/ 68 h 120"/>
                <a:gd name="T42" fmla="*/ 96 w 128"/>
                <a:gd name="T43" fmla="*/ 53 h 120"/>
                <a:gd name="T44" fmla="*/ 72 w 128"/>
                <a:gd name="T45" fmla="*/ 63 h 120"/>
                <a:gd name="T46" fmla="*/ 64 w 128"/>
                <a:gd name="T47" fmla="*/ 64 h 120"/>
                <a:gd name="T48" fmla="*/ 5 w 128"/>
                <a:gd name="T49" fmla="*/ 47 h 120"/>
                <a:gd name="T50" fmla="*/ 7 w 128"/>
                <a:gd name="T51" fmla="*/ 31 h 120"/>
                <a:gd name="T52" fmla="*/ 121 w 128"/>
                <a:gd name="T53" fmla="*/ 31 h 120"/>
                <a:gd name="T54" fmla="*/ 123 w 128"/>
                <a:gd name="T55" fmla="*/ 68 h 120"/>
                <a:gd name="T56" fmla="*/ 107 w 128"/>
                <a:gd name="T57" fmla="*/ 32 h 120"/>
                <a:gd name="T58" fmla="*/ 21 w 128"/>
                <a:gd name="T59" fmla="*/ 32 h 120"/>
                <a:gd name="T60" fmla="*/ 8 w 128"/>
                <a:gd name="T61" fmla="*/ 16 h 120"/>
                <a:gd name="T62" fmla="*/ 64 w 128"/>
                <a:gd name="T63" fmla="*/ 4 h 120"/>
                <a:gd name="T64" fmla="*/ 123 w 128"/>
                <a:gd name="T65" fmla="*/ 2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33" y="0"/>
                    <a:pt x="0" y="7"/>
                    <a:pt x="0" y="21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13"/>
                    <a:pt x="33" y="120"/>
                    <a:pt x="64" y="120"/>
                  </a:cubicBezTo>
                  <a:cubicBezTo>
                    <a:pt x="78" y="120"/>
                    <a:pt x="92" y="119"/>
                    <a:pt x="103" y="116"/>
                  </a:cubicBezTo>
                  <a:cubicBezTo>
                    <a:pt x="118" y="113"/>
                    <a:pt x="128" y="100"/>
                    <a:pt x="128" y="8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7"/>
                    <a:pt x="95" y="0"/>
                    <a:pt x="64" y="0"/>
                  </a:cubicBezTo>
                  <a:close/>
                  <a:moveTo>
                    <a:pt x="5" y="55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17" y="64"/>
                    <a:pt x="39" y="68"/>
                    <a:pt x="64" y="6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65" y="75"/>
                    <a:pt x="64" y="80"/>
                    <a:pt x="64" y="85"/>
                  </a:cubicBezTo>
                  <a:cubicBezTo>
                    <a:pt x="64" y="86"/>
                    <a:pt x="64" y="87"/>
                    <a:pt x="64" y="88"/>
                  </a:cubicBezTo>
                  <a:cubicBezTo>
                    <a:pt x="64" y="90"/>
                    <a:pt x="64" y="90"/>
                    <a:pt x="64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47" y="90"/>
                    <a:pt x="32" y="88"/>
                    <a:pt x="21" y="84"/>
                  </a:cubicBezTo>
                  <a:cubicBezTo>
                    <a:pt x="11" y="81"/>
                    <a:pt x="5" y="77"/>
                    <a:pt x="5" y="73"/>
                  </a:cubicBezTo>
                  <a:lnTo>
                    <a:pt x="5" y="55"/>
                  </a:lnTo>
                  <a:close/>
                  <a:moveTo>
                    <a:pt x="79" y="115"/>
                  </a:moveTo>
                  <a:cubicBezTo>
                    <a:pt x="74" y="115"/>
                    <a:pt x="69" y="116"/>
                    <a:pt x="64" y="116"/>
                  </a:cubicBezTo>
                  <a:cubicBezTo>
                    <a:pt x="48" y="116"/>
                    <a:pt x="32" y="114"/>
                    <a:pt x="21" y="110"/>
                  </a:cubicBezTo>
                  <a:cubicBezTo>
                    <a:pt x="11" y="107"/>
                    <a:pt x="5" y="103"/>
                    <a:pt x="5" y="99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17" y="90"/>
                    <a:pt x="39" y="94"/>
                    <a:pt x="64" y="94"/>
                  </a:cubicBezTo>
                  <a:cubicBezTo>
                    <a:pt x="66" y="94"/>
                    <a:pt x="66" y="94"/>
                    <a:pt x="66" y="94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102"/>
                    <a:pt x="73" y="108"/>
                    <a:pt x="80" y="112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79" y="115"/>
                  </a:lnTo>
                  <a:close/>
                  <a:moveTo>
                    <a:pt x="115" y="104"/>
                  </a:moveTo>
                  <a:cubicBezTo>
                    <a:pt x="110" y="109"/>
                    <a:pt x="103" y="112"/>
                    <a:pt x="96" y="112"/>
                  </a:cubicBezTo>
                  <a:cubicBezTo>
                    <a:pt x="89" y="112"/>
                    <a:pt x="82" y="109"/>
                    <a:pt x="77" y="104"/>
                  </a:cubicBezTo>
                  <a:cubicBezTo>
                    <a:pt x="72" y="99"/>
                    <a:pt x="69" y="92"/>
                    <a:pt x="69" y="85"/>
                  </a:cubicBezTo>
                  <a:cubicBezTo>
                    <a:pt x="69" y="77"/>
                    <a:pt x="72" y="71"/>
                    <a:pt x="77" y="65"/>
                  </a:cubicBezTo>
                  <a:cubicBezTo>
                    <a:pt x="82" y="60"/>
                    <a:pt x="89" y="57"/>
                    <a:pt x="96" y="57"/>
                  </a:cubicBezTo>
                  <a:cubicBezTo>
                    <a:pt x="103" y="57"/>
                    <a:pt x="110" y="60"/>
                    <a:pt x="115" y="65"/>
                  </a:cubicBezTo>
                  <a:cubicBezTo>
                    <a:pt x="121" y="71"/>
                    <a:pt x="123" y="77"/>
                    <a:pt x="123" y="85"/>
                  </a:cubicBezTo>
                  <a:cubicBezTo>
                    <a:pt x="123" y="92"/>
                    <a:pt x="121" y="99"/>
                    <a:pt x="115" y="104"/>
                  </a:cubicBezTo>
                  <a:close/>
                  <a:moveTo>
                    <a:pt x="123" y="68"/>
                  </a:moveTo>
                  <a:cubicBezTo>
                    <a:pt x="121" y="65"/>
                    <a:pt x="121" y="65"/>
                    <a:pt x="121" y="65"/>
                  </a:cubicBezTo>
                  <a:cubicBezTo>
                    <a:pt x="115" y="57"/>
                    <a:pt x="106" y="53"/>
                    <a:pt x="96" y="53"/>
                  </a:cubicBezTo>
                  <a:cubicBezTo>
                    <a:pt x="87" y="53"/>
                    <a:pt x="79" y="57"/>
                    <a:pt x="73" y="63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69" y="64"/>
                    <a:pt x="67" y="64"/>
                    <a:pt x="64" y="64"/>
                  </a:cubicBezTo>
                  <a:cubicBezTo>
                    <a:pt x="48" y="64"/>
                    <a:pt x="32" y="62"/>
                    <a:pt x="21" y="58"/>
                  </a:cubicBezTo>
                  <a:cubicBezTo>
                    <a:pt x="11" y="55"/>
                    <a:pt x="5" y="51"/>
                    <a:pt x="5" y="47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7" y="38"/>
                    <a:pt x="39" y="42"/>
                    <a:pt x="64" y="42"/>
                  </a:cubicBezTo>
                  <a:cubicBezTo>
                    <a:pt x="89" y="42"/>
                    <a:pt x="111" y="38"/>
                    <a:pt x="121" y="31"/>
                  </a:cubicBezTo>
                  <a:cubicBezTo>
                    <a:pt x="123" y="29"/>
                    <a:pt x="123" y="29"/>
                    <a:pt x="123" y="29"/>
                  </a:cubicBezTo>
                  <a:lnTo>
                    <a:pt x="123" y="68"/>
                  </a:lnTo>
                  <a:close/>
                  <a:moveTo>
                    <a:pt x="120" y="27"/>
                  </a:moveTo>
                  <a:cubicBezTo>
                    <a:pt x="117" y="29"/>
                    <a:pt x="112" y="31"/>
                    <a:pt x="107" y="32"/>
                  </a:cubicBezTo>
                  <a:cubicBezTo>
                    <a:pt x="96" y="36"/>
                    <a:pt x="80" y="38"/>
                    <a:pt x="64" y="38"/>
                  </a:cubicBezTo>
                  <a:cubicBezTo>
                    <a:pt x="48" y="38"/>
                    <a:pt x="32" y="36"/>
                    <a:pt x="21" y="32"/>
                  </a:cubicBezTo>
                  <a:cubicBezTo>
                    <a:pt x="11" y="29"/>
                    <a:pt x="5" y="25"/>
                    <a:pt x="5" y="21"/>
                  </a:cubicBezTo>
                  <a:cubicBezTo>
                    <a:pt x="5" y="19"/>
                    <a:pt x="6" y="17"/>
                    <a:pt x="8" y="16"/>
                  </a:cubicBezTo>
                  <a:cubicBezTo>
                    <a:pt x="11" y="13"/>
                    <a:pt x="16" y="12"/>
                    <a:pt x="21" y="10"/>
                  </a:cubicBezTo>
                  <a:cubicBezTo>
                    <a:pt x="32" y="6"/>
                    <a:pt x="48" y="4"/>
                    <a:pt x="64" y="4"/>
                  </a:cubicBezTo>
                  <a:cubicBezTo>
                    <a:pt x="80" y="4"/>
                    <a:pt x="96" y="6"/>
                    <a:pt x="107" y="10"/>
                  </a:cubicBezTo>
                  <a:cubicBezTo>
                    <a:pt x="117" y="13"/>
                    <a:pt x="123" y="17"/>
                    <a:pt x="123" y="21"/>
                  </a:cubicBezTo>
                  <a:cubicBezTo>
                    <a:pt x="123" y="23"/>
                    <a:pt x="122" y="25"/>
                    <a:pt x="12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31"/>
            <p:cNvSpPr/>
            <p:nvPr/>
          </p:nvSpPr>
          <p:spPr bwMode="auto">
            <a:xfrm>
              <a:off x="4719638" y="6369050"/>
              <a:ext cx="109538" cy="77788"/>
            </a:xfrm>
            <a:custGeom>
              <a:avLst/>
              <a:gdLst>
                <a:gd name="T0" fmla="*/ 25 w 29"/>
                <a:gd name="T1" fmla="*/ 1 h 21"/>
                <a:gd name="T2" fmla="*/ 11 w 29"/>
                <a:gd name="T3" fmla="*/ 15 h 21"/>
                <a:gd name="T4" fmla="*/ 4 w 29"/>
                <a:gd name="T5" fmla="*/ 9 h 21"/>
                <a:gd name="T6" fmla="*/ 3 w 29"/>
                <a:gd name="T7" fmla="*/ 8 h 21"/>
                <a:gd name="T8" fmla="*/ 1 w 29"/>
                <a:gd name="T9" fmla="*/ 9 h 21"/>
                <a:gd name="T10" fmla="*/ 1 w 29"/>
                <a:gd name="T11" fmla="*/ 12 h 21"/>
                <a:gd name="T12" fmla="*/ 9 w 29"/>
                <a:gd name="T13" fmla="*/ 20 h 21"/>
                <a:gd name="T14" fmla="*/ 12 w 29"/>
                <a:gd name="T15" fmla="*/ 20 h 21"/>
                <a:gd name="T16" fmla="*/ 28 w 29"/>
                <a:gd name="T17" fmla="*/ 4 h 21"/>
                <a:gd name="T18" fmla="*/ 29 w 29"/>
                <a:gd name="T19" fmla="*/ 3 h 21"/>
                <a:gd name="T20" fmla="*/ 28 w 29"/>
                <a:gd name="T21" fmla="*/ 1 h 21"/>
                <a:gd name="T22" fmla="*/ 25 w 29"/>
                <a:gd name="T2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" h="21">
                  <a:moveTo>
                    <a:pt x="25" y="1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3" y="8"/>
                    <a:pt x="3" y="8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21"/>
                    <a:pt x="11" y="21"/>
                    <a:pt x="12" y="2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9" y="3"/>
                    <a:pt x="29" y="3"/>
                  </a:cubicBezTo>
                  <a:cubicBezTo>
                    <a:pt x="29" y="2"/>
                    <a:pt x="28" y="2"/>
                    <a:pt x="28" y="1"/>
                  </a:cubicBezTo>
                  <a:cubicBezTo>
                    <a:pt x="27" y="0"/>
                    <a:pt x="2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2" name="组合 281"/>
          <p:cNvGrpSpPr/>
          <p:nvPr/>
        </p:nvGrpSpPr>
        <p:grpSpPr>
          <a:xfrm>
            <a:off x="3451225" y="6091238"/>
            <a:ext cx="481013" cy="450850"/>
            <a:chOff x="3451225" y="6091238"/>
            <a:chExt cx="481013" cy="450850"/>
          </a:xfrm>
          <a:solidFill>
            <a:schemeClr val="accent1"/>
          </a:solidFill>
        </p:grpSpPr>
        <p:sp>
          <p:nvSpPr>
            <p:cNvPr id="67" name="Freeform 32"/>
            <p:cNvSpPr>
              <a:spLocks noEditPoints="1"/>
            </p:cNvSpPr>
            <p:nvPr/>
          </p:nvSpPr>
          <p:spPr bwMode="auto">
            <a:xfrm>
              <a:off x="3451225" y="6091238"/>
              <a:ext cx="481013" cy="450850"/>
            </a:xfrm>
            <a:custGeom>
              <a:avLst/>
              <a:gdLst>
                <a:gd name="T0" fmla="*/ 0 w 128"/>
                <a:gd name="T1" fmla="*/ 21 h 120"/>
                <a:gd name="T2" fmla="*/ 64 w 128"/>
                <a:gd name="T3" fmla="*/ 120 h 120"/>
                <a:gd name="T4" fmla="*/ 128 w 128"/>
                <a:gd name="T5" fmla="*/ 85 h 120"/>
                <a:gd name="T6" fmla="*/ 64 w 128"/>
                <a:gd name="T7" fmla="*/ 0 h 120"/>
                <a:gd name="T8" fmla="*/ 7 w 128"/>
                <a:gd name="T9" fmla="*/ 57 h 120"/>
                <a:gd name="T10" fmla="*/ 69 w 128"/>
                <a:gd name="T11" fmla="*/ 68 h 120"/>
                <a:gd name="T12" fmla="*/ 64 w 128"/>
                <a:gd name="T13" fmla="*/ 85 h 120"/>
                <a:gd name="T14" fmla="*/ 64 w 128"/>
                <a:gd name="T15" fmla="*/ 90 h 120"/>
                <a:gd name="T16" fmla="*/ 21 w 128"/>
                <a:gd name="T17" fmla="*/ 84 h 120"/>
                <a:gd name="T18" fmla="*/ 5 w 128"/>
                <a:gd name="T19" fmla="*/ 55 h 120"/>
                <a:gd name="T20" fmla="*/ 64 w 128"/>
                <a:gd name="T21" fmla="*/ 116 h 120"/>
                <a:gd name="T22" fmla="*/ 5 w 128"/>
                <a:gd name="T23" fmla="*/ 99 h 120"/>
                <a:gd name="T24" fmla="*/ 7 w 128"/>
                <a:gd name="T25" fmla="*/ 83 h 120"/>
                <a:gd name="T26" fmla="*/ 65 w 128"/>
                <a:gd name="T27" fmla="*/ 94 h 120"/>
                <a:gd name="T28" fmla="*/ 80 w 128"/>
                <a:gd name="T29" fmla="*/ 112 h 120"/>
                <a:gd name="T30" fmla="*/ 79 w 128"/>
                <a:gd name="T31" fmla="*/ 115 h 120"/>
                <a:gd name="T32" fmla="*/ 96 w 128"/>
                <a:gd name="T33" fmla="*/ 112 h 120"/>
                <a:gd name="T34" fmla="*/ 69 w 128"/>
                <a:gd name="T35" fmla="*/ 85 h 120"/>
                <a:gd name="T36" fmla="*/ 96 w 128"/>
                <a:gd name="T37" fmla="*/ 57 h 120"/>
                <a:gd name="T38" fmla="*/ 123 w 128"/>
                <a:gd name="T39" fmla="*/ 85 h 120"/>
                <a:gd name="T40" fmla="*/ 123 w 128"/>
                <a:gd name="T41" fmla="*/ 68 h 120"/>
                <a:gd name="T42" fmla="*/ 96 w 128"/>
                <a:gd name="T43" fmla="*/ 53 h 120"/>
                <a:gd name="T44" fmla="*/ 72 w 128"/>
                <a:gd name="T45" fmla="*/ 63 h 120"/>
                <a:gd name="T46" fmla="*/ 64 w 128"/>
                <a:gd name="T47" fmla="*/ 64 h 120"/>
                <a:gd name="T48" fmla="*/ 5 w 128"/>
                <a:gd name="T49" fmla="*/ 47 h 120"/>
                <a:gd name="T50" fmla="*/ 7 w 128"/>
                <a:gd name="T51" fmla="*/ 31 h 120"/>
                <a:gd name="T52" fmla="*/ 121 w 128"/>
                <a:gd name="T53" fmla="*/ 31 h 120"/>
                <a:gd name="T54" fmla="*/ 123 w 128"/>
                <a:gd name="T55" fmla="*/ 68 h 120"/>
                <a:gd name="T56" fmla="*/ 107 w 128"/>
                <a:gd name="T57" fmla="*/ 32 h 120"/>
                <a:gd name="T58" fmla="*/ 21 w 128"/>
                <a:gd name="T59" fmla="*/ 32 h 120"/>
                <a:gd name="T60" fmla="*/ 8 w 128"/>
                <a:gd name="T61" fmla="*/ 16 h 120"/>
                <a:gd name="T62" fmla="*/ 64 w 128"/>
                <a:gd name="T63" fmla="*/ 4 h 120"/>
                <a:gd name="T64" fmla="*/ 123 w 128"/>
                <a:gd name="T65" fmla="*/ 2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33" y="0"/>
                    <a:pt x="0" y="7"/>
                    <a:pt x="0" y="21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13"/>
                    <a:pt x="33" y="120"/>
                    <a:pt x="64" y="120"/>
                  </a:cubicBezTo>
                  <a:cubicBezTo>
                    <a:pt x="78" y="120"/>
                    <a:pt x="92" y="119"/>
                    <a:pt x="103" y="116"/>
                  </a:cubicBezTo>
                  <a:cubicBezTo>
                    <a:pt x="118" y="113"/>
                    <a:pt x="128" y="100"/>
                    <a:pt x="128" y="8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7"/>
                    <a:pt x="95" y="0"/>
                    <a:pt x="64" y="0"/>
                  </a:cubicBezTo>
                  <a:close/>
                  <a:moveTo>
                    <a:pt x="5" y="55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17" y="64"/>
                    <a:pt x="39" y="68"/>
                    <a:pt x="64" y="6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65" y="75"/>
                    <a:pt x="64" y="80"/>
                    <a:pt x="64" y="85"/>
                  </a:cubicBezTo>
                  <a:cubicBezTo>
                    <a:pt x="64" y="86"/>
                    <a:pt x="64" y="87"/>
                    <a:pt x="64" y="88"/>
                  </a:cubicBezTo>
                  <a:cubicBezTo>
                    <a:pt x="64" y="90"/>
                    <a:pt x="64" y="90"/>
                    <a:pt x="64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47" y="90"/>
                    <a:pt x="32" y="88"/>
                    <a:pt x="21" y="84"/>
                  </a:cubicBezTo>
                  <a:cubicBezTo>
                    <a:pt x="11" y="81"/>
                    <a:pt x="5" y="77"/>
                    <a:pt x="5" y="73"/>
                  </a:cubicBezTo>
                  <a:lnTo>
                    <a:pt x="5" y="55"/>
                  </a:lnTo>
                  <a:close/>
                  <a:moveTo>
                    <a:pt x="79" y="115"/>
                  </a:moveTo>
                  <a:cubicBezTo>
                    <a:pt x="74" y="115"/>
                    <a:pt x="69" y="116"/>
                    <a:pt x="64" y="116"/>
                  </a:cubicBezTo>
                  <a:cubicBezTo>
                    <a:pt x="48" y="116"/>
                    <a:pt x="32" y="114"/>
                    <a:pt x="21" y="110"/>
                  </a:cubicBezTo>
                  <a:cubicBezTo>
                    <a:pt x="11" y="107"/>
                    <a:pt x="5" y="103"/>
                    <a:pt x="5" y="99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17" y="90"/>
                    <a:pt x="39" y="94"/>
                    <a:pt x="64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102"/>
                    <a:pt x="73" y="108"/>
                    <a:pt x="80" y="112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79" y="115"/>
                  </a:lnTo>
                  <a:close/>
                  <a:moveTo>
                    <a:pt x="115" y="104"/>
                  </a:moveTo>
                  <a:cubicBezTo>
                    <a:pt x="110" y="109"/>
                    <a:pt x="103" y="112"/>
                    <a:pt x="96" y="112"/>
                  </a:cubicBezTo>
                  <a:cubicBezTo>
                    <a:pt x="89" y="112"/>
                    <a:pt x="82" y="109"/>
                    <a:pt x="77" y="104"/>
                  </a:cubicBezTo>
                  <a:cubicBezTo>
                    <a:pt x="72" y="99"/>
                    <a:pt x="69" y="92"/>
                    <a:pt x="69" y="85"/>
                  </a:cubicBezTo>
                  <a:cubicBezTo>
                    <a:pt x="69" y="77"/>
                    <a:pt x="72" y="71"/>
                    <a:pt x="77" y="65"/>
                  </a:cubicBezTo>
                  <a:cubicBezTo>
                    <a:pt x="82" y="60"/>
                    <a:pt x="89" y="57"/>
                    <a:pt x="96" y="57"/>
                  </a:cubicBezTo>
                  <a:cubicBezTo>
                    <a:pt x="103" y="57"/>
                    <a:pt x="110" y="60"/>
                    <a:pt x="115" y="65"/>
                  </a:cubicBezTo>
                  <a:cubicBezTo>
                    <a:pt x="121" y="71"/>
                    <a:pt x="123" y="77"/>
                    <a:pt x="123" y="85"/>
                  </a:cubicBezTo>
                  <a:cubicBezTo>
                    <a:pt x="123" y="92"/>
                    <a:pt x="121" y="99"/>
                    <a:pt x="115" y="104"/>
                  </a:cubicBezTo>
                  <a:close/>
                  <a:moveTo>
                    <a:pt x="123" y="68"/>
                  </a:moveTo>
                  <a:cubicBezTo>
                    <a:pt x="121" y="65"/>
                    <a:pt x="121" y="65"/>
                    <a:pt x="121" y="65"/>
                  </a:cubicBezTo>
                  <a:cubicBezTo>
                    <a:pt x="115" y="57"/>
                    <a:pt x="106" y="53"/>
                    <a:pt x="96" y="53"/>
                  </a:cubicBezTo>
                  <a:cubicBezTo>
                    <a:pt x="87" y="53"/>
                    <a:pt x="79" y="57"/>
                    <a:pt x="73" y="63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69" y="64"/>
                    <a:pt x="67" y="64"/>
                    <a:pt x="64" y="64"/>
                  </a:cubicBezTo>
                  <a:cubicBezTo>
                    <a:pt x="48" y="64"/>
                    <a:pt x="32" y="62"/>
                    <a:pt x="21" y="58"/>
                  </a:cubicBezTo>
                  <a:cubicBezTo>
                    <a:pt x="11" y="55"/>
                    <a:pt x="5" y="51"/>
                    <a:pt x="5" y="47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7" y="38"/>
                    <a:pt x="39" y="42"/>
                    <a:pt x="64" y="42"/>
                  </a:cubicBezTo>
                  <a:cubicBezTo>
                    <a:pt x="89" y="42"/>
                    <a:pt x="111" y="38"/>
                    <a:pt x="121" y="31"/>
                  </a:cubicBezTo>
                  <a:cubicBezTo>
                    <a:pt x="123" y="29"/>
                    <a:pt x="123" y="29"/>
                    <a:pt x="123" y="29"/>
                  </a:cubicBezTo>
                  <a:lnTo>
                    <a:pt x="123" y="68"/>
                  </a:lnTo>
                  <a:close/>
                  <a:moveTo>
                    <a:pt x="120" y="27"/>
                  </a:moveTo>
                  <a:cubicBezTo>
                    <a:pt x="117" y="29"/>
                    <a:pt x="112" y="31"/>
                    <a:pt x="107" y="32"/>
                  </a:cubicBezTo>
                  <a:cubicBezTo>
                    <a:pt x="96" y="36"/>
                    <a:pt x="80" y="38"/>
                    <a:pt x="64" y="38"/>
                  </a:cubicBezTo>
                  <a:cubicBezTo>
                    <a:pt x="48" y="38"/>
                    <a:pt x="32" y="36"/>
                    <a:pt x="21" y="32"/>
                  </a:cubicBezTo>
                  <a:cubicBezTo>
                    <a:pt x="11" y="29"/>
                    <a:pt x="5" y="25"/>
                    <a:pt x="5" y="21"/>
                  </a:cubicBezTo>
                  <a:cubicBezTo>
                    <a:pt x="5" y="19"/>
                    <a:pt x="6" y="17"/>
                    <a:pt x="8" y="16"/>
                  </a:cubicBezTo>
                  <a:cubicBezTo>
                    <a:pt x="11" y="13"/>
                    <a:pt x="16" y="12"/>
                    <a:pt x="21" y="10"/>
                  </a:cubicBezTo>
                  <a:cubicBezTo>
                    <a:pt x="32" y="6"/>
                    <a:pt x="48" y="4"/>
                    <a:pt x="64" y="4"/>
                  </a:cubicBezTo>
                  <a:cubicBezTo>
                    <a:pt x="80" y="4"/>
                    <a:pt x="96" y="6"/>
                    <a:pt x="107" y="10"/>
                  </a:cubicBezTo>
                  <a:cubicBezTo>
                    <a:pt x="117" y="13"/>
                    <a:pt x="123" y="17"/>
                    <a:pt x="123" y="21"/>
                  </a:cubicBezTo>
                  <a:cubicBezTo>
                    <a:pt x="123" y="23"/>
                    <a:pt x="122" y="25"/>
                    <a:pt x="12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33"/>
            <p:cNvSpPr/>
            <p:nvPr/>
          </p:nvSpPr>
          <p:spPr bwMode="auto">
            <a:xfrm>
              <a:off x="3773488" y="6369050"/>
              <a:ext cx="76200" cy="77788"/>
            </a:xfrm>
            <a:custGeom>
              <a:avLst/>
              <a:gdLst>
                <a:gd name="T0" fmla="*/ 20 w 20"/>
                <a:gd name="T1" fmla="*/ 3 h 21"/>
                <a:gd name="T2" fmla="*/ 20 w 20"/>
                <a:gd name="T3" fmla="*/ 1 h 21"/>
                <a:gd name="T4" fmla="*/ 16 w 20"/>
                <a:gd name="T5" fmla="*/ 1 h 21"/>
                <a:gd name="T6" fmla="*/ 10 w 20"/>
                <a:gd name="T7" fmla="*/ 8 h 21"/>
                <a:gd name="T8" fmla="*/ 4 w 20"/>
                <a:gd name="T9" fmla="*/ 1 h 21"/>
                <a:gd name="T10" fmla="*/ 1 w 20"/>
                <a:gd name="T11" fmla="*/ 1 h 21"/>
                <a:gd name="T12" fmla="*/ 0 w 20"/>
                <a:gd name="T13" fmla="*/ 3 h 21"/>
                <a:gd name="T14" fmla="*/ 1 w 20"/>
                <a:gd name="T15" fmla="*/ 4 h 21"/>
                <a:gd name="T16" fmla="*/ 7 w 20"/>
                <a:gd name="T17" fmla="*/ 11 h 21"/>
                <a:gd name="T18" fmla="*/ 1 w 20"/>
                <a:gd name="T19" fmla="*/ 17 h 21"/>
                <a:gd name="T20" fmla="*/ 0 w 20"/>
                <a:gd name="T21" fmla="*/ 19 h 21"/>
                <a:gd name="T22" fmla="*/ 1 w 20"/>
                <a:gd name="T23" fmla="*/ 20 h 21"/>
                <a:gd name="T24" fmla="*/ 4 w 20"/>
                <a:gd name="T25" fmla="*/ 20 h 21"/>
                <a:gd name="T26" fmla="*/ 10 w 20"/>
                <a:gd name="T27" fmla="*/ 14 h 21"/>
                <a:gd name="T28" fmla="*/ 16 w 20"/>
                <a:gd name="T29" fmla="*/ 20 h 21"/>
                <a:gd name="T30" fmla="*/ 20 w 20"/>
                <a:gd name="T31" fmla="*/ 20 h 21"/>
                <a:gd name="T32" fmla="*/ 20 w 20"/>
                <a:gd name="T33" fmla="*/ 19 h 21"/>
                <a:gd name="T34" fmla="*/ 20 w 20"/>
                <a:gd name="T35" fmla="*/ 17 h 21"/>
                <a:gd name="T36" fmla="*/ 13 w 20"/>
                <a:gd name="T37" fmla="*/ 11 h 21"/>
                <a:gd name="T38" fmla="*/ 20 w 20"/>
                <a:gd name="T39" fmla="*/ 4 h 21"/>
                <a:gd name="T40" fmla="*/ 20 w 20"/>
                <a:gd name="T41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21">
                  <a:moveTo>
                    <a:pt x="20" y="3"/>
                  </a:moveTo>
                  <a:cubicBezTo>
                    <a:pt x="20" y="2"/>
                    <a:pt x="20" y="2"/>
                    <a:pt x="20" y="1"/>
                  </a:cubicBezTo>
                  <a:cubicBezTo>
                    <a:pt x="19" y="0"/>
                    <a:pt x="17" y="0"/>
                    <a:pt x="16" y="1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7"/>
                    <a:pt x="0" y="18"/>
                    <a:pt x="0" y="19"/>
                  </a:cubicBezTo>
                  <a:cubicBezTo>
                    <a:pt x="0" y="19"/>
                    <a:pt x="0" y="20"/>
                    <a:pt x="1" y="20"/>
                  </a:cubicBezTo>
                  <a:cubicBezTo>
                    <a:pt x="1" y="21"/>
                    <a:pt x="3" y="21"/>
                    <a:pt x="4" y="20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1"/>
                    <a:pt x="19" y="21"/>
                    <a:pt x="20" y="20"/>
                  </a:cubicBezTo>
                  <a:cubicBezTo>
                    <a:pt x="20" y="20"/>
                    <a:pt x="20" y="19"/>
                    <a:pt x="20" y="19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3"/>
                    <a:pt x="2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2489200" y="6091238"/>
            <a:ext cx="481013" cy="450850"/>
            <a:chOff x="2489200" y="6091238"/>
            <a:chExt cx="481013" cy="450850"/>
          </a:xfrm>
          <a:solidFill>
            <a:schemeClr val="accent1"/>
          </a:solidFill>
        </p:grpSpPr>
        <p:sp>
          <p:nvSpPr>
            <p:cNvPr id="69" name="Freeform 34"/>
            <p:cNvSpPr>
              <a:spLocks noEditPoints="1"/>
            </p:cNvSpPr>
            <p:nvPr/>
          </p:nvSpPr>
          <p:spPr bwMode="auto">
            <a:xfrm>
              <a:off x="2489200" y="6091238"/>
              <a:ext cx="481013" cy="450850"/>
            </a:xfrm>
            <a:custGeom>
              <a:avLst/>
              <a:gdLst>
                <a:gd name="T0" fmla="*/ 0 w 128"/>
                <a:gd name="T1" fmla="*/ 21 h 120"/>
                <a:gd name="T2" fmla="*/ 64 w 128"/>
                <a:gd name="T3" fmla="*/ 120 h 120"/>
                <a:gd name="T4" fmla="*/ 128 w 128"/>
                <a:gd name="T5" fmla="*/ 85 h 120"/>
                <a:gd name="T6" fmla="*/ 64 w 128"/>
                <a:gd name="T7" fmla="*/ 0 h 120"/>
                <a:gd name="T8" fmla="*/ 7 w 128"/>
                <a:gd name="T9" fmla="*/ 57 h 120"/>
                <a:gd name="T10" fmla="*/ 69 w 128"/>
                <a:gd name="T11" fmla="*/ 68 h 120"/>
                <a:gd name="T12" fmla="*/ 64 w 128"/>
                <a:gd name="T13" fmla="*/ 85 h 120"/>
                <a:gd name="T14" fmla="*/ 64 w 128"/>
                <a:gd name="T15" fmla="*/ 90 h 120"/>
                <a:gd name="T16" fmla="*/ 21 w 128"/>
                <a:gd name="T17" fmla="*/ 84 h 120"/>
                <a:gd name="T18" fmla="*/ 5 w 128"/>
                <a:gd name="T19" fmla="*/ 55 h 120"/>
                <a:gd name="T20" fmla="*/ 64 w 128"/>
                <a:gd name="T21" fmla="*/ 116 h 120"/>
                <a:gd name="T22" fmla="*/ 5 w 128"/>
                <a:gd name="T23" fmla="*/ 99 h 120"/>
                <a:gd name="T24" fmla="*/ 7 w 128"/>
                <a:gd name="T25" fmla="*/ 83 h 120"/>
                <a:gd name="T26" fmla="*/ 65 w 128"/>
                <a:gd name="T27" fmla="*/ 94 h 120"/>
                <a:gd name="T28" fmla="*/ 80 w 128"/>
                <a:gd name="T29" fmla="*/ 112 h 120"/>
                <a:gd name="T30" fmla="*/ 79 w 128"/>
                <a:gd name="T31" fmla="*/ 115 h 120"/>
                <a:gd name="T32" fmla="*/ 96 w 128"/>
                <a:gd name="T33" fmla="*/ 112 h 120"/>
                <a:gd name="T34" fmla="*/ 69 w 128"/>
                <a:gd name="T35" fmla="*/ 85 h 120"/>
                <a:gd name="T36" fmla="*/ 96 w 128"/>
                <a:gd name="T37" fmla="*/ 57 h 120"/>
                <a:gd name="T38" fmla="*/ 123 w 128"/>
                <a:gd name="T39" fmla="*/ 85 h 120"/>
                <a:gd name="T40" fmla="*/ 123 w 128"/>
                <a:gd name="T41" fmla="*/ 68 h 120"/>
                <a:gd name="T42" fmla="*/ 96 w 128"/>
                <a:gd name="T43" fmla="*/ 53 h 120"/>
                <a:gd name="T44" fmla="*/ 72 w 128"/>
                <a:gd name="T45" fmla="*/ 64 h 120"/>
                <a:gd name="T46" fmla="*/ 64 w 128"/>
                <a:gd name="T47" fmla="*/ 64 h 120"/>
                <a:gd name="T48" fmla="*/ 5 w 128"/>
                <a:gd name="T49" fmla="*/ 47 h 120"/>
                <a:gd name="T50" fmla="*/ 7 w 128"/>
                <a:gd name="T51" fmla="*/ 31 h 120"/>
                <a:gd name="T52" fmla="*/ 121 w 128"/>
                <a:gd name="T53" fmla="*/ 31 h 120"/>
                <a:gd name="T54" fmla="*/ 123 w 128"/>
                <a:gd name="T55" fmla="*/ 68 h 120"/>
                <a:gd name="T56" fmla="*/ 107 w 128"/>
                <a:gd name="T57" fmla="*/ 32 h 120"/>
                <a:gd name="T58" fmla="*/ 21 w 128"/>
                <a:gd name="T59" fmla="*/ 32 h 120"/>
                <a:gd name="T60" fmla="*/ 8 w 128"/>
                <a:gd name="T61" fmla="*/ 16 h 120"/>
                <a:gd name="T62" fmla="*/ 64 w 128"/>
                <a:gd name="T63" fmla="*/ 4 h 120"/>
                <a:gd name="T64" fmla="*/ 123 w 128"/>
                <a:gd name="T65" fmla="*/ 2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33" y="0"/>
                    <a:pt x="0" y="7"/>
                    <a:pt x="0" y="21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13"/>
                    <a:pt x="33" y="120"/>
                    <a:pt x="64" y="120"/>
                  </a:cubicBezTo>
                  <a:cubicBezTo>
                    <a:pt x="78" y="120"/>
                    <a:pt x="92" y="119"/>
                    <a:pt x="103" y="116"/>
                  </a:cubicBezTo>
                  <a:cubicBezTo>
                    <a:pt x="118" y="113"/>
                    <a:pt x="128" y="100"/>
                    <a:pt x="128" y="8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7"/>
                    <a:pt x="95" y="0"/>
                    <a:pt x="64" y="0"/>
                  </a:cubicBezTo>
                  <a:close/>
                  <a:moveTo>
                    <a:pt x="5" y="55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17" y="64"/>
                    <a:pt x="39" y="68"/>
                    <a:pt x="64" y="6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65" y="75"/>
                    <a:pt x="64" y="80"/>
                    <a:pt x="64" y="85"/>
                  </a:cubicBezTo>
                  <a:cubicBezTo>
                    <a:pt x="64" y="86"/>
                    <a:pt x="64" y="87"/>
                    <a:pt x="64" y="88"/>
                  </a:cubicBezTo>
                  <a:cubicBezTo>
                    <a:pt x="64" y="90"/>
                    <a:pt x="64" y="90"/>
                    <a:pt x="64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47" y="90"/>
                    <a:pt x="32" y="88"/>
                    <a:pt x="21" y="84"/>
                  </a:cubicBezTo>
                  <a:cubicBezTo>
                    <a:pt x="11" y="81"/>
                    <a:pt x="5" y="77"/>
                    <a:pt x="5" y="73"/>
                  </a:cubicBezTo>
                  <a:lnTo>
                    <a:pt x="5" y="55"/>
                  </a:lnTo>
                  <a:close/>
                  <a:moveTo>
                    <a:pt x="79" y="115"/>
                  </a:moveTo>
                  <a:cubicBezTo>
                    <a:pt x="74" y="115"/>
                    <a:pt x="69" y="116"/>
                    <a:pt x="64" y="116"/>
                  </a:cubicBezTo>
                  <a:cubicBezTo>
                    <a:pt x="48" y="116"/>
                    <a:pt x="32" y="114"/>
                    <a:pt x="21" y="110"/>
                  </a:cubicBezTo>
                  <a:cubicBezTo>
                    <a:pt x="11" y="107"/>
                    <a:pt x="5" y="103"/>
                    <a:pt x="5" y="99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17" y="90"/>
                    <a:pt x="39" y="94"/>
                    <a:pt x="64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102"/>
                    <a:pt x="73" y="108"/>
                    <a:pt x="80" y="112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79" y="115"/>
                  </a:lnTo>
                  <a:close/>
                  <a:moveTo>
                    <a:pt x="115" y="104"/>
                  </a:moveTo>
                  <a:cubicBezTo>
                    <a:pt x="110" y="109"/>
                    <a:pt x="103" y="112"/>
                    <a:pt x="96" y="112"/>
                  </a:cubicBezTo>
                  <a:cubicBezTo>
                    <a:pt x="89" y="112"/>
                    <a:pt x="82" y="109"/>
                    <a:pt x="77" y="104"/>
                  </a:cubicBezTo>
                  <a:cubicBezTo>
                    <a:pt x="72" y="99"/>
                    <a:pt x="69" y="92"/>
                    <a:pt x="69" y="85"/>
                  </a:cubicBezTo>
                  <a:cubicBezTo>
                    <a:pt x="69" y="77"/>
                    <a:pt x="72" y="71"/>
                    <a:pt x="77" y="65"/>
                  </a:cubicBezTo>
                  <a:cubicBezTo>
                    <a:pt x="82" y="60"/>
                    <a:pt x="89" y="57"/>
                    <a:pt x="96" y="57"/>
                  </a:cubicBezTo>
                  <a:cubicBezTo>
                    <a:pt x="103" y="57"/>
                    <a:pt x="110" y="60"/>
                    <a:pt x="115" y="65"/>
                  </a:cubicBezTo>
                  <a:cubicBezTo>
                    <a:pt x="121" y="71"/>
                    <a:pt x="123" y="77"/>
                    <a:pt x="123" y="85"/>
                  </a:cubicBezTo>
                  <a:cubicBezTo>
                    <a:pt x="123" y="92"/>
                    <a:pt x="121" y="99"/>
                    <a:pt x="115" y="104"/>
                  </a:cubicBezTo>
                  <a:close/>
                  <a:moveTo>
                    <a:pt x="123" y="68"/>
                  </a:moveTo>
                  <a:cubicBezTo>
                    <a:pt x="121" y="65"/>
                    <a:pt x="121" y="65"/>
                    <a:pt x="121" y="65"/>
                  </a:cubicBezTo>
                  <a:cubicBezTo>
                    <a:pt x="115" y="57"/>
                    <a:pt x="106" y="53"/>
                    <a:pt x="96" y="53"/>
                  </a:cubicBezTo>
                  <a:cubicBezTo>
                    <a:pt x="87" y="53"/>
                    <a:pt x="79" y="57"/>
                    <a:pt x="73" y="63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69" y="64"/>
                    <a:pt x="67" y="64"/>
                    <a:pt x="64" y="64"/>
                  </a:cubicBezTo>
                  <a:cubicBezTo>
                    <a:pt x="48" y="64"/>
                    <a:pt x="32" y="62"/>
                    <a:pt x="21" y="58"/>
                  </a:cubicBezTo>
                  <a:cubicBezTo>
                    <a:pt x="11" y="55"/>
                    <a:pt x="5" y="51"/>
                    <a:pt x="5" y="47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7" y="38"/>
                    <a:pt x="39" y="42"/>
                    <a:pt x="64" y="42"/>
                  </a:cubicBezTo>
                  <a:cubicBezTo>
                    <a:pt x="89" y="42"/>
                    <a:pt x="111" y="38"/>
                    <a:pt x="121" y="31"/>
                  </a:cubicBezTo>
                  <a:cubicBezTo>
                    <a:pt x="123" y="29"/>
                    <a:pt x="123" y="29"/>
                    <a:pt x="123" y="29"/>
                  </a:cubicBezTo>
                  <a:lnTo>
                    <a:pt x="123" y="68"/>
                  </a:lnTo>
                  <a:close/>
                  <a:moveTo>
                    <a:pt x="120" y="27"/>
                  </a:moveTo>
                  <a:cubicBezTo>
                    <a:pt x="117" y="29"/>
                    <a:pt x="112" y="31"/>
                    <a:pt x="107" y="32"/>
                  </a:cubicBezTo>
                  <a:cubicBezTo>
                    <a:pt x="96" y="36"/>
                    <a:pt x="80" y="38"/>
                    <a:pt x="64" y="38"/>
                  </a:cubicBezTo>
                  <a:cubicBezTo>
                    <a:pt x="48" y="38"/>
                    <a:pt x="32" y="36"/>
                    <a:pt x="21" y="32"/>
                  </a:cubicBezTo>
                  <a:cubicBezTo>
                    <a:pt x="11" y="29"/>
                    <a:pt x="5" y="25"/>
                    <a:pt x="5" y="21"/>
                  </a:cubicBezTo>
                  <a:cubicBezTo>
                    <a:pt x="5" y="19"/>
                    <a:pt x="6" y="17"/>
                    <a:pt x="8" y="16"/>
                  </a:cubicBezTo>
                  <a:cubicBezTo>
                    <a:pt x="11" y="13"/>
                    <a:pt x="16" y="12"/>
                    <a:pt x="21" y="10"/>
                  </a:cubicBezTo>
                  <a:cubicBezTo>
                    <a:pt x="32" y="6"/>
                    <a:pt x="48" y="4"/>
                    <a:pt x="64" y="4"/>
                  </a:cubicBezTo>
                  <a:cubicBezTo>
                    <a:pt x="80" y="4"/>
                    <a:pt x="96" y="6"/>
                    <a:pt x="107" y="10"/>
                  </a:cubicBezTo>
                  <a:cubicBezTo>
                    <a:pt x="117" y="13"/>
                    <a:pt x="123" y="17"/>
                    <a:pt x="123" y="21"/>
                  </a:cubicBezTo>
                  <a:cubicBezTo>
                    <a:pt x="123" y="23"/>
                    <a:pt x="122" y="25"/>
                    <a:pt x="12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35"/>
            <p:cNvSpPr/>
            <p:nvPr/>
          </p:nvSpPr>
          <p:spPr bwMode="auto">
            <a:xfrm>
              <a:off x="2801938" y="6399213"/>
              <a:ext cx="101600" cy="19050"/>
            </a:xfrm>
            <a:custGeom>
              <a:avLst/>
              <a:gdLst>
                <a:gd name="T0" fmla="*/ 24 w 27"/>
                <a:gd name="T1" fmla="*/ 0 h 5"/>
                <a:gd name="T2" fmla="*/ 2 w 27"/>
                <a:gd name="T3" fmla="*/ 0 h 5"/>
                <a:gd name="T4" fmla="*/ 0 w 27"/>
                <a:gd name="T5" fmla="*/ 3 h 5"/>
                <a:gd name="T6" fmla="*/ 2 w 27"/>
                <a:gd name="T7" fmla="*/ 5 h 5"/>
                <a:gd name="T8" fmla="*/ 24 w 27"/>
                <a:gd name="T9" fmla="*/ 5 h 5"/>
                <a:gd name="T10" fmla="*/ 27 w 27"/>
                <a:gd name="T11" fmla="*/ 3 h 5"/>
                <a:gd name="T12" fmla="*/ 24 w 27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5">
                  <a:moveTo>
                    <a:pt x="2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6" y="5"/>
                    <a:pt x="27" y="4"/>
                    <a:pt x="27" y="3"/>
                  </a:cubicBezTo>
                  <a:cubicBezTo>
                    <a:pt x="27" y="2"/>
                    <a:pt x="26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1528763" y="6091238"/>
            <a:ext cx="481013" cy="450850"/>
            <a:chOff x="1528763" y="6091238"/>
            <a:chExt cx="481013" cy="450850"/>
          </a:xfrm>
          <a:solidFill>
            <a:schemeClr val="accent1"/>
          </a:solidFill>
        </p:grpSpPr>
        <p:sp>
          <p:nvSpPr>
            <p:cNvPr id="71" name="Freeform 36"/>
            <p:cNvSpPr>
              <a:spLocks noEditPoints="1"/>
            </p:cNvSpPr>
            <p:nvPr/>
          </p:nvSpPr>
          <p:spPr bwMode="auto">
            <a:xfrm>
              <a:off x="1528763" y="6091238"/>
              <a:ext cx="481013" cy="450850"/>
            </a:xfrm>
            <a:custGeom>
              <a:avLst/>
              <a:gdLst>
                <a:gd name="T0" fmla="*/ 0 w 128"/>
                <a:gd name="T1" fmla="*/ 21 h 120"/>
                <a:gd name="T2" fmla="*/ 64 w 128"/>
                <a:gd name="T3" fmla="*/ 120 h 120"/>
                <a:gd name="T4" fmla="*/ 128 w 128"/>
                <a:gd name="T5" fmla="*/ 85 h 120"/>
                <a:gd name="T6" fmla="*/ 64 w 128"/>
                <a:gd name="T7" fmla="*/ 0 h 120"/>
                <a:gd name="T8" fmla="*/ 7 w 128"/>
                <a:gd name="T9" fmla="*/ 57 h 120"/>
                <a:gd name="T10" fmla="*/ 69 w 128"/>
                <a:gd name="T11" fmla="*/ 68 h 120"/>
                <a:gd name="T12" fmla="*/ 64 w 128"/>
                <a:gd name="T13" fmla="*/ 85 h 120"/>
                <a:gd name="T14" fmla="*/ 64 w 128"/>
                <a:gd name="T15" fmla="*/ 90 h 120"/>
                <a:gd name="T16" fmla="*/ 21 w 128"/>
                <a:gd name="T17" fmla="*/ 84 h 120"/>
                <a:gd name="T18" fmla="*/ 5 w 128"/>
                <a:gd name="T19" fmla="*/ 55 h 120"/>
                <a:gd name="T20" fmla="*/ 64 w 128"/>
                <a:gd name="T21" fmla="*/ 116 h 120"/>
                <a:gd name="T22" fmla="*/ 5 w 128"/>
                <a:gd name="T23" fmla="*/ 99 h 120"/>
                <a:gd name="T24" fmla="*/ 7 w 128"/>
                <a:gd name="T25" fmla="*/ 83 h 120"/>
                <a:gd name="T26" fmla="*/ 65 w 128"/>
                <a:gd name="T27" fmla="*/ 94 h 120"/>
                <a:gd name="T28" fmla="*/ 80 w 128"/>
                <a:gd name="T29" fmla="*/ 112 h 120"/>
                <a:gd name="T30" fmla="*/ 79 w 128"/>
                <a:gd name="T31" fmla="*/ 115 h 120"/>
                <a:gd name="T32" fmla="*/ 96 w 128"/>
                <a:gd name="T33" fmla="*/ 112 h 120"/>
                <a:gd name="T34" fmla="*/ 69 w 128"/>
                <a:gd name="T35" fmla="*/ 85 h 120"/>
                <a:gd name="T36" fmla="*/ 96 w 128"/>
                <a:gd name="T37" fmla="*/ 57 h 120"/>
                <a:gd name="T38" fmla="*/ 123 w 128"/>
                <a:gd name="T39" fmla="*/ 85 h 120"/>
                <a:gd name="T40" fmla="*/ 123 w 128"/>
                <a:gd name="T41" fmla="*/ 68 h 120"/>
                <a:gd name="T42" fmla="*/ 96 w 128"/>
                <a:gd name="T43" fmla="*/ 53 h 120"/>
                <a:gd name="T44" fmla="*/ 72 w 128"/>
                <a:gd name="T45" fmla="*/ 64 h 120"/>
                <a:gd name="T46" fmla="*/ 64 w 128"/>
                <a:gd name="T47" fmla="*/ 64 h 120"/>
                <a:gd name="T48" fmla="*/ 5 w 128"/>
                <a:gd name="T49" fmla="*/ 47 h 120"/>
                <a:gd name="T50" fmla="*/ 7 w 128"/>
                <a:gd name="T51" fmla="*/ 31 h 120"/>
                <a:gd name="T52" fmla="*/ 121 w 128"/>
                <a:gd name="T53" fmla="*/ 31 h 120"/>
                <a:gd name="T54" fmla="*/ 123 w 128"/>
                <a:gd name="T55" fmla="*/ 68 h 120"/>
                <a:gd name="T56" fmla="*/ 107 w 128"/>
                <a:gd name="T57" fmla="*/ 32 h 120"/>
                <a:gd name="T58" fmla="*/ 21 w 128"/>
                <a:gd name="T59" fmla="*/ 32 h 120"/>
                <a:gd name="T60" fmla="*/ 8 w 128"/>
                <a:gd name="T61" fmla="*/ 16 h 120"/>
                <a:gd name="T62" fmla="*/ 64 w 128"/>
                <a:gd name="T63" fmla="*/ 4 h 120"/>
                <a:gd name="T64" fmla="*/ 123 w 128"/>
                <a:gd name="T65" fmla="*/ 2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33" y="0"/>
                    <a:pt x="0" y="7"/>
                    <a:pt x="0" y="21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13"/>
                    <a:pt x="33" y="120"/>
                    <a:pt x="64" y="120"/>
                  </a:cubicBezTo>
                  <a:cubicBezTo>
                    <a:pt x="78" y="120"/>
                    <a:pt x="92" y="119"/>
                    <a:pt x="103" y="116"/>
                  </a:cubicBezTo>
                  <a:cubicBezTo>
                    <a:pt x="118" y="113"/>
                    <a:pt x="128" y="100"/>
                    <a:pt x="128" y="8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7"/>
                    <a:pt x="95" y="0"/>
                    <a:pt x="64" y="0"/>
                  </a:cubicBezTo>
                  <a:close/>
                  <a:moveTo>
                    <a:pt x="5" y="55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17" y="64"/>
                    <a:pt x="39" y="68"/>
                    <a:pt x="64" y="6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65" y="75"/>
                    <a:pt x="64" y="80"/>
                    <a:pt x="64" y="85"/>
                  </a:cubicBezTo>
                  <a:cubicBezTo>
                    <a:pt x="64" y="86"/>
                    <a:pt x="64" y="87"/>
                    <a:pt x="64" y="88"/>
                  </a:cubicBezTo>
                  <a:cubicBezTo>
                    <a:pt x="64" y="90"/>
                    <a:pt x="64" y="90"/>
                    <a:pt x="64" y="90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47" y="90"/>
                    <a:pt x="32" y="88"/>
                    <a:pt x="21" y="84"/>
                  </a:cubicBezTo>
                  <a:cubicBezTo>
                    <a:pt x="11" y="81"/>
                    <a:pt x="5" y="77"/>
                    <a:pt x="5" y="73"/>
                  </a:cubicBezTo>
                  <a:lnTo>
                    <a:pt x="5" y="55"/>
                  </a:lnTo>
                  <a:close/>
                  <a:moveTo>
                    <a:pt x="79" y="115"/>
                  </a:moveTo>
                  <a:cubicBezTo>
                    <a:pt x="74" y="115"/>
                    <a:pt x="69" y="116"/>
                    <a:pt x="64" y="116"/>
                  </a:cubicBezTo>
                  <a:cubicBezTo>
                    <a:pt x="48" y="116"/>
                    <a:pt x="32" y="114"/>
                    <a:pt x="21" y="110"/>
                  </a:cubicBezTo>
                  <a:cubicBezTo>
                    <a:pt x="11" y="107"/>
                    <a:pt x="5" y="103"/>
                    <a:pt x="5" y="99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17" y="90"/>
                    <a:pt x="39" y="94"/>
                    <a:pt x="64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102"/>
                    <a:pt x="73" y="108"/>
                    <a:pt x="80" y="112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79" y="115"/>
                  </a:lnTo>
                  <a:close/>
                  <a:moveTo>
                    <a:pt x="115" y="104"/>
                  </a:moveTo>
                  <a:cubicBezTo>
                    <a:pt x="110" y="109"/>
                    <a:pt x="103" y="112"/>
                    <a:pt x="96" y="112"/>
                  </a:cubicBezTo>
                  <a:cubicBezTo>
                    <a:pt x="89" y="112"/>
                    <a:pt x="82" y="109"/>
                    <a:pt x="77" y="104"/>
                  </a:cubicBezTo>
                  <a:cubicBezTo>
                    <a:pt x="72" y="99"/>
                    <a:pt x="69" y="92"/>
                    <a:pt x="69" y="85"/>
                  </a:cubicBezTo>
                  <a:cubicBezTo>
                    <a:pt x="69" y="77"/>
                    <a:pt x="72" y="71"/>
                    <a:pt x="77" y="65"/>
                  </a:cubicBezTo>
                  <a:cubicBezTo>
                    <a:pt x="82" y="60"/>
                    <a:pt x="89" y="57"/>
                    <a:pt x="96" y="57"/>
                  </a:cubicBezTo>
                  <a:cubicBezTo>
                    <a:pt x="103" y="57"/>
                    <a:pt x="110" y="60"/>
                    <a:pt x="115" y="65"/>
                  </a:cubicBezTo>
                  <a:cubicBezTo>
                    <a:pt x="121" y="71"/>
                    <a:pt x="123" y="77"/>
                    <a:pt x="123" y="85"/>
                  </a:cubicBezTo>
                  <a:cubicBezTo>
                    <a:pt x="123" y="92"/>
                    <a:pt x="121" y="99"/>
                    <a:pt x="115" y="104"/>
                  </a:cubicBezTo>
                  <a:close/>
                  <a:moveTo>
                    <a:pt x="123" y="68"/>
                  </a:moveTo>
                  <a:cubicBezTo>
                    <a:pt x="121" y="65"/>
                    <a:pt x="121" y="65"/>
                    <a:pt x="121" y="65"/>
                  </a:cubicBezTo>
                  <a:cubicBezTo>
                    <a:pt x="115" y="57"/>
                    <a:pt x="106" y="53"/>
                    <a:pt x="96" y="53"/>
                  </a:cubicBezTo>
                  <a:cubicBezTo>
                    <a:pt x="87" y="53"/>
                    <a:pt x="79" y="57"/>
                    <a:pt x="73" y="63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69" y="64"/>
                    <a:pt x="67" y="64"/>
                    <a:pt x="64" y="64"/>
                  </a:cubicBezTo>
                  <a:cubicBezTo>
                    <a:pt x="48" y="64"/>
                    <a:pt x="32" y="62"/>
                    <a:pt x="21" y="58"/>
                  </a:cubicBezTo>
                  <a:cubicBezTo>
                    <a:pt x="11" y="55"/>
                    <a:pt x="5" y="51"/>
                    <a:pt x="5" y="47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7" y="38"/>
                    <a:pt x="39" y="42"/>
                    <a:pt x="64" y="42"/>
                  </a:cubicBezTo>
                  <a:cubicBezTo>
                    <a:pt x="89" y="42"/>
                    <a:pt x="111" y="38"/>
                    <a:pt x="121" y="31"/>
                  </a:cubicBezTo>
                  <a:cubicBezTo>
                    <a:pt x="123" y="29"/>
                    <a:pt x="123" y="29"/>
                    <a:pt x="123" y="29"/>
                  </a:cubicBezTo>
                  <a:lnTo>
                    <a:pt x="123" y="68"/>
                  </a:lnTo>
                  <a:close/>
                  <a:moveTo>
                    <a:pt x="120" y="27"/>
                  </a:moveTo>
                  <a:cubicBezTo>
                    <a:pt x="117" y="29"/>
                    <a:pt x="112" y="31"/>
                    <a:pt x="107" y="32"/>
                  </a:cubicBezTo>
                  <a:cubicBezTo>
                    <a:pt x="96" y="36"/>
                    <a:pt x="80" y="38"/>
                    <a:pt x="64" y="38"/>
                  </a:cubicBezTo>
                  <a:cubicBezTo>
                    <a:pt x="48" y="38"/>
                    <a:pt x="32" y="36"/>
                    <a:pt x="21" y="32"/>
                  </a:cubicBezTo>
                  <a:cubicBezTo>
                    <a:pt x="11" y="29"/>
                    <a:pt x="5" y="25"/>
                    <a:pt x="5" y="21"/>
                  </a:cubicBezTo>
                  <a:cubicBezTo>
                    <a:pt x="5" y="19"/>
                    <a:pt x="6" y="17"/>
                    <a:pt x="8" y="16"/>
                  </a:cubicBezTo>
                  <a:cubicBezTo>
                    <a:pt x="11" y="13"/>
                    <a:pt x="16" y="12"/>
                    <a:pt x="21" y="10"/>
                  </a:cubicBezTo>
                  <a:cubicBezTo>
                    <a:pt x="32" y="6"/>
                    <a:pt x="48" y="4"/>
                    <a:pt x="64" y="4"/>
                  </a:cubicBezTo>
                  <a:cubicBezTo>
                    <a:pt x="80" y="4"/>
                    <a:pt x="96" y="6"/>
                    <a:pt x="107" y="10"/>
                  </a:cubicBezTo>
                  <a:cubicBezTo>
                    <a:pt x="117" y="13"/>
                    <a:pt x="123" y="17"/>
                    <a:pt x="123" y="21"/>
                  </a:cubicBezTo>
                  <a:cubicBezTo>
                    <a:pt x="123" y="23"/>
                    <a:pt x="122" y="25"/>
                    <a:pt x="12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37"/>
            <p:cNvSpPr/>
            <p:nvPr/>
          </p:nvSpPr>
          <p:spPr bwMode="auto">
            <a:xfrm>
              <a:off x="1839913" y="6357938"/>
              <a:ext cx="101600" cy="101600"/>
            </a:xfrm>
            <a:custGeom>
              <a:avLst/>
              <a:gdLst>
                <a:gd name="T0" fmla="*/ 24 w 27"/>
                <a:gd name="T1" fmla="*/ 11 h 27"/>
                <a:gd name="T2" fmla="*/ 15 w 27"/>
                <a:gd name="T3" fmla="*/ 11 h 27"/>
                <a:gd name="T4" fmla="*/ 15 w 27"/>
                <a:gd name="T5" fmla="*/ 3 h 27"/>
                <a:gd name="T6" fmla="*/ 13 w 27"/>
                <a:gd name="T7" fmla="*/ 0 h 27"/>
                <a:gd name="T8" fmla="*/ 11 w 27"/>
                <a:gd name="T9" fmla="*/ 3 h 27"/>
                <a:gd name="T10" fmla="*/ 11 w 27"/>
                <a:gd name="T11" fmla="*/ 11 h 27"/>
                <a:gd name="T12" fmla="*/ 2 w 27"/>
                <a:gd name="T13" fmla="*/ 11 h 27"/>
                <a:gd name="T14" fmla="*/ 0 w 27"/>
                <a:gd name="T15" fmla="*/ 14 h 27"/>
                <a:gd name="T16" fmla="*/ 2 w 27"/>
                <a:gd name="T17" fmla="*/ 16 h 27"/>
                <a:gd name="T18" fmla="*/ 11 w 27"/>
                <a:gd name="T19" fmla="*/ 16 h 27"/>
                <a:gd name="T20" fmla="*/ 11 w 27"/>
                <a:gd name="T21" fmla="*/ 25 h 27"/>
                <a:gd name="T22" fmla="*/ 13 w 27"/>
                <a:gd name="T23" fmla="*/ 27 h 27"/>
                <a:gd name="T24" fmla="*/ 15 w 27"/>
                <a:gd name="T25" fmla="*/ 25 h 27"/>
                <a:gd name="T26" fmla="*/ 15 w 27"/>
                <a:gd name="T27" fmla="*/ 16 h 27"/>
                <a:gd name="T28" fmla="*/ 24 w 27"/>
                <a:gd name="T29" fmla="*/ 16 h 27"/>
                <a:gd name="T30" fmla="*/ 27 w 27"/>
                <a:gd name="T31" fmla="*/ 14 h 27"/>
                <a:gd name="T32" fmla="*/ 24 w 27"/>
                <a:gd name="T33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7">
                  <a:moveTo>
                    <a:pt x="24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1"/>
                    <a:pt x="11" y="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3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2" y="27"/>
                    <a:pt x="13" y="27"/>
                  </a:cubicBezTo>
                  <a:cubicBezTo>
                    <a:pt x="14" y="27"/>
                    <a:pt x="15" y="26"/>
                    <a:pt x="15" y="25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6"/>
                    <a:pt x="27" y="15"/>
                    <a:pt x="27" y="14"/>
                  </a:cubicBezTo>
                  <a:cubicBezTo>
                    <a:pt x="27" y="13"/>
                    <a:pt x="25" y="11"/>
                    <a:pt x="2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3" name="Freeform 38"/>
          <p:cNvSpPr>
            <a:spLocks noEditPoints="1"/>
          </p:cNvSpPr>
          <p:nvPr/>
        </p:nvSpPr>
        <p:spPr bwMode="auto">
          <a:xfrm>
            <a:off x="568325" y="6091238"/>
            <a:ext cx="479425" cy="450850"/>
          </a:xfrm>
          <a:custGeom>
            <a:avLst/>
            <a:gdLst>
              <a:gd name="T0" fmla="*/ 128 w 128"/>
              <a:gd name="T1" fmla="*/ 99 h 120"/>
              <a:gd name="T2" fmla="*/ 128 w 128"/>
              <a:gd name="T3" fmla="*/ 21 h 120"/>
              <a:gd name="T4" fmla="*/ 64 w 128"/>
              <a:gd name="T5" fmla="*/ 0 h 120"/>
              <a:gd name="T6" fmla="*/ 0 w 128"/>
              <a:gd name="T7" fmla="*/ 21 h 120"/>
              <a:gd name="T8" fmla="*/ 0 w 128"/>
              <a:gd name="T9" fmla="*/ 99 h 120"/>
              <a:gd name="T10" fmla="*/ 64 w 128"/>
              <a:gd name="T11" fmla="*/ 120 h 120"/>
              <a:gd name="T12" fmla="*/ 128 w 128"/>
              <a:gd name="T13" fmla="*/ 99 h 120"/>
              <a:gd name="T14" fmla="*/ 123 w 128"/>
              <a:gd name="T15" fmla="*/ 99 h 120"/>
              <a:gd name="T16" fmla="*/ 120 w 128"/>
              <a:gd name="T17" fmla="*/ 104 h 120"/>
              <a:gd name="T18" fmla="*/ 107 w 128"/>
              <a:gd name="T19" fmla="*/ 110 h 120"/>
              <a:gd name="T20" fmla="*/ 64 w 128"/>
              <a:gd name="T21" fmla="*/ 116 h 120"/>
              <a:gd name="T22" fmla="*/ 21 w 128"/>
              <a:gd name="T23" fmla="*/ 110 h 120"/>
              <a:gd name="T24" fmla="*/ 5 w 128"/>
              <a:gd name="T25" fmla="*/ 99 h 120"/>
              <a:gd name="T26" fmla="*/ 5 w 128"/>
              <a:gd name="T27" fmla="*/ 81 h 120"/>
              <a:gd name="T28" fmla="*/ 7 w 128"/>
              <a:gd name="T29" fmla="*/ 83 h 120"/>
              <a:gd name="T30" fmla="*/ 64 w 128"/>
              <a:gd name="T31" fmla="*/ 94 h 120"/>
              <a:gd name="T32" fmla="*/ 121 w 128"/>
              <a:gd name="T33" fmla="*/ 83 h 120"/>
              <a:gd name="T34" fmla="*/ 123 w 128"/>
              <a:gd name="T35" fmla="*/ 81 h 120"/>
              <a:gd name="T36" fmla="*/ 123 w 128"/>
              <a:gd name="T37" fmla="*/ 99 h 120"/>
              <a:gd name="T38" fmla="*/ 123 w 128"/>
              <a:gd name="T39" fmla="*/ 73 h 120"/>
              <a:gd name="T40" fmla="*/ 120 w 128"/>
              <a:gd name="T41" fmla="*/ 78 h 120"/>
              <a:gd name="T42" fmla="*/ 107 w 128"/>
              <a:gd name="T43" fmla="*/ 84 h 120"/>
              <a:gd name="T44" fmla="*/ 64 w 128"/>
              <a:gd name="T45" fmla="*/ 90 h 120"/>
              <a:gd name="T46" fmla="*/ 21 w 128"/>
              <a:gd name="T47" fmla="*/ 84 h 120"/>
              <a:gd name="T48" fmla="*/ 5 w 128"/>
              <a:gd name="T49" fmla="*/ 73 h 120"/>
              <a:gd name="T50" fmla="*/ 5 w 128"/>
              <a:gd name="T51" fmla="*/ 55 h 120"/>
              <a:gd name="T52" fmla="*/ 7 w 128"/>
              <a:gd name="T53" fmla="*/ 57 h 120"/>
              <a:gd name="T54" fmla="*/ 64 w 128"/>
              <a:gd name="T55" fmla="*/ 68 h 120"/>
              <a:gd name="T56" fmla="*/ 121 w 128"/>
              <a:gd name="T57" fmla="*/ 57 h 120"/>
              <a:gd name="T58" fmla="*/ 123 w 128"/>
              <a:gd name="T59" fmla="*/ 55 h 120"/>
              <a:gd name="T60" fmla="*/ 123 w 128"/>
              <a:gd name="T61" fmla="*/ 73 h 120"/>
              <a:gd name="T62" fmla="*/ 123 w 128"/>
              <a:gd name="T63" fmla="*/ 47 h 120"/>
              <a:gd name="T64" fmla="*/ 120 w 128"/>
              <a:gd name="T65" fmla="*/ 53 h 120"/>
              <a:gd name="T66" fmla="*/ 107 w 128"/>
              <a:gd name="T67" fmla="*/ 58 h 120"/>
              <a:gd name="T68" fmla="*/ 64 w 128"/>
              <a:gd name="T69" fmla="*/ 64 h 120"/>
              <a:gd name="T70" fmla="*/ 21 w 128"/>
              <a:gd name="T71" fmla="*/ 58 h 120"/>
              <a:gd name="T72" fmla="*/ 5 w 128"/>
              <a:gd name="T73" fmla="*/ 47 h 120"/>
              <a:gd name="T74" fmla="*/ 5 w 128"/>
              <a:gd name="T75" fmla="*/ 29 h 120"/>
              <a:gd name="T76" fmla="*/ 7 w 128"/>
              <a:gd name="T77" fmla="*/ 31 h 120"/>
              <a:gd name="T78" fmla="*/ 64 w 128"/>
              <a:gd name="T79" fmla="*/ 42 h 120"/>
              <a:gd name="T80" fmla="*/ 121 w 128"/>
              <a:gd name="T81" fmla="*/ 31 h 120"/>
              <a:gd name="T82" fmla="*/ 123 w 128"/>
              <a:gd name="T83" fmla="*/ 29 h 120"/>
              <a:gd name="T84" fmla="*/ 123 w 128"/>
              <a:gd name="T85" fmla="*/ 47 h 120"/>
              <a:gd name="T86" fmla="*/ 120 w 128"/>
              <a:gd name="T87" fmla="*/ 27 h 120"/>
              <a:gd name="T88" fmla="*/ 107 w 128"/>
              <a:gd name="T89" fmla="*/ 32 h 120"/>
              <a:gd name="T90" fmla="*/ 64 w 128"/>
              <a:gd name="T91" fmla="*/ 38 h 120"/>
              <a:gd name="T92" fmla="*/ 21 w 128"/>
              <a:gd name="T93" fmla="*/ 32 h 120"/>
              <a:gd name="T94" fmla="*/ 5 w 128"/>
              <a:gd name="T95" fmla="*/ 21 h 120"/>
              <a:gd name="T96" fmla="*/ 8 w 128"/>
              <a:gd name="T97" fmla="*/ 16 h 120"/>
              <a:gd name="T98" fmla="*/ 21 w 128"/>
              <a:gd name="T99" fmla="*/ 10 h 120"/>
              <a:gd name="T100" fmla="*/ 64 w 128"/>
              <a:gd name="T101" fmla="*/ 4 h 120"/>
              <a:gd name="T102" fmla="*/ 107 w 128"/>
              <a:gd name="T103" fmla="*/ 10 h 120"/>
              <a:gd name="T104" fmla="*/ 123 w 128"/>
              <a:gd name="T105" fmla="*/ 21 h 120"/>
              <a:gd name="T106" fmla="*/ 120 w 128"/>
              <a:gd name="T107" fmla="*/ 27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8" h="120">
                <a:moveTo>
                  <a:pt x="128" y="99"/>
                </a:moveTo>
                <a:cubicBezTo>
                  <a:pt x="128" y="21"/>
                  <a:pt x="128" y="21"/>
                  <a:pt x="128" y="21"/>
                </a:cubicBezTo>
                <a:cubicBezTo>
                  <a:pt x="128" y="7"/>
                  <a:pt x="95" y="0"/>
                  <a:pt x="64" y="0"/>
                </a:cubicBezTo>
                <a:cubicBezTo>
                  <a:pt x="33" y="0"/>
                  <a:pt x="0" y="7"/>
                  <a:pt x="0" y="21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13"/>
                  <a:pt x="33" y="120"/>
                  <a:pt x="64" y="120"/>
                </a:cubicBezTo>
                <a:cubicBezTo>
                  <a:pt x="95" y="120"/>
                  <a:pt x="127" y="113"/>
                  <a:pt x="128" y="99"/>
                </a:cubicBezTo>
                <a:close/>
                <a:moveTo>
                  <a:pt x="123" y="99"/>
                </a:moveTo>
                <a:cubicBezTo>
                  <a:pt x="123" y="101"/>
                  <a:pt x="122" y="103"/>
                  <a:pt x="120" y="104"/>
                </a:cubicBezTo>
                <a:cubicBezTo>
                  <a:pt x="117" y="107"/>
                  <a:pt x="112" y="108"/>
                  <a:pt x="107" y="110"/>
                </a:cubicBezTo>
                <a:cubicBezTo>
                  <a:pt x="96" y="114"/>
                  <a:pt x="80" y="116"/>
                  <a:pt x="64" y="116"/>
                </a:cubicBezTo>
                <a:cubicBezTo>
                  <a:pt x="48" y="116"/>
                  <a:pt x="32" y="114"/>
                  <a:pt x="21" y="110"/>
                </a:cubicBezTo>
                <a:cubicBezTo>
                  <a:pt x="11" y="107"/>
                  <a:pt x="5" y="103"/>
                  <a:pt x="5" y="99"/>
                </a:cubicBezTo>
                <a:cubicBezTo>
                  <a:pt x="5" y="81"/>
                  <a:pt x="5" y="81"/>
                  <a:pt x="5" y="81"/>
                </a:cubicBezTo>
                <a:cubicBezTo>
                  <a:pt x="7" y="83"/>
                  <a:pt x="7" y="83"/>
                  <a:pt x="7" y="83"/>
                </a:cubicBezTo>
                <a:cubicBezTo>
                  <a:pt x="17" y="90"/>
                  <a:pt x="39" y="94"/>
                  <a:pt x="64" y="94"/>
                </a:cubicBezTo>
                <a:cubicBezTo>
                  <a:pt x="89" y="94"/>
                  <a:pt x="111" y="90"/>
                  <a:pt x="121" y="83"/>
                </a:cubicBezTo>
                <a:cubicBezTo>
                  <a:pt x="123" y="81"/>
                  <a:pt x="123" y="81"/>
                  <a:pt x="123" y="81"/>
                </a:cubicBezTo>
                <a:lnTo>
                  <a:pt x="123" y="99"/>
                </a:lnTo>
                <a:close/>
                <a:moveTo>
                  <a:pt x="123" y="73"/>
                </a:moveTo>
                <a:cubicBezTo>
                  <a:pt x="123" y="75"/>
                  <a:pt x="122" y="77"/>
                  <a:pt x="120" y="78"/>
                </a:cubicBezTo>
                <a:cubicBezTo>
                  <a:pt x="117" y="81"/>
                  <a:pt x="112" y="83"/>
                  <a:pt x="107" y="84"/>
                </a:cubicBezTo>
                <a:cubicBezTo>
                  <a:pt x="96" y="88"/>
                  <a:pt x="80" y="90"/>
                  <a:pt x="64" y="90"/>
                </a:cubicBezTo>
                <a:cubicBezTo>
                  <a:pt x="48" y="90"/>
                  <a:pt x="32" y="88"/>
                  <a:pt x="21" y="84"/>
                </a:cubicBezTo>
                <a:cubicBezTo>
                  <a:pt x="11" y="81"/>
                  <a:pt x="5" y="77"/>
                  <a:pt x="5" y="73"/>
                </a:cubicBezTo>
                <a:cubicBezTo>
                  <a:pt x="5" y="55"/>
                  <a:pt x="5" y="55"/>
                  <a:pt x="5" y="55"/>
                </a:cubicBezTo>
                <a:cubicBezTo>
                  <a:pt x="7" y="57"/>
                  <a:pt x="7" y="57"/>
                  <a:pt x="7" y="57"/>
                </a:cubicBezTo>
                <a:cubicBezTo>
                  <a:pt x="17" y="64"/>
                  <a:pt x="39" y="68"/>
                  <a:pt x="64" y="68"/>
                </a:cubicBezTo>
                <a:cubicBezTo>
                  <a:pt x="89" y="68"/>
                  <a:pt x="111" y="64"/>
                  <a:pt x="121" y="57"/>
                </a:cubicBezTo>
                <a:cubicBezTo>
                  <a:pt x="123" y="55"/>
                  <a:pt x="123" y="55"/>
                  <a:pt x="123" y="55"/>
                </a:cubicBezTo>
                <a:lnTo>
                  <a:pt x="123" y="73"/>
                </a:lnTo>
                <a:close/>
                <a:moveTo>
                  <a:pt x="123" y="47"/>
                </a:moveTo>
                <a:cubicBezTo>
                  <a:pt x="123" y="49"/>
                  <a:pt x="122" y="51"/>
                  <a:pt x="120" y="53"/>
                </a:cubicBezTo>
                <a:cubicBezTo>
                  <a:pt x="117" y="55"/>
                  <a:pt x="112" y="57"/>
                  <a:pt x="107" y="58"/>
                </a:cubicBezTo>
                <a:cubicBezTo>
                  <a:pt x="96" y="62"/>
                  <a:pt x="80" y="64"/>
                  <a:pt x="64" y="64"/>
                </a:cubicBezTo>
                <a:cubicBezTo>
                  <a:pt x="48" y="64"/>
                  <a:pt x="32" y="62"/>
                  <a:pt x="21" y="58"/>
                </a:cubicBezTo>
                <a:cubicBezTo>
                  <a:pt x="11" y="55"/>
                  <a:pt x="5" y="51"/>
                  <a:pt x="5" y="47"/>
                </a:cubicBezTo>
                <a:cubicBezTo>
                  <a:pt x="5" y="29"/>
                  <a:pt x="5" y="29"/>
                  <a:pt x="5" y="29"/>
                </a:cubicBezTo>
                <a:cubicBezTo>
                  <a:pt x="7" y="31"/>
                  <a:pt x="7" y="31"/>
                  <a:pt x="7" y="31"/>
                </a:cubicBezTo>
                <a:cubicBezTo>
                  <a:pt x="17" y="38"/>
                  <a:pt x="39" y="42"/>
                  <a:pt x="64" y="42"/>
                </a:cubicBezTo>
                <a:cubicBezTo>
                  <a:pt x="89" y="42"/>
                  <a:pt x="111" y="38"/>
                  <a:pt x="121" y="31"/>
                </a:cubicBezTo>
                <a:cubicBezTo>
                  <a:pt x="123" y="29"/>
                  <a:pt x="123" y="29"/>
                  <a:pt x="123" y="29"/>
                </a:cubicBezTo>
                <a:lnTo>
                  <a:pt x="123" y="47"/>
                </a:lnTo>
                <a:close/>
                <a:moveTo>
                  <a:pt x="120" y="27"/>
                </a:moveTo>
                <a:cubicBezTo>
                  <a:pt x="117" y="29"/>
                  <a:pt x="112" y="31"/>
                  <a:pt x="107" y="32"/>
                </a:cubicBezTo>
                <a:cubicBezTo>
                  <a:pt x="96" y="36"/>
                  <a:pt x="80" y="38"/>
                  <a:pt x="64" y="38"/>
                </a:cubicBezTo>
                <a:cubicBezTo>
                  <a:pt x="48" y="38"/>
                  <a:pt x="32" y="36"/>
                  <a:pt x="21" y="32"/>
                </a:cubicBezTo>
                <a:cubicBezTo>
                  <a:pt x="11" y="29"/>
                  <a:pt x="5" y="25"/>
                  <a:pt x="5" y="21"/>
                </a:cubicBezTo>
                <a:cubicBezTo>
                  <a:pt x="5" y="19"/>
                  <a:pt x="6" y="17"/>
                  <a:pt x="8" y="16"/>
                </a:cubicBezTo>
                <a:cubicBezTo>
                  <a:pt x="11" y="13"/>
                  <a:pt x="16" y="12"/>
                  <a:pt x="21" y="10"/>
                </a:cubicBezTo>
                <a:cubicBezTo>
                  <a:pt x="32" y="6"/>
                  <a:pt x="48" y="4"/>
                  <a:pt x="64" y="4"/>
                </a:cubicBezTo>
                <a:cubicBezTo>
                  <a:pt x="80" y="4"/>
                  <a:pt x="96" y="6"/>
                  <a:pt x="107" y="10"/>
                </a:cubicBezTo>
                <a:cubicBezTo>
                  <a:pt x="117" y="13"/>
                  <a:pt x="123" y="17"/>
                  <a:pt x="123" y="21"/>
                </a:cubicBezTo>
                <a:cubicBezTo>
                  <a:pt x="123" y="23"/>
                  <a:pt x="122" y="25"/>
                  <a:pt x="120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68" name="组合 267"/>
          <p:cNvGrpSpPr/>
          <p:nvPr/>
        </p:nvGrpSpPr>
        <p:grpSpPr>
          <a:xfrm>
            <a:off x="11139488" y="5140325"/>
            <a:ext cx="481013" cy="428625"/>
            <a:chOff x="11139488" y="5140325"/>
            <a:chExt cx="481013" cy="428625"/>
          </a:xfrm>
          <a:solidFill>
            <a:schemeClr val="accent1"/>
          </a:solidFill>
        </p:grpSpPr>
        <p:sp>
          <p:nvSpPr>
            <p:cNvPr id="74" name="Freeform 39"/>
            <p:cNvSpPr>
              <a:spLocks noEditPoints="1"/>
            </p:cNvSpPr>
            <p:nvPr/>
          </p:nvSpPr>
          <p:spPr bwMode="auto">
            <a:xfrm>
              <a:off x="11139488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37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37 w 128"/>
                <a:gd name="T25" fmla="*/ 27 h 114"/>
                <a:gd name="T26" fmla="*/ 37 w 128"/>
                <a:gd name="T27" fmla="*/ 109 h 114"/>
                <a:gd name="T28" fmla="*/ 123 w 128"/>
                <a:gd name="T29" fmla="*/ 109 h 114"/>
                <a:gd name="T30" fmla="*/ 42 w 128"/>
                <a:gd name="T31" fmla="*/ 109 h 114"/>
                <a:gd name="T32" fmla="*/ 42 w 128"/>
                <a:gd name="T33" fmla="*/ 70 h 114"/>
                <a:gd name="T34" fmla="*/ 123 w 128"/>
                <a:gd name="T35" fmla="*/ 70 h 114"/>
                <a:gd name="T36" fmla="*/ 123 w 128"/>
                <a:gd name="T37" fmla="*/ 109 h 114"/>
                <a:gd name="T38" fmla="*/ 123 w 128"/>
                <a:gd name="T39" fmla="*/ 66 h 114"/>
                <a:gd name="T40" fmla="*/ 42 w 128"/>
                <a:gd name="T41" fmla="*/ 66 h 114"/>
                <a:gd name="T42" fmla="*/ 42 w 128"/>
                <a:gd name="T43" fmla="*/ 27 h 114"/>
                <a:gd name="T44" fmla="*/ 123 w 128"/>
                <a:gd name="T45" fmla="*/ 27 h 114"/>
                <a:gd name="T46" fmla="*/ 123 w 128"/>
                <a:gd name="T47" fmla="*/ 66 h 114"/>
                <a:gd name="T48" fmla="*/ 123 w 128"/>
                <a:gd name="T49" fmla="*/ 23 h 114"/>
                <a:gd name="T50" fmla="*/ 5 w 128"/>
                <a:gd name="T51" fmla="*/ 23 h 114"/>
                <a:gd name="T52" fmla="*/ 5 w 128"/>
                <a:gd name="T53" fmla="*/ 5 h 114"/>
                <a:gd name="T54" fmla="*/ 123 w 128"/>
                <a:gd name="T55" fmla="*/ 5 h 114"/>
                <a:gd name="T56" fmla="*/ 123 w 128"/>
                <a:gd name="T5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37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109"/>
                  </a:lnTo>
                  <a:close/>
                  <a:moveTo>
                    <a:pt x="123" y="109"/>
                  </a:moveTo>
                  <a:cubicBezTo>
                    <a:pt x="42" y="109"/>
                    <a:pt x="42" y="109"/>
                    <a:pt x="42" y="109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123" y="70"/>
                    <a:pt x="123" y="70"/>
                    <a:pt x="123" y="70"/>
                  </a:cubicBezTo>
                  <a:lnTo>
                    <a:pt x="123" y="109"/>
                  </a:lnTo>
                  <a:close/>
                  <a:moveTo>
                    <a:pt x="123" y="66"/>
                  </a:moveTo>
                  <a:cubicBezTo>
                    <a:pt x="42" y="66"/>
                    <a:pt x="42" y="66"/>
                    <a:pt x="42" y="66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66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Oval 40"/>
            <p:cNvSpPr>
              <a:spLocks noChangeArrowheads="1"/>
            </p:cNvSpPr>
            <p:nvPr/>
          </p:nvSpPr>
          <p:spPr bwMode="auto">
            <a:xfrm>
              <a:off x="11196638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Oval 41"/>
            <p:cNvSpPr>
              <a:spLocks noChangeArrowheads="1"/>
            </p:cNvSpPr>
            <p:nvPr/>
          </p:nvSpPr>
          <p:spPr bwMode="auto">
            <a:xfrm>
              <a:off x="11260138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Oval 42"/>
            <p:cNvSpPr>
              <a:spLocks noChangeArrowheads="1"/>
            </p:cNvSpPr>
            <p:nvPr/>
          </p:nvSpPr>
          <p:spPr bwMode="auto">
            <a:xfrm>
              <a:off x="11328400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10179050" y="5140325"/>
            <a:ext cx="481013" cy="428625"/>
            <a:chOff x="10179050" y="5140325"/>
            <a:chExt cx="481013" cy="428625"/>
          </a:xfrm>
          <a:solidFill>
            <a:schemeClr val="accent1"/>
          </a:solidFill>
        </p:grpSpPr>
        <p:sp>
          <p:nvSpPr>
            <p:cNvPr id="78" name="Freeform 43"/>
            <p:cNvSpPr>
              <a:spLocks noEditPoints="1"/>
            </p:cNvSpPr>
            <p:nvPr/>
          </p:nvSpPr>
          <p:spPr bwMode="auto">
            <a:xfrm>
              <a:off x="10179050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37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37 w 128"/>
                <a:gd name="T25" fmla="*/ 27 h 114"/>
                <a:gd name="T26" fmla="*/ 37 w 128"/>
                <a:gd name="T27" fmla="*/ 109 h 114"/>
                <a:gd name="T28" fmla="*/ 86 w 128"/>
                <a:gd name="T29" fmla="*/ 109 h 114"/>
                <a:gd name="T30" fmla="*/ 42 w 128"/>
                <a:gd name="T31" fmla="*/ 109 h 114"/>
                <a:gd name="T32" fmla="*/ 42 w 128"/>
                <a:gd name="T33" fmla="*/ 27 h 114"/>
                <a:gd name="T34" fmla="*/ 86 w 128"/>
                <a:gd name="T35" fmla="*/ 27 h 114"/>
                <a:gd name="T36" fmla="*/ 86 w 128"/>
                <a:gd name="T37" fmla="*/ 109 h 114"/>
                <a:gd name="T38" fmla="*/ 123 w 128"/>
                <a:gd name="T39" fmla="*/ 109 h 114"/>
                <a:gd name="T40" fmla="*/ 91 w 128"/>
                <a:gd name="T41" fmla="*/ 109 h 114"/>
                <a:gd name="T42" fmla="*/ 91 w 128"/>
                <a:gd name="T43" fmla="*/ 27 h 114"/>
                <a:gd name="T44" fmla="*/ 123 w 128"/>
                <a:gd name="T45" fmla="*/ 27 h 114"/>
                <a:gd name="T46" fmla="*/ 123 w 128"/>
                <a:gd name="T47" fmla="*/ 109 h 114"/>
                <a:gd name="T48" fmla="*/ 123 w 128"/>
                <a:gd name="T49" fmla="*/ 23 h 114"/>
                <a:gd name="T50" fmla="*/ 5 w 128"/>
                <a:gd name="T51" fmla="*/ 23 h 114"/>
                <a:gd name="T52" fmla="*/ 5 w 128"/>
                <a:gd name="T53" fmla="*/ 5 h 114"/>
                <a:gd name="T54" fmla="*/ 123 w 128"/>
                <a:gd name="T55" fmla="*/ 5 h 114"/>
                <a:gd name="T56" fmla="*/ 123 w 128"/>
                <a:gd name="T5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37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109"/>
                  </a:lnTo>
                  <a:close/>
                  <a:moveTo>
                    <a:pt x="86" y="109"/>
                  </a:moveTo>
                  <a:cubicBezTo>
                    <a:pt x="42" y="109"/>
                    <a:pt x="42" y="109"/>
                    <a:pt x="42" y="109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86" y="27"/>
                    <a:pt x="86" y="27"/>
                    <a:pt x="86" y="27"/>
                  </a:cubicBezTo>
                  <a:lnTo>
                    <a:pt x="86" y="109"/>
                  </a:lnTo>
                  <a:close/>
                  <a:moveTo>
                    <a:pt x="123" y="109"/>
                  </a:moveTo>
                  <a:cubicBezTo>
                    <a:pt x="91" y="109"/>
                    <a:pt x="91" y="109"/>
                    <a:pt x="91" y="109"/>
                  </a:cubicBezTo>
                  <a:cubicBezTo>
                    <a:pt x="91" y="27"/>
                    <a:pt x="91" y="27"/>
                    <a:pt x="91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Oval 44"/>
            <p:cNvSpPr>
              <a:spLocks noChangeArrowheads="1"/>
            </p:cNvSpPr>
            <p:nvPr/>
          </p:nvSpPr>
          <p:spPr bwMode="auto">
            <a:xfrm>
              <a:off x="10234613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Oval 45"/>
            <p:cNvSpPr>
              <a:spLocks noChangeArrowheads="1"/>
            </p:cNvSpPr>
            <p:nvPr/>
          </p:nvSpPr>
          <p:spPr bwMode="auto">
            <a:xfrm>
              <a:off x="10299700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Oval 46"/>
            <p:cNvSpPr>
              <a:spLocks noChangeArrowheads="1"/>
            </p:cNvSpPr>
            <p:nvPr/>
          </p:nvSpPr>
          <p:spPr bwMode="auto">
            <a:xfrm>
              <a:off x="10366375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0" name="组合 269"/>
          <p:cNvGrpSpPr/>
          <p:nvPr/>
        </p:nvGrpSpPr>
        <p:grpSpPr>
          <a:xfrm>
            <a:off x="9217025" y="5140325"/>
            <a:ext cx="481013" cy="428625"/>
            <a:chOff x="9217025" y="5140325"/>
            <a:chExt cx="481013" cy="428625"/>
          </a:xfrm>
          <a:solidFill>
            <a:schemeClr val="accent1"/>
          </a:solidFill>
        </p:grpSpPr>
        <p:sp>
          <p:nvSpPr>
            <p:cNvPr id="82" name="Freeform 47"/>
            <p:cNvSpPr>
              <a:spLocks noEditPoints="1"/>
            </p:cNvSpPr>
            <p:nvPr/>
          </p:nvSpPr>
          <p:spPr bwMode="auto">
            <a:xfrm>
              <a:off x="9217025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37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37 w 128"/>
                <a:gd name="T25" fmla="*/ 27 h 114"/>
                <a:gd name="T26" fmla="*/ 37 w 128"/>
                <a:gd name="T27" fmla="*/ 109 h 114"/>
                <a:gd name="T28" fmla="*/ 123 w 128"/>
                <a:gd name="T29" fmla="*/ 109 h 114"/>
                <a:gd name="T30" fmla="*/ 42 w 128"/>
                <a:gd name="T31" fmla="*/ 109 h 114"/>
                <a:gd name="T32" fmla="*/ 42 w 128"/>
                <a:gd name="T33" fmla="*/ 27 h 114"/>
                <a:gd name="T34" fmla="*/ 123 w 128"/>
                <a:gd name="T35" fmla="*/ 27 h 114"/>
                <a:gd name="T36" fmla="*/ 123 w 128"/>
                <a:gd name="T37" fmla="*/ 109 h 114"/>
                <a:gd name="T38" fmla="*/ 123 w 128"/>
                <a:gd name="T39" fmla="*/ 23 h 114"/>
                <a:gd name="T40" fmla="*/ 5 w 128"/>
                <a:gd name="T41" fmla="*/ 23 h 114"/>
                <a:gd name="T42" fmla="*/ 5 w 128"/>
                <a:gd name="T43" fmla="*/ 5 h 114"/>
                <a:gd name="T44" fmla="*/ 123 w 128"/>
                <a:gd name="T45" fmla="*/ 5 h 114"/>
                <a:gd name="T46" fmla="*/ 123 w 128"/>
                <a:gd name="T4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37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109"/>
                  </a:lnTo>
                  <a:close/>
                  <a:moveTo>
                    <a:pt x="123" y="109"/>
                  </a:moveTo>
                  <a:cubicBezTo>
                    <a:pt x="42" y="109"/>
                    <a:pt x="42" y="109"/>
                    <a:pt x="42" y="109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Oval 48"/>
            <p:cNvSpPr>
              <a:spLocks noChangeArrowheads="1"/>
            </p:cNvSpPr>
            <p:nvPr/>
          </p:nvSpPr>
          <p:spPr bwMode="auto">
            <a:xfrm>
              <a:off x="9274175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Oval 49"/>
            <p:cNvSpPr>
              <a:spLocks noChangeArrowheads="1"/>
            </p:cNvSpPr>
            <p:nvPr/>
          </p:nvSpPr>
          <p:spPr bwMode="auto">
            <a:xfrm>
              <a:off x="9337675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Oval 50"/>
            <p:cNvSpPr>
              <a:spLocks noChangeArrowheads="1"/>
            </p:cNvSpPr>
            <p:nvPr/>
          </p:nvSpPr>
          <p:spPr bwMode="auto">
            <a:xfrm>
              <a:off x="9405938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8256588" y="5140325"/>
            <a:ext cx="481013" cy="428625"/>
            <a:chOff x="8256588" y="5140325"/>
            <a:chExt cx="481013" cy="428625"/>
          </a:xfrm>
          <a:solidFill>
            <a:schemeClr val="accent1"/>
          </a:solidFill>
        </p:grpSpPr>
        <p:sp>
          <p:nvSpPr>
            <p:cNvPr id="86" name="Freeform 51"/>
            <p:cNvSpPr>
              <a:spLocks noEditPoints="1"/>
            </p:cNvSpPr>
            <p:nvPr/>
          </p:nvSpPr>
          <p:spPr bwMode="auto">
            <a:xfrm>
              <a:off x="8256588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86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86 w 128"/>
                <a:gd name="T25" fmla="*/ 27 h 114"/>
                <a:gd name="T26" fmla="*/ 86 w 128"/>
                <a:gd name="T27" fmla="*/ 109 h 114"/>
                <a:gd name="T28" fmla="*/ 123 w 128"/>
                <a:gd name="T29" fmla="*/ 109 h 114"/>
                <a:gd name="T30" fmla="*/ 91 w 128"/>
                <a:gd name="T31" fmla="*/ 109 h 114"/>
                <a:gd name="T32" fmla="*/ 91 w 128"/>
                <a:gd name="T33" fmla="*/ 27 h 114"/>
                <a:gd name="T34" fmla="*/ 123 w 128"/>
                <a:gd name="T35" fmla="*/ 27 h 114"/>
                <a:gd name="T36" fmla="*/ 123 w 128"/>
                <a:gd name="T37" fmla="*/ 109 h 114"/>
                <a:gd name="T38" fmla="*/ 123 w 128"/>
                <a:gd name="T39" fmla="*/ 23 h 114"/>
                <a:gd name="T40" fmla="*/ 5 w 128"/>
                <a:gd name="T41" fmla="*/ 23 h 114"/>
                <a:gd name="T42" fmla="*/ 5 w 128"/>
                <a:gd name="T43" fmla="*/ 5 h 114"/>
                <a:gd name="T44" fmla="*/ 123 w 128"/>
                <a:gd name="T45" fmla="*/ 5 h 114"/>
                <a:gd name="T46" fmla="*/ 123 w 128"/>
                <a:gd name="T4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86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86" y="27"/>
                    <a:pt x="86" y="27"/>
                    <a:pt x="86" y="27"/>
                  </a:cubicBezTo>
                  <a:lnTo>
                    <a:pt x="86" y="109"/>
                  </a:lnTo>
                  <a:close/>
                  <a:moveTo>
                    <a:pt x="123" y="109"/>
                  </a:moveTo>
                  <a:cubicBezTo>
                    <a:pt x="91" y="109"/>
                    <a:pt x="91" y="109"/>
                    <a:pt x="91" y="109"/>
                  </a:cubicBezTo>
                  <a:cubicBezTo>
                    <a:pt x="91" y="27"/>
                    <a:pt x="91" y="27"/>
                    <a:pt x="91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Oval 52"/>
            <p:cNvSpPr>
              <a:spLocks noChangeArrowheads="1"/>
            </p:cNvSpPr>
            <p:nvPr/>
          </p:nvSpPr>
          <p:spPr bwMode="auto">
            <a:xfrm>
              <a:off x="8312150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Oval 53"/>
            <p:cNvSpPr>
              <a:spLocks noChangeArrowheads="1"/>
            </p:cNvSpPr>
            <p:nvPr/>
          </p:nvSpPr>
          <p:spPr bwMode="auto">
            <a:xfrm>
              <a:off x="8377238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Oval 54"/>
            <p:cNvSpPr>
              <a:spLocks noChangeArrowheads="1"/>
            </p:cNvSpPr>
            <p:nvPr/>
          </p:nvSpPr>
          <p:spPr bwMode="auto">
            <a:xfrm>
              <a:off x="8443913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2" name="组合 271"/>
          <p:cNvGrpSpPr/>
          <p:nvPr/>
        </p:nvGrpSpPr>
        <p:grpSpPr>
          <a:xfrm>
            <a:off x="7296150" y="5140325"/>
            <a:ext cx="479425" cy="428625"/>
            <a:chOff x="7296150" y="5140325"/>
            <a:chExt cx="479425" cy="428625"/>
          </a:xfrm>
          <a:solidFill>
            <a:schemeClr val="accent1"/>
          </a:solidFill>
        </p:grpSpPr>
        <p:sp>
          <p:nvSpPr>
            <p:cNvPr id="90" name="Freeform 55"/>
            <p:cNvSpPr>
              <a:spLocks noEditPoints="1"/>
            </p:cNvSpPr>
            <p:nvPr/>
          </p:nvSpPr>
          <p:spPr bwMode="auto">
            <a:xfrm>
              <a:off x="7296150" y="5140325"/>
              <a:ext cx="479425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62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62 w 128"/>
                <a:gd name="T25" fmla="*/ 27 h 114"/>
                <a:gd name="T26" fmla="*/ 62 w 128"/>
                <a:gd name="T27" fmla="*/ 109 h 114"/>
                <a:gd name="T28" fmla="*/ 123 w 128"/>
                <a:gd name="T29" fmla="*/ 109 h 114"/>
                <a:gd name="T30" fmla="*/ 66 w 128"/>
                <a:gd name="T31" fmla="*/ 109 h 114"/>
                <a:gd name="T32" fmla="*/ 66 w 128"/>
                <a:gd name="T33" fmla="*/ 27 h 114"/>
                <a:gd name="T34" fmla="*/ 123 w 128"/>
                <a:gd name="T35" fmla="*/ 27 h 114"/>
                <a:gd name="T36" fmla="*/ 123 w 128"/>
                <a:gd name="T37" fmla="*/ 109 h 114"/>
                <a:gd name="T38" fmla="*/ 123 w 128"/>
                <a:gd name="T39" fmla="*/ 23 h 114"/>
                <a:gd name="T40" fmla="*/ 5 w 128"/>
                <a:gd name="T41" fmla="*/ 23 h 114"/>
                <a:gd name="T42" fmla="*/ 5 w 128"/>
                <a:gd name="T43" fmla="*/ 5 h 114"/>
                <a:gd name="T44" fmla="*/ 123 w 128"/>
                <a:gd name="T45" fmla="*/ 5 h 114"/>
                <a:gd name="T46" fmla="*/ 123 w 128"/>
                <a:gd name="T4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62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2" y="27"/>
                    <a:pt x="62" y="27"/>
                    <a:pt x="62" y="27"/>
                  </a:cubicBezTo>
                  <a:lnTo>
                    <a:pt x="62" y="109"/>
                  </a:lnTo>
                  <a:close/>
                  <a:moveTo>
                    <a:pt x="123" y="109"/>
                  </a:moveTo>
                  <a:cubicBezTo>
                    <a:pt x="66" y="109"/>
                    <a:pt x="66" y="109"/>
                    <a:pt x="66" y="109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Oval 56"/>
            <p:cNvSpPr>
              <a:spLocks noChangeArrowheads="1"/>
            </p:cNvSpPr>
            <p:nvPr/>
          </p:nvSpPr>
          <p:spPr bwMode="auto">
            <a:xfrm>
              <a:off x="7351713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Oval 57"/>
            <p:cNvSpPr>
              <a:spLocks noChangeArrowheads="1"/>
            </p:cNvSpPr>
            <p:nvPr/>
          </p:nvSpPr>
          <p:spPr bwMode="auto">
            <a:xfrm>
              <a:off x="7415213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Oval 58"/>
            <p:cNvSpPr>
              <a:spLocks noChangeArrowheads="1"/>
            </p:cNvSpPr>
            <p:nvPr/>
          </p:nvSpPr>
          <p:spPr bwMode="auto">
            <a:xfrm>
              <a:off x="7483475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3" name="组合 272"/>
          <p:cNvGrpSpPr/>
          <p:nvPr/>
        </p:nvGrpSpPr>
        <p:grpSpPr>
          <a:xfrm>
            <a:off x="6334125" y="5140325"/>
            <a:ext cx="481013" cy="428625"/>
            <a:chOff x="6334125" y="5140325"/>
            <a:chExt cx="481013" cy="428625"/>
          </a:xfrm>
          <a:solidFill>
            <a:schemeClr val="accent1"/>
          </a:solidFill>
        </p:grpSpPr>
        <p:sp>
          <p:nvSpPr>
            <p:cNvPr id="94" name="Freeform 59"/>
            <p:cNvSpPr>
              <a:spLocks noEditPoints="1"/>
            </p:cNvSpPr>
            <p:nvPr/>
          </p:nvSpPr>
          <p:spPr bwMode="auto">
            <a:xfrm>
              <a:off x="6334125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123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123 w 128"/>
                <a:gd name="T25" fmla="*/ 27 h 114"/>
                <a:gd name="T26" fmla="*/ 123 w 128"/>
                <a:gd name="T27" fmla="*/ 109 h 114"/>
                <a:gd name="T28" fmla="*/ 123 w 128"/>
                <a:gd name="T29" fmla="*/ 23 h 114"/>
                <a:gd name="T30" fmla="*/ 5 w 128"/>
                <a:gd name="T31" fmla="*/ 23 h 114"/>
                <a:gd name="T32" fmla="*/ 5 w 128"/>
                <a:gd name="T33" fmla="*/ 5 h 114"/>
                <a:gd name="T34" fmla="*/ 123 w 128"/>
                <a:gd name="T35" fmla="*/ 5 h 114"/>
                <a:gd name="T36" fmla="*/ 123 w 128"/>
                <a:gd name="T3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Oval 60"/>
            <p:cNvSpPr>
              <a:spLocks noChangeArrowheads="1"/>
            </p:cNvSpPr>
            <p:nvPr/>
          </p:nvSpPr>
          <p:spPr bwMode="auto">
            <a:xfrm>
              <a:off x="6391275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Oval 61"/>
            <p:cNvSpPr>
              <a:spLocks noChangeArrowheads="1"/>
            </p:cNvSpPr>
            <p:nvPr/>
          </p:nvSpPr>
          <p:spPr bwMode="auto">
            <a:xfrm>
              <a:off x="6454775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Oval 62"/>
            <p:cNvSpPr>
              <a:spLocks noChangeArrowheads="1"/>
            </p:cNvSpPr>
            <p:nvPr/>
          </p:nvSpPr>
          <p:spPr bwMode="auto">
            <a:xfrm>
              <a:off x="6521450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Freeform 63"/>
            <p:cNvSpPr/>
            <p:nvPr/>
          </p:nvSpPr>
          <p:spPr bwMode="auto">
            <a:xfrm>
              <a:off x="6473825" y="5327650"/>
              <a:ext cx="77788" cy="134938"/>
            </a:xfrm>
            <a:custGeom>
              <a:avLst/>
              <a:gdLst>
                <a:gd name="T0" fmla="*/ 1 w 21"/>
                <a:gd name="T1" fmla="*/ 35 h 36"/>
                <a:gd name="T2" fmla="*/ 5 w 21"/>
                <a:gd name="T3" fmla="*/ 35 h 36"/>
                <a:gd name="T4" fmla="*/ 20 w 21"/>
                <a:gd name="T5" fmla="*/ 20 h 36"/>
                <a:gd name="T6" fmla="*/ 21 w 21"/>
                <a:gd name="T7" fmla="*/ 17 h 36"/>
                <a:gd name="T8" fmla="*/ 5 w 21"/>
                <a:gd name="T9" fmla="*/ 1 h 36"/>
                <a:gd name="T10" fmla="*/ 3 w 21"/>
                <a:gd name="T11" fmla="*/ 0 h 36"/>
                <a:gd name="T12" fmla="*/ 1 w 21"/>
                <a:gd name="T13" fmla="*/ 1 h 36"/>
                <a:gd name="T14" fmla="*/ 1 w 21"/>
                <a:gd name="T15" fmla="*/ 4 h 36"/>
                <a:gd name="T16" fmla="*/ 15 w 21"/>
                <a:gd name="T17" fmla="*/ 18 h 36"/>
                <a:gd name="T18" fmla="*/ 1 w 21"/>
                <a:gd name="T19" fmla="*/ 32 h 36"/>
                <a:gd name="T20" fmla="*/ 1 w 21"/>
                <a:gd name="T21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1" y="35"/>
                  </a:moveTo>
                  <a:cubicBezTo>
                    <a:pt x="2" y="36"/>
                    <a:pt x="4" y="36"/>
                    <a:pt x="5" y="35"/>
                  </a:cubicBezTo>
                  <a:cubicBezTo>
                    <a:pt x="5" y="35"/>
                    <a:pt x="20" y="20"/>
                    <a:pt x="20" y="20"/>
                  </a:cubicBezTo>
                  <a:cubicBezTo>
                    <a:pt x="21" y="19"/>
                    <a:pt x="21" y="18"/>
                    <a:pt x="21" y="17"/>
                  </a:cubicBezTo>
                  <a:cubicBezTo>
                    <a:pt x="20" y="16"/>
                    <a:pt x="11" y="7"/>
                    <a:pt x="5" y="1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2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3"/>
                    <a:pt x="0" y="35"/>
                    <a:pt x="1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Freeform 64"/>
            <p:cNvSpPr/>
            <p:nvPr/>
          </p:nvSpPr>
          <p:spPr bwMode="auto">
            <a:xfrm>
              <a:off x="6562725" y="5448300"/>
              <a:ext cx="101600" cy="14288"/>
            </a:xfrm>
            <a:custGeom>
              <a:avLst/>
              <a:gdLst>
                <a:gd name="T0" fmla="*/ 2 w 27"/>
                <a:gd name="T1" fmla="*/ 4 h 4"/>
                <a:gd name="T2" fmla="*/ 24 w 27"/>
                <a:gd name="T3" fmla="*/ 4 h 4"/>
                <a:gd name="T4" fmla="*/ 27 w 27"/>
                <a:gd name="T5" fmla="*/ 2 h 4"/>
                <a:gd name="T6" fmla="*/ 24 w 27"/>
                <a:gd name="T7" fmla="*/ 0 h 4"/>
                <a:gd name="T8" fmla="*/ 2 w 27"/>
                <a:gd name="T9" fmla="*/ 0 h 4"/>
                <a:gd name="T10" fmla="*/ 0 w 27"/>
                <a:gd name="T11" fmla="*/ 2 h 4"/>
                <a:gd name="T12" fmla="*/ 2 w 2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4">
                  <a:moveTo>
                    <a:pt x="2" y="4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6" y="4"/>
                    <a:pt x="27" y="3"/>
                    <a:pt x="27" y="2"/>
                  </a:cubicBezTo>
                  <a:cubicBezTo>
                    <a:pt x="27" y="1"/>
                    <a:pt x="26" y="0"/>
                    <a:pt x="2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5373688" y="5140325"/>
            <a:ext cx="479425" cy="428625"/>
            <a:chOff x="5373688" y="5140325"/>
            <a:chExt cx="479425" cy="428625"/>
          </a:xfrm>
          <a:solidFill>
            <a:schemeClr val="accent1"/>
          </a:solidFill>
        </p:grpSpPr>
        <p:sp>
          <p:nvSpPr>
            <p:cNvPr id="100" name="Freeform 65"/>
            <p:cNvSpPr>
              <a:spLocks noEditPoints="1"/>
            </p:cNvSpPr>
            <p:nvPr/>
          </p:nvSpPr>
          <p:spPr bwMode="auto">
            <a:xfrm>
              <a:off x="5373688" y="5140325"/>
              <a:ext cx="479425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123 w 128"/>
                <a:gd name="T19" fmla="*/ 109 h 114"/>
                <a:gd name="T20" fmla="*/ 4 w 128"/>
                <a:gd name="T21" fmla="*/ 109 h 114"/>
                <a:gd name="T22" fmla="*/ 4 w 128"/>
                <a:gd name="T23" fmla="*/ 27 h 114"/>
                <a:gd name="T24" fmla="*/ 123 w 128"/>
                <a:gd name="T25" fmla="*/ 27 h 114"/>
                <a:gd name="T26" fmla="*/ 123 w 128"/>
                <a:gd name="T27" fmla="*/ 109 h 114"/>
                <a:gd name="T28" fmla="*/ 123 w 128"/>
                <a:gd name="T29" fmla="*/ 23 h 114"/>
                <a:gd name="T30" fmla="*/ 4 w 128"/>
                <a:gd name="T31" fmla="*/ 23 h 114"/>
                <a:gd name="T32" fmla="*/ 4 w 128"/>
                <a:gd name="T33" fmla="*/ 5 h 114"/>
                <a:gd name="T34" fmla="*/ 123 w 128"/>
                <a:gd name="T35" fmla="*/ 5 h 114"/>
                <a:gd name="T36" fmla="*/ 123 w 128"/>
                <a:gd name="T3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2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09"/>
                  </a:moveTo>
                  <a:cubicBezTo>
                    <a:pt x="4" y="109"/>
                    <a:pt x="4" y="109"/>
                    <a:pt x="4" y="109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4" y="23"/>
                    <a:pt x="4" y="23"/>
                    <a:pt x="4" y="23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1" name="Oval 66"/>
            <p:cNvSpPr>
              <a:spLocks noChangeArrowheads="1"/>
            </p:cNvSpPr>
            <p:nvPr/>
          </p:nvSpPr>
          <p:spPr bwMode="auto">
            <a:xfrm>
              <a:off x="5429250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2" name="Oval 67"/>
            <p:cNvSpPr>
              <a:spLocks noChangeArrowheads="1"/>
            </p:cNvSpPr>
            <p:nvPr/>
          </p:nvSpPr>
          <p:spPr bwMode="auto">
            <a:xfrm>
              <a:off x="5492750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3" name="Oval 68"/>
            <p:cNvSpPr>
              <a:spLocks noChangeArrowheads="1"/>
            </p:cNvSpPr>
            <p:nvPr/>
          </p:nvSpPr>
          <p:spPr bwMode="auto">
            <a:xfrm>
              <a:off x="5561013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4" name="Freeform 69"/>
            <p:cNvSpPr/>
            <p:nvPr/>
          </p:nvSpPr>
          <p:spPr bwMode="auto">
            <a:xfrm>
              <a:off x="5516563" y="5327650"/>
              <a:ext cx="195263" cy="134938"/>
            </a:xfrm>
            <a:custGeom>
              <a:avLst/>
              <a:gdLst>
                <a:gd name="T0" fmla="*/ 17 w 52"/>
                <a:gd name="T1" fmla="*/ 35 h 36"/>
                <a:gd name="T2" fmla="*/ 20 w 52"/>
                <a:gd name="T3" fmla="*/ 35 h 36"/>
                <a:gd name="T4" fmla="*/ 51 w 52"/>
                <a:gd name="T5" fmla="*/ 4 h 36"/>
                <a:gd name="T6" fmla="*/ 51 w 52"/>
                <a:gd name="T7" fmla="*/ 1 h 36"/>
                <a:gd name="T8" fmla="*/ 48 w 52"/>
                <a:gd name="T9" fmla="*/ 1 h 36"/>
                <a:gd name="T10" fmla="*/ 18 w 52"/>
                <a:gd name="T11" fmla="*/ 31 h 36"/>
                <a:gd name="T12" fmla="*/ 4 w 52"/>
                <a:gd name="T13" fmla="*/ 16 h 36"/>
                <a:gd name="T14" fmla="*/ 0 w 52"/>
                <a:gd name="T15" fmla="*/ 16 h 36"/>
                <a:gd name="T16" fmla="*/ 0 w 52"/>
                <a:gd name="T17" fmla="*/ 17 h 36"/>
                <a:gd name="T18" fmla="*/ 0 w 52"/>
                <a:gd name="T19" fmla="*/ 19 h 36"/>
                <a:gd name="T20" fmla="*/ 17 w 52"/>
                <a:gd name="T21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36">
                  <a:moveTo>
                    <a:pt x="17" y="35"/>
                  </a:moveTo>
                  <a:cubicBezTo>
                    <a:pt x="18" y="36"/>
                    <a:pt x="19" y="36"/>
                    <a:pt x="20" y="35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2" y="3"/>
                    <a:pt x="52" y="2"/>
                    <a:pt x="51" y="1"/>
                  </a:cubicBezTo>
                  <a:cubicBezTo>
                    <a:pt x="50" y="0"/>
                    <a:pt x="49" y="0"/>
                    <a:pt x="48" y="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1" y="15"/>
                    <a:pt x="0" y="16"/>
                  </a:cubicBezTo>
                  <a:cubicBezTo>
                    <a:pt x="0" y="16"/>
                    <a:pt x="0" y="17"/>
                    <a:pt x="0" y="17"/>
                  </a:cubicBezTo>
                  <a:cubicBezTo>
                    <a:pt x="0" y="18"/>
                    <a:pt x="0" y="19"/>
                    <a:pt x="0" y="19"/>
                  </a:cubicBezTo>
                  <a:lnTo>
                    <a:pt x="17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5" name="组合 274"/>
          <p:cNvGrpSpPr/>
          <p:nvPr/>
        </p:nvGrpSpPr>
        <p:grpSpPr>
          <a:xfrm>
            <a:off x="4411663" y="5140325"/>
            <a:ext cx="481013" cy="428625"/>
            <a:chOff x="4411663" y="5140325"/>
            <a:chExt cx="481013" cy="428625"/>
          </a:xfrm>
          <a:solidFill>
            <a:schemeClr val="accent1"/>
          </a:solidFill>
        </p:grpSpPr>
        <p:sp>
          <p:nvSpPr>
            <p:cNvPr id="105" name="Freeform 70"/>
            <p:cNvSpPr>
              <a:spLocks noEditPoints="1"/>
            </p:cNvSpPr>
            <p:nvPr/>
          </p:nvSpPr>
          <p:spPr bwMode="auto">
            <a:xfrm>
              <a:off x="4411663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123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123 w 128"/>
                <a:gd name="T25" fmla="*/ 27 h 114"/>
                <a:gd name="T26" fmla="*/ 123 w 128"/>
                <a:gd name="T27" fmla="*/ 109 h 114"/>
                <a:gd name="T28" fmla="*/ 123 w 128"/>
                <a:gd name="T29" fmla="*/ 23 h 114"/>
                <a:gd name="T30" fmla="*/ 5 w 128"/>
                <a:gd name="T31" fmla="*/ 23 h 114"/>
                <a:gd name="T32" fmla="*/ 5 w 128"/>
                <a:gd name="T33" fmla="*/ 5 h 114"/>
                <a:gd name="T34" fmla="*/ 123 w 128"/>
                <a:gd name="T35" fmla="*/ 5 h 114"/>
                <a:gd name="T36" fmla="*/ 123 w 128"/>
                <a:gd name="T3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6" name="Oval 71"/>
            <p:cNvSpPr>
              <a:spLocks noChangeArrowheads="1"/>
            </p:cNvSpPr>
            <p:nvPr/>
          </p:nvSpPr>
          <p:spPr bwMode="auto">
            <a:xfrm>
              <a:off x="4468813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7" name="Oval 72"/>
            <p:cNvSpPr>
              <a:spLocks noChangeArrowheads="1"/>
            </p:cNvSpPr>
            <p:nvPr/>
          </p:nvSpPr>
          <p:spPr bwMode="auto">
            <a:xfrm>
              <a:off x="4532313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8" name="Oval 73"/>
            <p:cNvSpPr>
              <a:spLocks noChangeArrowheads="1"/>
            </p:cNvSpPr>
            <p:nvPr/>
          </p:nvSpPr>
          <p:spPr bwMode="auto">
            <a:xfrm>
              <a:off x="4600575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9" name="Freeform 74"/>
            <p:cNvSpPr/>
            <p:nvPr/>
          </p:nvSpPr>
          <p:spPr bwMode="auto">
            <a:xfrm>
              <a:off x="4584700" y="5327650"/>
              <a:ext cx="134938" cy="134938"/>
            </a:xfrm>
            <a:custGeom>
              <a:avLst/>
              <a:gdLst>
                <a:gd name="T0" fmla="*/ 0 w 36"/>
                <a:gd name="T1" fmla="*/ 34 h 36"/>
                <a:gd name="T2" fmla="*/ 1 w 36"/>
                <a:gd name="T3" fmla="*/ 35 h 36"/>
                <a:gd name="T4" fmla="*/ 4 w 36"/>
                <a:gd name="T5" fmla="*/ 35 h 36"/>
                <a:gd name="T6" fmla="*/ 18 w 36"/>
                <a:gd name="T7" fmla="*/ 21 h 36"/>
                <a:gd name="T8" fmla="*/ 32 w 36"/>
                <a:gd name="T9" fmla="*/ 35 h 36"/>
                <a:gd name="T10" fmla="*/ 35 w 36"/>
                <a:gd name="T11" fmla="*/ 35 h 36"/>
                <a:gd name="T12" fmla="*/ 36 w 36"/>
                <a:gd name="T13" fmla="*/ 34 h 36"/>
                <a:gd name="T14" fmla="*/ 35 w 36"/>
                <a:gd name="T15" fmla="*/ 32 h 36"/>
                <a:gd name="T16" fmla="*/ 21 w 36"/>
                <a:gd name="T17" fmla="*/ 18 h 36"/>
                <a:gd name="T18" fmla="*/ 35 w 36"/>
                <a:gd name="T19" fmla="*/ 4 h 36"/>
                <a:gd name="T20" fmla="*/ 36 w 36"/>
                <a:gd name="T21" fmla="*/ 2 h 36"/>
                <a:gd name="T22" fmla="*/ 35 w 36"/>
                <a:gd name="T23" fmla="*/ 1 h 36"/>
                <a:gd name="T24" fmla="*/ 32 w 36"/>
                <a:gd name="T25" fmla="*/ 1 h 36"/>
                <a:gd name="T26" fmla="*/ 18 w 36"/>
                <a:gd name="T27" fmla="*/ 15 h 36"/>
                <a:gd name="T28" fmla="*/ 4 w 36"/>
                <a:gd name="T29" fmla="*/ 1 h 36"/>
                <a:gd name="T30" fmla="*/ 1 w 36"/>
                <a:gd name="T31" fmla="*/ 1 h 36"/>
                <a:gd name="T32" fmla="*/ 0 w 36"/>
                <a:gd name="T33" fmla="*/ 2 h 36"/>
                <a:gd name="T34" fmla="*/ 1 w 36"/>
                <a:gd name="T35" fmla="*/ 4 h 36"/>
                <a:gd name="T36" fmla="*/ 15 w 36"/>
                <a:gd name="T37" fmla="*/ 18 h 36"/>
                <a:gd name="T38" fmla="*/ 1 w 36"/>
                <a:gd name="T39" fmla="*/ 32 h 36"/>
                <a:gd name="T40" fmla="*/ 0 w 36"/>
                <a:gd name="T41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36">
                  <a:moveTo>
                    <a:pt x="0" y="34"/>
                  </a:moveTo>
                  <a:cubicBezTo>
                    <a:pt x="0" y="34"/>
                    <a:pt x="0" y="35"/>
                    <a:pt x="1" y="35"/>
                  </a:cubicBezTo>
                  <a:cubicBezTo>
                    <a:pt x="2" y="36"/>
                    <a:pt x="3" y="36"/>
                    <a:pt x="4" y="35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6"/>
                    <a:pt x="34" y="36"/>
                    <a:pt x="35" y="35"/>
                  </a:cubicBezTo>
                  <a:cubicBezTo>
                    <a:pt x="36" y="35"/>
                    <a:pt x="36" y="34"/>
                    <a:pt x="36" y="34"/>
                  </a:cubicBezTo>
                  <a:cubicBezTo>
                    <a:pt x="36" y="33"/>
                    <a:pt x="36" y="33"/>
                    <a:pt x="35" y="32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6" y="4"/>
                    <a:pt x="36" y="3"/>
                    <a:pt x="36" y="2"/>
                  </a:cubicBezTo>
                  <a:cubicBezTo>
                    <a:pt x="36" y="2"/>
                    <a:pt x="36" y="1"/>
                    <a:pt x="35" y="1"/>
                  </a:cubicBezTo>
                  <a:cubicBezTo>
                    <a:pt x="34" y="0"/>
                    <a:pt x="33" y="0"/>
                    <a:pt x="32" y="1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3"/>
                    <a:pt x="0" y="33"/>
                    <a:pt x="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6" name="组合 275"/>
          <p:cNvGrpSpPr/>
          <p:nvPr/>
        </p:nvGrpSpPr>
        <p:grpSpPr>
          <a:xfrm>
            <a:off x="3451225" y="5140325"/>
            <a:ext cx="481013" cy="428625"/>
            <a:chOff x="3451225" y="5140325"/>
            <a:chExt cx="481013" cy="428625"/>
          </a:xfrm>
          <a:solidFill>
            <a:schemeClr val="accent1"/>
          </a:solidFill>
        </p:grpSpPr>
        <p:sp>
          <p:nvSpPr>
            <p:cNvPr id="110" name="Freeform 75"/>
            <p:cNvSpPr>
              <a:spLocks noEditPoints="1"/>
            </p:cNvSpPr>
            <p:nvPr/>
          </p:nvSpPr>
          <p:spPr bwMode="auto">
            <a:xfrm>
              <a:off x="3451225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123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123 w 128"/>
                <a:gd name="T25" fmla="*/ 27 h 114"/>
                <a:gd name="T26" fmla="*/ 123 w 128"/>
                <a:gd name="T27" fmla="*/ 109 h 114"/>
                <a:gd name="T28" fmla="*/ 123 w 128"/>
                <a:gd name="T29" fmla="*/ 23 h 114"/>
                <a:gd name="T30" fmla="*/ 5 w 128"/>
                <a:gd name="T31" fmla="*/ 23 h 114"/>
                <a:gd name="T32" fmla="*/ 5 w 128"/>
                <a:gd name="T33" fmla="*/ 5 h 114"/>
                <a:gd name="T34" fmla="*/ 123 w 128"/>
                <a:gd name="T35" fmla="*/ 5 h 114"/>
                <a:gd name="T36" fmla="*/ 123 w 128"/>
                <a:gd name="T3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1" name="Oval 76"/>
            <p:cNvSpPr>
              <a:spLocks noChangeArrowheads="1"/>
            </p:cNvSpPr>
            <p:nvPr/>
          </p:nvSpPr>
          <p:spPr bwMode="auto">
            <a:xfrm>
              <a:off x="3506788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2" name="Oval 77"/>
            <p:cNvSpPr>
              <a:spLocks noChangeArrowheads="1"/>
            </p:cNvSpPr>
            <p:nvPr/>
          </p:nvSpPr>
          <p:spPr bwMode="auto">
            <a:xfrm>
              <a:off x="3571875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Oval 78"/>
            <p:cNvSpPr>
              <a:spLocks noChangeArrowheads="1"/>
            </p:cNvSpPr>
            <p:nvPr/>
          </p:nvSpPr>
          <p:spPr bwMode="auto">
            <a:xfrm>
              <a:off x="3638550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4" name="Freeform 79"/>
            <p:cNvSpPr/>
            <p:nvPr/>
          </p:nvSpPr>
          <p:spPr bwMode="auto">
            <a:xfrm>
              <a:off x="3597275" y="5387975"/>
              <a:ext cx="187325" cy="15875"/>
            </a:xfrm>
            <a:custGeom>
              <a:avLst/>
              <a:gdLst>
                <a:gd name="T0" fmla="*/ 3 w 50"/>
                <a:gd name="T1" fmla="*/ 4 h 4"/>
                <a:gd name="T2" fmla="*/ 47 w 50"/>
                <a:gd name="T3" fmla="*/ 4 h 4"/>
                <a:gd name="T4" fmla="*/ 50 w 50"/>
                <a:gd name="T5" fmla="*/ 2 h 4"/>
                <a:gd name="T6" fmla="*/ 47 w 50"/>
                <a:gd name="T7" fmla="*/ 0 h 4"/>
                <a:gd name="T8" fmla="*/ 3 w 50"/>
                <a:gd name="T9" fmla="*/ 0 h 4"/>
                <a:gd name="T10" fmla="*/ 0 w 50"/>
                <a:gd name="T11" fmla="*/ 2 h 4"/>
                <a:gd name="T12" fmla="*/ 3 w 5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4">
                  <a:moveTo>
                    <a:pt x="3" y="4"/>
                  </a:moveTo>
                  <a:cubicBezTo>
                    <a:pt x="47" y="4"/>
                    <a:pt x="47" y="4"/>
                    <a:pt x="47" y="4"/>
                  </a:cubicBezTo>
                  <a:cubicBezTo>
                    <a:pt x="49" y="4"/>
                    <a:pt x="50" y="3"/>
                    <a:pt x="50" y="2"/>
                  </a:cubicBezTo>
                  <a:cubicBezTo>
                    <a:pt x="50" y="1"/>
                    <a:pt x="49" y="0"/>
                    <a:pt x="4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2489200" y="5140325"/>
            <a:ext cx="481013" cy="428625"/>
            <a:chOff x="2489200" y="5140325"/>
            <a:chExt cx="481013" cy="428625"/>
          </a:xfrm>
          <a:solidFill>
            <a:schemeClr val="accent1"/>
          </a:solidFill>
        </p:grpSpPr>
        <p:sp>
          <p:nvSpPr>
            <p:cNvPr id="115" name="Freeform 80"/>
            <p:cNvSpPr>
              <a:spLocks noEditPoints="1"/>
            </p:cNvSpPr>
            <p:nvPr/>
          </p:nvSpPr>
          <p:spPr bwMode="auto">
            <a:xfrm>
              <a:off x="2489200" y="5140325"/>
              <a:ext cx="481013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123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123 w 128"/>
                <a:gd name="T25" fmla="*/ 27 h 114"/>
                <a:gd name="T26" fmla="*/ 123 w 128"/>
                <a:gd name="T27" fmla="*/ 109 h 114"/>
                <a:gd name="T28" fmla="*/ 123 w 128"/>
                <a:gd name="T29" fmla="*/ 23 h 114"/>
                <a:gd name="T30" fmla="*/ 5 w 128"/>
                <a:gd name="T31" fmla="*/ 23 h 114"/>
                <a:gd name="T32" fmla="*/ 5 w 128"/>
                <a:gd name="T33" fmla="*/ 5 h 114"/>
                <a:gd name="T34" fmla="*/ 123 w 128"/>
                <a:gd name="T35" fmla="*/ 5 h 114"/>
                <a:gd name="T36" fmla="*/ 123 w 128"/>
                <a:gd name="T3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Oval 81"/>
            <p:cNvSpPr>
              <a:spLocks noChangeArrowheads="1"/>
            </p:cNvSpPr>
            <p:nvPr/>
          </p:nvSpPr>
          <p:spPr bwMode="auto">
            <a:xfrm>
              <a:off x="2546350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7" name="Oval 82"/>
            <p:cNvSpPr>
              <a:spLocks noChangeArrowheads="1"/>
            </p:cNvSpPr>
            <p:nvPr/>
          </p:nvSpPr>
          <p:spPr bwMode="auto">
            <a:xfrm>
              <a:off x="2609850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8" name="Oval 83"/>
            <p:cNvSpPr>
              <a:spLocks noChangeArrowheads="1"/>
            </p:cNvSpPr>
            <p:nvPr/>
          </p:nvSpPr>
          <p:spPr bwMode="auto">
            <a:xfrm>
              <a:off x="2678113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Freeform 84"/>
            <p:cNvSpPr/>
            <p:nvPr/>
          </p:nvSpPr>
          <p:spPr bwMode="auto">
            <a:xfrm>
              <a:off x="2636838" y="5305425"/>
              <a:ext cx="187325" cy="184150"/>
            </a:xfrm>
            <a:custGeom>
              <a:avLst/>
              <a:gdLst>
                <a:gd name="T0" fmla="*/ 3 w 50"/>
                <a:gd name="T1" fmla="*/ 26 h 49"/>
                <a:gd name="T2" fmla="*/ 23 w 50"/>
                <a:gd name="T3" fmla="*/ 26 h 49"/>
                <a:gd name="T4" fmla="*/ 23 w 50"/>
                <a:gd name="T5" fmla="*/ 46 h 49"/>
                <a:gd name="T6" fmla="*/ 25 w 50"/>
                <a:gd name="T7" fmla="*/ 49 h 49"/>
                <a:gd name="T8" fmla="*/ 27 w 50"/>
                <a:gd name="T9" fmla="*/ 46 h 49"/>
                <a:gd name="T10" fmla="*/ 27 w 50"/>
                <a:gd name="T11" fmla="*/ 26 h 49"/>
                <a:gd name="T12" fmla="*/ 47 w 50"/>
                <a:gd name="T13" fmla="*/ 26 h 49"/>
                <a:gd name="T14" fmla="*/ 50 w 50"/>
                <a:gd name="T15" fmla="*/ 24 h 49"/>
                <a:gd name="T16" fmla="*/ 47 w 50"/>
                <a:gd name="T17" fmla="*/ 22 h 49"/>
                <a:gd name="T18" fmla="*/ 27 w 50"/>
                <a:gd name="T19" fmla="*/ 22 h 49"/>
                <a:gd name="T20" fmla="*/ 27 w 50"/>
                <a:gd name="T21" fmla="*/ 2 h 49"/>
                <a:gd name="T22" fmla="*/ 25 w 50"/>
                <a:gd name="T23" fmla="*/ 0 h 49"/>
                <a:gd name="T24" fmla="*/ 23 w 50"/>
                <a:gd name="T25" fmla="*/ 2 h 49"/>
                <a:gd name="T26" fmla="*/ 23 w 50"/>
                <a:gd name="T27" fmla="*/ 22 h 49"/>
                <a:gd name="T28" fmla="*/ 3 w 50"/>
                <a:gd name="T29" fmla="*/ 22 h 49"/>
                <a:gd name="T30" fmla="*/ 0 w 50"/>
                <a:gd name="T31" fmla="*/ 24 h 49"/>
                <a:gd name="T32" fmla="*/ 3 w 50"/>
                <a:gd name="T33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49">
                  <a:moveTo>
                    <a:pt x="3" y="26"/>
                  </a:moveTo>
                  <a:cubicBezTo>
                    <a:pt x="23" y="26"/>
                    <a:pt x="23" y="26"/>
                    <a:pt x="23" y="2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8"/>
                    <a:pt x="24" y="49"/>
                    <a:pt x="25" y="49"/>
                  </a:cubicBezTo>
                  <a:cubicBezTo>
                    <a:pt x="26" y="49"/>
                    <a:pt x="27" y="48"/>
                    <a:pt x="27" y="4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8" y="26"/>
                    <a:pt x="50" y="25"/>
                    <a:pt x="50" y="24"/>
                  </a:cubicBezTo>
                  <a:cubicBezTo>
                    <a:pt x="50" y="23"/>
                    <a:pt x="48" y="22"/>
                    <a:pt x="47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1"/>
                    <a:pt x="26" y="0"/>
                    <a:pt x="25" y="0"/>
                  </a:cubicBezTo>
                  <a:cubicBezTo>
                    <a:pt x="24" y="0"/>
                    <a:pt x="23" y="1"/>
                    <a:pt x="23" y="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5"/>
                    <a:pt x="1" y="26"/>
                    <a:pt x="3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1528763" y="5113338"/>
            <a:ext cx="481013" cy="481013"/>
            <a:chOff x="1528763" y="5113338"/>
            <a:chExt cx="481013" cy="481013"/>
          </a:xfrm>
          <a:solidFill>
            <a:schemeClr val="accent1"/>
          </a:solidFill>
        </p:grpSpPr>
        <p:sp>
          <p:nvSpPr>
            <p:cNvPr id="120" name="Oval 85"/>
            <p:cNvSpPr>
              <a:spLocks noChangeArrowheads="1"/>
            </p:cNvSpPr>
            <p:nvPr/>
          </p:nvSpPr>
          <p:spPr bwMode="auto">
            <a:xfrm>
              <a:off x="1584325" y="515143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1" name="Oval 86"/>
            <p:cNvSpPr>
              <a:spLocks noChangeArrowheads="1"/>
            </p:cNvSpPr>
            <p:nvPr/>
          </p:nvSpPr>
          <p:spPr bwMode="auto">
            <a:xfrm>
              <a:off x="1649413" y="515143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" name="Oval 87"/>
            <p:cNvSpPr>
              <a:spLocks noChangeArrowheads="1"/>
            </p:cNvSpPr>
            <p:nvPr/>
          </p:nvSpPr>
          <p:spPr bwMode="auto">
            <a:xfrm>
              <a:off x="1716088" y="515143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3" name="Freeform 88"/>
            <p:cNvSpPr>
              <a:spLocks noEditPoints="1"/>
            </p:cNvSpPr>
            <p:nvPr/>
          </p:nvSpPr>
          <p:spPr bwMode="auto">
            <a:xfrm>
              <a:off x="1528763" y="5113338"/>
              <a:ext cx="481013" cy="481013"/>
            </a:xfrm>
            <a:custGeom>
              <a:avLst/>
              <a:gdLst>
                <a:gd name="T0" fmla="*/ 122 w 128"/>
                <a:gd name="T1" fmla="*/ 22 h 128"/>
                <a:gd name="T2" fmla="*/ 113 w 128"/>
                <a:gd name="T3" fmla="*/ 22 h 128"/>
                <a:gd name="T4" fmla="*/ 113 w 128"/>
                <a:gd name="T5" fmla="*/ 6 h 128"/>
                <a:gd name="T6" fmla="*/ 107 w 128"/>
                <a:gd name="T7" fmla="*/ 0 h 128"/>
                <a:gd name="T8" fmla="*/ 6 w 128"/>
                <a:gd name="T9" fmla="*/ 0 h 128"/>
                <a:gd name="T10" fmla="*/ 0 w 128"/>
                <a:gd name="T11" fmla="*/ 6 h 128"/>
                <a:gd name="T12" fmla="*/ 0 w 128"/>
                <a:gd name="T13" fmla="*/ 100 h 128"/>
                <a:gd name="T14" fmla="*/ 6 w 128"/>
                <a:gd name="T15" fmla="*/ 106 h 128"/>
                <a:gd name="T16" fmla="*/ 15 w 128"/>
                <a:gd name="T17" fmla="*/ 106 h 128"/>
                <a:gd name="T18" fmla="*/ 15 w 128"/>
                <a:gd name="T19" fmla="*/ 122 h 128"/>
                <a:gd name="T20" fmla="*/ 21 w 128"/>
                <a:gd name="T21" fmla="*/ 128 h 128"/>
                <a:gd name="T22" fmla="*/ 122 w 128"/>
                <a:gd name="T23" fmla="*/ 128 h 128"/>
                <a:gd name="T24" fmla="*/ 128 w 128"/>
                <a:gd name="T25" fmla="*/ 122 h 128"/>
                <a:gd name="T26" fmla="*/ 128 w 128"/>
                <a:gd name="T27" fmla="*/ 28 h 128"/>
                <a:gd name="T28" fmla="*/ 122 w 128"/>
                <a:gd name="T29" fmla="*/ 22 h 128"/>
                <a:gd name="T30" fmla="*/ 15 w 128"/>
                <a:gd name="T31" fmla="*/ 101 h 128"/>
                <a:gd name="T32" fmla="*/ 5 w 128"/>
                <a:gd name="T33" fmla="*/ 101 h 128"/>
                <a:gd name="T34" fmla="*/ 5 w 128"/>
                <a:gd name="T35" fmla="*/ 27 h 128"/>
                <a:gd name="T36" fmla="*/ 15 w 128"/>
                <a:gd name="T37" fmla="*/ 27 h 128"/>
                <a:gd name="T38" fmla="*/ 15 w 128"/>
                <a:gd name="T39" fmla="*/ 101 h 128"/>
                <a:gd name="T40" fmla="*/ 5 w 128"/>
                <a:gd name="T41" fmla="*/ 22 h 128"/>
                <a:gd name="T42" fmla="*/ 5 w 128"/>
                <a:gd name="T43" fmla="*/ 5 h 128"/>
                <a:gd name="T44" fmla="*/ 109 w 128"/>
                <a:gd name="T45" fmla="*/ 5 h 128"/>
                <a:gd name="T46" fmla="*/ 109 w 128"/>
                <a:gd name="T47" fmla="*/ 22 h 128"/>
                <a:gd name="T48" fmla="*/ 5 w 128"/>
                <a:gd name="T49" fmla="*/ 22 h 128"/>
                <a:gd name="T50" fmla="*/ 123 w 128"/>
                <a:gd name="T51" fmla="*/ 123 h 128"/>
                <a:gd name="T52" fmla="*/ 19 w 128"/>
                <a:gd name="T53" fmla="*/ 123 h 128"/>
                <a:gd name="T54" fmla="*/ 19 w 128"/>
                <a:gd name="T55" fmla="*/ 49 h 128"/>
                <a:gd name="T56" fmla="*/ 123 w 128"/>
                <a:gd name="T57" fmla="*/ 49 h 128"/>
                <a:gd name="T58" fmla="*/ 123 w 128"/>
                <a:gd name="T59" fmla="*/ 123 h 128"/>
                <a:gd name="T60" fmla="*/ 123 w 128"/>
                <a:gd name="T61" fmla="*/ 44 h 128"/>
                <a:gd name="T62" fmla="*/ 19 w 128"/>
                <a:gd name="T63" fmla="*/ 44 h 128"/>
                <a:gd name="T64" fmla="*/ 19 w 128"/>
                <a:gd name="T65" fmla="*/ 27 h 128"/>
                <a:gd name="T66" fmla="*/ 123 w 128"/>
                <a:gd name="T67" fmla="*/ 27 h 128"/>
                <a:gd name="T68" fmla="*/ 123 w 128"/>
                <a:gd name="T69" fmla="*/ 4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8">
                  <a:moveTo>
                    <a:pt x="122" y="22"/>
                  </a:moveTo>
                  <a:cubicBezTo>
                    <a:pt x="113" y="22"/>
                    <a:pt x="113" y="22"/>
                    <a:pt x="113" y="22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3"/>
                    <a:pt x="110" y="0"/>
                    <a:pt x="10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3"/>
                    <a:pt x="3" y="106"/>
                    <a:pt x="6" y="106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5"/>
                    <a:pt x="18" y="128"/>
                    <a:pt x="21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28"/>
                    <a:pt x="128" y="28"/>
                    <a:pt x="128" y="28"/>
                  </a:cubicBezTo>
                  <a:cubicBezTo>
                    <a:pt x="128" y="25"/>
                    <a:pt x="125" y="22"/>
                    <a:pt x="122" y="22"/>
                  </a:cubicBezTo>
                  <a:close/>
                  <a:moveTo>
                    <a:pt x="15" y="101"/>
                  </a:moveTo>
                  <a:cubicBezTo>
                    <a:pt x="5" y="101"/>
                    <a:pt x="5" y="101"/>
                    <a:pt x="5" y="10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5" y="101"/>
                  </a:lnTo>
                  <a:close/>
                  <a:moveTo>
                    <a:pt x="5" y="22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22"/>
                    <a:pt x="109" y="22"/>
                    <a:pt x="109" y="22"/>
                  </a:cubicBezTo>
                  <a:lnTo>
                    <a:pt x="5" y="22"/>
                  </a:lnTo>
                  <a:close/>
                  <a:moveTo>
                    <a:pt x="123" y="123"/>
                  </a:moveTo>
                  <a:cubicBezTo>
                    <a:pt x="19" y="123"/>
                    <a:pt x="19" y="123"/>
                    <a:pt x="19" y="123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23" y="49"/>
                    <a:pt x="123" y="49"/>
                    <a:pt x="123" y="49"/>
                  </a:cubicBezTo>
                  <a:lnTo>
                    <a:pt x="123" y="123"/>
                  </a:lnTo>
                  <a:close/>
                  <a:moveTo>
                    <a:pt x="123" y="44"/>
                  </a:moveTo>
                  <a:cubicBezTo>
                    <a:pt x="19" y="44"/>
                    <a:pt x="19" y="44"/>
                    <a:pt x="19" y="44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4" name="Oval 89"/>
            <p:cNvSpPr>
              <a:spLocks noChangeArrowheads="1"/>
            </p:cNvSpPr>
            <p:nvPr/>
          </p:nvSpPr>
          <p:spPr bwMode="auto">
            <a:xfrm>
              <a:off x="1641475" y="5233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5" name="Oval 90"/>
            <p:cNvSpPr>
              <a:spLocks noChangeArrowheads="1"/>
            </p:cNvSpPr>
            <p:nvPr/>
          </p:nvSpPr>
          <p:spPr bwMode="auto">
            <a:xfrm>
              <a:off x="1704975" y="5233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" name="Oval 91"/>
            <p:cNvSpPr>
              <a:spLocks noChangeArrowheads="1"/>
            </p:cNvSpPr>
            <p:nvPr/>
          </p:nvSpPr>
          <p:spPr bwMode="auto">
            <a:xfrm>
              <a:off x="1773238" y="5233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>
            <a:off x="568325" y="5140325"/>
            <a:ext cx="479425" cy="428625"/>
            <a:chOff x="568325" y="5140325"/>
            <a:chExt cx="479425" cy="428625"/>
          </a:xfrm>
          <a:solidFill>
            <a:schemeClr val="accent1"/>
          </a:solidFill>
        </p:grpSpPr>
        <p:sp>
          <p:nvSpPr>
            <p:cNvPr id="127" name="Freeform 92"/>
            <p:cNvSpPr>
              <a:spLocks noEditPoints="1"/>
            </p:cNvSpPr>
            <p:nvPr/>
          </p:nvSpPr>
          <p:spPr bwMode="auto">
            <a:xfrm>
              <a:off x="568325" y="5140325"/>
              <a:ext cx="479425" cy="428625"/>
            </a:xfrm>
            <a:custGeom>
              <a:avLst/>
              <a:gdLst>
                <a:gd name="T0" fmla="*/ 122 w 128"/>
                <a:gd name="T1" fmla="*/ 0 h 114"/>
                <a:gd name="T2" fmla="*/ 6 w 128"/>
                <a:gd name="T3" fmla="*/ 0 h 114"/>
                <a:gd name="T4" fmla="*/ 0 w 128"/>
                <a:gd name="T5" fmla="*/ 6 h 114"/>
                <a:gd name="T6" fmla="*/ 0 w 128"/>
                <a:gd name="T7" fmla="*/ 108 h 114"/>
                <a:gd name="T8" fmla="*/ 6 w 128"/>
                <a:gd name="T9" fmla="*/ 114 h 114"/>
                <a:gd name="T10" fmla="*/ 122 w 128"/>
                <a:gd name="T11" fmla="*/ 114 h 114"/>
                <a:gd name="T12" fmla="*/ 128 w 128"/>
                <a:gd name="T13" fmla="*/ 108 h 114"/>
                <a:gd name="T14" fmla="*/ 128 w 128"/>
                <a:gd name="T15" fmla="*/ 6 h 114"/>
                <a:gd name="T16" fmla="*/ 122 w 128"/>
                <a:gd name="T17" fmla="*/ 0 h 114"/>
                <a:gd name="T18" fmla="*/ 123 w 128"/>
                <a:gd name="T19" fmla="*/ 109 h 114"/>
                <a:gd name="T20" fmla="*/ 5 w 128"/>
                <a:gd name="T21" fmla="*/ 109 h 114"/>
                <a:gd name="T22" fmla="*/ 5 w 128"/>
                <a:gd name="T23" fmla="*/ 27 h 114"/>
                <a:gd name="T24" fmla="*/ 123 w 128"/>
                <a:gd name="T25" fmla="*/ 27 h 114"/>
                <a:gd name="T26" fmla="*/ 123 w 128"/>
                <a:gd name="T27" fmla="*/ 109 h 114"/>
                <a:gd name="T28" fmla="*/ 123 w 128"/>
                <a:gd name="T29" fmla="*/ 23 h 114"/>
                <a:gd name="T30" fmla="*/ 5 w 128"/>
                <a:gd name="T31" fmla="*/ 23 h 114"/>
                <a:gd name="T32" fmla="*/ 5 w 128"/>
                <a:gd name="T33" fmla="*/ 5 h 114"/>
                <a:gd name="T34" fmla="*/ 123 w 128"/>
                <a:gd name="T35" fmla="*/ 5 h 114"/>
                <a:gd name="T36" fmla="*/ 123 w 128"/>
                <a:gd name="T37" fmla="*/ 2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1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5" y="114"/>
                    <a:pt x="128" y="111"/>
                    <a:pt x="128" y="10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123" y="27"/>
                    <a:pt x="123" y="27"/>
                    <a:pt x="123" y="27"/>
                  </a:cubicBezTo>
                  <a:lnTo>
                    <a:pt x="123" y="109"/>
                  </a:lnTo>
                  <a:close/>
                  <a:moveTo>
                    <a:pt x="123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8" name="Oval 93"/>
            <p:cNvSpPr>
              <a:spLocks noChangeArrowheads="1"/>
            </p:cNvSpPr>
            <p:nvPr/>
          </p:nvSpPr>
          <p:spPr bwMode="auto">
            <a:xfrm>
              <a:off x="623888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9" name="Oval 94"/>
            <p:cNvSpPr>
              <a:spLocks noChangeArrowheads="1"/>
            </p:cNvSpPr>
            <p:nvPr/>
          </p:nvSpPr>
          <p:spPr bwMode="auto">
            <a:xfrm>
              <a:off x="687388" y="51784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0" name="Oval 95"/>
            <p:cNvSpPr>
              <a:spLocks noChangeArrowheads="1"/>
            </p:cNvSpPr>
            <p:nvPr/>
          </p:nvSpPr>
          <p:spPr bwMode="auto">
            <a:xfrm>
              <a:off x="755650" y="5178425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31" name="Freeform 96"/>
          <p:cNvSpPr>
            <a:spLocks noEditPoints="1"/>
          </p:cNvSpPr>
          <p:nvPr/>
        </p:nvSpPr>
        <p:spPr bwMode="auto">
          <a:xfrm>
            <a:off x="11136313" y="4148138"/>
            <a:ext cx="487363" cy="488950"/>
          </a:xfrm>
          <a:custGeom>
            <a:avLst/>
            <a:gdLst>
              <a:gd name="T0" fmla="*/ 128 w 130"/>
              <a:gd name="T1" fmla="*/ 128 h 130"/>
              <a:gd name="T2" fmla="*/ 129 w 130"/>
              <a:gd name="T3" fmla="*/ 106 h 130"/>
              <a:gd name="T4" fmla="*/ 128 w 130"/>
              <a:gd name="T5" fmla="*/ 104 h 130"/>
              <a:gd name="T6" fmla="*/ 127 w 130"/>
              <a:gd name="T7" fmla="*/ 27 h 130"/>
              <a:gd name="T8" fmla="*/ 111 w 130"/>
              <a:gd name="T9" fmla="*/ 3 h 130"/>
              <a:gd name="T10" fmla="*/ 65 w 130"/>
              <a:gd name="T11" fmla="*/ 41 h 130"/>
              <a:gd name="T12" fmla="*/ 18 w 130"/>
              <a:gd name="T13" fmla="*/ 1 h 130"/>
              <a:gd name="T14" fmla="*/ 1 w 130"/>
              <a:gd name="T15" fmla="*/ 18 h 130"/>
              <a:gd name="T16" fmla="*/ 41 w 130"/>
              <a:gd name="T17" fmla="*/ 65 h 130"/>
              <a:gd name="T18" fmla="*/ 3 w 130"/>
              <a:gd name="T19" fmla="*/ 111 h 130"/>
              <a:gd name="T20" fmla="*/ 27 w 130"/>
              <a:gd name="T21" fmla="*/ 127 h 130"/>
              <a:gd name="T22" fmla="*/ 104 w 130"/>
              <a:gd name="T23" fmla="*/ 128 h 130"/>
              <a:gd name="T24" fmla="*/ 127 w 130"/>
              <a:gd name="T25" fmla="*/ 129 h 130"/>
              <a:gd name="T26" fmla="*/ 85 w 130"/>
              <a:gd name="T27" fmla="*/ 40 h 130"/>
              <a:gd name="T28" fmla="*/ 88 w 130"/>
              <a:gd name="T29" fmla="*/ 37 h 130"/>
              <a:gd name="T30" fmla="*/ 94 w 130"/>
              <a:gd name="T31" fmla="*/ 18 h 130"/>
              <a:gd name="T32" fmla="*/ 104 w 130"/>
              <a:gd name="T33" fmla="*/ 24 h 130"/>
              <a:gd name="T34" fmla="*/ 104 w 130"/>
              <a:gd name="T35" fmla="*/ 21 h 130"/>
              <a:gd name="T36" fmla="*/ 107 w 130"/>
              <a:gd name="T37" fmla="*/ 5 h 130"/>
              <a:gd name="T38" fmla="*/ 86 w 130"/>
              <a:gd name="T39" fmla="*/ 62 h 130"/>
              <a:gd name="T40" fmla="*/ 78 w 130"/>
              <a:gd name="T41" fmla="*/ 34 h 130"/>
              <a:gd name="T42" fmla="*/ 9 w 130"/>
              <a:gd name="T43" fmla="*/ 27 h 130"/>
              <a:gd name="T44" fmla="*/ 9 w 130"/>
              <a:gd name="T45" fmla="*/ 9 h 130"/>
              <a:gd name="T46" fmla="*/ 31 w 130"/>
              <a:gd name="T47" fmla="*/ 13 h 130"/>
              <a:gd name="T48" fmla="*/ 10 w 130"/>
              <a:gd name="T49" fmla="*/ 28 h 130"/>
              <a:gd name="T50" fmla="*/ 34 w 130"/>
              <a:gd name="T51" fmla="*/ 16 h 130"/>
              <a:gd name="T52" fmla="*/ 23 w 130"/>
              <a:gd name="T53" fmla="*/ 41 h 130"/>
              <a:gd name="T54" fmla="*/ 23 w 130"/>
              <a:gd name="T55" fmla="*/ 125 h 130"/>
              <a:gd name="T56" fmla="*/ 15 w 130"/>
              <a:gd name="T57" fmla="*/ 97 h 130"/>
              <a:gd name="T58" fmla="*/ 24 w 130"/>
              <a:gd name="T59" fmla="*/ 104 h 130"/>
              <a:gd name="T60" fmla="*/ 18 w 130"/>
              <a:gd name="T61" fmla="*/ 94 h 130"/>
              <a:gd name="T62" fmla="*/ 37 w 130"/>
              <a:gd name="T63" fmla="*/ 88 h 130"/>
              <a:gd name="T64" fmla="*/ 40 w 130"/>
              <a:gd name="T65" fmla="*/ 85 h 130"/>
              <a:gd name="T66" fmla="*/ 44 w 130"/>
              <a:gd name="T67" fmla="*/ 68 h 130"/>
              <a:gd name="T68" fmla="*/ 23 w 130"/>
              <a:gd name="T69" fmla="*/ 125 h 130"/>
              <a:gd name="T70" fmla="*/ 107 w 130"/>
              <a:gd name="T71" fmla="*/ 124 h 130"/>
              <a:gd name="T72" fmla="*/ 44 w 130"/>
              <a:gd name="T73" fmla="*/ 27 h 130"/>
              <a:gd name="T74" fmla="*/ 124 w 130"/>
              <a:gd name="T75" fmla="*/ 107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0" h="130">
                <a:moveTo>
                  <a:pt x="127" y="129"/>
                </a:moveTo>
                <a:cubicBezTo>
                  <a:pt x="127" y="129"/>
                  <a:pt x="128" y="129"/>
                  <a:pt x="128" y="128"/>
                </a:cubicBezTo>
                <a:cubicBezTo>
                  <a:pt x="129" y="128"/>
                  <a:pt x="129" y="127"/>
                  <a:pt x="129" y="127"/>
                </a:cubicBezTo>
                <a:cubicBezTo>
                  <a:pt x="129" y="106"/>
                  <a:pt x="129" y="106"/>
                  <a:pt x="129" y="106"/>
                </a:cubicBezTo>
                <a:cubicBezTo>
                  <a:pt x="129" y="106"/>
                  <a:pt x="129" y="106"/>
                  <a:pt x="129" y="106"/>
                </a:cubicBezTo>
                <a:cubicBezTo>
                  <a:pt x="129" y="105"/>
                  <a:pt x="129" y="105"/>
                  <a:pt x="128" y="104"/>
                </a:cubicBezTo>
                <a:cubicBezTo>
                  <a:pt x="89" y="65"/>
                  <a:pt x="89" y="65"/>
                  <a:pt x="89" y="65"/>
                </a:cubicBezTo>
                <a:cubicBezTo>
                  <a:pt x="127" y="27"/>
                  <a:pt x="127" y="27"/>
                  <a:pt x="127" y="27"/>
                </a:cubicBezTo>
                <a:cubicBezTo>
                  <a:pt x="130" y="25"/>
                  <a:pt x="130" y="21"/>
                  <a:pt x="127" y="19"/>
                </a:cubicBezTo>
                <a:cubicBezTo>
                  <a:pt x="111" y="3"/>
                  <a:pt x="111" y="3"/>
                  <a:pt x="111" y="3"/>
                </a:cubicBezTo>
                <a:cubicBezTo>
                  <a:pt x="109" y="0"/>
                  <a:pt x="105" y="0"/>
                  <a:pt x="103" y="3"/>
                </a:cubicBezTo>
                <a:cubicBezTo>
                  <a:pt x="65" y="41"/>
                  <a:pt x="65" y="41"/>
                  <a:pt x="65" y="41"/>
                </a:cubicBezTo>
                <a:cubicBezTo>
                  <a:pt x="30" y="6"/>
                  <a:pt x="30" y="6"/>
                  <a:pt x="30" y="6"/>
                </a:cubicBezTo>
                <a:cubicBezTo>
                  <a:pt x="27" y="3"/>
                  <a:pt x="23" y="1"/>
                  <a:pt x="18" y="1"/>
                </a:cubicBezTo>
                <a:cubicBezTo>
                  <a:pt x="14" y="1"/>
                  <a:pt x="9" y="3"/>
                  <a:pt x="6" y="6"/>
                </a:cubicBezTo>
                <a:cubicBezTo>
                  <a:pt x="3" y="9"/>
                  <a:pt x="1" y="14"/>
                  <a:pt x="1" y="18"/>
                </a:cubicBezTo>
                <a:cubicBezTo>
                  <a:pt x="1" y="23"/>
                  <a:pt x="3" y="27"/>
                  <a:pt x="6" y="30"/>
                </a:cubicBezTo>
                <a:cubicBezTo>
                  <a:pt x="41" y="65"/>
                  <a:pt x="41" y="65"/>
                  <a:pt x="41" y="65"/>
                </a:cubicBezTo>
                <a:cubicBezTo>
                  <a:pt x="3" y="103"/>
                  <a:pt x="3" y="103"/>
                  <a:pt x="3" y="103"/>
                </a:cubicBezTo>
                <a:cubicBezTo>
                  <a:pt x="0" y="105"/>
                  <a:pt x="0" y="109"/>
                  <a:pt x="3" y="111"/>
                </a:cubicBezTo>
                <a:cubicBezTo>
                  <a:pt x="19" y="127"/>
                  <a:pt x="19" y="127"/>
                  <a:pt x="19" y="127"/>
                </a:cubicBezTo>
                <a:cubicBezTo>
                  <a:pt x="21" y="130"/>
                  <a:pt x="25" y="130"/>
                  <a:pt x="27" y="127"/>
                </a:cubicBezTo>
                <a:cubicBezTo>
                  <a:pt x="65" y="89"/>
                  <a:pt x="65" y="89"/>
                  <a:pt x="65" y="89"/>
                </a:cubicBezTo>
                <a:cubicBezTo>
                  <a:pt x="104" y="128"/>
                  <a:pt x="104" y="128"/>
                  <a:pt x="104" y="128"/>
                </a:cubicBezTo>
                <a:cubicBezTo>
                  <a:pt x="105" y="129"/>
                  <a:pt x="105" y="129"/>
                  <a:pt x="106" y="129"/>
                </a:cubicBezTo>
                <a:cubicBezTo>
                  <a:pt x="127" y="129"/>
                  <a:pt x="127" y="129"/>
                  <a:pt x="127" y="129"/>
                </a:cubicBezTo>
                <a:close/>
                <a:moveTo>
                  <a:pt x="78" y="34"/>
                </a:moveTo>
                <a:cubicBezTo>
                  <a:pt x="85" y="40"/>
                  <a:pt x="85" y="40"/>
                  <a:pt x="85" y="40"/>
                </a:cubicBezTo>
                <a:cubicBezTo>
                  <a:pt x="85" y="41"/>
                  <a:pt x="87" y="41"/>
                  <a:pt x="88" y="40"/>
                </a:cubicBezTo>
                <a:cubicBezTo>
                  <a:pt x="89" y="39"/>
                  <a:pt x="89" y="38"/>
                  <a:pt x="88" y="37"/>
                </a:cubicBezTo>
                <a:cubicBezTo>
                  <a:pt x="82" y="31"/>
                  <a:pt x="82" y="31"/>
                  <a:pt x="82" y="31"/>
                </a:cubicBezTo>
                <a:cubicBezTo>
                  <a:pt x="94" y="18"/>
                  <a:pt x="94" y="18"/>
                  <a:pt x="94" y="18"/>
                </a:cubicBezTo>
                <a:cubicBezTo>
                  <a:pt x="100" y="24"/>
                  <a:pt x="100" y="24"/>
                  <a:pt x="100" y="24"/>
                </a:cubicBezTo>
                <a:cubicBezTo>
                  <a:pt x="101" y="25"/>
                  <a:pt x="103" y="25"/>
                  <a:pt x="104" y="24"/>
                </a:cubicBezTo>
                <a:cubicBezTo>
                  <a:pt x="104" y="24"/>
                  <a:pt x="104" y="23"/>
                  <a:pt x="104" y="23"/>
                </a:cubicBezTo>
                <a:cubicBezTo>
                  <a:pt x="104" y="22"/>
                  <a:pt x="104" y="21"/>
                  <a:pt x="104" y="21"/>
                </a:cubicBezTo>
                <a:cubicBezTo>
                  <a:pt x="97" y="15"/>
                  <a:pt x="97" y="15"/>
                  <a:pt x="97" y="15"/>
                </a:cubicBezTo>
                <a:cubicBezTo>
                  <a:pt x="107" y="5"/>
                  <a:pt x="107" y="5"/>
                  <a:pt x="107" y="5"/>
                </a:cubicBezTo>
                <a:cubicBezTo>
                  <a:pt x="125" y="23"/>
                  <a:pt x="125" y="23"/>
                  <a:pt x="125" y="23"/>
                </a:cubicBezTo>
                <a:cubicBezTo>
                  <a:pt x="86" y="62"/>
                  <a:pt x="86" y="62"/>
                  <a:pt x="86" y="62"/>
                </a:cubicBezTo>
                <a:cubicBezTo>
                  <a:pt x="68" y="44"/>
                  <a:pt x="68" y="44"/>
                  <a:pt x="68" y="44"/>
                </a:cubicBezTo>
                <a:lnTo>
                  <a:pt x="78" y="34"/>
                </a:lnTo>
                <a:close/>
                <a:moveTo>
                  <a:pt x="10" y="28"/>
                </a:moveTo>
                <a:cubicBezTo>
                  <a:pt x="10" y="27"/>
                  <a:pt x="9" y="27"/>
                  <a:pt x="9" y="27"/>
                </a:cubicBezTo>
                <a:cubicBezTo>
                  <a:pt x="7" y="25"/>
                  <a:pt x="6" y="21"/>
                  <a:pt x="6" y="18"/>
                </a:cubicBezTo>
                <a:cubicBezTo>
                  <a:pt x="6" y="15"/>
                  <a:pt x="7" y="12"/>
                  <a:pt x="9" y="9"/>
                </a:cubicBezTo>
                <a:cubicBezTo>
                  <a:pt x="14" y="4"/>
                  <a:pt x="22" y="4"/>
                  <a:pt x="27" y="9"/>
                </a:cubicBezTo>
                <a:cubicBezTo>
                  <a:pt x="31" y="13"/>
                  <a:pt x="31" y="13"/>
                  <a:pt x="31" y="13"/>
                </a:cubicBezTo>
                <a:cubicBezTo>
                  <a:pt x="13" y="31"/>
                  <a:pt x="13" y="31"/>
                  <a:pt x="13" y="31"/>
                </a:cubicBezTo>
                <a:lnTo>
                  <a:pt x="10" y="28"/>
                </a:lnTo>
                <a:close/>
                <a:moveTo>
                  <a:pt x="16" y="34"/>
                </a:moveTo>
                <a:cubicBezTo>
                  <a:pt x="34" y="16"/>
                  <a:pt x="34" y="16"/>
                  <a:pt x="34" y="16"/>
                </a:cubicBezTo>
                <a:cubicBezTo>
                  <a:pt x="41" y="23"/>
                  <a:pt x="41" y="23"/>
                  <a:pt x="41" y="23"/>
                </a:cubicBezTo>
                <a:cubicBezTo>
                  <a:pt x="23" y="41"/>
                  <a:pt x="23" y="41"/>
                  <a:pt x="23" y="41"/>
                </a:cubicBezTo>
                <a:lnTo>
                  <a:pt x="16" y="34"/>
                </a:lnTo>
                <a:close/>
                <a:moveTo>
                  <a:pt x="23" y="125"/>
                </a:moveTo>
                <a:cubicBezTo>
                  <a:pt x="5" y="107"/>
                  <a:pt x="5" y="107"/>
                  <a:pt x="5" y="107"/>
                </a:cubicBezTo>
                <a:cubicBezTo>
                  <a:pt x="15" y="97"/>
                  <a:pt x="15" y="97"/>
                  <a:pt x="15" y="97"/>
                </a:cubicBezTo>
                <a:cubicBezTo>
                  <a:pt x="21" y="104"/>
                  <a:pt x="21" y="104"/>
                  <a:pt x="21" y="104"/>
                </a:cubicBezTo>
                <a:cubicBezTo>
                  <a:pt x="22" y="105"/>
                  <a:pt x="23" y="105"/>
                  <a:pt x="24" y="104"/>
                </a:cubicBezTo>
                <a:cubicBezTo>
                  <a:pt x="25" y="103"/>
                  <a:pt x="25" y="101"/>
                  <a:pt x="24" y="100"/>
                </a:cubicBezTo>
                <a:cubicBezTo>
                  <a:pt x="18" y="94"/>
                  <a:pt x="18" y="94"/>
                  <a:pt x="18" y="94"/>
                </a:cubicBezTo>
                <a:cubicBezTo>
                  <a:pt x="31" y="82"/>
                  <a:pt x="31" y="82"/>
                  <a:pt x="31" y="82"/>
                </a:cubicBezTo>
                <a:cubicBezTo>
                  <a:pt x="37" y="88"/>
                  <a:pt x="37" y="88"/>
                  <a:pt x="37" y="88"/>
                </a:cubicBezTo>
                <a:cubicBezTo>
                  <a:pt x="38" y="89"/>
                  <a:pt x="39" y="89"/>
                  <a:pt x="40" y="88"/>
                </a:cubicBezTo>
                <a:cubicBezTo>
                  <a:pt x="41" y="87"/>
                  <a:pt x="41" y="85"/>
                  <a:pt x="40" y="85"/>
                </a:cubicBezTo>
                <a:cubicBezTo>
                  <a:pt x="34" y="78"/>
                  <a:pt x="34" y="78"/>
                  <a:pt x="34" y="78"/>
                </a:cubicBezTo>
                <a:cubicBezTo>
                  <a:pt x="44" y="68"/>
                  <a:pt x="44" y="68"/>
                  <a:pt x="44" y="68"/>
                </a:cubicBezTo>
                <a:cubicBezTo>
                  <a:pt x="62" y="86"/>
                  <a:pt x="62" y="86"/>
                  <a:pt x="62" y="86"/>
                </a:cubicBezTo>
                <a:lnTo>
                  <a:pt x="23" y="125"/>
                </a:lnTo>
                <a:close/>
                <a:moveTo>
                  <a:pt x="124" y="124"/>
                </a:moveTo>
                <a:cubicBezTo>
                  <a:pt x="107" y="124"/>
                  <a:pt x="107" y="124"/>
                  <a:pt x="107" y="124"/>
                </a:cubicBezTo>
                <a:cubicBezTo>
                  <a:pt x="27" y="44"/>
                  <a:pt x="27" y="44"/>
                  <a:pt x="27" y="44"/>
                </a:cubicBezTo>
                <a:cubicBezTo>
                  <a:pt x="44" y="27"/>
                  <a:pt x="44" y="27"/>
                  <a:pt x="44" y="27"/>
                </a:cubicBezTo>
                <a:cubicBezTo>
                  <a:pt x="45" y="28"/>
                  <a:pt x="45" y="28"/>
                  <a:pt x="45" y="28"/>
                </a:cubicBezTo>
                <a:cubicBezTo>
                  <a:pt x="124" y="107"/>
                  <a:pt x="124" y="107"/>
                  <a:pt x="124" y="107"/>
                </a:cubicBezTo>
                <a:lnTo>
                  <a:pt x="124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Freeform 97"/>
          <p:cNvSpPr>
            <a:spLocks noEditPoints="1"/>
          </p:cNvSpPr>
          <p:nvPr/>
        </p:nvSpPr>
        <p:spPr bwMode="auto">
          <a:xfrm>
            <a:off x="10179050" y="4152900"/>
            <a:ext cx="481013" cy="479425"/>
          </a:xfrm>
          <a:custGeom>
            <a:avLst/>
            <a:gdLst>
              <a:gd name="T0" fmla="*/ 126 w 128"/>
              <a:gd name="T1" fmla="*/ 128 h 128"/>
              <a:gd name="T2" fmla="*/ 128 w 128"/>
              <a:gd name="T3" fmla="*/ 126 h 128"/>
              <a:gd name="T4" fmla="*/ 127 w 128"/>
              <a:gd name="T5" fmla="*/ 103 h 128"/>
              <a:gd name="T6" fmla="*/ 124 w 128"/>
              <a:gd name="T7" fmla="*/ 25 h 128"/>
              <a:gd name="T8" fmla="*/ 124 w 128"/>
              <a:gd name="T9" fmla="*/ 7 h 128"/>
              <a:gd name="T10" fmla="*/ 107 w 128"/>
              <a:gd name="T11" fmla="*/ 8 h 128"/>
              <a:gd name="T12" fmla="*/ 41 w 128"/>
              <a:gd name="T13" fmla="*/ 17 h 128"/>
              <a:gd name="T14" fmla="*/ 17 w 128"/>
              <a:gd name="T15" fmla="*/ 0 h 128"/>
              <a:gd name="T16" fmla="*/ 0 w 128"/>
              <a:gd name="T17" fmla="*/ 17 h 128"/>
              <a:gd name="T18" fmla="*/ 48 w 128"/>
              <a:gd name="T19" fmla="*/ 72 h 128"/>
              <a:gd name="T20" fmla="*/ 37 w 128"/>
              <a:gd name="T21" fmla="*/ 80 h 128"/>
              <a:gd name="T22" fmla="*/ 28 w 128"/>
              <a:gd name="T23" fmla="*/ 87 h 128"/>
              <a:gd name="T24" fmla="*/ 16 w 128"/>
              <a:gd name="T25" fmla="*/ 90 h 128"/>
              <a:gd name="T26" fmla="*/ 7 w 128"/>
              <a:gd name="T27" fmla="*/ 103 h 128"/>
              <a:gd name="T28" fmla="*/ 0 w 128"/>
              <a:gd name="T29" fmla="*/ 118 h 128"/>
              <a:gd name="T30" fmla="*/ 5 w 128"/>
              <a:gd name="T31" fmla="*/ 124 h 128"/>
              <a:gd name="T32" fmla="*/ 35 w 128"/>
              <a:gd name="T33" fmla="*/ 122 h 128"/>
              <a:gd name="T34" fmla="*/ 45 w 128"/>
              <a:gd name="T35" fmla="*/ 105 h 128"/>
              <a:gd name="T36" fmla="*/ 51 w 128"/>
              <a:gd name="T37" fmla="*/ 98 h 128"/>
              <a:gd name="T38" fmla="*/ 50 w 128"/>
              <a:gd name="T39" fmla="*/ 93 h 128"/>
              <a:gd name="T40" fmla="*/ 103 w 128"/>
              <a:gd name="T41" fmla="*/ 127 h 128"/>
              <a:gd name="T42" fmla="*/ 105 w 128"/>
              <a:gd name="T43" fmla="*/ 128 h 128"/>
              <a:gd name="T44" fmla="*/ 110 w 128"/>
              <a:gd name="T45" fmla="*/ 11 h 128"/>
              <a:gd name="T46" fmla="*/ 111 w 128"/>
              <a:gd name="T47" fmla="*/ 10 h 128"/>
              <a:gd name="T48" fmla="*/ 124 w 128"/>
              <a:gd name="T49" fmla="*/ 15 h 128"/>
              <a:gd name="T50" fmla="*/ 82 w 128"/>
              <a:gd name="T51" fmla="*/ 57 h 128"/>
              <a:gd name="T52" fmla="*/ 110 w 128"/>
              <a:gd name="T53" fmla="*/ 11 h 128"/>
              <a:gd name="T54" fmla="*/ 8 w 128"/>
              <a:gd name="T55" fmla="*/ 26 h 128"/>
              <a:gd name="T56" fmla="*/ 8 w 128"/>
              <a:gd name="T57" fmla="*/ 8 h 128"/>
              <a:gd name="T58" fmla="*/ 30 w 128"/>
              <a:gd name="T59" fmla="*/ 12 h 128"/>
              <a:gd name="T60" fmla="*/ 9 w 128"/>
              <a:gd name="T61" fmla="*/ 27 h 128"/>
              <a:gd name="T62" fmla="*/ 33 w 128"/>
              <a:gd name="T63" fmla="*/ 15 h 128"/>
              <a:gd name="T64" fmla="*/ 22 w 128"/>
              <a:gd name="T65" fmla="*/ 40 h 128"/>
              <a:gd name="T66" fmla="*/ 40 w 128"/>
              <a:gd name="T67" fmla="*/ 102 h 128"/>
              <a:gd name="T68" fmla="*/ 40 w 128"/>
              <a:gd name="T69" fmla="*/ 105 h 128"/>
              <a:gd name="T70" fmla="*/ 29 w 128"/>
              <a:gd name="T71" fmla="*/ 119 h 128"/>
              <a:gd name="T72" fmla="*/ 6 w 128"/>
              <a:gd name="T73" fmla="*/ 119 h 128"/>
              <a:gd name="T74" fmla="*/ 5 w 128"/>
              <a:gd name="T75" fmla="*/ 117 h 128"/>
              <a:gd name="T76" fmla="*/ 13 w 128"/>
              <a:gd name="T77" fmla="*/ 100 h 128"/>
              <a:gd name="T78" fmla="*/ 26 w 128"/>
              <a:gd name="T79" fmla="*/ 91 h 128"/>
              <a:gd name="T80" fmla="*/ 35 w 128"/>
              <a:gd name="T81" fmla="*/ 85 h 128"/>
              <a:gd name="T82" fmla="*/ 40 w 128"/>
              <a:gd name="T83" fmla="*/ 102 h 128"/>
              <a:gd name="T84" fmla="*/ 42 w 128"/>
              <a:gd name="T85" fmla="*/ 85 h 128"/>
              <a:gd name="T86" fmla="*/ 56 w 128"/>
              <a:gd name="T87" fmla="*/ 81 h 128"/>
              <a:gd name="T88" fmla="*/ 26 w 128"/>
              <a:gd name="T89" fmla="*/ 43 h 128"/>
              <a:gd name="T90" fmla="*/ 44 w 128"/>
              <a:gd name="T91" fmla="*/ 27 h 128"/>
              <a:gd name="T92" fmla="*/ 123 w 128"/>
              <a:gd name="T93" fmla="*/ 106 h 128"/>
              <a:gd name="T94" fmla="*/ 106 w 128"/>
              <a:gd name="T9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" h="128">
                <a:moveTo>
                  <a:pt x="126" y="128"/>
                </a:moveTo>
                <a:cubicBezTo>
                  <a:pt x="126" y="128"/>
                  <a:pt x="126" y="128"/>
                  <a:pt x="126" y="128"/>
                </a:cubicBezTo>
                <a:cubicBezTo>
                  <a:pt x="126" y="128"/>
                  <a:pt x="127" y="128"/>
                  <a:pt x="127" y="127"/>
                </a:cubicBezTo>
                <a:cubicBezTo>
                  <a:pt x="128" y="127"/>
                  <a:pt x="128" y="126"/>
                  <a:pt x="128" y="126"/>
                </a:cubicBezTo>
                <a:cubicBezTo>
                  <a:pt x="128" y="105"/>
                  <a:pt x="128" y="105"/>
                  <a:pt x="128" y="105"/>
                </a:cubicBezTo>
                <a:cubicBezTo>
                  <a:pt x="128" y="104"/>
                  <a:pt x="128" y="104"/>
                  <a:pt x="127" y="103"/>
                </a:cubicBezTo>
                <a:cubicBezTo>
                  <a:pt x="85" y="61"/>
                  <a:pt x="85" y="61"/>
                  <a:pt x="85" y="61"/>
                </a:cubicBezTo>
                <a:cubicBezTo>
                  <a:pt x="124" y="25"/>
                  <a:pt x="124" y="25"/>
                  <a:pt x="124" y="25"/>
                </a:cubicBezTo>
                <a:cubicBezTo>
                  <a:pt x="126" y="22"/>
                  <a:pt x="128" y="19"/>
                  <a:pt x="128" y="15"/>
                </a:cubicBezTo>
                <a:cubicBezTo>
                  <a:pt x="128" y="12"/>
                  <a:pt x="127" y="9"/>
                  <a:pt x="124" y="7"/>
                </a:cubicBezTo>
                <a:cubicBezTo>
                  <a:pt x="120" y="2"/>
                  <a:pt x="112" y="2"/>
                  <a:pt x="107" y="7"/>
                </a:cubicBezTo>
                <a:cubicBezTo>
                  <a:pt x="107" y="8"/>
                  <a:pt x="107" y="8"/>
                  <a:pt x="107" y="8"/>
                </a:cubicBezTo>
                <a:cubicBezTo>
                  <a:pt x="71" y="47"/>
                  <a:pt x="71" y="47"/>
                  <a:pt x="71" y="47"/>
                </a:cubicBezTo>
                <a:cubicBezTo>
                  <a:pt x="41" y="17"/>
                  <a:pt x="41" y="17"/>
                  <a:pt x="41" y="17"/>
                </a:cubicBezTo>
                <a:cubicBezTo>
                  <a:pt x="29" y="5"/>
                  <a:pt x="29" y="5"/>
                  <a:pt x="29" y="5"/>
                </a:cubicBezTo>
                <a:cubicBezTo>
                  <a:pt x="26" y="2"/>
                  <a:pt x="22" y="0"/>
                  <a:pt x="17" y="0"/>
                </a:cubicBezTo>
                <a:cubicBezTo>
                  <a:pt x="13" y="0"/>
                  <a:pt x="8" y="2"/>
                  <a:pt x="5" y="5"/>
                </a:cubicBezTo>
                <a:cubicBezTo>
                  <a:pt x="2" y="8"/>
                  <a:pt x="0" y="13"/>
                  <a:pt x="0" y="17"/>
                </a:cubicBezTo>
                <a:cubicBezTo>
                  <a:pt x="0" y="22"/>
                  <a:pt x="2" y="26"/>
                  <a:pt x="5" y="29"/>
                </a:cubicBezTo>
                <a:cubicBezTo>
                  <a:pt x="48" y="72"/>
                  <a:pt x="48" y="72"/>
                  <a:pt x="48" y="72"/>
                </a:cubicBezTo>
                <a:cubicBezTo>
                  <a:pt x="39" y="82"/>
                  <a:pt x="39" y="82"/>
                  <a:pt x="39" y="82"/>
                </a:cubicBezTo>
                <a:cubicBezTo>
                  <a:pt x="37" y="80"/>
                  <a:pt x="37" y="80"/>
                  <a:pt x="37" y="80"/>
                </a:cubicBezTo>
                <a:cubicBezTo>
                  <a:pt x="36" y="79"/>
                  <a:pt x="35" y="79"/>
                  <a:pt x="34" y="80"/>
                </a:cubicBezTo>
                <a:cubicBezTo>
                  <a:pt x="28" y="87"/>
                  <a:pt x="28" y="87"/>
                  <a:pt x="28" y="87"/>
                </a:cubicBezTo>
                <a:cubicBezTo>
                  <a:pt x="26" y="87"/>
                  <a:pt x="26" y="87"/>
                  <a:pt x="26" y="87"/>
                </a:cubicBezTo>
                <a:cubicBezTo>
                  <a:pt x="23" y="87"/>
                  <a:pt x="19" y="88"/>
                  <a:pt x="16" y="90"/>
                </a:cubicBezTo>
                <a:cubicBezTo>
                  <a:pt x="13" y="92"/>
                  <a:pt x="11" y="95"/>
                  <a:pt x="9" y="98"/>
                </a:cubicBezTo>
                <a:cubicBezTo>
                  <a:pt x="8" y="100"/>
                  <a:pt x="8" y="102"/>
                  <a:pt x="7" y="103"/>
                </a:cubicBezTo>
                <a:cubicBezTo>
                  <a:pt x="6" y="107"/>
                  <a:pt x="5" y="110"/>
                  <a:pt x="2" y="113"/>
                </a:cubicBezTo>
                <a:cubicBezTo>
                  <a:pt x="1" y="115"/>
                  <a:pt x="0" y="116"/>
                  <a:pt x="0" y="118"/>
                </a:cubicBezTo>
                <a:cubicBezTo>
                  <a:pt x="0" y="119"/>
                  <a:pt x="1" y="121"/>
                  <a:pt x="2" y="122"/>
                </a:cubicBezTo>
                <a:cubicBezTo>
                  <a:pt x="3" y="123"/>
                  <a:pt x="4" y="123"/>
                  <a:pt x="5" y="124"/>
                </a:cubicBezTo>
                <a:cubicBezTo>
                  <a:pt x="17" y="125"/>
                  <a:pt x="26" y="125"/>
                  <a:pt x="30" y="123"/>
                </a:cubicBezTo>
                <a:cubicBezTo>
                  <a:pt x="32" y="123"/>
                  <a:pt x="33" y="122"/>
                  <a:pt x="35" y="122"/>
                </a:cubicBezTo>
                <a:cubicBezTo>
                  <a:pt x="38" y="120"/>
                  <a:pt x="40" y="118"/>
                  <a:pt x="42" y="115"/>
                </a:cubicBezTo>
                <a:cubicBezTo>
                  <a:pt x="44" y="112"/>
                  <a:pt x="45" y="109"/>
                  <a:pt x="45" y="105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51" y="98"/>
                  <a:pt x="51" y="98"/>
                  <a:pt x="51" y="98"/>
                </a:cubicBezTo>
                <a:cubicBezTo>
                  <a:pt x="52" y="97"/>
                  <a:pt x="52" y="95"/>
                  <a:pt x="51" y="94"/>
                </a:cubicBezTo>
                <a:cubicBezTo>
                  <a:pt x="50" y="93"/>
                  <a:pt x="50" y="93"/>
                  <a:pt x="50" y="93"/>
                </a:cubicBezTo>
                <a:cubicBezTo>
                  <a:pt x="59" y="84"/>
                  <a:pt x="59" y="84"/>
                  <a:pt x="59" y="84"/>
                </a:cubicBezTo>
                <a:cubicBezTo>
                  <a:pt x="103" y="127"/>
                  <a:pt x="103" y="127"/>
                  <a:pt x="103" y="127"/>
                </a:cubicBezTo>
                <a:cubicBezTo>
                  <a:pt x="104" y="128"/>
                  <a:pt x="104" y="128"/>
                  <a:pt x="105" y="128"/>
                </a:cubicBezTo>
                <a:cubicBezTo>
                  <a:pt x="105" y="128"/>
                  <a:pt x="105" y="128"/>
                  <a:pt x="105" y="128"/>
                </a:cubicBezTo>
                <a:lnTo>
                  <a:pt x="126" y="128"/>
                </a:lnTo>
                <a:close/>
                <a:moveTo>
                  <a:pt x="110" y="11"/>
                </a:moveTo>
                <a:cubicBezTo>
                  <a:pt x="110" y="10"/>
                  <a:pt x="110" y="10"/>
                  <a:pt x="110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4" y="7"/>
                  <a:pt x="118" y="7"/>
                  <a:pt x="121" y="10"/>
                </a:cubicBezTo>
                <a:cubicBezTo>
                  <a:pt x="123" y="11"/>
                  <a:pt x="124" y="13"/>
                  <a:pt x="124" y="15"/>
                </a:cubicBezTo>
                <a:cubicBezTo>
                  <a:pt x="124" y="18"/>
                  <a:pt x="123" y="20"/>
                  <a:pt x="121" y="21"/>
                </a:cubicBezTo>
                <a:cubicBezTo>
                  <a:pt x="82" y="57"/>
                  <a:pt x="82" y="57"/>
                  <a:pt x="82" y="57"/>
                </a:cubicBezTo>
                <a:cubicBezTo>
                  <a:pt x="74" y="50"/>
                  <a:pt x="74" y="50"/>
                  <a:pt x="74" y="50"/>
                </a:cubicBezTo>
                <a:lnTo>
                  <a:pt x="110" y="11"/>
                </a:lnTo>
                <a:close/>
                <a:moveTo>
                  <a:pt x="9" y="27"/>
                </a:moveTo>
                <a:cubicBezTo>
                  <a:pt x="9" y="26"/>
                  <a:pt x="8" y="26"/>
                  <a:pt x="8" y="26"/>
                </a:cubicBezTo>
                <a:cubicBezTo>
                  <a:pt x="6" y="24"/>
                  <a:pt x="5" y="20"/>
                  <a:pt x="5" y="17"/>
                </a:cubicBezTo>
                <a:cubicBezTo>
                  <a:pt x="5" y="14"/>
                  <a:pt x="6" y="11"/>
                  <a:pt x="8" y="8"/>
                </a:cubicBezTo>
                <a:cubicBezTo>
                  <a:pt x="13" y="3"/>
                  <a:pt x="21" y="3"/>
                  <a:pt x="26" y="8"/>
                </a:cubicBezTo>
                <a:cubicBezTo>
                  <a:pt x="30" y="12"/>
                  <a:pt x="30" y="12"/>
                  <a:pt x="30" y="12"/>
                </a:cubicBezTo>
                <a:cubicBezTo>
                  <a:pt x="12" y="30"/>
                  <a:pt x="12" y="30"/>
                  <a:pt x="12" y="30"/>
                </a:cubicBezTo>
                <a:lnTo>
                  <a:pt x="9" y="27"/>
                </a:lnTo>
                <a:close/>
                <a:moveTo>
                  <a:pt x="15" y="33"/>
                </a:moveTo>
                <a:cubicBezTo>
                  <a:pt x="33" y="15"/>
                  <a:pt x="33" y="15"/>
                  <a:pt x="33" y="15"/>
                </a:cubicBezTo>
                <a:cubicBezTo>
                  <a:pt x="40" y="22"/>
                  <a:pt x="40" y="22"/>
                  <a:pt x="40" y="22"/>
                </a:cubicBezTo>
                <a:cubicBezTo>
                  <a:pt x="22" y="40"/>
                  <a:pt x="22" y="40"/>
                  <a:pt x="22" y="40"/>
                </a:cubicBezTo>
                <a:lnTo>
                  <a:pt x="15" y="33"/>
                </a:lnTo>
                <a:close/>
                <a:moveTo>
                  <a:pt x="40" y="102"/>
                </a:moveTo>
                <a:cubicBezTo>
                  <a:pt x="40" y="103"/>
                  <a:pt x="40" y="103"/>
                  <a:pt x="40" y="103"/>
                </a:cubicBezTo>
                <a:cubicBezTo>
                  <a:pt x="40" y="104"/>
                  <a:pt x="40" y="104"/>
                  <a:pt x="40" y="105"/>
                </a:cubicBezTo>
                <a:cubicBezTo>
                  <a:pt x="40" y="110"/>
                  <a:pt x="37" y="115"/>
                  <a:pt x="33" y="118"/>
                </a:cubicBezTo>
                <a:cubicBezTo>
                  <a:pt x="31" y="118"/>
                  <a:pt x="30" y="119"/>
                  <a:pt x="29" y="119"/>
                </a:cubicBezTo>
                <a:cubicBezTo>
                  <a:pt x="27" y="120"/>
                  <a:pt x="24" y="120"/>
                  <a:pt x="20" y="120"/>
                </a:cubicBezTo>
                <a:cubicBezTo>
                  <a:pt x="16" y="120"/>
                  <a:pt x="11" y="120"/>
                  <a:pt x="6" y="119"/>
                </a:cubicBezTo>
                <a:cubicBezTo>
                  <a:pt x="3" y="118"/>
                  <a:pt x="3" y="118"/>
                  <a:pt x="3" y="118"/>
                </a:cubicBezTo>
                <a:cubicBezTo>
                  <a:pt x="5" y="117"/>
                  <a:pt x="5" y="117"/>
                  <a:pt x="5" y="117"/>
                </a:cubicBezTo>
                <a:cubicBezTo>
                  <a:pt x="9" y="113"/>
                  <a:pt x="10" y="109"/>
                  <a:pt x="12" y="105"/>
                </a:cubicBezTo>
                <a:cubicBezTo>
                  <a:pt x="12" y="103"/>
                  <a:pt x="13" y="101"/>
                  <a:pt x="13" y="100"/>
                </a:cubicBezTo>
                <a:cubicBezTo>
                  <a:pt x="14" y="97"/>
                  <a:pt x="16" y="95"/>
                  <a:pt x="18" y="94"/>
                </a:cubicBezTo>
                <a:cubicBezTo>
                  <a:pt x="21" y="92"/>
                  <a:pt x="24" y="91"/>
                  <a:pt x="26" y="91"/>
                </a:cubicBezTo>
                <a:cubicBezTo>
                  <a:pt x="27" y="91"/>
                  <a:pt x="29" y="91"/>
                  <a:pt x="29" y="91"/>
                </a:cubicBezTo>
                <a:cubicBezTo>
                  <a:pt x="35" y="85"/>
                  <a:pt x="35" y="85"/>
                  <a:pt x="35" y="85"/>
                </a:cubicBezTo>
                <a:cubicBezTo>
                  <a:pt x="46" y="96"/>
                  <a:pt x="46" y="96"/>
                  <a:pt x="46" y="96"/>
                </a:cubicBezTo>
                <a:lnTo>
                  <a:pt x="40" y="102"/>
                </a:lnTo>
                <a:close/>
                <a:moveTo>
                  <a:pt x="46" y="90"/>
                </a:moveTo>
                <a:cubicBezTo>
                  <a:pt x="42" y="85"/>
                  <a:pt x="42" y="85"/>
                  <a:pt x="42" y="85"/>
                </a:cubicBezTo>
                <a:cubicBezTo>
                  <a:pt x="51" y="75"/>
                  <a:pt x="51" y="75"/>
                  <a:pt x="51" y="75"/>
                </a:cubicBezTo>
                <a:cubicBezTo>
                  <a:pt x="56" y="81"/>
                  <a:pt x="56" y="81"/>
                  <a:pt x="56" y="81"/>
                </a:cubicBezTo>
                <a:lnTo>
                  <a:pt x="46" y="90"/>
                </a:lnTo>
                <a:close/>
                <a:moveTo>
                  <a:pt x="26" y="43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7"/>
                  <a:pt x="44" y="27"/>
                  <a:pt x="44" y="27"/>
                </a:cubicBezTo>
                <a:cubicBezTo>
                  <a:pt x="70" y="52"/>
                  <a:pt x="115" y="97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3" y="123"/>
                  <a:pt x="123" y="123"/>
                  <a:pt x="123" y="123"/>
                </a:cubicBezTo>
                <a:cubicBezTo>
                  <a:pt x="106" y="123"/>
                  <a:pt x="106" y="123"/>
                  <a:pt x="106" y="123"/>
                </a:cubicBezTo>
                <a:lnTo>
                  <a:pt x="26" y="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Freeform 98"/>
          <p:cNvSpPr>
            <a:spLocks noEditPoints="1"/>
          </p:cNvSpPr>
          <p:nvPr/>
        </p:nvSpPr>
        <p:spPr bwMode="auto">
          <a:xfrm>
            <a:off x="9210675" y="4152900"/>
            <a:ext cx="487363" cy="479425"/>
          </a:xfrm>
          <a:custGeom>
            <a:avLst/>
            <a:gdLst>
              <a:gd name="T0" fmla="*/ 92 w 130"/>
              <a:gd name="T1" fmla="*/ 65 h 128"/>
              <a:gd name="T2" fmla="*/ 124 w 130"/>
              <a:gd name="T3" fmla="*/ 36 h 128"/>
              <a:gd name="T4" fmla="*/ 124 w 130"/>
              <a:gd name="T5" fmla="*/ 6 h 128"/>
              <a:gd name="T6" fmla="*/ 94 w 130"/>
              <a:gd name="T7" fmla="*/ 6 h 128"/>
              <a:gd name="T8" fmla="*/ 65 w 130"/>
              <a:gd name="T9" fmla="*/ 38 h 128"/>
              <a:gd name="T10" fmla="*/ 19 w 130"/>
              <a:gd name="T11" fmla="*/ 0 h 128"/>
              <a:gd name="T12" fmla="*/ 7 w 130"/>
              <a:gd name="T13" fmla="*/ 29 h 128"/>
              <a:gd name="T14" fmla="*/ 26 w 130"/>
              <a:gd name="T15" fmla="*/ 81 h 128"/>
              <a:gd name="T16" fmla="*/ 27 w 130"/>
              <a:gd name="T17" fmla="*/ 85 h 128"/>
              <a:gd name="T18" fmla="*/ 3 w 130"/>
              <a:gd name="T19" fmla="*/ 97 h 128"/>
              <a:gd name="T20" fmla="*/ 2 w 130"/>
              <a:gd name="T21" fmla="*/ 126 h 128"/>
              <a:gd name="T22" fmla="*/ 4 w 130"/>
              <a:gd name="T23" fmla="*/ 128 h 128"/>
              <a:gd name="T24" fmla="*/ 31 w 130"/>
              <a:gd name="T25" fmla="*/ 128 h 128"/>
              <a:gd name="T26" fmla="*/ 33 w 130"/>
              <a:gd name="T27" fmla="*/ 127 h 128"/>
              <a:gd name="T28" fmla="*/ 46 w 130"/>
              <a:gd name="T29" fmla="*/ 104 h 128"/>
              <a:gd name="T30" fmla="*/ 66 w 130"/>
              <a:gd name="T31" fmla="*/ 89 h 128"/>
              <a:gd name="T32" fmla="*/ 107 w 130"/>
              <a:gd name="T33" fmla="*/ 128 h 128"/>
              <a:gd name="T34" fmla="*/ 128 w 130"/>
              <a:gd name="T35" fmla="*/ 128 h 128"/>
              <a:gd name="T36" fmla="*/ 130 w 130"/>
              <a:gd name="T37" fmla="*/ 126 h 128"/>
              <a:gd name="T38" fmla="*/ 130 w 130"/>
              <a:gd name="T39" fmla="*/ 105 h 128"/>
              <a:gd name="T40" fmla="*/ 96 w 130"/>
              <a:gd name="T41" fmla="*/ 11 h 128"/>
              <a:gd name="T42" fmla="*/ 109 w 130"/>
              <a:gd name="T43" fmla="*/ 5 h 128"/>
              <a:gd name="T44" fmla="*/ 121 w 130"/>
              <a:gd name="T45" fmla="*/ 33 h 128"/>
              <a:gd name="T46" fmla="*/ 88 w 130"/>
              <a:gd name="T47" fmla="*/ 62 h 128"/>
              <a:gd name="T48" fmla="*/ 96 w 130"/>
              <a:gd name="T49" fmla="*/ 11 h 128"/>
              <a:gd name="T50" fmla="*/ 10 w 130"/>
              <a:gd name="T51" fmla="*/ 26 h 128"/>
              <a:gd name="T52" fmla="*/ 10 w 130"/>
              <a:gd name="T53" fmla="*/ 8 h 128"/>
              <a:gd name="T54" fmla="*/ 32 w 130"/>
              <a:gd name="T55" fmla="*/ 12 h 128"/>
              <a:gd name="T56" fmla="*/ 12 w 130"/>
              <a:gd name="T57" fmla="*/ 28 h 128"/>
              <a:gd name="T58" fmla="*/ 35 w 130"/>
              <a:gd name="T59" fmla="*/ 15 h 128"/>
              <a:gd name="T60" fmla="*/ 24 w 130"/>
              <a:gd name="T61" fmla="*/ 40 h 128"/>
              <a:gd name="T62" fmla="*/ 30 w 130"/>
              <a:gd name="T63" fmla="*/ 123 h 128"/>
              <a:gd name="T64" fmla="*/ 7 w 130"/>
              <a:gd name="T65" fmla="*/ 100 h 128"/>
              <a:gd name="T66" fmla="*/ 35 w 130"/>
              <a:gd name="T67" fmla="*/ 92 h 128"/>
              <a:gd name="T68" fmla="*/ 22 w 130"/>
              <a:gd name="T69" fmla="*/ 108 h 128"/>
              <a:gd name="T70" fmla="*/ 38 w 130"/>
              <a:gd name="T71" fmla="*/ 95 h 128"/>
              <a:gd name="T72" fmla="*/ 30 w 130"/>
              <a:gd name="T73" fmla="*/ 123 h 128"/>
              <a:gd name="T74" fmla="*/ 31 w 130"/>
              <a:gd name="T75" fmla="*/ 82 h 128"/>
              <a:gd name="T76" fmla="*/ 63 w 130"/>
              <a:gd name="T77" fmla="*/ 85 h 128"/>
              <a:gd name="T78" fmla="*/ 125 w 130"/>
              <a:gd name="T79" fmla="*/ 123 h 128"/>
              <a:gd name="T80" fmla="*/ 28 w 130"/>
              <a:gd name="T81" fmla="*/ 43 h 128"/>
              <a:gd name="T82" fmla="*/ 46 w 130"/>
              <a:gd name="T83" fmla="*/ 27 h 128"/>
              <a:gd name="T84" fmla="*/ 125 w 130"/>
              <a:gd name="T85" fmla="*/ 10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0" h="128">
                <a:moveTo>
                  <a:pt x="129" y="103"/>
                </a:moveTo>
                <a:cubicBezTo>
                  <a:pt x="92" y="65"/>
                  <a:pt x="92" y="65"/>
                  <a:pt x="92" y="65"/>
                </a:cubicBezTo>
                <a:cubicBezTo>
                  <a:pt x="122" y="38"/>
                  <a:pt x="122" y="38"/>
                  <a:pt x="122" y="38"/>
                </a:cubicBezTo>
                <a:cubicBezTo>
                  <a:pt x="123" y="37"/>
                  <a:pt x="123" y="37"/>
                  <a:pt x="124" y="36"/>
                </a:cubicBezTo>
                <a:cubicBezTo>
                  <a:pt x="128" y="32"/>
                  <a:pt x="130" y="27"/>
                  <a:pt x="130" y="21"/>
                </a:cubicBezTo>
                <a:cubicBezTo>
                  <a:pt x="130" y="16"/>
                  <a:pt x="128" y="10"/>
                  <a:pt x="124" y="6"/>
                </a:cubicBezTo>
                <a:cubicBezTo>
                  <a:pt x="120" y="2"/>
                  <a:pt x="114" y="0"/>
                  <a:pt x="109" y="0"/>
                </a:cubicBezTo>
                <a:cubicBezTo>
                  <a:pt x="103" y="0"/>
                  <a:pt x="98" y="2"/>
                  <a:pt x="94" y="6"/>
                </a:cubicBezTo>
                <a:cubicBezTo>
                  <a:pt x="93" y="7"/>
                  <a:pt x="93" y="7"/>
                  <a:pt x="93" y="8"/>
                </a:cubicBezTo>
                <a:cubicBezTo>
                  <a:pt x="65" y="38"/>
                  <a:pt x="65" y="38"/>
                  <a:pt x="65" y="38"/>
                </a:cubicBezTo>
                <a:cubicBezTo>
                  <a:pt x="31" y="5"/>
                  <a:pt x="31" y="5"/>
                  <a:pt x="31" y="5"/>
                </a:cubicBezTo>
                <a:cubicBezTo>
                  <a:pt x="28" y="2"/>
                  <a:pt x="24" y="0"/>
                  <a:pt x="19" y="0"/>
                </a:cubicBezTo>
                <a:cubicBezTo>
                  <a:pt x="15" y="0"/>
                  <a:pt x="10" y="2"/>
                  <a:pt x="7" y="5"/>
                </a:cubicBezTo>
                <a:cubicBezTo>
                  <a:pt x="0" y="12"/>
                  <a:pt x="0" y="23"/>
                  <a:pt x="7" y="29"/>
                </a:cubicBezTo>
                <a:cubicBezTo>
                  <a:pt x="41" y="64"/>
                  <a:pt x="41" y="64"/>
                  <a:pt x="41" y="64"/>
                </a:cubicBezTo>
                <a:cubicBezTo>
                  <a:pt x="26" y="81"/>
                  <a:pt x="26" y="81"/>
                  <a:pt x="26" y="81"/>
                </a:cubicBezTo>
                <a:cubicBezTo>
                  <a:pt x="25" y="82"/>
                  <a:pt x="25" y="83"/>
                  <a:pt x="26" y="84"/>
                </a:cubicBezTo>
                <a:cubicBezTo>
                  <a:pt x="27" y="85"/>
                  <a:pt x="27" y="85"/>
                  <a:pt x="27" y="85"/>
                </a:cubicBezTo>
                <a:cubicBezTo>
                  <a:pt x="4" y="97"/>
                  <a:pt x="4" y="97"/>
                  <a:pt x="4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2" y="98"/>
                  <a:pt x="2" y="98"/>
                  <a:pt x="2" y="99"/>
                </a:cubicBezTo>
                <a:cubicBezTo>
                  <a:pt x="2" y="126"/>
                  <a:pt x="2" y="126"/>
                  <a:pt x="2" y="126"/>
                </a:cubicBezTo>
                <a:cubicBezTo>
                  <a:pt x="2" y="126"/>
                  <a:pt x="2" y="127"/>
                  <a:pt x="3" y="127"/>
                </a:cubicBezTo>
                <a:cubicBezTo>
                  <a:pt x="3" y="128"/>
                  <a:pt x="4" y="128"/>
                  <a:pt x="4" y="128"/>
                </a:cubicBezTo>
                <a:cubicBezTo>
                  <a:pt x="31" y="128"/>
                  <a:pt x="31" y="128"/>
                  <a:pt x="31" y="128"/>
                </a:cubicBezTo>
                <a:cubicBezTo>
                  <a:pt x="31" y="128"/>
                  <a:pt x="31" y="128"/>
                  <a:pt x="31" y="128"/>
                </a:cubicBezTo>
                <a:cubicBezTo>
                  <a:pt x="32" y="128"/>
                  <a:pt x="32" y="128"/>
                  <a:pt x="33" y="127"/>
                </a:cubicBezTo>
                <a:cubicBezTo>
                  <a:pt x="33" y="127"/>
                  <a:pt x="33" y="127"/>
                  <a:pt x="33" y="127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6" y="104"/>
                  <a:pt x="46" y="104"/>
                  <a:pt x="46" y="104"/>
                </a:cubicBezTo>
                <a:cubicBezTo>
                  <a:pt x="47" y="105"/>
                  <a:pt x="48" y="105"/>
                  <a:pt x="49" y="104"/>
                </a:cubicBezTo>
                <a:cubicBezTo>
                  <a:pt x="66" y="89"/>
                  <a:pt x="66" y="89"/>
                  <a:pt x="66" y="89"/>
                </a:cubicBezTo>
                <a:cubicBezTo>
                  <a:pt x="105" y="127"/>
                  <a:pt x="105" y="127"/>
                  <a:pt x="105" y="127"/>
                </a:cubicBezTo>
                <a:cubicBezTo>
                  <a:pt x="106" y="128"/>
                  <a:pt x="106" y="128"/>
                  <a:pt x="107" y="128"/>
                </a:cubicBezTo>
                <a:cubicBezTo>
                  <a:pt x="107" y="128"/>
                  <a:pt x="107" y="128"/>
                  <a:pt x="107" y="128"/>
                </a:cubicBezTo>
                <a:cubicBezTo>
                  <a:pt x="128" y="128"/>
                  <a:pt x="128" y="128"/>
                  <a:pt x="128" y="128"/>
                </a:cubicBezTo>
                <a:cubicBezTo>
                  <a:pt x="128" y="128"/>
                  <a:pt x="129" y="128"/>
                  <a:pt x="129" y="127"/>
                </a:cubicBezTo>
                <a:cubicBezTo>
                  <a:pt x="130" y="127"/>
                  <a:pt x="130" y="126"/>
                  <a:pt x="130" y="126"/>
                </a:cubicBezTo>
                <a:cubicBezTo>
                  <a:pt x="130" y="105"/>
                  <a:pt x="130" y="105"/>
                  <a:pt x="130" y="105"/>
                </a:cubicBezTo>
                <a:cubicBezTo>
                  <a:pt x="130" y="105"/>
                  <a:pt x="130" y="105"/>
                  <a:pt x="130" y="105"/>
                </a:cubicBezTo>
                <a:cubicBezTo>
                  <a:pt x="130" y="104"/>
                  <a:pt x="130" y="104"/>
                  <a:pt x="129" y="103"/>
                </a:cubicBezTo>
                <a:close/>
                <a:moveTo>
                  <a:pt x="96" y="11"/>
                </a:moveTo>
                <a:cubicBezTo>
                  <a:pt x="96" y="10"/>
                  <a:pt x="97" y="10"/>
                  <a:pt x="97" y="9"/>
                </a:cubicBezTo>
                <a:cubicBezTo>
                  <a:pt x="100" y="6"/>
                  <a:pt x="104" y="5"/>
                  <a:pt x="109" y="5"/>
                </a:cubicBezTo>
                <a:cubicBezTo>
                  <a:pt x="113" y="5"/>
                  <a:pt x="117" y="6"/>
                  <a:pt x="121" y="9"/>
                </a:cubicBezTo>
                <a:cubicBezTo>
                  <a:pt x="127" y="16"/>
                  <a:pt x="127" y="26"/>
                  <a:pt x="121" y="33"/>
                </a:cubicBezTo>
                <a:cubicBezTo>
                  <a:pt x="120" y="33"/>
                  <a:pt x="120" y="34"/>
                  <a:pt x="119" y="34"/>
                </a:cubicBezTo>
                <a:cubicBezTo>
                  <a:pt x="88" y="62"/>
                  <a:pt x="88" y="62"/>
                  <a:pt x="88" y="62"/>
                </a:cubicBezTo>
                <a:cubicBezTo>
                  <a:pt x="68" y="42"/>
                  <a:pt x="68" y="42"/>
                  <a:pt x="68" y="42"/>
                </a:cubicBezTo>
                <a:lnTo>
                  <a:pt x="96" y="11"/>
                </a:lnTo>
                <a:close/>
                <a:moveTo>
                  <a:pt x="12" y="28"/>
                </a:moveTo>
                <a:cubicBezTo>
                  <a:pt x="11" y="27"/>
                  <a:pt x="10" y="26"/>
                  <a:pt x="10" y="26"/>
                </a:cubicBezTo>
                <a:cubicBezTo>
                  <a:pt x="8" y="24"/>
                  <a:pt x="7" y="20"/>
                  <a:pt x="7" y="17"/>
                </a:cubicBezTo>
                <a:cubicBezTo>
                  <a:pt x="7" y="14"/>
                  <a:pt x="8" y="11"/>
                  <a:pt x="10" y="8"/>
                </a:cubicBezTo>
                <a:cubicBezTo>
                  <a:pt x="15" y="3"/>
                  <a:pt x="23" y="3"/>
                  <a:pt x="28" y="8"/>
                </a:cubicBezTo>
                <a:cubicBezTo>
                  <a:pt x="32" y="12"/>
                  <a:pt x="32" y="12"/>
                  <a:pt x="32" y="12"/>
                </a:cubicBezTo>
                <a:cubicBezTo>
                  <a:pt x="14" y="30"/>
                  <a:pt x="14" y="30"/>
                  <a:pt x="14" y="30"/>
                </a:cubicBezTo>
                <a:lnTo>
                  <a:pt x="12" y="28"/>
                </a:lnTo>
                <a:close/>
                <a:moveTo>
                  <a:pt x="17" y="33"/>
                </a:moveTo>
                <a:cubicBezTo>
                  <a:pt x="35" y="15"/>
                  <a:pt x="35" y="15"/>
                  <a:pt x="35" y="15"/>
                </a:cubicBezTo>
                <a:cubicBezTo>
                  <a:pt x="42" y="22"/>
                  <a:pt x="42" y="22"/>
                  <a:pt x="42" y="22"/>
                </a:cubicBezTo>
                <a:cubicBezTo>
                  <a:pt x="24" y="40"/>
                  <a:pt x="24" y="40"/>
                  <a:pt x="24" y="40"/>
                </a:cubicBezTo>
                <a:lnTo>
                  <a:pt x="17" y="33"/>
                </a:lnTo>
                <a:close/>
                <a:moveTo>
                  <a:pt x="30" y="123"/>
                </a:moveTo>
                <a:cubicBezTo>
                  <a:pt x="7" y="123"/>
                  <a:pt x="7" y="123"/>
                  <a:pt x="7" y="123"/>
                </a:cubicBezTo>
                <a:cubicBezTo>
                  <a:pt x="7" y="100"/>
                  <a:pt x="7" y="100"/>
                  <a:pt x="7" y="100"/>
                </a:cubicBezTo>
                <a:cubicBezTo>
                  <a:pt x="31" y="88"/>
                  <a:pt x="31" y="88"/>
                  <a:pt x="31" y="88"/>
                </a:cubicBezTo>
                <a:cubicBezTo>
                  <a:pt x="35" y="92"/>
                  <a:pt x="35" y="92"/>
                  <a:pt x="35" y="92"/>
                </a:cubicBezTo>
                <a:cubicBezTo>
                  <a:pt x="22" y="105"/>
                  <a:pt x="22" y="105"/>
                  <a:pt x="22" y="105"/>
                </a:cubicBezTo>
                <a:cubicBezTo>
                  <a:pt x="21" y="106"/>
                  <a:pt x="21" y="108"/>
                  <a:pt x="22" y="108"/>
                </a:cubicBezTo>
                <a:cubicBezTo>
                  <a:pt x="22" y="109"/>
                  <a:pt x="24" y="109"/>
                  <a:pt x="25" y="108"/>
                </a:cubicBezTo>
                <a:cubicBezTo>
                  <a:pt x="38" y="95"/>
                  <a:pt x="38" y="95"/>
                  <a:pt x="38" y="95"/>
                </a:cubicBezTo>
                <a:cubicBezTo>
                  <a:pt x="42" y="99"/>
                  <a:pt x="42" y="99"/>
                  <a:pt x="42" y="99"/>
                </a:cubicBezTo>
                <a:lnTo>
                  <a:pt x="30" y="123"/>
                </a:lnTo>
                <a:close/>
                <a:moveTo>
                  <a:pt x="48" y="99"/>
                </a:moveTo>
                <a:cubicBezTo>
                  <a:pt x="31" y="82"/>
                  <a:pt x="31" y="82"/>
                  <a:pt x="31" y="82"/>
                </a:cubicBezTo>
                <a:cubicBezTo>
                  <a:pt x="45" y="67"/>
                  <a:pt x="45" y="67"/>
                  <a:pt x="45" y="67"/>
                </a:cubicBezTo>
                <a:cubicBezTo>
                  <a:pt x="63" y="85"/>
                  <a:pt x="63" y="85"/>
                  <a:pt x="63" y="85"/>
                </a:cubicBezTo>
                <a:lnTo>
                  <a:pt x="48" y="99"/>
                </a:lnTo>
                <a:close/>
                <a:moveTo>
                  <a:pt x="125" y="123"/>
                </a:moveTo>
                <a:cubicBezTo>
                  <a:pt x="108" y="123"/>
                  <a:pt x="108" y="123"/>
                  <a:pt x="108" y="123"/>
                </a:cubicBezTo>
                <a:cubicBezTo>
                  <a:pt x="28" y="43"/>
                  <a:pt x="28" y="43"/>
                  <a:pt x="28" y="43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6" y="27"/>
                </a:cubicBezTo>
                <a:cubicBezTo>
                  <a:pt x="72" y="53"/>
                  <a:pt x="117" y="98"/>
                  <a:pt x="125" y="105"/>
                </a:cubicBezTo>
                <a:cubicBezTo>
                  <a:pt x="125" y="106"/>
                  <a:pt x="125" y="106"/>
                  <a:pt x="125" y="106"/>
                </a:cubicBezTo>
                <a:lnTo>
                  <a:pt x="125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Freeform 99"/>
          <p:cNvSpPr>
            <a:spLocks noEditPoints="1"/>
          </p:cNvSpPr>
          <p:nvPr/>
        </p:nvSpPr>
        <p:spPr bwMode="auto">
          <a:xfrm>
            <a:off x="8253413" y="4152900"/>
            <a:ext cx="484188" cy="484188"/>
          </a:xfrm>
          <a:custGeom>
            <a:avLst/>
            <a:gdLst>
              <a:gd name="T0" fmla="*/ 129 w 129"/>
              <a:gd name="T1" fmla="*/ 22 h 129"/>
              <a:gd name="T2" fmla="*/ 127 w 129"/>
              <a:gd name="T3" fmla="*/ 18 h 129"/>
              <a:gd name="T4" fmla="*/ 111 w 129"/>
              <a:gd name="T5" fmla="*/ 2 h 129"/>
              <a:gd name="T6" fmla="*/ 107 w 129"/>
              <a:gd name="T7" fmla="*/ 0 h 129"/>
              <a:gd name="T8" fmla="*/ 103 w 129"/>
              <a:gd name="T9" fmla="*/ 2 h 129"/>
              <a:gd name="T10" fmla="*/ 3 w 129"/>
              <a:gd name="T11" fmla="*/ 102 h 129"/>
              <a:gd name="T12" fmla="*/ 3 w 129"/>
              <a:gd name="T13" fmla="*/ 110 h 129"/>
              <a:gd name="T14" fmla="*/ 19 w 129"/>
              <a:gd name="T15" fmla="*/ 126 h 129"/>
              <a:gd name="T16" fmla="*/ 27 w 129"/>
              <a:gd name="T17" fmla="*/ 126 h 129"/>
              <a:gd name="T18" fmla="*/ 127 w 129"/>
              <a:gd name="T19" fmla="*/ 26 h 129"/>
              <a:gd name="T20" fmla="*/ 129 w 129"/>
              <a:gd name="T21" fmla="*/ 22 h 129"/>
              <a:gd name="T22" fmla="*/ 124 w 129"/>
              <a:gd name="T23" fmla="*/ 23 h 129"/>
              <a:gd name="T24" fmla="*/ 23 w 129"/>
              <a:gd name="T25" fmla="*/ 124 h 129"/>
              <a:gd name="T26" fmla="*/ 5 w 129"/>
              <a:gd name="T27" fmla="*/ 106 h 129"/>
              <a:gd name="T28" fmla="*/ 15 w 129"/>
              <a:gd name="T29" fmla="*/ 96 h 129"/>
              <a:gd name="T30" fmla="*/ 21 w 129"/>
              <a:gd name="T31" fmla="*/ 103 h 129"/>
              <a:gd name="T32" fmla="*/ 24 w 129"/>
              <a:gd name="T33" fmla="*/ 103 h 129"/>
              <a:gd name="T34" fmla="*/ 25 w 129"/>
              <a:gd name="T35" fmla="*/ 101 h 129"/>
              <a:gd name="T36" fmla="*/ 24 w 129"/>
              <a:gd name="T37" fmla="*/ 99 h 129"/>
              <a:gd name="T38" fmla="*/ 18 w 129"/>
              <a:gd name="T39" fmla="*/ 93 h 129"/>
              <a:gd name="T40" fmla="*/ 31 w 129"/>
              <a:gd name="T41" fmla="*/ 81 h 129"/>
              <a:gd name="T42" fmla="*/ 37 w 129"/>
              <a:gd name="T43" fmla="*/ 87 h 129"/>
              <a:gd name="T44" fmla="*/ 40 w 129"/>
              <a:gd name="T45" fmla="*/ 87 h 129"/>
              <a:gd name="T46" fmla="*/ 40 w 129"/>
              <a:gd name="T47" fmla="*/ 84 h 129"/>
              <a:gd name="T48" fmla="*/ 34 w 129"/>
              <a:gd name="T49" fmla="*/ 77 h 129"/>
              <a:gd name="T50" fmla="*/ 46 w 129"/>
              <a:gd name="T51" fmla="*/ 65 h 129"/>
              <a:gd name="T52" fmla="*/ 53 w 129"/>
              <a:gd name="T53" fmla="*/ 71 h 129"/>
              <a:gd name="T54" fmla="*/ 56 w 129"/>
              <a:gd name="T55" fmla="*/ 71 h 129"/>
              <a:gd name="T56" fmla="*/ 57 w 129"/>
              <a:gd name="T57" fmla="*/ 69 h 129"/>
              <a:gd name="T58" fmla="*/ 56 w 129"/>
              <a:gd name="T59" fmla="*/ 68 h 129"/>
              <a:gd name="T60" fmla="*/ 50 w 129"/>
              <a:gd name="T61" fmla="*/ 61 h 129"/>
              <a:gd name="T62" fmla="*/ 62 w 129"/>
              <a:gd name="T63" fmla="*/ 49 h 129"/>
              <a:gd name="T64" fmla="*/ 69 w 129"/>
              <a:gd name="T65" fmla="*/ 55 h 129"/>
              <a:gd name="T66" fmla="*/ 72 w 129"/>
              <a:gd name="T67" fmla="*/ 55 h 129"/>
              <a:gd name="T68" fmla="*/ 72 w 129"/>
              <a:gd name="T69" fmla="*/ 52 h 129"/>
              <a:gd name="T70" fmla="*/ 66 w 129"/>
              <a:gd name="T71" fmla="*/ 45 h 129"/>
              <a:gd name="T72" fmla="*/ 78 w 129"/>
              <a:gd name="T73" fmla="*/ 33 h 129"/>
              <a:gd name="T74" fmla="*/ 85 w 129"/>
              <a:gd name="T75" fmla="*/ 39 h 129"/>
              <a:gd name="T76" fmla="*/ 88 w 129"/>
              <a:gd name="T77" fmla="*/ 39 h 129"/>
              <a:gd name="T78" fmla="*/ 88 w 129"/>
              <a:gd name="T79" fmla="*/ 36 h 129"/>
              <a:gd name="T80" fmla="*/ 82 w 129"/>
              <a:gd name="T81" fmla="*/ 30 h 129"/>
              <a:gd name="T82" fmla="*/ 94 w 129"/>
              <a:gd name="T83" fmla="*/ 17 h 129"/>
              <a:gd name="T84" fmla="*/ 100 w 129"/>
              <a:gd name="T85" fmla="*/ 23 h 129"/>
              <a:gd name="T86" fmla="*/ 104 w 129"/>
              <a:gd name="T87" fmla="*/ 23 h 129"/>
              <a:gd name="T88" fmla="*/ 104 w 129"/>
              <a:gd name="T89" fmla="*/ 20 h 129"/>
              <a:gd name="T90" fmla="*/ 97 w 129"/>
              <a:gd name="T91" fmla="*/ 14 h 129"/>
              <a:gd name="T92" fmla="*/ 107 w 129"/>
              <a:gd name="T93" fmla="*/ 4 h 129"/>
              <a:gd name="T94" fmla="*/ 125 w 129"/>
              <a:gd name="T95" fmla="*/ 22 h 129"/>
              <a:gd name="T96" fmla="*/ 124 w 129"/>
              <a:gd name="T97" fmla="*/ 23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9" h="129">
                <a:moveTo>
                  <a:pt x="129" y="22"/>
                </a:moveTo>
                <a:cubicBezTo>
                  <a:pt x="129" y="20"/>
                  <a:pt x="128" y="19"/>
                  <a:pt x="127" y="18"/>
                </a:cubicBezTo>
                <a:cubicBezTo>
                  <a:pt x="111" y="2"/>
                  <a:pt x="111" y="2"/>
                  <a:pt x="111" y="2"/>
                </a:cubicBezTo>
                <a:cubicBezTo>
                  <a:pt x="110" y="1"/>
                  <a:pt x="109" y="0"/>
                  <a:pt x="107" y="0"/>
                </a:cubicBezTo>
                <a:cubicBezTo>
                  <a:pt x="105" y="0"/>
                  <a:pt x="104" y="1"/>
                  <a:pt x="103" y="2"/>
                </a:cubicBezTo>
                <a:cubicBezTo>
                  <a:pt x="3" y="102"/>
                  <a:pt x="3" y="102"/>
                  <a:pt x="3" y="102"/>
                </a:cubicBezTo>
                <a:cubicBezTo>
                  <a:pt x="0" y="104"/>
                  <a:pt x="0" y="108"/>
                  <a:pt x="3" y="110"/>
                </a:cubicBezTo>
                <a:cubicBezTo>
                  <a:pt x="19" y="126"/>
                  <a:pt x="19" y="126"/>
                  <a:pt x="19" y="126"/>
                </a:cubicBezTo>
                <a:cubicBezTo>
                  <a:pt x="21" y="129"/>
                  <a:pt x="25" y="129"/>
                  <a:pt x="27" y="126"/>
                </a:cubicBezTo>
                <a:cubicBezTo>
                  <a:pt x="127" y="26"/>
                  <a:pt x="127" y="26"/>
                  <a:pt x="127" y="26"/>
                </a:cubicBezTo>
                <a:cubicBezTo>
                  <a:pt x="128" y="25"/>
                  <a:pt x="129" y="24"/>
                  <a:pt x="129" y="22"/>
                </a:cubicBezTo>
                <a:close/>
                <a:moveTo>
                  <a:pt x="124" y="23"/>
                </a:moveTo>
                <a:cubicBezTo>
                  <a:pt x="23" y="124"/>
                  <a:pt x="23" y="124"/>
                  <a:pt x="23" y="124"/>
                </a:cubicBezTo>
                <a:cubicBezTo>
                  <a:pt x="5" y="106"/>
                  <a:pt x="5" y="106"/>
                  <a:pt x="5" y="106"/>
                </a:cubicBezTo>
                <a:cubicBezTo>
                  <a:pt x="15" y="96"/>
                  <a:pt x="15" y="96"/>
                  <a:pt x="15" y="96"/>
                </a:cubicBezTo>
                <a:cubicBezTo>
                  <a:pt x="21" y="103"/>
                  <a:pt x="21" y="103"/>
                  <a:pt x="21" y="103"/>
                </a:cubicBezTo>
                <a:cubicBezTo>
                  <a:pt x="22" y="104"/>
                  <a:pt x="23" y="104"/>
                  <a:pt x="24" y="103"/>
                </a:cubicBezTo>
                <a:cubicBezTo>
                  <a:pt x="25" y="102"/>
                  <a:pt x="25" y="102"/>
                  <a:pt x="25" y="101"/>
                </a:cubicBezTo>
                <a:cubicBezTo>
                  <a:pt x="25" y="100"/>
                  <a:pt x="25" y="100"/>
                  <a:pt x="24" y="99"/>
                </a:cubicBezTo>
                <a:cubicBezTo>
                  <a:pt x="18" y="93"/>
                  <a:pt x="18" y="93"/>
                  <a:pt x="18" y="93"/>
                </a:cubicBezTo>
                <a:cubicBezTo>
                  <a:pt x="31" y="81"/>
                  <a:pt x="31" y="81"/>
                  <a:pt x="31" y="81"/>
                </a:cubicBezTo>
                <a:cubicBezTo>
                  <a:pt x="37" y="87"/>
                  <a:pt x="37" y="87"/>
                  <a:pt x="37" y="87"/>
                </a:cubicBezTo>
                <a:cubicBezTo>
                  <a:pt x="38" y="88"/>
                  <a:pt x="39" y="88"/>
                  <a:pt x="40" y="87"/>
                </a:cubicBezTo>
                <a:cubicBezTo>
                  <a:pt x="41" y="86"/>
                  <a:pt x="41" y="84"/>
                  <a:pt x="40" y="84"/>
                </a:cubicBezTo>
                <a:cubicBezTo>
                  <a:pt x="34" y="77"/>
                  <a:pt x="34" y="77"/>
                  <a:pt x="34" y="77"/>
                </a:cubicBezTo>
                <a:cubicBezTo>
                  <a:pt x="46" y="65"/>
                  <a:pt x="46" y="65"/>
                  <a:pt x="46" y="65"/>
                </a:cubicBezTo>
                <a:cubicBezTo>
                  <a:pt x="53" y="71"/>
                  <a:pt x="53" y="71"/>
                  <a:pt x="53" y="71"/>
                </a:cubicBezTo>
                <a:cubicBezTo>
                  <a:pt x="54" y="72"/>
                  <a:pt x="55" y="72"/>
                  <a:pt x="56" y="71"/>
                </a:cubicBezTo>
                <a:cubicBezTo>
                  <a:pt x="56" y="70"/>
                  <a:pt x="57" y="70"/>
                  <a:pt x="57" y="69"/>
                </a:cubicBezTo>
                <a:cubicBezTo>
                  <a:pt x="57" y="69"/>
                  <a:pt x="56" y="68"/>
                  <a:pt x="56" y="68"/>
                </a:cubicBezTo>
                <a:cubicBezTo>
                  <a:pt x="50" y="61"/>
                  <a:pt x="50" y="61"/>
                  <a:pt x="50" y="61"/>
                </a:cubicBezTo>
                <a:cubicBezTo>
                  <a:pt x="62" y="49"/>
                  <a:pt x="62" y="49"/>
                  <a:pt x="62" y="49"/>
                </a:cubicBezTo>
                <a:cubicBezTo>
                  <a:pt x="69" y="55"/>
                  <a:pt x="69" y="55"/>
                  <a:pt x="69" y="55"/>
                </a:cubicBezTo>
                <a:cubicBezTo>
                  <a:pt x="70" y="56"/>
                  <a:pt x="71" y="56"/>
                  <a:pt x="72" y="55"/>
                </a:cubicBezTo>
                <a:cubicBezTo>
                  <a:pt x="73" y="54"/>
                  <a:pt x="73" y="53"/>
                  <a:pt x="72" y="52"/>
                </a:cubicBezTo>
                <a:cubicBezTo>
                  <a:pt x="66" y="45"/>
                  <a:pt x="66" y="45"/>
                  <a:pt x="66" y="45"/>
                </a:cubicBezTo>
                <a:cubicBezTo>
                  <a:pt x="78" y="33"/>
                  <a:pt x="78" y="33"/>
                  <a:pt x="78" y="33"/>
                </a:cubicBezTo>
                <a:cubicBezTo>
                  <a:pt x="85" y="39"/>
                  <a:pt x="85" y="39"/>
                  <a:pt x="85" y="39"/>
                </a:cubicBezTo>
                <a:cubicBezTo>
                  <a:pt x="85" y="40"/>
                  <a:pt x="87" y="40"/>
                  <a:pt x="88" y="39"/>
                </a:cubicBezTo>
                <a:cubicBezTo>
                  <a:pt x="89" y="38"/>
                  <a:pt x="89" y="37"/>
                  <a:pt x="88" y="36"/>
                </a:cubicBezTo>
                <a:cubicBezTo>
                  <a:pt x="82" y="30"/>
                  <a:pt x="82" y="30"/>
                  <a:pt x="82" y="30"/>
                </a:cubicBezTo>
                <a:cubicBezTo>
                  <a:pt x="94" y="17"/>
                  <a:pt x="94" y="17"/>
                  <a:pt x="94" y="17"/>
                </a:cubicBezTo>
                <a:cubicBezTo>
                  <a:pt x="100" y="23"/>
                  <a:pt x="100" y="23"/>
                  <a:pt x="100" y="23"/>
                </a:cubicBezTo>
                <a:cubicBezTo>
                  <a:pt x="101" y="24"/>
                  <a:pt x="103" y="24"/>
                  <a:pt x="104" y="23"/>
                </a:cubicBezTo>
                <a:cubicBezTo>
                  <a:pt x="105" y="22"/>
                  <a:pt x="105" y="21"/>
                  <a:pt x="104" y="20"/>
                </a:cubicBezTo>
                <a:cubicBezTo>
                  <a:pt x="97" y="14"/>
                  <a:pt x="97" y="14"/>
                  <a:pt x="97" y="14"/>
                </a:cubicBezTo>
                <a:cubicBezTo>
                  <a:pt x="107" y="4"/>
                  <a:pt x="107" y="4"/>
                  <a:pt x="107" y="4"/>
                </a:cubicBezTo>
                <a:cubicBezTo>
                  <a:pt x="125" y="22"/>
                  <a:pt x="125" y="22"/>
                  <a:pt x="125" y="22"/>
                </a:cubicBezTo>
                <a:lnTo>
                  <a:pt x="124" y="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5" name="Freeform 100"/>
          <p:cNvSpPr>
            <a:spLocks noEditPoints="1"/>
          </p:cNvSpPr>
          <p:nvPr/>
        </p:nvSpPr>
        <p:spPr bwMode="auto">
          <a:xfrm>
            <a:off x="7296150" y="4159250"/>
            <a:ext cx="479425" cy="461963"/>
          </a:xfrm>
          <a:custGeom>
            <a:avLst/>
            <a:gdLst>
              <a:gd name="T0" fmla="*/ 128 w 128"/>
              <a:gd name="T1" fmla="*/ 13 h 123"/>
              <a:gd name="T2" fmla="*/ 124 w 128"/>
              <a:gd name="T3" fmla="*/ 5 h 123"/>
              <a:gd name="T4" fmla="*/ 107 w 128"/>
              <a:gd name="T5" fmla="*/ 5 h 123"/>
              <a:gd name="T6" fmla="*/ 107 w 128"/>
              <a:gd name="T7" fmla="*/ 6 h 123"/>
              <a:gd name="T8" fmla="*/ 39 w 128"/>
              <a:gd name="T9" fmla="*/ 80 h 123"/>
              <a:gd name="T10" fmla="*/ 37 w 128"/>
              <a:gd name="T11" fmla="*/ 78 h 123"/>
              <a:gd name="T12" fmla="*/ 34 w 128"/>
              <a:gd name="T13" fmla="*/ 78 h 123"/>
              <a:gd name="T14" fmla="*/ 28 w 128"/>
              <a:gd name="T15" fmla="*/ 85 h 123"/>
              <a:gd name="T16" fmla="*/ 26 w 128"/>
              <a:gd name="T17" fmla="*/ 85 h 123"/>
              <a:gd name="T18" fmla="*/ 16 w 128"/>
              <a:gd name="T19" fmla="*/ 88 h 123"/>
              <a:gd name="T20" fmla="*/ 9 w 128"/>
              <a:gd name="T21" fmla="*/ 96 h 123"/>
              <a:gd name="T22" fmla="*/ 7 w 128"/>
              <a:gd name="T23" fmla="*/ 101 h 123"/>
              <a:gd name="T24" fmla="*/ 2 w 128"/>
              <a:gd name="T25" fmla="*/ 111 h 123"/>
              <a:gd name="T26" fmla="*/ 0 w 128"/>
              <a:gd name="T27" fmla="*/ 116 h 123"/>
              <a:gd name="T28" fmla="*/ 2 w 128"/>
              <a:gd name="T29" fmla="*/ 120 h 123"/>
              <a:gd name="T30" fmla="*/ 5 w 128"/>
              <a:gd name="T31" fmla="*/ 122 h 123"/>
              <a:gd name="T32" fmla="*/ 30 w 128"/>
              <a:gd name="T33" fmla="*/ 121 h 123"/>
              <a:gd name="T34" fmla="*/ 35 w 128"/>
              <a:gd name="T35" fmla="*/ 120 h 123"/>
              <a:gd name="T36" fmla="*/ 42 w 128"/>
              <a:gd name="T37" fmla="*/ 113 h 123"/>
              <a:gd name="T38" fmla="*/ 45 w 128"/>
              <a:gd name="T39" fmla="*/ 103 h 123"/>
              <a:gd name="T40" fmla="*/ 45 w 128"/>
              <a:gd name="T41" fmla="*/ 102 h 123"/>
              <a:gd name="T42" fmla="*/ 51 w 128"/>
              <a:gd name="T43" fmla="*/ 96 h 123"/>
              <a:gd name="T44" fmla="*/ 51 w 128"/>
              <a:gd name="T45" fmla="*/ 92 h 123"/>
              <a:gd name="T46" fmla="*/ 50 w 128"/>
              <a:gd name="T47" fmla="*/ 91 h 123"/>
              <a:gd name="T48" fmla="*/ 124 w 128"/>
              <a:gd name="T49" fmla="*/ 23 h 123"/>
              <a:gd name="T50" fmla="*/ 128 w 128"/>
              <a:gd name="T51" fmla="*/ 13 h 123"/>
              <a:gd name="T52" fmla="*/ 40 w 128"/>
              <a:gd name="T53" fmla="*/ 100 h 123"/>
              <a:gd name="T54" fmla="*/ 40 w 128"/>
              <a:gd name="T55" fmla="*/ 101 h 123"/>
              <a:gd name="T56" fmla="*/ 40 w 128"/>
              <a:gd name="T57" fmla="*/ 103 h 123"/>
              <a:gd name="T58" fmla="*/ 33 w 128"/>
              <a:gd name="T59" fmla="*/ 116 h 123"/>
              <a:gd name="T60" fmla="*/ 29 w 128"/>
              <a:gd name="T61" fmla="*/ 117 h 123"/>
              <a:gd name="T62" fmla="*/ 20 w 128"/>
              <a:gd name="T63" fmla="*/ 118 h 123"/>
              <a:gd name="T64" fmla="*/ 6 w 128"/>
              <a:gd name="T65" fmla="*/ 117 h 123"/>
              <a:gd name="T66" fmla="*/ 3 w 128"/>
              <a:gd name="T67" fmla="*/ 116 h 123"/>
              <a:gd name="T68" fmla="*/ 5 w 128"/>
              <a:gd name="T69" fmla="*/ 115 h 123"/>
              <a:gd name="T70" fmla="*/ 12 w 128"/>
              <a:gd name="T71" fmla="*/ 103 h 123"/>
              <a:gd name="T72" fmla="*/ 13 w 128"/>
              <a:gd name="T73" fmla="*/ 98 h 123"/>
              <a:gd name="T74" fmla="*/ 18 w 128"/>
              <a:gd name="T75" fmla="*/ 92 h 123"/>
              <a:gd name="T76" fmla="*/ 26 w 128"/>
              <a:gd name="T77" fmla="*/ 89 h 123"/>
              <a:gd name="T78" fmla="*/ 29 w 128"/>
              <a:gd name="T79" fmla="*/ 89 h 123"/>
              <a:gd name="T80" fmla="*/ 35 w 128"/>
              <a:gd name="T81" fmla="*/ 83 h 123"/>
              <a:gd name="T82" fmla="*/ 46 w 128"/>
              <a:gd name="T83" fmla="*/ 94 h 123"/>
              <a:gd name="T84" fmla="*/ 40 w 128"/>
              <a:gd name="T85" fmla="*/ 100 h 123"/>
              <a:gd name="T86" fmla="*/ 121 w 128"/>
              <a:gd name="T87" fmla="*/ 19 h 123"/>
              <a:gd name="T88" fmla="*/ 46 w 128"/>
              <a:gd name="T89" fmla="*/ 88 h 123"/>
              <a:gd name="T90" fmla="*/ 42 w 128"/>
              <a:gd name="T91" fmla="*/ 83 h 123"/>
              <a:gd name="T92" fmla="*/ 110 w 128"/>
              <a:gd name="T93" fmla="*/ 9 h 123"/>
              <a:gd name="T94" fmla="*/ 110 w 128"/>
              <a:gd name="T95" fmla="*/ 8 h 123"/>
              <a:gd name="T96" fmla="*/ 111 w 128"/>
              <a:gd name="T97" fmla="*/ 8 h 123"/>
              <a:gd name="T98" fmla="*/ 121 w 128"/>
              <a:gd name="T99" fmla="*/ 8 h 123"/>
              <a:gd name="T100" fmla="*/ 124 w 128"/>
              <a:gd name="T101" fmla="*/ 13 h 123"/>
              <a:gd name="T102" fmla="*/ 121 w 128"/>
              <a:gd name="T103" fmla="*/ 1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8" h="123">
                <a:moveTo>
                  <a:pt x="128" y="13"/>
                </a:moveTo>
                <a:cubicBezTo>
                  <a:pt x="128" y="10"/>
                  <a:pt x="127" y="7"/>
                  <a:pt x="124" y="5"/>
                </a:cubicBezTo>
                <a:cubicBezTo>
                  <a:pt x="120" y="0"/>
                  <a:pt x="112" y="0"/>
                  <a:pt x="107" y="5"/>
                </a:cubicBezTo>
                <a:cubicBezTo>
                  <a:pt x="107" y="6"/>
                  <a:pt x="107" y="6"/>
                  <a:pt x="107" y="6"/>
                </a:cubicBezTo>
                <a:cubicBezTo>
                  <a:pt x="39" y="80"/>
                  <a:pt x="39" y="80"/>
                  <a:pt x="39" y="80"/>
                </a:cubicBezTo>
                <a:cubicBezTo>
                  <a:pt x="37" y="78"/>
                  <a:pt x="37" y="78"/>
                  <a:pt x="37" y="78"/>
                </a:cubicBezTo>
                <a:cubicBezTo>
                  <a:pt x="36" y="77"/>
                  <a:pt x="35" y="77"/>
                  <a:pt x="34" y="78"/>
                </a:cubicBezTo>
                <a:cubicBezTo>
                  <a:pt x="28" y="85"/>
                  <a:pt x="28" y="85"/>
                  <a:pt x="28" y="85"/>
                </a:cubicBezTo>
                <a:cubicBezTo>
                  <a:pt x="26" y="85"/>
                  <a:pt x="26" y="85"/>
                  <a:pt x="26" y="85"/>
                </a:cubicBezTo>
                <a:cubicBezTo>
                  <a:pt x="23" y="85"/>
                  <a:pt x="19" y="86"/>
                  <a:pt x="16" y="88"/>
                </a:cubicBezTo>
                <a:cubicBezTo>
                  <a:pt x="13" y="90"/>
                  <a:pt x="11" y="93"/>
                  <a:pt x="9" y="96"/>
                </a:cubicBezTo>
                <a:cubicBezTo>
                  <a:pt x="8" y="98"/>
                  <a:pt x="8" y="100"/>
                  <a:pt x="7" y="101"/>
                </a:cubicBezTo>
                <a:cubicBezTo>
                  <a:pt x="6" y="105"/>
                  <a:pt x="5" y="108"/>
                  <a:pt x="2" y="111"/>
                </a:cubicBezTo>
                <a:cubicBezTo>
                  <a:pt x="1" y="113"/>
                  <a:pt x="0" y="114"/>
                  <a:pt x="0" y="116"/>
                </a:cubicBezTo>
                <a:cubicBezTo>
                  <a:pt x="0" y="117"/>
                  <a:pt x="1" y="119"/>
                  <a:pt x="2" y="120"/>
                </a:cubicBezTo>
                <a:cubicBezTo>
                  <a:pt x="3" y="121"/>
                  <a:pt x="4" y="121"/>
                  <a:pt x="5" y="122"/>
                </a:cubicBezTo>
                <a:cubicBezTo>
                  <a:pt x="17" y="123"/>
                  <a:pt x="26" y="123"/>
                  <a:pt x="30" y="121"/>
                </a:cubicBezTo>
                <a:cubicBezTo>
                  <a:pt x="32" y="121"/>
                  <a:pt x="33" y="120"/>
                  <a:pt x="35" y="120"/>
                </a:cubicBezTo>
                <a:cubicBezTo>
                  <a:pt x="38" y="118"/>
                  <a:pt x="40" y="116"/>
                  <a:pt x="42" y="113"/>
                </a:cubicBezTo>
                <a:cubicBezTo>
                  <a:pt x="44" y="110"/>
                  <a:pt x="45" y="107"/>
                  <a:pt x="45" y="103"/>
                </a:cubicBezTo>
                <a:cubicBezTo>
                  <a:pt x="45" y="102"/>
                  <a:pt x="45" y="102"/>
                  <a:pt x="45" y="102"/>
                </a:cubicBezTo>
                <a:cubicBezTo>
                  <a:pt x="51" y="96"/>
                  <a:pt x="51" y="96"/>
                  <a:pt x="51" y="96"/>
                </a:cubicBezTo>
                <a:cubicBezTo>
                  <a:pt x="52" y="95"/>
                  <a:pt x="52" y="93"/>
                  <a:pt x="51" y="92"/>
                </a:cubicBezTo>
                <a:cubicBezTo>
                  <a:pt x="50" y="91"/>
                  <a:pt x="50" y="91"/>
                  <a:pt x="50" y="91"/>
                </a:cubicBezTo>
                <a:cubicBezTo>
                  <a:pt x="124" y="23"/>
                  <a:pt x="124" y="23"/>
                  <a:pt x="124" y="23"/>
                </a:cubicBezTo>
                <a:cubicBezTo>
                  <a:pt x="126" y="20"/>
                  <a:pt x="128" y="17"/>
                  <a:pt x="128" y="13"/>
                </a:cubicBezTo>
                <a:close/>
                <a:moveTo>
                  <a:pt x="40" y="100"/>
                </a:moveTo>
                <a:cubicBezTo>
                  <a:pt x="40" y="101"/>
                  <a:pt x="40" y="101"/>
                  <a:pt x="40" y="101"/>
                </a:cubicBezTo>
                <a:cubicBezTo>
                  <a:pt x="40" y="102"/>
                  <a:pt x="40" y="102"/>
                  <a:pt x="40" y="103"/>
                </a:cubicBezTo>
                <a:cubicBezTo>
                  <a:pt x="40" y="108"/>
                  <a:pt x="37" y="113"/>
                  <a:pt x="33" y="116"/>
                </a:cubicBezTo>
                <a:cubicBezTo>
                  <a:pt x="31" y="116"/>
                  <a:pt x="30" y="117"/>
                  <a:pt x="29" y="117"/>
                </a:cubicBezTo>
                <a:cubicBezTo>
                  <a:pt x="27" y="118"/>
                  <a:pt x="24" y="118"/>
                  <a:pt x="20" y="118"/>
                </a:cubicBezTo>
                <a:cubicBezTo>
                  <a:pt x="16" y="118"/>
                  <a:pt x="11" y="118"/>
                  <a:pt x="6" y="117"/>
                </a:cubicBezTo>
                <a:cubicBezTo>
                  <a:pt x="3" y="116"/>
                  <a:pt x="3" y="116"/>
                  <a:pt x="3" y="116"/>
                </a:cubicBezTo>
                <a:cubicBezTo>
                  <a:pt x="5" y="115"/>
                  <a:pt x="5" y="115"/>
                  <a:pt x="5" y="115"/>
                </a:cubicBezTo>
                <a:cubicBezTo>
                  <a:pt x="9" y="111"/>
                  <a:pt x="10" y="107"/>
                  <a:pt x="12" y="103"/>
                </a:cubicBezTo>
                <a:cubicBezTo>
                  <a:pt x="12" y="101"/>
                  <a:pt x="13" y="99"/>
                  <a:pt x="13" y="98"/>
                </a:cubicBezTo>
                <a:cubicBezTo>
                  <a:pt x="14" y="95"/>
                  <a:pt x="16" y="93"/>
                  <a:pt x="18" y="92"/>
                </a:cubicBezTo>
                <a:cubicBezTo>
                  <a:pt x="21" y="90"/>
                  <a:pt x="24" y="89"/>
                  <a:pt x="26" y="89"/>
                </a:cubicBezTo>
                <a:cubicBezTo>
                  <a:pt x="27" y="89"/>
                  <a:pt x="29" y="89"/>
                  <a:pt x="29" y="89"/>
                </a:cubicBezTo>
                <a:cubicBezTo>
                  <a:pt x="35" y="83"/>
                  <a:pt x="35" y="83"/>
                  <a:pt x="35" y="83"/>
                </a:cubicBezTo>
                <a:cubicBezTo>
                  <a:pt x="46" y="94"/>
                  <a:pt x="46" y="94"/>
                  <a:pt x="46" y="94"/>
                </a:cubicBezTo>
                <a:lnTo>
                  <a:pt x="40" y="100"/>
                </a:lnTo>
                <a:close/>
                <a:moveTo>
                  <a:pt x="121" y="19"/>
                </a:moveTo>
                <a:cubicBezTo>
                  <a:pt x="46" y="88"/>
                  <a:pt x="46" y="88"/>
                  <a:pt x="46" y="88"/>
                </a:cubicBezTo>
                <a:cubicBezTo>
                  <a:pt x="42" y="83"/>
                  <a:pt x="42" y="83"/>
                  <a:pt x="42" y="83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8"/>
                  <a:pt x="110" y="8"/>
                  <a:pt x="110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114" y="5"/>
                  <a:pt x="118" y="5"/>
                  <a:pt x="121" y="8"/>
                </a:cubicBezTo>
                <a:cubicBezTo>
                  <a:pt x="123" y="9"/>
                  <a:pt x="124" y="11"/>
                  <a:pt x="124" y="13"/>
                </a:cubicBezTo>
                <a:cubicBezTo>
                  <a:pt x="124" y="16"/>
                  <a:pt x="123" y="18"/>
                  <a:pt x="121" y="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" name="Freeform 101"/>
          <p:cNvSpPr>
            <a:spLocks noEditPoints="1"/>
          </p:cNvSpPr>
          <p:nvPr/>
        </p:nvSpPr>
        <p:spPr bwMode="auto">
          <a:xfrm>
            <a:off x="6334125" y="4152900"/>
            <a:ext cx="481013" cy="479425"/>
          </a:xfrm>
          <a:custGeom>
            <a:avLst/>
            <a:gdLst>
              <a:gd name="T0" fmla="*/ 122 w 128"/>
              <a:gd name="T1" fmla="*/ 36 h 128"/>
              <a:gd name="T2" fmla="*/ 128 w 128"/>
              <a:gd name="T3" fmla="*/ 21 h 128"/>
              <a:gd name="T4" fmla="*/ 122 w 128"/>
              <a:gd name="T5" fmla="*/ 6 h 128"/>
              <a:gd name="T6" fmla="*/ 107 w 128"/>
              <a:gd name="T7" fmla="*/ 0 h 128"/>
              <a:gd name="T8" fmla="*/ 92 w 128"/>
              <a:gd name="T9" fmla="*/ 6 h 128"/>
              <a:gd name="T10" fmla="*/ 91 w 128"/>
              <a:gd name="T11" fmla="*/ 8 h 128"/>
              <a:gd name="T12" fmla="*/ 24 w 128"/>
              <a:gd name="T13" fmla="*/ 81 h 128"/>
              <a:gd name="T14" fmla="*/ 24 w 128"/>
              <a:gd name="T15" fmla="*/ 84 h 128"/>
              <a:gd name="T16" fmla="*/ 25 w 128"/>
              <a:gd name="T17" fmla="*/ 85 h 128"/>
              <a:gd name="T18" fmla="*/ 2 w 128"/>
              <a:gd name="T19" fmla="*/ 97 h 128"/>
              <a:gd name="T20" fmla="*/ 1 w 128"/>
              <a:gd name="T21" fmla="*/ 97 h 128"/>
              <a:gd name="T22" fmla="*/ 0 w 128"/>
              <a:gd name="T23" fmla="*/ 99 h 128"/>
              <a:gd name="T24" fmla="*/ 0 w 128"/>
              <a:gd name="T25" fmla="*/ 126 h 128"/>
              <a:gd name="T26" fmla="*/ 1 w 128"/>
              <a:gd name="T27" fmla="*/ 127 h 128"/>
              <a:gd name="T28" fmla="*/ 2 w 128"/>
              <a:gd name="T29" fmla="*/ 128 h 128"/>
              <a:gd name="T30" fmla="*/ 29 w 128"/>
              <a:gd name="T31" fmla="*/ 128 h 128"/>
              <a:gd name="T32" fmla="*/ 29 w 128"/>
              <a:gd name="T33" fmla="*/ 128 h 128"/>
              <a:gd name="T34" fmla="*/ 31 w 128"/>
              <a:gd name="T35" fmla="*/ 127 h 128"/>
              <a:gd name="T36" fmla="*/ 31 w 128"/>
              <a:gd name="T37" fmla="*/ 127 h 128"/>
              <a:gd name="T38" fmla="*/ 43 w 128"/>
              <a:gd name="T39" fmla="*/ 103 h 128"/>
              <a:gd name="T40" fmla="*/ 44 w 128"/>
              <a:gd name="T41" fmla="*/ 104 h 128"/>
              <a:gd name="T42" fmla="*/ 47 w 128"/>
              <a:gd name="T43" fmla="*/ 104 h 128"/>
              <a:gd name="T44" fmla="*/ 120 w 128"/>
              <a:gd name="T45" fmla="*/ 38 h 128"/>
              <a:gd name="T46" fmla="*/ 122 w 128"/>
              <a:gd name="T47" fmla="*/ 36 h 128"/>
              <a:gd name="T48" fmla="*/ 28 w 128"/>
              <a:gd name="T49" fmla="*/ 123 h 128"/>
              <a:gd name="T50" fmla="*/ 5 w 128"/>
              <a:gd name="T51" fmla="*/ 123 h 128"/>
              <a:gd name="T52" fmla="*/ 5 w 128"/>
              <a:gd name="T53" fmla="*/ 100 h 128"/>
              <a:gd name="T54" fmla="*/ 29 w 128"/>
              <a:gd name="T55" fmla="*/ 88 h 128"/>
              <a:gd name="T56" fmla="*/ 33 w 128"/>
              <a:gd name="T57" fmla="*/ 92 h 128"/>
              <a:gd name="T58" fmla="*/ 20 w 128"/>
              <a:gd name="T59" fmla="*/ 105 h 128"/>
              <a:gd name="T60" fmla="*/ 20 w 128"/>
              <a:gd name="T61" fmla="*/ 108 h 128"/>
              <a:gd name="T62" fmla="*/ 23 w 128"/>
              <a:gd name="T63" fmla="*/ 108 h 128"/>
              <a:gd name="T64" fmla="*/ 36 w 128"/>
              <a:gd name="T65" fmla="*/ 95 h 128"/>
              <a:gd name="T66" fmla="*/ 40 w 128"/>
              <a:gd name="T67" fmla="*/ 99 h 128"/>
              <a:gd name="T68" fmla="*/ 28 w 128"/>
              <a:gd name="T69" fmla="*/ 123 h 128"/>
              <a:gd name="T70" fmla="*/ 117 w 128"/>
              <a:gd name="T71" fmla="*/ 34 h 128"/>
              <a:gd name="T72" fmla="*/ 46 w 128"/>
              <a:gd name="T73" fmla="*/ 99 h 128"/>
              <a:gd name="T74" fmla="*/ 29 w 128"/>
              <a:gd name="T75" fmla="*/ 82 h 128"/>
              <a:gd name="T76" fmla="*/ 94 w 128"/>
              <a:gd name="T77" fmla="*/ 11 h 128"/>
              <a:gd name="T78" fmla="*/ 95 w 128"/>
              <a:gd name="T79" fmla="*/ 9 h 128"/>
              <a:gd name="T80" fmla="*/ 107 w 128"/>
              <a:gd name="T81" fmla="*/ 5 h 128"/>
              <a:gd name="T82" fmla="*/ 119 w 128"/>
              <a:gd name="T83" fmla="*/ 9 h 128"/>
              <a:gd name="T84" fmla="*/ 119 w 128"/>
              <a:gd name="T85" fmla="*/ 33 h 128"/>
              <a:gd name="T86" fmla="*/ 117 w 128"/>
              <a:gd name="T87" fmla="*/ 3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8" h="128">
                <a:moveTo>
                  <a:pt x="122" y="36"/>
                </a:moveTo>
                <a:cubicBezTo>
                  <a:pt x="126" y="32"/>
                  <a:pt x="128" y="27"/>
                  <a:pt x="128" y="21"/>
                </a:cubicBezTo>
                <a:cubicBezTo>
                  <a:pt x="128" y="16"/>
                  <a:pt x="126" y="10"/>
                  <a:pt x="122" y="6"/>
                </a:cubicBezTo>
                <a:cubicBezTo>
                  <a:pt x="118" y="2"/>
                  <a:pt x="112" y="0"/>
                  <a:pt x="107" y="0"/>
                </a:cubicBezTo>
                <a:cubicBezTo>
                  <a:pt x="101" y="0"/>
                  <a:pt x="96" y="2"/>
                  <a:pt x="92" y="6"/>
                </a:cubicBezTo>
                <a:cubicBezTo>
                  <a:pt x="91" y="7"/>
                  <a:pt x="91" y="7"/>
                  <a:pt x="91" y="8"/>
                </a:cubicBezTo>
                <a:cubicBezTo>
                  <a:pt x="24" y="81"/>
                  <a:pt x="24" y="81"/>
                  <a:pt x="24" y="81"/>
                </a:cubicBezTo>
                <a:cubicBezTo>
                  <a:pt x="23" y="82"/>
                  <a:pt x="23" y="83"/>
                  <a:pt x="24" y="84"/>
                </a:cubicBezTo>
                <a:cubicBezTo>
                  <a:pt x="25" y="85"/>
                  <a:pt x="25" y="85"/>
                  <a:pt x="25" y="85"/>
                </a:cubicBezTo>
                <a:cubicBezTo>
                  <a:pt x="2" y="97"/>
                  <a:pt x="2" y="97"/>
                  <a:pt x="2" y="97"/>
                </a:cubicBezTo>
                <a:cubicBezTo>
                  <a:pt x="1" y="97"/>
                  <a:pt x="1" y="97"/>
                  <a:pt x="1" y="97"/>
                </a:cubicBezTo>
                <a:cubicBezTo>
                  <a:pt x="0" y="98"/>
                  <a:pt x="0" y="98"/>
                  <a:pt x="0" y="99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6"/>
                  <a:pt x="0" y="127"/>
                  <a:pt x="1" y="127"/>
                </a:cubicBezTo>
                <a:cubicBezTo>
                  <a:pt x="1" y="128"/>
                  <a:pt x="2" y="128"/>
                  <a:pt x="2" y="128"/>
                </a:cubicBezTo>
                <a:cubicBezTo>
                  <a:pt x="29" y="128"/>
                  <a:pt x="29" y="128"/>
                  <a:pt x="29" y="128"/>
                </a:cubicBezTo>
                <a:cubicBezTo>
                  <a:pt x="29" y="128"/>
                  <a:pt x="29" y="128"/>
                  <a:pt x="29" y="128"/>
                </a:cubicBezTo>
                <a:cubicBezTo>
                  <a:pt x="30" y="128"/>
                  <a:pt x="30" y="128"/>
                  <a:pt x="31" y="127"/>
                </a:cubicBezTo>
                <a:cubicBezTo>
                  <a:pt x="31" y="127"/>
                  <a:pt x="31" y="127"/>
                  <a:pt x="31" y="127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44" y="104"/>
                  <a:pt x="44" y="104"/>
                  <a:pt x="44" y="104"/>
                </a:cubicBezTo>
                <a:cubicBezTo>
                  <a:pt x="45" y="105"/>
                  <a:pt x="46" y="105"/>
                  <a:pt x="47" y="104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21" y="37"/>
                  <a:pt x="121" y="37"/>
                  <a:pt x="122" y="36"/>
                </a:cubicBezTo>
                <a:close/>
                <a:moveTo>
                  <a:pt x="28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100"/>
                  <a:pt x="5" y="100"/>
                  <a:pt x="5" y="100"/>
                </a:cubicBezTo>
                <a:cubicBezTo>
                  <a:pt x="29" y="88"/>
                  <a:pt x="29" y="88"/>
                  <a:pt x="29" y="88"/>
                </a:cubicBezTo>
                <a:cubicBezTo>
                  <a:pt x="33" y="92"/>
                  <a:pt x="33" y="92"/>
                  <a:pt x="33" y="92"/>
                </a:cubicBezTo>
                <a:cubicBezTo>
                  <a:pt x="20" y="105"/>
                  <a:pt x="20" y="105"/>
                  <a:pt x="20" y="105"/>
                </a:cubicBezTo>
                <a:cubicBezTo>
                  <a:pt x="19" y="106"/>
                  <a:pt x="19" y="108"/>
                  <a:pt x="20" y="108"/>
                </a:cubicBezTo>
                <a:cubicBezTo>
                  <a:pt x="20" y="109"/>
                  <a:pt x="22" y="109"/>
                  <a:pt x="23" y="108"/>
                </a:cubicBezTo>
                <a:cubicBezTo>
                  <a:pt x="36" y="95"/>
                  <a:pt x="36" y="95"/>
                  <a:pt x="36" y="95"/>
                </a:cubicBezTo>
                <a:cubicBezTo>
                  <a:pt x="40" y="99"/>
                  <a:pt x="40" y="99"/>
                  <a:pt x="40" y="99"/>
                </a:cubicBezTo>
                <a:lnTo>
                  <a:pt x="28" y="123"/>
                </a:lnTo>
                <a:close/>
                <a:moveTo>
                  <a:pt x="117" y="34"/>
                </a:moveTo>
                <a:cubicBezTo>
                  <a:pt x="46" y="99"/>
                  <a:pt x="46" y="99"/>
                  <a:pt x="46" y="99"/>
                </a:cubicBezTo>
                <a:cubicBezTo>
                  <a:pt x="29" y="82"/>
                  <a:pt x="29" y="82"/>
                  <a:pt x="29" y="82"/>
                </a:cubicBezTo>
                <a:cubicBezTo>
                  <a:pt x="94" y="11"/>
                  <a:pt x="94" y="11"/>
                  <a:pt x="94" y="11"/>
                </a:cubicBezTo>
                <a:cubicBezTo>
                  <a:pt x="94" y="10"/>
                  <a:pt x="95" y="10"/>
                  <a:pt x="95" y="9"/>
                </a:cubicBezTo>
                <a:cubicBezTo>
                  <a:pt x="98" y="6"/>
                  <a:pt x="102" y="5"/>
                  <a:pt x="107" y="5"/>
                </a:cubicBezTo>
                <a:cubicBezTo>
                  <a:pt x="111" y="5"/>
                  <a:pt x="115" y="6"/>
                  <a:pt x="119" y="9"/>
                </a:cubicBezTo>
                <a:cubicBezTo>
                  <a:pt x="125" y="16"/>
                  <a:pt x="125" y="26"/>
                  <a:pt x="119" y="33"/>
                </a:cubicBezTo>
                <a:cubicBezTo>
                  <a:pt x="118" y="33"/>
                  <a:pt x="118" y="34"/>
                  <a:pt x="117" y="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7" name="Freeform 102"/>
          <p:cNvSpPr>
            <a:spLocks noEditPoints="1"/>
          </p:cNvSpPr>
          <p:nvPr/>
        </p:nvSpPr>
        <p:spPr bwMode="auto">
          <a:xfrm>
            <a:off x="5373688" y="4152900"/>
            <a:ext cx="479425" cy="479425"/>
          </a:xfrm>
          <a:custGeom>
            <a:avLst/>
            <a:gdLst>
              <a:gd name="T0" fmla="*/ 123 w 128"/>
              <a:gd name="T1" fmla="*/ 29 h 128"/>
              <a:gd name="T2" fmla="*/ 128 w 128"/>
              <a:gd name="T3" fmla="*/ 17 h 128"/>
              <a:gd name="T4" fmla="*/ 123 w 128"/>
              <a:gd name="T5" fmla="*/ 5 h 128"/>
              <a:gd name="T6" fmla="*/ 111 w 128"/>
              <a:gd name="T7" fmla="*/ 0 h 128"/>
              <a:gd name="T8" fmla="*/ 99 w 128"/>
              <a:gd name="T9" fmla="*/ 5 h 128"/>
              <a:gd name="T10" fmla="*/ 1 w 128"/>
              <a:gd name="T11" fmla="*/ 103 h 128"/>
              <a:gd name="T12" fmla="*/ 0 w 128"/>
              <a:gd name="T13" fmla="*/ 105 h 128"/>
              <a:gd name="T14" fmla="*/ 0 w 128"/>
              <a:gd name="T15" fmla="*/ 105 h 128"/>
              <a:gd name="T16" fmla="*/ 0 w 128"/>
              <a:gd name="T17" fmla="*/ 126 h 128"/>
              <a:gd name="T18" fmla="*/ 1 w 128"/>
              <a:gd name="T19" fmla="*/ 127 h 128"/>
              <a:gd name="T20" fmla="*/ 2 w 128"/>
              <a:gd name="T21" fmla="*/ 128 h 128"/>
              <a:gd name="T22" fmla="*/ 23 w 128"/>
              <a:gd name="T23" fmla="*/ 128 h 128"/>
              <a:gd name="T24" fmla="*/ 23 w 128"/>
              <a:gd name="T25" fmla="*/ 128 h 128"/>
              <a:gd name="T26" fmla="*/ 25 w 128"/>
              <a:gd name="T27" fmla="*/ 127 h 128"/>
              <a:gd name="T28" fmla="*/ 123 w 128"/>
              <a:gd name="T29" fmla="*/ 29 h 128"/>
              <a:gd name="T30" fmla="*/ 102 w 128"/>
              <a:gd name="T31" fmla="*/ 8 h 128"/>
              <a:gd name="T32" fmla="*/ 120 w 128"/>
              <a:gd name="T33" fmla="*/ 8 h 128"/>
              <a:gd name="T34" fmla="*/ 123 w 128"/>
              <a:gd name="T35" fmla="*/ 17 h 128"/>
              <a:gd name="T36" fmla="*/ 120 w 128"/>
              <a:gd name="T37" fmla="*/ 26 h 128"/>
              <a:gd name="T38" fmla="*/ 116 w 128"/>
              <a:gd name="T39" fmla="*/ 30 h 128"/>
              <a:gd name="T40" fmla="*/ 98 w 128"/>
              <a:gd name="T41" fmla="*/ 12 h 128"/>
              <a:gd name="T42" fmla="*/ 102 w 128"/>
              <a:gd name="T43" fmla="*/ 8 h 128"/>
              <a:gd name="T44" fmla="*/ 22 w 128"/>
              <a:gd name="T45" fmla="*/ 123 h 128"/>
              <a:gd name="T46" fmla="*/ 5 w 128"/>
              <a:gd name="T47" fmla="*/ 123 h 128"/>
              <a:gd name="T48" fmla="*/ 5 w 128"/>
              <a:gd name="T49" fmla="*/ 106 h 128"/>
              <a:gd name="T50" fmla="*/ 85 w 128"/>
              <a:gd name="T51" fmla="*/ 26 h 128"/>
              <a:gd name="T52" fmla="*/ 92 w 128"/>
              <a:gd name="T53" fmla="*/ 33 h 128"/>
              <a:gd name="T54" fmla="*/ 20 w 128"/>
              <a:gd name="T55" fmla="*/ 105 h 128"/>
              <a:gd name="T56" fmla="*/ 19 w 128"/>
              <a:gd name="T57" fmla="*/ 107 h 128"/>
              <a:gd name="T58" fmla="*/ 20 w 128"/>
              <a:gd name="T59" fmla="*/ 108 h 128"/>
              <a:gd name="T60" fmla="*/ 23 w 128"/>
              <a:gd name="T61" fmla="*/ 108 h 128"/>
              <a:gd name="T62" fmla="*/ 95 w 128"/>
              <a:gd name="T63" fmla="*/ 36 h 128"/>
              <a:gd name="T64" fmla="*/ 102 w 128"/>
              <a:gd name="T65" fmla="*/ 43 h 128"/>
              <a:gd name="T66" fmla="*/ 22 w 128"/>
              <a:gd name="T67" fmla="*/ 123 h 128"/>
              <a:gd name="T68" fmla="*/ 88 w 128"/>
              <a:gd name="T69" fmla="*/ 22 h 128"/>
              <a:gd name="T70" fmla="*/ 95 w 128"/>
              <a:gd name="T71" fmla="*/ 15 h 128"/>
              <a:gd name="T72" fmla="*/ 113 w 128"/>
              <a:gd name="T73" fmla="*/ 33 h 128"/>
              <a:gd name="T74" fmla="*/ 106 w 128"/>
              <a:gd name="T75" fmla="*/ 40 h 128"/>
              <a:gd name="T76" fmla="*/ 88 w 128"/>
              <a:gd name="T77" fmla="*/ 2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128">
                <a:moveTo>
                  <a:pt x="123" y="29"/>
                </a:moveTo>
                <a:cubicBezTo>
                  <a:pt x="126" y="26"/>
                  <a:pt x="128" y="22"/>
                  <a:pt x="128" y="17"/>
                </a:cubicBezTo>
                <a:cubicBezTo>
                  <a:pt x="128" y="13"/>
                  <a:pt x="126" y="8"/>
                  <a:pt x="123" y="5"/>
                </a:cubicBezTo>
                <a:cubicBezTo>
                  <a:pt x="120" y="2"/>
                  <a:pt x="115" y="0"/>
                  <a:pt x="111" y="0"/>
                </a:cubicBezTo>
                <a:cubicBezTo>
                  <a:pt x="106" y="0"/>
                  <a:pt x="102" y="2"/>
                  <a:pt x="99" y="5"/>
                </a:cubicBezTo>
                <a:cubicBezTo>
                  <a:pt x="98" y="6"/>
                  <a:pt x="2" y="102"/>
                  <a:pt x="1" y="103"/>
                </a:cubicBezTo>
                <a:cubicBezTo>
                  <a:pt x="0" y="104"/>
                  <a:pt x="0" y="104"/>
                  <a:pt x="0" y="105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6"/>
                  <a:pt x="0" y="127"/>
                  <a:pt x="1" y="127"/>
                </a:cubicBezTo>
                <a:cubicBezTo>
                  <a:pt x="1" y="128"/>
                  <a:pt x="2" y="128"/>
                  <a:pt x="2" y="128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5" y="127"/>
                </a:cubicBezTo>
                <a:cubicBezTo>
                  <a:pt x="26" y="126"/>
                  <a:pt x="122" y="30"/>
                  <a:pt x="123" y="29"/>
                </a:cubicBezTo>
                <a:close/>
                <a:moveTo>
                  <a:pt x="102" y="8"/>
                </a:moveTo>
                <a:cubicBezTo>
                  <a:pt x="107" y="3"/>
                  <a:pt x="115" y="3"/>
                  <a:pt x="120" y="8"/>
                </a:cubicBezTo>
                <a:cubicBezTo>
                  <a:pt x="122" y="11"/>
                  <a:pt x="123" y="14"/>
                  <a:pt x="123" y="17"/>
                </a:cubicBezTo>
                <a:cubicBezTo>
                  <a:pt x="123" y="20"/>
                  <a:pt x="122" y="24"/>
                  <a:pt x="120" y="26"/>
                </a:cubicBezTo>
                <a:cubicBezTo>
                  <a:pt x="116" y="30"/>
                  <a:pt x="116" y="30"/>
                  <a:pt x="116" y="30"/>
                </a:cubicBezTo>
                <a:cubicBezTo>
                  <a:pt x="98" y="12"/>
                  <a:pt x="98" y="12"/>
                  <a:pt x="98" y="12"/>
                </a:cubicBezTo>
                <a:lnTo>
                  <a:pt x="102" y="8"/>
                </a:lnTo>
                <a:close/>
                <a:moveTo>
                  <a:pt x="22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106"/>
                  <a:pt x="5" y="106"/>
                  <a:pt x="5" y="106"/>
                </a:cubicBezTo>
                <a:cubicBezTo>
                  <a:pt x="85" y="26"/>
                  <a:pt x="85" y="26"/>
                  <a:pt x="85" y="26"/>
                </a:cubicBezTo>
                <a:cubicBezTo>
                  <a:pt x="92" y="33"/>
                  <a:pt x="92" y="33"/>
                  <a:pt x="92" y="33"/>
                </a:cubicBezTo>
                <a:cubicBezTo>
                  <a:pt x="20" y="105"/>
                  <a:pt x="20" y="105"/>
                  <a:pt x="20" y="105"/>
                </a:cubicBezTo>
                <a:cubicBezTo>
                  <a:pt x="19" y="106"/>
                  <a:pt x="19" y="106"/>
                  <a:pt x="19" y="107"/>
                </a:cubicBezTo>
                <a:cubicBezTo>
                  <a:pt x="19" y="107"/>
                  <a:pt x="19" y="108"/>
                  <a:pt x="20" y="108"/>
                </a:cubicBezTo>
                <a:cubicBezTo>
                  <a:pt x="20" y="109"/>
                  <a:pt x="22" y="109"/>
                  <a:pt x="23" y="108"/>
                </a:cubicBezTo>
                <a:cubicBezTo>
                  <a:pt x="95" y="36"/>
                  <a:pt x="95" y="36"/>
                  <a:pt x="95" y="36"/>
                </a:cubicBezTo>
                <a:cubicBezTo>
                  <a:pt x="102" y="43"/>
                  <a:pt x="102" y="43"/>
                  <a:pt x="102" y="43"/>
                </a:cubicBezTo>
                <a:lnTo>
                  <a:pt x="22" y="123"/>
                </a:lnTo>
                <a:close/>
                <a:moveTo>
                  <a:pt x="88" y="22"/>
                </a:moveTo>
                <a:cubicBezTo>
                  <a:pt x="95" y="15"/>
                  <a:pt x="95" y="15"/>
                  <a:pt x="95" y="15"/>
                </a:cubicBezTo>
                <a:cubicBezTo>
                  <a:pt x="113" y="33"/>
                  <a:pt x="113" y="33"/>
                  <a:pt x="113" y="33"/>
                </a:cubicBezTo>
                <a:cubicBezTo>
                  <a:pt x="106" y="40"/>
                  <a:pt x="106" y="40"/>
                  <a:pt x="106" y="40"/>
                </a:cubicBezTo>
                <a:lnTo>
                  <a:pt x="88" y="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8" name="Freeform 103"/>
          <p:cNvSpPr>
            <a:spLocks noEditPoints="1"/>
          </p:cNvSpPr>
          <p:nvPr/>
        </p:nvSpPr>
        <p:spPr bwMode="auto">
          <a:xfrm>
            <a:off x="4411663" y="4152900"/>
            <a:ext cx="481013" cy="479425"/>
          </a:xfrm>
          <a:custGeom>
            <a:avLst/>
            <a:gdLst>
              <a:gd name="T0" fmla="*/ 23 w 128"/>
              <a:gd name="T1" fmla="*/ 128 h 128"/>
              <a:gd name="T2" fmla="*/ 23 w 128"/>
              <a:gd name="T3" fmla="*/ 128 h 128"/>
              <a:gd name="T4" fmla="*/ 25 w 128"/>
              <a:gd name="T5" fmla="*/ 127 h 128"/>
              <a:gd name="T6" fmla="*/ 123 w 128"/>
              <a:gd name="T7" fmla="*/ 29 h 128"/>
              <a:gd name="T8" fmla="*/ 128 w 128"/>
              <a:gd name="T9" fmla="*/ 17 h 128"/>
              <a:gd name="T10" fmla="*/ 123 w 128"/>
              <a:gd name="T11" fmla="*/ 5 h 128"/>
              <a:gd name="T12" fmla="*/ 111 w 128"/>
              <a:gd name="T13" fmla="*/ 0 h 128"/>
              <a:gd name="T14" fmla="*/ 99 w 128"/>
              <a:gd name="T15" fmla="*/ 5 h 128"/>
              <a:gd name="T16" fmla="*/ 1 w 128"/>
              <a:gd name="T17" fmla="*/ 103 h 128"/>
              <a:gd name="T18" fmla="*/ 0 w 128"/>
              <a:gd name="T19" fmla="*/ 105 h 128"/>
              <a:gd name="T20" fmla="*/ 0 w 128"/>
              <a:gd name="T21" fmla="*/ 105 h 128"/>
              <a:gd name="T22" fmla="*/ 0 w 128"/>
              <a:gd name="T23" fmla="*/ 126 h 128"/>
              <a:gd name="T24" fmla="*/ 1 w 128"/>
              <a:gd name="T25" fmla="*/ 127 h 128"/>
              <a:gd name="T26" fmla="*/ 2 w 128"/>
              <a:gd name="T27" fmla="*/ 128 h 128"/>
              <a:gd name="T28" fmla="*/ 23 w 128"/>
              <a:gd name="T29" fmla="*/ 128 h 128"/>
              <a:gd name="T30" fmla="*/ 99 w 128"/>
              <a:gd name="T31" fmla="*/ 11 h 128"/>
              <a:gd name="T32" fmla="*/ 102 w 128"/>
              <a:gd name="T33" fmla="*/ 8 h 128"/>
              <a:gd name="T34" fmla="*/ 120 w 128"/>
              <a:gd name="T35" fmla="*/ 8 h 128"/>
              <a:gd name="T36" fmla="*/ 123 w 128"/>
              <a:gd name="T37" fmla="*/ 17 h 128"/>
              <a:gd name="T38" fmla="*/ 120 w 128"/>
              <a:gd name="T39" fmla="*/ 26 h 128"/>
              <a:gd name="T40" fmla="*/ 116 w 128"/>
              <a:gd name="T41" fmla="*/ 30 h 128"/>
              <a:gd name="T42" fmla="*/ 98 w 128"/>
              <a:gd name="T43" fmla="*/ 12 h 128"/>
              <a:gd name="T44" fmla="*/ 99 w 128"/>
              <a:gd name="T45" fmla="*/ 11 h 128"/>
              <a:gd name="T46" fmla="*/ 95 w 128"/>
              <a:gd name="T47" fmla="*/ 15 h 128"/>
              <a:gd name="T48" fmla="*/ 113 w 128"/>
              <a:gd name="T49" fmla="*/ 33 h 128"/>
              <a:gd name="T50" fmla="*/ 106 w 128"/>
              <a:gd name="T51" fmla="*/ 40 h 128"/>
              <a:gd name="T52" fmla="*/ 88 w 128"/>
              <a:gd name="T53" fmla="*/ 22 h 128"/>
              <a:gd name="T54" fmla="*/ 95 w 128"/>
              <a:gd name="T55" fmla="*/ 15 h 128"/>
              <a:gd name="T56" fmla="*/ 5 w 128"/>
              <a:gd name="T57" fmla="*/ 105 h 128"/>
              <a:gd name="T58" fmla="*/ 84 w 128"/>
              <a:gd name="T59" fmla="*/ 27 h 128"/>
              <a:gd name="T60" fmla="*/ 85 w 128"/>
              <a:gd name="T61" fmla="*/ 26 h 128"/>
              <a:gd name="T62" fmla="*/ 102 w 128"/>
              <a:gd name="T63" fmla="*/ 43 h 128"/>
              <a:gd name="T64" fmla="*/ 22 w 128"/>
              <a:gd name="T65" fmla="*/ 123 h 128"/>
              <a:gd name="T66" fmla="*/ 5 w 128"/>
              <a:gd name="T67" fmla="*/ 123 h 128"/>
              <a:gd name="T68" fmla="*/ 5 w 128"/>
              <a:gd name="T69" fmla="*/ 106 h 128"/>
              <a:gd name="T70" fmla="*/ 5 w 128"/>
              <a:gd name="T71" fmla="*/ 10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" h="128">
                <a:moveTo>
                  <a:pt x="23" y="128"/>
                </a:move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5" y="127"/>
                </a:cubicBezTo>
                <a:cubicBezTo>
                  <a:pt x="26" y="126"/>
                  <a:pt x="122" y="30"/>
                  <a:pt x="123" y="29"/>
                </a:cubicBezTo>
                <a:cubicBezTo>
                  <a:pt x="126" y="26"/>
                  <a:pt x="128" y="22"/>
                  <a:pt x="128" y="17"/>
                </a:cubicBezTo>
                <a:cubicBezTo>
                  <a:pt x="128" y="13"/>
                  <a:pt x="126" y="8"/>
                  <a:pt x="123" y="5"/>
                </a:cubicBezTo>
                <a:cubicBezTo>
                  <a:pt x="120" y="2"/>
                  <a:pt x="115" y="0"/>
                  <a:pt x="111" y="0"/>
                </a:cubicBezTo>
                <a:cubicBezTo>
                  <a:pt x="106" y="0"/>
                  <a:pt x="102" y="2"/>
                  <a:pt x="99" y="5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4"/>
                  <a:pt x="0" y="104"/>
                  <a:pt x="0" y="105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6"/>
                  <a:pt x="0" y="127"/>
                  <a:pt x="1" y="127"/>
                </a:cubicBezTo>
                <a:cubicBezTo>
                  <a:pt x="1" y="128"/>
                  <a:pt x="2" y="128"/>
                  <a:pt x="2" y="128"/>
                </a:cubicBezTo>
                <a:lnTo>
                  <a:pt x="23" y="128"/>
                </a:lnTo>
                <a:close/>
                <a:moveTo>
                  <a:pt x="99" y="11"/>
                </a:moveTo>
                <a:cubicBezTo>
                  <a:pt x="101" y="9"/>
                  <a:pt x="102" y="8"/>
                  <a:pt x="102" y="8"/>
                </a:cubicBezTo>
                <a:cubicBezTo>
                  <a:pt x="107" y="3"/>
                  <a:pt x="115" y="3"/>
                  <a:pt x="120" y="8"/>
                </a:cubicBezTo>
                <a:cubicBezTo>
                  <a:pt x="122" y="11"/>
                  <a:pt x="123" y="14"/>
                  <a:pt x="123" y="17"/>
                </a:cubicBezTo>
                <a:cubicBezTo>
                  <a:pt x="123" y="20"/>
                  <a:pt x="122" y="24"/>
                  <a:pt x="120" y="26"/>
                </a:cubicBezTo>
                <a:cubicBezTo>
                  <a:pt x="116" y="30"/>
                  <a:pt x="116" y="30"/>
                  <a:pt x="116" y="30"/>
                </a:cubicBezTo>
                <a:cubicBezTo>
                  <a:pt x="98" y="12"/>
                  <a:pt x="98" y="12"/>
                  <a:pt x="98" y="12"/>
                </a:cubicBezTo>
                <a:lnTo>
                  <a:pt x="99" y="11"/>
                </a:lnTo>
                <a:close/>
                <a:moveTo>
                  <a:pt x="95" y="15"/>
                </a:moveTo>
                <a:cubicBezTo>
                  <a:pt x="113" y="33"/>
                  <a:pt x="113" y="33"/>
                  <a:pt x="113" y="33"/>
                </a:cubicBezTo>
                <a:cubicBezTo>
                  <a:pt x="106" y="40"/>
                  <a:pt x="106" y="40"/>
                  <a:pt x="106" y="40"/>
                </a:cubicBezTo>
                <a:cubicBezTo>
                  <a:pt x="88" y="22"/>
                  <a:pt x="88" y="22"/>
                  <a:pt x="88" y="22"/>
                </a:cubicBezTo>
                <a:lnTo>
                  <a:pt x="95" y="15"/>
                </a:lnTo>
                <a:close/>
                <a:moveTo>
                  <a:pt x="5" y="105"/>
                </a:moveTo>
                <a:cubicBezTo>
                  <a:pt x="13" y="98"/>
                  <a:pt x="58" y="53"/>
                  <a:pt x="84" y="27"/>
                </a:cubicBezTo>
                <a:cubicBezTo>
                  <a:pt x="85" y="26"/>
                  <a:pt x="85" y="26"/>
                  <a:pt x="85" y="26"/>
                </a:cubicBezTo>
                <a:cubicBezTo>
                  <a:pt x="102" y="43"/>
                  <a:pt x="102" y="43"/>
                  <a:pt x="102" y="43"/>
                </a:cubicBezTo>
                <a:cubicBezTo>
                  <a:pt x="22" y="123"/>
                  <a:pt x="22" y="123"/>
                  <a:pt x="22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106"/>
                  <a:pt x="5" y="106"/>
                  <a:pt x="5" y="106"/>
                </a:cubicBezTo>
                <a:lnTo>
                  <a:pt x="5" y="1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Freeform 104"/>
          <p:cNvSpPr>
            <a:spLocks noEditPoints="1"/>
          </p:cNvSpPr>
          <p:nvPr/>
        </p:nvSpPr>
        <p:spPr bwMode="auto">
          <a:xfrm>
            <a:off x="3500438" y="4148138"/>
            <a:ext cx="385763" cy="484188"/>
          </a:xfrm>
          <a:custGeom>
            <a:avLst/>
            <a:gdLst>
              <a:gd name="T0" fmla="*/ 87 w 103"/>
              <a:gd name="T1" fmla="*/ 99 h 129"/>
              <a:gd name="T2" fmla="*/ 87 w 103"/>
              <a:gd name="T3" fmla="*/ 30 h 129"/>
              <a:gd name="T4" fmla="*/ 99 w 103"/>
              <a:gd name="T5" fmla="*/ 18 h 129"/>
              <a:gd name="T6" fmla="*/ 99 w 103"/>
              <a:gd name="T7" fmla="*/ 4 h 129"/>
              <a:gd name="T8" fmla="*/ 85 w 103"/>
              <a:gd name="T9" fmla="*/ 4 h 129"/>
              <a:gd name="T10" fmla="*/ 73 w 103"/>
              <a:gd name="T11" fmla="*/ 16 h 129"/>
              <a:gd name="T12" fmla="*/ 6 w 103"/>
              <a:gd name="T13" fmla="*/ 16 h 129"/>
              <a:gd name="T14" fmla="*/ 0 w 103"/>
              <a:gd name="T15" fmla="*/ 22 h 129"/>
              <a:gd name="T16" fmla="*/ 0 w 103"/>
              <a:gd name="T17" fmla="*/ 123 h 129"/>
              <a:gd name="T18" fmla="*/ 6 w 103"/>
              <a:gd name="T19" fmla="*/ 129 h 129"/>
              <a:gd name="T20" fmla="*/ 57 w 103"/>
              <a:gd name="T21" fmla="*/ 129 h 129"/>
              <a:gd name="T22" fmla="*/ 58 w 103"/>
              <a:gd name="T23" fmla="*/ 128 h 129"/>
              <a:gd name="T24" fmla="*/ 86 w 103"/>
              <a:gd name="T25" fmla="*/ 101 h 129"/>
              <a:gd name="T26" fmla="*/ 87 w 103"/>
              <a:gd name="T27" fmla="*/ 99 h 129"/>
              <a:gd name="T28" fmla="*/ 88 w 103"/>
              <a:gd name="T29" fmla="*/ 7 h 129"/>
              <a:gd name="T30" fmla="*/ 92 w 103"/>
              <a:gd name="T31" fmla="*/ 6 h 129"/>
              <a:gd name="T32" fmla="*/ 96 w 103"/>
              <a:gd name="T33" fmla="*/ 7 h 129"/>
              <a:gd name="T34" fmla="*/ 97 w 103"/>
              <a:gd name="T35" fmla="*/ 11 h 129"/>
              <a:gd name="T36" fmla="*/ 96 w 103"/>
              <a:gd name="T37" fmla="*/ 14 h 129"/>
              <a:gd name="T38" fmla="*/ 47 w 103"/>
              <a:gd name="T39" fmla="*/ 62 h 129"/>
              <a:gd name="T40" fmla="*/ 40 w 103"/>
              <a:gd name="T41" fmla="*/ 62 h 129"/>
              <a:gd name="T42" fmla="*/ 40 w 103"/>
              <a:gd name="T43" fmla="*/ 55 h 129"/>
              <a:gd name="T44" fmla="*/ 88 w 103"/>
              <a:gd name="T45" fmla="*/ 7 h 129"/>
              <a:gd name="T46" fmla="*/ 57 w 103"/>
              <a:gd name="T47" fmla="*/ 123 h 129"/>
              <a:gd name="T48" fmla="*/ 57 w 103"/>
              <a:gd name="T49" fmla="*/ 99 h 129"/>
              <a:gd name="T50" fmla="*/ 81 w 103"/>
              <a:gd name="T51" fmla="*/ 99 h 129"/>
              <a:gd name="T52" fmla="*/ 57 w 103"/>
              <a:gd name="T53" fmla="*/ 123 h 129"/>
              <a:gd name="T54" fmla="*/ 82 w 103"/>
              <a:gd name="T55" fmla="*/ 95 h 129"/>
              <a:gd name="T56" fmla="*/ 58 w 103"/>
              <a:gd name="T57" fmla="*/ 95 h 129"/>
              <a:gd name="T58" fmla="*/ 52 w 103"/>
              <a:gd name="T59" fmla="*/ 101 h 129"/>
              <a:gd name="T60" fmla="*/ 52 w 103"/>
              <a:gd name="T61" fmla="*/ 124 h 129"/>
              <a:gd name="T62" fmla="*/ 5 w 103"/>
              <a:gd name="T63" fmla="*/ 124 h 129"/>
              <a:gd name="T64" fmla="*/ 5 w 103"/>
              <a:gd name="T65" fmla="*/ 20 h 129"/>
              <a:gd name="T66" fmla="*/ 68 w 103"/>
              <a:gd name="T67" fmla="*/ 20 h 129"/>
              <a:gd name="T68" fmla="*/ 36 w 103"/>
              <a:gd name="T69" fmla="*/ 53 h 129"/>
              <a:gd name="T70" fmla="*/ 36 w 103"/>
              <a:gd name="T71" fmla="*/ 54 h 129"/>
              <a:gd name="T72" fmla="*/ 36 w 103"/>
              <a:gd name="T73" fmla="*/ 65 h 129"/>
              <a:gd name="T74" fmla="*/ 36 w 103"/>
              <a:gd name="T75" fmla="*/ 66 h 129"/>
              <a:gd name="T76" fmla="*/ 38 w 103"/>
              <a:gd name="T77" fmla="*/ 67 h 129"/>
              <a:gd name="T78" fmla="*/ 48 w 103"/>
              <a:gd name="T79" fmla="*/ 67 h 129"/>
              <a:gd name="T80" fmla="*/ 50 w 103"/>
              <a:gd name="T81" fmla="*/ 66 h 129"/>
              <a:gd name="T82" fmla="*/ 50 w 103"/>
              <a:gd name="T83" fmla="*/ 66 h 129"/>
              <a:gd name="T84" fmla="*/ 82 w 103"/>
              <a:gd name="T85" fmla="*/ 34 h 129"/>
              <a:gd name="T86" fmla="*/ 82 w 103"/>
              <a:gd name="T87" fmla="*/ 95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03" h="129">
                <a:moveTo>
                  <a:pt x="87" y="99"/>
                </a:moveTo>
                <a:cubicBezTo>
                  <a:pt x="87" y="30"/>
                  <a:pt x="87" y="30"/>
                  <a:pt x="87" y="30"/>
                </a:cubicBezTo>
                <a:cubicBezTo>
                  <a:pt x="99" y="18"/>
                  <a:pt x="99" y="18"/>
                  <a:pt x="99" y="18"/>
                </a:cubicBezTo>
                <a:cubicBezTo>
                  <a:pt x="103" y="14"/>
                  <a:pt x="103" y="8"/>
                  <a:pt x="99" y="4"/>
                </a:cubicBezTo>
                <a:cubicBezTo>
                  <a:pt x="95" y="0"/>
                  <a:pt x="89" y="0"/>
                  <a:pt x="85" y="4"/>
                </a:cubicBezTo>
                <a:cubicBezTo>
                  <a:pt x="73" y="16"/>
                  <a:pt x="73" y="16"/>
                  <a:pt x="73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3" y="16"/>
                  <a:pt x="0" y="18"/>
                  <a:pt x="0" y="22"/>
                </a:cubicBezTo>
                <a:cubicBezTo>
                  <a:pt x="0" y="123"/>
                  <a:pt x="0" y="123"/>
                  <a:pt x="0" y="123"/>
                </a:cubicBezTo>
                <a:cubicBezTo>
                  <a:pt x="0" y="126"/>
                  <a:pt x="3" y="129"/>
                  <a:pt x="6" y="129"/>
                </a:cubicBezTo>
                <a:cubicBezTo>
                  <a:pt x="57" y="129"/>
                  <a:pt x="57" y="129"/>
                  <a:pt x="57" y="129"/>
                </a:cubicBezTo>
                <a:cubicBezTo>
                  <a:pt x="57" y="129"/>
                  <a:pt x="58" y="129"/>
                  <a:pt x="58" y="128"/>
                </a:cubicBezTo>
                <a:cubicBezTo>
                  <a:pt x="86" y="101"/>
                  <a:pt x="86" y="101"/>
                  <a:pt x="86" y="101"/>
                </a:cubicBezTo>
                <a:cubicBezTo>
                  <a:pt x="86" y="101"/>
                  <a:pt x="87" y="100"/>
                  <a:pt x="87" y="99"/>
                </a:cubicBezTo>
                <a:close/>
                <a:moveTo>
                  <a:pt x="88" y="7"/>
                </a:moveTo>
                <a:cubicBezTo>
                  <a:pt x="90" y="6"/>
                  <a:pt x="91" y="6"/>
                  <a:pt x="92" y="6"/>
                </a:cubicBezTo>
                <a:cubicBezTo>
                  <a:pt x="93" y="6"/>
                  <a:pt x="94" y="6"/>
                  <a:pt x="96" y="7"/>
                </a:cubicBezTo>
                <a:cubicBezTo>
                  <a:pt x="96" y="8"/>
                  <a:pt x="97" y="9"/>
                  <a:pt x="97" y="11"/>
                </a:cubicBezTo>
                <a:cubicBezTo>
                  <a:pt x="97" y="12"/>
                  <a:pt x="96" y="13"/>
                  <a:pt x="96" y="14"/>
                </a:cubicBezTo>
                <a:cubicBezTo>
                  <a:pt x="47" y="62"/>
                  <a:pt x="47" y="62"/>
                  <a:pt x="47" y="62"/>
                </a:cubicBezTo>
                <a:cubicBezTo>
                  <a:pt x="40" y="62"/>
                  <a:pt x="40" y="62"/>
                  <a:pt x="40" y="62"/>
                </a:cubicBezTo>
                <a:cubicBezTo>
                  <a:pt x="40" y="55"/>
                  <a:pt x="40" y="55"/>
                  <a:pt x="40" y="55"/>
                </a:cubicBezTo>
                <a:lnTo>
                  <a:pt x="88" y="7"/>
                </a:lnTo>
                <a:close/>
                <a:moveTo>
                  <a:pt x="57" y="123"/>
                </a:moveTo>
                <a:cubicBezTo>
                  <a:pt x="57" y="99"/>
                  <a:pt x="57" y="99"/>
                  <a:pt x="57" y="99"/>
                </a:cubicBezTo>
                <a:cubicBezTo>
                  <a:pt x="81" y="99"/>
                  <a:pt x="81" y="99"/>
                  <a:pt x="81" y="99"/>
                </a:cubicBezTo>
                <a:lnTo>
                  <a:pt x="57" y="123"/>
                </a:lnTo>
                <a:close/>
                <a:moveTo>
                  <a:pt x="82" y="95"/>
                </a:moveTo>
                <a:cubicBezTo>
                  <a:pt x="58" y="95"/>
                  <a:pt x="58" y="95"/>
                  <a:pt x="58" y="95"/>
                </a:cubicBezTo>
                <a:cubicBezTo>
                  <a:pt x="55" y="95"/>
                  <a:pt x="52" y="97"/>
                  <a:pt x="52" y="101"/>
                </a:cubicBezTo>
                <a:cubicBezTo>
                  <a:pt x="52" y="124"/>
                  <a:pt x="52" y="124"/>
                  <a:pt x="52" y="124"/>
                </a:cubicBezTo>
                <a:cubicBezTo>
                  <a:pt x="5" y="124"/>
                  <a:pt x="5" y="124"/>
                  <a:pt x="5" y="124"/>
                </a:cubicBezTo>
                <a:cubicBezTo>
                  <a:pt x="5" y="20"/>
                  <a:pt x="5" y="20"/>
                  <a:pt x="5" y="20"/>
                </a:cubicBezTo>
                <a:cubicBezTo>
                  <a:pt x="68" y="20"/>
                  <a:pt x="68" y="20"/>
                  <a:pt x="68" y="20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3"/>
                  <a:pt x="36" y="54"/>
                  <a:pt x="36" y="54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65"/>
                  <a:pt x="36" y="66"/>
                  <a:pt x="36" y="66"/>
                </a:cubicBezTo>
                <a:cubicBezTo>
                  <a:pt x="37" y="67"/>
                  <a:pt x="37" y="67"/>
                  <a:pt x="38" y="67"/>
                </a:cubicBezTo>
                <a:cubicBezTo>
                  <a:pt x="48" y="67"/>
                  <a:pt x="48" y="67"/>
                  <a:pt x="48" y="67"/>
                </a:cubicBezTo>
                <a:cubicBezTo>
                  <a:pt x="49" y="67"/>
                  <a:pt x="49" y="67"/>
                  <a:pt x="50" y="66"/>
                </a:cubicBezTo>
                <a:cubicBezTo>
                  <a:pt x="50" y="66"/>
                  <a:pt x="50" y="66"/>
                  <a:pt x="50" y="66"/>
                </a:cubicBezTo>
                <a:cubicBezTo>
                  <a:pt x="82" y="34"/>
                  <a:pt x="82" y="34"/>
                  <a:pt x="82" y="34"/>
                </a:cubicBezTo>
                <a:lnTo>
                  <a:pt x="82" y="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0" name="Freeform 105"/>
          <p:cNvSpPr>
            <a:spLocks noEditPoints="1"/>
          </p:cNvSpPr>
          <p:nvPr/>
        </p:nvSpPr>
        <p:spPr bwMode="auto">
          <a:xfrm>
            <a:off x="2489200" y="4178300"/>
            <a:ext cx="481013" cy="428625"/>
          </a:xfrm>
          <a:custGeom>
            <a:avLst/>
            <a:gdLst>
              <a:gd name="T0" fmla="*/ 101 w 128"/>
              <a:gd name="T1" fmla="*/ 41 h 114"/>
              <a:gd name="T2" fmla="*/ 125 w 128"/>
              <a:gd name="T3" fmla="*/ 17 h 114"/>
              <a:gd name="T4" fmla="*/ 128 w 128"/>
              <a:gd name="T5" fmla="*/ 10 h 114"/>
              <a:gd name="T6" fmla="*/ 125 w 128"/>
              <a:gd name="T7" fmla="*/ 3 h 114"/>
              <a:gd name="T8" fmla="*/ 111 w 128"/>
              <a:gd name="T9" fmla="*/ 3 h 114"/>
              <a:gd name="T10" fmla="*/ 87 w 128"/>
              <a:gd name="T11" fmla="*/ 27 h 114"/>
              <a:gd name="T12" fmla="*/ 6 w 128"/>
              <a:gd name="T13" fmla="*/ 27 h 114"/>
              <a:gd name="T14" fmla="*/ 0 w 128"/>
              <a:gd name="T15" fmla="*/ 33 h 114"/>
              <a:gd name="T16" fmla="*/ 0 w 128"/>
              <a:gd name="T17" fmla="*/ 108 h 114"/>
              <a:gd name="T18" fmla="*/ 6 w 128"/>
              <a:gd name="T19" fmla="*/ 114 h 114"/>
              <a:gd name="T20" fmla="*/ 95 w 128"/>
              <a:gd name="T21" fmla="*/ 114 h 114"/>
              <a:gd name="T22" fmla="*/ 101 w 128"/>
              <a:gd name="T23" fmla="*/ 108 h 114"/>
              <a:gd name="T24" fmla="*/ 101 w 128"/>
              <a:gd name="T25" fmla="*/ 41 h 114"/>
              <a:gd name="T26" fmla="*/ 96 w 128"/>
              <a:gd name="T27" fmla="*/ 109 h 114"/>
              <a:gd name="T28" fmla="*/ 5 w 128"/>
              <a:gd name="T29" fmla="*/ 109 h 114"/>
              <a:gd name="T30" fmla="*/ 5 w 128"/>
              <a:gd name="T31" fmla="*/ 32 h 114"/>
              <a:gd name="T32" fmla="*/ 83 w 128"/>
              <a:gd name="T33" fmla="*/ 32 h 114"/>
              <a:gd name="T34" fmla="*/ 63 w 128"/>
              <a:gd name="T35" fmla="*/ 52 h 114"/>
              <a:gd name="T36" fmla="*/ 62 w 128"/>
              <a:gd name="T37" fmla="*/ 54 h 114"/>
              <a:gd name="T38" fmla="*/ 62 w 128"/>
              <a:gd name="T39" fmla="*/ 64 h 114"/>
              <a:gd name="T40" fmla="*/ 63 w 128"/>
              <a:gd name="T41" fmla="*/ 66 h 114"/>
              <a:gd name="T42" fmla="*/ 64 w 128"/>
              <a:gd name="T43" fmla="*/ 66 h 114"/>
              <a:gd name="T44" fmla="*/ 75 w 128"/>
              <a:gd name="T45" fmla="*/ 66 h 114"/>
              <a:gd name="T46" fmla="*/ 76 w 128"/>
              <a:gd name="T47" fmla="*/ 66 h 114"/>
              <a:gd name="T48" fmla="*/ 76 w 128"/>
              <a:gd name="T49" fmla="*/ 66 h 114"/>
              <a:gd name="T50" fmla="*/ 96 w 128"/>
              <a:gd name="T51" fmla="*/ 46 h 114"/>
              <a:gd name="T52" fmla="*/ 96 w 128"/>
              <a:gd name="T53" fmla="*/ 109 h 114"/>
              <a:gd name="T54" fmla="*/ 74 w 128"/>
              <a:gd name="T55" fmla="*/ 62 h 114"/>
              <a:gd name="T56" fmla="*/ 67 w 128"/>
              <a:gd name="T57" fmla="*/ 62 h 114"/>
              <a:gd name="T58" fmla="*/ 67 w 128"/>
              <a:gd name="T59" fmla="*/ 55 h 114"/>
              <a:gd name="T60" fmla="*/ 115 w 128"/>
              <a:gd name="T61" fmla="*/ 6 h 114"/>
              <a:gd name="T62" fmla="*/ 118 w 128"/>
              <a:gd name="T63" fmla="*/ 5 h 114"/>
              <a:gd name="T64" fmla="*/ 122 w 128"/>
              <a:gd name="T65" fmla="*/ 6 h 114"/>
              <a:gd name="T66" fmla="*/ 122 w 128"/>
              <a:gd name="T67" fmla="*/ 14 h 114"/>
              <a:gd name="T68" fmla="*/ 74 w 128"/>
              <a:gd name="T69" fmla="*/ 62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14">
                <a:moveTo>
                  <a:pt x="101" y="41"/>
                </a:moveTo>
                <a:cubicBezTo>
                  <a:pt x="125" y="17"/>
                  <a:pt x="125" y="17"/>
                  <a:pt x="125" y="17"/>
                </a:cubicBezTo>
                <a:cubicBezTo>
                  <a:pt x="127" y="15"/>
                  <a:pt x="128" y="13"/>
                  <a:pt x="128" y="10"/>
                </a:cubicBezTo>
                <a:cubicBezTo>
                  <a:pt x="128" y="8"/>
                  <a:pt x="127" y="5"/>
                  <a:pt x="125" y="3"/>
                </a:cubicBezTo>
                <a:cubicBezTo>
                  <a:pt x="121" y="0"/>
                  <a:pt x="115" y="0"/>
                  <a:pt x="111" y="3"/>
                </a:cubicBezTo>
                <a:cubicBezTo>
                  <a:pt x="87" y="27"/>
                  <a:pt x="87" y="27"/>
                  <a:pt x="87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3" y="27"/>
                  <a:pt x="0" y="30"/>
                  <a:pt x="0" y="33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1"/>
                  <a:pt x="3" y="114"/>
                  <a:pt x="6" y="114"/>
                </a:cubicBezTo>
                <a:cubicBezTo>
                  <a:pt x="95" y="114"/>
                  <a:pt x="95" y="114"/>
                  <a:pt x="95" y="114"/>
                </a:cubicBezTo>
                <a:cubicBezTo>
                  <a:pt x="98" y="114"/>
                  <a:pt x="101" y="111"/>
                  <a:pt x="101" y="108"/>
                </a:cubicBezTo>
                <a:lnTo>
                  <a:pt x="101" y="41"/>
                </a:lnTo>
                <a:close/>
                <a:moveTo>
                  <a:pt x="96" y="109"/>
                </a:moveTo>
                <a:cubicBezTo>
                  <a:pt x="5" y="109"/>
                  <a:pt x="5" y="109"/>
                  <a:pt x="5" y="109"/>
                </a:cubicBezTo>
                <a:cubicBezTo>
                  <a:pt x="5" y="32"/>
                  <a:pt x="5" y="32"/>
                  <a:pt x="5" y="32"/>
                </a:cubicBezTo>
                <a:cubicBezTo>
                  <a:pt x="83" y="32"/>
                  <a:pt x="83" y="32"/>
                  <a:pt x="83" y="32"/>
                </a:cubicBezTo>
                <a:cubicBezTo>
                  <a:pt x="63" y="52"/>
                  <a:pt x="63" y="52"/>
                  <a:pt x="63" y="52"/>
                </a:cubicBezTo>
                <a:cubicBezTo>
                  <a:pt x="62" y="52"/>
                  <a:pt x="62" y="53"/>
                  <a:pt x="62" y="54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5"/>
                  <a:pt x="62" y="65"/>
                  <a:pt x="63" y="66"/>
                </a:cubicBezTo>
                <a:cubicBezTo>
                  <a:pt x="63" y="66"/>
                  <a:pt x="64" y="66"/>
                  <a:pt x="64" y="66"/>
                </a:cubicBezTo>
                <a:cubicBezTo>
                  <a:pt x="75" y="66"/>
                  <a:pt x="75" y="66"/>
                  <a:pt x="75" y="66"/>
                </a:cubicBezTo>
                <a:cubicBezTo>
                  <a:pt x="75" y="66"/>
                  <a:pt x="76" y="66"/>
                  <a:pt x="76" y="66"/>
                </a:cubicBezTo>
                <a:cubicBezTo>
                  <a:pt x="76" y="66"/>
                  <a:pt x="76" y="66"/>
                  <a:pt x="76" y="66"/>
                </a:cubicBezTo>
                <a:cubicBezTo>
                  <a:pt x="96" y="46"/>
                  <a:pt x="96" y="46"/>
                  <a:pt x="96" y="46"/>
                </a:cubicBezTo>
                <a:lnTo>
                  <a:pt x="96" y="109"/>
                </a:lnTo>
                <a:close/>
                <a:moveTo>
                  <a:pt x="74" y="62"/>
                </a:moveTo>
                <a:cubicBezTo>
                  <a:pt x="67" y="62"/>
                  <a:pt x="67" y="62"/>
                  <a:pt x="67" y="62"/>
                </a:cubicBezTo>
                <a:cubicBezTo>
                  <a:pt x="67" y="55"/>
                  <a:pt x="67" y="55"/>
                  <a:pt x="67" y="55"/>
                </a:cubicBezTo>
                <a:cubicBezTo>
                  <a:pt x="115" y="6"/>
                  <a:pt x="115" y="6"/>
                  <a:pt x="115" y="6"/>
                </a:cubicBezTo>
                <a:cubicBezTo>
                  <a:pt x="116" y="5"/>
                  <a:pt x="118" y="5"/>
                  <a:pt x="118" y="5"/>
                </a:cubicBezTo>
                <a:cubicBezTo>
                  <a:pt x="119" y="5"/>
                  <a:pt x="121" y="5"/>
                  <a:pt x="122" y="6"/>
                </a:cubicBezTo>
                <a:cubicBezTo>
                  <a:pt x="124" y="8"/>
                  <a:pt x="124" y="12"/>
                  <a:pt x="122" y="14"/>
                </a:cubicBezTo>
                <a:lnTo>
                  <a:pt x="74" y="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67" name="组合 266"/>
          <p:cNvGrpSpPr/>
          <p:nvPr/>
        </p:nvGrpSpPr>
        <p:grpSpPr>
          <a:xfrm>
            <a:off x="1555750" y="4152900"/>
            <a:ext cx="427038" cy="479425"/>
            <a:chOff x="1555750" y="4152900"/>
            <a:chExt cx="427038" cy="479425"/>
          </a:xfrm>
          <a:solidFill>
            <a:schemeClr val="accent1"/>
          </a:solidFill>
        </p:grpSpPr>
        <p:sp>
          <p:nvSpPr>
            <p:cNvPr id="141" name="Freeform 106"/>
            <p:cNvSpPr>
              <a:spLocks noEditPoints="1"/>
            </p:cNvSpPr>
            <p:nvPr/>
          </p:nvSpPr>
          <p:spPr bwMode="auto">
            <a:xfrm>
              <a:off x="1555750" y="4152900"/>
              <a:ext cx="427038" cy="479425"/>
            </a:xfrm>
            <a:custGeom>
              <a:avLst/>
              <a:gdLst>
                <a:gd name="T0" fmla="*/ 104 w 114"/>
                <a:gd name="T1" fmla="*/ 12 h 128"/>
                <a:gd name="T2" fmla="*/ 59 w 114"/>
                <a:gd name="T3" fmla="*/ 12 h 128"/>
                <a:gd name="T4" fmla="*/ 59 w 114"/>
                <a:gd name="T5" fmla="*/ 2 h 128"/>
                <a:gd name="T6" fmla="*/ 57 w 114"/>
                <a:gd name="T7" fmla="*/ 0 h 128"/>
                <a:gd name="T8" fmla="*/ 55 w 114"/>
                <a:gd name="T9" fmla="*/ 2 h 128"/>
                <a:gd name="T10" fmla="*/ 55 w 114"/>
                <a:gd name="T11" fmla="*/ 12 h 128"/>
                <a:gd name="T12" fmla="*/ 10 w 114"/>
                <a:gd name="T13" fmla="*/ 12 h 128"/>
                <a:gd name="T14" fmla="*/ 0 w 114"/>
                <a:gd name="T15" fmla="*/ 22 h 128"/>
                <a:gd name="T16" fmla="*/ 6 w 114"/>
                <a:gd name="T17" fmla="*/ 31 h 128"/>
                <a:gd name="T18" fmla="*/ 7 w 114"/>
                <a:gd name="T19" fmla="*/ 31 h 128"/>
                <a:gd name="T20" fmla="*/ 7 w 114"/>
                <a:gd name="T21" fmla="*/ 85 h 128"/>
                <a:gd name="T22" fmla="*/ 13 w 114"/>
                <a:gd name="T23" fmla="*/ 91 h 128"/>
                <a:gd name="T24" fmla="*/ 55 w 114"/>
                <a:gd name="T25" fmla="*/ 91 h 128"/>
                <a:gd name="T26" fmla="*/ 55 w 114"/>
                <a:gd name="T27" fmla="*/ 102 h 128"/>
                <a:gd name="T28" fmla="*/ 25 w 114"/>
                <a:gd name="T29" fmla="*/ 124 h 128"/>
                <a:gd name="T30" fmla="*/ 25 w 114"/>
                <a:gd name="T31" fmla="*/ 127 h 128"/>
                <a:gd name="T32" fmla="*/ 28 w 114"/>
                <a:gd name="T33" fmla="*/ 128 h 128"/>
                <a:gd name="T34" fmla="*/ 55 w 114"/>
                <a:gd name="T35" fmla="*/ 108 h 128"/>
                <a:gd name="T36" fmla="*/ 55 w 114"/>
                <a:gd name="T37" fmla="*/ 126 h 128"/>
                <a:gd name="T38" fmla="*/ 57 w 114"/>
                <a:gd name="T39" fmla="*/ 128 h 128"/>
                <a:gd name="T40" fmla="*/ 59 w 114"/>
                <a:gd name="T41" fmla="*/ 126 h 128"/>
                <a:gd name="T42" fmla="*/ 59 w 114"/>
                <a:gd name="T43" fmla="*/ 108 h 128"/>
                <a:gd name="T44" fmla="*/ 86 w 114"/>
                <a:gd name="T45" fmla="*/ 128 h 128"/>
                <a:gd name="T46" fmla="*/ 89 w 114"/>
                <a:gd name="T47" fmla="*/ 127 h 128"/>
                <a:gd name="T48" fmla="*/ 90 w 114"/>
                <a:gd name="T49" fmla="*/ 125 h 128"/>
                <a:gd name="T50" fmla="*/ 89 w 114"/>
                <a:gd name="T51" fmla="*/ 124 h 128"/>
                <a:gd name="T52" fmla="*/ 59 w 114"/>
                <a:gd name="T53" fmla="*/ 102 h 128"/>
                <a:gd name="T54" fmla="*/ 59 w 114"/>
                <a:gd name="T55" fmla="*/ 91 h 128"/>
                <a:gd name="T56" fmla="*/ 101 w 114"/>
                <a:gd name="T57" fmla="*/ 91 h 128"/>
                <a:gd name="T58" fmla="*/ 107 w 114"/>
                <a:gd name="T59" fmla="*/ 85 h 128"/>
                <a:gd name="T60" fmla="*/ 107 w 114"/>
                <a:gd name="T61" fmla="*/ 31 h 128"/>
                <a:gd name="T62" fmla="*/ 108 w 114"/>
                <a:gd name="T63" fmla="*/ 31 h 128"/>
                <a:gd name="T64" fmla="*/ 114 w 114"/>
                <a:gd name="T65" fmla="*/ 22 h 128"/>
                <a:gd name="T66" fmla="*/ 104 w 114"/>
                <a:gd name="T67" fmla="*/ 12 h 128"/>
                <a:gd name="T68" fmla="*/ 103 w 114"/>
                <a:gd name="T69" fmla="*/ 87 h 128"/>
                <a:gd name="T70" fmla="*/ 11 w 114"/>
                <a:gd name="T71" fmla="*/ 87 h 128"/>
                <a:gd name="T72" fmla="*/ 11 w 114"/>
                <a:gd name="T73" fmla="*/ 32 h 128"/>
                <a:gd name="T74" fmla="*/ 103 w 114"/>
                <a:gd name="T75" fmla="*/ 32 h 128"/>
                <a:gd name="T76" fmla="*/ 103 w 114"/>
                <a:gd name="T77" fmla="*/ 87 h 128"/>
                <a:gd name="T78" fmla="*/ 104 w 114"/>
                <a:gd name="T79" fmla="*/ 27 h 128"/>
                <a:gd name="T80" fmla="*/ 10 w 114"/>
                <a:gd name="T81" fmla="*/ 27 h 128"/>
                <a:gd name="T82" fmla="*/ 5 w 114"/>
                <a:gd name="T83" fmla="*/ 22 h 128"/>
                <a:gd name="T84" fmla="*/ 10 w 114"/>
                <a:gd name="T85" fmla="*/ 17 h 128"/>
                <a:gd name="T86" fmla="*/ 104 w 114"/>
                <a:gd name="T87" fmla="*/ 17 h 128"/>
                <a:gd name="T88" fmla="*/ 109 w 114"/>
                <a:gd name="T89" fmla="*/ 22 h 128"/>
                <a:gd name="T90" fmla="*/ 104 w 114"/>
                <a:gd name="T91" fmla="*/ 2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4" h="128">
                  <a:moveTo>
                    <a:pt x="104" y="12"/>
                  </a:moveTo>
                  <a:cubicBezTo>
                    <a:pt x="59" y="12"/>
                    <a:pt x="59" y="12"/>
                    <a:pt x="59" y="12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9" y="1"/>
                    <a:pt x="58" y="0"/>
                    <a:pt x="57" y="0"/>
                  </a:cubicBezTo>
                  <a:cubicBezTo>
                    <a:pt x="56" y="0"/>
                    <a:pt x="55" y="1"/>
                    <a:pt x="55" y="2"/>
                  </a:cubicBezTo>
                  <a:cubicBezTo>
                    <a:pt x="55" y="12"/>
                    <a:pt x="55" y="12"/>
                    <a:pt x="55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5" y="12"/>
                    <a:pt x="0" y="17"/>
                    <a:pt x="0" y="22"/>
                  </a:cubicBezTo>
                  <a:cubicBezTo>
                    <a:pt x="0" y="26"/>
                    <a:pt x="2" y="29"/>
                    <a:pt x="6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88"/>
                    <a:pt x="9" y="91"/>
                    <a:pt x="13" y="91"/>
                  </a:cubicBezTo>
                  <a:cubicBezTo>
                    <a:pt x="55" y="91"/>
                    <a:pt x="55" y="91"/>
                    <a:pt x="55" y="9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4" y="125"/>
                    <a:pt x="24" y="126"/>
                    <a:pt x="25" y="127"/>
                  </a:cubicBezTo>
                  <a:cubicBezTo>
                    <a:pt x="26" y="128"/>
                    <a:pt x="27" y="128"/>
                    <a:pt x="28" y="128"/>
                  </a:cubicBezTo>
                  <a:cubicBezTo>
                    <a:pt x="55" y="108"/>
                    <a:pt x="55" y="108"/>
                    <a:pt x="55" y="108"/>
                  </a:cubicBezTo>
                  <a:cubicBezTo>
                    <a:pt x="55" y="126"/>
                    <a:pt x="55" y="126"/>
                    <a:pt x="55" y="126"/>
                  </a:cubicBezTo>
                  <a:cubicBezTo>
                    <a:pt x="55" y="127"/>
                    <a:pt x="56" y="128"/>
                    <a:pt x="57" y="128"/>
                  </a:cubicBezTo>
                  <a:cubicBezTo>
                    <a:pt x="58" y="128"/>
                    <a:pt x="59" y="127"/>
                    <a:pt x="59" y="126"/>
                  </a:cubicBezTo>
                  <a:cubicBezTo>
                    <a:pt x="59" y="108"/>
                    <a:pt x="59" y="108"/>
                    <a:pt x="59" y="108"/>
                  </a:cubicBezTo>
                  <a:cubicBezTo>
                    <a:pt x="86" y="128"/>
                    <a:pt x="86" y="128"/>
                    <a:pt x="86" y="128"/>
                  </a:cubicBezTo>
                  <a:cubicBezTo>
                    <a:pt x="87" y="128"/>
                    <a:pt x="88" y="128"/>
                    <a:pt x="89" y="127"/>
                  </a:cubicBezTo>
                  <a:cubicBezTo>
                    <a:pt x="90" y="127"/>
                    <a:pt x="90" y="126"/>
                    <a:pt x="90" y="125"/>
                  </a:cubicBezTo>
                  <a:cubicBezTo>
                    <a:pt x="90" y="125"/>
                    <a:pt x="89" y="124"/>
                    <a:pt x="89" y="124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91"/>
                    <a:pt x="59" y="91"/>
                    <a:pt x="59" y="91"/>
                  </a:cubicBezTo>
                  <a:cubicBezTo>
                    <a:pt x="101" y="91"/>
                    <a:pt x="101" y="91"/>
                    <a:pt x="101" y="91"/>
                  </a:cubicBezTo>
                  <a:cubicBezTo>
                    <a:pt x="105" y="91"/>
                    <a:pt x="107" y="88"/>
                    <a:pt x="107" y="85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12" y="29"/>
                    <a:pt x="114" y="26"/>
                    <a:pt x="114" y="22"/>
                  </a:cubicBezTo>
                  <a:cubicBezTo>
                    <a:pt x="114" y="17"/>
                    <a:pt x="109" y="12"/>
                    <a:pt x="104" y="12"/>
                  </a:cubicBezTo>
                  <a:close/>
                  <a:moveTo>
                    <a:pt x="103" y="87"/>
                  </a:moveTo>
                  <a:cubicBezTo>
                    <a:pt x="11" y="87"/>
                    <a:pt x="11" y="87"/>
                    <a:pt x="11" y="87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03" y="32"/>
                    <a:pt x="103" y="32"/>
                    <a:pt x="103" y="32"/>
                  </a:cubicBezTo>
                  <a:lnTo>
                    <a:pt x="103" y="87"/>
                  </a:lnTo>
                  <a:close/>
                  <a:moveTo>
                    <a:pt x="104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7" y="27"/>
                    <a:pt x="5" y="25"/>
                    <a:pt x="5" y="22"/>
                  </a:cubicBezTo>
                  <a:cubicBezTo>
                    <a:pt x="5" y="19"/>
                    <a:pt x="7" y="17"/>
                    <a:pt x="10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2"/>
                  </a:cubicBezTo>
                  <a:cubicBezTo>
                    <a:pt x="109" y="25"/>
                    <a:pt x="107" y="27"/>
                    <a:pt x="10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Freeform 107"/>
            <p:cNvSpPr/>
            <p:nvPr/>
          </p:nvSpPr>
          <p:spPr bwMode="auto">
            <a:xfrm>
              <a:off x="1668463" y="4310063"/>
              <a:ext cx="201613" cy="120650"/>
            </a:xfrm>
            <a:custGeom>
              <a:avLst/>
              <a:gdLst>
                <a:gd name="T0" fmla="*/ 4 w 54"/>
                <a:gd name="T1" fmla="*/ 31 h 32"/>
                <a:gd name="T2" fmla="*/ 15 w 54"/>
                <a:gd name="T3" fmla="*/ 20 h 32"/>
                <a:gd name="T4" fmla="*/ 24 w 54"/>
                <a:gd name="T5" fmla="*/ 30 h 32"/>
                <a:gd name="T6" fmla="*/ 28 w 54"/>
                <a:gd name="T7" fmla="*/ 30 h 32"/>
                <a:gd name="T8" fmla="*/ 53 w 54"/>
                <a:gd name="T9" fmla="*/ 5 h 32"/>
                <a:gd name="T10" fmla="*/ 53 w 54"/>
                <a:gd name="T11" fmla="*/ 1 h 32"/>
                <a:gd name="T12" fmla="*/ 50 w 54"/>
                <a:gd name="T13" fmla="*/ 1 h 32"/>
                <a:gd name="T14" fmla="*/ 26 w 54"/>
                <a:gd name="T15" fmla="*/ 25 h 32"/>
                <a:gd name="T16" fmla="*/ 17 w 54"/>
                <a:gd name="T17" fmla="*/ 15 h 32"/>
                <a:gd name="T18" fmla="*/ 15 w 54"/>
                <a:gd name="T19" fmla="*/ 15 h 32"/>
                <a:gd name="T20" fmla="*/ 13 w 54"/>
                <a:gd name="T21" fmla="*/ 15 h 32"/>
                <a:gd name="T22" fmla="*/ 1 w 54"/>
                <a:gd name="T23" fmla="*/ 28 h 32"/>
                <a:gd name="T24" fmla="*/ 1 w 54"/>
                <a:gd name="T25" fmla="*/ 31 h 32"/>
                <a:gd name="T26" fmla="*/ 4 w 54"/>
                <a:gd name="T27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32">
                  <a:moveTo>
                    <a:pt x="4" y="31"/>
                  </a:moveTo>
                  <a:cubicBezTo>
                    <a:pt x="15" y="20"/>
                    <a:pt x="15" y="20"/>
                    <a:pt x="15" y="2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5" y="31"/>
                    <a:pt x="27" y="31"/>
                    <a:pt x="28" y="30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4" y="4"/>
                    <a:pt x="54" y="2"/>
                    <a:pt x="53" y="1"/>
                  </a:cubicBezTo>
                  <a:cubicBezTo>
                    <a:pt x="52" y="0"/>
                    <a:pt x="51" y="0"/>
                    <a:pt x="50" y="1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5" y="15"/>
                  </a:cubicBezTo>
                  <a:cubicBezTo>
                    <a:pt x="14" y="15"/>
                    <a:pt x="14" y="15"/>
                    <a:pt x="13" y="15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9"/>
                    <a:pt x="0" y="30"/>
                    <a:pt x="1" y="31"/>
                  </a:cubicBezTo>
                  <a:cubicBezTo>
                    <a:pt x="2" y="32"/>
                    <a:pt x="3" y="32"/>
                    <a:pt x="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43" name="Freeform 108"/>
          <p:cNvSpPr>
            <a:spLocks noEditPoints="1"/>
          </p:cNvSpPr>
          <p:nvPr/>
        </p:nvSpPr>
        <p:spPr bwMode="auto">
          <a:xfrm>
            <a:off x="593725" y="4152900"/>
            <a:ext cx="428625" cy="479425"/>
          </a:xfrm>
          <a:custGeom>
            <a:avLst/>
            <a:gdLst>
              <a:gd name="T0" fmla="*/ 107 w 114"/>
              <a:gd name="T1" fmla="*/ 31 h 128"/>
              <a:gd name="T2" fmla="*/ 108 w 114"/>
              <a:gd name="T3" fmla="*/ 31 h 128"/>
              <a:gd name="T4" fmla="*/ 114 w 114"/>
              <a:gd name="T5" fmla="*/ 22 h 128"/>
              <a:gd name="T6" fmla="*/ 104 w 114"/>
              <a:gd name="T7" fmla="*/ 12 h 128"/>
              <a:gd name="T8" fmla="*/ 59 w 114"/>
              <a:gd name="T9" fmla="*/ 12 h 128"/>
              <a:gd name="T10" fmla="*/ 59 w 114"/>
              <a:gd name="T11" fmla="*/ 2 h 128"/>
              <a:gd name="T12" fmla="*/ 57 w 114"/>
              <a:gd name="T13" fmla="*/ 0 h 128"/>
              <a:gd name="T14" fmla="*/ 55 w 114"/>
              <a:gd name="T15" fmla="*/ 2 h 128"/>
              <a:gd name="T16" fmla="*/ 55 w 114"/>
              <a:gd name="T17" fmla="*/ 12 h 128"/>
              <a:gd name="T18" fmla="*/ 10 w 114"/>
              <a:gd name="T19" fmla="*/ 12 h 128"/>
              <a:gd name="T20" fmla="*/ 0 w 114"/>
              <a:gd name="T21" fmla="*/ 22 h 128"/>
              <a:gd name="T22" fmla="*/ 6 w 114"/>
              <a:gd name="T23" fmla="*/ 31 h 128"/>
              <a:gd name="T24" fmla="*/ 7 w 114"/>
              <a:gd name="T25" fmla="*/ 31 h 128"/>
              <a:gd name="T26" fmla="*/ 7 w 114"/>
              <a:gd name="T27" fmla="*/ 85 h 128"/>
              <a:gd name="T28" fmla="*/ 13 w 114"/>
              <a:gd name="T29" fmla="*/ 91 h 128"/>
              <a:gd name="T30" fmla="*/ 55 w 114"/>
              <a:gd name="T31" fmla="*/ 91 h 128"/>
              <a:gd name="T32" fmla="*/ 55 w 114"/>
              <a:gd name="T33" fmla="*/ 102 h 128"/>
              <a:gd name="T34" fmla="*/ 25 w 114"/>
              <a:gd name="T35" fmla="*/ 124 h 128"/>
              <a:gd name="T36" fmla="*/ 25 w 114"/>
              <a:gd name="T37" fmla="*/ 127 h 128"/>
              <a:gd name="T38" fmla="*/ 28 w 114"/>
              <a:gd name="T39" fmla="*/ 128 h 128"/>
              <a:gd name="T40" fmla="*/ 55 w 114"/>
              <a:gd name="T41" fmla="*/ 108 h 128"/>
              <a:gd name="T42" fmla="*/ 55 w 114"/>
              <a:gd name="T43" fmla="*/ 126 h 128"/>
              <a:gd name="T44" fmla="*/ 57 w 114"/>
              <a:gd name="T45" fmla="*/ 128 h 128"/>
              <a:gd name="T46" fmla="*/ 59 w 114"/>
              <a:gd name="T47" fmla="*/ 126 h 128"/>
              <a:gd name="T48" fmla="*/ 59 w 114"/>
              <a:gd name="T49" fmla="*/ 108 h 128"/>
              <a:gd name="T50" fmla="*/ 86 w 114"/>
              <a:gd name="T51" fmla="*/ 128 h 128"/>
              <a:gd name="T52" fmla="*/ 89 w 114"/>
              <a:gd name="T53" fmla="*/ 127 h 128"/>
              <a:gd name="T54" fmla="*/ 89 w 114"/>
              <a:gd name="T55" fmla="*/ 124 h 128"/>
              <a:gd name="T56" fmla="*/ 59 w 114"/>
              <a:gd name="T57" fmla="*/ 102 h 128"/>
              <a:gd name="T58" fmla="*/ 59 w 114"/>
              <a:gd name="T59" fmla="*/ 91 h 128"/>
              <a:gd name="T60" fmla="*/ 101 w 114"/>
              <a:gd name="T61" fmla="*/ 91 h 128"/>
              <a:gd name="T62" fmla="*/ 107 w 114"/>
              <a:gd name="T63" fmla="*/ 85 h 128"/>
              <a:gd name="T64" fmla="*/ 107 w 114"/>
              <a:gd name="T65" fmla="*/ 31 h 128"/>
              <a:gd name="T66" fmla="*/ 103 w 114"/>
              <a:gd name="T67" fmla="*/ 87 h 128"/>
              <a:gd name="T68" fmla="*/ 11 w 114"/>
              <a:gd name="T69" fmla="*/ 87 h 128"/>
              <a:gd name="T70" fmla="*/ 11 w 114"/>
              <a:gd name="T71" fmla="*/ 32 h 128"/>
              <a:gd name="T72" fmla="*/ 103 w 114"/>
              <a:gd name="T73" fmla="*/ 32 h 128"/>
              <a:gd name="T74" fmla="*/ 103 w 114"/>
              <a:gd name="T75" fmla="*/ 87 h 128"/>
              <a:gd name="T76" fmla="*/ 104 w 114"/>
              <a:gd name="T77" fmla="*/ 27 h 128"/>
              <a:gd name="T78" fmla="*/ 10 w 114"/>
              <a:gd name="T79" fmla="*/ 27 h 128"/>
              <a:gd name="T80" fmla="*/ 5 w 114"/>
              <a:gd name="T81" fmla="*/ 22 h 128"/>
              <a:gd name="T82" fmla="*/ 10 w 114"/>
              <a:gd name="T83" fmla="*/ 17 h 128"/>
              <a:gd name="T84" fmla="*/ 104 w 114"/>
              <a:gd name="T85" fmla="*/ 17 h 128"/>
              <a:gd name="T86" fmla="*/ 109 w 114"/>
              <a:gd name="T87" fmla="*/ 22 h 128"/>
              <a:gd name="T88" fmla="*/ 104 w 114"/>
              <a:gd name="T89" fmla="*/ 2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4" h="128">
                <a:moveTo>
                  <a:pt x="107" y="31"/>
                </a:moveTo>
                <a:cubicBezTo>
                  <a:pt x="108" y="31"/>
                  <a:pt x="108" y="31"/>
                  <a:pt x="108" y="31"/>
                </a:cubicBezTo>
                <a:cubicBezTo>
                  <a:pt x="112" y="29"/>
                  <a:pt x="114" y="26"/>
                  <a:pt x="114" y="22"/>
                </a:cubicBezTo>
                <a:cubicBezTo>
                  <a:pt x="114" y="17"/>
                  <a:pt x="109" y="12"/>
                  <a:pt x="104" y="12"/>
                </a:cubicBezTo>
                <a:cubicBezTo>
                  <a:pt x="59" y="12"/>
                  <a:pt x="59" y="12"/>
                  <a:pt x="59" y="12"/>
                </a:cubicBezTo>
                <a:cubicBezTo>
                  <a:pt x="59" y="2"/>
                  <a:pt x="59" y="2"/>
                  <a:pt x="59" y="2"/>
                </a:cubicBezTo>
                <a:cubicBezTo>
                  <a:pt x="59" y="1"/>
                  <a:pt x="58" y="0"/>
                  <a:pt x="57" y="0"/>
                </a:cubicBezTo>
                <a:cubicBezTo>
                  <a:pt x="56" y="0"/>
                  <a:pt x="55" y="1"/>
                  <a:pt x="55" y="2"/>
                </a:cubicBezTo>
                <a:cubicBezTo>
                  <a:pt x="55" y="12"/>
                  <a:pt x="55" y="12"/>
                  <a:pt x="55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5" y="12"/>
                  <a:pt x="0" y="17"/>
                  <a:pt x="0" y="22"/>
                </a:cubicBezTo>
                <a:cubicBezTo>
                  <a:pt x="0" y="26"/>
                  <a:pt x="2" y="29"/>
                  <a:pt x="6" y="31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85"/>
                  <a:pt x="7" y="85"/>
                  <a:pt x="7" y="85"/>
                </a:cubicBezTo>
                <a:cubicBezTo>
                  <a:pt x="7" y="88"/>
                  <a:pt x="9" y="91"/>
                  <a:pt x="13" y="91"/>
                </a:cubicBezTo>
                <a:cubicBezTo>
                  <a:pt x="55" y="91"/>
                  <a:pt x="55" y="91"/>
                  <a:pt x="55" y="91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25" y="124"/>
                  <a:pt x="25" y="124"/>
                  <a:pt x="25" y="124"/>
                </a:cubicBezTo>
                <a:cubicBezTo>
                  <a:pt x="24" y="125"/>
                  <a:pt x="24" y="126"/>
                  <a:pt x="25" y="127"/>
                </a:cubicBezTo>
                <a:cubicBezTo>
                  <a:pt x="26" y="128"/>
                  <a:pt x="27" y="128"/>
                  <a:pt x="28" y="128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55" y="126"/>
                  <a:pt x="55" y="126"/>
                  <a:pt x="55" y="126"/>
                </a:cubicBezTo>
                <a:cubicBezTo>
                  <a:pt x="55" y="127"/>
                  <a:pt x="56" y="128"/>
                  <a:pt x="57" y="128"/>
                </a:cubicBezTo>
                <a:cubicBezTo>
                  <a:pt x="58" y="128"/>
                  <a:pt x="59" y="127"/>
                  <a:pt x="59" y="126"/>
                </a:cubicBezTo>
                <a:cubicBezTo>
                  <a:pt x="59" y="108"/>
                  <a:pt x="59" y="108"/>
                  <a:pt x="59" y="108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7" y="128"/>
                  <a:pt x="88" y="128"/>
                  <a:pt x="89" y="127"/>
                </a:cubicBezTo>
                <a:cubicBezTo>
                  <a:pt x="90" y="126"/>
                  <a:pt x="90" y="125"/>
                  <a:pt x="89" y="12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9" y="91"/>
                  <a:pt x="59" y="91"/>
                  <a:pt x="59" y="91"/>
                </a:cubicBezTo>
                <a:cubicBezTo>
                  <a:pt x="101" y="91"/>
                  <a:pt x="101" y="91"/>
                  <a:pt x="101" y="91"/>
                </a:cubicBezTo>
                <a:cubicBezTo>
                  <a:pt x="105" y="91"/>
                  <a:pt x="107" y="88"/>
                  <a:pt x="107" y="85"/>
                </a:cubicBezTo>
                <a:lnTo>
                  <a:pt x="107" y="31"/>
                </a:lnTo>
                <a:close/>
                <a:moveTo>
                  <a:pt x="103" y="87"/>
                </a:moveTo>
                <a:cubicBezTo>
                  <a:pt x="11" y="87"/>
                  <a:pt x="11" y="87"/>
                  <a:pt x="11" y="87"/>
                </a:cubicBezTo>
                <a:cubicBezTo>
                  <a:pt x="11" y="32"/>
                  <a:pt x="11" y="32"/>
                  <a:pt x="11" y="32"/>
                </a:cubicBezTo>
                <a:cubicBezTo>
                  <a:pt x="103" y="32"/>
                  <a:pt x="103" y="32"/>
                  <a:pt x="103" y="32"/>
                </a:cubicBezTo>
                <a:lnTo>
                  <a:pt x="103" y="87"/>
                </a:lnTo>
                <a:close/>
                <a:moveTo>
                  <a:pt x="104" y="27"/>
                </a:moveTo>
                <a:cubicBezTo>
                  <a:pt x="10" y="27"/>
                  <a:pt x="10" y="27"/>
                  <a:pt x="10" y="27"/>
                </a:cubicBezTo>
                <a:cubicBezTo>
                  <a:pt x="7" y="27"/>
                  <a:pt x="5" y="25"/>
                  <a:pt x="5" y="22"/>
                </a:cubicBezTo>
                <a:cubicBezTo>
                  <a:pt x="5" y="19"/>
                  <a:pt x="7" y="17"/>
                  <a:pt x="10" y="17"/>
                </a:cubicBezTo>
                <a:cubicBezTo>
                  <a:pt x="104" y="17"/>
                  <a:pt x="104" y="17"/>
                  <a:pt x="104" y="17"/>
                </a:cubicBezTo>
                <a:cubicBezTo>
                  <a:pt x="107" y="17"/>
                  <a:pt x="109" y="19"/>
                  <a:pt x="109" y="22"/>
                </a:cubicBezTo>
                <a:cubicBezTo>
                  <a:pt x="109" y="25"/>
                  <a:pt x="107" y="27"/>
                  <a:pt x="104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4" name="Freeform 109"/>
          <p:cNvSpPr>
            <a:spLocks noEditPoints="1"/>
          </p:cNvSpPr>
          <p:nvPr/>
        </p:nvSpPr>
        <p:spPr bwMode="auto">
          <a:xfrm>
            <a:off x="11139488" y="3281363"/>
            <a:ext cx="481013" cy="300038"/>
          </a:xfrm>
          <a:custGeom>
            <a:avLst/>
            <a:gdLst>
              <a:gd name="T0" fmla="*/ 104 w 128"/>
              <a:gd name="T1" fmla="*/ 63 h 80"/>
              <a:gd name="T2" fmla="*/ 104 w 128"/>
              <a:gd name="T3" fmla="*/ 40 h 80"/>
              <a:gd name="T4" fmla="*/ 125 w 128"/>
              <a:gd name="T5" fmla="*/ 31 h 80"/>
              <a:gd name="T6" fmla="*/ 128 w 128"/>
              <a:gd name="T7" fmla="*/ 27 h 80"/>
              <a:gd name="T8" fmla="*/ 125 w 128"/>
              <a:gd name="T9" fmla="*/ 23 h 80"/>
              <a:gd name="T10" fmla="*/ 65 w 128"/>
              <a:gd name="T11" fmla="*/ 1 h 80"/>
              <a:gd name="T12" fmla="*/ 64 w 128"/>
              <a:gd name="T13" fmla="*/ 0 h 80"/>
              <a:gd name="T14" fmla="*/ 63 w 128"/>
              <a:gd name="T15" fmla="*/ 0 h 80"/>
              <a:gd name="T16" fmla="*/ 3 w 128"/>
              <a:gd name="T17" fmla="*/ 23 h 80"/>
              <a:gd name="T18" fmla="*/ 0 w 128"/>
              <a:gd name="T19" fmla="*/ 27 h 80"/>
              <a:gd name="T20" fmla="*/ 3 w 128"/>
              <a:gd name="T21" fmla="*/ 31 h 80"/>
              <a:gd name="T22" fmla="*/ 24 w 128"/>
              <a:gd name="T23" fmla="*/ 40 h 80"/>
              <a:gd name="T24" fmla="*/ 24 w 128"/>
              <a:gd name="T25" fmla="*/ 63 h 80"/>
              <a:gd name="T26" fmla="*/ 28 w 128"/>
              <a:gd name="T27" fmla="*/ 71 h 80"/>
              <a:gd name="T28" fmla="*/ 37 w 128"/>
              <a:gd name="T29" fmla="*/ 75 h 80"/>
              <a:gd name="T30" fmla="*/ 64 w 128"/>
              <a:gd name="T31" fmla="*/ 80 h 80"/>
              <a:gd name="T32" fmla="*/ 91 w 128"/>
              <a:gd name="T33" fmla="*/ 75 h 80"/>
              <a:gd name="T34" fmla="*/ 100 w 128"/>
              <a:gd name="T35" fmla="*/ 71 h 80"/>
              <a:gd name="T36" fmla="*/ 104 w 128"/>
              <a:gd name="T37" fmla="*/ 63 h 80"/>
              <a:gd name="T38" fmla="*/ 5 w 128"/>
              <a:gd name="T39" fmla="*/ 27 h 80"/>
              <a:gd name="T40" fmla="*/ 64 w 128"/>
              <a:gd name="T41" fmla="*/ 5 h 80"/>
              <a:gd name="T42" fmla="*/ 123 w 128"/>
              <a:gd name="T43" fmla="*/ 27 h 80"/>
              <a:gd name="T44" fmla="*/ 64 w 128"/>
              <a:gd name="T45" fmla="*/ 50 h 80"/>
              <a:gd name="T46" fmla="*/ 5 w 128"/>
              <a:gd name="T47" fmla="*/ 27 h 80"/>
              <a:gd name="T48" fmla="*/ 99 w 128"/>
              <a:gd name="T49" fmla="*/ 63 h 80"/>
              <a:gd name="T50" fmla="*/ 90 w 128"/>
              <a:gd name="T51" fmla="*/ 71 h 80"/>
              <a:gd name="T52" fmla="*/ 64 w 128"/>
              <a:gd name="T53" fmla="*/ 75 h 80"/>
              <a:gd name="T54" fmla="*/ 38 w 128"/>
              <a:gd name="T55" fmla="*/ 71 h 80"/>
              <a:gd name="T56" fmla="*/ 29 w 128"/>
              <a:gd name="T57" fmla="*/ 63 h 80"/>
              <a:gd name="T58" fmla="*/ 29 w 128"/>
              <a:gd name="T59" fmla="*/ 41 h 80"/>
              <a:gd name="T60" fmla="*/ 63 w 128"/>
              <a:gd name="T61" fmla="*/ 54 h 80"/>
              <a:gd name="T62" fmla="*/ 65 w 128"/>
              <a:gd name="T63" fmla="*/ 54 h 80"/>
              <a:gd name="T64" fmla="*/ 99 w 128"/>
              <a:gd name="T65" fmla="*/ 41 h 80"/>
              <a:gd name="T66" fmla="*/ 99 w 128"/>
              <a:gd name="T67" fmla="*/ 63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" h="80">
                <a:moveTo>
                  <a:pt x="104" y="63"/>
                </a:moveTo>
                <a:cubicBezTo>
                  <a:pt x="104" y="40"/>
                  <a:pt x="104" y="40"/>
                  <a:pt x="104" y="40"/>
                </a:cubicBezTo>
                <a:cubicBezTo>
                  <a:pt x="125" y="31"/>
                  <a:pt x="125" y="31"/>
                  <a:pt x="125" y="31"/>
                </a:cubicBezTo>
                <a:cubicBezTo>
                  <a:pt x="127" y="31"/>
                  <a:pt x="128" y="29"/>
                  <a:pt x="128" y="27"/>
                </a:cubicBezTo>
                <a:cubicBezTo>
                  <a:pt x="128" y="26"/>
                  <a:pt x="127" y="24"/>
                  <a:pt x="125" y="23"/>
                </a:cubicBezTo>
                <a:cubicBezTo>
                  <a:pt x="65" y="1"/>
                  <a:pt x="65" y="1"/>
                  <a:pt x="65" y="1"/>
                </a:cubicBezTo>
                <a:cubicBezTo>
                  <a:pt x="65" y="0"/>
                  <a:pt x="64" y="0"/>
                  <a:pt x="64" y="0"/>
                </a:cubicBezTo>
                <a:cubicBezTo>
                  <a:pt x="64" y="0"/>
                  <a:pt x="63" y="0"/>
                  <a:pt x="63" y="0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4"/>
                  <a:pt x="0" y="26"/>
                  <a:pt x="0" y="27"/>
                </a:cubicBezTo>
                <a:cubicBezTo>
                  <a:pt x="0" y="29"/>
                  <a:pt x="1" y="31"/>
                  <a:pt x="3" y="31"/>
                </a:cubicBezTo>
                <a:cubicBezTo>
                  <a:pt x="24" y="40"/>
                  <a:pt x="24" y="40"/>
                  <a:pt x="24" y="40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5"/>
                  <a:pt x="25" y="68"/>
                  <a:pt x="28" y="71"/>
                </a:cubicBezTo>
                <a:cubicBezTo>
                  <a:pt x="30" y="72"/>
                  <a:pt x="33" y="74"/>
                  <a:pt x="37" y="75"/>
                </a:cubicBezTo>
                <a:cubicBezTo>
                  <a:pt x="44" y="78"/>
                  <a:pt x="54" y="80"/>
                  <a:pt x="64" y="80"/>
                </a:cubicBezTo>
                <a:cubicBezTo>
                  <a:pt x="74" y="80"/>
                  <a:pt x="84" y="78"/>
                  <a:pt x="91" y="75"/>
                </a:cubicBezTo>
                <a:cubicBezTo>
                  <a:pt x="95" y="74"/>
                  <a:pt x="98" y="72"/>
                  <a:pt x="100" y="71"/>
                </a:cubicBezTo>
                <a:cubicBezTo>
                  <a:pt x="103" y="68"/>
                  <a:pt x="104" y="65"/>
                  <a:pt x="104" y="63"/>
                </a:cubicBezTo>
                <a:close/>
                <a:moveTo>
                  <a:pt x="5" y="27"/>
                </a:moveTo>
                <a:cubicBezTo>
                  <a:pt x="64" y="5"/>
                  <a:pt x="64" y="5"/>
                  <a:pt x="64" y="5"/>
                </a:cubicBezTo>
                <a:cubicBezTo>
                  <a:pt x="123" y="27"/>
                  <a:pt x="123" y="27"/>
                  <a:pt x="123" y="27"/>
                </a:cubicBezTo>
                <a:cubicBezTo>
                  <a:pt x="64" y="50"/>
                  <a:pt x="64" y="50"/>
                  <a:pt x="64" y="50"/>
                </a:cubicBezTo>
                <a:lnTo>
                  <a:pt x="5" y="27"/>
                </a:lnTo>
                <a:close/>
                <a:moveTo>
                  <a:pt x="99" y="63"/>
                </a:moveTo>
                <a:cubicBezTo>
                  <a:pt x="99" y="66"/>
                  <a:pt x="96" y="69"/>
                  <a:pt x="90" y="71"/>
                </a:cubicBezTo>
                <a:cubicBezTo>
                  <a:pt x="83" y="74"/>
                  <a:pt x="74" y="75"/>
                  <a:pt x="64" y="75"/>
                </a:cubicBezTo>
                <a:cubicBezTo>
                  <a:pt x="54" y="75"/>
                  <a:pt x="45" y="74"/>
                  <a:pt x="38" y="71"/>
                </a:cubicBezTo>
                <a:cubicBezTo>
                  <a:pt x="32" y="69"/>
                  <a:pt x="29" y="66"/>
                  <a:pt x="29" y="63"/>
                </a:cubicBezTo>
                <a:cubicBezTo>
                  <a:pt x="29" y="41"/>
                  <a:pt x="29" y="41"/>
                  <a:pt x="29" y="41"/>
                </a:cubicBezTo>
                <a:cubicBezTo>
                  <a:pt x="63" y="54"/>
                  <a:pt x="63" y="54"/>
                  <a:pt x="63" y="54"/>
                </a:cubicBezTo>
                <a:cubicBezTo>
                  <a:pt x="64" y="55"/>
                  <a:pt x="65" y="55"/>
                  <a:pt x="65" y="54"/>
                </a:cubicBezTo>
                <a:cubicBezTo>
                  <a:pt x="99" y="41"/>
                  <a:pt x="99" y="41"/>
                  <a:pt x="99" y="41"/>
                </a:cubicBezTo>
                <a:lnTo>
                  <a:pt x="99" y="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5" name="Freeform 110"/>
          <p:cNvSpPr>
            <a:spLocks noEditPoints="1"/>
          </p:cNvSpPr>
          <p:nvPr/>
        </p:nvSpPr>
        <p:spPr bwMode="auto">
          <a:xfrm>
            <a:off x="10175875" y="3190875"/>
            <a:ext cx="487363" cy="481013"/>
          </a:xfrm>
          <a:custGeom>
            <a:avLst/>
            <a:gdLst>
              <a:gd name="T0" fmla="*/ 101 w 130"/>
              <a:gd name="T1" fmla="*/ 0 h 128"/>
              <a:gd name="T2" fmla="*/ 79 w 130"/>
              <a:gd name="T3" fmla="*/ 24 h 128"/>
              <a:gd name="T4" fmla="*/ 63 w 130"/>
              <a:gd name="T5" fmla="*/ 47 h 128"/>
              <a:gd name="T6" fmla="*/ 62 w 130"/>
              <a:gd name="T7" fmla="*/ 47 h 128"/>
              <a:gd name="T8" fmla="*/ 48 w 130"/>
              <a:gd name="T9" fmla="*/ 61 h 128"/>
              <a:gd name="T10" fmla="*/ 24 w 130"/>
              <a:gd name="T11" fmla="*/ 78 h 128"/>
              <a:gd name="T12" fmla="*/ 2 w 130"/>
              <a:gd name="T13" fmla="*/ 105 h 128"/>
              <a:gd name="T14" fmla="*/ 24 w 130"/>
              <a:gd name="T15" fmla="*/ 127 h 128"/>
              <a:gd name="T16" fmla="*/ 36 w 130"/>
              <a:gd name="T17" fmla="*/ 126 h 128"/>
              <a:gd name="T18" fmla="*/ 48 w 130"/>
              <a:gd name="T19" fmla="*/ 108 h 128"/>
              <a:gd name="T20" fmla="*/ 67 w 130"/>
              <a:gd name="T21" fmla="*/ 81 h 128"/>
              <a:gd name="T22" fmla="*/ 77 w 130"/>
              <a:gd name="T23" fmla="*/ 76 h 128"/>
              <a:gd name="T24" fmla="*/ 82 w 130"/>
              <a:gd name="T25" fmla="*/ 66 h 128"/>
              <a:gd name="T26" fmla="*/ 107 w 130"/>
              <a:gd name="T27" fmla="*/ 48 h 128"/>
              <a:gd name="T28" fmla="*/ 128 w 130"/>
              <a:gd name="T29" fmla="*/ 23 h 128"/>
              <a:gd name="T30" fmla="*/ 106 w 130"/>
              <a:gd name="T31" fmla="*/ 1 h 128"/>
              <a:gd name="T32" fmla="*/ 44 w 130"/>
              <a:gd name="T33" fmla="*/ 106 h 128"/>
              <a:gd name="T34" fmla="*/ 33 w 130"/>
              <a:gd name="T35" fmla="*/ 122 h 128"/>
              <a:gd name="T36" fmla="*/ 29 w 130"/>
              <a:gd name="T37" fmla="*/ 123 h 128"/>
              <a:gd name="T38" fmla="*/ 14 w 130"/>
              <a:gd name="T39" fmla="*/ 115 h 128"/>
              <a:gd name="T40" fmla="*/ 6 w 130"/>
              <a:gd name="T41" fmla="*/ 97 h 128"/>
              <a:gd name="T42" fmla="*/ 46 w 130"/>
              <a:gd name="T43" fmla="*/ 68 h 128"/>
              <a:gd name="T44" fmla="*/ 49 w 130"/>
              <a:gd name="T45" fmla="*/ 69 h 128"/>
              <a:gd name="T46" fmla="*/ 60 w 130"/>
              <a:gd name="T47" fmla="*/ 80 h 128"/>
              <a:gd name="T48" fmla="*/ 60 w 130"/>
              <a:gd name="T49" fmla="*/ 82 h 128"/>
              <a:gd name="T50" fmla="*/ 65 w 130"/>
              <a:gd name="T51" fmla="*/ 77 h 128"/>
              <a:gd name="T52" fmla="*/ 56 w 130"/>
              <a:gd name="T53" fmla="*/ 55 h 128"/>
              <a:gd name="T54" fmla="*/ 74 w 130"/>
              <a:gd name="T55" fmla="*/ 73 h 128"/>
              <a:gd name="T56" fmla="*/ 123 w 130"/>
              <a:gd name="T57" fmla="*/ 32 h 128"/>
              <a:gd name="T58" fmla="*/ 82 w 130"/>
              <a:gd name="T59" fmla="*/ 61 h 128"/>
              <a:gd name="T60" fmla="*/ 77 w 130"/>
              <a:gd name="T61" fmla="*/ 52 h 128"/>
              <a:gd name="T62" fmla="*/ 68 w 130"/>
              <a:gd name="T63" fmla="*/ 47 h 128"/>
              <a:gd name="T64" fmla="*/ 97 w 130"/>
              <a:gd name="T65" fmla="*/ 6 h 128"/>
              <a:gd name="T66" fmla="*/ 104 w 130"/>
              <a:gd name="T67" fmla="*/ 5 h 128"/>
              <a:gd name="T68" fmla="*/ 124 w 130"/>
              <a:gd name="T69" fmla="*/ 2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0" h="128">
                <a:moveTo>
                  <a:pt x="106" y="1"/>
                </a:moveTo>
                <a:cubicBezTo>
                  <a:pt x="104" y="0"/>
                  <a:pt x="102" y="0"/>
                  <a:pt x="101" y="0"/>
                </a:cubicBezTo>
                <a:cubicBezTo>
                  <a:pt x="97" y="0"/>
                  <a:pt x="95" y="1"/>
                  <a:pt x="94" y="2"/>
                </a:cubicBezTo>
                <a:cubicBezTo>
                  <a:pt x="94" y="3"/>
                  <a:pt x="91" y="6"/>
                  <a:pt x="79" y="24"/>
                </a:cubicBezTo>
                <a:cubicBezTo>
                  <a:pt x="78" y="25"/>
                  <a:pt x="78" y="25"/>
                  <a:pt x="78" y="25"/>
                </a:cubicBezTo>
                <a:cubicBezTo>
                  <a:pt x="75" y="30"/>
                  <a:pt x="68" y="39"/>
                  <a:pt x="63" y="47"/>
                </a:cubicBezTo>
                <a:cubicBezTo>
                  <a:pt x="62" y="47"/>
                  <a:pt x="62" y="47"/>
                  <a:pt x="62" y="47"/>
                </a:cubicBezTo>
                <a:cubicBezTo>
                  <a:pt x="62" y="47"/>
                  <a:pt x="62" y="47"/>
                  <a:pt x="62" y="47"/>
                </a:cubicBezTo>
                <a:cubicBezTo>
                  <a:pt x="58" y="48"/>
                  <a:pt x="55" y="49"/>
                  <a:pt x="53" y="52"/>
                </a:cubicBezTo>
                <a:cubicBezTo>
                  <a:pt x="50" y="54"/>
                  <a:pt x="49" y="58"/>
                  <a:pt x="48" y="61"/>
                </a:cubicBezTo>
                <a:cubicBezTo>
                  <a:pt x="48" y="62"/>
                  <a:pt x="48" y="62"/>
                  <a:pt x="48" y="62"/>
                </a:cubicBezTo>
                <a:cubicBezTo>
                  <a:pt x="24" y="78"/>
                  <a:pt x="24" y="78"/>
                  <a:pt x="24" y="78"/>
                </a:cubicBezTo>
                <a:cubicBezTo>
                  <a:pt x="6" y="92"/>
                  <a:pt x="4" y="93"/>
                  <a:pt x="3" y="93"/>
                </a:cubicBezTo>
                <a:cubicBezTo>
                  <a:pt x="2" y="95"/>
                  <a:pt x="0" y="98"/>
                  <a:pt x="2" y="105"/>
                </a:cubicBezTo>
                <a:cubicBezTo>
                  <a:pt x="3" y="109"/>
                  <a:pt x="7" y="114"/>
                  <a:pt x="11" y="118"/>
                </a:cubicBezTo>
                <a:cubicBezTo>
                  <a:pt x="15" y="122"/>
                  <a:pt x="20" y="126"/>
                  <a:pt x="24" y="127"/>
                </a:cubicBezTo>
                <a:cubicBezTo>
                  <a:pt x="26" y="128"/>
                  <a:pt x="28" y="128"/>
                  <a:pt x="29" y="128"/>
                </a:cubicBezTo>
                <a:cubicBezTo>
                  <a:pt x="33" y="128"/>
                  <a:pt x="35" y="127"/>
                  <a:pt x="36" y="126"/>
                </a:cubicBezTo>
                <a:cubicBezTo>
                  <a:pt x="36" y="125"/>
                  <a:pt x="37" y="124"/>
                  <a:pt x="47" y="109"/>
                </a:cubicBezTo>
                <a:cubicBezTo>
                  <a:pt x="48" y="108"/>
                  <a:pt x="48" y="108"/>
                  <a:pt x="48" y="108"/>
                </a:cubicBezTo>
                <a:cubicBezTo>
                  <a:pt x="54" y="100"/>
                  <a:pt x="61" y="90"/>
                  <a:pt x="67" y="82"/>
                </a:cubicBezTo>
                <a:cubicBezTo>
                  <a:pt x="67" y="81"/>
                  <a:pt x="67" y="81"/>
                  <a:pt x="67" y="81"/>
                </a:cubicBezTo>
                <a:cubicBezTo>
                  <a:pt x="68" y="81"/>
                  <a:pt x="68" y="81"/>
                  <a:pt x="68" y="81"/>
                </a:cubicBezTo>
                <a:cubicBezTo>
                  <a:pt x="71" y="80"/>
                  <a:pt x="74" y="79"/>
                  <a:pt x="77" y="76"/>
                </a:cubicBezTo>
                <a:cubicBezTo>
                  <a:pt x="80" y="74"/>
                  <a:pt x="81" y="70"/>
                  <a:pt x="82" y="67"/>
                </a:cubicBezTo>
                <a:cubicBezTo>
                  <a:pt x="82" y="66"/>
                  <a:pt x="82" y="66"/>
                  <a:pt x="82" y="66"/>
                </a:cubicBezTo>
                <a:cubicBezTo>
                  <a:pt x="83" y="66"/>
                  <a:pt x="83" y="66"/>
                  <a:pt x="83" y="66"/>
                </a:cubicBezTo>
                <a:cubicBezTo>
                  <a:pt x="90" y="60"/>
                  <a:pt x="99" y="54"/>
                  <a:pt x="107" y="48"/>
                </a:cubicBezTo>
                <a:cubicBezTo>
                  <a:pt x="125" y="36"/>
                  <a:pt x="126" y="35"/>
                  <a:pt x="127" y="35"/>
                </a:cubicBezTo>
                <a:cubicBezTo>
                  <a:pt x="128" y="33"/>
                  <a:pt x="130" y="30"/>
                  <a:pt x="128" y="23"/>
                </a:cubicBezTo>
                <a:cubicBezTo>
                  <a:pt x="127" y="19"/>
                  <a:pt x="123" y="14"/>
                  <a:pt x="119" y="10"/>
                </a:cubicBezTo>
                <a:cubicBezTo>
                  <a:pt x="115" y="6"/>
                  <a:pt x="110" y="2"/>
                  <a:pt x="106" y="1"/>
                </a:cubicBezTo>
                <a:close/>
                <a:moveTo>
                  <a:pt x="60" y="82"/>
                </a:moveTo>
                <a:cubicBezTo>
                  <a:pt x="55" y="90"/>
                  <a:pt x="49" y="98"/>
                  <a:pt x="44" y="106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38" y="114"/>
                  <a:pt x="34" y="121"/>
                  <a:pt x="33" y="122"/>
                </a:cubicBezTo>
                <a:cubicBezTo>
                  <a:pt x="32" y="123"/>
                  <a:pt x="32" y="123"/>
                  <a:pt x="32" y="123"/>
                </a:cubicBezTo>
                <a:cubicBezTo>
                  <a:pt x="32" y="123"/>
                  <a:pt x="31" y="123"/>
                  <a:pt x="29" y="123"/>
                </a:cubicBezTo>
                <a:cubicBezTo>
                  <a:pt x="28" y="123"/>
                  <a:pt x="27" y="123"/>
                  <a:pt x="26" y="123"/>
                </a:cubicBezTo>
                <a:cubicBezTo>
                  <a:pt x="22" y="121"/>
                  <a:pt x="18" y="119"/>
                  <a:pt x="14" y="115"/>
                </a:cubicBezTo>
                <a:cubicBezTo>
                  <a:pt x="10" y="111"/>
                  <a:pt x="8" y="107"/>
                  <a:pt x="6" y="103"/>
                </a:cubicBezTo>
                <a:cubicBezTo>
                  <a:pt x="5" y="101"/>
                  <a:pt x="5" y="98"/>
                  <a:pt x="6" y="97"/>
                </a:cubicBezTo>
                <a:cubicBezTo>
                  <a:pt x="7" y="96"/>
                  <a:pt x="7" y="96"/>
                  <a:pt x="7" y="96"/>
                </a:cubicBezTo>
                <a:cubicBezTo>
                  <a:pt x="9" y="95"/>
                  <a:pt x="29" y="81"/>
                  <a:pt x="46" y="68"/>
                </a:cubicBezTo>
                <a:cubicBezTo>
                  <a:pt x="48" y="67"/>
                  <a:pt x="48" y="67"/>
                  <a:pt x="48" y="67"/>
                </a:cubicBezTo>
                <a:cubicBezTo>
                  <a:pt x="49" y="69"/>
                  <a:pt x="49" y="69"/>
                  <a:pt x="49" y="69"/>
                </a:cubicBezTo>
                <a:cubicBezTo>
                  <a:pt x="49" y="72"/>
                  <a:pt x="51" y="74"/>
                  <a:pt x="53" y="76"/>
                </a:cubicBezTo>
                <a:cubicBezTo>
                  <a:pt x="55" y="78"/>
                  <a:pt x="57" y="79"/>
                  <a:pt x="60" y="80"/>
                </a:cubicBezTo>
                <a:cubicBezTo>
                  <a:pt x="61" y="81"/>
                  <a:pt x="61" y="81"/>
                  <a:pt x="61" y="81"/>
                </a:cubicBezTo>
                <a:lnTo>
                  <a:pt x="60" y="82"/>
                </a:lnTo>
                <a:close/>
                <a:moveTo>
                  <a:pt x="74" y="73"/>
                </a:moveTo>
                <a:cubicBezTo>
                  <a:pt x="72" y="75"/>
                  <a:pt x="68" y="77"/>
                  <a:pt x="65" y="77"/>
                </a:cubicBezTo>
                <a:cubicBezTo>
                  <a:pt x="62" y="77"/>
                  <a:pt x="58" y="75"/>
                  <a:pt x="56" y="73"/>
                </a:cubicBezTo>
                <a:cubicBezTo>
                  <a:pt x="51" y="68"/>
                  <a:pt x="51" y="60"/>
                  <a:pt x="56" y="55"/>
                </a:cubicBezTo>
                <a:cubicBezTo>
                  <a:pt x="61" y="50"/>
                  <a:pt x="69" y="50"/>
                  <a:pt x="74" y="55"/>
                </a:cubicBezTo>
                <a:cubicBezTo>
                  <a:pt x="79" y="60"/>
                  <a:pt x="79" y="68"/>
                  <a:pt x="74" y="73"/>
                </a:cubicBezTo>
                <a:close/>
                <a:moveTo>
                  <a:pt x="124" y="31"/>
                </a:moveTo>
                <a:cubicBezTo>
                  <a:pt x="123" y="32"/>
                  <a:pt x="123" y="32"/>
                  <a:pt x="123" y="32"/>
                </a:cubicBezTo>
                <a:cubicBezTo>
                  <a:pt x="122" y="33"/>
                  <a:pt x="114" y="38"/>
                  <a:pt x="106" y="43"/>
                </a:cubicBezTo>
                <a:cubicBezTo>
                  <a:pt x="82" y="61"/>
                  <a:pt x="82" y="61"/>
                  <a:pt x="82" y="61"/>
                </a:cubicBezTo>
                <a:cubicBezTo>
                  <a:pt x="81" y="59"/>
                  <a:pt x="81" y="59"/>
                  <a:pt x="81" y="59"/>
                </a:cubicBezTo>
                <a:cubicBezTo>
                  <a:pt x="80" y="56"/>
                  <a:pt x="79" y="54"/>
                  <a:pt x="77" y="52"/>
                </a:cubicBezTo>
                <a:cubicBezTo>
                  <a:pt x="75" y="50"/>
                  <a:pt x="73" y="48"/>
                  <a:pt x="70" y="48"/>
                </a:cubicBezTo>
                <a:cubicBezTo>
                  <a:pt x="68" y="47"/>
                  <a:pt x="68" y="47"/>
                  <a:pt x="68" y="47"/>
                </a:cubicBezTo>
                <a:cubicBezTo>
                  <a:pt x="69" y="45"/>
                  <a:pt x="69" y="45"/>
                  <a:pt x="69" y="45"/>
                </a:cubicBezTo>
                <a:cubicBezTo>
                  <a:pt x="81" y="28"/>
                  <a:pt x="96" y="8"/>
                  <a:pt x="97" y="6"/>
                </a:cubicBezTo>
                <a:cubicBezTo>
                  <a:pt x="98" y="5"/>
                  <a:pt x="98" y="5"/>
                  <a:pt x="98" y="5"/>
                </a:cubicBezTo>
                <a:cubicBezTo>
                  <a:pt x="99" y="4"/>
                  <a:pt x="102" y="4"/>
                  <a:pt x="104" y="5"/>
                </a:cubicBezTo>
                <a:cubicBezTo>
                  <a:pt x="108" y="7"/>
                  <a:pt x="112" y="9"/>
                  <a:pt x="116" y="13"/>
                </a:cubicBezTo>
                <a:cubicBezTo>
                  <a:pt x="120" y="17"/>
                  <a:pt x="122" y="21"/>
                  <a:pt x="124" y="24"/>
                </a:cubicBezTo>
                <a:cubicBezTo>
                  <a:pt x="125" y="27"/>
                  <a:pt x="125" y="30"/>
                  <a:pt x="124" y="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62" name="组合 261"/>
          <p:cNvGrpSpPr/>
          <p:nvPr/>
        </p:nvGrpSpPr>
        <p:grpSpPr>
          <a:xfrm>
            <a:off x="9274175" y="3190875"/>
            <a:ext cx="368300" cy="481013"/>
            <a:chOff x="9274175" y="3190875"/>
            <a:chExt cx="368300" cy="481013"/>
          </a:xfrm>
          <a:solidFill>
            <a:schemeClr val="accent1"/>
          </a:solidFill>
        </p:grpSpPr>
        <p:sp>
          <p:nvSpPr>
            <p:cNvPr id="146" name="Freeform 111"/>
            <p:cNvSpPr>
              <a:spLocks noEditPoints="1"/>
            </p:cNvSpPr>
            <p:nvPr/>
          </p:nvSpPr>
          <p:spPr bwMode="auto">
            <a:xfrm>
              <a:off x="9274175" y="3190875"/>
              <a:ext cx="368300" cy="481013"/>
            </a:xfrm>
            <a:custGeom>
              <a:avLst/>
              <a:gdLst>
                <a:gd name="T0" fmla="*/ 97 w 98"/>
                <a:gd name="T1" fmla="*/ 46 h 128"/>
                <a:gd name="T2" fmla="*/ 92 w 98"/>
                <a:gd name="T3" fmla="*/ 27 h 128"/>
                <a:gd name="T4" fmla="*/ 89 w 98"/>
                <a:gd name="T5" fmla="*/ 23 h 128"/>
                <a:gd name="T6" fmla="*/ 75 w 98"/>
                <a:gd name="T7" fmla="*/ 9 h 128"/>
                <a:gd name="T8" fmla="*/ 71 w 98"/>
                <a:gd name="T9" fmla="*/ 6 h 128"/>
                <a:gd name="T10" fmla="*/ 52 w 98"/>
                <a:gd name="T11" fmla="*/ 1 h 128"/>
                <a:gd name="T12" fmla="*/ 38 w 98"/>
                <a:gd name="T13" fmla="*/ 9 h 128"/>
                <a:gd name="T14" fmla="*/ 25 w 98"/>
                <a:gd name="T15" fmla="*/ 7 h 128"/>
                <a:gd name="T16" fmla="*/ 20 w 98"/>
                <a:gd name="T17" fmla="*/ 20 h 128"/>
                <a:gd name="T18" fmla="*/ 7 w 98"/>
                <a:gd name="T19" fmla="*/ 24 h 128"/>
                <a:gd name="T20" fmla="*/ 9 w 98"/>
                <a:gd name="T21" fmla="*/ 38 h 128"/>
                <a:gd name="T22" fmla="*/ 0 w 98"/>
                <a:gd name="T23" fmla="*/ 49 h 128"/>
                <a:gd name="T24" fmla="*/ 9 w 98"/>
                <a:gd name="T25" fmla="*/ 60 h 128"/>
                <a:gd name="T26" fmla="*/ 7 w 98"/>
                <a:gd name="T27" fmla="*/ 73 h 128"/>
                <a:gd name="T28" fmla="*/ 20 w 98"/>
                <a:gd name="T29" fmla="*/ 78 h 128"/>
                <a:gd name="T30" fmla="*/ 25 w 98"/>
                <a:gd name="T31" fmla="*/ 91 h 128"/>
                <a:gd name="T32" fmla="*/ 30 w 98"/>
                <a:gd name="T33" fmla="*/ 91 h 128"/>
                <a:gd name="T34" fmla="*/ 34 w 98"/>
                <a:gd name="T35" fmla="*/ 128 h 128"/>
                <a:gd name="T36" fmla="*/ 49 w 98"/>
                <a:gd name="T37" fmla="*/ 115 h 128"/>
                <a:gd name="T38" fmla="*/ 64 w 98"/>
                <a:gd name="T39" fmla="*/ 128 h 128"/>
                <a:gd name="T40" fmla="*/ 68 w 98"/>
                <a:gd name="T41" fmla="*/ 91 h 128"/>
                <a:gd name="T42" fmla="*/ 73 w 98"/>
                <a:gd name="T43" fmla="*/ 91 h 128"/>
                <a:gd name="T44" fmla="*/ 78 w 98"/>
                <a:gd name="T45" fmla="*/ 78 h 128"/>
                <a:gd name="T46" fmla="*/ 91 w 98"/>
                <a:gd name="T47" fmla="*/ 73 h 128"/>
                <a:gd name="T48" fmla="*/ 89 w 98"/>
                <a:gd name="T49" fmla="*/ 60 h 128"/>
                <a:gd name="T50" fmla="*/ 98 w 98"/>
                <a:gd name="T51" fmla="*/ 49 h 128"/>
                <a:gd name="T52" fmla="*/ 52 w 98"/>
                <a:gd name="T53" fmla="*/ 112 h 128"/>
                <a:gd name="T54" fmla="*/ 34 w 98"/>
                <a:gd name="T55" fmla="*/ 123 h 128"/>
                <a:gd name="T56" fmla="*/ 38 w 98"/>
                <a:gd name="T57" fmla="*/ 89 h 128"/>
                <a:gd name="T58" fmla="*/ 52 w 98"/>
                <a:gd name="T59" fmla="*/ 97 h 128"/>
                <a:gd name="T60" fmla="*/ 64 w 98"/>
                <a:gd name="T61" fmla="*/ 90 h 128"/>
                <a:gd name="T62" fmla="*/ 84 w 98"/>
                <a:gd name="T63" fmla="*/ 58 h 128"/>
                <a:gd name="T64" fmla="*/ 75 w 98"/>
                <a:gd name="T65" fmla="*/ 75 h 128"/>
                <a:gd name="T66" fmla="*/ 58 w 98"/>
                <a:gd name="T67" fmla="*/ 84 h 128"/>
                <a:gd name="T68" fmla="*/ 39 w 98"/>
                <a:gd name="T69" fmla="*/ 84 h 128"/>
                <a:gd name="T70" fmla="*/ 23 w 98"/>
                <a:gd name="T71" fmla="*/ 75 h 128"/>
                <a:gd name="T72" fmla="*/ 14 w 98"/>
                <a:gd name="T73" fmla="*/ 58 h 128"/>
                <a:gd name="T74" fmla="*/ 14 w 98"/>
                <a:gd name="T75" fmla="*/ 39 h 128"/>
                <a:gd name="T76" fmla="*/ 23 w 98"/>
                <a:gd name="T77" fmla="*/ 23 h 128"/>
                <a:gd name="T78" fmla="*/ 40 w 98"/>
                <a:gd name="T79" fmla="*/ 13 h 128"/>
                <a:gd name="T80" fmla="*/ 58 w 98"/>
                <a:gd name="T81" fmla="*/ 13 h 128"/>
                <a:gd name="T82" fmla="*/ 75 w 98"/>
                <a:gd name="T83" fmla="*/ 23 h 128"/>
                <a:gd name="T84" fmla="*/ 84 w 98"/>
                <a:gd name="T85" fmla="*/ 39 h 128"/>
                <a:gd name="T86" fmla="*/ 84 w 98"/>
                <a:gd name="T8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" h="128">
                  <a:moveTo>
                    <a:pt x="98" y="49"/>
                  </a:moveTo>
                  <a:cubicBezTo>
                    <a:pt x="98" y="48"/>
                    <a:pt x="97" y="47"/>
                    <a:pt x="97" y="46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92" y="26"/>
                    <a:pt x="92" y="25"/>
                    <a:pt x="91" y="24"/>
                  </a:cubicBezTo>
                  <a:cubicBezTo>
                    <a:pt x="91" y="24"/>
                    <a:pt x="90" y="23"/>
                    <a:pt x="89" y="23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5" y="8"/>
                    <a:pt x="74" y="7"/>
                    <a:pt x="73" y="7"/>
                  </a:cubicBezTo>
                  <a:cubicBezTo>
                    <a:pt x="73" y="6"/>
                    <a:pt x="72" y="6"/>
                    <a:pt x="71" y="6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0" y="0"/>
                    <a:pt x="48" y="0"/>
                    <a:pt x="46" y="1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5" y="6"/>
                    <a:pt x="25" y="7"/>
                  </a:cubicBezTo>
                  <a:cubicBezTo>
                    <a:pt x="24" y="7"/>
                    <a:pt x="23" y="8"/>
                    <a:pt x="23" y="9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7" y="24"/>
                    <a:pt x="7" y="24"/>
                  </a:cubicBezTo>
                  <a:cubicBezTo>
                    <a:pt x="6" y="25"/>
                    <a:pt x="6" y="26"/>
                    <a:pt x="6" y="2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1" y="47"/>
                    <a:pt x="0" y="48"/>
                    <a:pt x="0" y="49"/>
                  </a:cubicBezTo>
                  <a:cubicBezTo>
                    <a:pt x="0" y="50"/>
                    <a:pt x="1" y="51"/>
                    <a:pt x="1" y="52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2"/>
                    <a:pt x="7" y="73"/>
                  </a:cubicBezTo>
                  <a:cubicBezTo>
                    <a:pt x="7" y="74"/>
                    <a:pt x="8" y="75"/>
                    <a:pt x="9" y="7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3" y="90"/>
                    <a:pt x="24" y="91"/>
                    <a:pt x="25" y="91"/>
                  </a:cubicBezTo>
                  <a:cubicBezTo>
                    <a:pt x="25" y="92"/>
                    <a:pt x="26" y="92"/>
                    <a:pt x="27" y="92"/>
                  </a:cubicBezTo>
                  <a:cubicBezTo>
                    <a:pt x="30" y="91"/>
                    <a:pt x="30" y="91"/>
                    <a:pt x="30" y="91"/>
                  </a:cubicBezTo>
                  <a:cubicBezTo>
                    <a:pt x="30" y="124"/>
                    <a:pt x="30" y="124"/>
                    <a:pt x="30" y="124"/>
                  </a:cubicBezTo>
                  <a:cubicBezTo>
                    <a:pt x="30" y="126"/>
                    <a:pt x="32" y="128"/>
                    <a:pt x="34" y="128"/>
                  </a:cubicBezTo>
                  <a:cubicBezTo>
                    <a:pt x="35" y="128"/>
                    <a:pt x="36" y="128"/>
                    <a:pt x="37" y="127"/>
                  </a:cubicBezTo>
                  <a:cubicBezTo>
                    <a:pt x="49" y="115"/>
                    <a:pt x="49" y="115"/>
                    <a:pt x="49" y="115"/>
                  </a:cubicBezTo>
                  <a:cubicBezTo>
                    <a:pt x="61" y="127"/>
                    <a:pt x="61" y="127"/>
                    <a:pt x="61" y="127"/>
                  </a:cubicBezTo>
                  <a:cubicBezTo>
                    <a:pt x="62" y="128"/>
                    <a:pt x="63" y="128"/>
                    <a:pt x="64" y="128"/>
                  </a:cubicBezTo>
                  <a:cubicBezTo>
                    <a:pt x="66" y="128"/>
                    <a:pt x="68" y="126"/>
                    <a:pt x="68" y="124"/>
                  </a:cubicBezTo>
                  <a:cubicBezTo>
                    <a:pt x="68" y="91"/>
                    <a:pt x="68" y="91"/>
                    <a:pt x="68" y="91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72" y="92"/>
                    <a:pt x="73" y="92"/>
                    <a:pt x="73" y="91"/>
                  </a:cubicBezTo>
                  <a:cubicBezTo>
                    <a:pt x="74" y="91"/>
                    <a:pt x="75" y="90"/>
                    <a:pt x="75" y="89"/>
                  </a:cubicBezTo>
                  <a:cubicBezTo>
                    <a:pt x="78" y="78"/>
                    <a:pt x="78" y="78"/>
                    <a:pt x="78" y="78"/>
                  </a:cubicBezTo>
                  <a:cubicBezTo>
                    <a:pt x="89" y="75"/>
                    <a:pt x="89" y="75"/>
                    <a:pt x="89" y="75"/>
                  </a:cubicBezTo>
                  <a:cubicBezTo>
                    <a:pt x="90" y="75"/>
                    <a:pt x="91" y="74"/>
                    <a:pt x="91" y="73"/>
                  </a:cubicBezTo>
                  <a:cubicBezTo>
                    <a:pt x="92" y="72"/>
                    <a:pt x="92" y="71"/>
                    <a:pt x="92" y="7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7" y="51"/>
                    <a:pt x="98" y="50"/>
                    <a:pt x="98" y="49"/>
                  </a:cubicBezTo>
                  <a:close/>
                  <a:moveTo>
                    <a:pt x="64" y="123"/>
                  </a:moveTo>
                  <a:cubicBezTo>
                    <a:pt x="52" y="112"/>
                    <a:pt x="52" y="112"/>
                    <a:pt x="52" y="112"/>
                  </a:cubicBezTo>
                  <a:cubicBezTo>
                    <a:pt x="50" y="110"/>
                    <a:pt x="48" y="110"/>
                    <a:pt x="46" y="112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8" y="89"/>
                    <a:pt x="38" y="89"/>
                    <a:pt x="38" y="89"/>
                  </a:cubicBezTo>
                  <a:cubicBezTo>
                    <a:pt x="46" y="97"/>
                    <a:pt x="46" y="97"/>
                    <a:pt x="46" y="97"/>
                  </a:cubicBezTo>
                  <a:cubicBezTo>
                    <a:pt x="48" y="98"/>
                    <a:pt x="50" y="98"/>
                    <a:pt x="52" y="9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64" y="90"/>
                    <a:pt x="64" y="90"/>
                    <a:pt x="64" y="90"/>
                  </a:cubicBezTo>
                  <a:lnTo>
                    <a:pt x="64" y="123"/>
                  </a:lnTo>
                  <a:close/>
                  <a:moveTo>
                    <a:pt x="84" y="58"/>
                  </a:moveTo>
                  <a:cubicBezTo>
                    <a:pt x="88" y="71"/>
                    <a:pt x="88" y="71"/>
                    <a:pt x="88" y="71"/>
                  </a:cubicBezTo>
                  <a:cubicBezTo>
                    <a:pt x="75" y="75"/>
                    <a:pt x="75" y="75"/>
                    <a:pt x="75" y="75"/>
                  </a:cubicBezTo>
                  <a:cubicBezTo>
                    <a:pt x="71" y="87"/>
                    <a:pt x="71" y="87"/>
                    <a:pt x="71" y="87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49" y="93"/>
                    <a:pt x="49" y="93"/>
                    <a:pt x="49" y="93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10" y="71"/>
                    <a:pt x="10" y="71"/>
                    <a:pt x="10" y="71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4" y="39"/>
                    <a:pt x="84" y="39"/>
                    <a:pt x="84" y="39"/>
                  </a:cubicBezTo>
                  <a:cubicBezTo>
                    <a:pt x="94" y="49"/>
                    <a:pt x="94" y="49"/>
                    <a:pt x="94" y="49"/>
                  </a:cubicBezTo>
                  <a:lnTo>
                    <a:pt x="84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7" name="Freeform 112"/>
            <p:cNvSpPr>
              <a:spLocks noEditPoints="1"/>
            </p:cNvSpPr>
            <p:nvPr/>
          </p:nvSpPr>
          <p:spPr bwMode="auto">
            <a:xfrm>
              <a:off x="9378950" y="3295650"/>
              <a:ext cx="157163" cy="157163"/>
            </a:xfrm>
            <a:custGeom>
              <a:avLst/>
              <a:gdLst>
                <a:gd name="T0" fmla="*/ 21 w 42"/>
                <a:gd name="T1" fmla="*/ 0 h 42"/>
                <a:gd name="T2" fmla="*/ 0 w 42"/>
                <a:gd name="T3" fmla="*/ 21 h 42"/>
                <a:gd name="T4" fmla="*/ 21 w 42"/>
                <a:gd name="T5" fmla="*/ 42 h 42"/>
                <a:gd name="T6" fmla="*/ 42 w 42"/>
                <a:gd name="T7" fmla="*/ 21 h 42"/>
                <a:gd name="T8" fmla="*/ 21 w 42"/>
                <a:gd name="T9" fmla="*/ 0 h 42"/>
                <a:gd name="T10" fmla="*/ 21 w 42"/>
                <a:gd name="T11" fmla="*/ 37 h 42"/>
                <a:gd name="T12" fmla="*/ 5 w 42"/>
                <a:gd name="T13" fmla="*/ 21 h 42"/>
                <a:gd name="T14" fmla="*/ 21 w 42"/>
                <a:gd name="T15" fmla="*/ 5 h 42"/>
                <a:gd name="T16" fmla="*/ 37 w 42"/>
                <a:gd name="T17" fmla="*/ 21 h 42"/>
                <a:gd name="T18" fmla="*/ 21 w 42"/>
                <a:gd name="T19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2">
                  <a:moveTo>
                    <a:pt x="21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2"/>
                    <a:pt x="21" y="42"/>
                  </a:cubicBezTo>
                  <a:cubicBezTo>
                    <a:pt x="32" y="42"/>
                    <a:pt x="42" y="32"/>
                    <a:pt x="42" y="21"/>
                  </a:cubicBezTo>
                  <a:cubicBezTo>
                    <a:pt x="42" y="9"/>
                    <a:pt x="32" y="0"/>
                    <a:pt x="21" y="0"/>
                  </a:cubicBezTo>
                  <a:close/>
                  <a:moveTo>
                    <a:pt x="21" y="37"/>
                  </a:moveTo>
                  <a:cubicBezTo>
                    <a:pt x="12" y="37"/>
                    <a:pt x="5" y="30"/>
                    <a:pt x="5" y="21"/>
                  </a:cubicBezTo>
                  <a:cubicBezTo>
                    <a:pt x="5" y="12"/>
                    <a:pt x="12" y="5"/>
                    <a:pt x="21" y="5"/>
                  </a:cubicBezTo>
                  <a:cubicBezTo>
                    <a:pt x="30" y="5"/>
                    <a:pt x="37" y="12"/>
                    <a:pt x="37" y="21"/>
                  </a:cubicBezTo>
                  <a:cubicBezTo>
                    <a:pt x="37" y="30"/>
                    <a:pt x="30" y="37"/>
                    <a:pt x="21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3" name="组合 262"/>
          <p:cNvGrpSpPr/>
          <p:nvPr/>
        </p:nvGrpSpPr>
        <p:grpSpPr>
          <a:xfrm>
            <a:off x="8358188" y="3190875"/>
            <a:ext cx="280988" cy="481013"/>
            <a:chOff x="8358188" y="3190875"/>
            <a:chExt cx="280988" cy="481013"/>
          </a:xfrm>
          <a:solidFill>
            <a:schemeClr val="accent1"/>
          </a:solidFill>
        </p:grpSpPr>
        <p:sp>
          <p:nvSpPr>
            <p:cNvPr id="148" name="Freeform 113"/>
            <p:cNvSpPr>
              <a:spLocks noEditPoints="1"/>
            </p:cNvSpPr>
            <p:nvPr/>
          </p:nvSpPr>
          <p:spPr bwMode="auto">
            <a:xfrm>
              <a:off x="8358188" y="3190875"/>
              <a:ext cx="280988" cy="481013"/>
            </a:xfrm>
            <a:custGeom>
              <a:avLst/>
              <a:gdLst>
                <a:gd name="T0" fmla="*/ 71 w 75"/>
                <a:gd name="T1" fmla="*/ 0 h 128"/>
                <a:gd name="T2" fmla="*/ 4 w 75"/>
                <a:gd name="T3" fmla="*/ 0 h 128"/>
                <a:gd name="T4" fmla="*/ 0 w 75"/>
                <a:gd name="T5" fmla="*/ 4 h 128"/>
                <a:gd name="T6" fmla="*/ 0 w 75"/>
                <a:gd name="T7" fmla="*/ 124 h 128"/>
                <a:gd name="T8" fmla="*/ 4 w 75"/>
                <a:gd name="T9" fmla="*/ 128 h 128"/>
                <a:gd name="T10" fmla="*/ 6 w 75"/>
                <a:gd name="T11" fmla="*/ 127 h 128"/>
                <a:gd name="T12" fmla="*/ 38 w 75"/>
                <a:gd name="T13" fmla="*/ 109 h 128"/>
                <a:gd name="T14" fmla="*/ 69 w 75"/>
                <a:gd name="T15" fmla="*/ 128 h 128"/>
                <a:gd name="T16" fmla="*/ 71 w 75"/>
                <a:gd name="T17" fmla="*/ 128 h 128"/>
                <a:gd name="T18" fmla="*/ 75 w 75"/>
                <a:gd name="T19" fmla="*/ 124 h 128"/>
                <a:gd name="T20" fmla="*/ 75 w 75"/>
                <a:gd name="T21" fmla="*/ 4 h 128"/>
                <a:gd name="T22" fmla="*/ 71 w 75"/>
                <a:gd name="T23" fmla="*/ 0 h 128"/>
                <a:gd name="T24" fmla="*/ 71 w 75"/>
                <a:gd name="T25" fmla="*/ 123 h 128"/>
                <a:gd name="T26" fmla="*/ 40 w 75"/>
                <a:gd name="T27" fmla="*/ 104 h 128"/>
                <a:gd name="T28" fmla="*/ 36 w 75"/>
                <a:gd name="T29" fmla="*/ 104 h 128"/>
                <a:gd name="T30" fmla="*/ 5 w 75"/>
                <a:gd name="T31" fmla="*/ 123 h 128"/>
                <a:gd name="T32" fmla="*/ 5 w 75"/>
                <a:gd name="T33" fmla="*/ 5 h 128"/>
                <a:gd name="T34" fmla="*/ 71 w 75"/>
                <a:gd name="T35" fmla="*/ 5 h 128"/>
                <a:gd name="T36" fmla="*/ 71 w 75"/>
                <a:gd name="T3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5" h="128">
                  <a:moveTo>
                    <a:pt x="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6"/>
                    <a:pt x="2" y="128"/>
                    <a:pt x="4" y="128"/>
                  </a:cubicBezTo>
                  <a:cubicBezTo>
                    <a:pt x="5" y="128"/>
                    <a:pt x="6" y="128"/>
                    <a:pt x="6" y="127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0" y="128"/>
                    <a:pt x="71" y="128"/>
                    <a:pt x="71" y="128"/>
                  </a:cubicBezTo>
                  <a:cubicBezTo>
                    <a:pt x="74" y="128"/>
                    <a:pt x="75" y="126"/>
                    <a:pt x="75" y="12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2"/>
                    <a:pt x="74" y="0"/>
                    <a:pt x="71" y="0"/>
                  </a:cubicBezTo>
                  <a:close/>
                  <a:moveTo>
                    <a:pt x="71" y="123"/>
                  </a:moveTo>
                  <a:cubicBezTo>
                    <a:pt x="40" y="104"/>
                    <a:pt x="40" y="104"/>
                    <a:pt x="40" y="104"/>
                  </a:cubicBezTo>
                  <a:cubicBezTo>
                    <a:pt x="39" y="104"/>
                    <a:pt x="37" y="104"/>
                    <a:pt x="36" y="104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1" y="5"/>
                    <a:pt x="71" y="5"/>
                    <a:pt x="71" y="5"/>
                  </a:cubicBezTo>
                  <a:lnTo>
                    <a:pt x="71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9" name="Freeform 114"/>
            <p:cNvSpPr/>
            <p:nvPr/>
          </p:nvSpPr>
          <p:spPr bwMode="auto">
            <a:xfrm>
              <a:off x="8451850" y="3363913"/>
              <a:ext cx="93663" cy="96838"/>
            </a:xfrm>
            <a:custGeom>
              <a:avLst/>
              <a:gdLst>
                <a:gd name="T0" fmla="*/ 0 w 25"/>
                <a:gd name="T1" fmla="*/ 23 h 26"/>
                <a:gd name="T2" fmla="*/ 1 w 25"/>
                <a:gd name="T3" fmla="*/ 25 h 26"/>
                <a:gd name="T4" fmla="*/ 4 w 25"/>
                <a:gd name="T5" fmla="*/ 25 h 26"/>
                <a:gd name="T6" fmla="*/ 13 w 25"/>
                <a:gd name="T7" fmla="*/ 16 h 26"/>
                <a:gd name="T8" fmla="*/ 22 w 25"/>
                <a:gd name="T9" fmla="*/ 25 h 26"/>
                <a:gd name="T10" fmla="*/ 25 w 25"/>
                <a:gd name="T11" fmla="*/ 25 h 26"/>
                <a:gd name="T12" fmla="*/ 25 w 25"/>
                <a:gd name="T13" fmla="*/ 23 h 26"/>
                <a:gd name="T14" fmla="*/ 25 w 25"/>
                <a:gd name="T15" fmla="*/ 22 h 26"/>
                <a:gd name="T16" fmla="*/ 16 w 25"/>
                <a:gd name="T17" fmla="*/ 13 h 26"/>
                <a:gd name="T18" fmla="*/ 25 w 25"/>
                <a:gd name="T19" fmla="*/ 4 h 26"/>
                <a:gd name="T20" fmla="*/ 25 w 25"/>
                <a:gd name="T21" fmla="*/ 2 h 26"/>
                <a:gd name="T22" fmla="*/ 25 w 25"/>
                <a:gd name="T23" fmla="*/ 1 h 26"/>
                <a:gd name="T24" fmla="*/ 22 w 25"/>
                <a:gd name="T25" fmla="*/ 1 h 26"/>
                <a:gd name="T26" fmla="*/ 13 w 25"/>
                <a:gd name="T27" fmla="*/ 10 h 26"/>
                <a:gd name="T28" fmla="*/ 4 w 25"/>
                <a:gd name="T29" fmla="*/ 1 h 26"/>
                <a:gd name="T30" fmla="*/ 1 w 25"/>
                <a:gd name="T31" fmla="*/ 1 h 26"/>
                <a:gd name="T32" fmla="*/ 0 w 25"/>
                <a:gd name="T33" fmla="*/ 2 h 26"/>
                <a:gd name="T34" fmla="*/ 1 w 25"/>
                <a:gd name="T35" fmla="*/ 4 h 26"/>
                <a:gd name="T36" fmla="*/ 9 w 25"/>
                <a:gd name="T37" fmla="*/ 13 h 26"/>
                <a:gd name="T38" fmla="*/ 1 w 25"/>
                <a:gd name="T39" fmla="*/ 22 h 26"/>
                <a:gd name="T40" fmla="*/ 0 w 25"/>
                <a:gd name="T41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" h="26">
                  <a:moveTo>
                    <a:pt x="0" y="23"/>
                  </a:moveTo>
                  <a:cubicBezTo>
                    <a:pt x="0" y="24"/>
                    <a:pt x="0" y="25"/>
                    <a:pt x="1" y="25"/>
                  </a:cubicBezTo>
                  <a:cubicBezTo>
                    <a:pt x="1" y="26"/>
                    <a:pt x="3" y="26"/>
                    <a:pt x="4" y="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6"/>
                    <a:pt x="24" y="26"/>
                    <a:pt x="25" y="25"/>
                  </a:cubicBezTo>
                  <a:cubicBezTo>
                    <a:pt x="25" y="25"/>
                    <a:pt x="25" y="24"/>
                    <a:pt x="25" y="23"/>
                  </a:cubicBezTo>
                  <a:cubicBezTo>
                    <a:pt x="25" y="23"/>
                    <a:pt x="25" y="22"/>
                    <a:pt x="25" y="2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3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4" y="0"/>
                    <a:pt x="22" y="0"/>
                    <a:pt x="22" y="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2"/>
                    <a:pt x="0" y="23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7392988" y="3190875"/>
            <a:ext cx="285750" cy="481013"/>
            <a:chOff x="7392988" y="3190875"/>
            <a:chExt cx="285750" cy="481013"/>
          </a:xfrm>
          <a:solidFill>
            <a:schemeClr val="accent1"/>
          </a:solidFill>
        </p:grpSpPr>
        <p:sp>
          <p:nvSpPr>
            <p:cNvPr id="150" name="Freeform 115"/>
            <p:cNvSpPr>
              <a:spLocks noEditPoints="1"/>
            </p:cNvSpPr>
            <p:nvPr/>
          </p:nvSpPr>
          <p:spPr bwMode="auto">
            <a:xfrm>
              <a:off x="7392988" y="3190875"/>
              <a:ext cx="285750" cy="481013"/>
            </a:xfrm>
            <a:custGeom>
              <a:avLst/>
              <a:gdLst>
                <a:gd name="T0" fmla="*/ 72 w 76"/>
                <a:gd name="T1" fmla="*/ 0 h 128"/>
                <a:gd name="T2" fmla="*/ 4 w 76"/>
                <a:gd name="T3" fmla="*/ 0 h 128"/>
                <a:gd name="T4" fmla="*/ 0 w 76"/>
                <a:gd name="T5" fmla="*/ 4 h 128"/>
                <a:gd name="T6" fmla="*/ 0 w 76"/>
                <a:gd name="T7" fmla="*/ 124 h 128"/>
                <a:gd name="T8" fmla="*/ 4 w 76"/>
                <a:gd name="T9" fmla="*/ 128 h 128"/>
                <a:gd name="T10" fmla="*/ 7 w 76"/>
                <a:gd name="T11" fmla="*/ 127 h 128"/>
                <a:gd name="T12" fmla="*/ 38 w 76"/>
                <a:gd name="T13" fmla="*/ 109 h 128"/>
                <a:gd name="T14" fmla="*/ 70 w 76"/>
                <a:gd name="T15" fmla="*/ 128 h 128"/>
                <a:gd name="T16" fmla="*/ 72 w 76"/>
                <a:gd name="T17" fmla="*/ 128 h 128"/>
                <a:gd name="T18" fmla="*/ 76 w 76"/>
                <a:gd name="T19" fmla="*/ 124 h 128"/>
                <a:gd name="T20" fmla="*/ 76 w 76"/>
                <a:gd name="T21" fmla="*/ 4 h 128"/>
                <a:gd name="T22" fmla="*/ 72 w 76"/>
                <a:gd name="T23" fmla="*/ 0 h 128"/>
                <a:gd name="T24" fmla="*/ 71 w 76"/>
                <a:gd name="T25" fmla="*/ 123 h 128"/>
                <a:gd name="T26" fmla="*/ 40 w 76"/>
                <a:gd name="T27" fmla="*/ 104 h 128"/>
                <a:gd name="T28" fmla="*/ 36 w 76"/>
                <a:gd name="T29" fmla="*/ 104 h 128"/>
                <a:gd name="T30" fmla="*/ 5 w 76"/>
                <a:gd name="T31" fmla="*/ 123 h 128"/>
                <a:gd name="T32" fmla="*/ 5 w 76"/>
                <a:gd name="T33" fmla="*/ 5 h 128"/>
                <a:gd name="T34" fmla="*/ 71 w 76"/>
                <a:gd name="T35" fmla="*/ 5 h 128"/>
                <a:gd name="T36" fmla="*/ 71 w 76"/>
                <a:gd name="T3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128">
                  <a:moveTo>
                    <a:pt x="7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6"/>
                    <a:pt x="2" y="128"/>
                    <a:pt x="4" y="128"/>
                  </a:cubicBezTo>
                  <a:cubicBezTo>
                    <a:pt x="5" y="128"/>
                    <a:pt x="6" y="128"/>
                    <a:pt x="7" y="127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2" y="128"/>
                  </a:cubicBezTo>
                  <a:cubicBezTo>
                    <a:pt x="74" y="128"/>
                    <a:pt x="76" y="126"/>
                    <a:pt x="76" y="124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76" y="2"/>
                    <a:pt x="74" y="0"/>
                    <a:pt x="72" y="0"/>
                  </a:cubicBezTo>
                  <a:close/>
                  <a:moveTo>
                    <a:pt x="71" y="123"/>
                  </a:moveTo>
                  <a:cubicBezTo>
                    <a:pt x="40" y="104"/>
                    <a:pt x="40" y="104"/>
                    <a:pt x="40" y="104"/>
                  </a:cubicBezTo>
                  <a:cubicBezTo>
                    <a:pt x="39" y="104"/>
                    <a:pt x="37" y="104"/>
                    <a:pt x="36" y="104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1" y="5"/>
                    <a:pt x="71" y="5"/>
                    <a:pt x="71" y="5"/>
                  </a:cubicBezTo>
                  <a:lnTo>
                    <a:pt x="71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1" name="Freeform 116"/>
            <p:cNvSpPr/>
            <p:nvPr/>
          </p:nvSpPr>
          <p:spPr bwMode="auto">
            <a:xfrm>
              <a:off x="7472363" y="3405188"/>
              <a:ext cx="127000" cy="14288"/>
            </a:xfrm>
            <a:custGeom>
              <a:avLst/>
              <a:gdLst>
                <a:gd name="T0" fmla="*/ 2 w 34"/>
                <a:gd name="T1" fmla="*/ 4 h 4"/>
                <a:gd name="T2" fmla="*/ 32 w 34"/>
                <a:gd name="T3" fmla="*/ 4 h 4"/>
                <a:gd name="T4" fmla="*/ 34 w 34"/>
                <a:gd name="T5" fmla="*/ 2 h 4"/>
                <a:gd name="T6" fmla="*/ 32 w 34"/>
                <a:gd name="T7" fmla="*/ 0 h 4"/>
                <a:gd name="T8" fmla="*/ 2 w 34"/>
                <a:gd name="T9" fmla="*/ 0 h 4"/>
                <a:gd name="T10" fmla="*/ 0 w 34"/>
                <a:gd name="T11" fmla="*/ 2 h 4"/>
                <a:gd name="T12" fmla="*/ 2 w 3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2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5" name="组合 264"/>
          <p:cNvGrpSpPr/>
          <p:nvPr/>
        </p:nvGrpSpPr>
        <p:grpSpPr>
          <a:xfrm>
            <a:off x="6432550" y="3190875"/>
            <a:ext cx="284163" cy="481013"/>
            <a:chOff x="6432550" y="3190875"/>
            <a:chExt cx="284163" cy="481013"/>
          </a:xfrm>
          <a:solidFill>
            <a:schemeClr val="accent1"/>
          </a:solidFill>
        </p:grpSpPr>
        <p:sp>
          <p:nvSpPr>
            <p:cNvPr id="152" name="Freeform 117"/>
            <p:cNvSpPr>
              <a:spLocks noEditPoints="1"/>
            </p:cNvSpPr>
            <p:nvPr/>
          </p:nvSpPr>
          <p:spPr bwMode="auto">
            <a:xfrm>
              <a:off x="6432550" y="3190875"/>
              <a:ext cx="284163" cy="481013"/>
            </a:xfrm>
            <a:custGeom>
              <a:avLst/>
              <a:gdLst>
                <a:gd name="T0" fmla="*/ 72 w 76"/>
                <a:gd name="T1" fmla="*/ 0 h 128"/>
                <a:gd name="T2" fmla="*/ 72 w 76"/>
                <a:gd name="T3" fmla="*/ 0 h 128"/>
                <a:gd name="T4" fmla="*/ 4 w 76"/>
                <a:gd name="T5" fmla="*/ 0 h 128"/>
                <a:gd name="T6" fmla="*/ 4 w 76"/>
                <a:gd name="T7" fmla="*/ 0 h 128"/>
                <a:gd name="T8" fmla="*/ 0 w 76"/>
                <a:gd name="T9" fmla="*/ 4 h 128"/>
                <a:gd name="T10" fmla="*/ 0 w 76"/>
                <a:gd name="T11" fmla="*/ 124 h 128"/>
                <a:gd name="T12" fmla="*/ 4 w 76"/>
                <a:gd name="T13" fmla="*/ 128 h 128"/>
                <a:gd name="T14" fmla="*/ 4 w 76"/>
                <a:gd name="T15" fmla="*/ 128 h 128"/>
                <a:gd name="T16" fmla="*/ 4 w 76"/>
                <a:gd name="T17" fmla="*/ 128 h 128"/>
                <a:gd name="T18" fmla="*/ 7 w 76"/>
                <a:gd name="T19" fmla="*/ 127 h 128"/>
                <a:gd name="T20" fmla="*/ 38 w 76"/>
                <a:gd name="T21" fmla="*/ 109 h 128"/>
                <a:gd name="T22" fmla="*/ 70 w 76"/>
                <a:gd name="T23" fmla="*/ 128 h 128"/>
                <a:gd name="T24" fmla="*/ 72 w 76"/>
                <a:gd name="T25" fmla="*/ 128 h 128"/>
                <a:gd name="T26" fmla="*/ 72 w 76"/>
                <a:gd name="T27" fmla="*/ 128 h 128"/>
                <a:gd name="T28" fmla="*/ 72 w 76"/>
                <a:gd name="T29" fmla="*/ 128 h 128"/>
                <a:gd name="T30" fmla="*/ 76 w 76"/>
                <a:gd name="T31" fmla="*/ 124 h 128"/>
                <a:gd name="T32" fmla="*/ 76 w 76"/>
                <a:gd name="T33" fmla="*/ 4 h 128"/>
                <a:gd name="T34" fmla="*/ 72 w 76"/>
                <a:gd name="T35" fmla="*/ 0 h 128"/>
                <a:gd name="T36" fmla="*/ 71 w 76"/>
                <a:gd name="T37" fmla="*/ 5 h 128"/>
                <a:gd name="T38" fmla="*/ 71 w 76"/>
                <a:gd name="T39" fmla="*/ 123 h 128"/>
                <a:gd name="T40" fmla="*/ 40 w 76"/>
                <a:gd name="T41" fmla="*/ 104 h 128"/>
                <a:gd name="T42" fmla="*/ 38 w 76"/>
                <a:gd name="T43" fmla="*/ 104 h 128"/>
                <a:gd name="T44" fmla="*/ 36 w 76"/>
                <a:gd name="T45" fmla="*/ 104 h 128"/>
                <a:gd name="T46" fmla="*/ 5 w 76"/>
                <a:gd name="T47" fmla="*/ 123 h 128"/>
                <a:gd name="T48" fmla="*/ 5 w 76"/>
                <a:gd name="T49" fmla="*/ 5 h 128"/>
                <a:gd name="T50" fmla="*/ 71 w 76"/>
                <a:gd name="T51" fmla="*/ 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6" h="128">
                  <a:moveTo>
                    <a:pt x="72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6"/>
                    <a:pt x="2" y="128"/>
                    <a:pt x="4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5" y="128"/>
                    <a:pt x="6" y="128"/>
                    <a:pt x="7" y="127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2" y="128"/>
                  </a:cubicBezTo>
                  <a:cubicBezTo>
                    <a:pt x="72" y="128"/>
                    <a:pt x="72" y="128"/>
                    <a:pt x="72" y="128"/>
                  </a:cubicBezTo>
                  <a:cubicBezTo>
                    <a:pt x="72" y="128"/>
                    <a:pt x="72" y="128"/>
                    <a:pt x="72" y="128"/>
                  </a:cubicBezTo>
                  <a:cubicBezTo>
                    <a:pt x="74" y="128"/>
                    <a:pt x="76" y="126"/>
                    <a:pt x="76" y="124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76" y="2"/>
                    <a:pt x="74" y="0"/>
                    <a:pt x="72" y="0"/>
                  </a:cubicBezTo>
                  <a:close/>
                  <a:moveTo>
                    <a:pt x="71" y="5"/>
                  </a:moveTo>
                  <a:cubicBezTo>
                    <a:pt x="71" y="123"/>
                    <a:pt x="71" y="123"/>
                    <a:pt x="71" y="123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9" y="104"/>
                    <a:pt x="39" y="104"/>
                    <a:pt x="38" y="104"/>
                  </a:cubicBezTo>
                  <a:cubicBezTo>
                    <a:pt x="37" y="104"/>
                    <a:pt x="37" y="104"/>
                    <a:pt x="36" y="104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5" y="5"/>
                    <a:pt x="5" y="5"/>
                    <a:pt x="5" y="5"/>
                  </a:cubicBezTo>
                  <a:lnTo>
                    <a:pt x="7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3" name="Freeform 118"/>
            <p:cNvSpPr/>
            <p:nvPr/>
          </p:nvSpPr>
          <p:spPr bwMode="auto">
            <a:xfrm>
              <a:off x="6510338" y="3348038"/>
              <a:ext cx="128588" cy="128588"/>
            </a:xfrm>
            <a:custGeom>
              <a:avLst/>
              <a:gdLst>
                <a:gd name="T0" fmla="*/ 2 w 34"/>
                <a:gd name="T1" fmla="*/ 19 h 34"/>
                <a:gd name="T2" fmla="*/ 15 w 34"/>
                <a:gd name="T3" fmla="*/ 19 h 34"/>
                <a:gd name="T4" fmla="*/ 15 w 34"/>
                <a:gd name="T5" fmla="*/ 32 h 34"/>
                <a:gd name="T6" fmla="*/ 17 w 34"/>
                <a:gd name="T7" fmla="*/ 34 h 34"/>
                <a:gd name="T8" fmla="*/ 19 w 34"/>
                <a:gd name="T9" fmla="*/ 32 h 34"/>
                <a:gd name="T10" fmla="*/ 19 w 34"/>
                <a:gd name="T11" fmla="*/ 19 h 34"/>
                <a:gd name="T12" fmla="*/ 32 w 34"/>
                <a:gd name="T13" fmla="*/ 19 h 34"/>
                <a:gd name="T14" fmla="*/ 34 w 34"/>
                <a:gd name="T15" fmla="*/ 17 h 34"/>
                <a:gd name="T16" fmla="*/ 32 w 34"/>
                <a:gd name="T17" fmla="*/ 15 h 34"/>
                <a:gd name="T18" fmla="*/ 19 w 34"/>
                <a:gd name="T19" fmla="*/ 15 h 34"/>
                <a:gd name="T20" fmla="*/ 19 w 34"/>
                <a:gd name="T21" fmla="*/ 2 h 34"/>
                <a:gd name="T22" fmla="*/ 17 w 34"/>
                <a:gd name="T23" fmla="*/ 0 h 34"/>
                <a:gd name="T24" fmla="*/ 15 w 34"/>
                <a:gd name="T25" fmla="*/ 2 h 34"/>
                <a:gd name="T26" fmla="*/ 15 w 34"/>
                <a:gd name="T27" fmla="*/ 15 h 34"/>
                <a:gd name="T28" fmla="*/ 2 w 34"/>
                <a:gd name="T29" fmla="*/ 15 h 34"/>
                <a:gd name="T30" fmla="*/ 0 w 34"/>
                <a:gd name="T31" fmla="*/ 17 h 34"/>
                <a:gd name="T32" fmla="*/ 2 w 34"/>
                <a:gd name="T33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34">
                  <a:moveTo>
                    <a:pt x="2" y="19"/>
                  </a:moveTo>
                  <a:cubicBezTo>
                    <a:pt x="15" y="19"/>
                    <a:pt x="15" y="19"/>
                    <a:pt x="15" y="19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3"/>
                    <a:pt x="16" y="34"/>
                    <a:pt x="17" y="34"/>
                  </a:cubicBezTo>
                  <a:cubicBezTo>
                    <a:pt x="18" y="34"/>
                    <a:pt x="19" y="33"/>
                    <a:pt x="19" y="32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9"/>
                    <a:pt x="34" y="18"/>
                    <a:pt x="34" y="17"/>
                  </a:cubicBezTo>
                  <a:cubicBezTo>
                    <a:pt x="34" y="16"/>
                    <a:pt x="33" y="15"/>
                    <a:pt x="32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1"/>
                    <a:pt x="15" y="2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0" y="16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54" name="Freeform 119"/>
          <p:cNvSpPr>
            <a:spLocks noEditPoints="1"/>
          </p:cNvSpPr>
          <p:nvPr/>
        </p:nvSpPr>
        <p:spPr bwMode="auto">
          <a:xfrm>
            <a:off x="5470525" y="3190875"/>
            <a:ext cx="285750" cy="481013"/>
          </a:xfrm>
          <a:custGeom>
            <a:avLst/>
            <a:gdLst>
              <a:gd name="T0" fmla="*/ 76 w 76"/>
              <a:gd name="T1" fmla="*/ 4 h 128"/>
              <a:gd name="T2" fmla="*/ 72 w 76"/>
              <a:gd name="T3" fmla="*/ 0 h 128"/>
              <a:gd name="T4" fmla="*/ 4 w 76"/>
              <a:gd name="T5" fmla="*/ 0 h 128"/>
              <a:gd name="T6" fmla="*/ 0 w 76"/>
              <a:gd name="T7" fmla="*/ 4 h 128"/>
              <a:gd name="T8" fmla="*/ 0 w 76"/>
              <a:gd name="T9" fmla="*/ 124 h 128"/>
              <a:gd name="T10" fmla="*/ 4 w 76"/>
              <a:gd name="T11" fmla="*/ 128 h 128"/>
              <a:gd name="T12" fmla="*/ 7 w 76"/>
              <a:gd name="T13" fmla="*/ 127 h 128"/>
              <a:gd name="T14" fmla="*/ 38 w 76"/>
              <a:gd name="T15" fmla="*/ 109 h 128"/>
              <a:gd name="T16" fmla="*/ 70 w 76"/>
              <a:gd name="T17" fmla="*/ 128 h 128"/>
              <a:gd name="T18" fmla="*/ 72 w 76"/>
              <a:gd name="T19" fmla="*/ 128 h 128"/>
              <a:gd name="T20" fmla="*/ 76 w 76"/>
              <a:gd name="T21" fmla="*/ 124 h 128"/>
              <a:gd name="T22" fmla="*/ 76 w 76"/>
              <a:gd name="T23" fmla="*/ 4 h 128"/>
              <a:gd name="T24" fmla="*/ 71 w 76"/>
              <a:gd name="T25" fmla="*/ 123 h 128"/>
              <a:gd name="T26" fmla="*/ 40 w 76"/>
              <a:gd name="T27" fmla="*/ 104 h 128"/>
              <a:gd name="T28" fmla="*/ 36 w 76"/>
              <a:gd name="T29" fmla="*/ 104 h 128"/>
              <a:gd name="T30" fmla="*/ 5 w 76"/>
              <a:gd name="T31" fmla="*/ 123 h 128"/>
              <a:gd name="T32" fmla="*/ 5 w 76"/>
              <a:gd name="T33" fmla="*/ 5 h 128"/>
              <a:gd name="T34" fmla="*/ 71 w 76"/>
              <a:gd name="T35" fmla="*/ 5 h 128"/>
              <a:gd name="T36" fmla="*/ 71 w 76"/>
              <a:gd name="T37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6" h="128">
                <a:moveTo>
                  <a:pt x="76" y="4"/>
                </a:moveTo>
                <a:cubicBezTo>
                  <a:pt x="76" y="2"/>
                  <a:pt x="74" y="0"/>
                  <a:pt x="72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6"/>
                  <a:pt x="2" y="128"/>
                  <a:pt x="4" y="128"/>
                </a:cubicBezTo>
                <a:cubicBezTo>
                  <a:pt x="5" y="128"/>
                  <a:pt x="6" y="128"/>
                  <a:pt x="7" y="127"/>
                </a:cubicBezTo>
                <a:cubicBezTo>
                  <a:pt x="38" y="109"/>
                  <a:pt x="38" y="109"/>
                  <a:pt x="38" y="109"/>
                </a:cubicBezTo>
                <a:cubicBezTo>
                  <a:pt x="70" y="128"/>
                  <a:pt x="70" y="128"/>
                  <a:pt x="70" y="128"/>
                </a:cubicBezTo>
                <a:cubicBezTo>
                  <a:pt x="70" y="128"/>
                  <a:pt x="71" y="128"/>
                  <a:pt x="72" y="128"/>
                </a:cubicBezTo>
                <a:cubicBezTo>
                  <a:pt x="74" y="128"/>
                  <a:pt x="76" y="126"/>
                  <a:pt x="76" y="124"/>
                </a:cubicBezTo>
                <a:lnTo>
                  <a:pt x="76" y="4"/>
                </a:lnTo>
                <a:close/>
                <a:moveTo>
                  <a:pt x="71" y="123"/>
                </a:moveTo>
                <a:cubicBezTo>
                  <a:pt x="40" y="104"/>
                  <a:pt x="40" y="104"/>
                  <a:pt x="40" y="104"/>
                </a:cubicBezTo>
                <a:cubicBezTo>
                  <a:pt x="39" y="104"/>
                  <a:pt x="37" y="104"/>
                  <a:pt x="36" y="104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5"/>
                  <a:pt x="5" y="5"/>
                  <a:pt x="5" y="5"/>
                </a:cubicBezTo>
                <a:cubicBezTo>
                  <a:pt x="71" y="5"/>
                  <a:pt x="71" y="5"/>
                  <a:pt x="71" y="5"/>
                </a:cubicBezTo>
                <a:lnTo>
                  <a:pt x="71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38650" y="3190875"/>
            <a:ext cx="431800" cy="481013"/>
            <a:chOff x="4438650" y="3190875"/>
            <a:chExt cx="431800" cy="481013"/>
          </a:xfrm>
          <a:solidFill>
            <a:schemeClr val="accent1"/>
          </a:solidFill>
        </p:grpSpPr>
        <p:sp>
          <p:nvSpPr>
            <p:cNvPr id="155" name="Freeform 120"/>
            <p:cNvSpPr/>
            <p:nvPr/>
          </p:nvSpPr>
          <p:spPr bwMode="auto">
            <a:xfrm>
              <a:off x="4491038" y="3336925"/>
              <a:ext cx="19050" cy="187325"/>
            </a:xfrm>
            <a:custGeom>
              <a:avLst/>
              <a:gdLst>
                <a:gd name="T0" fmla="*/ 3 w 5"/>
                <a:gd name="T1" fmla="*/ 50 h 50"/>
                <a:gd name="T2" fmla="*/ 5 w 5"/>
                <a:gd name="T3" fmla="*/ 47 h 50"/>
                <a:gd name="T4" fmla="*/ 5 w 5"/>
                <a:gd name="T5" fmla="*/ 3 h 50"/>
                <a:gd name="T6" fmla="*/ 3 w 5"/>
                <a:gd name="T7" fmla="*/ 0 h 50"/>
                <a:gd name="T8" fmla="*/ 0 w 5"/>
                <a:gd name="T9" fmla="*/ 3 h 50"/>
                <a:gd name="T10" fmla="*/ 0 w 5"/>
                <a:gd name="T11" fmla="*/ 47 h 50"/>
                <a:gd name="T12" fmla="*/ 3 w 5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0">
                  <a:moveTo>
                    <a:pt x="3" y="50"/>
                  </a:moveTo>
                  <a:cubicBezTo>
                    <a:pt x="4" y="50"/>
                    <a:pt x="5" y="48"/>
                    <a:pt x="5" y="47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1" y="50"/>
                    <a:pt x="3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121"/>
            <p:cNvSpPr/>
            <p:nvPr/>
          </p:nvSpPr>
          <p:spPr bwMode="auto">
            <a:xfrm>
              <a:off x="4603750" y="3336925"/>
              <a:ext cx="19050" cy="187325"/>
            </a:xfrm>
            <a:custGeom>
              <a:avLst/>
              <a:gdLst>
                <a:gd name="T0" fmla="*/ 2 w 5"/>
                <a:gd name="T1" fmla="*/ 50 h 50"/>
                <a:gd name="T2" fmla="*/ 5 w 5"/>
                <a:gd name="T3" fmla="*/ 47 h 50"/>
                <a:gd name="T4" fmla="*/ 5 w 5"/>
                <a:gd name="T5" fmla="*/ 3 h 50"/>
                <a:gd name="T6" fmla="*/ 2 w 5"/>
                <a:gd name="T7" fmla="*/ 0 h 50"/>
                <a:gd name="T8" fmla="*/ 0 w 5"/>
                <a:gd name="T9" fmla="*/ 3 h 50"/>
                <a:gd name="T10" fmla="*/ 0 w 5"/>
                <a:gd name="T11" fmla="*/ 47 h 50"/>
                <a:gd name="T12" fmla="*/ 2 w 5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0">
                  <a:moveTo>
                    <a:pt x="2" y="50"/>
                  </a:moveTo>
                  <a:cubicBezTo>
                    <a:pt x="4" y="50"/>
                    <a:pt x="5" y="48"/>
                    <a:pt x="5" y="47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1" y="50"/>
                    <a:pt x="2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122"/>
            <p:cNvSpPr/>
            <p:nvPr/>
          </p:nvSpPr>
          <p:spPr bwMode="auto">
            <a:xfrm>
              <a:off x="4757738" y="3340100"/>
              <a:ext cx="38100" cy="180975"/>
            </a:xfrm>
            <a:custGeom>
              <a:avLst/>
              <a:gdLst>
                <a:gd name="T0" fmla="*/ 3 w 10"/>
                <a:gd name="T1" fmla="*/ 0 h 48"/>
                <a:gd name="T2" fmla="*/ 0 w 10"/>
                <a:gd name="T3" fmla="*/ 3 h 48"/>
                <a:gd name="T4" fmla="*/ 6 w 10"/>
                <a:gd name="T5" fmla="*/ 46 h 48"/>
                <a:gd name="T6" fmla="*/ 8 w 10"/>
                <a:gd name="T7" fmla="*/ 48 h 48"/>
                <a:gd name="T8" fmla="*/ 10 w 10"/>
                <a:gd name="T9" fmla="*/ 45 h 48"/>
                <a:gd name="T10" fmla="*/ 5 w 10"/>
                <a:gd name="T11" fmla="*/ 2 h 48"/>
                <a:gd name="T12" fmla="*/ 3 w 10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48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47"/>
                    <a:pt x="7" y="48"/>
                    <a:pt x="8" y="48"/>
                  </a:cubicBezTo>
                  <a:cubicBezTo>
                    <a:pt x="10" y="48"/>
                    <a:pt x="10" y="47"/>
                    <a:pt x="10" y="45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8" name="Freeform 123"/>
            <p:cNvSpPr>
              <a:spLocks noEditPoints="1"/>
            </p:cNvSpPr>
            <p:nvPr/>
          </p:nvSpPr>
          <p:spPr bwMode="auto">
            <a:xfrm>
              <a:off x="4438650" y="3190875"/>
              <a:ext cx="236538" cy="481013"/>
            </a:xfrm>
            <a:custGeom>
              <a:avLst/>
              <a:gdLst>
                <a:gd name="T0" fmla="*/ 58 w 63"/>
                <a:gd name="T1" fmla="*/ 0 h 128"/>
                <a:gd name="T2" fmla="*/ 6 w 63"/>
                <a:gd name="T3" fmla="*/ 0 h 128"/>
                <a:gd name="T4" fmla="*/ 0 w 63"/>
                <a:gd name="T5" fmla="*/ 6 h 128"/>
                <a:gd name="T6" fmla="*/ 0 w 63"/>
                <a:gd name="T7" fmla="*/ 122 h 128"/>
                <a:gd name="T8" fmla="*/ 6 w 63"/>
                <a:gd name="T9" fmla="*/ 128 h 128"/>
                <a:gd name="T10" fmla="*/ 58 w 63"/>
                <a:gd name="T11" fmla="*/ 128 h 128"/>
                <a:gd name="T12" fmla="*/ 63 w 63"/>
                <a:gd name="T13" fmla="*/ 122 h 128"/>
                <a:gd name="T14" fmla="*/ 63 w 63"/>
                <a:gd name="T15" fmla="*/ 6 h 128"/>
                <a:gd name="T16" fmla="*/ 58 w 63"/>
                <a:gd name="T17" fmla="*/ 0 h 128"/>
                <a:gd name="T18" fmla="*/ 29 w 63"/>
                <a:gd name="T19" fmla="*/ 123 h 128"/>
                <a:gd name="T20" fmla="*/ 4 w 63"/>
                <a:gd name="T21" fmla="*/ 123 h 128"/>
                <a:gd name="T22" fmla="*/ 4 w 63"/>
                <a:gd name="T23" fmla="*/ 5 h 128"/>
                <a:gd name="T24" fmla="*/ 29 w 63"/>
                <a:gd name="T25" fmla="*/ 5 h 128"/>
                <a:gd name="T26" fmla="*/ 29 w 63"/>
                <a:gd name="T27" fmla="*/ 123 h 128"/>
                <a:gd name="T28" fmla="*/ 59 w 63"/>
                <a:gd name="T29" fmla="*/ 123 h 128"/>
                <a:gd name="T30" fmla="*/ 34 w 63"/>
                <a:gd name="T31" fmla="*/ 123 h 128"/>
                <a:gd name="T32" fmla="*/ 34 w 63"/>
                <a:gd name="T33" fmla="*/ 5 h 128"/>
                <a:gd name="T34" fmla="*/ 59 w 63"/>
                <a:gd name="T35" fmla="*/ 5 h 128"/>
                <a:gd name="T36" fmla="*/ 59 w 63"/>
                <a:gd name="T3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3" h="128">
                  <a:moveTo>
                    <a:pt x="5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58" y="128"/>
                    <a:pt x="58" y="128"/>
                    <a:pt x="58" y="128"/>
                  </a:cubicBezTo>
                  <a:cubicBezTo>
                    <a:pt x="61" y="128"/>
                    <a:pt x="63" y="125"/>
                    <a:pt x="63" y="122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3"/>
                    <a:pt x="61" y="0"/>
                    <a:pt x="58" y="0"/>
                  </a:cubicBezTo>
                  <a:close/>
                  <a:moveTo>
                    <a:pt x="29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9" y="5"/>
                    <a:pt x="29" y="5"/>
                    <a:pt x="29" y="5"/>
                  </a:cubicBezTo>
                  <a:lnTo>
                    <a:pt x="29" y="123"/>
                  </a:lnTo>
                  <a:close/>
                  <a:moveTo>
                    <a:pt x="59" y="123"/>
                  </a:moveTo>
                  <a:cubicBezTo>
                    <a:pt x="34" y="123"/>
                    <a:pt x="34" y="123"/>
                    <a:pt x="34" y="123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59" y="5"/>
                    <a:pt x="59" y="5"/>
                    <a:pt x="59" y="5"/>
                  </a:cubicBezTo>
                  <a:lnTo>
                    <a:pt x="5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124"/>
            <p:cNvSpPr>
              <a:spLocks noEditPoints="1"/>
            </p:cNvSpPr>
            <p:nvPr/>
          </p:nvSpPr>
          <p:spPr bwMode="auto">
            <a:xfrm>
              <a:off x="4686300" y="3190875"/>
              <a:ext cx="184150" cy="481013"/>
            </a:xfrm>
            <a:custGeom>
              <a:avLst/>
              <a:gdLst>
                <a:gd name="T0" fmla="*/ 34 w 49"/>
                <a:gd name="T1" fmla="*/ 5 h 128"/>
                <a:gd name="T2" fmla="*/ 27 w 49"/>
                <a:gd name="T3" fmla="*/ 0 h 128"/>
                <a:gd name="T4" fmla="*/ 5 w 49"/>
                <a:gd name="T5" fmla="*/ 3 h 128"/>
                <a:gd name="T6" fmla="*/ 0 w 49"/>
                <a:gd name="T7" fmla="*/ 8 h 128"/>
                <a:gd name="T8" fmla="*/ 15 w 49"/>
                <a:gd name="T9" fmla="*/ 123 h 128"/>
                <a:gd name="T10" fmla="*/ 21 w 49"/>
                <a:gd name="T11" fmla="*/ 128 h 128"/>
                <a:gd name="T12" fmla="*/ 43 w 49"/>
                <a:gd name="T13" fmla="*/ 125 h 128"/>
                <a:gd name="T14" fmla="*/ 47 w 49"/>
                <a:gd name="T15" fmla="*/ 123 h 128"/>
                <a:gd name="T16" fmla="*/ 48 w 49"/>
                <a:gd name="T17" fmla="*/ 119 h 128"/>
                <a:gd name="T18" fmla="*/ 34 w 49"/>
                <a:gd name="T19" fmla="*/ 5 h 128"/>
                <a:gd name="T20" fmla="*/ 20 w 49"/>
                <a:gd name="T21" fmla="*/ 124 h 128"/>
                <a:gd name="T22" fmla="*/ 5 w 49"/>
                <a:gd name="T23" fmla="*/ 8 h 128"/>
                <a:gd name="T24" fmla="*/ 29 w 49"/>
                <a:gd name="T25" fmla="*/ 4 h 128"/>
                <a:gd name="T26" fmla="*/ 44 w 49"/>
                <a:gd name="T27" fmla="*/ 120 h 128"/>
                <a:gd name="T28" fmla="*/ 20 w 49"/>
                <a:gd name="T29" fmla="*/ 12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" h="128">
                  <a:moveTo>
                    <a:pt x="34" y="5"/>
                  </a:moveTo>
                  <a:cubicBezTo>
                    <a:pt x="33" y="2"/>
                    <a:pt x="30" y="0"/>
                    <a:pt x="27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3"/>
                    <a:pt x="1" y="6"/>
                    <a:pt x="0" y="8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5" y="126"/>
                    <a:pt x="18" y="128"/>
                    <a:pt x="21" y="128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5" y="125"/>
                    <a:pt x="46" y="124"/>
                    <a:pt x="47" y="123"/>
                  </a:cubicBezTo>
                  <a:cubicBezTo>
                    <a:pt x="48" y="122"/>
                    <a:pt x="49" y="120"/>
                    <a:pt x="48" y="119"/>
                  </a:cubicBezTo>
                  <a:lnTo>
                    <a:pt x="34" y="5"/>
                  </a:lnTo>
                  <a:close/>
                  <a:moveTo>
                    <a:pt x="20" y="124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44" y="120"/>
                    <a:pt x="44" y="120"/>
                    <a:pt x="44" y="120"/>
                  </a:cubicBezTo>
                  <a:lnTo>
                    <a:pt x="20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0" name="Freeform 125"/>
          <p:cNvSpPr>
            <a:spLocks noEditPoints="1"/>
          </p:cNvSpPr>
          <p:nvPr/>
        </p:nvSpPr>
        <p:spPr bwMode="auto">
          <a:xfrm>
            <a:off x="3481388" y="3190875"/>
            <a:ext cx="404813" cy="481013"/>
          </a:xfrm>
          <a:custGeom>
            <a:avLst/>
            <a:gdLst>
              <a:gd name="T0" fmla="*/ 106 w 108"/>
              <a:gd name="T1" fmla="*/ 15 h 128"/>
              <a:gd name="T2" fmla="*/ 10 w 108"/>
              <a:gd name="T3" fmla="*/ 15 h 128"/>
              <a:gd name="T4" fmla="*/ 5 w 108"/>
              <a:gd name="T5" fmla="*/ 10 h 128"/>
              <a:gd name="T6" fmla="*/ 10 w 108"/>
              <a:gd name="T7" fmla="*/ 5 h 128"/>
              <a:gd name="T8" fmla="*/ 106 w 108"/>
              <a:gd name="T9" fmla="*/ 5 h 128"/>
              <a:gd name="T10" fmla="*/ 108 w 108"/>
              <a:gd name="T11" fmla="*/ 2 h 128"/>
              <a:gd name="T12" fmla="*/ 106 w 108"/>
              <a:gd name="T13" fmla="*/ 0 h 128"/>
              <a:gd name="T14" fmla="*/ 10 w 108"/>
              <a:gd name="T15" fmla="*/ 0 h 128"/>
              <a:gd name="T16" fmla="*/ 0 w 108"/>
              <a:gd name="T17" fmla="*/ 10 h 128"/>
              <a:gd name="T18" fmla="*/ 0 w 108"/>
              <a:gd name="T19" fmla="*/ 118 h 128"/>
              <a:gd name="T20" fmla="*/ 10 w 108"/>
              <a:gd name="T21" fmla="*/ 128 h 128"/>
              <a:gd name="T22" fmla="*/ 106 w 108"/>
              <a:gd name="T23" fmla="*/ 128 h 128"/>
              <a:gd name="T24" fmla="*/ 108 w 108"/>
              <a:gd name="T25" fmla="*/ 126 h 128"/>
              <a:gd name="T26" fmla="*/ 108 w 108"/>
              <a:gd name="T27" fmla="*/ 17 h 128"/>
              <a:gd name="T28" fmla="*/ 106 w 108"/>
              <a:gd name="T29" fmla="*/ 15 h 128"/>
              <a:gd name="T30" fmla="*/ 56 w 108"/>
              <a:gd name="T31" fmla="*/ 19 h 128"/>
              <a:gd name="T32" fmla="*/ 82 w 108"/>
              <a:gd name="T33" fmla="*/ 19 h 128"/>
              <a:gd name="T34" fmla="*/ 82 w 108"/>
              <a:gd name="T35" fmla="*/ 58 h 128"/>
              <a:gd name="T36" fmla="*/ 71 w 108"/>
              <a:gd name="T37" fmla="*/ 52 h 128"/>
              <a:gd name="T38" fmla="*/ 67 w 108"/>
              <a:gd name="T39" fmla="*/ 52 h 128"/>
              <a:gd name="T40" fmla="*/ 56 w 108"/>
              <a:gd name="T41" fmla="*/ 58 h 128"/>
              <a:gd name="T42" fmla="*/ 56 w 108"/>
              <a:gd name="T43" fmla="*/ 19 h 128"/>
              <a:gd name="T44" fmla="*/ 104 w 108"/>
              <a:gd name="T45" fmla="*/ 123 h 128"/>
              <a:gd name="T46" fmla="*/ 10 w 108"/>
              <a:gd name="T47" fmla="*/ 123 h 128"/>
              <a:gd name="T48" fmla="*/ 5 w 108"/>
              <a:gd name="T49" fmla="*/ 118 h 128"/>
              <a:gd name="T50" fmla="*/ 5 w 108"/>
              <a:gd name="T51" fmla="*/ 18 h 128"/>
              <a:gd name="T52" fmla="*/ 6 w 108"/>
              <a:gd name="T53" fmla="*/ 19 h 128"/>
              <a:gd name="T54" fmla="*/ 10 w 108"/>
              <a:gd name="T55" fmla="*/ 19 h 128"/>
              <a:gd name="T56" fmla="*/ 52 w 108"/>
              <a:gd name="T57" fmla="*/ 19 h 128"/>
              <a:gd name="T58" fmla="*/ 52 w 108"/>
              <a:gd name="T59" fmla="*/ 58 h 128"/>
              <a:gd name="T60" fmla="*/ 58 w 108"/>
              <a:gd name="T61" fmla="*/ 62 h 128"/>
              <a:gd name="T62" fmla="*/ 69 w 108"/>
              <a:gd name="T63" fmla="*/ 57 h 128"/>
              <a:gd name="T64" fmla="*/ 80 w 108"/>
              <a:gd name="T65" fmla="*/ 62 h 128"/>
              <a:gd name="T66" fmla="*/ 86 w 108"/>
              <a:gd name="T67" fmla="*/ 58 h 128"/>
              <a:gd name="T68" fmla="*/ 86 w 108"/>
              <a:gd name="T69" fmla="*/ 19 h 128"/>
              <a:gd name="T70" fmla="*/ 104 w 108"/>
              <a:gd name="T71" fmla="*/ 19 h 128"/>
              <a:gd name="T72" fmla="*/ 104 w 108"/>
              <a:gd name="T73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8" h="128">
                <a:moveTo>
                  <a:pt x="106" y="15"/>
                </a:moveTo>
                <a:cubicBezTo>
                  <a:pt x="10" y="15"/>
                  <a:pt x="10" y="15"/>
                  <a:pt x="10" y="15"/>
                </a:cubicBezTo>
                <a:cubicBezTo>
                  <a:pt x="7" y="15"/>
                  <a:pt x="5" y="13"/>
                  <a:pt x="5" y="10"/>
                </a:cubicBezTo>
                <a:cubicBezTo>
                  <a:pt x="5" y="7"/>
                  <a:pt x="7" y="5"/>
                  <a:pt x="10" y="5"/>
                </a:cubicBezTo>
                <a:cubicBezTo>
                  <a:pt x="106" y="5"/>
                  <a:pt x="106" y="5"/>
                  <a:pt x="106" y="5"/>
                </a:cubicBezTo>
                <a:cubicBezTo>
                  <a:pt x="107" y="5"/>
                  <a:pt x="108" y="4"/>
                  <a:pt x="108" y="2"/>
                </a:cubicBezTo>
                <a:cubicBezTo>
                  <a:pt x="108" y="1"/>
                  <a:pt x="107" y="0"/>
                  <a:pt x="106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4"/>
                  <a:pt x="4" y="128"/>
                  <a:pt x="10" y="128"/>
                </a:cubicBezTo>
                <a:cubicBezTo>
                  <a:pt x="106" y="128"/>
                  <a:pt x="106" y="128"/>
                  <a:pt x="106" y="128"/>
                </a:cubicBezTo>
                <a:cubicBezTo>
                  <a:pt x="107" y="128"/>
                  <a:pt x="108" y="127"/>
                  <a:pt x="108" y="126"/>
                </a:cubicBezTo>
                <a:cubicBezTo>
                  <a:pt x="108" y="17"/>
                  <a:pt x="108" y="17"/>
                  <a:pt x="108" y="17"/>
                </a:cubicBezTo>
                <a:cubicBezTo>
                  <a:pt x="108" y="16"/>
                  <a:pt x="107" y="15"/>
                  <a:pt x="106" y="15"/>
                </a:cubicBezTo>
                <a:close/>
                <a:moveTo>
                  <a:pt x="56" y="19"/>
                </a:moveTo>
                <a:cubicBezTo>
                  <a:pt x="82" y="19"/>
                  <a:pt x="82" y="19"/>
                  <a:pt x="82" y="19"/>
                </a:cubicBezTo>
                <a:cubicBezTo>
                  <a:pt x="82" y="58"/>
                  <a:pt x="82" y="58"/>
                  <a:pt x="82" y="58"/>
                </a:cubicBezTo>
                <a:cubicBezTo>
                  <a:pt x="71" y="52"/>
                  <a:pt x="71" y="52"/>
                  <a:pt x="71" y="52"/>
                </a:cubicBezTo>
                <a:cubicBezTo>
                  <a:pt x="70" y="52"/>
                  <a:pt x="68" y="52"/>
                  <a:pt x="67" y="52"/>
                </a:cubicBezTo>
                <a:cubicBezTo>
                  <a:pt x="56" y="58"/>
                  <a:pt x="56" y="58"/>
                  <a:pt x="56" y="58"/>
                </a:cubicBezTo>
                <a:lnTo>
                  <a:pt x="56" y="19"/>
                </a:lnTo>
                <a:close/>
                <a:moveTo>
                  <a:pt x="104" y="123"/>
                </a:moveTo>
                <a:cubicBezTo>
                  <a:pt x="10" y="123"/>
                  <a:pt x="10" y="123"/>
                  <a:pt x="10" y="123"/>
                </a:cubicBezTo>
                <a:cubicBezTo>
                  <a:pt x="7" y="123"/>
                  <a:pt x="5" y="121"/>
                  <a:pt x="5" y="118"/>
                </a:cubicBezTo>
                <a:cubicBezTo>
                  <a:pt x="5" y="18"/>
                  <a:pt x="5" y="18"/>
                  <a:pt x="5" y="18"/>
                </a:cubicBezTo>
                <a:cubicBezTo>
                  <a:pt x="6" y="19"/>
                  <a:pt x="6" y="19"/>
                  <a:pt x="6" y="19"/>
                </a:cubicBezTo>
                <a:cubicBezTo>
                  <a:pt x="8" y="19"/>
                  <a:pt x="9" y="19"/>
                  <a:pt x="10" y="19"/>
                </a:cubicBezTo>
                <a:cubicBezTo>
                  <a:pt x="52" y="19"/>
                  <a:pt x="52" y="19"/>
                  <a:pt x="52" y="19"/>
                </a:cubicBezTo>
                <a:cubicBezTo>
                  <a:pt x="52" y="58"/>
                  <a:pt x="52" y="58"/>
                  <a:pt x="52" y="58"/>
                </a:cubicBezTo>
                <a:cubicBezTo>
                  <a:pt x="52" y="61"/>
                  <a:pt x="55" y="63"/>
                  <a:pt x="58" y="62"/>
                </a:cubicBezTo>
                <a:cubicBezTo>
                  <a:pt x="69" y="57"/>
                  <a:pt x="69" y="57"/>
                  <a:pt x="69" y="57"/>
                </a:cubicBezTo>
                <a:cubicBezTo>
                  <a:pt x="80" y="62"/>
                  <a:pt x="80" y="62"/>
                  <a:pt x="80" y="62"/>
                </a:cubicBezTo>
                <a:cubicBezTo>
                  <a:pt x="83" y="63"/>
                  <a:pt x="86" y="61"/>
                  <a:pt x="86" y="58"/>
                </a:cubicBezTo>
                <a:cubicBezTo>
                  <a:pt x="86" y="19"/>
                  <a:pt x="86" y="19"/>
                  <a:pt x="86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1" name="Freeform 126"/>
          <p:cNvSpPr>
            <a:spLocks noEditPoints="1"/>
          </p:cNvSpPr>
          <p:nvPr/>
        </p:nvSpPr>
        <p:spPr bwMode="auto">
          <a:xfrm>
            <a:off x="2519363" y="3190875"/>
            <a:ext cx="406400" cy="481013"/>
          </a:xfrm>
          <a:custGeom>
            <a:avLst/>
            <a:gdLst>
              <a:gd name="T0" fmla="*/ 106 w 108"/>
              <a:gd name="T1" fmla="*/ 15 h 128"/>
              <a:gd name="T2" fmla="*/ 10 w 108"/>
              <a:gd name="T3" fmla="*/ 15 h 128"/>
              <a:gd name="T4" fmla="*/ 5 w 108"/>
              <a:gd name="T5" fmla="*/ 10 h 128"/>
              <a:gd name="T6" fmla="*/ 10 w 108"/>
              <a:gd name="T7" fmla="*/ 5 h 128"/>
              <a:gd name="T8" fmla="*/ 106 w 108"/>
              <a:gd name="T9" fmla="*/ 5 h 128"/>
              <a:gd name="T10" fmla="*/ 108 w 108"/>
              <a:gd name="T11" fmla="*/ 2 h 128"/>
              <a:gd name="T12" fmla="*/ 106 w 108"/>
              <a:gd name="T13" fmla="*/ 0 h 128"/>
              <a:gd name="T14" fmla="*/ 10 w 108"/>
              <a:gd name="T15" fmla="*/ 0 h 128"/>
              <a:gd name="T16" fmla="*/ 0 w 108"/>
              <a:gd name="T17" fmla="*/ 10 h 128"/>
              <a:gd name="T18" fmla="*/ 0 w 108"/>
              <a:gd name="T19" fmla="*/ 118 h 128"/>
              <a:gd name="T20" fmla="*/ 10 w 108"/>
              <a:gd name="T21" fmla="*/ 128 h 128"/>
              <a:gd name="T22" fmla="*/ 106 w 108"/>
              <a:gd name="T23" fmla="*/ 128 h 128"/>
              <a:gd name="T24" fmla="*/ 108 w 108"/>
              <a:gd name="T25" fmla="*/ 126 h 128"/>
              <a:gd name="T26" fmla="*/ 108 w 108"/>
              <a:gd name="T27" fmla="*/ 17 h 128"/>
              <a:gd name="T28" fmla="*/ 106 w 108"/>
              <a:gd name="T29" fmla="*/ 15 h 128"/>
              <a:gd name="T30" fmla="*/ 22 w 108"/>
              <a:gd name="T31" fmla="*/ 123 h 128"/>
              <a:gd name="T32" fmla="*/ 10 w 108"/>
              <a:gd name="T33" fmla="*/ 123 h 128"/>
              <a:gd name="T34" fmla="*/ 5 w 108"/>
              <a:gd name="T35" fmla="*/ 118 h 128"/>
              <a:gd name="T36" fmla="*/ 5 w 108"/>
              <a:gd name="T37" fmla="*/ 18 h 128"/>
              <a:gd name="T38" fmla="*/ 6 w 108"/>
              <a:gd name="T39" fmla="*/ 19 h 128"/>
              <a:gd name="T40" fmla="*/ 10 w 108"/>
              <a:gd name="T41" fmla="*/ 19 h 128"/>
              <a:gd name="T42" fmla="*/ 22 w 108"/>
              <a:gd name="T43" fmla="*/ 19 h 128"/>
              <a:gd name="T44" fmla="*/ 22 w 108"/>
              <a:gd name="T45" fmla="*/ 123 h 128"/>
              <a:gd name="T46" fmla="*/ 104 w 108"/>
              <a:gd name="T47" fmla="*/ 123 h 128"/>
              <a:gd name="T48" fmla="*/ 27 w 108"/>
              <a:gd name="T49" fmla="*/ 123 h 128"/>
              <a:gd name="T50" fmla="*/ 27 w 108"/>
              <a:gd name="T51" fmla="*/ 19 h 128"/>
              <a:gd name="T52" fmla="*/ 104 w 108"/>
              <a:gd name="T53" fmla="*/ 19 h 128"/>
              <a:gd name="T54" fmla="*/ 104 w 108"/>
              <a:gd name="T5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8" h="128">
                <a:moveTo>
                  <a:pt x="106" y="15"/>
                </a:moveTo>
                <a:cubicBezTo>
                  <a:pt x="10" y="15"/>
                  <a:pt x="10" y="15"/>
                  <a:pt x="10" y="15"/>
                </a:cubicBezTo>
                <a:cubicBezTo>
                  <a:pt x="7" y="15"/>
                  <a:pt x="5" y="13"/>
                  <a:pt x="5" y="10"/>
                </a:cubicBezTo>
                <a:cubicBezTo>
                  <a:pt x="5" y="7"/>
                  <a:pt x="7" y="5"/>
                  <a:pt x="10" y="5"/>
                </a:cubicBezTo>
                <a:cubicBezTo>
                  <a:pt x="106" y="5"/>
                  <a:pt x="106" y="5"/>
                  <a:pt x="106" y="5"/>
                </a:cubicBezTo>
                <a:cubicBezTo>
                  <a:pt x="107" y="5"/>
                  <a:pt x="108" y="4"/>
                  <a:pt x="108" y="2"/>
                </a:cubicBezTo>
                <a:cubicBezTo>
                  <a:pt x="108" y="1"/>
                  <a:pt x="107" y="0"/>
                  <a:pt x="106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4"/>
                  <a:pt x="4" y="128"/>
                  <a:pt x="10" y="128"/>
                </a:cubicBezTo>
                <a:cubicBezTo>
                  <a:pt x="106" y="128"/>
                  <a:pt x="106" y="128"/>
                  <a:pt x="106" y="128"/>
                </a:cubicBezTo>
                <a:cubicBezTo>
                  <a:pt x="107" y="128"/>
                  <a:pt x="108" y="127"/>
                  <a:pt x="108" y="126"/>
                </a:cubicBezTo>
                <a:cubicBezTo>
                  <a:pt x="108" y="17"/>
                  <a:pt x="108" y="17"/>
                  <a:pt x="108" y="17"/>
                </a:cubicBezTo>
                <a:cubicBezTo>
                  <a:pt x="108" y="16"/>
                  <a:pt x="107" y="15"/>
                  <a:pt x="106" y="15"/>
                </a:cubicBezTo>
                <a:close/>
                <a:moveTo>
                  <a:pt x="22" y="123"/>
                </a:moveTo>
                <a:cubicBezTo>
                  <a:pt x="10" y="123"/>
                  <a:pt x="10" y="123"/>
                  <a:pt x="10" y="123"/>
                </a:cubicBezTo>
                <a:cubicBezTo>
                  <a:pt x="7" y="123"/>
                  <a:pt x="5" y="121"/>
                  <a:pt x="5" y="118"/>
                </a:cubicBezTo>
                <a:cubicBezTo>
                  <a:pt x="5" y="18"/>
                  <a:pt x="5" y="18"/>
                  <a:pt x="5" y="18"/>
                </a:cubicBezTo>
                <a:cubicBezTo>
                  <a:pt x="6" y="19"/>
                  <a:pt x="6" y="19"/>
                  <a:pt x="6" y="19"/>
                </a:cubicBezTo>
                <a:cubicBezTo>
                  <a:pt x="8" y="19"/>
                  <a:pt x="9" y="19"/>
                  <a:pt x="10" y="19"/>
                </a:cubicBezTo>
                <a:cubicBezTo>
                  <a:pt x="22" y="19"/>
                  <a:pt x="22" y="19"/>
                  <a:pt x="22" y="19"/>
                </a:cubicBezTo>
                <a:lnTo>
                  <a:pt x="22" y="123"/>
                </a:lnTo>
                <a:close/>
                <a:moveTo>
                  <a:pt x="104" y="123"/>
                </a:moveTo>
                <a:cubicBezTo>
                  <a:pt x="27" y="123"/>
                  <a:pt x="27" y="123"/>
                  <a:pt x="27" y="123"/>
                </a:cubicBezTo>
                <a:cubicBezTo>
                  <a:pt x="27" y="19"/>
                  <a:pt x="27" y="19"/>
                  <a:pt x="27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2" name="Freeform 127"/>
          <p:cNvSpPr>
            <a:spLocks noEditPoints="1"/>
          </p:cNvSpPr>
          <p:nvPr/>
        </p:nvSpPr>
        <p:spPr bwMode="auto">
          <a:xfrm>
            <a:off x="1558925" y="3190875"/>
            <a:ext cx="404813" cy="481013"/>
          </a:xfrm>
          <a:custGeom>
            <a:avLst/>
            <a:gdLst>
              <a:gd name="T0" fmla="*/ 106 w 108"/>
              <a:gd name="T1" fmla="*/ 15 h 128"/>
              <a:gd name="T2" fmla="*/ 10 w 108"/>
              <a:gd name="T3" fmla="*/ 15 h 128"/>
              <a:gd name="T4" fmla="*/ 5 w 108"/>
              <a:gd name="T5" fmla="*/ 10 h 128"/>
              <a:gd name="T6" fmla="*/ 10 w 108"/>
              <a:gd name="T7" fmla="*/ 5 h 128"/>
              <a:gd name="T8" fmla="*/ 106 w 108"/>
              <a:gd name="T9" fmla="*/ 5 h 128"/>
              <a:gd name="T10" fmla="*/ 108 w 108"/>
              <a:gd name="T11" fmla="*/ 2 h 128"/>
              <a:gd name="T12" fmla="*/ 106 w 108"/>
              <a:gd name="T13" fmla="*/ 0 h 128"/>
              <a:gd name="T14" fmla="*/ 10 w 108"/>
              <a:gd name="T15" fmla="*/ 0 h 128"/>
              <a:gd name="T16" fmla="*/ 0 w 108"/>
              <a:gd name="T17" fmla="*/ 10 h 128"/>
              <a:gd name="T18" fmla="*/ 0 w 108"/>
              <a:gd name="T19" fmla="*/ 118 h 128"/>
              <a:gd name="T20" fmla="*/ 10 w 108"/>
              <a:gd name="T21" fmla="*/ 128 h 128"/>
              <a:gd name="T22" fmla="*/ 106 w 108"/>
              <a:gd name="T23" fmla="*/ 128 h 128"/>
              <a:gd name="T24" fmla="*/ 108 w 108"/>
              <a:gd name="T25" fmla="*/ 126 h 128"/>
              <a:gd name="T26" fmla="*/ 108 w 108"/>
              <a:gd name="T27" fmla="*/ 17 h 128"/>
              <a:gd name="T28" fmla="*/ 106 w 108"/>
              <a:gd name="T29" fmla="*/ 15 h 128"/>
              <a:gd name="T30" fmla="*/ 104 w 108"/>
              <a:gd name="T31" fmla="*/ 123 h 128"/>
              <a:gd name="T32" fmla="*/ 10 w 108"/>
              <a:gd name="T33" fmla="*/ 123 h 128"/>
              <a:gd name="T34" fmla="*/ 5 w 108"/>
              <a:gd name="T35" fmla="*/ 118 h 128"/>
              <a:gd name="T36" fmla="*/ 5 w 108"/>
              <a:gd name="T37" fmla="*/ 18 h 128"/>
              <a:gd name="T38" fmla="*/ 6 w 108"/>
              <a:gd name="T39" fmla="*/ 19 h 128"/>
              <a:gd name="T40" fmla="*/ 10 w 108"/>
              <a:gd name="T41" fmla="*/ 19 h 128"/>
              <a:gd name="T42" fmla="*/ 104 w 108"/>
              <a:gd name="T43" fmla="*/ 19 h 128"/>
              <a:gd name="T44" fmla="*/ 104 w 108"/>
              <a:gd name="T4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8" h="128">
                <a:moveTo>
                  <a:pt x="106" y="15"/>
                </a:moveTo>
                <a:cubicBezTo>
                  <a:pt x="10" y="15"/>
                  <a:pt x="10" y="15"/>
                  <a:pt x="10" y="15"/>
                </a:cubicBezTo>
                <a:cubicBezTo>
                  <a:pt x="7" y="15"/>
                  <a:pt x="5" y="13"/>
                  <a:pt x="5" y="10"/>
                </a:cubicBezTo>
                <a:cubicBezTo>
                  <a:pt x="5" y="7"/>
                  <a:pt x="7" y="5"/>
                  <a:pt x="10" y="5"/>
                </a:cubicBezTo>
                <a:cubicBezTo>
                  <a:pt x="106" y="5"/>
                  <a:pt x="106" y="5"/>
                  <a:pt x="106" y="5"/>
                </a:cubicBezTo>
                <a:cubicBezTo>
                  <a:pt x="107" y="5"/>
                  <a:pt x="108" y="4"/>
                  <a:pt x="108" y="2"/>
                </a:cubicBezTo>
                <a:cubicBezTo>
                  <a:pt x="108" y="1"/>
                  <a:pt x="107" y="0"/>
                  <a:pt x="106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4"/>
                  <a:pt x="4" y="128"/>
                  <a:pt x="10" y="128"/>
                </a:cubicBezTo>
                <a:cubicBezTo>
                  <a:pt x="106" y="128"/>
                  <a:pt x="106" y="128"/>
                  <a:pt x="106" y="128"/>
                </a:cubicBezTo>
                <a:cubicBezTo>
                  <a:pt x="107" y="128"/>
                  <a:pt x="108" y="127"/>
                  <a:pt x="108" y="126"/>
                </a:cubicBezTo>
                <a:cubicBezTo>
                  <a:pt x="108" y="17"/>
                  <a:pt x="108" y="17"/>
                  <a:pt x="108" y="17"/>
                </a:cubicBezTo>
                <a:cubicBezTo>
                  <a:pt x="108" y="16"/>
                  <a:pt x="107" y="15"/>
                  <a:pt x="106" y="15"/>
                </a:cubicBezTo>
                <a:close/>
                <a:moveTo>
                  <a:pt x="104" y="123"/>
                </a:moveTo>
                <a:cubicBezTo>
                  <a:pt x="10" y="123"/>
                  <a:pt x="10" y="123"/>
                  <a:pt x="10" y="123"/>
                </a:cubicBezTo>
                <a:cubicBezTo>
                  <a:pt x="7" y="123"/>
                  <a:pt x="5" y="121"/>
                  <a:pt x="5" y="118"/>
                </a:cubicBezTo>
                <a:cubicBezTo>
                  <a:pt x="5" y="18"/>
                  <a:pt x="5" y="18"/>
                  <a:pt x="5" y="18"/>
                </a:cubicBezTo>
                <a:cubicBezTo>
                  <a:pt x="6" y="19"/>
                  <a:pt x="6" y="19"/>
                  <a:pt x="6" y="19"/>
                </a:cubicBezTo>
                <a:cubicBezTo>
                  <a:pt x="8" y="19"/>
                  <a:pt x="9" y="19"/>
                  <a:pt x="10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66" name="组合 265"/>
          <p:cNvGrpSpPr/>
          <p:nvPr/>
        </p:nvGrpSpPr>
        <p:grpSpPr>
          <a:xfrm>
            <a:off x="568325" y="3254375"/>
            <a:ext cx="479425" cy="352425"/>
            <a:chOff x="568325" y="3254375"/>
            <a:chExt cx="479425" cy="352425"/>
          </a:xfrm>
          <a:solidFill>
            <a:schemeClr val="accent1"/>
          </a:solidFill>
        </p:grpSpPr>
        <p:sp>
          <p:nvSpPr>
            <p:cNvPr id="163" name="Freeform 128"/>
            <p:cNvSpPr/>
            <p:nvPr/>
          </p:nvSpPr>
          <p:spPr bwMode="auto">
            <a:xfrm>
              <a:off x="687388" y="3336925"/>
              <a:ext cx="296863" cy="19050"/>
            </a:xfrm>
            <a:custGeom>
              <a:avLst/>
              <a:gdLst>
                <a:gd name="T0" fmla="*/ 2 w 79"/>
                <a:gd name="T1" fmla="*/ 5 h 5"/>
                <a:gd name="T2" fmla="*/ 76 w 79"/>
                <a:gd name="T3" fmla="*/ 5 h 5"/>
                <a:gd name="T4" fmla="*/ 79 w 79"/>
                <a:gd name="T5" fmla="*/ 3 h 5"/>
                <a:gd name="T6" fmla="*/ 76 w 79"/>
                <a:gd name="T7" fmla="*/ 0 h 5"/>
                <a:gd name="T8" fmla="*/ 2 w 79"/>
                <a:gd name="T9" fmla="*/ 0 h 5"/>
                <a:gd name="T10" fmla="*/ 0 w 79"/>
                <a:gd name="T11" fmla="*/ 3 h 5"/>
                <a:gd name="T12" fmla="*/ 2 w 79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5">
                  <a:moveTo>
                    <a:pt x="2" y="5"/>
                  </a:moveTo>
                  <a:cubicBezTo>
                    <a:pt x="76" y="5"/>
                    <a:pt x="76" y="5"/>
                    <a:pt x="76" y="5"/>
                  </a:cubicBezTo>
                  <a:cubicBezTo>
                    <a:pt x="78" y="5"/>
                    <a:pt x="79" y="4"/>
                    <a:pt x="79" y="3"/>
                  </a:cubicBezTo>
                  <a:cubicBezTo>
                    <a:pt x="79" y="1"/>
                    <a:pt x="78" y="0"/>
                    <a:pt x="7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4" name="Freeform 129"/>
            <p:cNvSpPr>
              <a:spLocks noEditPoints="1"/>
            </p:cNvSpPr>
            <p:nvPr/>
          </p:nvSpPr>
          <p:spPr bwMode="auto">
            <a:xfrm>
              <a:off x="687388" y="3394075"/>
              <a:ext cx="128588" cy="130175"/>
            </a:xfrm>
            <a:custGeom>
              <a:avLst/>
              <a:gdLst>
                <a:gd name="T0" fmla="*/ 2 w 34"/>
                <a:gd name="T1" fmla="*/ 35 h 35"/>
                <a:gd name="T2" fmla="*/ 32 w 34"/>
                <a:gd name="T3" fmla="*/ 35 h 35"/>
                <a:gd name="T4" fmla="*/ 34 w 34"/>
                <a:gd name="T5" fmla="*/ 32 h 35"/>
                <a:gd name="T6" fmla="*/ 34 w 34"/>
                <a:gd name="T7" fmla="*/ 3 h 35"/>
                <a:gd name="T8" fmla="*/ 32 w 34"/>
                <a:gd name="T9" fmla="*/ 0 h 35"/>
                <a:gd name="T10" fmla="*/ 2 w 34"/>
                <a:gd name="T11" fmla="*/ 0 h 35"/>
                <a:gd name="T12" fmla="*/ 0 w 34"/>
                <a:gd name="T13" fmla="*/ 3 h 35"/>
                <a:gd name="T14" fmla="*/ 0 w 34"/>
                <a:gd name="T15" fmla="*/ 32 h 35"/>
                <a:gd name="T16" fmla="*/ 2 w 34"/>
                <a:gd name="T17" fmla="*/ 35 h 35"/>
                <a:gd name="T18" fmla="*/ 5 w 34"/>
                <a:gd name="T19" fmla="*/ 5 h 35"/>
                <a:gd name="T20" fmla="*/ 30 w 34"/>
                <a:gd name="T21" fmla="*/ 5 h 35"/>
                <a:gd name="T22" fmla="*/ 30 w 34"/>
                <a:gd name="T23" fmla="*/ 30 h 35"/>
                <a:gd name="T24" fmla="*/ 5 w 34"/>
                <a:gd name="T25" fmla="*/ 30 h 35"/>
                <a:gd name="T26" fmla="*/ 5 w 34"/>
                <a:gd name="T27" fmla="*/ 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35">
                  <a:moveTo>
                    <a:pt x="2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4" y="34"/>
                    <a:pt x="34" y="32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1" y="35"/>
                    <a:pt x="2" y="35"/>
                  </a:cubicBezTo>
                  <a:close/>
                  <a:moveTo>
                    <a:pt x="5" y="5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5" y="30"/>
                    <a:pt x="5" y="30"/>
                    <a:pt x="5" y="30"/>
                  </a:cubicBez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5" name="Freeform 130"/>
            <p:cNvSpPr/>
            <p:nvPr/>
          </p:nvSpPr>
          <p:spPr bwMode="auto">
            <a:xfrm>
              <a:off x="857250" y="3394075"/>
              <a:ext cx="127000" cy="17463"/>
            </a:xfrm>
            <a:custGeom>
              <a:avLst/>
              <a:gdLst>
                <a:gd name="T0" fmla="*/ 31 w 34"/>
                <a:gd name="T1" fmla="*/ 0 h 5"/>
                <a:gd name="T2" fmla="*/ 2 w 34"/>
                <a:gd name="T3" fmla="*/ 0 h 5"/>
                <a:gd name="T4" fmla="*/ 0 w 34"/>
                <a:gd name="T5" fmla="*/ 3 h 5"/>
                <a:gd name="T6" fmla="*/ 2 w 34"/>
                <a:gd name="T7" fmla="*/ 5 h 5"/>
                <a:gd name="T8" fmla="*/ 31 w 34"/>
                <a:gd name="T9" fmla="*/ 5 h 5"/>
                <a:gd name="T10" fmla="*/ 34 w 34"/>
                <a:gd name="T11" fmla="*/ 3 h 5"/>
                <a:gd name="T12" fmla="*/ 31 w 3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">
                  <a:moveTo>
                    <a:pt x="3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4" y="1"/>
                    <a:pt x="33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6" name="Freeform 131"/>
            <p:cNvSpPr/>
            <p:nvPr/>
          </p:nvSpPr>
          <p:spPr bwMode="auto">
            <a:xfrm>
              <a:off x="857250" y="3449638"/>
              <a:ext cx="127000" cy="19050"/>
            </a:xfrm>
            <a:custGeom>
              <a:avLst/>
              <a:gdLst>
                <a:gd name="T0" fmla="*/ 31 w 34"/>
                <a:gd name="T1" fmla="*/ 0 h 5"/>
                <a:gd name="T2" fmla="*/ 2 w 34"/>
                <a:gd name="T3" fmla="*/ 0 h 5"/>
                <a:gd name="T4" fmla="*/ 0 w 34"/>
                <a:gd name="T5" fmla="*/ 2 h 5"/>
                <a:gd name="T6" fmla="*/ 2 w 34"/>
                <a:gd name="T7" fmla="*/ 5 h 5"/>
                <a:gd name="T8" fmla="*/ 31 w 34"/>
                <a:gd name="T9" fmla="*/ 5 h 5"/>
                <a:gd name="T10" fmla="*/ 34 w 34"/>
                <a:gd name="T11" fmla="*/ 2 h 5"/>
                <a:gd name="T12" fmla="*/ 31 w 3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">
                  <a:moveTo>
                    <a:pt x="3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7" name="Freeform 132"/>
            <p:cNvSpPr/>
            <p:nvPr/>
          </p:nvSpPr>
          <p:spPr bwMode="auto">
            <a:xfrm>
              <a:off x="857250" y="3505200"/>
              <a:ext cx="127000" cy="19050"/>
            </a:xfrm>
            <a:custGeom>
              <a:avLst/>
              <a:gdLst>
                <a:gd name="T0" fmla="*/ 31 w 34"/>
                <a:gd name="T1" fmla="*/ 0 h 5"/>
                <a:gd name="T2" fmla="*/ 2 w 34"/>
                <a:gd name="T3" fmla="*/ 0 h 5"/>
                <a:gd name="T4" fmla="*/ 0 w 34"/>
                <a:gd name="T5" fmla="*/ 2 h 5"/>
                <a:gd name="T6" fmla="*/ 2 w 34"/>
                <a:gd name="T7" fmla="*/ 5 h 5"/>
                <a:gd name="T8" fmla="*/ 31 w 34"/>
                <a:gd name="T9" fmla="*/ 5 h 5"/>
                <a:gd name="T10" fmla="*/ 34 w 34"/>
                <a:gd name="T11" fmla="*/ 2 h 5"/>
                <a:gd name="T12" fmla="*/ 31 w 3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">
                  <a:moveTo>
                    <a:pt x="3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8" name="Freeform 133"/>
            <p:cNvSpPr>
              <a:spLocks noEditPoints="1"/>
            </p:cNvSpPr>
            <p:nvPr/>
          </p:nvSpPr>
          <p:spPr bwMode="auto">
            <a:xfrm>
              <a:off x="568325" y="3254375"/>
              <a:ext cx="479425" cy="352425"/>
            </a:xfrm>
            <a:custGeom>
              <a:avLst/>
              <a:gdLst>
                <a:gd name="T0" fmla="*/ 126 w 128"/>
                <a:gd name="T1" fmla="*/ 0 h 94"/>
                <a:gd name="T2" fmla="*/ 17 w 128"/>
                <a:gd name="T3" fmla="*/ 0 h 94"/>
                <a:gd name="T4" fmla="*/ 15 w 128"/>
                <a:gd name="T5" fmla="*/ 2 h 94"/>
                <a:gd name="T6" fmla="*/ 15 w 128"/>
                <a:gd name="T7" fmla="*/ 84 h 94"/>
                <a:gd name="T8" fmla="*/ 10 w 128"/>
                <a:gd name="T9" fmla="*/ 89 h 94"/>
                <a:gd name="T10" fmla="*/ 5 w 128"/>
                <a:gd name="T11" fmla="*/ 84 h 94"/>
                <a:gd name="T12" fmla="*/ 5 w 128"/>
                <a:gd name="T13" fmla="*/ 14 h 94"/>
                <a:gd name="T14" fmla="*/ 2 w 128"/>
                <a:gd name="T15" fmla="*/ 11 h 94"/>
                <a:gd name="T16" fmla="*/ 0 w 128"/>
                <a:gd name="T17" fmla="*/ 14 h 94"/>
                <a:gd name="T18" fmla="*/ 0 w 128"/>
                <a:gd name="T19" fmla="*/ 84 h 94"/>
                <a:gd name="T20" fmla="*/ 10 w 128"/>
                <a:gd name="T21" fmla="*/ 94 h 94"/>
                <a:gd name="T22" fmla="*/ 118 w 128"/>
                <a:gd name="T23" fmla="*/ 94 h 94"/>
                <a:gd name="T24" fmla="*/ 128 w 128"/>
                <a:gd name="T25" fmla="*/ 84 h 94"/>
                <a:gd name="T26" fmla="*/ 128 w 128"/>
                <a:gd name="T27" fmla="*/ 2 h 94"/>
                <a:gd name="T28" fmla="*/ 126 w 128"/>
                <a:gd name="T29" fmla="*/ 0 h 94"/>
                <a:gd name="T30" fmla="*/ 123 w 128"/>
                <a:gd name="T31" fmla="*/ 84 h 94"/>
                <a:gd name="T32" fmla="*/ 118 w 128"/>
                <a:gd name="T33" fmla="*/ 89 h 94"/>
                <a:gd name="T34" fmla="*/ 18 w 128"/>
                <a:gd name="T35" fmla="*/ 89 h 94"/>
                <a:gd name="T36" fmla="*/ 19 w 128"/>
                <a:gd name="T37" fmla="*/ 87 h 94"/>
                <a:gd name="T38" fmla="*/ 19 w 128"/>
                <a:gd name="T39" fmla="*/ 84 h 94"/>
                <a:gd name="T40" fmla="*/ 19 w 128"/>
                <a:gd name="T41" fmla="*/ 5 h 94"/>
                <a:gd name="T42" fmla="*/ 123 w 128"/>
                <a:gd name="T43" fmla="*/ 5 h 94"/>
                <a:gd name="T44" fmla="*/ 123 w 128"/>
                <a:gd name="T45" fmla="*/ 8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" h="94">
                  <a:moveTo>
                    <a:pt x="12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5" y="1"/>
                    <a:pt x="15" y="2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87"/>
                    <a:pt x="13" y="89"/>
                    <a:pt x="10" y="89"/>
                  </a:cubicBezTo>
                  <a:cubicBezTo>
                    <a:pt x="7" y="89"/>
                    <a:pt x="5" y="87"/>
                    <a:pt x="5" y="8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9"/>
                    <a:pt x="4" y="94"/>
                    <a:pt x="10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24" y="94"/>
                    <a:pt x="128" y="89"/>
                    <a:pt x="128" y="84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  <a:moveTo>
                    <a:pt x="123" y="84"/>
                  </a:moveTo>
                  <a:cubicBezTo>
                    <a:pt x="123" y="87"/>
                    <a:pt x="121" y="89"/>
                    <a:pt x="1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6"/>
                    <a:pt x="19" y="85"/>
                    <a:pt x="19" y="8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1" name="组合 260"/>
          <p:cNvGrpSpPr/>
          <p:nvPr/>
        </p:nvGrpSpPr>
        <p:grpSpPr>
          <a:xfrm>
            <a:off x="11139488" y="2349500"/>
            <a:ext cx="481013" cy="239713"/>
            <a:chOff x="11139488" y="2349500"/>
            <a:chExt cx="481013" cy="239713"/>
          </a:xfrm>
          <a:solidFill>
            <a:schemeClr val="accent1"/>
          </a:solidFill>
        </p:grpSpPr>
        <p:sp>
          <p:nvSpPr>
            <p:cNvPr id="169" name="Freeform 134"/>
            <p:cNvSpPr>
              <a:spLocks noEditPoints="1"/>
            </p:cNvSpPr>
            <p:nvPr/>
          </p:nvSpPr>
          <p:spPr bwMode="auto">
            <a:xfrm>
              <a:off x="11139488" y="2349500"/>
              <a:ext cx="481013" cy="239713"/>
            </a:xfrm>
            <a:custGeom>
              <a:avLst/>
              <a:gdLst>
                <a:gd name="T0" fmla="*/ 122 w 128"/>
                <a:gd name="T1" fmla="*/ 11 h 64"/>
                <a:gd name="T2" fmla="*/ 113 w 128"/>
                <a:gd name="T3" fmla="*/ 11 h 64"/>
                <a:gd name="T4" fmla="*/ 113 w 128"/>
                <a:gd name="T5" fmla="*/ 6 h 64"/>
                <a:gd name="T6" fmla="*/ 107 w 128"/>
                <a:gd name="T7" fmla="*/ 0 h 64"/>
                <a:gd name="T8" fmla="*/ 6 w 128"/>
                <a:gd name="T9" fmla="*/ 0 h 64"/>
                <a:gd name="T10" fmla="*/ 0 w 128"/>
                <a:gd name="T11" fmla="*/ 6 h 64"/>
                <a:gd name="T12" fmla="*/ 0 w 128"/>
                <a:gd name="T13" fmla="*/ 58 h 64"/>
                <a:gd name="T14" fmla="*/ 6 w 128"/>
                <a:gd name="T15" fmla="*/ 64 h 64"/>
                <a:gd name="T16" fmla="*/ 107 w 128"/>
                <a:gd name="T17" fmla="*/ 64 h 64"/>
                <a:gd name="T18" fmla="*/ 113 w 128"/>
                <a:gd name="T19" fmla="*/ 58 h 64"/>
                <a:gd name="T20" fmla="*/ 113 w 128"/>
                <a:gd name="T21" fmla="*/ 53 h 64"/>
                <a:gd name="T22" fmla="*/ 122 w 128"/>
                <a:gd name="T23" fmla="*/ 53 h 64"/>
                <a:gd name="T24" fmla="*/ 128 w 128"/>
                <a:gd name="T25" fmla="*/ 47 h 64"/>
                <a:gd name="T26" fmla="*/ 128 w 128"/>
                <a:gd name="T27" fmla="*/ 17 h 64"/>
                <a:gd name="T28" fmla="*/ 122 w 128"/>
                <a:gd name="T29" fmla="*/ 11 h 64"/>
                <a:gd name="T30" fmla="*/ 109 w 128"/>
                <a:gd name="T31" fmla="*/ 59 h 64"/>
                <a:gd name="T32" fmla="*/ 5 w 128"/>
                <a:gd name="T33" fmla="*/ 59 h 64"/>
                <a:gd name="T34" fmla="*/ 5 w 128"/>
                <a:gd name="T35" fmla="*/ 5 h 64"/>
                <a:gd name="T36" fmla="*/ 109 w 128"/>
                <a:gd name="T37" fmla="*/ 5 h 64"/>
                <a:gd name="T38" fmla="*/ 109 w 128"/>
                <a:gd name="T39" fmla="*/ 59 h 64"/>
                <a:gd name="T40" fmla="*/ 123 w 128"/>
                <a:gd name="T41" fmla="*/ 48 h 64"/>
                <a:gd name="T42" fmla="*/ 113 w 128"/>
                <a:gd name="T43" fmla="*/ 48 h 64"/>
                <a:gd name="T44" fmla="*/ 113 w 128"/>
                <a:gd name="T45" fmla="*/ 16 h 64"/>
                <a:gd name="T46" fmla="*/ 123 w 128"/>
                <a:gd name="T47" fmla="*/ 16 h 64"/>
                <a:gd name="T48" fmla="*/ 123 w 128"/>
                <a:gd name="T49" fmla="*/ 4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64">
                  <a:moveTo>
                    <a:pt x="122" y="11"/>
                  </a:moveTo>
                  <a:cubicBezTo>
                    <a:pt x="113" y="11"/>
                    <a:pt x="113" y="11"/>
                    <a:pt x="113" y="11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3"/>
                    <a:pt x="111" y="0"/>
                    <a:pt x="10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4"/>
                  </a:cubicBezTo>
                  <a:cubicBezTo>
                    <a:pt x="107" y="64"/>
                    <a:pt x="107" y="64"/>
                    <a:pt x="107" y="64"/>
                  </a:cubicBezTo>
                  <a:cubicBezTo>
                    <a:pt x="111" y="64"/>
                    <a:pt x="113" y="61"/>
                    <a:pt x="113" y="58"/>
                  </a:cubicBezTo>
                  <a:cubicBezTo>
                    <a:pt x="113" y="53"/>
                    <a:pt x="113" y="53"/>
                    <a:pt x="113" y="53"/>
                  </a:cubicBezTo>
                  <a:cubicBezTo>
                    <a:pt x="122" y="53"/>
                    <a:pt x="122" y="53"/>
                    <a:pt x="122" y="53"/>
                  </a:cubicBezTo>
                  <a:cubicBezTo>
                    <a:pt x="125" y="53"/>
                    <a:pt x="128" y="50"/>
                    <a:pt x="128" y="47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8" y="14"/>
                    <a:pt x="125" y="11"/>
                    <a:pt x="122" y="11"/>
                  </a:cubicBezTo>
                  <a:close/>
                  <a:moveTo>
                    <a:pt x="109" y="59"/>
                  </a:moveTo>
                  <a:cubicBezTo>
                    <a:pt x="5" y="59"/>
                    <a:pt x="5" y="59"/>
                    <a:pt x="5" y="59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09" y="5"/>
                    <a:pt x="109" y="5"/>
                    <a:pt x="109" y="5"/>
                  </a:cubicBezTo>
                  <a:lnTo>
                    <a:pt x="109" y="59"/>
                  </a:lnTo>
                  <a:close/>
                  <a:moveTo>
                    <a:pt x="123" y="48"/>
                  </a:moveTo>
                  <a:cubicBezTo>
                    <a:pt x="113" y="48"/>
                    <a:pt x="113" y="48"/>
                    <a:pt x="113" y="48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23" y="16"/>
                    <a:pt x="123" y="16"/>
                    <a:pt x="123" y="16"/>
                  </a:cubicBezTo>
                  <a:lnTo>
                    <a:pt x="123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0" name="Freeform 135"/>
            <p:cNvSpPr/>
            <p:nvPr/>
          </p:nvSpPr>
          <p:spPr bwMode="auto">
            <a:xfrm>
              <a:off x="11312525" y="2435225"/>
              <a:ext cx="79375" cy="79375"/>
            </a:xfrm>
            <a:custGeom>
              <a:avLst/>
              <a:gdLst>
                <a:gd name="T0" fmla="*/ 7 w 21"/>
                <a:gd name="T1" fmla="*/ 11 h 21"/>
                <a:gd name="T2" fmla="*/ 1 w 21"/>
                <a:gd name="T3" fmla="*/ 17 h 21"/>
                <a:gd name="T4" fmla="*/ 1 w 21"/>
                <a:gd name="T5" fmla="*/ 20 h 21"/>
                <a:gd name="T6" fmla="*/ 4 w 21"/>
                <a:gd name="T7" fmla="*/ 20 h 21"/>
                <a:gd name="T8" fmla="*/ 11 w 21"/>
                <a:gd name="T9" fmla="*/ 14 h 21"/>
                <a:gd name="T10" fmla="*/ 17 w 21"/>
                <a:gd name="T11" fmla="*/ 20 h 21"/>
                <a:gd name="T12" fmla="*/ 20 w 21"/>
                <a:gd name="T13" fmla="*/ 20 h 21"/>
                <a:gd name="T14" fmla="*/ 20 w 21"/>
                <a:gd name="T15" fmla="*/ 17 h 21"/>
                <a:gd name="T16" fmla="*/ 14 w 21"/>
                <a:gd name="T17" fmla="*/ 11 h 21"/>
                <a:gd name="T18" fmla="*/ 20 w 21"/>
                <a:gd name="T19" fmla="*/ 4 h 21"/>
                <a:gd name="T20" fmla="*/ 20 w 21"/>
                <a:gd name="T21" fmla="*/ 1 h 21"/>
                <a:gd name="T22" fmla="*/ 17 w 21"/>
                <a:gd name="T23" fmla="*/ 1 h 21"/>
                <a:gd name="T24" fmla="*/ 11 w 21"/>
                <a:gd name="T25" fmla="*/ 7 h 21"/>
                <a:gd name="T26" fmla="*/ 4 w 21"/>
                <a:gd name="T27" fmla="*/ 1 h 21"/>
                <a:gd name="T28" fmla="*/ 1 w 21"/>
                <a:gd name="T29" fmla="*/ 1 h 21"/>
                <a:gd name="T30" fmla="*/ 1 w 21"/>
                <a:gd name="T31" fmla="*/ 4 h 21"/>
                <a:gd name="T32" fmla="*/ 7 w 21"/>
                <a:gd name="T33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21">
                  <a:moveTo>
                    <a:pt x="7" y="11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0" y="18"/>
                    <a:pt x="0" y="19"/>
                    <a:pt x="1" y="20"/>
                  </a:cubicBezTo>
                  <a:cubicBezTo>
                    <a:pt x="2" y="21"/>
                    <a:pt x="3" y="21"/>
                    <a:pt x="4" y="2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1"/>
                    <a:pt x="19" y="21"/>
                    <a:pt x="20" y="20"/>
                  </a:cubicBezTo>
                  <a:cubicBezTo>
                    <a:pt x="21" y="19"/>
                    <a:pt x="21" y="18"/>
                    <a:pt x="20" y="17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1" y="3"/>
                    <a:pt x="21" y="2"/>
                    <a:pt x="20" y="1"/>
                  </a:cubicBezTo>
                  <a:cubicBezTo>
                    <a:pt x="19" y="0"/>
                    <a:pt x="18" y="0"/>
                    <a:pt x="17" y="1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lnTo>
                    <a:pt x="7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1" name="Freeform 136"/>
          <p:cNvSpPr>
            <a:spLocks noEditPoints="1"/>
          </p:cNvSpPr>
          <p:nvPr/>
        </p:nvSpPr>
        <p:spPr bwMode="auto">
          <a:xfrm>
            <a:off x="10179050" y="2349500"/>
            <a:ext cx="481013" cy="239713"/>
          </a:xfrm>
          <a:custGeom>
            <a:avLst/>
            <a:gdLst>
              <a:gd name="T0" fmla="*/ 128 w 128"/>
              <a:gd name="T1" fmla="*/ 17 h 64"/>
              <a:gd name="T2" fmla="*/ 122 w 128"/>
              <a:gd name="T3" fmla="*/ 11 h 64"/>
              <a:gd name="T4" fmla="*/ 113 w 128"/>
              <a:gd name="T5" fmla="*/ 11 h 64"/>
              <a:gd name="T6" fmla="*/ 113 w 128"/>
              <a:gd name="T7" fmla="*/ 6 h 64"/>
              <a:gd name="T8" fmla="*/ 107 w 128"/>
              <a:gd name="T9" fmla="*/ 0 h 64"/>
              <a:gd name="T10" fmla="*/ 6 w 128"/>
              <a:gd name="T11" fmla="*/ 0 h 64"/>
              <a:gd name="T12" fmla="*/ 0 w 128"/>
              <a:gd name="T13" fmla="*/ 6 h 64"/>
              <a:gd name="T14" fmla="*/ 0 w 128"/>
              <a:gd name="T15" fmla="*/ 58 h 64"/>
              <a:gd name="T16" fmla="*/ 6 w 128"/>
              <a:gd name="T17" fmla="*/ 64 h 64"/>
              <a:gd name="T18" fmla="*/ 107 w 128"/>
              <a:gd name="T19" fmla="*/ 64 h 64"/>
              <a:gd name="T20" fmla="*/ 113 w 128"/>
              <a:gd name="T21" fmla="*/ 58 h 64"/>
              <a:gd name="T22" fmla="*/ 113 w 128"/>
              <a:gd name="T23" fmla="*/ 53 h 64"/>
              <a:gd name="T24" fmla="*/ 122 w 128"/>
              <a:gd name="T25" fmla="*/ 53 h 64"/>
              <a:gd name="T26" fmla="*/ 128 w 128"/>
              <a:gd name="T27" fmla="*/ 47 h 64"/>
              <a:gd name="T28" fmla="*/ 128 w 128"/>
              <a:gd name="T29" fmla="*/ 17 h 64"/>
              <a:gd name="T30" fmla="*/ 5 w 128"/>
              <a:gd name="T31" fmla="*/ 59 h 64"/>
              <a:gd name="T32" fmla="*/ 5 w 128"/>
              <a:gd name="T33" fmla="*/ 5 h 64"/>
              <a:gd name="T34" fmla="*/ 33 w 128"/>
              <a:gd name="T35" fmla="*/ 5 h 64"/>
              <a:gd name="T36" fmla="*/ 88 w 128"/>
              <a:gd name="T37" fmla="*/ 59 h 64"/>
              <a:gd name="T38" fmla="*/ 5 w 128"/>
              <a:gd name="T39" fmla="*/ 59 h 64"/>
              <a:gd name="T40" fmla="*/ 109 w 128"/>
              <a:gd name="T41" fmla="*/ 59 h 64"/>
              <a:gd name="T42" fmla="*/ 95 w 128"/>
              <a:gd name="T43" fmla="*/ 59 h 64"/>
              <a:gd name="T44" fmla="*/ 40 w 128"/>
              <a:gd name="T45" fmla="*/ 5 h 64"/>
              <a:gd name="T46" fmla="*/ 109 w 128"/>
              <a:gd name="T47" fmla="*/ 5 h 64"/>
              <a:gd name="T48" fmla="*/ 109 w 128"/>
              <a:gd name="T49" fmla="*/ 59 h 64"/>
              <a:gd name="T50" fmla="*/ 123 w 128"/>
              <a:gd name="T51" fmla="*/ 48 h 64"/>
              <a:gd name="T52" fmla="*/ 113 w 128"/>
              <a:gd name="T53" fmla="*/ 48 h 64"/>
              <a:gd name="T54" fmla="*/ 113 w 128"/>
              <a:gd name="T55" fmla="*/ 16 h 64"/>
              <a:gd name="T56" fmla="*/ 123 w 128"/>
              <a:gd name="T57" fmla="*/ 16 h 64"/>
              <a:gd name="T58" fmla="*/ 123 w 128"/>
              <a:gd name="T59" fmla="*/ 4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" h="64">
                <a:moveTo>
                  <a:pt x="128" y="17"/>
                </a:moveTo>
                <a:cubicBezTo>
                  <a:pt x="128" y="14"/>
                  <a:pt x="125" y="11"/>
                  <a:pt x="122" y="11"/>
                </a:cubicBezTo>
                <a:cubicBezTo>
                  <a:pt x="113" y="11"/>
                  <a:pt x="113" y="11"/>
                  <a:pt x="113" y="11"/>
                </a:cubicBezTo>
                <a:cubicBezTo>
                  <a:pt x="113" y="6"/>
                  <a:pt x="113" y="6"/>
                  <a:pt x="113" y="6"/>
                </a:cubicBezTo>
                <a:cubicBezTo>
                  <a:pt x="113" y="3"/>
                  <a:pt x="110" y="0"/>
                  <a:pt x="107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1"/>
                  <a:pt x="3" y="64"/>
                  <a:pt x="6" y="64"/>
                </a:cubicBezTo>
                <a:cubicBezTo>
                  <a:pt x="107" y="64"/>
                  <a:pt x="107" y="64"/>
                  <a:pt x="107" y="64"/>
                </a:cubicBezTo>
                <a:cubicBezTo>
                  <a:pt x="110" y="64"/>
                  <a:pt x="113" y="61"/>
                  <a:pt x="113" y="58"/>
                </a:cubicBezTo>
                <a:cubicBezTo>
                  <a:pt x="113" y="53"/>
                  <a:pt x="113" y="53"/>
                  <a:pt x="113" y="53"/>
                </a:cubicBezTo>
                <a:cubicBezTo>
                  <a:pt x="122" y="53"/>
                  <a:pt x="122" y="53"/>
                  <a:pt x="122" y="53"/>
                </a:cubicBezTo>
                <a:cubicBezTo>
                  <a:pt x="125" y="53"/>
                  <a:pt x="128" y="50"/>
                  <a:pt x="128" y="47"/>
                </a:cubicBezTo>
                <a:lnTo>
                  <a:pt x="128" y="17"/>
                </a:lnTo>
                <a:close/>
                <a:moveTo>
                  <a:pt x="5" y="59"/>
                </a:moveTo>
                <a:cubicBezTo>
                  <a:pt x="5" y="5"/>
                  <a:pt x="5" y="5"/>
                  <a:pt x="5" y="5"/>
                </a:cubicBezTo>
                <a:cubicBezTo>
                  <a:pt x="33" y="5"/>
                  <a:pt x="33" y="5"/>
                  <a:pt x="33" y="5"/>
                </a:cubicBezTo>
                <a:cubicBezTo>
                  <a:pt x="88" y="59"/>
                  <a:pt x="88" y="59"/>
                  <a:pt x="88" y="59"/>
                </a:cubicBezTo>
                <a:lnTo>
                  <a:pt x="5" y="59"/>
                </a:lnTo>
                <a:close/>
                <a:moveTo>
                  <a:pt x="109" y="59"/>
                </a:moveTo>
                <a:cubicBezTo>
                  <a:pt x="95" y="59"/>
                  <a:pt x="95" y="59"/>
                  <a:pt x="95" y="59"/>
                </a:cubicBezTo>
                <a:cubicBezTo>
                  <a:pt x="40" y="5"/>
                  <a:pt x="40" y="5"/>
                  <a:pt x="40" y="5"/>
                </a:cubicBezTo>
                <a:cubicBezTo>
                  <a:pt x="109" y="5"/>
                  <a:pt x="109" y="5"/>
                  <a:pt x="109" y="5"/>
                </a:cubicBezTo>
                <a:lnTo>
                  <a:pt x="109" y="59"/>
                </a:lnTo>
                <a:close/>
                <a:moveTo>
                  <a:pt x="123" y="48"/>
                </a:moveTo>
                <a:cubicBezTo>
                  <a:pt x="113" y="48"/>
                  <a:pt x="113" y="48"/>
                  <a:pt x="113" y="48"/>
                </a:cubicBezTo>
                <a:cubicBezTo>
                  <a:pt x="113" y="16"/>
                  <a:pt x="113" y="16"/>
                  <a:pt x="113" y="16"/>
                </a:cubicBezTo>
                <a:cubicBezTo>
                  <a:pt x="123" y="16"/>
                  <a:pt x="123" y="16"/>
                  <a:pt x="123" y="16"/>
                </a:cubicBezTo>
                <a:lnTo>
                  <a:pt x="123" y="4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2" name="Freeform 137"/>
          <p:cNvSpPr>
            <a:spLocks noEditPoints="1"/>
          </p:cNvSpPr>
          <p:nvPr/>
        </p:nvSpPr>
        <p:spPr bwMode="auto">
          <a:xfrm>
            <a:off x="9217025" y="2349500"/>
            <a:ext cx="481013" cy="239713"/>
          </a:xfrm>
          <a:custGeom>
            <a:avLst/>
            <a:gdLst>
              <a:gd name="T0" fmla="*/ 128 w 128"/>
              <a:gd name="T1" fmla="*/ 17 h 64"/>
              <a:gd name="T2" fmla="*/ 122 w 128"/>
              <a:gd name="T3" fmla="*/ 11 h 64"/>
              <a:gd name="T4" fmla="*/ 113 w 128"/>
              <a:gd name="T5" fmla="*/ 11 h 64"/>
              <a:gd name="T6" fmla="*/ 113 w 128"/>
              <a:gd name="T7" fmla="*/ 6 h 64"/>
              <a:gd name="T8" fmla="*/ 107 w 128"/>
              <a:gd name="T9" fmla="*/ 0 h 64"/>
              <a:gd name="T10" fmla="*/ 6 w 128"/>
              <a:gd name="T11" fmla="*/ 0 h 64"/>
              <a:gd name="T12" fmla="*/ 0 w 128"/>
              <a:gd name="T13" fmla="*/ 6 h 64"/>
              <a:gd name="T14" fmla="*/ 0 w 128"/>
              <a:gd name="T15" fmla="*/ 58 h 64"/>
              <a:gd name="T16" fmla="*/ 6 w 128"/>
              <a:gd name="T17" fmla="*/ 64 h 64"/>
              <a:gd name="T18" fmla="*/ 107 w 128"/>
              <a:gd name="T19" fmla="*/ 64 h 64"/>
              <a:gd name="T20" fmla="*/ 113 w 128"/>
              <a:gd name="T21" fmla="*/ 58 h 64"/>
              <a:gd name="T22" fmla="*/ 113 w 128"/>
              <a:gd name="T23" fmla="*/ 53 h 64"/>
              <a:gd name="T24" fmla="*/ 122 w 128"/>
              <a:gd name="T25" fmla="*/ 53 h 64"/>
              <a:gd name="T26" fmla="*/ 128 w 128"/>
              <a:gd name="T27" fmla="*/ 47 h 64"/>
              <a:gd name="T28" fmla="*/ 128 w 128"/>
              <a:gd name="T29" fmla="*/ 17 h 64"/>
              <a:gd name="T30" fmla="*/ 109 w 128"/>
              <a:gd name="T31" fmla="*/ 59 h 64"/>
              <a:gd name="T32" fmla="*/ 5 w 128"/>
              <a:gd name="T33" fmla="*/ 59 h 64"/>
              <a:gd name="T34" fmla="*/ 5 w 128"/>
              <a:gd name="T35" fmla="*/ 5 h 64"/>
              <a:gd name="T36" fmla="*/ 109 w 128"/>
              <a:gd name="T37" fmla="*/ 5 h 64"/>
              <a:gd name="T38" fmla="*/ 109 w 128"/>
              <a:gd name="T39" fmla="*/ 59 h 64"/>
              <a:gd name="T40" fmla="*/ 123 w 128"/>
              <a:gd name="T41" fmla="*/ 48 h 64"/>
              <a:gd name="T42" fmla="*/ 113 w 128"/>
              <a:gd name="T43" fmla="*/ 48 h 64"/>
              <a:gd name="T44" fmla="*/ 113 w 128"/>
              <a:gd name="T45" fmla="*/ 16 h 64"/>
              <a:gd name="T46" fmla="*/ 123 w 128"/>
              <a:gd name="T47" fmla="*/ 16 h 64"/>
              <a:gd name="T48" fmla="*/ 123 w 128"/>
              <a:gd name="T49" fmla="*/ 4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" h="64">
                <a:moveTo>
                  <a:pt x="128" y="17"/>
                </a:moveTo>
                <a:cubicBezTo>
                  <a:pt x="128" y="14"/>
                  <a:pt x="125" y="11"/>
                  <a:pt x="122" y="11"/>
                </a:cubicBezTo>
                <a:cubicBezTo>
                  <a:pt x="113" y="11"/>
                  <a:pt x="113" y="11"/>
                  <a:pt x="113" y="11"/>
                </a:cubicBezTo>
                <a:cubicBezTo>
                  <a:pt x="113" y="6"/>
                  <a:pt x="113" y="6"/>
                  <a:pt x="113" y="6"/>
                </a:cubicBezTo>
                <a:cubicBezTo>
                  <a:pt x="113" y="3"/>
                  <a:pt x="110" y="0"/>
                  <a:pt x="107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1"/>
                  <a:pt x="3" y="64"/>
                  <a:pt x="6" y="64"/>
                </a:cubicBezTo>
                <a:cubicBezTo>
                  <a:pt x="107" y="64"/>
                  <a:pt x="107" y="64"/>
                  <a:pt x="107" y="64"/>
                </a:cubicBezTo>
                <a:cubicBezTo>
                  <a:pt x="110" y="64"/>
                  <a:pt x="113" y="61"/>
                  <a:pt x="113" y="58"/>
                </a:cubicBezTo>
                <a:cubicBezTo>
                  <a:pt x="113" y="53"/>
                  <a:pt x="113" y="53"/>
                  <a:pt x="113" y="53"/>
                </a:cubicBezTo>
                <a:cubicBezTo>
                  <a:pt x="122" y="53"/>
                  <a:pt x="122" y="53"/>
                  <a:pt x="122" y="53"/>
                </a:cubicBezTo>
                <a:cubicBezTo>
                  <a:pt x="125" y="53"/>
                  <a:pt x="128" y="50"/>
                  <a:pt x="128" y="47"/>
                </a:cubicBezTo>
                <a:lnTo>
                  <a:pt x="128" y="17"/>
                </a:lnTo>
                <a:close/>
                <a:moveTo>
                  <a:pt x="109" y="59"/>
                </a:moveTo>
                <a:cubicBezTo>
                  <a:pt x="5" y="59"/>
                  <a:pt x="5" y="59"/>
                  <a:pt x="5" y="59"/>
                </a:cubicBezTo>
                <a:cubicBezTo>
                  <a:pt x="5" y="5"/>
                  <a:pt x="5" y="5"/>
                  <a:pt x="5" y="5"/>
                </a:cubicBezTo>
                <a:cubicBezTo>
                  <a:pt x="109" y="5"/>
                  <a:pt x="109" y="5"/>
                  <a:pt x="109" y="5"/>
                </a:cubicBezTo>
                <a:lnTo>
                  <a:pt x="109" y="59"/>
                </a:lnTo>
                <a:close/>
                <a:moveTo>
                  <a:pt x="123" y="48"/>
                </a:moveTo>
                <a:cubicBezTo>
                  <a:pt x="113" y="48"/>
                  <a:pt x="113" y="48"/>
                  <a:pt x="113" y="48"/>
                </a:cubicBezTo>
                <a:cubicBezTo>
                  <a:pt x="113" y="16"/>
                  <a:pt x="113" y="16"/>
                  <a:pt x="113" y="16"/>
                </a:cubicBezTo>
                <a:cubicBezTo>
                  <a:pt x="123" y="16"/>
                  <a:pt x="123" y="16"/>
                  <a:pt x="123" y="16"/>
                </a:cubicBezTo>
                <a:lnTo>
                  <a:pt x="123" y="4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3" name="Freeform 138"/>
          <p:cNvSpPr>
            <a:spLocks noEditPoints="1"/>
          </p:cNvSpPr>
          <p:nvPr/>
        </p:nvSpPr>
        <p:spPr bwMode="auto">
          <a:xfrm>
            <a:off x="8366125" y="2228850"/>
            <a:ext cx="261938" cy="481013"/>
          </a:xfrm>
          <a:custGeom>
            <a:avLst/>
            <a:gdLst>
              <a:gd name="T0" fmla="*/ 64 w 70"/>
              <a:gd name="T1" fmla="*/ 92 h 128"/>
              <a:gd name="T2" fmla="*/ 62 w 70"/>
              <a:gd name="T3" fmla="*/ 90 h 128"/>
              <a:gd name="T4" fmla="*/ 37 w 70"/>
              <a:gd name="T5" fmla="*/ 90 h 128"/>
              <a:gd name="T6" fmla="*/ 37 w 70"/>
              <a:gd name="T7" fmla="*/ 34 h 128"/>
              <a:gd name="T8" fmla="*/ 38 w 70"/>
              <a:gd name="T9" fmla="*/ 34 h 128"/>
              <a:gd name="T10" fmla="*/ 52 w 70"/>
              <a:gd name="T11" fmla="*/ 17 h 128"/>
              <a:gd name="T12" fmla="*/ 35 w 70"/>
              <a:gd name="T13" fmla="*/ 0 h 128"/>
              <a:gd name="T14" fmla="*/ 18 w 70"/>
              <a:gd name="T15" fmla="*/ 17 h 128"/>
              <a:gd name="T16" fmla="*/ 32 w 70"/>
              <a:gd name="T17" fmla="*/ 34 h 128"/>
              <a:gd name="T18" fmla="*/ 33 w 70"/>
              <a:gd name="T19" fmla="*/ 34 h 128"/>
              <a:gd name="T20" fmla="*/ 33 w 70"/>
              <a:gd name="T21" fmla="*/ 90 h 128"/>
              <a:gd name="T22" fmla="*/ 8 w 70"/>
              <a:gd name="T23" fmla="*/ 90 h 128"/>
              <a:gd name="T24" fmla="*/ 6 w 70"/>
              <a:gd name="T25" fmla="*/ 92 h 128"/>
              <a:gd name="T26" fmla="*/ 6 w 70"/>
              <a:gd name="T27" fmla="*/ 92 h 128"/>
              <a:gd name="T28" fmla="*/ 0 w 70"/>
              <a:gd name="T29" fmla="*/ 122 h 128"/>
              <a:gd name="T30" fmla="*/ 2 w 70"/>
              <a:gd name="T31" fmla="*/ 124 h 128"/>
              <a:gd name="T32" fmla="*/ 8 w 70"/>
              <a:gd name="T33" fmla="*/ 124 h 128"/>
              <a:gd name="T34" fmla="*/ 8 w 70"/>
              <a:gd name="T35" fmla="*/ 126 h 128"/>
              <a:gd name="T36" fmla="*/ 10 w 70"/>
              <a:gd name="T37" fmla="*/ 128 h 128"/>
              <a:gd name="T38" fmla="*/ 12 w 70"/>
              <a:gd name="T39" fmla="*/ 126 h 128"/>
              <a:gd name="T40" fmla="*/ 12 w 70"/>
              <a:gd name="T41" fmla="*/ 124 h 128"/>
              <a:gd name="T42" fmla="*/ 58 w 70"/>
              <a:gd name="T43" fmla="*/ 124 h 128"/>
              <a:gd name="T44" fmla="*/ 58 w 70"/>
              <a:gd name="T45" fmla="*/ 126 h 128"/>
              <a:gd name="T46" fmla="*/ 60 w 70"/>
              <a:gd name="T47" fmla="*/ 128 h 128"/>
              <a:gd name="T48" fmla="*/ 62 w 70"/>
              <a:gd name="T49" fmla="*/ 126 h 128"/>
              <a:gd name="T50" fmla="*/ 62 w 70"/>
              <a:gd name="T51" fmla="*/ 124 h 128"/>
              <a:gd name="T52" fmla="*/ 68 w 70"/>
              <a:gd name="T53" fmla="*/ 124 h 128"/>
              <a:gd name="T54" fmla="*/ 70 w 70"/>
              <a:gd name="T55" fmla="*/ 122 h 128"/>
              <a:gd name="T56" fmla="*/ 64 w 70"/>
              <a:gd name="T57" fmla="*/ 92 h 128"/>
              <a:gd name="T58" fmla="*/ 22 w 70"/>
              <a:gd name="T59" fmla="*/ 17 h 128"/>
              <a:gd name="T60" fmla="*/ 35 w 70"/>
              <a:gd name="T61" fmla="*/ 5 h 128"/>
              <a:gd name="T62" fmla="*/ 48 w 70"/>
              <a:gd name="T63" fmla="*/ 17 h 128"/>
              <a:gd name="T64" fmla="*/ 35 w 70"/>
              <a:gd name="T65" fmla="*/ 30 h 128"/>
              <a:gd name="T66" fmla="*/ 22 w 70"/>
              <a:gd name="T67" fmla="*/ 17 h 128"/>
              <a:gd name="T68" fmla="*/ 65 w 70"/>
              <a:gd name="T69" fmla="*/ 120 h 128"/>
              <a:gd name="T70" fmla="*/ 5 w 70"/>
              <a:gd name="T71" fmla="*/ 120 h 128"/>
              <a:gd name="T72" fmla="*/ 10 w 70"/>
              <a:gd name="T73" fmla="*/ 95 h 128"/>
              <a:gd name="T74" fmla="*/ 60 w 70"/>
              <a:gd name="T75" fmla="*/ 95 h 128"/>
              <a:gd name="T76" fmla="*/ 60 w 70"/>
              <a:gd name="T77" fmla="*/ 96 h 128"/>
              <a:gd name="T78" fmla="*/ 64 w 70"/>
              <a:gd name="T79" fmla="*/ 118 h 128"/>
              <a:gd name="T80" fmla="*/ 65 w 70"/>
              <a:gd name="T81" fmla="*/ 1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0" h="128">
                <a:moveTo>
                  <a:pt x="64" y="92"/>
                </a:moveTo>
                <a:cubicBezTo>
                  <a:pt x="64" y="91"/>
                  <a:pt x="63" y="90"/>
                  <a:pt x="62" y="90"/>
                </a:cubicBezTo>
                <a:cubicBezTo>
                  <a:pt x="37" y="90"/>
                  <a:pt x="37" y="90"/>
                  <a:pt x="37" y="90"/>
                </a:cubicBezTo>
                <a:cubicBezTo>
                  <a:pt x="37" y="34"/>
                  <a:pt x="37" y="34"/>
                  <a:pt x="37" y="34"/>
                </a:cubicBezTo>
                <a:cubicBezTo>
                  <a:pt x="38" y="34"/>
                  <a:pt x="38" y="34"/>
                  <a:pt x="38" y="34"/>
                </a:cubicBezTo>
                <a:cubicBezTo>
                  <a:pt x="46" y="32"/>
                  <a:pt x="52" y="25"/>
                  <a:pt x="52" y="17"/>
                </a:cubicBezTo>
                <a:cubicBezTo>
                  <a:pt x="52" y="8"/>
                  <a:pt x="44" y="0"/>
                  <a:pt x="35" y="0"/>
                </a:cubicBezTo>
                <a:cubicBezTo>
                  <a:pt x="26" y="0"/>
                  <a:pt x="18" y="8"/>
                  <a:pt x="18" y="17"/>
                </a:cubicBezTo>
                <a:cubicBezTo>
                  <a:pt x="18" y="25"/>
                  <a:pt x="24" y="32"/>
                  <a:pt x="32" y="34"/>
                </a:cubicBezTo>
                <a:cubicBezTo>
                  <a:pt x="33" y="34"/>
                  <a:pt x="33" y="34"/>
                  <a:pt x="33" y="34"/>
                </a:cubicBezTo>
                <a:cubicBezTo>
                  <a:pt x="33" y="90"/>
                  <a:pt x="33" y="90"/>
                  <a:pt x="33" y="90"/>
                </a:cubicBezTo>
                <a:cubicBezTo>
                  <a:pt x="8" y="90"/>
                  <a:pt x="8" y="90"/>
                  <a:pt x="8" y="90"/>
                </a:cubicBezTo>
                <a:cubicBezTo>
                  <a:pt x="7" y="90"/>
                  <a:pt x="6" y="91"/>
                  <a:pt x="6" y="92"/>
                </a:cubicBezTo>
                <a:cubicBezTo>
                  <a:pt x="6" y="92"/>
                  <a:pt x="6" y="92"/>
                  <a:pt x="6" y="92"/>
                </a:cubicBezTo>
                <a:cubicBezTo>
                  <a:pt x="4" y="100"/>
                  <a:pt x="0" y="121"/>
                  <a:pt x="0" y="122"/>
                </a:cubicBezTo>
                <a:cubicBezTo>
                  <a:pt x="0" y="123"/>
                  <a:pt x="1" y="124"/>
                  <a:pt x="2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8" y="126"/>
                  <a:pt x="8" y="126"/>
                  <a:pt x="8" y="126"/>
                </a:cubicBezTo>
                <a:cubicBezTo>
                  <a:pt x="8" y="127"/>
                  <a:pt x="9" y="128"/>
                  <a:pt x="10" y="128"/>
                </a:cubicBezTo>
                <a:cubicBezTo>
                  <a:pt x="11" y="128"/>
                  <a:pt x="12" y="127"/>
                  <a:pt x="12" y="126"/>
                </a:cubicBezTo>
                <a:cubicBezTo>
                  <a:pt x="12" y="124"/>
                  <a:pt x="12" y="124"/>
                  <a:pt x="12" y="124"/>
                </a:cubicBezTo>
                <a:cubicBezTo>
                  <a:pt x="58" y="124"/>
                  <a:pt x="58" y="124"/>
                  <a:pt x="58" y="124"/>
                </a:cubicBezTo>
                <a:cubicBezTo>
                  <a:pt x="58" y="126"/>
                  <a:pt x="58" y="126"/>
                  <a:pt x="58" y="126"/>
                </a:cubicBezTo>
                <a:cubicBezTo>
                  <a:pt x="58" y="127"/>
                  <a:pt x="59" y="128"/>
                  <a:pt x="60" y="128"/>
                </a:cubicBezTo>
                <a:cubicBezTo>
                  <a:pt x="61" y="128"/>
                  <a:pt x="62" y="127"/>
                  <a:pt x="62" y="126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8" y="124"/>
                  <a:pt x="68" y="124"/>
                  <a:pt x="68" y="124"/>
                </a:cubicBezTo>
                <a:cubicBezTo>
                  <a:pt x="69" y="124"/>
                  <a:pt x="70" y="123"/>
                  <a:pt x="70" y="122"/>
                </a:cubicBezTo>
                <a:cubicBezTo>
                  <a:pt x="70" y="121"/>
                  <a:pt x="66" y="100"/>
                  <a:pt x="64" y="92"/>
                </a:cubicBezTo>
                <a:close/>
                <a:moveTo>
                  <a:pt x="22" y="17"/>
                </a:moveTo>
                <a:cubicBezTo>
                  <a:pt x="22" y="10"/>
                  <a:pt x="28" y="5"/>
                  <a:pt x="35" y="5"/>
                </a:cubicBezTo>
                <a:cubicBezTo>
                  <a:pt x="42" y="5"/>
                  <a:pt x="48" y="10"/>
                  <a:pt x="48" y="17"/>
                </a:cubicBezTo>
                <a:cubicBezTo>
                  <a:pt x="48" y="24"/>
                  <a:pt x="42" y="30"/>
                  <a:pt x="35" y="30"/>
                </a:cubicBezTo>
                <a:cubicBezTo>
                  <a:pt x="28" y="30"/>
                  <a:pt x="22" y="24"/>
                  <a:pt x="22" y="17"/>
                </a:cubicBezTo>
                <a:close/>
                <a:moveTo>
                  <a:pt x="65" y="120"/>
                </a:moveTo>
                <a:cubicBezTo>
                  <a:pt x="5" y="120"/>
                  <a:pt x="5" y="120"/>
                  <a:pt x="5" y="120"/>
                </a:cubicBezTo>
                <a:cubicBezTo>
                  <a:pt x="10" y="95"/>
                  <a:pt x="10" y="95"/>
                  <a:pt x="10" y="95"/>
                </a:cubicBezTo>
                <a:cubicBezTo>
                  <a:pt x="60" y="95"/>
                  <a:pt x="60" y="95"/>
                  <a:pt x="60" y="95"/>
                </a:cubicBezTo>
                <a:cubicBezTo>
                  <a:pt x="60" y="96"/>
                  <a:pt x="60" y="96"/>
                  <a:pt x="60" y="96"/>
                </a:cubicBezTo>
                <a:cubicBezTo>
                  <a:pt x="61" y="103"/>
                  <a:pt x="63" y="112"/>
                  <a:pt x="64" y="118"/>
                </a:cubicBezTo>
                <a:lnTo>
                  <a:pt x="65" y="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7296150" y="2295525"/>
            <a:ext cx="479425" cy="346075"/>
            <a:chOff x="7296150" y="2295525"/>
            <a:chExt cx="479425" cy="346075"/>
          </a:xfrm>
          <a:solidFill>
            <a:schemeClr val="accent1"/>
          </a:solidFill>
        </p:grpSpPr>
        <p:sp>
          <p:nvSpPr>
            <p:cNvPr id="174" name="Freeform 139"/>
            <p:cNvSpPr>
              <a:spLocks noEditPoints="1"/>
            </p:cNvSpPr>
            <p:nvPr/>
          </p:nvSpPr>
          <p:spPr bwMode="auto">
            <a:xfrm>
              <a:off x="7296150" y="2295525"/>
              <a:ext cx="479425" cy="346075"/>
            </a:xfrm>
            <a:custGeom>
              <a:avLst/>
              <a:gdLst>
                <a:gd name="T0" fmla="*/ 123 w 128"/>
                <a:gd name="T1" fmla="*/ 28 h 92"/>
                <a:gd name="T2" fmla="*/ 113 w 128"/>
                <a:gd name="T3" fmla="*/ 8 h 92"/>
                <a:gd name="T4" fmla="*/ 92 w 128"/>
                <a:gd name="T5" fmla="*/ 0 h 92"/>
                <a:gd name="T6" fmla="*/ 36 w 128"/>
                <a:gd name="T7" fmla="*/ 0 h 92"/>
                <a:gd name="T8" fmla="*/ 15 w 128"/>
                <a:gd name="T9" fmla="*/ 8 h 92"/>
                <a:gd name="T10" fmla="*/ 5 w 128"/>
                <a:gd name="T11" fmla="*/ 28 h 92"/>
                <a:gd name="T12" fmla="*/ 0 w 128"/>
                <a:gd name="T13" fmla="*/ 75 h 92"/>
                <a:gd name="T14" fmla="*/ 17 w 128"/>
                <a:gd name="T15" fmla="*/ 92 h 92"/>
                <a:gd name="T16" fmla="*/ 32 w 128"/>
                <a:gd name="T17" fmla="*/ 82 h 92"/>
                <a:gd name="T18" fmla="*/ 45 w 128"/>
                <a:gd name="T19" fmla="*/ 62 h 92"/>
                <a:gd name="T20" fmla="*/ 83 w 128"/>
                <a:gd name="T21" fmla="*/ 62 h 92"/>
                <a:gd name="T22" fmla="*/ 96 w 128"/>
                <a:gd name="T23" fmla="*/ 82 h 92"/>
                <a:gd name="T24" fmla="*/ 111 w 128"/>
                <a:gd name="T25" fmla="*/ 92 h 92"/>
                <a:gd name="T26" fmla="*/ 128 w 128"/>
                <a:gd name="T27" fmla="*/ 75 h 92"/>
                <a:gd name="T28" fmla="*/ 123 w 128"/>
                <a:gd name="T29" fmla="*/ 28 h 92"/>
                <a:gd name="T30" fmla="*/ 111 w 128"/>
                <a:gd name="T31" fmla="*/ 87 h 92"/>
                <a:gd name="T32" fmla="*/ 100 w 128"/>
                <a:gd name="T33" fmla="*/ 80 h 92"/>
                <a:gd name="T34" fmla="*/ 86 w 128"/>
                <a:gd name="T35" fmla="*/ 58 h 92"/>
                <a:gd name="T36" fmla="*/ 42 w 128"/>
                <a:gd name="T37" fmla="*/ 58 h 92"/>
                <a:gd name="T38" fmla="*/ 28 w 128"/>
                <a:gd name="T39" fmla="*/ 80 h 92"/>
                <a:gd name="T40" fmla="*/ 17 w 128"/>
                <a:gd name="T41" fmla="*/ 87 h 92"/>
                <a:gd name="T42" fmla="*/ 5 w 128"/>
                <a:gd name="T43" fmla="*/ 75 h 92"/>
                <a:gd name="T44" fmla="*/ 10 w 128"/>
                <a:gd name="T45" fmla="*/ 29 h 92"/>
                <a:gd name="T46" fmla="*/ 18 w 128"/>
                <a:gd name="T47" fmla="*/ 12 h 92"/>
                <a:gd name="T48" fmla="*/ 36 w 128"/>
                <a:gd name="T49" fmla="*/ 5 h 92"/>
                <a:gd name="T50" fmla="*/ 92 w 128"/>
                <a:gd name="T51" fmla="*/ 5 h 92"/>
                <a:gd name="T52" fmla="*/ 110 w 128"/>
                <a:gd name="T53" fmla="*/ 12 h 92"/>
                <a:gd name="T54" fmla="*/ 118 w 128"/>
                <a:gd name="T55" fmla="*/ 29 h 92"/>
                <a:gd name="T56" fmla="*/ 123 w 128"/>
                <a:gd name="T57" fmla="*/ 75 h 92"/>
                <a:gd name="T58" fmla="*/ 111 w 128"/>
                <a:gd name="T59" fmla="*/ 8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92">
                  <a:moveTo>
                    <a:pt x="123" y="28"/>
                  </a:moveTo>
                  <a:cubicBezTo>
                    <a:pt x="122" y="21"/>
                    <a:pt x="119" y="14"/>
                    <a:pt x="113" y="8"/>
                  </a:cubicBezTo>
                  <a:cubicBezTo>
                    <a:pt x="107" y="3"/>
                    <a:pt x="100" y="0"/>
                    <a:pt x="92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8" y="0"/>
                    <a:pt x="21" y="3"/>
                    <a:pt x="15" y="8"/>
                  </a:cubicBezTo>
                  <a:cubicBezTo>
                    <a:pt x="9" y="14"/>
                    <a:pt x="6" y="21"/>
                    <a:pt x="5" y="28"/>
                  </a:cubicBezTo>
                  <a:cubicBezTo>
                    <a:pt x="2" y="57"/>
                    <a:pt x="0" y="74"/>
                    <a:pt x="0" y="75"/>
                  </a:cubicBezTo>
                  <a:cubicBezTo>
                    <a:pt x="0" y="84"/>
                    <a:pt x="7" y="92"/>
                    <a:pt x="17" y="92"/>
                  </a:cubicBezTo>
                  <a:cubicBezTo>
                    <a:pt x="23" y="92"/>
                    <a:pt x="29" y="88"/>
                    <a:pt x="32" y="82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83" y="62"/>
                    <a:pt x="83" y="62"/>
                    <a:pt x="83" y="62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9" y="88"/>
                    <a:pt x="105" y="92"/>
                    <a:pt x="111" y="92"/>
                  </a:cubicBezTo>
                  <a:cubicBezTo>
                    <a:pt x="121" y="92"/>
                    <a:pt x="128" y="84"/>
                    <a:pt x="128" y="75"/>
                  </a:cubicBezTo>
                  <a:cubicBezTo>
                    <a:pt x="128" y="74"/>
                    <a:pt x="126" y="57"/>
                    <a:pt x="123" y="28"/>
                  </a:cubicBezTo>
                  <a:close/>
                  <a:moveTo>
                    <a:pt x="111" y="87"/>
                  </a:moveTo>
                  <a:cubicBezTo>
                    <a:pt x="107" y="87"/>
                    <a:pt x="102" y="84"/>
                    <a:pt x="100" y="8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26" y="84"/>
                    <a:pt x="21" y="87"/>
                    <a:pt x="17" y="87"/>
                  </a:cubicBezTo>
                  <a:cubicBezTo>
                    <a:pt x="10" y="87"/>
                    <a:pt x="5" y="82"/>
                    <a:pt x="5" y="75"/>
                  </a:cubicBezTo>
                  <a:cubicBezTo>
                    <a:pt x="5" y="73"/>
                    <a:pt x="8" y="44"/>
                    <a:pt x="10" y="29"/>
                  </a:cubicBezTo>
                  <a:cubicBezTo>
                    <a:pt x="10" y="22"/>
                    <a:pt x="13" y="16"/>
                    <a:pt x="18" y="12"/>
                  </a:cubicBezTo>
                  <a:cubicBezTo>
                    <a:pt x="23" y="7"/>
                    <a:pt x="29" y="5"/>
                    <a:pt x="36" y="5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99" y="5"/>
                    <a:pt x="105" y="7"/>
                    <a:pt x="110" y="12"/>
                  </a:cubicBezTo>
                  <a:cubicBezTo>
                    <a:pt x="115" y="16"/>
                    <a:pt x="118" y="22"/>
                    <a:pt x="118" y="29"/>
                  </a:cubicBezTo>
                  <a:cubicBezTo>
                    <a:pt x="120" y="46"/>
                    <a:pt x="123" y="73"/>
                    <a:pt x="123" y="75"/>
                  </a:cubicBezTo>
                  <a:cubicBezTo>
                    <a:pt x="123" y="82"/>
                    <a:pt x="118" y="87"/>
                    <a:pt x="111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5" name="Freeform 140"/>
            <p:cNvSpPr/>
            <p:nvPr/>
          </p:nvSpPr>
          <p:spPr bwMode="auto">
            <a:xfrm>
              <a:off x="7389813" y="2371725"/>
              <a:ext cx="101600" cy="101600"/>
            </a:xfrm>
            <a:custGeom>
              <a:avLst/>
              <a:gdLst>
                <a:gd name="T0" fmla="*/ 24 w 27"/>
                <a:gd name="T1" fmla="*/ 11 h 27"/>
                <a:gd name="T2" fmla="*/ 15 w 27"/>
                <a:gd name="T3" fmla="*/ 11 h 27"/>
                <a:gd name="T4" fmla="*/ 15 w 27"/>
                <a:gd name="T5" fmla="*/ 2 h 27"/>
                <a:gd name="T6" fmla="*/ 13 w 27"/>
                <a:gd name="T7" fmla="*/ 0 h 27"/>
                <a:gd name="T8" fmla="*/ 11 w 27"/>
                <a:gd name="T9" fmla="*/ 2 h 27"/>
                <a:gd name="T10" fmla="*/ 11 w 27"/>
                <a:gd name="T11" fmla="*/ 11 h 27"/>
                <a:gd name="T12" fmla="*/ 2 w 27"/>
                <a:gd name="T13" fmla="*/ 11 h 27"/>
                <a:gd name="T14" fmla="*/ 0 w 27"/>
                <a:gd name="T15" fmla="*/ 13 h 27"/>
                <a:gd name="T16" fmla="*/ 2 w 27"/>
                <a:gd name="T17" fmla="*/ 15 h 27"/>
                <a:gd name="T18" fmla="*/ 11 w 27"/>
                <a:gd name="T19" fmla="*/ 15 h 27"/>
                <a:gd name="T20" fmla="*/ 11 w 27"/>
                <a:gd name="T21" fmla="*/ 24 h 27"/>
                <a:gd name="T22" fmla="*/ 13 w 27"/>
                <a:gd name="T23" fmla="*/ 27 h 27"/>
                <a:gd name="T24" fmla="*/ 15 w 27"/>
                <a:gd name="T25" fmla="*/ 24 h 27"/>
                <a:gd name="T26" fmla="*/ 15 w 27"/>
                <a:gd name="T27" fmla="*/ 15 h 27"/>
                <a:gd name="T28" fmla="*/ 24 w 27"/>
                <a:gd name="T29" fmla="*/ 15 h 27"/>
                <a:gd name="T30" fmla="*/ 27 w 27"/>
                <a:gd name="T31" fmla="*/ 13 h 27"/>
                <a:gd name="T32" fmla="*/ 24 w 27"/>
                <a:gd name="T33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7">
                  <a:moveTo>
                    <a:pt x="24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2" y="27"/>
                    <a:pt x="13" y="27"/>
                  </a:cubicBezTo>
                  <a:cubicBezTo>
                    <a:pt x="14" y="27"/>
                    <a:pt x="15" y="26"/>
                    <a:pt x="15" y="2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6" y="15"/>
                    <a:pt x="27" y="14"/>
                    <a:pt x="27" y="13"/>
                  </a:cubicBezTo>
                  <a:cubicBezTo>
                    <a:pt x="27" y="12"/>
                    <a:pt x="26" y="11"/>
                    <a:pt x="2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6" name="Oval 141"/>
            <p:cNvSpPr>
              <a:spLocks noChangeArrowheads="1"/>
            </p:cNvSpPr>
            <p:nvPr/>
          </p:nvSpPr>
          <p:spPr bwMode="auto">
            <a:xfrm>
              <a:off x="7618413" y="2371725"/>
              <a:ext cx="26988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7" name="Oval 142"/>
            <p:cNvSpPr>
              <a:spLocks noChangeArrowheads="1"/>
            </p:cNvSpPr>
            <p:nvPr/>
          </p:nvSpPr>
          <p:spPr bwMode="auto">
            <a:xfrm>
              <a:off x="7618413" y="2443163"/>
              <a:ext cx="26988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8" name="Oval 143"/>
            <p:cNvSpPr>
              <a:spLocks noChangeArrowheads="1"/>
            </p:cNvSpPr>
            <p:nvPr/>
          </p:nvSpPr>
          <p:spPr bwMode="auto">
            <a:xfrm>
              <a:off x="7656513" y="240823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9" name="Oval 144"/>
            <p:cNvSpPr>
              <a:spLocks noChangeArrowheads="1"/>
            </p:cNvSpPr>
            <p:nvPr/>
          </p:nvSpPr>
          <p:spPr bwMode="auto">
            <a:xfrm>
              <a:off x="7580313" y="2408238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9" name="组合 258"/>
          <p:cNvGrpSpPr/>
          <p:nvPr/>
        </p:nvGrpSpPr>
        <p:grpSpPr>
          <a:xfrm>
            <a:off x="6334125" y="2322513"/>
            <a:ext cx="481013" cy="293688"/>
            <a:chOff x="6334125" y="2322513"/>
            <a:chExt cx="481013" cy="293688"/>
          </a:xfrm>
          <a:solidFill>
            <a:schemeClr val="accent1"/>
          </a:solidFill>
        </p:grpSpPr>
        <p:sp>
          <p:nvSpPr>
            <p:cNvPr id="180" name="Freeform 145"/>
            <p:cNvSpPr>
              <a:spLocks noEditPoints="1"/>
            </p:cNvSpPr>
            <p:nvPr/>
          </p:nvSpPr>
          <p:spPr bwMode="auto">
            <a:xfrm>
              <a:off x="6334125" y="2322513"/>
              <a:ext cx="481013" cy="293688"/>
            </a:xfrm>
            <a:custGeom>
              <a:avLst/>
              <a:gdLst>
                <a:gd name="T0" fmla="*/ 122 w 128"/>
                <a:gd name="T1" fmla="*/ 0 h 78"/>
                <a:gd name="T2" fmla="*/ 6 w 128"/>
                <a:gd name="T3" fmla="*/ 0 h 78"/>
                <a:gd name="T4" fmla="*/ 0 w 128"/>
                <a:gd name="T5" fmla="*/ 6 h 78"/>
                <a:gd name="T6" fmla="*/ 0 w 128"/>
                <a:gd name="T7" fmla="*/ 72 h 78"/>
                <a:gd name="T8" fmla="*/ 6 w 128"/>
                <a:gd name="T9" fmla="*/ 78 h 78"/>
                <a:gd name="T10" fmla="*/ 122 w 128"/>
                <a:gd name="T11" fmla="*/ 78 h 78"/>
                <a:gd name="T12" fmla="*/ 128 w 128"/>
                <a:gd name="T13" fmla="*/ 72 h 78"/>
                <a:gd name="T14" fmla="*/ 128 w 128"/>
                <a:gd name="T15" fmla="*/ 6 h 78"/>
                <a:gd name="T16" fmla="*/ 122 w 128"/>
                <a:gd name="T17" fmla="*/ 0 h 78"/>
                <a:gd name="T18" fmla="*/ 123 w 128"/>
                <a:gd name="T19" fmla="*/ 74 h 78"/>
                <a:gd name="T20" fmla="*/ 5 w 128"/>
                <a:gd name="T21" fmla="*/ 74 h 78"/>
                <a:gd name="T22" fmla="*/ 5 w 128"/>
                <a:gd name="T23" fmla="*/ 4 h 78"/>
                <a:gd name="T24" fmla="*/ 123 w 128"/>
                <a:gd name="T25" fmla="*/ 4 h 78"/>
                <a:gd name="T26" fmla="*/ 123 w 128"/>
                <a:gd name="T27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78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3" y="78"/>
                    <a:pt x="6" y="78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5" y="78"/>
                    <a:pt x="128" y="76"/>
                    <a:pt x="128" y="7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2"/>
                    <a:pt x="125" y="0"/>
                    <a:pt x="122" y="0"/>
                  </a:cubicBezTo>
                  <a:close/>
                  <a:moveTo>
                    <a:pt x="123" y="74"/>
                  </a:moveTo>
                  <a:cubicBezTo>
                    <a:pt x="5" y="74"/>
                    <a:pt x="5" y="74"/>
                    <a:pt x="5" y="7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1" name="Oval 146"/>
            <p:cNvSpPr>
              <a:spLocks noChangeArrowheads="1"/>
            </p:cNvSpPr>
            <p:nvPr/>
          </p:nvSpPr>
          <p:spPr bwMode="auto">
            <a:xfrm>
              <a:off x="6397625" y="237490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2" name="Oval 147"/>
            <p:cNvSpPr>
              <a:spLocks noChangeArrowheads="1"/>
            </p:cNvSpPr>
            <p:nvPr/>
          </p:nvSpPr>
          <p:spPr bwMode="auto">
            <a:xfrm>
              <a:off x="6454775" y="237490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3" name="Oval 148"/>
            <p:cNvSpPr>
              <a:spLocks noChangeArrowheads="1"/>
            </p:cNvSpPr>
            <p:nvPr/>
          </p:nvSpPr>
          <p:spPr bwMode="auto">
            <a:xfrm>
              <a:off x="6510338" y="2374900"/>
              <a:ext cx="15875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4" name="Oval 149"/>
            <p:cNvSpPr>
              <a:spLocks noChangeArrowheads="1"/>
            </p:cNvSpPr>
            <p:nvPr/>
          </p:nvSpPr>
          <p:spPr bwMode="auto">
            <a:xfrm>
              <a:off x="6567488" y="2374900"/>
              <a:ext cx="14288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5" name="Oval 150"/>
            <p:cNvSpPr>
              <a:spLocks noChangeArrowheads="1"/>
            </p:cNvSpPr>
            <p:nvPr/>
          </p:nvSpPr>
          <p:spPr bwMode="auto">
            <a:xfrm>
              <a:off x="6623050" y="2374900"/>
              <a:ext cx="15875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6" name="Oval 151"/>
            <p:cNvSpPr>
              <a:spLocks noChangeArrowheads="1"/>
            </p:cNvSpPr>
            <p:nvPr/>
          </p:nvSpPr>
          <p:spPr bwMode="auto">
            <a:xfrm>
              <a:off x="6675438" y="237490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7" name="Oval 152"/>
            <p:cNvSpPr>
              <a:spLocks noChangeArrowheads="1"/>
            </p:cNvSpPr>
            <p:nvPr/>
          </p:nvSpPr>
          <p:spPr bwMode="auto">
            <a:xfrm>
              <a:off x="6732588" y="237490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8" name="Oval 153"/>
            <p:cNvSpPr>
              <a:spLocks noChangeArrowheads="1"/>
            </p:cNvSpPr>
            <p:nvPr/>
          </p:nvSpPr>
          <p:spPr bwMode="auto">
            <a:xfrm>
              <a:off x="6397625" y="243205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9" name="Oval 154"/>
            <p:cNvSpPr>
              <a:spLocks noChangeArrowheads="1"/>
            </p:cNvSpPr>
            <p:nvPr/>
          </p:nvSpPr>
          <p:spPr bwMode="auto">
            <a:xfrm>
              <a:off x="6454775" y="243205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0" name="Oval 155"/>
            <p:cNvSpPr>
              <a:spLocks noChangeArrowheads="1"/>
            </p:cNvSpPr>
            <p:nvPr/>
          </p:nvSpPr>
          <p:spPr bwMode="auto">
            <a:xfrm>
              <a:off x="6510338" y="2432050"/>
              <a:ext cx="15875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1" name="Oval 156"/>
            <p:cNvSpPr>
              <a:spLocks noChangeArrowheads="1"/>
            </p:cNvSpPr>
            <p:nvPr/>
          </p:nvSpPr>
          <p:spPr bwMode="auto">
            <a:xfrm>
              <a:off x="6567488" y="2432050"/>
              <a:ext cx="14288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2" name="Oval 157"/>
            <p:cNvSpPr>
              <a:spLocks noChangeArrowheads="1"/>
            </p:cNvSpPr>
            <p:nvPr/>
          </p:nvSpPr>
          <p:spPr bwMode="auto">
            <a:xfrm>
              <a:off x="6623050" y="2432050"/>
              <a:ext cx="15875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3" name="Oval 158"/>
            <p:cNvSpPr>
              <a:spLocks noChangeArrowheads="1"/>
            </p:cNvSpPr>
            <p:nvPr/>
          </p:nvSpPr>
          <p:spPr bwMode="auto">
            <a:xfrm>
              <a:off x="6675438" y="243205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4" name="Oval 159"/>
            <p:cNvSpPr>
              <a:spLocks noChangeArrowheads="1"/>
            </p:cNvSpPr>
            <p:nvPr/>
          </p:nvSpPr>
          <p:spPr bwMode="auto">
            <a:xfrm>
              <a:off x="6732588" y="2432050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5" name="Oval 160"/>
            <p:cNvSpPr>
              <a:spLocks noChangeArrowheads="1"/>
            </p:cNvSpPr>
            <p:nvPr/>
          </p:nvSpPr>
          <p:spPr bwMode="auto">
            <a:xfrm>
              <a:off x="6397625" y="248761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6" name="Oval 161"/>
            <p:cNvSpPr>
              <a:spLocks noChangeArrowheads="1"/>
            </p:cNvSpPr>
            <p:nvPr/>
          </p:nvSpPr>
          <p:spPr bwMode="auto">
            <a:xfrm>
              <a:off x="6454775" y="248761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7" name="Oval 162"/>
            <p:cNvSpPr>
              <a:spLocks noChangeArrowheads="1"/>
            </p:cNvSpPr>
            <p:nvPr/>
          </p:nvSpPr>
          <p:spPr bwMode="auto">
            <a:xfrm>
              <a:off x="6510338" y="2487613"/>
              <a:ext cx="15875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8" name="Oval 163"/>
            <p:cNvSpPr>
              <a:spLocks noChangeArrowheads="1"/>
            </p:cNvSpPr>
            <p:nvPr/>
          </p:nvSpPr>
          <p:spPr bwMode="auto">
            <a:xfrm>
              <a:off x="6567488" y="2487613"/>
              <a:ext cx="14288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9" name="Oval 164"/>
            <p:cNvSpPr>
              <a:spLocks noChangeArrowheads="1"/>
            </p:cNvSpPr>
            <p:nvPr/>
          </p:nvSpPr>
          <p:spPr bwMode="auto">
            <a:xfrm>
              <a:off x="6623050" y="2487613"/>
              <a:ext cx="15875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0" name="Oval 165"/>
            <p:cNvSpPr>
              <a:spLocks noChangeArrowheads="1"/>
            </p:cNvSpPr>
            <p:nvPr/>
          </p:nvSpPr>
          <p:spPr bwMode="auto">
            <a:xfrm>
              <a:off x="6675438" y="248761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1" name="Oval 166"/>
            <p:cNvSpPr>
              <a:spLocks noChangeArrowheads="1"/>
            </p:cNvSpPr>
            <p:nvPr/>
          </p:nvSpPr>
          <p:spPr bwMode="auto">
            <a:xfrm>
              <a:off x="6732588" y="248761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2" name="Oval 167"/>
            <p:cNvSpPr>
              <a:spLocks noChangeArrowheads="1"/>
            </p:cNvSpPr>
            <p:nvPr/>
          </p:nvSpPr>
          <p:spPr bwMode="auto">
            <a:xfrm>
              <a:off x="6397625" y="254476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3" name="Oval 168"/>
            <p:cNvSpPr>
              <a:spLocks noChangeArrowheads="1"/>
            </p:cNvSpPr>
            <p:nvPr/>
          </p:nvSpPr>
          <p:spPr bwMode="auto">
            <a:xfrm>
              <a:off x="6732588" y="2544763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4" name="Freeform 169"/>
            <p:cNvSpPr/>
            <p:nvPr/>
          </p:nvSpPr>
          <p:spPr bwMode="auto">
            <a:xfrm>
              <a:off x="6454775" y="2544763"/>
              <a:ext cx="239713" cy="19050"/>
            </a:xfrm>
            <a:custGeom>
              <a:avLst/>
              <a:gdLst>
                <a:gd name="T0" fmla="*/ 2 w 64"/>
                <a:gd name="T1" fmla="*/ 5 h 5"/>
                <a:gd name="T2" fmla="*/ 62 w 64"/>
                <a:gd name="T3" fmla="*/ 5 h 5"/>
                <a:gd name="T4" fmla="*/ 64 w 64"/>
                <a:gd name="T5" fmla="*/ 2 h 5"/>
                <a:gd name="T6" fmla="*/ 62 w 64"/>
                <a:gd name="T7" fmla="*/ 0 h 5"/>
                <a:gd name="T8" fmla="*/ 2 w 64"/>
                <a:gd name="T9" fmla="*/ 0 h 5"/>
                <a:gd name="T10" fmla="*/ 0 w 64"/>
                <a:gd name="T11" fmla="*/ 2 h 5"/>
                <a:gd name="T12" fmla="*/ 2 w 64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5">
                  <a:moveTo>
                    <a:pt x="2" y="5"/>
                  </a:moveTo>
                  <a:cubicBezTo>
                    <a:pt x="62" y="5"/>
                    <a:pt x="62" y="5"/>
                    <a:pt x="62" y="5"/>
                  </a:cubicBezTo>
                  <a:cubicBezTo>
                    <a:pt x="63" y="5"/>
                    <a:pt x="64" y="4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8" name="组合 257"/>
          <p:cNvGrpSpPr/>
          <p:nvPr/>
        </p:nvGrpSpPr>
        <p:grpSpPr>
          <a:xfrm>
            <a:off x="5467350" y="2228850"/>
            <a:ext cx="292100" cy="481013"/>
            <a:chOff x="5467350" y="2228850"/>
            <a:chExt cx="292100" cy="481013"/>
          </a:xfrm>
          <a:solidFill>
            <a:schemeClr val="accent1"/>
          </a:solidFill>
        </p:grpSpPr>
        <p:sp>
          <p:nvSpPr>
            <p:cNvPr id="205" name="Freeform 170"/>
            <p:cNvSpPr>
              <a:spLocks noEditPoints="1"/>
            </p:cNvSpPr>
            <p:nvPr/>
          </p:nvSpPr>
          <p:spPr bwMode="auto">
            <a:xfrm>
              <a:off x="5467350" y="2228850"/>
              <a:ext cx="292100" cy="481013"/>
            </a:xfrm>
            <a:custGeom>
              <a:avLst/>
              <a:gdLst>
                <a:gd name="T0" fmla="*/ 43 w 78"/>
                <a:gd name="T1" fmla="*/ 0 h 128"/>
                <a:gd name="T2" fmla="*/ 35 w 78"/>
                <a:gd name="T3" fmla="*/ 0 h 128"/>
                <a:gd name="T4" fmla="*/ 0 w 78"/>
                <a:gd name="T5" fmla="*/ 36 h 128"/>
                <a:gd name="T6" fmla="*/ 0 w 78"/>
                <a:gd name="T7" fmla="*/ 92 h 128"/>
                <a:gd name="T8" fmla="*/ 35 w 78"/>
                <a:gd name="T9" fmla="*/ 128 h 128"/>
                <a:gd name="T10" fmla="*/ 43 w 78"/>
                <a:gd name="T11" fmla="*/ 128 h 128"/>
                <a:gd name="T12" fmla="*/ 78 w 78"/>
                <a:gd name="T13" fmla="*/ 92 h 128"/>
                <a:gd name="T14" fmla="*/ 78 w 78"/>
                <a:gd name="T15" fmla="*/ 36 h 128"/>
                <a:gd name="T16" fmla="*/ 43 w 78"/>
                <a:gd name="T17" fmla="*/ 0 h 128"/>
                <a:gd name="T18" fmla="*/ 74 w 78"/>
                <a:gd name="T19" fmla="*/ 92 h 128"/>
                <a:gd name="T20" fmla="*/ 65 w 78"/>
                <a:gd name="T21" fmla="*/ 114 h 128"/>
                <a:gd name="T22" fmla="*/ 43 w 78"/>
                <a:gd name="T23" fmla="*/ 123 h 128"/>
                <a:gd name="T24" fmla="*/ 35 w 78"/>
                <a:gd name="T25" fmla="*/ 123 h 128"/>
                <a:gd name="T26" fmla="*/ 13 w 78"/>
                <a:gd name="T27" fmla="*/ 114 h 128"/>
                <a:gd name="T28" fmla="*/ 4 w 78"/>
                <a:gd name="T29" fmla="*/ 92 h 128"/>
                <a:gd name="T30" fmla="*/ 4 w 78"/>
                <a:gd name="T31" fmla="*/ 36 h 128"/>
                <a:gd name="T32" fmla="*/ 13 w 78"/>
                <a:gd name="T33" fmla="*/ 14 h 128"/>
                <a:gd name="T34" fmla="*/ 35 w 78"/>
                <a:gd name="T35" fmla="*/ 5 h 128"/>
                <a:gd name="T36" fmla="*/ 43 w 78"/>
                <a:gd name="T37" fmla="*/ 5 h 128"/>
                <a:gd name="T38" fmla="*/ 65 w 78"/>
                <a:gd name="T39" fmla="*/ 14 h 128"/>
                <a:gd name="T40" fmla="*/ 74 w 78"/>
                <a:gd name="T41" fmla="*/ 36 h 128"/>
                <a:gd name="T42" fmla="*/ 74 w 78"/>
                <a:gd name="T43" fmla="*/ 9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8" h="128">
                  <a:moveTo>
                    <a:pt x="43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12"/>
                    <a:pt x="16" y="128"/>
                    <a:pt x="35" y="128"/>
                  </a:cubicBezTo>
                  <a:cubicBezTo>
                    <a:pt x="43" y="128"/>
                    <a:pt x="43" y="128"/>
                    <a:pt x="43" y="128"/>
                  </a:cubicBezTo>
                  <a:cubicBezTo>
                    <a:pt x="62" y="128"/>
                    <a:pt x="78" y="112"/>
                    <a:pt x="78" y="92"/>
                  </a:cubicBezTo>
                  <a:cubicBezTo>
                    <a:pt x="78" y="36"/>
                    <a:pt x="78" y="36"/>
                    <a:pt x="78" y="36"/>
                  </a:cubicBezTo>
                  <a:cubicBezTo>
                    <a:pt x="78" y="16"/>
                    <a:pt x="62" y="0"/>
                    <a:pt x="43" y="0"/>
                  </a:cubicBezTo>
                  <a:close/>
                  <a:moveTo>
                    <a:pt x="74" y="92"/>
                  </a:moveTo>
                  <a:cubicBezTo>
                    <a:pt x="74" y="101"/>
                    <a:pt x="71" y="108"/>
                    <a:pt x="65" y="114"/>
                  </a:cubicBezTo>
                  <a:cubicBezTo>
                    <a:pt x="59" y="120"/>
                    <a:pt x="51" y="123"/>
                    <a:pt x="43" y="123"/>
                  </a:cubicBezTo>
                  <a:cubicBezTo>
                    <a:pt x="35" y="123"/>
                    <a:pt x="35" y="123"/>
                    <a:pt x="35" y="123"/>
                  </a:cubicBezTo>
                  <a:cubicBezTo>
                    <a:pt x="27" y="123"/>
                    <a:pt x="19" y="120"/>
                    <a:pt x="13" y="114"/>
                  </a:cubicBezTo>
                  <a:cubicBezTo>
                    <a:pt x="7" y="108"/>
                    <a:pt x="4" y="101"/>
                    <a:pt x="4" y="92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27"/>
                    <a:pt x="7" y="20"/>
                    <a:pt x="13" y="14"/>
                  </a:cubicBezTo>
                  <a:cubicBezTo>
                    <a:pt x="19" y="8"/>
                    <a:pt x="27" y="5"/>
                    <a:pt x="35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51" y="5"/>
                    <a:pt x="59" y="8"/>
                    <a:pt x="65" y="14"/>
                  </a:cubicBezTo>
                  <a:cubicBezTo>
                    <a:pt x="71" y="20"/>
                    <a:pt x="74" y="27"/>
                    <a:pt x="74" y="36"/>
                  </a:cubicBezTo>
                  <a:lnTo>
                    <a:pt x="74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6" name="Freeform 171"/>
            <p:cNvSpPr/>
            <p:nvPr/>
          </p:nvSpPr>
          <p:spPr bwMode="auto">
            <a:xfrm>
              <a:off x="5605463" y="2311400"/>
              <a:ext cx="15875" cy="101600"/>
            </a:xfrm>
            <a:custGeom>
              <a:avLst/>
              <a:gdLst>
                <a:gd name="T0" fmla="*/ 2 w 4"/>
                <a:gd name="T1" fmla="*/ 0 h 27"/>
                <a:gd name="T2" fmla="*/ 0 w 4"/>
                <a:gd name="T3" fmla="*/ 3 h 27"/>
                <a:gd name="T4" fmla="*/ 0 w 4"/>
                <a:gd name="T5" fmla="*/ 25 h 27"/>
                <a:gd name="T6" fmla="*/ 2 w 4"/>
                <a:gd name="T7" fmla="*/ 27 h 27"/>
                <a:gd name="T8" fmla="*/ 4 w 4"/>
                <a:gd name="T9" fmla="*/ 25 h 27"/>
                <a:gd name="T10" fmla="*/ 4 w 4"/>
                <a:gd name="T11" fmla="*/ 3 h 27"/>
                <a:gd name="T12" fmla="*/ 2 w 4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7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3" y="27"/>
                    <a:pt x="4" y="26"/>
                    <a:pt x="4" y="2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4411663" y="2236788"/>
            <a:ext cx="481013" cy="465138"/>
            <a:chOff x="4411663" y="2236788"/>
            <a:chExt cx="481013" cy="465138"/>
          </a:xfrm>
          <a:solidFill>
            <a:schemeClr val="accent1"/>
          </a:solidFill>
        </p:grpSpPr>
        <p:sp>
          <p:nvSpPr>
            <p:cNvPr id="207" name="Freeform 172"/>
            <p:cNvSpPr>
              <a:spLocks noEditPoints="1"/>
            </p:cNvSpPr>
            <p:nvPr/>
          </p:nvSpPr>
          <p:spPr bwMode="auto">
            <a:xfrm>
              <a:off x="4411663" y="2236788"/>
              <a:ext cx="481013" cy="465138"/>
            </a:xfrm>
            <a:custGeom>
              <a:avLst/>
              <a:gdLst>
                <a:gd name="T0" fmla="*/ 122 w 128"/>
                <a:gd name="T1" fmla="*/ 0 h 124"/>
                <a:gd name="T2" fmla="*/ 6 w 128"/>
                <a:gd name="T3" fmla="*/ 0 h 124"/>
                <a:gd name="T4" fmla="*/ 0 w 128"/>
                <a:gd name="T5" fmla="*/ 6 h 124"/>
                <a:gd name="T6" fmla="*/ 0 w 128"/>
                <a:gd name="T7" fmla="*/ 95 h 124"/>
                <a:gd name="T8" fmla="*/ 6 w 128"/>
                <a:gd name="T9" fmla="*/ 101 h 124"/>
                <a:gd name="T10" fmla="*/ 48 w 128"/>
                <a:gd name="T11" fmla="*/ 101 h 124"/>
                <a:gd name="T12" fmla="*/ 45 w 128"/>
                <a:gd name="T13" fmla="*/ 119 h 124"/>
                <a:gd name="T14" fmla="*/ 38 w 128"/>
                <a:gd name="T15" fmla="*/ 119 h 124"/>
                <a:gd name="T16" fmla="*/ 36 w 128"/>
                <a:gd name="T17" fmla="*/ 121 h 124"/>
                <a:gd name="T18" fmla="*/ 38 w 128"/>
                <a:gd name="T19" fmla="*/ 124 h 124"/>
                <a:gd name="T20" fmla="*/ 90 w 128"/>
                <a:gd name="T21" fmla="*/ 124 h 124"/>
                <a:gd name="T22" fmla="*/ 92 w 128"/>
                <a:gd name="T23" fmla="*/ 121 h 124"/>
                <a:gd name="T24" fmla="*/ 90 w 128"/>
                <a:gd name="T25" fmla="*/ 119 h 124"/>
                <a:gd name="T26" fmla="*/ 83 w 128"/>
                <a:gd name="T27" fmla="*/ 119 h 124"/>
                <a:gd name="T28" fmla="*/ 80 w 128"/>
                <a:gd name="T29" fmla="*/ 101 h 124"/>
                <a:gd name="T30" fmla="*/ 122 w 128"/>
                <a:gd name="T31" fmla="*/ 101 h 124"/>
                <a:gd name="T32" fmla="*/ 128 w 128"/>
                <a:gd name="T33" fmla="*/ 95 h 124"/>
                <a:gd name="T34" fmla="*/ 128 w 128"/>
                <a:gd name="T35" fmla="*/ 6 h 124"/>
                <a:gd name="T36" fmla="*/ 122 w 128"/>
                <a:gd name="T37" fmla="*/ 0 h 124"/>
                <a:gd name="T38" fmla="*/ 50 w 128"/>
                <a:gd name="T39" fmla="*/ 119 h 124"/>
                <a:gd name="T40" fmla="*/ 53 w 128"/>
                <a:gd name="T41" fmla="*/ 101 h 124"/>
                <a:gd name="T42" fmla="*/ 75 w 128"/>
                <a:gd name="T43" fmla="*/ 101 h 124"/>
                <a:gd name="T44" fmla="*/ 78 w 128"/>
                <a:gd name="T45" fmla="*/ 119 h 124"/>
                <a:gd name="T46" fmla="*/ 50 w 128"/>
                <a:gd name="T47" fmla="*/ 119 h 124"/>
                <a:gd name="T48" fmla="*/ 123 w 128"/>
                <a:gd name="T49" fmla="*/ 97 h 124"/>
                <a:gd name="T50" fmla="*/ 5 w 128"/>
                <a:gd name="T51" fmla="*/ 97 h 124"/>
                <a:gd name="T52" fmla="*/ 5 w 128"/>
                <a:gd name="T53" fmla="*/ 79 h 124"/>
                <a:gd name="T54" fmla="*/ 123 w 128"/>
                <a:gd name="T55" fmla="*/ 79 h 124"/>
                <a:gd name="T56" fmla="*/ 123 w 128"/>
                <a:gd name="T57" fmla="*/ 97 h 124"/>
                <a:gd name="T58" fmla="*/ 123 w 128"/>
                <a:gd name="T59" fmla="*/ 75 h 124"/>
                <a:gd name="T60" fmla="*/ 5 w 128"/>
                <a:gd name="T61" fmla="*/ 75 h 124"/>
                <a:gd name="T62" fmla="*/ 5 w 128"/>
                <a:gd name="T63" fmla="*/ 5 h 124"/>
                <a:gd name="T64" fmla="*/ 123 w 128"/>
                <a:gd name="T65" fmla="*/ 5 h 124"/>
                <a:gd name="T66" fmla="*/ 123 w 128"/>
                <a:gd name="T67" fmla="*/ 75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8" h="12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1"/>
                    <a:pt x="6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5" y="119"/>
                    <a:pt x="45" y="119"/>
                    <a:pt x="45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37" y="119"/>
                    <a:pt x="36" y="120"/>
                    <a:pt x="36" y="121"/>
                  </a:cubicBezTo>
                  <a:cubicBezTo>
                    <a:pt x="36" y="123"/>
                    <a:pt x="37" y="124"/>
                    <a:pt x="38" y="124"/>
                  </a:cubicBezTo>
                  <a:cubicBezTo>
                    <a:pt x="90" y="124"/>
                    <a:pt x="90" y="124"/>
                    <a:pt x="90" y="124"/>
                  </a:cubicBezTo>
                  <a:cubicBezTo>
                    <a:pt x="91" y="124"/>
                    <a:pt x="92" y="123"/>
                    <a:pt x="92" y="121"/>
                  </a:cubicBezTo>
                  <a:cubicBezTo>
                    <a:pt x="92" y="120"/>
                    <a:pt x="91" y="119"/>
                    <a:pt x="90" y="119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122" y="101"/>
                    <a:pt x="122" y="101"/>
                    <a:pt x="122" y="101"/>
                  </a:cubicBezTo>
                  <a:cubicBezTo>
                    <a:pt x="125" y="101"/>
                    <a:pt x="128" y="99"/>
                    <a:pt x="128" y="95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50" y="119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8" y="119"/>
                    <a:pt x="78" y="119"/>
                    <a:pt x="78" y="119"/>
                  </a:cubicBezTo>
                  <a:lnTo>
                    <a:pt x="50" y="119"/>
                  </a:lnTo>
                  <a:close/>
                  <a:moveTo>
                    <a:pt x="123" y="97"/>
                  </a:moveTo>
                  <a:cubicBezTo>
                    <a:pt x="5" y="97"/>
                    <a:pt x="5" y="97"/>
                    <a:pt x="5" y="97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123" y="79"/>
                    <a:pt x="123" y="79"/>
                    <a:pt x="123" y="79"/>
                  </a:cubicBezTo>
                  <a:lnTo>
                    <a:pt x="123" y="97"/>
                  </a:lnTo>
                  <a:close/>
                  <a:moveTo>
                    <a:pt x="123" y="75"/>
                  </a:moveTo>
                  <a:cubicBezTo>
                    <a:pt x="5" y="75"/>
                    <a:pt x="5" y="75"/>
                    <a:pt x="5" y="7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8" name="Oval 173"/>
            <p:cNvSpPr>
              <a:spLocks noChangeArrowheads="1"/>
            </p:cNvSpPr>
            <p:nvPr/>
          </p:nvSpPr>
          <p:spPr bwMode="auto">
            <a:xfrm>
              <a:off x="4637088" y="2551113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6" name="组合 255"/>
          <p:cNvGrpSpPr/>
          <p:nvPr/>
        </p:nvGrpSpPr>
        <p:grpSpPr>
          <a:xfrm>
            <a:off x="3451225" y="2308225"/>
            <a:ext cx="481013" cy="322263"/>
            <a:chOff x="3451225" y="2308225"/>
            <a:chExt cx="481013" cy="322263"/>
          </a:xfrm>
          <a:solidFill>
            <a:schemeClr val="accent1"/>
          </a:solidFill>
        </p:grpSpPr>
        <p:sp>
          <p:nvSpPr>
            <p:cNvPr id="209" name="Freeform 174"/>
            <p:cNvSpPr>
              <a:spLocks noEditPoints="1"/>
            </p:cNvSpPr>
            <p:nvPr/>
          </p:nvSpPr>
          <p:spPr bwMode="auto">
            <a:xfrm>
              <a:off x="3489325" y="2308225"/>
              <a:ext cx="404813" cy="266700"/>
            </a:xfrm>
            <a:custGeom>
              <a:avLst/>
              <a:gdLst>
                <a:gd name="T0" fmla="*/ 108 w 108"/>
                <a:gd name="T1" fmla="*/ 6 h 71"/>
                <a:gd name="T2" fmla="*/ 102 w 108"/>
                <a:gd name="T3" fmla="*/ 0 h 71"/>
                <a:gd name="T4" fmla="*/ 6 w 108"/>
                <a:gd name="T5" fmla="*/ 0 h 71"/>
                <a:gd name="T6" fmla="*/ 0 w 108"/>
                <a:gd name="T7" fmla="*/ 6 h 71"/>
                <a:gd name="T8" fmla="*/ 0 w 108"/>
                <a:gd name="T9" fmla="*/ 71 h 71"/>
                <a:gd name="T10" fmla="*/ 108 w 108"/>
                <a:gd name="T11" fmla="*/ 71 h 71"/>
                <a:gd name="T12" fmla="*/ 108 w 108"/>
                <a:gd name="T13" fmla="*/ 6 h 71"/>
                <a:gd name="T14" fmla="*/ 104 w 108"/>
                <a:gd name="T15" fmla="*/ 67 h 71"/>
                <a:gd name="T16" fmla="*/ 4 w 108"/>
                <a:gd name="T17" fmla="*/ 67 h 71"/>
                <a:gd name="T18" fmla="*/ 4 w 108"/>
                <a:gd name="T19" fmla="*/ 4 h 71"/>
                <a:gd name="T20" fmla="*/ 104 w 108"/>
                <a:gd name="T21" fmla="*/ 4 h 71"/>
                <a:gd name="T22" fmla="*/ 104 w 108"/>
                <a:gd name="T23" fmla="*/ 6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71">
                  <a:moveTo>
                    <a:pt x="108" y="6"/>
                  </a:moveTo>
                  <a:cubicBezTo>
                    <a:pt x="108" y="3"/>
                    <a:pt x="105" y="0"/>
                    <a:pt x="10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08" y="71"/>
                    <a:pt x="108" y="71"/>
                    <a:pt x="108" y="71"/>
                  </a:cubicBezTo>
                  <a:lnTo>
                    <a:pt x="108" y="6"/>
                  </a:lnTo>
                  <a:close/>
                  <a:moveTo>
                    <a:pt x="104" y="67"/>
                  </a:moveTo>
                  <a:cubicBezTo>
                    <a:pt x="4" y="67"/>
                    <a:pt x="4" y="67"/>
                    <a:pt x="4" y="6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04" y="4"/>
                    <a:pt x="104" y="4"/>
                    <a:pt x="104" y="4"/>
                  </a:cubicBezTo>
                  <a:lnTo>
                    <a:pt x="104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0" name="Freeform 175"/>
            <p:cNvSpPr/>
            <p:nvPr/>
          </p:nvSpPr>
          <p:spPr bwMode="auto">
            <a:xfrm>
              <a:off x="3451225" y="2616200"/>
              <a:ext cx="481013" cy="14288"/>
            </a:xfrm>
            <a:custGeom>
              <a:avLst/>
              <a:gdLst>
                <a:gd name="T0" fmla="*/ 126 w 128"/>
                <a:gd name="T1" fmla="*/ 0 h 4"/>
                <a:gd name="T2" fmla="*/ 2 w 128"/>
                <a:gd name="T3" fmla="*/ 0 h 4"/>
                <a:gd name="T4" fmla="*/ 0 w 128"/>
                <a:gd name="T5" fmla="*/ 2 h 4"/>
                <a:gd name="T6" fmla="*/ 2 w 128"/>
                <a:gd name="T7" fmla="*/ 4 h 4"/>
                <a:gd name="T8" fmla="*/ 126 w 128"/>
                <a:gd name="T9" fmla="*/ 4 h 4"/>
                <a:gd name="T10" fmla="*/ 128 w 128"/>
                <a:gd name="T11" fmla="*/ 2 h 4"/>
                <a:gd name="T12" fmla="*/ 126 w 12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4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7" y="4"/>
                    <a:pt x="128" y="3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5" name="组合 254"/>
          <p:cNvGrpSpPr/>
          <p:nvPr/>
        </p:nvGrpSpPr>
        <p:grpSpPr>
          <a:xfrm>
            <a:off x="2554288" y="2228850"/>
            <a:ext cx="352425" cy="481013"/>
            <a:chOff x="2554288" y="2228850"/>
            <a:chExt cx="352425" cy="481013"/>
          </a:xfrm>
          <a:solidFill>
            <a:schemeClr val="accent1"/>
          </a:solidFill>
        </p:grpSpPr>
        <p:sp>
          <p:nvSpPr>
            <p:cNvPr id="211" name="Oval 176"/>
            <p:cNvSpPr>
              <a:spLocks noChangeArrowheads="1"/>
            </p:cNvSpPr>
            <p:nvPr/>
          </p:nvSpPr>
          <p:spPr bwMode="auto">
            <a:xfrm>
              <a:off x="2714625" y="2646363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2" name="Freeform 177"/>
            <p:cNvSpPr>
              <a:spLocks noEditPoints="1"/>
            </p:cNvSpPr>
            <p:nvPr/>
          </p:nvSpPr>
          <p:spPr bwMode="auto">
            <a:xfrm>
              <a:off x="2554288" y="2228850"/>
              <a:ext cx="352425" cy="481013"/>
            </a:xfrm>
            <a:custGeom>
              <a:avLst/>
              <a:gdLst>
                <a:gd name="T0" fmla="*/ 88 w 94"/>
                <a:gd name="T1" fmla="*/ 0 h 128"/>
                <a:gd name="T2" fmla="*/ 6 w 94"/>
                <a:gd name="T3" fmla="*/ 0 h 128"/>
                <a:gd name="T4" fmla="*/ 0 w 94"/>
                <a:gd name="T5" fmla="*/ 6 h 128"/>
                <a:gd name="T6" fmla="*/ 0 w 94"/>
                <a:gd name="T7" fmla="*/ 122 h 128"/>
                <a:gd name="T8" fmla="*/ 6 w 94"/>
                <a:gd name="T9" fmla="*/ 128 h 128"/>
                <a:gd name="T10" fmla="*/ 88 w 94"/>
                <a:gd name="T11" fmla="*/ 128 h 128"/>
                <a:gd name="T12" fmla="*/ 94 w 94"/>
                <a:gd name="T13" fmla="*/ 122 h 128"/>
                <a:gd name="T14" fmla="*/ 94 w 94"/>
                <a:gd name="T15" fmla="*/ 6 h 128"/>
                <a:gd name="T16" fmla="*/ 88 w 94"/>
                <a:gd name="T17" fmla="*/ 0 h 128"/>
                <a:gd name="T18" fmla="*/ 89 w 94"/>
                <a:gd name="T19" fmla="*/ 123 h 128"/>
                <a:gd name="T20" fmla="*/ 5 w 94"/>
                <a:gd name="T21" fmla="*/ 123 h 128"/>
                <a:gd name="T22" fmla="*/ 5 w 94"/>
                <a:gd name="T23" fmla="*/ 106 h 128"/>
                <a:gd name="T24" fmla="*/ 89 w 94"/>
                <a:gd name="T25" fmla="*/ 106 h 128"/>
                <a:gd name="T26" fmla="*/ 89 w 94"/>
                <a:gd name="T27" fmla="*/ 123 h 128"/>
                <a:gd name="T28" fmla="*/ 89 w 94"/>
                <a:gd name="T29" fmla="*/ 101 h 128"/>
                <a:gd name="T30" fmla="*/ 5 w 94"/>
                <a:gd name="T31" fmla="*/ 101 h 128"/>
                <a:gd name="T32" fmla="*/ 5 w 94"/>
                <a:gd name="T33" fmla="*/ 19 h 128"/>
                <a:gd name="T34" fmla="*/ 89 w 94"/>
                <a:gd name="T35" fmla="*/ 19 h 128"/>
                <a:gd name="T36" fmla="*/ 89 w 94"/>
                <a:gd name="T37" fmla="*/ 101 h 128"/>
                <a:gd name="T38" fmla="*/ 89 w 94"/>
                <a:gd name="T39" fmla="*/ 15 h 128"/>
                <a:gd name="T40" fmla="*/ 5 w 94"/>
                <a:gd name="T41" fmla="*/ 15 h 128"/>
                <a:gd name="T42" fmla="*/ 5 w 94"/>
                <a:gd name="T43" fmla="*/ 5 h 128"/>
                <a:gd name="T44" fmla="*/ 89 w 94"/>
                <a:gd name="T45" fmla="*/ 5 h 128"/>
                <a:gd name="T46" fmla="*/ 89 w 94"/>
                <a:gd name="T47" fmla="*/ 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4" h="128">
                  <a:moveTo>
                    <a:pt x="8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3"/>
                    <a:pt x="91" y="0"/>
                    <a:pt x="88" y="0"/>
                  </a:cubicBez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89" y="106"/>
                    <a:pt x="89" y="106"/>
                    <a:pt x="89" y="106"/>
                  </a:cubicBezTo>
                  <a:lnTo>
                    <a:pt x="89" y="123"/>
                  </a:lnTo>
                  <a:close/>
                  <a:moveTo>
                    <a:pt x="89" y="101"/>
                  </a:moveTo>
                  <a:cubicBezTo>
                    <a:pt x="5" y="101"/>
                    <a:pt x="5" y="101"/>
                    <a:pt x="5" y="101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89" y="19"/>
                    <a:pt x="89" y="19"/>
                    <a:pt x="89" y="19"/>
                  </a:cubicBezTo>
                  <a:lnTo>
                    <a:pt x="89" y="101"/>
                  </a:lnTo>
                  <a:close/>
                  <a:moveTo>
                    <a:pt x="89" y="15"/>
                  </a:moveTo>
                  <a:cubicBezTo>
                    <a:pt x="5" y="15"/>
                    <a:pt x="5" y="15"/>
                    <a:pt x="5" y="1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89" y="5"/>
                    <a:pt x="89" y="5"/>
                    <a:pt x="89" y="5"/>
                  </a:cubicBezTo>
                  <a:lnTo>
                    <a:pt x="89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4" name="组合 253"/>
          <p:cNvGrpSpPr/>
          <p:nvPr/>
        </p:nvGrpSpPr>
        <p:grpSpPr>
          <a:xfrm>
            <a:off x="1622425" y="2228850"/>
            <a:ext cx="293688" cy="481013"/>
            <a:chOff x="1622425" y="2228850"/>
            <a:chExt cx="293688" cy="481013"/>
          </a:xfrm>
          <a:solidFill>
            <a:schemeClr val="accent1"/>
          </a:solidFill>
        </p:grpSpPr>
        <p:sp>
          <p:nvSpPr>
            <p:cNvPr id="213" name="Freeform 178"/>
            <p:cNvSpPr>
              <a:spLocks noEditPoints="1"/>
            </p:cNvSpPr>
            <p:nvPr/>
          </p:nvSpPr>
          <p:spPr bwMode="auto">
            <a:xfrm>
              <a:off x="1622425" y="2228850"/>
              <a:ext cx="293688" cy="481013"/>
            </a:xfrm>
            <a:custGeom>
              <a:avLst/>
              <a:gdLst>
                <a:gd name="T0" fmla="*/ 72 w 78"/>
                <a:gd name="T1" fmla="*/ 0 h 128"/>
                <a:gd name="T2" fmla="*/ 6 w 78"/>
                <a:gd name="T3" fmla="*/ 0 h 128"/>
                <a:gd name="T4" fmla="*/ 0 w 78"/>
                <a:gd name="T5" fmla="*/ 6 h 128"/>
                <a:gd name="T6" fmla="*/ 0 w 78"/>
                <a:gd name="T7" fmla="*/ 122 h 128"/>
                <a:gd name="T8" fmla="*/ 6 w 78"/>
                <a:gd name="T9" fmla="*/ 128 h 128"/>
                <a:gd name="T10" fmla="*/ 72 w 78"/>
                <a:gd name="T11" fmla="*/ 128 h 128"/>
                <a:gd name="T12" fmla="*/ 78 w 78"/>
                <a:gd name="T13" fmla="*/ 122 h 128"/>
                <a:gd name="T14" fmla="*/ 78 w 78"/>
                <a:gd name="T15" fmla="*/ 6 h 128"/>
                <a:gd name="T16" fmla="*/ 72 w 78"/>
                <a:gd name="T17" fmla="*/ 0 h 128"/>
                <a:gd name="T18" fmla="*/ 74 w 78"/>
                <a:gd name="T19" fmla="*/ 123 h 128"/>
                <a:gd name="T20" fmla="*/ 4 w 78"/>
                <a:gd name="T21" fmla="*/ 123 h 128"/>
                <a:gd name="T22" fmla="*/ 4 w 78"/>
                <a:gd name="T23" fmla="*/ 98 h 128"/>
                <a:gd name="T24" fmla="*/ 74 w 78"/>
                <a:gd name="T25" fmla="*/ 98 h 128"/>
                <a:gd name="T26" fmla="*/ 74 w 78"/>
                <a:gd name="T27" fmla="*/ 123 h 128"/>
                <a:gd name="T28" fmla="*/ 74 w 78"/>
                <a:gd name="T29" fmla="*/ 94 h 128"/>
                <a:gd name="T30" fmla="*/ 4 w 78"/>
                <a:gd name="T31" fmla="*/ 94 h 128"/>
                <a:gd name="T32" fmla="*/ 4 w 78"/>
                <a:gd name="T33" fmla="*/ 19 h 128"/>
                <a:gd name="T34" fmla="*/ 74 w 78"/>
                <a:gd name="T35" fmla="*/ 19 h 128"/>
                <a:gd name="T36" fmla="*/ 74 w 78"/>
                <a:gd name="T37" fmla="*/ 94 h 128"/>
                <a:gd name="T38" fmla="*/ 74 w 78"/>
                <a:gd name="T39" fmla="*/ 15 h 128"/>
                <a:gd name="T40" fmla="*/ 4 w 78"/>
                <a:gd name="T41" fmla="*/ 15 h 128"/>
                <a:gd name="T42" fmla="*/ 4 w 78"/>
                <a:gd name="T43" fmla="*/ 5 h 128"/>
                <a:gd name="T44" fmla="*/ 74 w 78"/>
                <a:gd name="T45" fmla="*/ 5 h 128"/>
                <a:gd name="T46" fmla="*/ 74 w 78"/>
                <a:gd name="T47" fmla="*/ 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" h="128">
                  <a:moveTo>
                    <a:pt x="7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72" y="128"/>
                    <a:pt x="72" y="128"/>
                    <a:pt x="72" y="128"/>
                  </a:cubicBezTo>
                  <a:cubicBezTo>
                    <a:pt x="76" y="128"/>
                    <a:pt x="78" y="125"/>
                    <a:pt x="78" y="122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6" y="0"/>
                    <a:pt x="72" y="0"/>
                  </a:cubicBezTo>
                  <a:close/>
                  <a:moveTo>
                    <a:pt x="74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74" y="98"/>
                    <a:pt x="74" y="98"/>
                    <a:pt x="74" y="98"/>
                  </a:cubicBezTo>
                  <a:lnTo>
                    <a:pt x="74" y="123"/>
                  </a:lnTo>
                  <a:close/>
                  <a:moveTo>
                    <a:pt x="74" y="94"/>
                  </a:moveTo>
                  <a:cubicBezTo>
                    <a:pt x="4" y="94"/>
                    <a:pt x="4" y="94"/>
                    <a:pt x="4" y="9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74" y="19"/>
                    <a:pt x="74" y="19"/>
                    <a:pt x="74" y="19"/>
                  </a:cubicBezTo>
                  <a:lnTo>
                    <a:pt x="74" y="94"/>
                  </a:lnTo>
                  <a:close/>
                  <a:moveTo>
                    <a:pt x="7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4" name="Oval 179"/>
            <p:cNvSpPr>
              <a:spLocks noChangeArrowheads="1"/>
            </p:cNvSpPr>
            <p:nvPr/>
          </p:nvSpPr>
          <p:spPr bwMode="auto">
            <a:xfrm>
              <a:off x="1754188" y="2630488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3" name="组合 252"/>
          <p:cNvGrpSpPr/>
          <p:nvPr/>
        </p:nvGrpSpPr>
        <p:grpSpPr>
          <a:xfrm>
            <a:off x="673100" y="2228850"/>
            <a:ext cx="269875" cy="481013"/>
            <a:chOff x="673100" y="2228850"/>
            <a:chExt cx="269875" cy="481013"/>
          </a:xfrm>
          <a:solidFill>
            <a:schemeClr val="accent1"/>
          </a:solidFill>
        </p:grpSpPr>
        <p:sp>
          <p:nvSpPr>
            <p:cNvPr id="215" name="Freeform 180"/>
            <p:cNvSpPr>
              <a:spLocks noEditPoints="1"/>
            </p:cNvSpPr>
            <p:nvPr/>
          </p:nvSpPr>
          <p:spPr bwMode="auto">
            <a:xfrm>
              <a:off x="673100" y="2228850"/>
              <a:ext cx="269875" cy="481013"/>
            </a:xfrm>
            <a:custGeom>
              <a:avLst/>
              <a:gdLst>
                <a:gd name="T0" fmla="*/ 66 w 72"/>
                <a:gd name="T1" fmla="*/ 0 h 128"/>
                <a:gd name="T2" fmla="*/ 6 w 72"/>
                <a:gd name="T3" fmla="*/ 0 h 128"/>
                <a:gd name="T4" fmla="*/ 0 w 72"/>
                <a:gd name="T5" fmla="*/ 6 h 128"/>
                <a:gd name="T6" fmla="*/ 0 w 72"/>
                <a:gd name="T7" fmla="*/ 122 h 128"/>
                <a:gd name="T8" fmla="*/ 6 w 72"/>
                <a:gd name="T9" fmla="*/ 128 h 128"/>
                <a:gd name="T10" fmla="*/ 66 w 72"/>
                <a:gd name="T11" fmla="*/ 128 h 128"/>
                <a:gd name="T12" fmla="*/ 72 w 72"/>
                <a:gd name="T13" fmla="*/ 122 h 128"/>
                <a:gd name="T14" fmla="*/ 72 w 72"/>
                <a:gd name="T15" fmla="*/ 6 h 128"/>
                <a:gd name="T16" fmla="*/ 66 w 72"/>
                <a:gd name="T17" fmla="*/ 0 h 128"/>
                <a:gd name="T18" fmla="*/ 67 w 72"/>
                <a:gd name="T19" fmla="*/ 123 h 128"/>
                <a:gd name="T20" fmla="*/ 5 w 72"/>
                <a:gd name="T21" fmla="*/ 123 h 128"/>
                <a:gd name="T22" fmla="*/ 5 w 72"/>
                <a:gd name="T23" fmla="*/ 61 h 128"/>
                <a:gd name="T24" fmla="*/ 67 w 72"/>
                <a:gd name="T25" fmla="*/ 61 h 128"/>
                <a:gd name="T26" fmla="*/ 67 w 72"/>
                <a:gd name="T27" fmla="*/ 123 h 128"/>
                <a:gd name="T28" fmla="*/ 67 w 72"/>
                <a:gd name="T29" fmla="*/ 57 h 128"/>
                <a:gd name="T30" fmla="*/ 5 w 72"/>
                <a:gd name="T31" fmla="*/ 57 h 128"/>
                <a:gd name="T32" fmla="*/ 5 w 72"/>
                <a:gd name="T33" fmla="*/ 5 h 128"/>
                <a:gd name="T34" fmla="*/ 67 w 72"/>
                <a:gd name="T35" fmla="*/ 5 h 128"/>
                <a:gd name="T36" fmla="*/ 67 w 72"/>
                <a:gd name="T37" fmla="*/ 5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128">
                  <a:moveTo>
                    <a:pt x="6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9" y="128"/>
                    <a:pt x="72" y="125"/>
                    <a:pt x="72" y="122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3"/>
                    <a:pt x="69" y="0"/>
                    <a:pt x="66" y="0"/>
                  </a:cubicBezTo>
                  <a:close/>
                  <a:moveTo>
                    <a:pt x="67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67" y="61"/>
                    <a:pt x="67" y="61"/>
                    <a:pt x="67" y="61"/>
                  </a:cubicBezTo>
                  <a:lnTo>
                    <a:pt x="67" y="123"/>
                  </a:lnTo>
                  <a:close/>
                  <a:moveTo>
                    <a:pt x="67" y="57"/>
                  </a:moveTo>
                  <a:cubicBezTo>
                    <a:pt x="5" y="57"/>
                    <a:pt x="5" y="57"/>
                    <a:pt x="5" y="5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7" y="5"/>
                    <a:pt x="67" y="5"/>
                    <a:pt x="67" y="5"/>
                  </a:cubicBezTo>
                  <a:lnTo>
                    <a:pt x="67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6" name="Freeform 181"/>
            <p:cNvSpPr>
              <a:spLocks noEditPoints="1"/>
            </p:cNvSpPr>
            <p:nvPr/>
          </p:nvSpPr>
          <p:spPr bwMode="auto">
            <a:xfrm>
              <a:off x="728663" y="2498725"/>
              <a:ext cx="158750" cy="153988"/>
            </a:xfrm>
            <a:custGeom>
              <a:avLst/>
              <a:gdLst>
                <a:gd name="T0" fmla="*/ 21 w 42"/>
                <a:gd name="T1" fmla="*/ 41 h 41"/>
                <a:gd name="T2" fmla="*/ 42 w 42"/>
                <a:gd name="T3" fmla="*/ 20 h 41"/>
                <a:gd name="T4" fmla="*/ 21 w 42"/>
                <a:gd name="T5" fmla="*/ 0 h 41"/>
                <a:gd name="T6" fmla="*/ 0 w 42"/>
                <a:gd name="T7" fmla="*/ 20 h 41"/>
                <a:gd name="T8" fmla="*/ 21 w 42"/>
                <a:gd name="T9" fmla="*/ 41 h 41"/>
                <a:gd name="T10" fmla="*/ 21 w 42"/>
                <a:gd name="T11" fmla="*/ 4 h 41"/>
                <a:gd name="T12" fmla="*/ 37 w 42"/>
                <a:gd name="T13" fmla="*/ 20 h 41"/>
                <a:gd name="T14" fmla="*/ 21 w 42"/>
                <a:gd name="T15" fmla="*/ 37 h 41"/>
                <a:gd name="T16" fmla="*/ 5 w 42"/>
                <a:gd name="T17" fmla="*/ 20 h 41"/>
                <a:gd name="T18" fmla="*/ 21 w 42"/>
                <a:gd name="T1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1">
                  <a:moveTo>
                    <a:pt x="21" y="41"/>
                  </a:moveTo>
                  <a:cubicBezTo>
                    <a:pt x="32" y="41"/>
                    <a:pt x="42" y="32"/>
                    <a:pt x="42" y="20"/>
                  </a:cubicBezTo>
                  <a:cubicBezTo>
                    <a:pt x="42" y="9"/>
                    <a:pt x="32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32"/>
                    <a:pt x="10" y="41"/>
                    <a:pt x="21" y="41"/>
                  </a:cubicBezTo>
                  <a:close/>
                  <a:moveTo>
                    <a:pt x="21" y="4"/>
                  </a:moveTo>
                  <a:cubicBezTo>
                    <a:pt x="30" y="4"/>
                    <a:pt x="37" y="11"/>
                    <a:pt x="37" y="20"/>
                  </a:cubicBezTo>
                  <a:cubicBezTo>
                    <a:pt x="37" y="29"/>
                    <a:pt x="30" y="37"/>
                    <a:pt x="21" y="37"/>
                  </a:cubicBezTo>
                  <a:cubicBezTo>
                    <a:pt x="12" y="37"/>
                    <a:pt x="5" y="29"/>
                    <a:pt x="5" y="20"/>
                  </a:cubicBezTo>
                  <a:cubicBezTo>
                    <a:pt x="5" y="11"/>
                    <a:pt x="12" y="4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6" name="组合 245"/>
          <p:cNvGrpSpPr/>
          <p:nvPr/>
        </p:nvGrpSpPr>
        <p:grpSpPr>
          <a:xfrm>
            <a:off x="11139488" y="1323975"/>
            <a:ext cx="481012" cy="366713"/>
            <a:chOff x="11139488" y="1323975"/>
            <a:chExt cx="481012" cy="366713"/>
          </a:xfrm>
          <a:solidFill>
            <a:schemeClr val="accent1"/>
          </a:solidFill>
        </p:grpSpPr>
        <p:sp>
          <p:nvSpPr>
            <p:cNvPr id="217" name="Freeform 182"/>
            <p:cNvSpPr>
              <a:spLocks noEditPoints="1"/>
            </p:cNvSpPr>
            <p:nvPr/>
          </p:nvSpPr>
          <p:spPr bwMode="auto">
            <a:xfrm>
              <a:off x="11301413" y="1620838"/>
              <a:ext cx="71438" cy="69850"/>
            </a:xfrm>
            <a:custGeom>
              <a:avLst/>
              <a:gdLst>
                <a:gd name="T0" fmla="*/ 9 w 19"/>
                <a:gd name="T1" fmla="*/ 0 h 19"/>
                <a:gd name="T2" fmla="*/ 0 w 19"/>
                <a:gd name="T3" fmla="*/ 9 h 19"/>
                <a:gd name="T4" fmla="*/ 9 w 19"/>
                <a:gd name="T5" fmla="*/ 19 h 19"/>
                <a:gd name="T6" fmla="*/ 19 w 19"/>
                <a:gd name="T7" fmla="*/ 9 h 19"/>
                <a:gd name="T8" fmla="*/ 9 w 19"/>
                <a:gd name="T9" fmla="*/ 0 h 19"/>
                <a:gd name="T10" fmla="*/ 9 w 19"/>
                <a:gd name="T11" fmla="*/ 15 h 19"/>
                <a:gd name="T12" fmla="*/ 4 w 19"/>
                <a:gd name="T13" fmla="*/ 9 h 19"/>
                <a:gd name="T14" fmla="*/ 9 w 19"/>
                <a:gd name="T15" fmla="*/ 4 h 19"/>
                <a:gd name="T16" fmla="*/ 14 w 19"/>
                <a:gd name="T17" fmla="*/ 9 h 19"/>
                <a:gd name="T18" fmla="*/ 9 w 19"/>
                <a:gd name="T19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9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9" y="19"/>
                  </a:cubicBezTo>
                  <a:cubicBezTo>
                    <a:pt x="15" y="19"/>
                    <a:pt x="19" y="15"/>
                    <a:pt x="19" y="9"/>
                  </a:cubicBezTo>
                  <a:cubicBezTo>
                    <a:pt x="19" y="4"/>
                    <a:pt x="15" y="0"/>
                    <a:pt x="9" y="0"/>
                  </a:cubicBezTo>
                  <a:close/>
                  <a:moveTo>
                    <a:pt x="9" y="15"/>
                  </a:moveTo>
                  <a:cubicBezTo>
                    <a:pt x="6" y="15"/>
                    <a:pt x="4" y="12"/>
                    <a:pt x="4" y="9"/>
                  </a:cubicBezTo>
                  <a:cubicBezTo>
                    <a:pt x="4" y="7"/>
                    <a:pt x="6" y="4"/>
                    <a:pt x="9" y="4"/>
                  </a:cubicBezTo>
                  <a:cubicBezTo>
                    <a:pt x="12" y="4"/>
                    <a:pt x="14" y="7"/>
                    <a:pt x="14" y="9"/>
                  </a:cubicBezTo>
                  <a:cubicBezTo>
                    <a:pt x="14" y="12"/>
                    <a:pt x="12" y="15"/>
                    <a:pt x="9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8" name="Freeform 183"/>
            <p:cNvSpPr>
              <a:spLocks noEditPoints="1"/>
            </p:cNvSpPr>
            <p:nvPr/>
          </p:nvSpPr>
          <p:spPr bwMode="auto">
            <a:xfrm>
              <a:off x="11410950" y="1620838"/>
              <a:ext cx="74613" cy="69850"/>
            </a:xfrm>
            <a:custGeom>
              <a:avLst/>
              <a:gdLst>
                <a:gd name="T0" fmla="*/ 10 w 20"/>
                <a:gd name="T1" fmla="*/ 0 h 19"/>
                <a:gd name="T2" fmla="*/ 0 w 20"/>
                <a:gd name="T3" fmla="*/ 9 h 19"/>
                <a:gd name="T4" fmla="*/ 10 w 20"/>
                <a:gd name="T5" fmla="*/ 19 h 19"/>
                <a:gd name="T6" fmla="*/ 20 w 20"/>
                <a:gd name="T7" fmla="*/ 9 h 19"/>
                <a:gd name="T8" fmla="*/ 10 w 20"/>
                <a:gd name="T9" fmla="*/ 0 h 19"/>
                <a:gd name="T10" fmla="*/ 10 w 20"/>
                <a:gd name="T11" fmla="*/ 15 h 19"/>
                <a:gd name="T12" fmla="*/ 5 w 20"/>
                <a:gd name="T13" fmla="*/ 9 h 19"/>
                <a:gd name="T14" fmla="*/ 10 w 20"/>
                <a:gd name="T15" fmla="*/ 4 h 19"/>
                <a:gd name="T16" fmla="*/ 15 w 20"/>
                <a:gd name="T17" fmla="*/ 9 h 19"/>
                <a:gd name="T18" fmla="*/ 10 w 20"/>
                <a:gd name="T19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9">
                  <a:moveTo>
                    <a:pt x="10" y="0"/>
                  </a:moveTo>
                  <a:cubicBezTo>
                    <a:pt x="5" y="0"/>
                    <a:pt x="0" y="4"/>
                    <a:pt x="0" y="9"/>
                  </a:cubicBezTo>
                  <a:cubicBezTo>
                    <a:pt x="0" y="15"/>
                    <a:pt x="5" y="19"/>
                    <a:pt x="10" y="19"/>
                  </a:cubicBezTo>
                  <a:cubicBezTo>
                    <a:pt x="15" y="19"/>
                    <a:pt x="20" y="15"/>
                    <a:pt x="20" y="9"/>
                  </a:cubicBezTo>
                  <a:cubicBezTo>
                    <a:pt x="20" y="4"/>
                    <a:pt x="15" y="0"/>
                    <a:pt x="10" y="0"/>
                  </a:cubicBezTo>
                  <a:close/>
                  <a:moveTo>
                    <a:pt x="10" y="15"/>
                  </a:moveTo>
                  <a:cubicBezTo>
                    <a:pt x="7" y="15"/>
                    <a:pt x="5" y="12"/>
                    <a:pt x="5" y="9"/>
                  </a:cubicBezTo>
                  <a:cubicBezTo>
                    <a:pt x="5" y="7"/>
                    <a:pt x="7" y="4"/>
                    <a:pt x="10" y="4"/>
                  </a:cubicBezTo>
                  <a:cubicBezTo>
                    <a:pt x="13" y="4"/>
                    <a:pt x="15" y="7"/>
                    <a:pt x="15" y="9"/>
                  </a:cubicBezTo>
                  <a:cubicBezTo>
                    <a:pt x="15" y="12"/>
                    <a:pt x="13" y="15"/>
                    <a:pt x="1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9" name="Freeform 184"/>
            <p:cNvSpPr/>
            <p:nvPr/>
          </p:nvSpPr>
          <p:spPr bwMode="auto">
            <a:xfrm>
              <a:off x="11139488" y="1323975"/>
              <a:ext cx="395288" cy="254000"/>
            </a:xfrm>
            <a:custGeom>
              <a:avLst/>
              <a:gdLst>
                <a:gd name="T0" fmla="*/ 103 w 105"/>
                <a:gd name="T1" fmla="*/ 64 h 68"/>
                <a:gd name="T2" fmla="*/ 35 w 105"/>
                <a:gd name="T3" fmla="*/ 64 h 68"/>
                <a:gd name="T4" fmla="*/ 13 w 105"/>
                <a:gd name="T5" fmla="*/ 2 h 68"/>
                <a:gd name="T6" fmla="*/ 11 w 105"/>
                <a:gd name="T7" fmla="*/ 0 h 68"/>
                <a:gd name="T8" fmla="*/ 2 w 105"/>
                <a:gd name="T9" fmla="*/ 0 h 68"/>
                <a:gd name="T10" fmla="*/ 0 w 105"/>
                <a:gd name="T11" fmla="*/ 3 h 68"/>
                <a:gd name="T12" fmla="*/ 2 w 105"/>
                <a:gd name="T13" fmla="*/ 5 h 68"/>
                <a:gd name="T14" fmla="*/ 9 w 105"/>
                <a:gd name="T15" fmla="*/ 5 h 68"/>
                <a:gd name="T16" fmla="*/ 32 w 105"/>
                <a:gd name="T17" fmla="*/ 67 h 68"/>
                <a:gd name="T18" fmla="*/ 34 w 105"/>
                <a:gd name="T19" fmla="*/ 68 h 68"/>
                <a:gd name="T20" fmla="*/ 103 w 105"/>
                <a:gd name="T21" fmla="*/ 68 h 68"/>
                <a:gd name="T22" fmla="*/ 105 w 105"/>
                <a:gd name="T23" fmla="*/ 66 h 68"/>
                <a:gd name="T24" fmla="*/ 103 w 105"/>
                <a:gd name="T25" fmla="*/ 6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" h="68">
                  <a:moveTo>
                    <a:pt x="103" y="64"/>
                  </a:moveTo>
                  <a:cubicBezTo>
                    <a:pt x="35" y="64"/>
                    <a:pt x="35" y="64"/>
                    <a:pt x="35" y="64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2" y="68"/>
                    <a:pt x="33" y="68"/>
                    <a:pt x="34" y="68"/>
                  </a:cubicBezTo>
                  <a:cubicBezTo>
                    <a:pt x="103" y="68"/>
                    <a:pt x="103" y="68"/>
                    <a:pt x="103" y="68"/>
                  </a:cubicBezTo>
                  <a:cubicBezTo>
                    <a:pt x="104" y="68"/>
                    <a:pt x="105" y="67"/>
                    <a:pt x="105" y="66"/>
                  </a:cubicBezTo>
                  <a:cubicBezTo>
                    <a:pt x="105" y="65"/>
                    <a:pt x="104" y="64"/>
                    <a:pt x="103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0" name="Freeform 185"/>
            <p:cNvSpPr>
              <a:spLocks noEditPoints="1"/>
            </p:cNvSpPr>
            <p:nvPr/>
          </p:nvSpPr>
          <p:spPr bwMode="auto">
            <a:xfrm>
              <a:off x="11229975" y="1323975"/>
              <a:ext cx="390525" cy="201613"/>
            </a:xfrm>
            <a:custGeom>
              <a:avLst/>
              <a:gdLst>
                <a:gd name="T0" fmla="*/ 102 w 104"/>
                <a:gd name="T1" fmla="*/ 0 h 54"/>
                <a:gd name="T2" fmla="*/ 3 w 104"/>
                <a:gd name="T3" fmla="*/ 0 h 54"/>
                <a:gd name="T4" fmla="*/ 0 w 104"/>
                <a:gd name="T5" fmla="*/ 3 h 54"/>
                <a:gd name="T6" fmla="*/ 1 w 104"/>
                <a:gd name="T7" fmla="*/ 4 h 54"/>
                <a:gd name="T8" fmla="*/ 18 w 104"/>
                <a:gd name="T9" fmla="*/ 52 h 54"/>
                <a:gd name="T10" fmla="*/ 21 w 104"/>
                <a:gd name="T11" fmla="*/ 54 h 54"/>
                <a:gd name="T12" fmla="*/ 84 w 104"/>
                <a:gd name="T13" fmla="*/ 54 h 54"/>
                <a:gd name="T14" fmla="*/ 86 w 104"/>
                <a:gd name="T15" fmla="*/ 52 h 54"/>
                <a:gd name="T16" fmla="*/ 104 w 104"/>
                <a:gd name="T17" fmla="*/ 3 h 54"/>
                <a:gd name="T18" fmla="*/ 104 w 104"/>
                <a:gd name="T19" fmla="*/ 3 h 54"/>
                <a:gd name="T20" fmla="*/ 102 w 104"/>
                <a:gd name="T21" fmla="*/ 0 h 54"/>
                <a:gd name="T22" fmla="*/ 82 w 104"/>
                <a:gd name="T23" fmla="*/ 49 h 54"/>
                <a:gd name="T24" fmla="*/ 22 w 104"/>
                <a:gd name="T25" fmla="*/ 49 h 54"/>
                <a:gd name="T26" fmla="*/ 6 w 104"/>
                <a:gd name="T27" fmla="*/ 5 h 54"/>
                <a:gd name="T28" fmla="*/ 98 w 104"/>
                <a:gd name="T29" fmla="*/ 5 h 54"/>
                <a:gd name="T30" fmla="*/ 82 w 104"/>
                <a:gd name="T31" fmla="*/ 4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4" h="54">
                  <a:moveTo>
                    <a:pt x="10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1" y="3"/>
                    <a:pt x="1" y="4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9" y="53"/>
                    <a:pt x="20" y="54"/>
                    <a:pt x="21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5" y="54"/>
                    <a:pt x="86" y="53"/>
                    <a:pt x="86" y="52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4" y="1"/>
                    <a:pt x="103" y="0"/>
                    <a:pt x="102" y="0"/>
                  </a:cubicBezTo>
                  <a:close/>
                  <a:moveTo>
                    <a:pt x="82" y="49"/>
                  </a:moveTo>
                  <a:cubicBezTo>
                    <a:pt x="22" y="49"/>
                    <a:pt x="22" y="49"/>
                    <a:pt x="22" y="49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98" y="5"/>
                    <a:pt x="98" y="5"/>
                    <a:pt x="98" y="5"/>
                  </a:cubicBezTo>
                  <a:lnTo>
                    <a:pt x="82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10179050" y="1316038"/>
            <a:ext cx="481013" cy="382588"/>
            <a:chOff x="10179050" y="1316038"/>
            <a:chExt cx="481013" cy="382588"/>
          </a:xfrm>
          <a:solidFill>
            <a:schemeClr val="accent1"/>
          </a:solidFill>
        </p:grpSpPr>
        <p:sp>
          <p:nvSpPr>
            <p:cNvPr id="221" name="Freeform 186"/>
            <p:cNvSpPr>
              <a:spLocks noEditPoints="1"/>
            </p:cNvSpPr>
            <p:nvPr/>
          </p:nvSpPr>
          <p:spPr bwMode="auto">
            <a:xfrm>
              <a:off x="10179050" y="1316038"/>
              <a:ext cx="481013" cy="382588"/>
            </a:xfrm>
            <a:custGeom>
              <a:avLst/>
              <a:gdLst>
                <a:gd name="T0" fmla="*/ 126 w 128"/>
                <a:gd name="T1" fmla="*/ 38 h 102"/>
                <a:gd name="T2" fmla="*/ 98 w 128"/>
                <a:gd name="T3" fmla="*/ 38 h 102"/>
                <a:gd name="T4" fmla="*/ 77 w 128"/>
                <a:gd name="T5" fmla="*/ 1 h 102"/>
                <a:gd name="T6" fmla="*/ 74 w 128"/>
                <a:gd name="T7" fmla="*/ 0 h 102"/>
                <a:gd name="T8" fmla="*/ 73 w 128"/>
                <a:gd name="T9" fmla="*/ 2 h 102"/>
                <a:gd name="T10" fmla="*/ 73 w 128"/>
                <a:gd name="T11" fmla="*/ 4 h 102"/>
                <a:gd name="T12" fmla="*/ 93 w 128"/>
                <a:gd name="T13" fmla="*/ 38 h 102"/>
                <a:gd name="T14" fmla="*/ 34 w 128"/>
                <a:gd name="T15" fmla="*/ 38 h 102"/>
                <a:gd name="T16" fmla="*/ 55 w 128"/>
                <a:gd name="T17" fmla="*/ 4 h 102"/>
                <a:gd name="T18" fmla="*/ 55 w 128"/>
                <a:gd name="T19" fmla="*/ 2 h 102"/>
                <a:gd name="T20" fmla="*/ 54 w 128"/>
                <a:gd name="T21" fmla="*/ 0 h 102"/>
                <a:gd name="T22" fmla="*/ 51 w 128"/>
                <a:gd name="T23" fmla="*/ 1 h 102"/>
                <a:gd name="T24" fmla="*/ 29 w 128"/>
                <a:gd name="T25" fmla="*/ 38 h 102"/>
                <a:gd name="T26" fmla="*/ 2 w 128"/>
                <a:gd name="T27" fmla="*/ 38 h 102"/>
                <a:gd name="T28" fmla="*/ 0 w 128"/>
                <a:gd name="T29" fmla="*/ 41 h 102"/>
                <a:gd name="T30" fmla="*/ 2 w 128"/>
                <a:gd name="T31" fmla="*/ 43 h 102"/>
                <a:gd name="T32" fmla="*/ 12 w 128"/>
                <a:gd name="T33" fmla="*/ 43 h 102"/>
                <a:gd name="T34" fmla="*/ 30 w 128"/>
                <a:gd name="T35" fmla="*/ 101 h 102"/>
                <a:gd name="T36" fmla="*/ 33 w 128"/>
                <a:gd name="T37" fmla="*/ 102 h 102"/>
                <a:gd name="T38" fmla="*/ 95 w 128"/>
                <a:gd name="T39" fmla="*/ 102 h 102"/>
                <a:gd name="T40" fmla="*/ 98 w 128"/>
                <a:gd name="T41" fmla="*/ 101 h 102"/>
                <a:gd name="T42" fmla="*/ 116 w 128"/>
                <a:gd name="T43" fmla="*/ 43 h 102"/>
                <a:gd name="T44" fmla="*/ 126 w 128"/>
                <a:gd name="T45" fmla="*/ 43 h 102"/>
                <a:gd name="T46" fmla="*/ 128 w 128"/>
                <a:gd name="T47" fmla="*/ 41 h 102"/>
                <a:gd name="T48" fmla="*/ 126 w 128"/>
                <a:gd name="T49" fmla="*/ 38 h 102"/>
                <a:gd name="T50" fmla="*/ 94 w 128"/>
                <a:gd name="T51" fmla="*/ 98 h 102"/>
                <a:gd name="T52" fmla="*/ 34 w 128"/>
                <a:gd name="T53" fmla="*/ 98 h 102"/>
                <a:gd name="T54" fmla="*/ 17 w 128"/>
                <a:gd name="T55" fmla="*/ 43 h 102"/>
                <a:gd name="T56" fmla="*/ 111 w 128"/>
                <a:gd name="T57" fmla="*/ 43 h 102"/>
                <a:gd name="T58" fmla="*/ 94 w 128"/>
                <a:gd name="T59" fmla="*/ 9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2">
                  <a:moveTo>
                    <a:pt x="126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6" y="0"/>
                    <a:pt x="75" y="0"/>
                    <a:pt x="74" y="0"/>
                  </a:cubicBezTo>
                  <a:cubicBezTo>
                    <a:pt x="73" y="1"/>
                    <a:pt x="73" y="1"/>
                    <a:pt x="73" y="2"/>
                  </a:cubicBezTo>
                  <a:cubicBezTo>
                    <a:pt x="72" y="2"/>
                    <a:pt x="73" y="3"/>
                    <a:pt x="73" y="4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5" y="3"/>
                    <a:pt x="55" y="2"/>
                    <a:pt x="55" y="2"/>
                  </a:cubicBezTo>
                  <a:cubicBezTo>
                    <a:pt x="55" y="1"/>
                    <a:pt x="54" y="1"/>
                    <a:pt x="54" y="0"/>
                  </a:cubicBezTo>
                  <a:cubicBezTo>
                    <a:pt x="53" y="0"/>
                    <a:pt x="51" y="0"/>
                    <a:pt x="51" y="1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8"/>
                    <a:pt x="0" y="39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1" y="102"/>
                    <a:pt x="32" y="102"/>
                    <a:pt x="33" y="102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96" y="102"/>
                    <a:pt x="97" y="102"/>
                    <a:pt x="98" y="101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26" y="43"/>
                    <a:pt x="126" y="43"/>
                    <a:pt x="126" y="43"/>
                  </a:cubicBezTo>
                  <a:cubicBezTo>
                    <a:pt x="127" y="43"/>
                    <a:pt x="128" y="42"/>
                    <a:pt x="128" y="41"/>
                  </a:cubicBezTo>
                  <a:cubicBezTo>
                    <a:pt x="128" y="39"/>
                    <a:pt x="127" y="38"/>
                    <a:pt x="126" y="38"/>
                  </a:cubicBezTo>
                  <a:close/>
                  <a:moveTo>
                    <a:pt x="94" y="98"/>
                  </a:moveTo>
                  <a:cubicBezTo>
                    <a:pt x="34" y="98"/>
                    <a:pt x="34" y="98"/>
                    <a:pt x="34" y="98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11" y="43"/>
                    <a:pt x="111" y="43"/>
                    <a:pt x="111" y="43"/>
                  </a:cubicBezTo>
                  <a:lnTo>
                    <a:pt x="94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2" name="Freeform 187"/>
            <p:cNvSpPr/>
            <p:nvPr/>
          </p:nvSpPr>
          <p:spPr bwMode="auto">
            <a:xfrm>
              <a:off x="10355263" y="1514475"/>
              <a:ext cx="14288" cy="128588"/>
            </a:xfrm>
            <a:custGeom>
              <a:avLst/>
              <a:gdLst>
                <a:gd name="T0" fmla="*/ 2 w 4"/>
                <a:gd name="T1" fmla="*/ 34 h 34"/>
                <a:gd name="T2" fmla="*/ 4 w 4"/>
                <a:gd name="T3" fmla="*/ 32 h 34"/>
                <a:gd name="T4" fmla="*/ 4 w 4"/>
                <a:gd name="T5" fmla="*/ 3 h 34"/>
                <a:gd name="T6" fmla="*/ 2 w 4"/>
                <a:gd name="T7" fmla="*/ 0 h 34"/>
                <a:gd name="T8" fmla="*/ 0 w 4"/>
                <a:gd name="T9" fmla="*/ 3 h 34"/>
                <a:gd name="T10" fmla="*/ 0 w 4"/>
                <a:gd name="T11" fmla="*/ 32 h 34"/>
                <a:gd name="T12" fmla="*/ 2 w 4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34"/>
                  </a:moveTo>
                  <a:cubicBezTo>
                    <a:pt x="3" y="34"/>
                    <a:pt x="4" y="33"/>
                    <a:pt x="4" y="3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3" name="Freeform 188"/>
            <p:cNvSpPr/>
            <p:nvPr/>
          </p:nvSpPr>
          <p:spPr bwMode="auto">
            <a:xfrm>
              <a:off x="10410825" y="1514475"/>
              <a:ext cx="15875" cy="128588"/>
            </a:xfrm>
            <a:custGeom>
              <a:avLst/>
              <a:gdLst>
                <a:gd name="T0" fmla="*/ 2 w 4"/>
                <a:gd name="T1" fmla="*/ 34 h 34"/>
                <a:gd name="T2" fmla="*/ 4 w 4"/>
                <a:gd name="T3" fmla="*/ 32 h 34"/>
                <a:gd name="T4" fmla="*/ 4 w 4"/>
                <a:gd name="T5" fmla="*/ 3 h 34"/>
                <a:gd name="T6" fmla="*/ 2 w 4"/>
                <a:gd name="T7" fmla="*/ 0 h 34"/>
                <a:gd name="T8" fmla="*/ 0 w 4"/>
                <a:gd name="T9" fmla="*/ 3 h 34"/>
                <a:gd name="T10" fmla="*/ 0 w 4"/>
                <a:gd name="T11" fmla="*/ 32 h 34"/>
                <a:gd name="T12" fmla="*/ 2 w 4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34"/>
                  </a:moveTo>
                  <a:cubicBezTo>
                    <a:pt x="3" y="34"/>
                    <a:pt x="4" y="33"/>
                    <a:pt x="4" y="3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4" name="Freeform 189"/>
            <p:cNvSpPr/>
            <p:nvPr/>
          </p:nvSpPr>
          <p:spPr bwMode="auto">
            <a:xfrm>
              <a:off x="10467975" y="1514475"/>
              <a:ext cx="14288" cy="128588"/>
            </a:xfrm>
            <a:custGeom>
              <a:avLst/>
              <a:gdLst>
                <a:gd name="T0" fmla="*/ 2 w 4"/>
                <a:gd name="T1" fmla="*/ 34 h 34"/>
                <a:gd name="T2" fmla="*/ 4 w 4"/>
                <a:gd name="T3" fmla="*/ 32 h 34"/>
                <a:gd name="T4" fmla="*/ 4 w 4"/>
                <a:gd name="T5" fmla="*/ 3 h 34"/>
                <a:gd name="T6" fmla="*/ 2 w 4"/>
                <a:gd name="T7" fmla="*/ 0 h 34"/>
                <a:gd name="T8" fmla="*/ 0 w 4"/>
                <a:gd name="T9" fmla="*/ 3 h 34"/>
                <a:gd name="T10" fmla="*/ 0 w 4"/>
                <a:gd name="T11" fmla="*/ 32 h 34"/>
                <a:gd name="T12" fmla="*/ 2 w 4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34"/>
                  </a:moveTo>
                  <a:cubicBezTo>
                    <a:pt x="3" y="34"/>
                    <a:pt x="4" y="33"/>
                    <a:pt x="4" y="3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25" name="Freeform 190"/>
          <p:cNvSpPr>
            <a:spLocks noEditPoints="1"/>
          </p:cNvSpPr>
          <p:nvPr/>
        </p:nvSpPr>
        <p:spPr bwMode="auto">
          <a:xfrm>
            <a:off x="9293225" y="1266825"/>
            <a:ext cx="349250" cy="481013"/>
          </a:xfrm>
          <a:custGeom>
            <a:avLst/>
            <a:gdLst>
              <a:gd name="T0" fmla="*/ 82 w 93"/>
              <a:gd name="T1" fmla="*/ 41 h 128"/>
              <a:gd name="T2" fmla="*/ 67 w 93"/>
              <a:gd name="T3" fmla="*/ 41 h 128"/>
              <a:gd name="T4" fmla="*/ 67 w 93"/>
              <a:gd name="T5" fmla="*/ 21 h 128"/>
              <a:gd name="T6" fmla="*/ 46 w 93"/>
              <a:gd name="T7" fmla="*/ 0 h 128"/>
              <a:gd name="T8" fmla="*/ 26 w 93"/>
              <a:gd name="T9" fmla="*/ 21 h 128"/>
              <a:gd name="T10" fmla="*/ 26 w 93"/>
              <a:gd name="T11" fmla="*/ 41 h 128"/>
              <a:gd name="T12" fmla="*/ 11 w 93"/>
              <a:gd name="T13" fmla="*/ 41 h 128"/>
              <a:gd name="T14" fmla="*/ 9 w 93"/>
              <a:gd name="T15" fmla="*/ 43 h 128"/>
              <a:gd name="T16" fmla="*/ 0 w 93"/>
              <a:gd name="T17" fmla="*/ 126 h 128"/>
              <a:gd name="T18" fmla="*/ 2 w 93"/>
              <a:gd name="T19" fmla="*/ 128 h 128"/>
              <a:gd name="T20" fmla="*/ 91 w 93"/>
              <a:gd name="T21" fmla="*/ 128 h 128"/>
              <a:gd name="T22" fmla="*/ 93 w 93"/>
              <a:gd name="T23" fmla="*/ 126 h 128"/>
              <a:gd name="T24" fmla="*/ 84 w 93"/>
              <a:gd name="T25" fmla="*/ 43 h 128"/>
              <a:gd name="T26" fmla="*/ 82 w 93"/>
              <a:gd name="T27" fmla="*/ 41 h 128"/>
              <a:gd name="T28" fmla="*/ 30 w 93"/>
              <a:gd name="T29" fmla="*/ 21 h 128"/>
              <a:gd name="T30" fmla="*/ 46 w 93"/>
              <a:gd name="T31" fmla="*/ 5 h 128"/>
              <a:gd name="T32" fmla="*/ 63 w 93"/>
              <a:gd name="T33" fmla="*/ 21 h 128"/>
              <a:gd name="T34" fmla="*/ 63 w 93"/>
              <a:gd name="T35" fmla="*/ 41 h 128"/>
              <a:gd name="T36" fmla="*/ 30 w 93"/>
              <a:gd name="T37" fmla="*/ 41 h 128"/>
              <a:gd name="T38" fmla="*/ 30 w 93"/>
              <a:gd name="T39" fmla="*/ 21 h 128"/>
              <a:gd name="T40" fmla="*/ 5 w 93"/>
              <a:gd name="T41" fmla="*/ 124 h 128"/>
              <a:gd name="T42" fmla="*/ 5 w 93"/>
              <a:gd name="T43" fmla="*/ 122 h 128"/>
              <a:gd name="T44" fmla="*/ 12 w 93"/>
              <a:gd name="T45" fmla="*/ 54 h 128"/>
              <a:gd name="T46" fmla="*/ 13 w 93"/>
              <a:gd name="T47" fmla="*/ 46 h 128"/>
              <a:gd name="T48" fmla="*/ 26 w 93"/>
              <a:gd name="T49" fmla="*/ 46 h 128"/>
              <a:gd name="T50" fmla="*/ 26 w 93"/>
              <a:gd name="T51" fmla="*/ 55 h 128"/>
              <a:gd name="T52" fmla="*/ 28 w 93"/>
              <a:gd name="T53" fmla="*/ 57 h 128"/>
              <a:gd name="T54" fmla="*/ 30 w 93"/>
              <a:gd name="T55" fmla="*/ 55 h 128"/>
              <a:gd name="T56" fmla="*/ 30 w 93"/>
              <a:gd name="T57" fmla="*/ 46 h 128"/>
              <a:gd name="T58" fmla="*/ 63 w 93"/>
              <a:gd name="T59" fmla="*/ 46 h 128"/>
              <a:gd name="T60" fmla="*/ 63 w 93"/>
              <a:gd name="T61" fmla="*/ 55 h 128"/>
              <a:gd name="T62" fmla="*/ 65 w 93"/>
              <a:gd name="T63" fmla="*/ 57 h 128"/>
              <a:gd name="T64" fmla="*/ 67 w 93"/>
              <a:gd name="T65" fmla="*/ 55 h 128"/>
              <a:gd name="T66" fmla="*/ 67 w 93"/>
              <a:gd name="T67" fmla="*/ 46 h 128"/>
              <a:gd name="T68" fmla="*/ 80 w 93"/>
              <a:gd name="T69" fmla="*/ 46 h 128"/>
              <a:gd name="T70" fmla="*/ 88 w 93"/>
              <a:gd name="T71" fmla="*/ 124 h 128"/>
              <a:gd name="T72" fmla="*/ 5 w 93"/>
              <a:gd name="T73" fmla="*/ 12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3" h="128">
                <a:moveTo>
                  <a:pt x="82" y="41"/>
                </a:moveTo>
                <a:cubicBezTo>
                  <a:pt x="67" y="41"/>
                  <a:pt x="67" y="41"/>
                  <a:pt x="67" y="41"/>
                </a:cubicBezTo>
                <a:cubicBezTo>
                  <a:pt x="67" y="21"/>
                  <a:pt x="67" y="21"/>
                  <a:pt x="67" y="21"/>
                </a:cubicBezTo>
                <a:cubicBezTo>
                  <a:pt x="67" y="10"/>
                  <a:pt x="58" y="0"/>
                  <a:pt x="46" y="0"/>
                </a:cubicBezTo>
                <a:cubicBezTo>
                  <a:pt x="35" y="0"/>
                  <a:pt x="26" y="10"/>
                  <a:pt x="26" y="21"/>
                </a:cubicBezTo>
                <a:cubicBezTo>
                  <a:pt x="26" y="41"/>
                  <a:pt x="26" y="41"/>
                  <a:pt x="26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0" y="41"/>
                  <a:pt x="9" y="42"/>
                  <a:pt x="9" y="43"/>
                </a:cubicBezTo>
                <a:cubicBezTo>
                  <a:pt x="9" y="44"/>
                  <a:pt x="0" y="125"/>
                  <a:pt x="0" y="126"/>
                </a:cubicBezTo>
                <a:cubicBezTo>
                  <a:pt x="0" y="127"/>
                  <a:pt x="1" y="128"/>
                  <a:pt x="2" y="128"/>
                </a:cubicBezTo>
                <a:cubicBezTo>
                  <a:pt x="91" y="128"/>
                  <a:pt x="91" y="128"/>
                  <a:pt x="91" y="128"/>
                </a:cubicBezTo>
                <a:cubicBezTo>
                  <a:pt x="92" y="128"/>
                  <a:pt x="93" y="127"/>
                  <a:pt x="93" y="126"/>
                </a:cubicBezTo>
                <a:cubicBezTo>
                  <a:pt x="93" y="125"/>
                  <a:pt x="84" y="44"/>
                  <a:pt x="84" y="43"/>
                </a:cubicBezTo>
                <a:cubicBezTo>
                  <a:pt x="84" y="42"/>
                  <a:pt x="83" y="41"/>
                  <a:pt x="82" y="41"/>
                </a:cubicBezTo>
                <a:close/>
                <a:moveTo>
                  <a:pt x="30" y="21"/>
                </a:moveTo>
                <a:cubicBezTo>
                  <a:pt x="30" y="12"/>
                  <a:pt x="38" y="5"/>
                  <a:pt x="46" y="5"/>
                </a:cubicBezTo>
                <a:cubicBezTo>
                  <a:pt x="55" y="5"/>
                  <a:pt x="63" y="12"/>
                  <a:pt x="63" y="21"/>
                </a:cubicBezTo>
                <a:cubicBezTo>
                  <a:pt x="63" y="41"/>
                  <a:pt x="63" y="41"/>
                  <a:pt x="63" y="41"/>
                </a:cubicBezTo>
                <a:cubicBezTo>
                  <a:pt x="30" y="41"/>
                  <a:pt x="30" y="41"/>
                  <a:pt x="30" y="41"/>
                </a:cubicBezTo>
                <a:lnTo>
                  <a:pt x="30" y="21"/>
                </a:lnTo>
                <a:close/>
                <a:moveTo>
                  <a:pt x="5" y="124"/>
                </a:moveTo>
                <a:cubicBezTo>
                  <a:pt x="5" y="122"/>
                  <a:pt x="5" y="122"/>
                  <a:pt x="5" y="122"/>
                </a:cubicBezTo>
                <a:cubicBezTo>
                  <a:pt x="6" y="110"/>
                  <a:pt x="10" y="78"/>
                  <a:pt x="12" y="54"/>
                </a:cubicBezTo>
                <a:cubicBezTo>
                  <a:pt x="13" y="46"/>
                  <a:pt x="13" y="46"/>
                  <a:pt x="13" y="46"/>
                </a:cubicBezTo>
                <a:cubicBezTo>
                  <a:pt x="26" y="46"/>
                  <a:pt x="26" y="46"/>
                  <a:pt x="26" y="46"/>
                </a:cubicBezTo>
                <a:cubicBezTo>
                  <a:pt x="26" y="55"/>
                  <a:pt x="26" y="55"/>
                  <a:pt x="26" y="55"/>
                </a:cubicBezTo>
                <a:cubicBezTo>
                  <a:pt x="26" y="56"/>
                  <a:pt x="27" y="57"/>
                  <a:pt x="28" y="57"/>
                </a:cubicBezTo>
                <a:cubicBezTo>
                  <a:pt x="29" y="57"/>
                  <a:pt x="30" y="56"/>
                  <a:pt x="30" y="55"/>
                </a:cubicBezTo>
                <a:cubicBezTo>
                  <a:pt x="30" y="46"/>
                  <a:pt x="30" y="46"/>
                  <a:pt x="30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3" y="55"/>
                  <a:pt x="63" y="55"/>
                  <a:pt x="63" y="55"/>
                </a:cubicBezTo>
                <a:cubicBezTo>
                  <a:pt x="63" y="56"/>
                  <a:pt x="64" y="57"/>
                  <a:pt x="65" y="57"/>
                </a:cubicBezTo>
                <a:cubicBezTo>
                  <a:pt x="66" y="57"/>
                  <a:pt x="67" y="56"/>
                  <a:pt x="67" y="55"/>
                </a:cubicBezTo>
                <a:cubicBezTo>
                  <a:pt x="67" y="46"/>
                  <a:pt x="67" y="46"/>
                  <a:pt x="67" y="46"/>
                </a:cubicBezTo>
                <a:cubicBezTo>
                  <a:pt x="80" y="46"/>
                  <a:pt x="80" y="46"/>
                  <a:pt x="80" y="46"/>
                </a:cubicBezTo>
                <a:cubicBezTo>
                  <a:pt x="88" y="124"/>
                  <a:pt x="88" y="124"/>
                  <a:pt x="88" y="124"/>
                </a:cubicBezTo>
                <a:lnTo>
                  <a:pt x="5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8" name="组合 247"/>
          <p:cNvGrpSpPr/>
          <p:nvPr/>
        </p:nvGrpSpPr>
        <p:grpSpPr>
          <a:xfrm>
            <a:off x="8256588" y="1266825"/>
            <a:ext cx="481013" cy="484188"/>
            <a:chOff x="8256588" y="1266825"/>
            <a:chExt cx="481013" cy="484188"/>
          </a:xfrm>
          <a:solidFill>
            <a:schemeClr val="accent1"/>
          </a:solidFill>
        </p:grpSpPr>
        <p:sp>
          <p:nvSpPr>
            <p:cNvPr id="226" name="Freeform 191"/>
            <p:cNvSpPr>
              <a:spLocks noEditPoints="1"/>
            </p:cNvSpPr>
            <p:nvPr/>
          </p:nvSpPr>
          <p:spPr bwMode="auto">
            <a:xfrm>
              <a:off x="8256588" y="1266825"/>
              <a:ext cx="481013" cy="484188"/>
            </a:xfrm>
            <a:custGeom>
              <a:avLst/>
              <a:gdLst>
                <a:gd name="T0" fmla="*/ 128 w 128"/>
                <a:gd name="T1" fmla="*/ 2 h 129"/>
                <a:gd name="T2" fmla="*/ 127 w 128"/>
                <a:gd name="T3" fmla="*/ 1 h 129"/>
                <a:gd name="T4" fmla="*/ 126 w 128"/>
                <a:gd name="T5" fmla="*/ 0 h 129"/>
                <a:gd name="T6" fmla="*/ 63 w 128"/>
                <a:gd name="T7" fmla="*/ 0 h 129"/>
                <a:gd name="T8" fmla="*/ 61 w 128"/>
                <a:gd name="T9" fmla="*/ 1 h 129"/>
                <a:gd name="T10" fmla="*/ 2 w 128"/>
                <a:gd name="T11" fmla="*/ 60 h 129"/>
                <a:gd name="T12" fmla="*/ 0 w 128"/>
                <a:gd name="T13" fmla="*/ 65 h 129"/>
                <a:gd name="T14" fmla="*/ 2 w 128"/>
                <a:gd name="T15" fmla="*/ 69 h 129"/>
                <a:gd name="T16" fmla="*/ 59 w 128"/>
                <a:gd name="T17" fmla="*/ 126 h 129"/>
                <a:gd name="T18" fmla="*/ 68 w 128"/>
                <a:gd name="T19" fmla="*/ 126 h 129"/>
                <a:gd name="T20" fmla="*/ 127 w 128"/>
                <a:gd name="T21" fmla="*/ 67 h 129"/>
                <a:gd name="T22" fmla="*/ 128 w 128"/>
                <a:gd name="T23" fmla="*/ 65 h 129"/>
                <a:gd name="T24" fmla="*/ 128 w 128"/>
                <a:gd name="T25" fmla="*/ 65 h 129"/>
                <a:gd name="T26" fmla="*/ 128 w 128"/>
                <a:gd name="T27" fmla="*/ 2 h 129"/>
                <a:gd name="T28" fmla="*/ 64 w 128"/>
                <a:gd name="T29" fmla="*/ 124 h 129"/>
                <a:gd name="T30" fmla="*/ 4 w 128"/>
                <a:gd name="T31" fmla="*/ 65 h 129"/>
                <a:gd name="T32" fmla="*/ 64 w 128"/>
                <a:gd name="T33" fmla="*/ 5 h 129"/>
                <a:gd name="T34" fmla="*/ 123 w 128"/>
                <a:gd name="T35" fmla="*/ 5 h 129"/>
                <a:gd name="T36" fmla="*/ 123 w 128"/>
                <a:gd name="T37" fmla="*/ 64 h 129"/>
                <a:gd name="T38" fmla="*/ 64 w 128"/>
                <a:gd name="T39" fmla="*/ 12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8" h="129">
                  <a:moveTo>
                    <a:pt x="128" y="2"/>
                  </a:moveTo>
                  <a:cubicBezTo>
                    <a:pt x="128" y="2"/>
                    <a:pt x="128" y="1"/>
                    <a:pt x="127" y="1"/>
                  </a:cubicBezTo>
                  <a:cubicBezTo>
                    <a:pt x="127" y="0"/>
                    <a:pt x="126" y="0"/>
                    <a:pt x="126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1" y="1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1" y="61"/>
                    <a:pt x="0" y="63"/>
                    <a:pt x="0" y="65"/>
                  </a:cubicBezTo>
                  <a:cubicBezTo>
                    <a:pt x="0" y="66"/>
                    <a:pt x="1" y="68"/>
                    <a:pt x="2" y="69"/>
                  </a:cubicBezTo>
                  <a:cubicBezTo>
                    <a:pt x="59" y="126"/>
                    <a:pt x="59" y="126"/>
                    <a:pt x="59" y="126"/>
                  </a:cubicBezTo>
                  <a:cubicBezTo>
                    <a:pt x="62" y="129"/>
                    <a:pt x="66" y="129"/>
                    <a:pt x="68" y="126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8" y="67"/>
                    <a:pt x="128" y="66"/>
                    <a:pt x="128" y="65"/>
                  </a:cubicBezTo>
                  <a:cubicBezTo>
                    <a:pt x="128" y="65"/>
                    <a:pt x="128" y="65"/>
                    <a:pt x="128" y="65"/>
                  </a:cubicBezTo>
                  <a:lnTo>
                    <a:pt x="128" y="2"/>
                  </a:lnTo>
                  <a:close/>
                  <a:moveTo>
                    <a:pt x="64" y="124"/>
                  </a:moveTo>
                  <a:cubicBezTo>
                    <a:pt x="4" y="65"/>
                    <a:pt x="4" y="65"/>
                    <a:pt x="4" y="6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23" y="64"/>
                    <a:pt x="123" y="64"/>
                    <a:pt x="123" y="64"/>
                  </a:cubicBezTo>
                  <a:lnTo>
                    <a:pt x="64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7" name="Freeform 192"/>
            <p:cNvSpPr>
              <a:spLocks noEditPoints="1"/>
            </p:cNvSpPr>
            <p:nvPr/>
          </p:nvSpPr>
          <p:spPr bwMode="auto">
            <a:xfrm>
              <a:off x="8561388" y="1338263"/>
              <a:ext cx="107950" cy="104775"/>
            </a:xfrm>
            <a:custGeom>
              <a:avLst/>
              <a:gdLst>
                <a:gd name="T0" fmla="*/ 14 w 29"/>
                <a:gd name="T1" fmla="*/ 0 h 28"/>
                <a:gd name="T2" fmla="*/ 5 w 29"/>
                <a:gd name="T3" fmla="*/ 4 h 28"/>
                <a:gd name="T4" fmla="*/ 5 w 29"/>
                <a:gd name="T5" fmla="*/ 23 h 28"/>
                <a:gd name="T6" fmla="*/ 24 w 29"/>
                <a:gd name="T7" fmla="*/ 23 h 28"/>
                <a:gd name="T8" fmla="*/ 24 w 29"/>
                <a:gd name="T9" fmla="*/ 4 h 28"/>
                <a:gd name="T10" fmla="*/ 14 w 29"/>
                <a:gd name="T11" fmla="*/ 0 h 28"/>
                <a:gd name="T12" fmla="*/ 21 w 29"/>
                <a:gd name="T13" fmla="*/ 20 h 28"/>
                <a:gd name="T14" fmla="*/ 14 w 29"/>
                <a:gd name="T15" fmla="*/ 23 h 28"/>
                <a:gd name="T16" fmla="*/ 8 w 29"/>
                <a:gd name="T17" fmla="*/ 20 h 28"/>
                <a:gd name="T18" fmla="*/ 8 w 29"/>
                <a:gd name="T19" fmla="*/ 8 h 28"/>
                <a:gd name="T20" fmla="*/ 21 w 29"/>
                <a:gd name="T21" fmla="*/ 8 h 28"/>
                <a:gd name="T22" fmla="*/ 21 w 29"/>
                <a:gd name="T23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" h="28">
                  <a:moveTo>
                    <a:pt x="14" y="0"/>
                  </a:moveTo>
                  <a:cubicBezTo>
                    <a:pt x="11" y="0"/>
                    <a:pt x="7" y="2"/>
                    <a:pt x="5" y="4"/>
                  </a:cubicBezTo>
                  <a:cubicBezTo>
                    <a:pt x="0" y="10"/>
                    <a:pt x="0" y="18"/>
                    <a:pt x="5" y="23"/>
                  </a:cubicBezTo>
                  <a:cubicBezTo>
                    <a:pt x="10" y="28"/>
                    <a:pt x="19" y="28"/>
                    <a:pt x="24" y="23"/>
                  </a:cubicBezTo>
                  <a:cubicBezTo>
                    <a:pt x="29" y="18"/>
                    <a:pt x="29" y="10"/>
                    <a:pt x="24" y="4"/>
                  </a:cubicBezTo>
                  <a:cubicBezTo>
                    <a:pt x="21" y="2"/>
                    <a:pt x="18" y="0"/>
                    <a:pt x="14" y="0"/>
                  </a:cubicBezTo>
                  <a:close/>
                  <a:moveTo>
                    <a:pt x="21" y="20"/>
                  </a:moveTo>
                  <a:cubicBezTo>
                    <a:pt x="19" y="22"/>
                    <a:pt x="17" y="23"/>
                    <a:pt x="14" y="23"/>
                  </a:cubicBezTo>
                  <a:cubicBezTo>
                    <a:pt x="12" y="23"/>
                    <a:pt x="10" y="22"/>
                    <a:pt x="8" y="20"/>
                  </a:cubicBezTo>
                  <a:cubicBezTo>
                    <a:pt x="5" y="17"/>
                    <a:pt x="5" y="11"/>
                    <a:pt x="8" y="8"/>
                  </a:cubicBezTo>
                  <a:cubicBezTo>
                    <a:pt x="11" y="4"/>
                    <a:pt x="17" y="4"/>
                    <a:pt x="21" y="8"/>
                  </a:cubicBezTo>
                  <a:cubicBezTo>
                    <a:pt x="24" y="11"/>
                    <a:pt x="24" y="17"/>
                    <a:pt x="21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8" name="Freeform 193"/>
            <p:cNvSpPr/>
            <p:nvPr/>
          </p:nvSpPr>
          <p:spPr bwMode="auto">
            <a:xfrm>
              <a:off x="8358188" y="1401763"/>
              <a:ext cx="146050" cy="147638"/>
            </a:xfrm>
            <a:custGeom>
              <a:avLst/>
              <a:gdLst>
                <a:gd name="T0" fmla="*/ 39 w 39"/>
                <a:gd name="T1" fmla="*/ 0 h 39"/>
                <a:gd name="T2" fmla="*/ 37 w 39"/>
                <a:gd name="T3" fmla="*/ 0 h 39"/>
                <a:gd name="T4" fmla="*/ 35 w 39"/>
                <a:gd name="T5" fmla="*/ 0 h 39"/>
                <a:gd name="T6" fmla="*/ 1 w 39"/>
                <a:gd name="T7" fmla="*/ 35 h 39"/>
                <a:gd name="T8" fmla="*/ 1 w 39"/>
                <a:gd name="T9" fmla="*/ 38 h 39"/>
                <a:gd name="T10" fmla="*/ 4 w 39"/>
                <a:gd name="T11" fmla="*/ 38 h 39"/>
                <a:gd name="T12" fmla="*/ 39 w 39"/>
                <a:gd name="T13" fmla="*/ 4 h 39"/>
                <a:gd name="T14" fmla="*/ 39 w 39"/>
                <a:gd name="T1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9">
                  <a:moveTo>
                    <a:pt x="39" y="0"/>
                  </a:moveTo>
                  <a:cubicBezTo>
                    <a:pt x="38" y="0"/>
                    <a:pt x="38" y="0"/>
                    <a:pt x="37" y="0"/>
                  </a:cubicBezTo>
                  <a:cubicBezTo>
                    <a:pt x="36" y="0"/>
                    <a:pt x="36" y="0"/>
                    <a:pt x="35" y="0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2" y="39"/>
                    <a:pt x="3" y="39"/>
                    <a:pt x="4" y="38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3"/>
                    <a:pt x="39" y="1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9" name="Freeform 194"/>
            <p:cNvSpPr/>
            <p:nvPr/>
          </p:nvSpPr>
          <p:spPr bwMode="auto">
            <a:xfrm>
              <a:off x="8407400" y="1450975"/>
              <a:ext cx="146050" cy="146050"/>
            </a:xfrm>
            <a:custGeom>
              <a:avLst/>
              <a:gdLst>
                <a:gd name="T0" fmla="*/ 39 w 39"/>
                <a:gd name="T1" fmla="*/ 2 h 39"/>
                <a:gd name="T2" fmla="*/ 39 w 39"/>
                <a:gd name="T3" fmla="*/ 1 h 39"/>
                <a:gd name="T4" fmla="*/ 37 w 39"/>
                <a:gd name="T5" fmla="*/ 0 h 39"/>
                <a:gd name="T6" fmla="*/ 35 w 39"/>
                <a:gd name="T7" fmla="*/ 1 h 39"/>
                <a:gd name="T8" fmla="*/ 1 w 39"/>
                <a:gd name="T9" fmla="*/ 35 h 39"/>
                <a:gd name="T10" fmla="*/ 0 w 39"/>
                <a:gd name="T11" fmla="*/ 36 h 39"/>
                <a:gd name="T12" fmla="*/ 1 w 39"/>
                <a:gd name="T13" fmla="*/ 38 h 39"/>
                <a:gd name="T14" fmla="*/ 4 w 39"/>
                <a:gd name="T15" fmla="*/ 38 h 39"/>
                <a:gd name="T16" fmla="*/ 39 w 39"/>
                <a:gd name="T17" fmla="*/ 4 h 39"/>
                <a:gd name="T18" fmla="*/ 39 w 39"/>
                <a:gd name="T1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9">
                  <a:moveTo>
                    <a:pt x="39" y="2"/>
                  </a:moveTo>
                  <a:cubicBezTo>
                    <a:pt x="39" y="2"/>
                    <a:pt x="39" y="1"/>
                    <a:pt x="39" y="1"/>
                  </a:cubicBezTo>
                  <a:cubicBezTo>
                    <a:pt x="38" y="0"/>
                    <a:pt x="38" y="0"/>
                    <a:pt x="37" y="0"/>
                  </a:cubicBezTo>
                  <a:cubicBezTo>
                    <a:pt x="36" y="0"/>
                    <a:pt x="36" y="0"/>
                    <a:pt x="35" y="1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0" y="36"/>
                    <a:pt x="0" y="36"/>
                  </a:cubicBezTo>
                  <a:cubicBezTo>
                    <a:pt x="0" y="37"/>
                    <a:pt x="1" y="38"/>
                    <a:pt x="1" y="38"/>
                  </a:cubicBezTo>
                  <a:cubicBezTo>
                    <a:pt x="2" y="39"/>
                    <a:pt x="4" y="39"/>
                    <a:pt x="4" y="38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3"/>
                    <a:pt x="39" y="3"/>
                    <a:pt x="3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0" name="Freeform 195"/>
            <p:cNvSpPr/>
            <p:nvPr/>
          </p:nvSpPr>
          <p:spPr bwMode="auto">
            <a:xfrm>
              <a:off x="8455025" y="1500188"/>
              <a:ext cx="150813" cy="146050"/>
            </a:xfrm>
            <a:custGeom>
              <a:avLst/>
              <a:gdLst>
                <a:gd name="T0" fmla="*/ 37 w 40"/>
                <a:gd name="T1" fmla="*/ 0 h 39"/>
                <a:gd name="T2" fmla="*/ 36 w 40"/>
                <a:gd name="T3" fmla="*/ 1 h 39"/>
                <a:gd name="T4" fmla="*/ 1 w 40"/>
                <a:gd name="T5" fmla="*/ 35 h 39"/>
                <a:gd name="T6" fmla="*/ 1 w 40"/>
                <a:gd name="T7" fmla="*/ 38 h 39"/>
                <a:gd name="T8" fmla="*/ 4 w 40"/>
                <a:gd name="T9" fmla="*/ 38 h 39"/>
                <a:gd name="T10" fmla="*/ 39 w 40"/>
                <a:gd name="T11" fmla="*/ 4 h 39"/>
                <a:gd name="T12" fmla="*/ 39 w 40"/>
                <a:gd name="T13" fmla="*/ 1 h 39"/>
                <a:gd name="T14" fmla="*/ 37 w 40"/>
                <a:gd name="T1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39">
                  <a:moveTo>
                    <a:pt x="37" y="0"/>
                  </a:moveTo>
                  <a:cubicBezTo>
                    <a:pt x="37" y="0"/>
                    <a:pt x="36" y="0"/>
                    <a:pt x="36" y="1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2" y="39"/>
                    <a:pt x="4" y="39"/>
                    <a:pt x="4" y="38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40" y="3"/>
                    <a:pt x="40" y="2"/>
                    <a:pt x="39" y="1"/>
                  </a:cubicBezTo>
                  <a:cubicBezTo>
                    <a:pt x="38" y="0"/>
                    <a:pt x="38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7291388" y="1266825"/>
            <a:ext cx="484188" cy="484188"/>
            <a:chOff x="7291388" y="1266825"/>
            <a:chExt cx="484188" cy="484188"/>
          </a:xfrm>
          <a:solidFill>
            <a:schemeClr val="accent1"/>
          </a:solidFill>
        </p:grpSpPr>
        <p:sp>
          <p:nvSpPr>
            <p:cNvPr id="231" name="Freeform 196"/>
            <p:cNvSpPr>
              <a:spLocks noEditPoints="1"/>
            </p:cNvSpPr>
            <p:nvPr/>
          </p:nvSpPr>
          <p:spPr bwMode="auto">
            <a:xfrm>
              <a:off x="7291388" y="1266825"/>
              <a:ext cx="484188" cy="484188"/>
            </a:xfrm>
            <a:custGeom>
              <a:avLst/>
              <a:gdLst>
                <a:gd name="T0" fmla="*/ 129 w 129"/>
                <a:gd name="T1" fmla="*/ 2 h 129"/>
                <a:gd name="T2" fmla="*/ 128 w 129"/>
                <a:gd name="T3" fmla="*/ 1 h 129"/>
                <a:gd name="T4" fmla="*/ 127 w 129"/>
                <a:gd name="T5" fmla="*/ 0 h 129"/>
                <a:gd name="T6" fmla="*/ 64 w 129"/>
                <a:gd name="T7" fmla="*/ 0 h 129"/>
                <a:gd name="T8" fmla="*/ 62 w 129"/>
                <a:gd name="T9" fmla="*/ 1 h 129"/>
                <a:gd name="T10" fmla="*/ 3 w 129"/>
                <a:gd name="T11" fmla="*/ 60 h 129"/>
                <a:gd name="T12" fmla="*/ 3 w 129"/>
                <a:gd name="T13" fmla="*/ 69 h 129"/>
                <a:gd name="T14" fmla="*/ 60 w 129"/>
                <a:gd name="T15" fmla="*/ 126 h 129"/>
                <a:gd name="T16" fmla="*/ 69 w 129"/>
                <a:gd name="T17" fmla="*/ 126 h 129"/>
                <a:gd name="T18" fmla="*/ 128 w 129"/>
                <a:gd name="T19" fmla="*/ 67 h 129"/>
                <a:gd name="T20" fmla="*/ 129 w 129"/>
                <a:gd name="T21" fmla="*/ 65 h 129"/>
                <a:gd name="T22" fmla="*/ 129 w 129"/>
                <a:gd name="T23" fmla="*/ 65 h 129"/>
                <a:gd name="T24" fmla="*/ 129 w 129"/>
                <a:gd name="T25" fmla="*/ 2 h 129"/>
                <a:gd name="T26" fmla="*/ 65 w 129"/>
                <a:gd name="T27" fmla="*/ 124 h 129"/>
                <a:gd name="T28" fmla="*/ 5 w 129"/>
                <a:gd name="T29" fmla="*/ 65 h 129"/>
                <a:gd name="T30" fmla="*/ 65 w 129"/>
                <a:gd name="T31" fmla="*/ 5 h 129"/>
                <a:gd name="T32" fmla="*/ 124 w 129"/>
                <a:gd name="T33" fmla="*/ 5 h 129"/>
                <a:gd name="T34" fmla="*/ 124 w 129"/>
                <a:gd name="T35" fmla="*/ 64 h 129"/>
                <a:gd name="T36" fmla="*/ 65 w 129"/>
                <a:gd name="T37" fmla="*/ 12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9" h="129">
                  <a:moveTo>
                    <a:pt x="129" y="2"/>
                  </a:moveTo>
                  <a:cubicBezTo>
                    <a:pt x="129" y="2"/>
                    <a:pt x="129" y="1"/>
                    <a:pt x="128" y="1"/>
                  </a:cubicBezTo>
                  <a:cubicBezTo>
                    <a:pt x="128" y="0"/>
                    <a:pt x="127" y="0"/>
                    <a:pt x="127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3" y="0"/>
                    <a:pt x="63" y="0"/>
                    <a:pt x="62" y="1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0" y="63"/>
                    <a:pt x="0" y="66"/>
                    <a:pt x="3" y="69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3" y="129"/>
                    <a:pt x="67" y="129"/>
                    <a:pt x="69" y="126"/>
                  </a:cubicBezTo>
                  <a:cubicBezTo>
                    <a:pt x="128" y="67"/>
                    <a:pt x="128" y="67"/>
                    <a:pt x="128" y="67"/>
                  </a:cubicBezTo>
                  <a:cubicBezTo>
                    <a:pt x="129" y="67"/>
                    <a:pt x="129" y="66"/>
                    <a:pt x="129" y="65"/>
                  </a:cubicBezTo>
                  <a:cubicBezTo>
                    <a:pt x="129" y="65"/>
                    <a:pt x="129" y="65"/>
                    <a:pt x="129" y="65"/>
                  </a:cubicBezTo>
                  <a:lnTo>
                    <a:pt x="129" y="2"/>
                  </a:lnTo>
                  <a:close/>
                  <a:moveTo>
                    <a:pt x="65" y="124"/>
                  </a:moveTo>
                  <a:cubicBezTo>
                    <a:pt x="5" y="65"/>
                    <a:pt x="5" y="65"/>
                    <a:pt x="5" y="65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64"/>
                    <a:pt x="124" y="64"/>
                    <a:pt x="124" y="64"/>
                  </a:cubicBezTo>
                  <a:lnTo>
                    <a:pt x="65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2" name="Freeform 197"/>
            <p:cNvSpPr>
              <a:spLocks noEditPoints="1"/>
            </p:cNvSpPr>
            <p:nvPr/>
          </p:nvSpPr>
          <p:spPr bwMode="auto">
            <a:xfrm>
              <a:off x="7604125" y="1338263"/>
              <a:ext cx="100013" cy="104775"/>
            </a:xfrm>
            <a:custGeom>
              <a:avLst/>
              <a:gdLst>
                <a:gd name="T0" fmla="*/ 13 w 27"/>
                <a:gd name="T1" fmla="*/ 0 h 28"/>
                <a:gd name="T2" fmla="*/ 4 w 27"/>
                <a:gd name="T3" fmla="*/ 4 h 28"/>
                <a:gd name="T4" fmla="*/ 0 w 27"/>
                <a:gd name="T5" fmla="*/ 14 h 28"/>
                <a:gd name="T6" fmla="*/ 4 w 27"/>
                <a:gd name="T7" fmla="*/ 23 h 28"/>
                <a:gd name="T8" fmla="*/ 23 w 27"/>
                <a:gd name="T9" fmla="*/ 23 h 28"/>
                <a:gd name="T10" fmla="*/ 27 w 27"/>
                <a:gd name="T11" fmla="*/ 14 h 28"/>
                <a:gd name="T12" fmla="*/ 23 w 27"/>
                <a:gd name="T13" fmla="*/ 4 h 28"/>
                <a:gd name="T14" fmla="*/ 13 w 27"/>
                <a:gd name="T15" fmla="*/ 0 h 28"/>
                <a:gd name="T16" fmla="*/ 20 w 27"/>
                <a:gd name="T17" fmla="*/ 20 h 28"/>
                <a:gd name="T18" fmla="*/ 13 w 27"/>
                <a:gd name="T19" fmla="*/ 23 h 28"/>
                <a:gd name="T20" fmla="*/ 7 w 27"/>
                <a:gd name="T21" fmla="*/ 20 h 28"/>
                <a:gd name="T22" fmla="*/ 7 w 27"/>
                <a:gd name="T23" fmla="*/ 8 h 28"/>
                <a:gd name="T24" fmla="*/ 20 w 27"/>
                <a:gd name="T25" fmla="*/ 8 h 28"/>
                <a:gd name="T26" fmla="*/ 20 w 27"/>
                <a:gd name="T2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28">
                  <a:moveTo>
                    <a:pt x="13" y="0"/>
                  </a:moveTo>
                  <a:cubicBezTo>
                    <a:pt x="10" y="0"/>
                    <a:pt x="6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1"/>
                    <a:pt x="4" y="23"/>
                  </a:cubicBezTo>
                  <a:cubicBezTo>
                    <a:pt x="9" y="28"/>
                    <a:pt x="18" y="28"/>
                    <a:pt x="23" y="23"/>
                  </a:cubicBezTo>
                  <a:cubicBezTo>
                    <a:pt x="25" y="21"/>
                    <a:pt x="27" y="17"/>
                    <a:pt x="27" y="14"/>
                  </a:cubicBezTo>
                  <a:cubicBezTo>
                    <a:pt x="27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lose/>
                  <a:moveTo>
                    <a:pt x="20" y="20"/>
                  </a:moveTo>
                  <a:cubicBezTo>
                    <a:pt x="18" y="22"/>
                    <a:pt x="16" y="23"/>
                    <a:pt x="13" y="23"/>
                  </a:cubicBezTo>
                  <a:cubicBezTo>
                    <a:pt x="11" y="23"/>
                    <a:pt x="9" y="22"/>
                    <a:pt x="7" y="20"/>
                  </a:cubicBezTo>
                  <a:cubicBezTo>
                    <a:pt x="4" y="17"/>
                    <a:pt x="4" y="11"/>
                    <a:pt x="7" y="8"/>
                  </a:cubicBezTo>
                  <a:cubicBezTo>
                    <a:pt x="10" y="4"/>
                    <a:pt x="16" y="4"/>
                    <a:pt x="20" y="8"/>
                  </a:cubicBezTo>
                  <a:cubicBezTo>
                    <a:pt x="23" y="11"/>
                    <a:pt x="23" y="17"/>
                    <a:pt x="2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0" name="组合 249"/>
          <p:cNvGrpSpPr/>
          <p:nvPr/>
        </p:nvGrpSpPr>
        <p:grpSpPr>
          <a:xfrm>
            <a:off x="6334125" y="1289050"/>
            <a:ext cx="481013" cy="436563"/>
            <a:chOff x="6334125" y="1289050"/>
            <a:chExt cx="481013" cy="436563"/>
          </a:xfrm>
          <a:solidFill>
            <a:schemeClr val="accent1"/>
          </a:solidFill>
        </p:grpSpPr>
        <p:sp>
          <p:nvSpPr>
            <p:cNvPr id="233" name="Oval 198"/>
            <p:cNvSpPr>
              <a:spLocks noChangeArrowheads="1"/>
            </p:cNvSpPr>
            <p:nvPr/>
          </p:nvSpPr>
          <p:spPr bwMode="auto">
            <a:xfrm>
              <a:off x="6657975" y="1522413"/>
              <a:ext cx="28575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4" name="Freeform 199"/>
            <p:cNvSpPr>
              <a:spLocks noEditPoints="1"/>
            </p:cNvSpPr>
            <p:nvPr/>
          </p:nvSpPr>
          <p:spPr bwMode="auto">
            <a:xfrm>
              <a:off x="6334125" y="1289050"/>
              <a:ext cx="481013" cy="436563"/>
            </a:xfrm>
            <a:custGeom>
              <a:avLst/>
              <a:gdLst>
                <a:gd name="T0" fmla="*/ 122 w 128"/>
                <a:gd name="T1" fmla="*/ 15 h 116"/>
                <a:gd name="T2" fmla="*/ 10 w 128"/>
                <a:gd name="T3" fmla="*/ 15 h 116"/>
                <a:gd name="T4" fmla="*/ 5 w 128"/>
                <a:gd name="T5" fmla="*/ 10 h 116"/>
                <a:gd name="T6" fmla="*/ 10 w 128"/>
                <a:gd name="T7" fmla="*/ 5 h 116"/>
                <a:gd name="T8" fmla="*/ 126 w 128"/>
                <a:gd name="T9" fmla="*/ 5 h 116"/>
                <a:gd name="T10" fmla="*/ 128 w 128"/>
                <a:gd name="T11" fmla="*/ 3 h 116"/>
                <a:gd name="T12" fmla="*/ 126 w 128"/>
                <a:gd name="T13" fmla="*/ 0 h 116"/>
                <a:gd name="T14" fmla="*/ 10 w 128"/>
                <a:gd name="T15" fmla="*/ 0 h 116"/>
                <a:gd name="T16" fmla="*/ 0 w 128"/>
                <a:gd name="T17" fmla="*/ 10 h 116"/>
                <a:gd name="T18" fmla="*/ 0 w 128"/>
                <a:gd name="T19" fmla="*/ 110 h 116"/>
                <a:gd name="T20" fmla="*/ 6 w 128"/>
                <a:gd name="T21" fmla="*/ 116 h 116"/>
                <a:gd name="T22" fmla="*/ 122 w 128"/>
                <a:gd name="T23" fmla="*/ 116 h 116"/>
                <a:gd name="T24" fmla="*/ 128 w 128"/>
                <a:gd name="T25" fmla="*/ 110 h 116"/>
                <a:gd name="T26" fmla="*/ 128 w 128"/>
                <a:gd name="T27" fmla="*/ 21 h 116"/>
                <a:gd name="T28" fmla="*/ 122 w 128"/>
                <a:gd name="T29" fmla="*/ 15 h 116"/>
                <a:gd name="T30" fmla="*/ 123 w 128"/>
                <a:gd name="T31" fmla="*/ 78 h 116"/>
                <a:gd name="T32" fmla="*/ 76 w 128"/>
                <a:gd name="T33" fmla="*/ 78 h 116"/>
                <a:gd name="T34" fmla="*/ 76 w 128"/>
                <a:gd name="T35" fmla="*/ 53 h 116"/>
                <a:gd name="T36" fmla="*/ 123 w 128"/>
                <a:gd name="T37" fmla="*/ 53 h 116"/>
                <a:gd name="T38" fmla="*/ 123 w 128"/>
                <a:gd name="T39" fmla="*/ 78 h 116"/>
                <a:gd name="T40" fmla="*/ 123 w 128"/>
                <a:gd name="T41" fmla="*/ 49 h 116"/>
                <a:gd name="T42" fmla="*/ 78 w 128"/>
                <a:gd name="T43" fmla="*/ 49 h 116"/>
                <a:gd name="T44" fmla="*/ 72 w 128"/>
                <a:gd name="T45" fmla="*/ 55 h 116"/>
                <a:gd name="T46" fmla="*/ 72 w 128"/>
                <a:gd name="T47" fmla="*/ 77 h 116"/>
                <a:gd name="T48" fmla="*/ 78 w 128"/>
                <a:gd name="T49" fmla="*/ 83 h 116"/>
                <a:gd name="T50" fmla="*/ 123 w 128"/>
                <a:gd name="T51" fmla="*/ 83 h 116"/>
                <a:gd name="T52" fmla="*/ 123 w 128"/>
                <a:gd name="T53" fmla="*/ 112 h 116"/>
                <a:gd name="T54" fmla="*/ 5 w 128"/>
                <a:gd name="T55" fmla="*/ 112 h 116"/>
                <a:gd name="T56" fmla="*/ 5 w 128"/>
                <a:gd name="T57" fmla="*/ 18 h 116"/>
                <a:gd name="T58" fmla="*/ 6 w 128"/>
                <a:gd name="T59" fmla="*/ 19 h 116"/>
                <a:gd name="T60" fmla="*/ 10 w 128"/>
                <a:gd name="T61" fmla="*/ 20 h 116"/>
                <a:gd name="T62" fmla="*/ 48 w 128"/>
                <a:gd name="T63" fmla="*/ 20 h 116"/>
                <a:gd name="T64" fmla="*/ 48 w 128"/>
                <a:gd name="T65" fmla="*/ 20 h 116"/>
                <a:gd name="T66" fmla="*/ 123 w 128"/>
                <a:gd name="T67" fmla="*/ 20 h 116"/>
                <a:gd name="T68" fmla="*/ 123 w 128"/>
                <a:gd name="T69" fmla="*/ 4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16">
                  <a:moveTo>
                    <a:pt x="122" y="15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7" y="15"/>
                    <a:pt x="5" y="13"/>
                    <a:pt x="5" y="10"/>
                  </a:cubicBezTo>
                  <a:cubicBezTo>
                    <a:pt x="5" y="7"/>
                    <a:pt x="7" y="5"/>
                    <a:pt x="10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7" y="5"/>
                    <a:pt x="128" y="4"/>
                    <a:pt x="128" y="3"/>
                  </a:cubicBezTo>
                  <a:cubicBezTo>
                    <a:pt x="128" y="1"/>
                    <a:pt x="127" y="0"/>
                    <a:pt x="126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3"/>
                    <a:pt x="3" y="116"/>
                    <a:pt x="6" y="116"/>
                  </a:cubicBezTo>
                  <a:cubicBezTo>
                    <a:pt x="122" y="116"/>
                    <a:pt x="122" y="116"/>
                    <a:pt x="122" y="116"/>
                  </a:cubicBezTo>
                  <a:cubicBezTo>
                    <a:pt x="125" y="116"/>
                    <a:pt x="128" y="113"/>
                    <a:pt x="128" y="110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8"/>
                    <a:pt x="125" y="15"/>
                    <a:pt x="122" y="15"/>
                  </a:cubicBezTo>
                  <a:close/>
                  <a:moveTo>
                    <a:pt x="123" y="78"/>
                  </a:moveTo>
                  <a:cubicBezTo>
                    <a:pt x="76" y="78"/>
                    <a:pt x="76" y="78"/>
                    <a:pt x="76" y="78"/>
                  </a:cubicBezTo>
                  <a:cubicBezTo>
                    <a:pt x="76" y="53"/>
                    <a:pt x="76" y="53"/>
                    <a:pt x="76" y="53"/>
                  </a:cubicBezTo>
                  <a:cubicBezTo>
                    <a:pt x="123" y="53"/>
                    <a:pt x="123" y="53"/>
                    <a:pt x="123" y="53"/>
                  </a:cubicBezTo>
                  <a:lnTo>
                    <a:pt x="123" y="78"/>
                  </a:lnTo>
                  <a:close/>
                  <a:moveTo>
                    <a:pt x="123" y="49"/>
                  </a:moveTo>
                  <a:cubicBezTo>
                    <a:pt x="78" y="49"/>
                    <a:pt x="78" y="49"/>
                    <a:pt x="78" y="49"/>
                  </a:cubicBezTo>
                  <a:cubicBezTo>
                    <a:pt x="74" y="49"/>
                    <a:pt x="72" y="51"/>
                    <a:pt x="72" y="55"/>
                  </a:cubicBezTo>
                  <a:cubicBezTo>
                    <a:pt x="72" y="77"/>
                    <a:pt x="72" y="77"/>
                    <a:pt x="72" y="77"/>
                  </a:cubicBezTo>
                  <a:cubicBezTo>
                    <a:pt x="72" y="80"/>
                    <a:pt x="74" y="83"/>
                    <a:pt x="78" y="83"/>
                  </a:cubicBezTo>
                  <a:cubicBezTo>
                    <a:pt x="123" y="83"/>
                    <a:pt x="123" y="83"/>
                    <a:pt x="123" y="83"/>
                  </a:cubicBezTo>
                  <a:cubicBezTo>
                    <a:pt x="123" y="112"/>
                    <a:pt x="123" y="112"/>
                    <a:pt x="123" y="112"/>
                  </a:cubicBezTo>
                  <a:cubicBezTo>
                    <a:pt x="5" y="112"/>
                    <a:pt x="5" y="112"/>
                    <a:pt x="5" y="112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7" y="20"/>
                    <a:pt x="9" y="20"/>
                    <a:pt x="10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5373688" y="1346200"/>
            <a:ext cx="479425" cy="322263"/>
            <a:chOff x="5373688" y="1346200"/>
            <a:chExt cx="479425" cy="322263"/>
          </a:xfrm>
          <a:solidFill>
            <a:schemeClr val="accent1"/>
          </a:solidFill>
        </p:grpSpPr>
        <p:sp>
          <p:nvSpPr>
            <p:cNvPr id="235" name="Freeform 200"/>
            <p:cNvSpPr>
              <a:spLocks noEditPoints="1"/>
            </p:cNvSpPr>
            <p:nvPr/>
          </p:nvSpPr>
          <p:spPr bwMode="auto">
            <a:xfrm>
              <a:off x="5373688" y="1346200"/>
              <a:ext cx="479425" cy="322263"/>
            </a:xfrm>
            <a:custGeom>
              <a:avLst/>
              <a:gdLst>
                <a:gd name="T0" fmla="*/ 122 w 128"/>
                <a:gd name="T1" fmla="*/ 0 h 86"/>
                <a:gd name="T2" fmla="*/ 6 w 128"/>
                <a:gd name="T3" fmla="*/ 0 h 86"/>
                <a:gd name="T4" fmla="*/ 0 w 128"/>
                <a:gd name="T5" fmla="*/ 6 h 86"/>
                <a:gd name="T6" fmla="*/ 0 w 128"/>
                <a:gd name="T7" fmla="*/ 80 h 86"/>
                <a:gd name="T8" fmla="*/ 6 w 128"/>
                <a:gd name="T9" fmla="*/ 86 h 86"/>
                <a:gd name="T10" fmla="*/ 122 w 128"/>
                <a:gd name="T11" fmla="*/ 86 h 86"/>
                <a:gd name="T12" fmla="*/ 128 w 128"/>
                <a:gd name="T13" fmla="*/ 80 h 86"/>
                <a:gd name="T14" fmla="*/ 128 w 128"/>
                <a:gd name="T15" fmla="*/ 6 h 86"/>
                <a:gd name="T16" fmla="*/ 122 w 128"/>
                <a:gd name="T17" fmla="*/ 0 h 86"/>
                <a:gd name="T18" fmla="*/ 123 w 128"/>
                <a:gd name="T19" fmla="*/ 82 h 86"/>
                <a:gd name="T20" fmla="*/ 5 w 128"/>
                <a:gd name="T21" fmla="*/ 82 h 86"/>
                <a:gd name="T22" fmla="*/ 5 w 128"/>
                <a:gd name="T23" fmla="*/ 42 h 86"/>
                <a:gd name="T24" fmla="*/ 123 w 128"/>
                <a:gd name="T25" fmla="*/ 42 h 86"/>
                <a:gd name="T26" fmla="*/ 123 w 128"/>
                <a:gd name="T27" fmla="*/ 82 h 86"/>
                <a:gd name="T28" fmla="*/ 123 w 128"/>
                <a:gd name="T29" fmla="*/ 37 h 86"/>
                <a:gd name="T30" fmla="*/ 5 w 128"/>
                <a:gd name="T31" fmla="*/ 37 h 86"/>
                <a:gd name="T32" fmla="*/ 5 w 128"/>
                <a:gd name="T33" fmla="*/ 20 h 86"/>
                <a:gd name="T34" fmla="*/ 123 w 128"/>
                <a:gd name="T35" fmla="*/ 20 h 86"/>
                <a:gd name="T36" fmla="*/ 123 w 128"/>
                <a:gd name="T37" fmla="*/ 37 h 86"/>
                <a:gd name="T38" fmla="*/ 123 w 128"/>
                <a:gd name="T39" fmla="*/ 15 h 86"/>
                <a:gd name="T40" fmla="*/ 5 w 128"/>
                <a:gd name="T41" fmla="*/ 15 h 86"/>
                <a:gd name="T42" fmla="*/ 5 w 128"/>
                <a:gd name="T43" fmla="*/ 5 h 86"/>
                <a:gd name="T44" fmla="*/ 123 w 128"/>
                <a:gd name="T45" fmla="*/ 5 h 86"/>
                <a:gd name="T46" fmla="*/ 123 w 128"/>
                <a:gd name="T47" fmla="*/ 1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8" h="86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4"/>
                    <a:pt x="3" y="86"/>
                    <a:pt x="6" y="86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25" y="86"/>
                    <a:pt x="128" y="84"/>
                    <a:pt x="128" y="80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82"/>
                  </a:moveTo>
                  <a:cubicBezTo>
                    <a:pt x="5" y="82"/>
                    <a:pt x="5" y="82"/>
                    <a:pt x="5" y="8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123" y="42"/>
                    <a:pt x="123" y="42"/>
                    <a:pt x="123" y="42"/>
                  </a:cubicBezTo>
                  <a:lnTo>
                    <a:pt x="123" y="82"/>
                  </a:lnTo>
                  <a:close/>
                  <a:moveTo>
                    <a:pt x="123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37"/>
                  </a:lnTo>
                  <a:close/>
                  <a:moveTo>
                    <a:pt x="123" y="15"/>
                  </a:moveTo>
                  <a:cubicBezTo>
                    <a:pt x="5" y="15"/>
                    <a:pt x="5" y="15"/>
                    <a:pt x="5" y="1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6" name="Freeform 201"/>
            <p:cNvSpPr/>
            <p:nvPr/>
          </p:nvSpPr>
          <p:spPr bwMode="auto">
            <a:xfrm>
              <a:off x="5429250" y="1597025"/>
              <a:ext cx="184150" cy="15875"/>
            </a:xfrm>
            <a:custGeom>
              <a:avLst/>
              <a:gdLst>
                <a:gd name="T0" fmla="*/ 2 w 49"/>
                <a:gd name="T1" fmla="*/ 4 h 4"/>
                <a:gd name="T2" fmla="*/ 47 w 49"/>
                <a:gd name="T3" fmla="*/ 4 h 4"/>
                <a:gd name="T4" fmla="*/ 49 w 49"/>
                <a:gd name="T5" fmla="*/ 2 h 4"/>
                <a:gd name="T6" fmla="*/ 47 w 49"/>
                <a:gd name="T7" fmla="*/ 0 h 4"/>
                <a:gd name="T8" fmla="*/ 2 w 49"/>
                <a:gd name="T9" fmla="*/ 0 h 4"/>
                <a:gd name="T10" fmla="*/ 0 w 49"/>
                <a:gd name="T11" fmla="*/ 2 h 4"/>
                <a:gd name="T12" fmla="*/ 2 w 49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">
                  <a:moveTo>
                    <a:pt x="2" y="4"/>
                  </a:moveTo>
                  <a:cubicBezTo>
                    <a:pt x="47" y="4"/>
                    <a:pt x="47" y="4"/>
                    <a:pt x="47" y="4"/>
                  </a:cubicBezTo>
                  <a:cubicBezTo>
                    <a:pt x="48" y="4"/>
                    <a:pt x="49" y="3"/>
                    <a:pt x="49" y="2"/>
                  </a:cubicBezTo>
                  <a:cubicBezTo>
                    <a:pt x="49" y="1"/>
                    <a:pt x="48" y="0"/>
                    <a:pt x="4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7" name="Freeform 202"/>
            <p:cNvSpPr/>
            <p:nvPr/>
          </p:nvSpPr>
          <p:spPr bwMode="auto">
            <a:xfrm>
              <a:off x="5753100" y="1597025"/>
              <a:ext cx="44450" cy="15875"/>
            </a:xfrm>
            <a:custGeom>
              <a:avLst/>
              <a:gdLst>
                <a:gd name="T0" fmla="*/ 2 w 12"/>
                <a:gd name="T1" fmla="*/ 4 h 4"/>
                <a:gd name="T2" fmla="*/ 10 w 12"/>
                <a:gd name="T3" fmla="*/ 4 h 4"/>
                <a:gd name="T4" fmla="*/ 12 w 12"/>
                <a:gd name="T5" fmla="*/ 2 h 4"/>
                <a:gd name="T6" fmla="*/ 10 w 12"/>
                <a:gd name="T7" fmla="*/ 0 h 4"/>
                <a:gd name="T8" fmla="*/ 2 w 12"/>
                <a:gd name="T9" fmla="*/ 0 h 4"/>
                <a:gd name="T10" fmla="*/ 0 w 12"/>
                <a:gd name="T11" fmla="*/ 2 h 4"/>
                <a:gd name="T12" fmla="*/ 2 w 1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">
                  <a:moveTo>
                    <a:pt x="2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1" y="4"/>
                    <a:pt x="12" y="3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2" name="组合 251"/>
          <p:cNvGrpSpPr/>
          <p:nvPr/>
        </p:nvGrpSpPr>
        <p:grpSpPr>
          <a:xfrm>
            <a:off x="4411663" y="1387475"/>
            <a:ext cx="481013" cy="239713"/>
            <a:chOff x="4411663" y="1387475"/>
            <a:chExt cx="481013" cy="239713"/>
          </a:xfrm>
          <a:solidFill>
            <a:schemeClr val="accent1"/>
          </a:solidFill>
        </p:grpSpPr>
        <p:sp>
          <p:nvSpPr>
            <p:cNvPr id="238" name="Freeform 203"/>
            <p:cNvSpPr>
              <a:spLocks noEditPoints="1"/>
            </p:cNvSpPr>
            <p:nvPr/>
          </p:nvSpPr>
          <p:spPr bwMode="auto">
            <a:xfrm>
              <a:off x="4411663" y="1387475"/>
              <a:ext cx="481013" cy="239713"/>
            </a:xfrm>
            <a:custGeom>
              <a:avLst/>
              <a:gdLst>
                <a:gd name="T0" fmla="*/ 122 w 128"/>
                <a:gd name="T1" fmla="*/ 0 h 64"/>
                <a:gd name="T2" fmla="*/ 6 w 128"/>
                <a:gd name="T3" fmla="*/ 0 h 64"/>
                <a:gd name="T4" fmla="*/ 0 w 128"/>
                <a:gd name="T5" fmla="*/ 6 h 64"/>
                <a:gd name="T6" fmla="*/ 0 w 128"/>
                <a:gd name="T7" fmla="*/ 58 h 64"/>
                <a:gd name="T8" fmla="*/ 6 w 128"/>
                <a:gd name="T9" fmla="*/ 64 h 64"/>
                <a:gd name="T10" fmla="*/ 122 w 128"/>
                <a:gd name="T11" fmla="*/ 64 h 64"/>
                <a:gd name="T12" fmla="*/ 128 w 128"/>
                <a:gd name="T13" fmla="*/ 58 h 64"/>
                <a:gd name="T14" fmla="*/ 128 w 128"/>
                <a:gd name="T15" fmla="*/ 6 h 64"/>
                <a:gd name="T16" fmla="*/ 122 w 128"/>
                <a:gd name="T17" fmla="*/ 0 h 64"/>
                <a:gd name="T18" fmla="*/ 123 w 128"/>
                <a:gd name="T19" fmla="*/ 60 h 64"/>
                <a:gd name="T20" fmla="*/ 5 w 128"/>
                <a:gd name="T21" fmla="*/ 60 h 64"/>
                <a:gd name="T22" fmla="*/ 5 w 128"/>
                <a:gd name="T23" fmla="*/ 5 h 64"/>
                <a:gd name="T24" fmla="*/ 123 w 128"/>
                <a:gd name="T25" fmla="*/ 5 h 64"/>
                <a:gd name="T26" fmla="*/ 123 w 128"/>
                <a:gd name="T2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64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4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25" y="64"/>
                    <a:pt x="128" y="61"/>
                    <a:pt x="128" y="58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60"/>
                  </a:moveTo>
                  <a:cubicBezTo>
                    <a:pt x="5" y="60"/>
                    <a:pt x="5" y="60"/>
                    <a:pt x="5" y="6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9" name="Freeform 204"/>
            <p:cNvSpPr>
              <a:spLocks noEditPoints="1"/>
            </p:cNvSpPr>
            <p:nvPr/>
          </p:nvSpPr>
          <p:spPr bwMode="auto">
            <a:xfrm>
              <a:off x="4587875" y="1443038"/>
              <a:ext cx="128588" cy="128588"/>
            </a:xfrm>
            <a:custGeom>
              <a:avLst/>
              <a:gdLst>
                <a:gd name="T0" fmla="*/ 17 w 34"/>
                <a:gd name="T1" fmla="*/ 34 h 34"/>
                <a:gd name="T2" fmla="*/ 34 w 34"/>
                <a:gd name="T3" fmla="*/ 17 h 34"/>
                <a:gd name="T4" fmla="*/ 17 w 34"/>
                <a:gd name="T5" fmla="*/ 0 h 34"/>
                <a:gd name="T6" fmla="*/ 0 w 34"/>
                <a:gd name="T7" fmla="*/ 17 h 34"/>
                <a:gd name="T8" fmla="*/ 17 w 34"/>
                <a:gd name="T9" fmla="*/ 34 h 34"/>
                <a:gd name="T10" fmla="*/ 17 w 34"/>
                <a:gd name="T11" fmla="*/ 5 h 34"/>
                <a:gd name="T12" fmla="*/ 30 w 34"/>
                <a:gd name="T13" fmla="*/ 17 h 34"/>
                <a:gd name="T14" fmla="*/ 17 w 34"/>
                <a:gd name="T15" fmla="*/ 30 h 34"/>
                <a:gd name="T16" fmla="*/ 4 w 34"/>
                <a:gd name="T17" fmla="*/ 17 h 34"/>
                <a:gd name="T18" fmla="*/ 17 w 34"/>
                <a:gd name="T19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4">
                  <a:moveTo>
                    <a:pt x="17" y="34"/>
                  </a:moveTo>
                  <a:cubicBezTo>
                    <a:pt x="26" y="34"/>
                    <a:pt x="34" y="2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4"/>
                    <a:pt x="17" y="34"/>
                  </a:cubicBezTo>
                  <a:close/>
                  <a:moveTo>
                    <a:pt x="17" y="5"/>
                  </a:moveTo>
                  <a:cubicBezTo>
                    <a:pt x="24" y="5"/>
                    <a:pt x="30" y="10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5"/>
                    <a:pt x="1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" name="Freeform 206"/>
          <p:cNvSpPr/>
          <p:nvPr/>
        </p:nvSpPr>
        <p:spPr bwMode="auto">
          <a:xfrm>
            <a:off x="3613150" y="1266825"/>
            <a:ext cx="157163" cy="481013"/>
          </a:xfrm>
          <a:custGeom>
            <a:avLst/>
            <a:gdLst>
              <a:gd name="T0" fmla="*/ 42 w 42"/>
              <a:gd name="T1" fmla="*/ 89 h 128"/>
              <a:gd name="T2" fmla="*/ 37 w 42"/>
              <a:gd name="T3" fmla="*/ 77 h 128"/>
              <a:gd name="T4" fmla="*/ 8 w 42"/>
              <a:gd name="T5" fmla="*/ 48 h 128"/>
              <a:gd name="T6" fmla="*/ 4 w 42"/>
              <a:gd name="T7" fmla="*/ 39 h 128"/>
              <a:gd name="T8" fmla="*/ 17 w 42"/>
              <a:gd name="T9" fmla="*/ 26 h 128"/>
              <a:gd name="T10" fmla="*/ 40 w 42"/>
              <a:gd name="T11" fmla="*/ 26 h 128"/>
              <a:gd name="T12" fmla="*/ 42 w 42"/>
              <a:gd name="T13" fmla="*/ 24 h 128"/>
              <a:gd name="T14" fmla="*/ 40 w 42"/>
              <a:gd name="T15" fmla="*/ 22 h 128"/>
              <a:gd name="T16" fmla="*/ 23 w 42"/>
              <a:gd name="T17" fmla="*/ 22 h 128"/>
              <a:gd name="T18" fmla="*/ 23 w 42"/>
              <a:gd name="T19" fmla="*/ 2 h 128"/>
              <a:gd name="T20" fmla="*/ 21 w 42"/>
              <a:gd name="T21" fmla="*/ 0 h 128"/>
              <a:gd name="T22" fmla="*/ 19 w 42"/>
              <a:gd name="T23" fmla="*/ 2 h 128"/>
              <a:gd name="T24" fmla="*/ 19 w 42"/>
              <a:gd name="T25" fmla="*/ 22 h 128"/>
              <a:gd name="T26" fmla="*/ 17 w 42"/>
              <a:gd name="T27" fmla="*/ 22 h 128"/>
              <a:gd name="T28" fmla="*/ 0 w 42"/>
              <a:gd name="T29" fmla="*/ 39 h 128"/>
              <a:gd name="T30" fmla="*/ 5 w 42"/>
              <a:gd name="T31" fmla="*/ 51 h 128"/>
              <a:gd name="T32" fmla="*/ 34 w 42"/>
              <a:gd name="T33" fmla="*/ 80 h 128"/>
              <a:gd name="T34" fmla="*/ 38 w 42"/>
              <a:gd name="T35" fmla="*/ 89 h 128"/>
              <a:gd name="T36" fmla="*/ 25 w 42"/>
              <a:gd name="T37" fmla="*/ 102 h 128"/>
              <a:gd name="T38" fmla="*/ 2 w 42"/>
              <a:gd name="T39" fmla="*/ 102 h 128"/>
              <a:gd name="T40" fmla="*/ 0 w 42"/>
              <a:gd name="T41" fmla="*/ 104 h 128"/>
              <a:gd name="T42" fmla="*/ 2 w 42"/>
              <a:gd name="T43" fmla="*/ 106 h 128"/>
              <a:gd name="T44" fmla="*/ 19 w 42"/>
              <a:gd name="T45" fmla="*/ 106 h 128"/>
              <a:gd name="T46" fmla="*/ 19 w 42"/>
              <a:gd name="T47" fmla="*/ 126 h 128"/>
              <a:gd name="T48" fmla="*/ 21 w 42"/>
              <a:gd name="T49" fmla="*/ 128 h 128"/>
              <a:gd name="T50" fmla="*/ 23 w 42"/>
              <a:gd name="T51" fmla="*/ 126 h 128"/>
              <a:gd name="T52" fmla="*/ 23 w 42"/>
              <a:gd name="T53" fmla="*/ 106 h 128"/>
              <a:gd name="T54" fmla="*/ 25 w 42"/>
              <a:gd name="T55" fmla="*/ 106 h 128"/>
              <a:gd name="T56" fmla="*/ 42 w 42"/>
              <a:gd name="T57" fmla="*/ 8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2" h="128">
                <a:moveTo>
                  <a:pt x="42" y="89"/>
                </a:moveTo>
                <a:cubicBezTo>
                  <a:pt x="42" y="85"/>
                  <a:pt x="41" y="80"/>
                  <a:pt x="37" y="77"/>
                </a:cubicBezTo>
                <a:cubicBezTo>
                  <a:pt x="8" y="48"/>
                  <a:pt x="8" y="48"/>
                  <a:pt x="8" y="48"/>
                </a:cubicBezTo>
                <a:cubicBezTo>
                  <a:pt x="6" y="45"/>
                  <a:pt x="4" y="42"/>
                  <a:pt x="4" y="39"/>
                </a:cubicBezTo>
                <a:cubicBezTo>
                  <a:pt x="4" y="32"/>
                  <a:pt x="10" y="26"/>
                  <a:pt x="17" y="26"/>
                </a:cubicBezTo>
                <a:cubicBezTo>
                  <a:pt x="40" y="26"/>
                  <a:pt x="40" y="26"/>
                  <a:pt x="40" y="26"/>
                </a:cubicBezTo>
                <a:cubicBezTo>
                  <a:pt x="41" y="26"/>
                  <a:pt x="42" y="25"/>
                  <a:pt x="42" y="24"/>
                </a:cubicBezTo>
                <a:cubicBezTo>
                  <a:pt x="42" y="23"/>
                  <a:pt x="41" y="22"/>
                  <a:pt x="40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2" y="0"/>
                  <a:pt x="21" y="0"/>
                </a:cubicBezTo>
                <a:cubicBezTo>
                  <a:pt x="20" y="0"/>
                  <a:pt x="19" y="1"/>
                  <a:pt x="19" y="2"/>
                </a:cubicBezTo>
                <a:cubicBezTo>
                  <a:pt x="19" y="22"/>
                  <a:pt x="19" y="22"/>
                  <a:pt x="19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7" y="22"/>
                  <a:pt x="0" y="29"/>
                  <a:pt x="0" y="39"/>
                </a:cubicBezTo>
                <a:cubicBezTo>
                  <a:pt x="0" y="43"/>
                  <a:pt x="1" y="48"/>
                  <a:pt x="5" y="51"/>
                </a:cubicBezTo>
                <a:cubicBezTo>
                  <a:pt x="34" y="80"/>
                  <a:pt x="34" y="80"/>
                  <a:pt x="34" y="80"/>
                </a:cubicBezTo>
                <a:cubicBezTo>
                  <a:pt x="36" y="83"/>
                  <a:pt x="38" y="86"/>
                  <a:pt x="38" y="89"/>
                </a:cubicBezTo>
                <a:cubicBezTo>
                  <a:pt x="38" y="96"/>
                  <a:pt x="32" y="102"/>
                  <a:pt x="25" y="102"/>
                </a:cubicBezTo>
                <a:cubicBezTo>
                  <a:pt x="2" y="102"/>
                  <a:pt x="2" y="102"/>
                  <a:pt x="2" y="102"/>
                </a:cubicBezTo>
                <a:cubicBezTo>
                  <a:pt x="1" y="102"/>
                  <a:pt x="0" y="103"/>
                  <a:pt x="0" y="104"/>
                </a:cubicBezTo>
                <a:cubicBezTo>
                  <a:pt x="0" y="105"/>
                  <a:pt x="1" y="106"/>
                  <a:pt x="2" y="106"/>
                </a:cubicBezTo>
                <a:cubicBezTo>
                  <a:pt x="19" y="106"/>
                  <a:pt x="19" y="106"/>
                  <a:pt x="19" y="106"/>
                </a:cubicBezTo>
                <a:cubicBezTo>
                  <a:pt x="19" y="126"/>
                  <a:pt x="19" y="126"/>
                  <a:pt x="19" y="126"/>
                </a:cubicBezTo>
                <a:cubicBezTo>
                  <a:pt x="19" y="127"/>
                  <a:pt x="20" y="128"/>
                  <a:pt x="21" y="128"/>
                </a:cubicBezTo>
                <a:cubicBezTo>
                  <a:pt x="22" y="128"/>
                  <a:pt x="23" y="127"/>
                  <a:pt x="23" y="126"/>
                </a:cubicBezTo>
                <a:cubicBezTo>
                  <a:pt x="23" y="106"/>
                  <a:pt x="23" y="106"/>
                  <a:pt x="23" y="106"/>
                </a:cubicBezTo>
                <a:cubicBezTo>
                  <a:pt x="25" y="106"/>
                  <a:pt x="25" y="106"/>
                  <a:pt x="25" y="106"/>
                </a:cubicBezTo>
                <a:cubicBezTo>
                  <a:pt x="35" y="106"/>
                  <a:pt x="42" y="99"/>
                  <a:pt x="42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207"/>
          <p:cNvSpPr/>
          <p:nvPr/>
        </p:nvSpPr>
        <p:spPr bwMode="auto">
          <a:xfrm>
            <a:off x="2505075" y="1266825"/>
            <a:ext cx="450850" cy="481013"/>
          </a:xfrm>
          <a:custGeom>
            <a:avLst/>
            <a:gdLst>
              <a:gd name="T0" fmla="*/ 2 w 120"/>
              <a:gd name="T1" fmla="*/ 81 h 128"/>
              <a:gd name="T2" fmla="*/ 17 w 120"/>
              <a:gd name="T3" fmla="*/ 81 h 128"/>
              <a:gd name="T4" fmla="*/ 17 w 120"/>
              <a:gd name="T5" fmla="*/ 82 h 128"/>
              <a:gd name="T6" fmla="*/ 78 w 120"/>
              <a:gd name="T7" fmla="*/ 128 h 128"/>
              <a:gd name="T8" fmla="*/ 118 w 120"/>
              <a:gd name="T9" fmla="*/ 114 h 128"/>
              <a:gd name="T10" fmla="*/ 119 w 120"/>
              <a:gd name="T11" fmla="*/ 113 h 128"/>
              <a:gd name="T12" fmla="*/ 120 w 120"/>
              <a:gd name="T13" fmla="*/ 111 h 128"/>
              <a:gd name="T14" fmla="*/ 117 w 120"/>
              <a:gd name="T15" fmla="*/ 110 h 128"/>
              <a:gd name="T16" fmla="*/ 117 w 120"/>
              <a:gd name="T17" fmla="*/ 110 h 128"/>
              <a:gd name="T18" fmla="*/ 101 w 120"/>
              <a:gd name="T19" fmla="*/ 119 h 128"/>
              <a:gd name="T20" fmla="*/ 55 w 120"/>
              <a:gd name="T21" fmla="*/ 119 h 128"/>
              <a:gd name="T22" fmla="*/ 36 w 120"/>
              <a:gd name="T23" fmla="*/ 106 h 128"/>
              <a:gd name="T24" fmla="*/ 24 w 120"/>
              <a:gd name="T25" fmla="*/ 87 h 128"/>
              <a:gd name="T26" fmla="*/ 22 w 120"/>
              <a:gd name="T27" fmla="*/ 83 h 128"/>
              <a:gd name="T28" fmla="*/ 21 w 120"/>
              <a:gd name="T29" fmla="*/ 81 h 128"/>
              <a:gd name="T30" fmla="*/ 91 w 120"/>
              <a:gd name="T31" fmla="*/ 81 h 128"/>
              <a:gd name="T32" fmla="*/ 93 w 120"/>
              <a:gd name="T33" fmla="*/ 79 h 128"/>
              <a:gd name="T34" fmla="*/ 91 w 120"/>
              <a:gd name="T35" fmla="*/ 77 h 128"/>
              <a:gd name="T36" fmla="*/ 20 w 120"/>
              <a:gd name="T37" fmla="*/ 77 h 128"/>
              <a:gd name="T38" fmla="*/ 20 w 120"/>
              <a:gd name="T39" fmla="*/ 76 h 128"/>
              <a:gd name="T40" fmla="*/ 19 w 120"/>
              <a:gd name="T41" fmla="*/ 64 h 128"/>
              <a:gd name="T42" fmla="*/ 19 w 120"/>
              <a:gd name="T43" fmla="*/ 60 h 128"/>
              <a:gd name="T44" fmla="*/ 19 w 120"/>
              <a:gd name="T45" fmla="*/ 59 h 128"/>
              <a:gd name="T46" fmla="*/ 98 w 120"/>
              <a:gd name="T47" fmla="*/ 59 h 128"/>
              <a:gd name="T48" fmla="*/ 100 w 120"/>
              <a:gd name="T49" fmla="*/ 57 h 128"/>
              <a:gd name="T50" fmla="*/ 98 w 120"/>
              <a:gd name="T51" fmla="*/ 55 h 128"/>
              <a:gd name="T52" fmla="*/ 20 w 120"/>
              <a:gd name="T53" fmla="*/ 55 h 128"/>
              <a:gd name="T54" fmla="*/ 20 w 120"/>
              <a:gd name="T55" fmla="*/ 53 h 128"/>
              <a:gd name="T56" fmla="*/ 24 w 120"/>
              <a:gd name="T57" fmla="*/ 41 h 128"/>
              <a:gd name="T58" fmla="*/ 36 w 120"/>
              <a:gd name="T59" fmla="*/ 22 h 128"/>
              <a:gd name="T60" fmla="*/ 55 w 120"/>
              <a:gd name="T61" fmla="*/ 9 h 128"/>
              <a:gd name="T62" fmla="*/ 101 w 120"/>
              <a:gd name="T63" fmla="*/ 9 h 128"/>
              <a:gd name="T64" fmla="*/ 116 w 120"/>
              <a:gd name="T65" fmla="*/ 19 h 128"/>
              <a:gd name="T66" fmla="*/ 117 w 120"/>
              <a:gd name="T67" fmla="*/ 19 h 128"/>
              <a:gd name="T68" fmla="*/ 118 w 120"/>
              <a:gd name="T69" fmla="*/ 19 h 128"/>
              <a:gd name="T70" fmla="*/ 120 w 120"/>
              <a:gd name="T71" fmla="*/ 17 h 128"/>
              <a:gd name="T72" fmla="*/ 119 w 120"/>
              <a:gd name="T73" fmla="*/ 15 h 128"/>
              <a:gd name="T74" fmla="*/ 118 w 120"/>
              <a:gd name="T75" fmla="*/ 14 h 128"/>
              <a:gd name="T76" fmla="*/ 78 w 120"/>
              <a:gd name="T77" fmla="*/ 0 h 128"/>
              <a:gd name="T78" fmla="*/ 15 w 120"/>
              <a:gd name="T79" fmla="*/ 53 h 128"/>
              <a:gd name="T80" fmla="*/ 15 w 120"/>
              <a:gd name="T81" fmla="*/ 55 h 128"/>
              <a:gd name="T82" fmla="*/ 2 w 120"/>
              <a:gd name="T83" fmla="*/ 55 h 128"/>
              <a:gd name="T84" fmla="*/ 0 w 120"/>
              <a:gd name="T85" fmla="*/ 57 h 128"/>
              <a:gd name="T86" fmla="*/ 2 w 120"/>
              <a:gd name="T87" fmla="*/ 59 h 128"/>
              <a:gd name="T88" fmla="*/ 15 w 120"/>
              <a:gd name="T89" fmla="*/ 59 h 128"/>
              <a:gd name="T90" fmla="*/ 14 w 120"/>
              <a:gd name="T91" fmla="*/ 61 h 128"/>
              <a:gd name="T92" fmla="*/ 14 w 120"/>
              <a:gd name="T93" fmla="*/ 64 h 128"/>
              <a:gd name="T94" fmla="*/ 15 w 120"/>
              <a:gd name="T95" fmla="*/ 75 h 128"/>
              <a:gd name="T96" fmla="*/ 16 w 120"/>
              <a:gd name="T97" fmla="*/ 77 h 128"/>
              <a:gd name="T98" fmla="*/ 2 w 120"/>
              <a:gd name="T99" fmla="*/ 77 h 128"/>
              <a:gd name="T100" fmla="*/ 0 w 120"/>
              <a:gd name="T101" fmla="*/ 79 h 128"/>
              <a:gd name="T102" fmla="*/ 2 w 120"/>
              <a:gd name="T103" fmla="*/ 81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0" h="128">
                <a:moveTo>
                  <a:pt x="2" y="81"/>
                </a:moveTo>
                <a:cubicBezTo>
                  <a:pt x="17" y="81"/>
                  <a:pt x="17" y="81"/>
                  <a:pt x="17" y="81"/>
                </a:cubicBezTo>
                <a:cubicBezTo>
                  <a:pt x="17" y="82"/>
                  <a:pt x="17" y="82"/>
                  <a:pt x="17" y="82"/>
                </a:cubicBezTo>
                <a:cubicBezTo>
                  <a:pt x="25" y="109"/>
                  <a:pt x="50" y="128"/>
                  <a:pt x="78" y="128"/>
                </a:cubicBezTo>
                <a:cubicBezTo>
                  <a:pt x="93" y="128"/>
                  <a:pt x="107" y="123"/>
                  <a:pt x="118" y="114"/>
                </a:cubicBezTo>
                <a:cubicBezTo>
                  <a:pt x="119" y="113"/>
                  <a:pt x="119" y="113"/>
                  <a:pt x="119" y="113"/>
                </a:cubicBezTo>
                <a:cubicBezTo>
                  <a:pt x="120" y="113"/>
                  <a:pt x="120" y="112"/>
                  <a:pt x="120" y="111"/>
                </a:cubicBezTo>
                <a:cubicBezTo>
                  <a:pt x="120" y="110"/>
                  <a:pt x="118" y="108"/>
                  <a:pt x="117" y="110"/>
                </a:cubicBezTo>
                <a:cubicBezTo>
                  <a:pt x="117" y="110"/>
                  <a:pt x="117" y="110"/>
                  <a:pt x="117" y="110"/>
                </a:cubicBezTo>
                <a:cubicBezTo>
                  <a:pt x="112" y="114"/>
                  <a:pt x="107" y="117"/>
                  <a:pt x="101" y="119"/>
                </a:cubicBezTo>
                <a:cubicBezTo>
                  <a:pt x="87" y="125"/>
                  <a:pt x="70" y="125"/>
                  <a:pt x="55" y="119"/>
                </a:cubicBezTo>
                <a:cubicBezTo>
                  <a:pt x="48" y="116"/>
                  <a:pt x="42" y="112"/>
                  <a:pt x="36" y="106"/>
                </a:cubicBezTo>
                <a:cubicBezTo>
                  <a:pt x="31" y="101"/>
                  <a:pt x="27" y="94"/>
                  <a:pt x="24" y="87"/>
                </a:cubicBezTo>
                <a:cubicBezTo>
                  <a:pt x="23" y="86"/>
                  <a:pt x="22" y="85"/>
                  <a:pt x="22" y="83"/>
                </a:cubicBezTo>
                <a:cubicBezTo>
                  <a:pt x="21" y="81"/>
                  <a:pt x="21" y="81"/>
                  <a:pt x="21" y="81"/>
                </a:cubicBezTo>
                <a:cubicBezTo>
                  <a:pt x="91" y="81"/>
                  <a:pt x="91" y="81"/>
                  <a:pt x="91" y="81"/>
                </a:cubicBezTo>
                <a:cubicBezTo>
                  <a:pt x="92" y="81"/>
                  <a:pt x="93" y="80"/>
                  <a:pt x="93" y="79"/>
                </a:cubicBezTo>
                <a:cubicBezTo>
                  <a:pt x="93" y="78"/>
                  <a:pt x="92" y="77"/>
                  <a:pt x="91" y="77"/>
                </a:cubicBezTo>
                <a:cubicBezTo>
                  <a:pt x="20" y="77"/>
                  <a:pt x="20" y="77"/>
                  <a:pt x="20" y="77"/>
                </a:cubicBezTo>
                <a:cubicBezTo>
                  <a:pt x="20" y="76"/>
                  <a:pt x="20" y="76"/>
                  <a:pt x="20" y="76"/>
                </a:cubicBezTo>
                <a:cubicBezTo>
                  <a:pt x="19" y="72"/>
                  <a:pt x="19" y="68"/>
                  <a:pt x="19" y="64"/>
                </a:cubicBezTo>
                <a:cubicBezTo>
                  <a:pt x="19" y="63"/>
                  <a:pt x="19" y="62"/>
                  <a:pt x="19" y="60"/>
                </a:cubicBezTo>
                <a:cubicBezTo>
                  <a:pt x="19" y="59"/>
                  <a:pt x="19" y="59"/>
                  <a:pt x="19" y="59"/>
                </a:cubicBezTo>
                <a:cubicBezTo>
                  <a:pt x="98" y="59"/>
                  <a:pt x="98" y="59"/>
                  <a:pt x="98" y="59"/>
                </a:cubicBezTo>
                <a:cubicBezTo>
                  <a:pt x="99" y="59"/>
                  <a:pt x="100" y="58"/>
                  <a:pt x="100" y="57"/>
                </a:cubicBezTo>
                <a:cubicBezTo>
                  <a:pt x="100" y="56"/>
                  <a:pt x="99" y="55"/>
                  <a:pt x="98" y="55"/>
                </a:cubicBezTo>
                <a:cubicBezTo>
                  <a:pt x="20" y="55"/>
                  <a:pt x="20" y="55"/>
                  <a:pt x="20" y="55"/>
                </a:cubicBezTo>
                <a:cubicBezTo>
                  <a:pt x="20" y="53"/>
                  <a:pt x="20" y="53"/>
                  <a:pt x="20" y="53"/>
                </a:cubicBezTo>
                <a:cubicBezTo>
                  <a:pt x="21" y="49"/>
                  <a:pt x="22" y="45"/>
                  <a:pt x="24" y="41"/>
                </a:cubicBezTo>
                <a:cubicBezTo>
                  <a:pt x="27" y="34"/>
                  <a:pt x="31" y="28"/>
                  <a:pt x="36" y="22"/>
                </a:cubicBezTo>
                <a:cubicBezTo>
                  <a:pt x="42" y="17"/>
                  <a:pt x="48" y="12"/>
                  <a:pt x="55" y="9"/>
                </a:cubicBezTo>
                <a:cubicBezTo>
                  <a:pt x="70" y="3"/>
                  <a:pt x="87" y="3"/>
                  <a:pt x="101" y="9"/>
                </a:cubicBezTo>
                <a:cubicBezTo>
                  <a:pt x="107" y="12"/>
                  <a:pt x="112" y="15"/>
                  <a:pt x="116" y="19"/>
                </a:cubicBezTo>
                <a:cubicBezTo>
                  <a:pt x="117" y="19"/>
                  <a:pt x="117" y="19"/>
                  <a:pt x="117" y="19"/>
                </a:cubicBezTo>
                <a:cubicBezTo>
                  <a:pt x="117" y="19"/>
                  <a:pt x="118" y="19"/>
                  <a:pt x="118" y="19"/>
                </a:cubicBezTo>
                <a:cubicBezTo>
                  <a:pt x="119" y="19"/>
                  <a:pt x="120" y="18"/>
                  <a:pt x="120" y="17"/>
                </a:cubicBezTo>
                <a:cubicBezTo>
                  <a:pt x="120" y="16"/>
                  <a:pt x="120" y="16"/>
                  <a:pt x="119" y="15"/>
                </a:cubicBezTo>
                <a:cubicBezTo>
                  <a:pt x="118" y="14"/>
                  <a:pt x="118" y="14"/>
                  <a:pt x="118" y="14"/>
                </a:cubicBezTo>
                <a:cubicBezTo>
                  <a:pt x="107" y="5"/>
                  <a:pt x="93" y="0"/>
                  <a:pt x="78" y="0"/>
                </a:cubicBezTo>
                <a:cubicBezTo>
                  <a:pt x="47" y="0"/>
                  <a:pt x="21" y="23"/>
                  <a:pt x="15" y="53"/>
                </a:cubicBezTo>
                <a:cubicBezTo>
                  <a:pt x="15" y="55"/>
                  <a:pt x="15" y="55"/>
                  <a:pt x="15" y="55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6"/>
                  <a:pt x="0" y="57"/>
                </a:cubicBezTo>
                <a:cubicBezTo>
                  <a:pt x="0" y="58"/>
                  <a:pt x="1" y="59"/>
                  <a:pt x="2" y="59"/>
                </a:cubicBezTo>
                <a:cubicBezTo>
                  <a:pt x="15" y="59"/>
                  <a:pt x="15" y="59"/>
                  <a:pt x="15" y="59"/>
                </a:cubicBezTo>
                <a:cubicBezTo>
                  <a:pt x="14" y="61"/>
                  <a:pt x="14" y="61"/>
                  <a:pt x="14" y="61"/>
                </a:cubicBezTo>
                <a:cubicBezTo>
                  <a:pt x="14" y="62"/>
                  <a:pt x="14" y="63"/>
                  <a:pt x="14" y="64"/>
                </a:cubicBezTo>
                <a:cubicBezTo>
                  <a:pt x="14" y="68"/>
                  <a:pt x="15" y="72"/>
                  <a:pt x="15" y="75"/>
                </a:cubicBezTo>
                <a:cubicBezTo>
                  <a:pt x="16" y="77"/>
                  <a:pt x="16" y="77"/>
                  <a:pt x="16" y="77"/>
                </a:cubicBezTo>
                <a:cubicBezTo>
                  <a:pt x="2" y="77"/>
                  <a:pt x="2" y="77"/>
                  <a:pt x="2" y="77"/>
                </a:cubicBezTo>
                <a:cubicBezTo>
                  <a:pt x="1" y="77"/>
                  <a:pt x="0" y="78"/>
                  <a:pt x="0" y="79"/>
                </a:cubicBezTo>
                <a:cubicBezTo>
                  <a:pt x="0" y="80"/>
                  <a:pt x="1" y="81"/>
                  <a:pt x="2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reeform 208"/>
          <p:cNvSpPr/>
          <p:nvPr/>
        </p:nvSpPr>
        <p:spPr bwMode="auto">
          <a:xfrm>
            <a:off x="1589088" y="1266825"/>
            <a:ext cx="360363" cy="481013"/>
          </a:xfrm>
          <a:custGeom>
            <a:avLst/>
            <a:gdLst>
              <a:gd name="T0" fmla="*/ 74 w 96"/>
              <a:gd name="T1" fmla="*/ 103 h 128"/>
              <a:gd name="T2" fmla="*/ 50 w 96"/>
              <a:gd name="T3" fmla="*/ 103 h 128"/>
              <a:gd name="T4" fmla="*/ 50 w 96"/>
              <a:gd name="T5" fmla="*/ 85 h 128"/>
              <a:gd name="T6" fmla="*/ 74 w 96"/>
              <a:gd name="T7" fmla="*/ 85 h 128"/>
              <a:gd name="T8" fmla="*/ 77 w 96"/>
              <a:gd name="T9" fmla="*/ 83 h 128"/>
              <a:gd name="T10" fmla="*/ 74 w 96"/>
              <a:gd name="T11" fmla="*/ 80 h 128"/>
              <a:gd name="T12" fmla="*/ 51 w 96"/>
              <a:gd name="T13" fmla="*/ 80 h 128"/>
              <a:gd name="T14" fmla="*/ 96 w 96"/>
              <a:gd name="T15" fmla="*/ 4 h 128"/>
              <a:gd name="T16" fmla="*/ 96 w 96"/>
              <a:gd name="T17" fmla="*/ 3 h 128"/>
              <a:gd name="T18" fmla="*/ 94 w 96"/>
              <a:gd name="T19" fmla="*/ 0 h 128"/>
              <a:gd name="T20" fmla="*/ 92 w 96"/>
              <a:gd name="T21" fmla="*/ 2 h 128"/>
              <a:gd name="T22" fmla="*/ 48 w 96"/>
              <a:gd name="T23" fmla="*/ 77 h 128"/>
              <a:gd name="T24" fmla="*/ 4 w 96"/>
              <a:gd name="T25" fmla="*/ 2 h 128"/>
              <a:gd name="T26" fmla="*/ 2 w 96"/>
              <a:gd name="T27" fmla="*/ 0 h 128"/>
              <a:gd name="T28" fmla="*/ 0 w 96"/>
              <a:gd name="T29" fmla="*/ 3 h 128"/>
              <a:gd name="T30" fmla="*/ 0 w 96"/>
              <a:gd name="T31" fmla="*/ 3 h 128"/>
              <a:gd name="T32" fmla="*/ 45 w 96"/>
              <a:gd name="T33" fmla="*/ 80 h 128"/>
              <a:gd name="T34" fmla="*/ 22 w 96"/>
              <a:gd name="T35" fmla="*/ 80 h 128"/>
              <a:gd name="T36" fmla="*/ 19 w 96"/>
              <a:gd name="T37" fmla="*/ 83 h 128"/>
              <a:gd name="T38" fmla="*/ 22 w 96"/>
              <a:gd name="T39" fmla="*/ 85 h 128"/>
              <a:gd name="T40" fmla="*/ 46 w 96"/>
              <a:gd name="T41" fmla="*/ 85 h 128"/>
              <a:gd name="T42" fmla="*/ 46 w 96"/>
              <a:gd name="T43" fmla="*/ 103 h 128"/>
              <a:gd name="T44" fmla="*/ 22 w 96"/>
              <a:gd name="T45" fmla="*/ 103 h 128"/>
              <a:gd name="T46" fmla="*/ 19 w 96"/>
              <a:gd name="T47" fmla="*/ 105 h 128"/>
              <a:gd name="T48" fmla="*/ 22 w 96"/>
              <a:gd name="T49" fmla="*/ 108 h 128"/>
              <a:gd name="T50" fmla="*/ 46 w 96"/>
              <a:gd name="T51" fmla="*/ 108 h 128"/>
              <a:gd name="T52" fmla="*/ 46 w 96"/>
              <a:gd name="T53" fmla="*/ 126 h 128"/>
              <a:gd name="T54" fmla="*/ 48 w 96"/>
              <a:gd name="T55" fmla="*/ 128 h 128"/>
              <a:gd name="T56" fmla="*/ 50 w 96"/>
              <a:gd name="T57" fmla="*/ 126 h 128"/>
              <a:gd name="T58" fmla="*/ 50 w 96"/>
              <a:gd name="T59" fmla="*/ 108 h 128"/>
              <a:gd name="T60" fmla="*/ 74 w 96"/>
              <a:gd name="T61" fmla="*/ 108 h 128"/>
              <a:gd name="T62" fmla="*/ 77 w 96"/>
              <a:gd name="T63" fmla="*/ 105 h 128"/>
              <a:gd name="T64" fmla="*/ 74 w 96"/>
              <a:gd name="T65" fmla="*/ 10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6" h="128">
                <a:moveTo>
                  <a:pt x="74" y="103"/>
                </a:moveTo>
                <a:cubicBezTo>
                  <a:pt x="50" y="103"/>
                  <a:pt x="50" y="103"/>
                  <a:pt x="50" y="103"/>
                </a:cubicBezTo>
                <a:cubicBezTo>
                  <a:pt x="50" y="85"/>
                  <a:pt x="50" y="85"/>
                  <a:pt x="50" y="85"/>
                </a:cubicBezTo>
                <a:cubicBezTo>
                  <a:pt x="74" y="85"/>
                  <a:pt x="74" y="85"/>
                  <a:pt x="74" y="85"/>
                </a:cubicBezTo>
                <a:cubicBezTo>
                  <a:pt x="76" y="85"/>
                  <a:pt x="77" y="84"/>
                  <a:pt x="77" y="83"/>
                </a:cubicBezTo>
                <a:cubicBezTo>
                  <a:pt x="77" y="81"/>
                  <a:pt x="76" y="80"/>
                  <a:pt x="74" y="80"/>
                </a:cubicBezTo>
                <a:cubicBezTo>
                  <a:pt x="51" y="80"/>
                  <a:pt x="51" y="80"/>
                  <a:pt x="51" y="80"/>
                </a:cubicBezTo>
                <a:cubicBezTo>
                  <a:pt x="96" y="4"/>
                  <a:pt x="96" y="4"/>
                  <a:pt x="96" y="4"/>
                </a:cubicBezTo>
                <a:cubicBezTo>
                  <a:pt x="96" y="3"/>
                  <a:pt x="96" y="3"/>
                  <a:pt x="96" y="3"/>
                </a:cubicBezTo>
                <a:cubicBezTo>
                  <a:pt x="96" y="1"/>
                  <a:pt x="95" y="0"/>
                  <a:pt x="94" y="0"/>
                </a:cubicBezTo>
                <a:cubicBezTo>
                  <a:pt x="93" y="0"/>
                  <a:pt x="92" y="1"/>
                  <a:pt x="92" y="2"/>
                </a:cubicBezTo>
                <a:cubicBezTo>
                  <a:pt x="48" y="77"/>
                  <a:pt x="48" y="77"/>
                  <a:pt x="48" y="77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45" y="80"/>
                  <a:pt x="45" y="80"/>
                  <a:pt x="45" y="80"/>
                </a:cubicBezTo>
                <a:cubicBezTo>
                  <a:pt x="22" y="80"/>
                  <a:pt x="22" y="80"/>
                  <a:pt x="22" y="80"/>
                </a:cubicBezTo>
                <a:cubicBezTo>
                  <a:pt x="20" y="80"/>
                  <a:pt x="19" y="81"/>
                  <a:pt x="19" y="83"/>
                </a:cubicBezTo>
                <a:cubicBezTo>
                  <a:pt x="19" y="84"/>
                  <a:pt x="20" y="85"/>
                  <a:pt x="22" y="85"/>
                </a:cubicBezTo>
                <a:cubicBezTo>
                  <a:pt x="46" y="85"/>
                  <a:pt x="46" y="85"/>
                  <a:pt x="46" y="85"/>
                </a:cubicBezTo>
                <a:cubicBezTo>
                  <a:pt x="46" y="103"/>
                  <a:pt x="46" y="103"/>
                  <a:pt x="46" y="103"/>
                </a:cubicBezTo>
                <a:cubicBezTo>
                  <a:pt x="22" y="103"/>
                  <a:pt x="22" y="103"/>
                  <a:pt x="22" y="103"/>
                </a:cubicBezTo>
                <a:cubicBezTo>
                  <a:pt x="20" y="103"/>
                  <a:pt x="19" y="104"/>
                  <a:pt x="19" y="105"/>
                </a:cubicBezTo>
                <a:cubicBezTo>
                  <a:pt x="19" y="107"/>
                  <a:pt x="20" y="108"/>
                  <a:pt x="22" y="108"/>
                </a:cubicBezTo>
                <a:cubicBezTo>
                  <a:pt x="46" y="108"/>
                  <a:pt x="46" y="108"/>
                  <a:pt x="46" y="108"/>
                </a:cubicBezTo>
                <a:cubicBezTo>
                  <a:pt x="46" y="126"/>
                  <a:pt x="46" y="126"/>
                  <a:pt x="46" y="126"/>
                </a:cubicBezTo>
                <a:cubicBezTo>
                  <a:pt x="46" y="127"/>
                  <a:pt x="47" y="128"/>
                  <a:pt x="48" y="128"/>
                </a:cubicBezTo>
                <a:cubicBezTo>
                  <a:pt x="49" y="128"/>
                  <a:pt x="50" y="127"/>
                  <a:pt x="50" y="126"/>
                </a:cubicBezTo>
                <a:cubicBezTo>
                  <a:pt x="50" y="108"/>
                  <a:pt x="50" y="108"/>
                  <a:pt x="50" y="108"/>
                </a:cubicBezTo>
                <a:cubicBezTo>
                  <a:pt x="74" y="108"/>
                  <a:pt x="74" y="108"/>
                  <a:pt x="74" y="108"/>
                </a:cubicBezTo>
                <a:cubicBezTo>
                  <a:pt x="76" y="108"/>
                  <a:pt x="77" y="107"/>
                  <a:pt x="77" y="105"/>
                </a:cubicBezTo>
                <a:cubicBezTo>
                  <a:pt x="77" y="104"/>
                  <a:pt x="76" y="103"/>
                  <a:pt x="74" y="1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Freeform 209"/>
          <p:cNvSpPr>
            <a:spLocks noEditPoints="1"/>
          </p:cNvSpPr>
          <p:nvPr/>
        </p:nvSpPr>
        <p:spPr bwMode="auto">
          <a:xfrm>
            <a:off x="631825" y="1266825"/>
            <a:ext cx="352425" cy="481013"/>
          </a:xfrm>
          <a:custGeom>
            <a:avLst/>
            <a:gdLst>
              <a:gd name="T0" fmla="*/ 54 w 94"/>
              <a:gd name="T1" fmla="*/ 0 h 128"/>
              <a:gd name="T2" fmla="*/ 17 w 94"/>
              <a:gd name="T3" fmla="*/ 0 h 128"/>
              <a:gd name="T4" fmla="*/ 15 w 94"/>
              <a:gd name="T5" fmla="*/ 3 h 128"/>
              <a:gd name="T6" fmla="*/ 15 w 94"/>
              <a:gd name="T7" fmla="*/ 74 h 128"/>
              <a:gd name="T8" fmla="*/ 3 w 94"/>
              <a:gd name="T9" fmla="*/ 74 h 128"/>
              <a:gd name="T10" fmla="*/ 0 w 94"/>
              <a:gd name="T11" fmla="*/ 77 h 128"/>
              <a:gd name="T12" fmla="*/ 3 w 94"/>
              <a:gd name="T13" fmla="*/ 79 h 128"/>
              <a:gd name="T14" fmla="*/ 15 w 94"/>
              <a:gd name="T15" fmla="*/ 79 h 128"/>
              <a:gd name="T16" fmla="*/ 15 w 94"/>
              <a:gd name="T17" fmla="*/ 103 h 128"/>
              <a:gd name="T18" fmla="*/ 3 w 94"/>
              <a:gd name="T19" fmla="*/ 103 h 128"/>
              <a:gd name="T20" fmla="*/ 0 w 94"/>
              <a:gd name="T21" fmla="*/ 105 h 128"/>
              <a:gd name="T22" fmla="*/ 3 w 94"/>
              <a:gd name="T23" fmla="*/ 107 h 128"/>
              <a:gd name="T24" fmla="*/ 15 w 94"/>
              <a:gd name="T25" fmla="*/ 107 h 128"/>
              <a:gd name="T26" fmla="*/ 15 w 94"/>
              <a:gd name="T27" fmla="*/ 126 h 128"/>
              <a:gd name="T28" fmla="*/ 17 w 94"/>
              <a:gd name="T29" fmla="*/ 128 h 128"/>
              <a:gd name="T30" fmla="*/ 20 w 94"/>
              <a:gd name="T31" fmla="*/ 126 h 128"/>
              <a:gd name="T32" fmla="*/ 20 w 94"/>
              <a:gd name="T33" fmla="*/ 107 h 128"/>
              <a:gd name="T34" fmla="*/ 69 w 94"/>
              <a:gd name="T35" fmla="*/ 107 h 128"/>
              <a:gd name="T36" fmla="*/ 72 w 94"/>
              <a:gd name="T37" fmla="*/ 105 h 128"/>
              <a:gd name="T38" fmla="*/ 69 w 94"/>
              <a:gd name="T39" fmla="*/ 103 h 128"/>
              <a:gd name="T40" fmla="*/ 20 w 94"/>
              <a:gd name="T41" fmla="*/ 103 h 128"/>
              <a:gd name="T42" fmla="*/ 20 w 94"/>
              <a:gd name="T43" fmla="*/ 79 h 128"/>
              <a:gd name="T44" fmla="*/ 54 w 94"/>
              <a:gd name="T45" fmla="*/ 79 h 128"/>
              <a:gd name="T46" fmla="*/ 94 w 94"/>
              <a:gd name="T47" fmla="*/ 40 h 128"/>
              <a:gd name="T48" fmla="*/ 54 w 94"/>
              <a:gd name="T49" fmla="*/ 0 h 128"/>
              <a:gd name="T50" fmla="*/ 79 w 94"/>
              <a:gd name="T51" fmla="*/ 64 h 128"/>
              <a:gd name="T52" fmla="*/ 54 w 94"/>
              <a:gd name="T53" fmla="*/ 74 h 128"/>
              <a:gd name="T54" fmla="*/ 20 w 94"/>
              <a:gd name="T55" fmla="*/ 74 h 128"/>
              <a:gd name="T56" fmla="*/ 20 w 94"/>
              <a:gd name="T57" fmla="*/ 5 h 128"/>
              <a:gd name="T58" fmla="*/ 54 w 94"/>
              <a:gd name="T59" fmla="*/ 5 h 128"/>
              <a:gd name="T60" fmla="*/ 79 w 94"/>
              <a:gd name="T61" fmla="*/ 15 h 128"/>
              <a:gd name="T62" fmla="*/ 89 w 94"/>
              <a:gd name="T63" fmla="*/ 40 h 128"/>
              <a:gd name="T64" fmla="*/ 79 w 94"/>
              <a:gd name="T65" fmla="*/ 6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4" h="128">
                <a:moveTo>
                  <a:pt x="54" y="0"/>
                </a:moveTo>
                <a:cubicBezTo>
                  <a:pt x="17" y="0"/>
                  <a:pt x="17" y="0"/>
                  <a:pt x="17" y="0"/>
                </a:cubicBezTo>
                <a:cubicBezTo>
                  <a:pt x="16" y="0"/>
                  <a:pt x="15" y="1"/>
                  <a:pt x="15" y="3"/>
                </a:cubicBezTo>
                <a:cubicBezTo>
                  <a:pt x="15" y="74"/>
                  <a:pt x="15" y="74"/>
                  <a:pt x="15" y="74"/>
                </a:cubicBezTo>
                <a:cubicBezTo>
                  <a:pt x="3" y="74"/>
                  <a:pt x="3" y="74"/>
                  <a:pt x="3" y="74"/>
                </a:cubicBezTo>
                <a:cubicBezTo>
                  <a:pt x="1" y="74"/>
                  <a:pt x="0" y="75"/>
                  <a:pt x="0" y="77"/>
                </a:cubicBezTo>
                <a:cubicBezTo>
                  <a:pt x="0" y="78"/>
                  <a:pt x="1" y="79"/>
                  <a:pt x="3" y="79"/>
                </a:cubicBezTo>
                <a:cubicBezTo>
                  <a:pt x="15" y="79"/>
                  <a:pt x="15" y="79"/>
                  <a:pt x="15" y="79"/>
                </a:cubicBezTo>
                <a:cubicBezTo>
                  <a:pt x="15" y="103"/>
                  <a:pt x="15" y="103"/>
                  <a:pt x="15" y="103"/>
                </a:cubicBezTo>
                <a:cubicBezTo>
                  <a:pt x="3" y="103"/>
                  <a:pt x="3" y="103"/>
                  <a:pt x="3" y="103"/>
                </a:cubicBezTo>
                <a:cubicBezTo>
                  <a:pt x="1" y="103"/>
                  <a:pt x="0" y="104"/>
                  <a:pt x="0" y="105"/>
                </a:cubicBezTo>
                <a:cubicBezTo>
                  <a:pt x="0" y="106"/>
                  <a:pt x="1" y="107"/>
                  <a:pt x="3" y="107"/>
                </a:cubicBezTo>
                <a:cubicBezTo>
                  <a:pt x="15" y="107"/>
                  <a:pt x="15" y="107"/>
                  <a:pt x="15" y="107"/>
                </a:cubicBezTo>
                <a:cubicBezTo>
                  <a:pt x="15" y="126"/>
                  <a:pt x="15" y="126"/>
                  <a:pt x="15" y="126"/>
                </a:cubicBezTo>
                <a:cubicBezTo>
                  <a:pt x="15" y="127"/>
                  <a:pt x="16" y="128"/>
                  <a:pt x="17" y="128"/>
                </a:cubicBezTo>
                <a:cubicBezTo>
                  <a:pt x="19" y="128"/>
                  <a:pt x="20" y="127"/>
                  <a:pt x="20" y="126"/>
                </a:cubicBezTo>
                <a:cubicBezTo>
                  <a:pt x="20" y="107"/>
                  <a:pt x="20" y="107"/>
                  <a:pt x="20" y="107"/>
                </a:cubicBezTo>
                <a:cubicBezTo>
                  <a:pt x="69" y="107"/>
                  <a:pt x="69" y="107"/>
                  <a:pt x="69" y="107"/>
                </a:cubicBezTo>
                <a:cubicBezTo>
                  <a:pt x="70" y="107"/>
                  <a:pt x="72" y="106"/>
                  <a:pt x="72" y="105"/>
                </a:cubicBezTo>
                <a:cubicBezTo>
                  <a:pt x="72" y="104"/>
                  <a:pt x="70" y="103"/>
                  <a:pt x="69" y="103"/>
                </a:cubicBezTo>
                <a:cubicBezTo>
                  <a:pt x="20" y="103"/>
                  <a:pt x="20" y="103"/>
                  <a:pt x="20" y="103"/>
                </a:cubicBezTo>
                <a:cubicBezTo>
                  <a:pt x="20" y="79"/>
                  <a:pt x="20" y="79"/>
                  <a:pt x="20" y="79"/>
                </a:cubicBezTo>
                <a:cubicBezTo>
                  <a:pt x="54" y="79"/>
                  <a:pt x="54" y="79"/>
                  <a:pt x="54" y="79"/>
                </a:cubicBezTo>
                <a:cubicBezTo>
                  <a:pt x="76" y="79"/>
                  <a:pt x="94" y="61"/>
                  <a:pt x="94" y="40"/>
                </a:cubicBezTo>
                <a:cubicBezTo>
                  <a:pt x="94" y="18"/>
                  <a:pt x="76" y="0"/>
                  <a:pt x="54" y="0"/>
                </a:cubicBezTo>
                <a:close/>
                <a:moveTo>
                  <a:pt x="79" y="64"/>
                </a:moveTo>
                <a:cubicBezTo>
                  <a:pt x="72" y="71"/>
                  <a:pt x="64" y="74"/>
                  <a:pt x="54" y="74"/>
                </a:cubicBezTo>
                <a:cubicBezTo>
                  <a:pt x="20" y="74"/>
                  <a:pt x="20" y="74"/>
                  <a:pt x="20" y="74"/>
                </a:cubicBezTo>
                <a:cubicBezTo>
                  <a:pt x="20" y="5"/>
                  <a:pt x="20" y="5"/>
                  <a:pt x="20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64" y="5"/>
                  <a:pt x="72" y="8"/>
                  <a:pt x="79" y="15"/>
                </a:cubicBezTo>
                <a:cubicBezTo>
                  <a:pt x="86" y="22"/>
                  <a:pt x="89" y="30"/>
                  <a:pt x="89" y="40"/>
                </a:cubicBezTo>
                <a:cubicBezTo>
                  <a:pt x="89" y="49"/>
                  <a:pt x="86" y="58"/>
                  <a:pt x="79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5" name="组合 244"/>
          <p:cNvGrpSpPr/>
          <p:nvPr/>
        </p:nvGrpSpPr>
        <p:grpSpPr>
          <a:xfrm>
            <a:off x="11139488" y="304800"/>
            <a:ext cx="481013" cy="481013"/>
            <a:chOff x="11139488" y="304800"/>
            <a:chExt cx="481013" cy="481013"/>
          </a:xfrm>
          <a:solidFill>
            <a:schemeClr val="accent1"/>
          </a:solidFill>
        </p:grpSpPr>
        <p:sp>
          <p:nvSpPr>
            <p:cNvPr id="10" name="Freeform 210"/>
            <p:cNvSpPr>
              <a:spLocks noEditPoints="1"/>
            </p:cNvSpPr>
            <p:nvPr/>
          </p:nvSpPr>
          <p:spPr bwMode="auto">
            <a:xfrm>
              <a:off x="11139488" y="304800"/>
              <a:ext cx="481013" cy="481013"/>
            </a:xfrm>
            <a:custGeom>
              <a:avLst/>
              <a:gdLst>
                <a:gd name="T0" fmla="*/ 122 w 128"/>
                <a:gd name="T1" fmla="*/ 11 h 128"/>
                <a:gd name="T2" fmla="*/ 102 w 128"/>
                <a:gd name="T3" fmla="*/ 11 h 128"/>
                <a:gd name="T4" fmla="*/ 102 w 128"/>
                <a:gd name="T5" fmla="*/ 3 h 128"/>
                <a:gd name="T6" fmla="*/ 100 w 128"/>
                <a:gd name="T7" fmla="*/ 1 h 128"/>
                <a:gd name="T8" fmla="*/ 98 w 128"/>
                <a:gd name="T9" fmla="*/ 3 h 128"/>
                <a:gd name="T10" fmla="*/ 98 w 128"/>
                <a:gd name="T11" fmla="*/ 11 h 128"/>
                <a:gd name="T12" fmla="*/ 66 w 128"/>
                <a:gd name="T13" fmla="*/ 11 h 128"/>
                <a:gd name="T14" fmla="*/ 66 w 128"/>
                <a:gd name="T15" fmla="*/ 3 h 128"/>
                <a:gd name="T16" fmla="*/ 64 w 128"/>
                <a:gd name="T17" fmla="*/ 1 h 128"/>
                <a:gd name="T18" fmla="*/ 62 w 128"/>
                <a:gd name="T19" fmla="*/ 3 h 128"/>
                <a:gd name="T20" fmla="*/ 62 w 128"/>
                <a:gd name="T21" fmla="*/ 11 h 128"/>
                <a:gd name="T22" fmla="*/ 30 w 128"/>
                <a:gd name="T23" fmla="*/ 11 h 128"/>
                <a:gd name="T24" fmla="*/ 30 w 128"/>
                <a:gd name="T25" fmla="*/ 2 h 128"/>
                <a:gd name="T26" fmla="*/ 28 w 128"/>
                <a:gd name="T27" fmla="*/ 0 h 128"/>
                <a:gd name="T28" fmla="*/ 26 w 128"/>
                <a:gd name="T29" fmla="*/ 2 h 128"/>
                <a:gd name="T30" fmla="*/ 26 w 128"/>
                <a:gd name="T31" fmla="*/ 11 h 128"/>
                <a:gd name="T32" fmla="*/ 6 w 128"/>
                <a:gd name="T33" fmla="*/ 11 h 128"/>
                <a:gd name="T34" fmla="*/ 0 w 128"/>
                <a:gd name="T35" fmla="*/ 17 h 128"/>
                <a:gd name="T36" fmla="*/ 0 w 128"/>
                <a:gd name="T37" fmla="*/ 122 h 128"/>
                <a:gd name="T38" fmla="*/ 6 w 128"/>
                <a:gd name="T39" fmla="*/ 128 h 128"/>
                <a:gd name="T40" fmla="*/ 122 w 128"/>
                <a:gd name="T41" fmla="*/ 128 h 128"/>
                <a:gd name="T42" fmla="*/ 128 w 128"/>
                <a:gd name="T43" fmla="*/ 122 h 128"/>
                <a:gd name="T44" fmla="*/ 128 w 128"/>
                <a:gd name="T45" fmla="*/ 17 h 128"/>
                <a:gd name="T46" fmla="*/ 122 w 128"/>
                <a:gd name="T47" fmla="*/ 11 h 128"/>
                <a:gd name="T48" fmla="*/ 123 w 128"/>
                <a:gd name="T49" fmla="*/ 123 h 128"/>
                <a:gd name="T50" fmla="*/ 5 w 128"/>
                <a:gd name="T51" fmla="*/ 123 h 128"/>
                <a:gd name="T52" fmla="*/ 5 w 128"/>
                <a:gd name="T53" fmla="*/ 42 h 128"/>
                <a:gd name="T54" fmla="*/ 123 w 128"/>
                <a:gd name="T55" fmla="*/ 42 h 128"/>
                <a:gd name="T56" fmla="*/ 123 w 128"/>
                <a:gd name="T57" fmla="*/ 123 h 128"/>
                <a:gd name="T58" fmla="*/ 123 w 128"/>
                <a:gd name="T59" fmla="*/ 37 h 128"/>
                <a:gd name="T60" fmla="*/ 5 w 128"/>
                <a:gd name="T61" fmla="*/ 37 h 128"/>
                <a:gd name="T62" fmla="*/ 5 w 128"/>
                <a:gd name="T63" fmla="*/ 16 h 128"/>
                <a:gd name="T64" fmla="*/ 26 w 128"/>
                <a:gd name="T65" fmla="*/ 16 h 128"/>
                <a:gd name="T66" fmla="*/ 26 w 128"/>
                <a:gd name="T67" fmla="*/ 23 h 128"/>
                <a:gd name="T68" fmla="*/ 28 w 128"/>
                <a:gd name="T69" fmla="*/ 26 h 128"/>
                <a:gd name="T70" fmla="*/ 30 w 128"/>
                <a:gd name="T71" fmla="*/ 23 h 128"/>
                <a:gd name="T72" fmla="*/ 30 w 128"/>
                <a:gd name="T73" fmla="*/ 16 h 128"/>
                <a:gd name="T74" fmla="*/ 62 w 128"/>
                <a:gd name="T75" fmla="*/ 16 h 128"/>
                <a:gd name="T76" fmla="*/ 62 w 128"/>
                <a:gd name="T77" fmla="*/ 25 h 128"/>
                <a:gd name="T78" fmla="*/ 64 w 128"/>
                <a:gd name="T79" fmla="*/ 27 h 128"/>
                <a:gd name="T80" fmla="*/ 66 w 128"/>
                <a:gd name="T81" fmla="*/ 25 h 128"/>
                <a:gd name="T82" fmla="*/ 66 w 128"/>
                <a:gd name="T83" fmla="*/ 16 h 128"/>
                <a:gd name="T84" fmla="*/ 98 w 128"/>
                <a:gd name="T85" fmla="*/ 16 h 128"/>
                <a:gd name="T86" fmla="*/ 98 w 128"/>
                <a:gd name="T87" fmla="*/ 25 h 128"/>
                <a:gd name="T88" fmla="*/ 100 w 128"/>
                <a:gd name="T89" fmla="*/ 27 h 128"/>
                <a:gd name="T90" fmla="*/ 102 w 128"/>
                <a:gd name="T91" fmla="*/ 25 h 128"/>
                <a:gd name="T92" fmla="*/ 102 w 128"/>
                <a:gd name="T93" fmla="*/ 16 h 128"/>
                <a:gd name="T94" fmla="*/ 123 w 128"/>
                <a:gd name="T95" fmla="*/ 16 h 128"/>
                <a:gd name="T96" fmla="*/ 123 w 128"/>
                <a:gd name="T97" fmla="*/ 3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22" y="11"/>
                  </a:moveTo>
                  <a:cubicBezTo>
                    <a:pt x="102" y="11"/>
                    <a:pt x="102" y="11"/>
                    <a:pt x="102" y="1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2" y="2"/>
                    <a:pt x="101" y="1"/>
                    <a:pt x="100" y="1"/>
                  </a:cubicBezTo>
                  <a:cubicBezTo>
                    <a:pt x="99" y="1"/>
                    <a:pt x="98" y="2"/>
                    <a:pt x="98" y="3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2"/>
                    <a:pt x="65" y="1"/>
                    <a:pt x="64" y="1"/>
                  </a:cubicBezTo>
                  <a:cubicBezTo>
                    <a:pt x="63" y="1"/>
                    <a:pt x="62" y="2"/>
                    <a:pt x="62" y="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0"/>
                    <a:pt x="28" y="0"/>
                  </a:cubicBezTo>
                  <a:cubicBezTo>
                    <a:pt x="27" y="0"/>
                    <a:pt x="26" y="1"/>
                    <a:pt x="26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14"/>
                    <a:pt x="0" y="17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8" y="14"/>
                    <a:pt x="125" y="11"/>
                    <a:pt x="122" y="11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123" y="42"/>
                    <a:pt x="123" y="42"/>
                    <a:pt x="123" y="42"/>
                  </a:cubicBezTo>
                  <a:lnTo>
                    <a:pt x="123" y="123"/>
                  </a:lnTo>
                  <a:close/>
                  <a:moveTo>
                    <a:pt x="123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5"/>
                    <a:pt x="27" y="26"/>
                    <a:pt x="28" y="26"/>
                  </a:cubicBezTo>
                  <a:cubicBezTo>
                    <a:pt x="29" y="26"/>
                    <a:pt x="30" y="25"/>
                    <a:pt x="30" y="23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6"/>
                    <a:pt x="63" y="27"/>
                    <a:pt x="64" y="27"/>
                  </a:cubicBezTo>
                  <a:cubicBezTo>
                    <a:pt x="65" y="27"/>
                    <a:pt x="66" y="26"/>
                    <a:pt x="66" y="2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6"/>
                    <a:pt x="99" y="27"/>
                    <a:pt x="100" y="27"/>
                  </a:cubicBezTo>
                  <a:cubicBezTo>
                    <a:pt x="101" y="27"/>
                    <a:pt x="102" y="26"/>
                    <a:pt x="102" y="25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23" y="16"/>
                    <a:pt x="123" y="16"/>
                    <a:pt x="123" y="16"/>
                  </a:cubicBezTo>
                  <a:lnTo>
                    <a:pt x="123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Freeform 211"/>
            <p:cNvSpPr>
              <a:spLocks noEditPoints="1"/>
            </p:cNvSpPr>
            <p:nvPr/>
          </p:nvSpPr>
          <p:spPr bwMode="auto">
            <a:xfrm>
              <a:off x="11196638" y="500063"/>
              <a:ext cx="96838" cy="93663"/>
            </a:xfrm>
            <a:custGeom>
              <a:avLst/>
              <a:gdLst>
                <a:gd name="T0" fmla="*/ 6 w 26"/>
                <a:gd name="T1" fmla="*/ 25 h 25"/>
                <a:gd name="T2" fmla="*/ 20 w 26"/>
                <a:gd name="T3" fmla="*/ 25 h 25"/>
                <a:gd name="T4" fmla="*/ 26 w 26"/>
                <a:gd name="T5" fmla="*/ 19 h 25"/>
                <a:gd name="T6" fmla="*/ 26 w 26"/>
                <a:gd name="T7" fmla="*/ 6 h 25"/>
                <a:gd name="T8" fmla="*/ 20 w 26"/>
                <a:gd name="T9" fmla="*/ 0 h 25"/>
                <a:gd name="T10" fmla="*/ 6 w 26"/>
                <a:gd name="T11" fmla="*/ 0 h 25"/>
                <a:gd name="T12" fmla="*/ 0 w 26"/>
                <a:gd name="T13" fmla="*/ 6 h 25"/>
                <a:gd name="T14" fmla="*/ 0 w 26"/>
                <a:gd name="T15" fmla="*/ 19 h 25"/>
                <a:gd name="T16" fmla="*/ 6 w 26"/>
                <a:gd name="T17" fmla="*/ 25 h 25"/>
                <a:gd name="T18" fmla="*/ 5 w 26"/>
                <a:gd name="T19" fmla="*/ 4 h 25"/>
                <a:gd name="T20" fmla="*/ 21 w 26"/>
                <a:gd name="T21" fmla="*/ 4 h 25"/>
                <a:gd name="T22" fmla="*/ 21 w 26"/>
                <a:gd name="T23" fmla="*/ 21 h 25"/>
                <a:gd name="T24" fmla="*/ 5 w 26"/>
                <a:gd name="T25" fmla="*/ 21 h 25"/>
                <a:gd name="T26" fmla="*/ 5 w 26"/>
                <a:gd name="T2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5">
                  <a:moveTo>
                    <a:pt x="6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3" y="25"/>
                    <a:pt x="26" y="23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3"/>
                    <a:pt x="23" y="0"/>
                    <a:pt x="2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3"/>
                    <a:pt x="3" y="25"/>
                    <a:pt x="6" y="25"/>
                  </a:cubicBezTo>
                  <a:close/>
                  <a:moveTo>
                    <a:pt x="5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5" y="21"/>
                    <a:pt x="5" y="21"/>
                    <a:pt x="5" y="21"/>
                  </a:cubicBez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Freeform 212"/>
            <p:cNvSpPr>
              <a:spLocks noEditPoints="1"/>
            </p:cNvSpPr>
            <p:nvPr/>
          </p:nvSpPr>
          <p:spPr bwMode="auto">
            <a:xfrm>
              <a:off x="11331575" y="500063"/>
              <a:ext cx="96838" cy="93663"/>
            </a:xfrm>
            <a:custGeom>
              <a:avLst/>
              <a:gdLst>
                <a:gd name="T0" fmla="*/ 6 w 26"/>
                <a:gd name="T1" fmla="*/ 25 h 25"/>
                <a:gd name="T2" fmla="*/ 20 w 26"/>
                <a:gd name="T3" fmla="*/ 25 h 25"/>
                <a:gd name="T4" fmla="*/ 26 w 26"/>
                <a:gd name="T5" fmla="*/ 19 h 25"/>
                <a:gd name="T6" fmla="*/ 26 w 26"/>
                <a:gd name="T7" fmla="*/ 6 h 25"/>
                <a:gd name="T8" fmla="*/ 20 w 26"/>
                <a:gd name="T9" fmla="*/ 0 h 25"/>
                <a:gd name="T10" fmla="*/ 6 w 26"/>
                <a:gd name="T11" fmla="*/ 0 h 25"/>
                <a:gd name="T12" fmla="*/ 0 w 26"/>
                <a:gd name="T13" fmla="*/ 6 h 25"/>
                <a:gd name="T14" fmla="*/ 0 w 26"/>
                <a:gd name="T15" fmla="*/ 19 h 25"/>
                <a:gd name="T16" fmla="*/ 6 w 26"/>
                <a:gd name="T17" fmla="*/ 25 h 25"/>
                <a:gd name="T18" fmla="*/ 5 w 26"/>
                <a:gd name="T19" fmla="*/ 4 h 25"/>
                <a:gd name="T20" fmla="*/ 21 w 26"/>
                <a:gd name="T21" fmla="*/ 4 h 25"/>
                <a:gd name="T22" fmla="*/ 21 w 26"/>
                <a:gd name="T23" fmla="*/ 21 h 25"/>
                <a:gd name="T24" fmla="*/ 5 w 26"/>
                <a:gd name="T25" fmla="*/ 21 h 25"/>
                <a:gd name="T26" fmla="*/ 5 w 26"/>
                <a:gd name="T2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5">
                  <a:moveTo>
                    <a:pt x="6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3" y="25"/>
                    <a:pt x="26" y="23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3"/>
                    <a:pt x="23" y="0"/>
                    <a:pt x="2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3"/>
                    <a:pt x="3" y="25"/>
                    <a:pt x="6" y="25"/>
                  </a:cubicBezTo>
                  <a:close/>
                  <a:moveTo>
                    <a:pt x="5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5" y="21"/>
                    <a:pt x="5" y="21"/>
                    <a:pt x="5" y="21"/>
                  </a:cubicBez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213"/>
            <p:cNvSpPr>
              <a:spLocks noEditPoints="1"/>
            </p:cNvSpPr>
            <p:nvPr/>
          </p:nvSpPr>
          <p:spPr bwMode="auto">
            <a:xfrm>
              <a:off x="11466513" y="500063"/>
              <a:ext cx="98425" cy="93663"/>
            </a:xfrm>
            <a:custGeom>
              <a:avLst/>
              <a:gdLst>
                <a:gd name="T0" fmla="*/ 6 w 26"/>
                <a:gd name="T1" fmla="*/ 25 h 25"/>
                <a:gd name="T2" fmla="*/ 20 w 26"/>
                <a:gd name="T3" fmla="*/ 25 h 25"/>
                <a:gd name="T4" fmla="*/ 26 w 26"/>
                <a:gd name="T5" fmla="*/ 19 h 25"/>
                <a:gd name="T6" fmla="*/ 26 w 26"/>
                <a:gd name="T7" fmla="*/ 6 h 25"/>
                <a:gd name="T8" fmla="*/ 20 w 26"/>
                <a:gd name="T9" fmla="*/ 0 h 25"/>
                <a:gd name="T10" fmla="*/ 6 w 26"/>
                <a:gd name="T11" fmla="*/ 0 h 25"/>
                <a:gd name="T12" fmla="*/ 0 w 26"/>
                <a:gd name="T13" fmla="*/ 6 h 25"/>
                <a:gd name="T14" fmla="*/ 0 w 26"/>
                <a:gd name="T15" fmla="*/ 19 h 25"/>
                <a:gd name="T16" fmla="*/ 6 w 26"/>
                <a:gd name="T17" fmla="*/ 25 h 25"/>
                <a:gd name="T18" fmla="*/ 5 w 26"/>
                <a:gd name="T19" fmla="*/ 4 h 25"/>
                <a:gd name="T20" fmla="*/ 21 w 26"/>
                <a:gd name="T21" fmla="*/ 4 h 25"/>
                <a:gd name="T22" fmla="*/ 21 w 26"/>
                <a:gd name="T23" fmla="*/ 21 h 25"/>
                <a:gd name="T24" fmla="*/ 5 w 26"/>
                <a:gd name="T25" fmla="*/ 21 h 25"/>
                <a:gd name="T26" fmla="*/ 5 w 26"/>
                <a:gd name="T2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5">
                  <a:moveTo>
                    <a:pt x="6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3" y="25"/>
                    <a:pt x="26" y="23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3"/>
                    <a:pt x="23" y="0"/>
                    <a:pt x="2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3"/>
                    <a:pt x="3" y="25"/>
                    <a:pt x="6" y="25"/>
                  </a:cubicBezTo>
                  <a:close/>
                  <a:moveTo>
                    <a:pt x="5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5" y="21"/>
                    <a:pt x="5" y="21"/>
                    <a:pt x="5" y="21"/>
                  </a:cubicBez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214"/>
            <p:cNvSpPr>
              <a:spLocks noEditPoints="1"/>
            </p:cNvSpPr>
            <p:nvPr/>
          </p:nvSpPr>
          <p:spPr bwMode="auto">
            <a:xfrm>
              <a:off x="11466513" y="636588"/>
              <a:ext cx="98425" cy="93663"/>
            </a:xfrm>
            <a:custGeom>
              <a:avLst/>
              <a:gdLst>
                <a:gd name="T0" fmla="*/ 6 w 26"/>
                <a:gd name="T1" fmla="*/ 25 h 25"/>
                <a:gd name="T2" fmla="*/ 20 w 26"/>
                <a:gd name="T3" fmla="*/ 25 h 25"/>
                <a:gd name="T4" fmla="*/ 26 w 26"/>
                <a:gd name="T5" fmla="*/ 19 h 25"/>
                <a:gd name="T6" fmla="*/ 26 w 26"/>
                <a:gd name="T7" fmla="*/ 6 h 25"/>
                <a:gd name="T8" fmla="*/ 20 w 26"/>
                <a:gd name="T9" fmla="*/ 0 h 25"/>
                <a:gd name="T10" fmla="*/ 6 w 26"/>
                <a:gd name="T11" fmla="*/ 0 h 25"/>
                <a:gd name="T12" fmla="*/ 0 w 26"/>
                <a:gd name="T13" fmla="*/ 6 h 25"/>
                <a:gd name="T14" fmla="*/ 0 w 26"/>
                <a:gd name="T15" fmla="*/ 19 h 25"/>
                <a:gd name="T16" fmla="*/ 6 w 26"/>
                <a:gd name="T17" fmla="*/ 25 h 25"/>
                <a:gd name="T18" fmla="*/ 5 w 26"/>
                <a:gd name="T19" fmla="*/ 4 h 25"/>
                <a:gd name="T20" fmla="*/ 21 w 26"/>
                <a:gd name="T21" fmla="*/ 4 h 25"/>
                <a:gd name="T22" fmla="*/ 21 w 26"/>
                <a:gd name="T23" fmla="*/ 21 h 25"/>
                <a:gd name="T24" fmla="*/ 5 w 26"/>
                <a:gd name="T25" fmla="*/ 21 h 25"/>
                <a:gd name="T26" fmla="*/ 5 w 26"/>
                <a:gd name="T2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5">
                  <a:moveTo>
                    <a:pt x="6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3" y="25"/>
                    <a:pt x="26" y="22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2"/>
                    <a:pt x="23" y="0"/>
                    <a:pt x="2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3" y="25"/>
                    <a:pt x="6" y="25"/>
                  </a:cubicBezTo>
                  <a:close/>
                  <a:moveTo>
                    <a:pt x="5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5" y="21"/>
                    <a:pt x="5" y="21"/>
                    <a:pt x="5" y="21"/>
                  </a:cubicBez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215"/>
            <p:cNvSpPr>
              <a:spLocks noEditPoints="1"/>
            </p:cNvSpPr>
            <p:nvPr/>
          </p:nvSpPr>
          <p:spPr bwMode="auto">
            <a:xfrm>
              <a:off x="11331575" y="636588"/>
              <a:ext cx="96838" cy="93663"/>
            </a:xfrm>
            <a:custGeom>
              <a:avLst/>
              <a:gdLst>
                <a:gd name="T0" fmla="*/ 20 w 26"/>
                <a:gd name="T1" fmla="*/ 0 h 25"/>
                <a:gd name="T2" fmla="*/ 6 w 26"/>
                <a:gd name="T3" fmla="*/ 0 h 25"/>
                <a:gd name="T4" fmla="*/ 0 w 26"/>
                <a:gd name="T5" fmla="*/ 6 h 25"/>
                <a:gd name="T6" fmla="*/ 0 w 26"/>
                <a:gd name="T7" fmla="*/ 19 h 25"/>
                <a:gd name="T8" fmla="*/ 6 w 26"/>
                <a:gd name="T9" fmla="*/ 25 h 25"/>
                <a:gd name="T10" fmla="*/ 20 w 26"/>
                <a:gd name="T11" fmla="*/ 25 h 25"/>
                <a:gd name="T12" fmla="*/ 26 w 26"/>
                <a:gd name="T13" fmla="*/ 19 h 25"/>
                <a:gd name="T14" fmla="*/ 26 w 26"/>
                <a:gd name="T15" fmla="*/ 6 h 25"/>
                <a:gd name="T16" fmla="*/ 20 w 26"/>
                <a:gd name="T17" fmla="*/ 0 h 25"/>
                <a:gd name="T18" fmla="*/ 21 w 26"/>
                <a:gd name="T19" fmla="*/ 21 h 25"/>
                <a:gd name="T20" fmla="*/ 5 w 26"/>
                <a:gd name="T21" fmla="*/ 21 h 25"/>
                <a:gd name="T22" fmla="*/ 5 w 26"/>
                <a:gd name="T23" fmla="*/ 4 h 25"/>
                <a:gd name="T24" fmla="*/ 21 w 26"/>
                <a:gd name="T25" fmla="*/ 4 h 25"/>
                <a:gd name="T26" fmla="*/ 21 w 26"/>
                <a:gd name="T27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5">
                  <a:moveTo>
                    <a:pt x="2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3" y="25"/>
                    <a:pt x="6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3" y="25"/>
                    <a:pt x="26" y="22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2"/>
                    <a:pt x="23" y="0"/>
                    <a:pt x="20" y="0"/>
                  </a:cubicBezTo>
                  <a:close/>
                  <a:moveTo>
                    <a:pt x="21" y="21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21" y="4"/>
                    <a:pt x="21" y="4"/>
                    <a:pt x="21" y="4"/>
                  </a:cubicBezTo>
                  <a:lnTo>
                    <a:pt x="21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216"/>
            <p:cNvSpPr>
              <a:spLocks noEditPoints="1"/>
            </p:cNvSpPr>
            <p:nvPr/>
          </p:nvSpPr>
          <p:spPr bwMode="auto">
            <a:xfrm>
              <a:off x="11196638" y="636588"/>
              <a:ext cx="96838" cy="93663"/>
            </a:xfrm>
            <a:custGeom>
              <a:avLst/>
              <a:gdLst>
                <a:gd name="T0" fmla="*/ 6 w 26"/>
                <a:gd name="T1" fmla="*/ 25 h 25"/>
                <a:gd name="T2" fmla="*/ 20 w 26"/>
                <a:gd name="T3" fmla="*/ 25 h 25"/>
                <a:gd name="T4" fmla="*/ 26 w 26"/>
                <a:gd name="T5" fmla="*/ 19 h 25"/>
                <a:gd name="T6" fmla="*/ 26 w 26"/>
                <a:gd name="T7" fmla="*/ 6 h 25"/>
                <a:gd name="T8" fmla="*/ 20 w 26"/>
                <a:gd name="T9" fmla="*/ 0 h 25"/>
                <a:gd name="T10" fmla="*/ 6 w 26"/>
                <a:gd name="T11" fmla="*/ 0 h 25"/>
                <a:gd name="T12" fmla="*/ 0 w 26"/>
                <a:gd name="T13" fmla="*/ 6 h 25"/>
                <a:gd name="T14" fmla="*/ 0 w 26"/>
                <a:gd name="T15" fmla="*/ 19 h 25"/>
                <a:gd name="T16" fmla="*/ 6 w 26"/>
                <a:gd name="T17" fmla="*/ 25 h 25"/>
                <a:gd name="T18" fmla="*/ 5 w 26"/>
                <a:gd name="T19" fmla="*/ 4 h 25"/>
                <a:gd name="T20" fmla="*/ 21 w 26"/>
                <a:gd name="T21" fmla="*/ 4 h 25"/>
                <a:gd name="T22" fmla="*/ 21 w 26"/>
                <a:gd name="T23" fmla="*/ 21 h 25"/>
                <a:gd name="T24" fmla="*/ 5 w 26"/>
                <a:gd name="T25" fmla="*/ 21 h 25"/>
                <a:gd name="T26" fmla="*/ 5 w 26"/>
                <a:gd name="T2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5">
                  <a:moveTo>
                    <a:pt x="6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3" y="25"/>
                    <a:pt x="26" y="22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2"/>
                    <a:pt x="23" y="0"/>
                    <a:pt x="2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3" y="25"/>
                    <a:pt x="6" y="25"/>
                  </a:cubicBezTo>
                  <a:close/>
                  <a:moveTo>
                    <a:pt x="5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5" y="21"/>
                    <a:pt x="5" y="21"/>
                    <a:pt x="5" y="21"/>
                  </a:cubicBez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10179050" y="304800"/>
            <a:ext cx="481013" cy="481013"/>
            <a:chOff x="10179050" y="304800"/>
            <a:chExt cx="481013" cy="481013"/>
          </a:xfrm>
          <a:solidFill>
            <a:schemeClr val="accent1"/>
          </a:solidFill>
        </p:grpSpPr>
        <p:sp>
          <p:nvSpPr>
            <p:cNvPr id="17" name="Freeform 217"/>
            <p:cNvSpPr>
              <a:spLocks noEditPoints="1"/>
            </p:cNvSpPr>
            <p:nvPr/>
          </p:nvSpPr>
          <p:spPr bwMode="auto">
            <a:xfrm>
              <a:off x="10179050" y="304800"/>
              <a:ext cx="481013" cy="481013"/>
            </a:xfrm>
            <a:custGeom>
              <a:avLst/>
              <a:gdLst>
                <a:gd name="T0" fmla="*/ 122 w 128"/>
                <a:gd name="T1" fmla="*/ 11 h 128"/>
                <a:gd name="T2" fmla="*/ 102 w 128"/>
                <a:gd name="T3" fmla="*/ 11 h 128"/>
                <a:gd name="T4" fmla="*/ 102 w 128"/>
                <a:gd name="T5" fmla="*/ 3 h 128"/>
                <a:gd name="T6" fmla="*/ 100 w 128"/>
                <a:gd name="T7" fmla="*/ 1 h 128"/>
                <a:gd name="T8" fmla="*/ 98 w 128"/>
                <a:gd name="T9" fmla="*/ 3 h 128"/>
                <a:gd name="T10" fmla="*/ 98 w 128"/>
                <a:gd name="T11" fmla="*/ 11 h 128"/>
                <a:gd name="T12" fmla="*/ 66 w 128"/>
                <a:gd name="T13" fmla="*/ 11 h 128"/>
                <a:gd name="T14" fmla="*/ 66 w 128"/>
                <a:gd name="T15" fmla="*/ 3 h 128"/>
                <a:gd name="T16" fmla="*/ 64 w 128"/>
                <a:gd name="T17" fmla="*/ 1 h 128"/>
                <a:gd name="T18" fmla="*/ 62 w 128"/>
                <a:gd name="T19" fmla="*/ 3 h 128"/>
                <a:gd name="T20" fmla="*/ 62 w 128"/>
                <a:gd name="T21" fmla="*/ 11 h 128"/>
                <a:gd name="T22" fmla="*/ 30 w 128"/>
                <a:gd name="T23" fmla="*/ 11 h 128"/>
                <a:gd name="T24" fmla="*/ 30 w 128"/>
                <a:gd name="T25" fmla="*/ 2 h 128"/>
                <a:gd name="T26" fmla="*/ 28 w 128"/>
                <a:gd name="T27" fmla="*/ 0 h 128"/>
                <a:gd name="T28" fmla="*/ 26 w 128"/>
                <a:gd name="T29" fmla="*/ 2 h 128"/>
                <a:gd name="T30" fmla="*/ 26 w 128"/>
                <a:gd name="T31" fmla="*/ 11 h 128"/>
                <a:gd name="T32" fmla="*/ 6 w 128"/>
                <a:gd name="T33" fmla="*/ 11 h 128"/>
                <a:gd name="T34" fmla="*/ 0 w 128"/>
                <a:gd name="T35" fmla="*/ 17 h 128"/>
                <a:gd name="T36" fmla="*/ 0 w 128"/>
                <a:gd name="T37" fmla="*/ 122 h 128"/>
                <a:gd name="T38" fmla="*/ 6 w 128"/>
                <a:gd name="T39" fmla="*/ 128 h 128"/>
                <a:gd name="T40" fmla="*/ 122 w 128"/>
                <a:gd name="T41" fmla="*/ 128 h 128"/>
                <a:gd name="T42" fmla="*/ 128 w 128"/>
                <a:gd name="T43" fmla="*/ 122 h 128"/>
                <a:gd name="T44" fmla="*/ 128 w 128"/>
                <a:gd name="T45" fmla="*/ 17 h 128"/>
                <a:gd name="T46" fmla="*/ 122 w 128"/>
                <a:gd name="T47" fmla="*/ 11 h 128"/>
                <a:gd name="T48" fmla="*/ 123 w 128"/>
                <a:gd name="T49" fmla="*/ 123 h 128"/>
                <a:gd name="T50" fmla="*/ 5 w 128"/>
                <a:gd name="T51" fmla="*/ 123 h 128"/>
                <a:gd name="T52" fmla="*/ 5 w 128"/>
                <a:gd name="T53" fmla="*/ 42 h 128"/>
                <a:gd name="T54" fmla="*/ 123 w 128"/>
                <a:gd name="T55" fmla="*/ 42 h 128"/>
                <a:gd name="T56" fmla="*/ 123 w 128"/>
                <a:gd name="T57" fmla="*/ 123 h 128"/>
                <a:gd name="T58" fmla="*/ 123 w 128"/>
                <a:gd name="T59" fmla="*/ 37 h 128"/>
                <a:gd name="T60" fmla="*/ 5 w 128"/>
                <a:gd name="T61" fmla="*/ 37 h 128"/>
                <a:gd name="T62" fmla="*/ 5 w 128"/>
                <a:gd name="T63" fmla="*/ 16 h 128"/>
                <a:gd name="T64" fmla="*/ 26 w 128"/>
                <a:gd name="T65" fmla="*/ 16 h 128"/>
                <a:gd name="T66" fmla="*/ 26 w 128"/>
                <a:gd name="T67" fmla="*/ 23 h 128"/>
                <a:gd name="T68" fmla="*/ 28 w 128"/>
                <a:gd name="T69" fmla="*/ 26 h 128"/>
                <a:gd name="T70" fmla="*/ 30 w 128"/>
                <a:gd name="T71" fmla="*/ 23 h 128"/>
                <a:gd name="T72" fmla="*/ 30 w 128"/>
                <a:gd name="T73" fmla="*/ 16 h 128"/>
                <a:gd name="T74" fmla="*/ 62 w 128"/>
                <a:gd name="T75" fmla="*/ 16 h 128"/>
                <a:gd name="T76" fmla="*/ 62 w 128"/>
                <a:gd name="T77" fmla="*/ 25 h 128"/>
                <a:gd name="T78" fmla="*/ 64 w 128"/>
                <a:gd name="T79" fmla="*/ 27 h 128"/>
                <a:gd name="T80" fmla="*/ 66 w 128"/>
                <a:gd name="T81" fmla="*/ 25 h 128"/>
                <a:gd name="T82" fmla="*/ 66 w 128"/>
                <a:gd name="T83" fmla="*/ 16 h 128"/>
                <a:gd name="T84" fmla="*/ 98 w 128"/>
                <a:gd name="T85" fmla="*/ 16 h 128"/>
                <a:gd name="T86" fmla="*/ 98 w 128"/>
                <a:gd name="T87" fmla="*/ 25 h 128"/>
                <a:gd name="T88" fmla="*/ 100 w 128"/>
                <a:gd name="T89" fmla="*/ 27 h 128"/>
                <a:gd name="T90" fmla="*/ 102 w 128"/>
                <a:gd name="T91" fmla="*/ 25 h 128"/>
                <a:gd name="T92" fmla="*/ 102 w 128"/>
                <a:gd name="T93" fmla="*/ 16 h 128"/>
                <a:gd name="T94" fmla="*/ 123 w 128"/>
                <a:gd name="T95" fmla="*/ 16 h 128"/>
                <a:gd name="T96" fmla="*/ 123 w 128"/>
                <a:gd name="T97" fmla="*/ 3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22" y="11"/>
                  </a:moveTo>
                  <a:cubicBezTo>
                    <a:pt x="102" y="11"/>
                    <a:pt x="102" y="11"/>
                    <a:pt x="102" y="1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2" y="2"/>
                    <a:pt x="101" y="1"/>
                    <a:pt x="100" y="1"/>
                  </a:cubicBezTo>
                  <a:cubicBezTo>
                    <a:pt x="99" y="1"/>
                    <a:pt x="98" y="2"/>
                    <a:pt x="98" y="3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2"/>
                    <a:pt x="65" y="1"/>
                    <a:pt x="64" y="1"/>
                  </a:cubicBezTo>
                  <a:cubicBezTo>
                    <a:pt x="63" y="1"/>
                    <a:pt x="62" y="2"/>
                    <a:pt x="62" y="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0"/>
                    <a:pt x="28" y="0"/>
                  </a:cubicBezTo>
                  <a:cubicBezTo>
                    <a:pt x="27" y="0"/>
                    <a:pt x="26" y="1"/>
                    <a:pt x="26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14"/>
                    <a:pt x="0" y="17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8" y="14"/>
                    <a:pt x="125" y="11"/>
                    <a:pt x="122" y="11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123" y="42"/>
                    <a:pt x="123" y="42"/>
                    <a:pt x="123" y="42"/>
                  </a:cubicBezTo>
                  <a:lnTo>
                    <a:pt x="123" y="123"/>
                  </a:lnTo>
                  <a:close/>
                  <a:moveTo>
                    <a:pt x="123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5"/>
                    <a:pt x="27" y="26"/>
                    <a:pt x="28" y="26"/>
                  </a:cubicBezTo>
                  <a:cubicBezTo>
                    <a:pt x="29" y="26"/>
                    <a:pt x="30" y="25"/>
                    <a:pt x="30" y="23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6"/>
                    <a:pt x="63" y="27"/>
                    <a:pt x="64" y="27"/>
                  </a:cubicBezTo>
                  <a:cubicBezTo>
                    <a:pt x="65" y="27"/>
                    <a:pt x="66" y="26"/>
                    <a:pt x="66" y="2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6"/>
                    <a:pt x="99" y="27"/>
                    <a:pt x="100" y="27"/>
                  </a:cubicBezTo>
                  <a:cubicBezTo>
                    <a:pt x="101" y="27"/>
                    <a:pt x="102" y="26"/>
                    <a:pt x="102" y="25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23" y="16"/>
                    <a:pt x="123" y="16"/>
                    <a:pt x="123" y="16"/>
                  </a:cubicBezTo>
                  <a:lnTo>
                    <a:pt x="123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218"/>
            <p:cNvSpPr/>
            <p:nvPr/>
          </p:nvSpPr>
          <p:spPr bwMode="auto">
            <a:xfrm>
              <a:off x="10321925" y="515938"/>
              <a:ext cx="71438" cy="184150"/>
            </a:xfrm>
            <a:custGeom>
              <a:avLst/>
              <a:gdLst>
                <a:gd name="T0" fmla="*/ 2 w 19"/>
                <a:gd name="T1" fmla="*/ 49 h 49"/>
                <a:gd name="T2" fmla="*/ 17 w 19"/>
                <a:gd name="T3" fmla="*/ 49 h 49"/>
                <a:gd name="T4" fmla="*/ 19 w 19"/>
                <a:gd name="T5" fmla="*/ 46 h 49"/>
                <a:gd name="T6" fmla="*/ 17 w 19"/>
                <a:gd name="T7" fmla="*/ 44 h 49"/>
                <a:gd name="T8" fmla="*/ 12 w 19"/>
                <a:gd name="T9" fmla="*/ 44 h 49"/>
                <a:gd name="T10" fmla="*/ 12 w 19"/>
                <a:gd name="T11" fmla="*/ 2 h 49"/>
                <a:gd name="T12" fmla="*/ 9 w 19"/>
                <a:gd name="T13" fmla="*/ 0 h 49"/>
                <a:gd name="T14" fmla="*/ 8 w 19"/>
                <a:gd name="T15" fmla="*/ 0 h 49"/>
                <a:gd name="T16" fmla="*/ 2 w 19"/>
                <a:gd name="T17" fmla="*/ 6 h 49"/>
                <a:gd name="T18" fmla="*/ 2 w 19"/>
                <a:gd name="T19" fmla="*/ 9 h 49"/>
                <a:gd name="T20" fmla="*/ 5 w 19"/>
                <a:gd name="T21" fmla="*/ 9 h 49"/>
                <a:gd name="T22" fmla="*/ 7 w 19"/>
                <a:gd name="T23" fmla="*/ 8 h 49"/>
                <a:gd name="T24" fmla="*/ 7 w 19"/>
                <a:gd name="T25" fmla="*/ 44 h 49"/>
                <a:gd name="T26" fmla="*/ 2 w 19"/>
                <a:gd name="T27" fmla="*/ 44 h 49"/>
                <a:gd name="T28" fmla="*/ 0 w 19"/>
                <a:gd name="T29" fmla="*/ 46 h 49"/>
                <a:gd name="T30" fmla="*/ 2 w 19"/>
                <a:gd name="T3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49">
                  <a:moveTo>
                    <a:pt x="2" y="49"/>
                  </a:moveTo>
                  <a:cubicBezTo>
                    <a:pt x="17" y="49"/>
                    <a:pt x="17" y="49"/>
                    <a:pt x="17" y="49"/>
                  </a:cubicBezTo>
                  <a:cubicBezTo>
                    <a:pt x="18" y="49"/>
                    <a:pt x="19" y="48"/>
                    <a:pt x="19" y="46"/>
                  </a:cubicBezTo>
                  <a:cubicBezTo>
                    <a:pt x="19" y="45"/>
                    <a:pt x="18" y="44"/>
                    <a:pt x="17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8"/>
                    <a:pt x="2" y="9"/>
                  </a:cubicBezTo>
                  <a:cubicBezTo>
                    <a:pt x="3" y="9"/>
                    <a:pt x="4" y="10"/>
                    <a:pt x="5" y="9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5"/>
                    <a:pt x="0" y="46"/>
                  </a:cubicBezTo>
                  <a:cubicBezTo>
                    <a:pt x="0" y="48"/>
                    <a:pt x="1" y="49"/>
                    <a:pt x="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Freeform 219"/>
            <p:cNvSpPr/>
            <p:nvPr/>
          </p:nvSpPr>
          <p:spPr bwMode="auto">
            <a:xfrm>
              <a:off x="10445750" y="515938"/>
              <a:ext cx="71438" cy="184150"/>
            </a:xfrm>
            <a:custGeom>
              <a:avLst/>
              <a:gdLst>
                <a:gd name="T0" fmla="*/ 2 w 19"/>
                <a:gd name="T1" fmla="*/ 49 h 49"/>
                <a:gd name="T2" fmla="*/ 17 w 19"/>
                <a:gd name="T3" fmla="*/ 49 h 49"/>
                <a:gd name="T4" fmla="*/ 19 w 19"/>
                <a:gd name="T5" fmla="*/ 46 h 49"/>
                <a:gd name="T6" fmla="*/ 17 w 19"/>
                <a:gd name="T7" fmla="*/ 44 h 49"/>
                <a:gd name="T8" fmla="*/ 12 w 19"/>
                <a:gd name="T9" fmla="*/ 44 h 49"/>
                <a:gd name="T10" fmla="*/ 12 w 19"/>
                <a:gd name="T11" fmla="*/ 2 h 49"/>
                <a:gd name="T12" fmla="*/ 10 w 19"/>
                <a:gd name="T13" fmla="*/ 0 h 49"/>
                <a:gd name="T14" fmla="*/ 8 w 19"/>
                <a:gd name="T15" fmla="*/ 0 h 49"/>
                <a:gd name="T16" fmla="*/ 3 w 19"/>
                <a:gd name="T17" fmla="*/ 6 h 49"/>
                <a:gd name="T18" fmla="*/ 3 w 19"/>
                <a:gd name="T19" fmla="*/ 9 h 49"/>
                <a:gd name="T20" fmla="*/ 5 w 19"/>
                <a:gd name="T21" fmla="*/ 9 h 49"/>
                <a:gd name="T22" fmla="*/ 7 w 19"/>
                <a:gd name="T23" fmla="*/ 8 h 49"/>
                <a:gd name="T24" fmla="*/ 7 w 19"/>
                <a:gd name="T25" fmla="*/ 44 h 49"/>
                <a:gd name="T26" fmla="*/ 2 w 19"/>
                <a:gd name="T27" fmla="*/ 44 h 49"/>
                <a:gd name="T28" fmla="*/ 0 w 19"/>
                <a:gd name="T29" fmla="*/ 46 h 49"/>
                <a:gd name="T30" fmla="*/ 2 w 19"/>
                <a:gd name="T3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49">
                  <a:moveTo>
                    <a:pt x="2" y="49"/>
                  </a:moveTo>
                  <a:cubicBezTo>
                    <a:pt x="17" y="49"/>
                    <a:pt x="17" y="49"/>
                    <a:pt x="17" y="49"/>
                  </a:cubicBezTo>
                  <a:cubicBezTo>
                    <a:pt x="18" y="49"/>
                    <a:pt x="19" y="48"/>
                    <a:pt x="19" y="46"/>
                  </a:cubicBezTo>
                  <a:cubicBezTo>
                    <a:pt x="19" y="45"/>
                    <a:pt x="18" y="44"/>
                    <a:pt x="17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8"/>
                    <a:pt x="3" y="9"/>
                  </a:cubicBezTo>
                  <a:cubicBezTo>
                    <a:pt x="3" y="9"/>
                    <a:pt x="5" y="10"/>
                    <a:pt x="5" y="9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5"/>
                    <a:pt x="0" y="46"/>
                  </a:cubicBezTo>
                  <a:cubicBezTo>
                    <a:pt x="0" y="48"/>
                    <a:pt x="1" y="49"/>
                    <a:pt x="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0" name="Freeform 220"/>
          <p:cNvSpPr>
            <a:spLocks noEditPoints="1"/>
          </p:cNvSpPr>
          <p:nvPr/>
        </p:nvSpPr>
        <p:spPr bwMode="auto">
          <a:xfrm>
            <a:off x="9217025" y="304800"/>
            <a:ext cx="481013" cy="481013"/>
          </a:xfrm>
          <a:custGeom>
            <a:avLst/>
            <a:gdLst>
              <a:gd name="T0" fmla="*/ 128 w 128"/>
              <a:gd name="T1" fmla="*/ 17 h 128"/>
              <a:gd name="T2" fmla="*/ 122 w 128"/>
              <a:gd name="T3" fmla="*/ 11 h 128"/>
              <a:gd name="T4" fmla="*/ 102 w 128"/>
              <a:gd name="T5" fmla="*/ 11 h 128"/>
              <a:gd name="T6" fmla="*/ 102 w 128"/>
              <a:gd name="T7" fmla="*/ 3 h 128"/>
              <a:gd name="T8" fmla="*/ 100 w 128"/>
              <a:gd name="T9" fmla="*/ 1 h 128"/>
              <a:gd name="T10" fmla="*/ 98 w 128"/>
              <a:gd name="T11" fmla="*/ 3 h 128"/>
              <a:gd name="T12" fmla="*/ 98 w 128"/>
              <a:gd name="T13" fmla="*/ 11 h 128"/>
              <a:gd name="T14" fmla="*/ 66 w 128"/>
              <a:gd name="T15" fmla="*/ 11 h 128"/>
              <a:gd name="T16" fmla="*/ 66 w 128"/>
              <a:gd name="T17" fmla="*/ 3 h 128"/>
              <a:gd name="T18" fmla="*/ 64 w 128"/>
              <a:gd name="T19" fmla="*/ 1 h 128"/>
              <a:gd name="T20" fmla="*/ 62 w 128"/>
              <a:gd name="T21" fmla="*/ 3 h 128"/>
              <a:gd name="T22" fmla="*/ 62 w 128"/>
              <a:gd name="T23" fmla="*/ 11 h 128"/>
              <a:gd name="T24" fmla="*/ 30 w 128"/>
              <a:gd name="T25" fmla="*/ 11 h 128"/>
              <a:gd name="T26" fmla="*/ 30 w 128"/>
              <a:gd name="T27" fmla="*/ 2 h 128"/>
              <a:gd name="T28" fmla="*/ 28 w 128"/>
              <a:gd name="T29" fmla="*/ 0 h 128"/>
              <a:gd name="T30" fmla="*/ 26 w 128"/>
              <a:gd name="T31" fmla="*/ 2 h 128"/>
              <a:gd name="T32" fmla="*/ 26 w 128"/>
              <a:gd name="T33" fmla="*/ 11 h 128"/>
              <a:gd name="T34" fmla="*/ 6 w 128"/>
              <a:gd name="T35" fmla="*/ 11 h 128"/>
              <a:gd name="T36" fmla="*/ 0 w 128"/>
              <a:gd name="T37" fmla="*/ 17 h 128"/>
              <a:gd name="T38" fmla="*/ 0 w 128"/>
              <a:gd name="T39" fmla="*/ 122 h 128"/>
              <a:gd name="T40" fmla="*/ 6 w 128"/>
              <a:gd name="T41" fmla="*/ 128 h 128"/>
              <a:gd name="T42" fmla="*/ 122 w 128"/>
              <a:gd name="T43" fmla="*/ 128 h 128"/>
              <a:gd name="T44" fmla="*/ 128 w 128"/>
              <a:gd name="T45" fmla="*/ 122 h 128"/>
              <a:gd name="T46" fmla="*/ 128 w 128"/>
              <a:gd name="T47" fmla="*/ 17 h 128"/>
              <a:gd name="T48" fmla="*/ 123 w 128"/>
              <a:gd name="T49" fmla="*/ 123 h 128"/>
              <a:gd name="T50" fmla="*/ 5 w 128"/>
              <a:gd name="T51" fmla="*/ 123 h 128"/>
              <a:gd name="T52" fmla="*/ 5 w 128"/>
              <a:gd name="T53" fmla="*/ 42 h 128"/>
              <a:gd name="T54" fmla="*/ 123 w 128"/>
              <a:gd name="T55" fmla="*/ 42 h 128"/>
              <a:gd name="T56" fmla="*/ 123 w 128"/>
              <a:gd name="T57" fmla="*/ 123 h 128"/>
              <a:gd name="T58" fmla="*/ 123 w 128"/>
              <a:gd name="T59" fmla="*/ 37 h 128"/>
              <a:gd name="T60" fmla="*/ 5 w 128"/>
              <a:gd name="T61" fmla="*/ 37 h 128"/>
              <a:gd name="T62" fmla="*/ 5 w 128"/>
              <a:gd name="T63" fmla="*/ 16 h 128"/>
              <a:gd name="T64" fmla="*/ 26 w 128"/>
              <a:gd name="T65" fmla="*/ 16 h 128"/>
              <a:gd name="T66" fmla="*/ 26 w 128"/>
              <a:gd name="T67" fmla="*/ 23 h 128"/>
              <a:gd name="T68" fmla="*/ 28 w 128"/>
              <a:gd name="T69" fmla="*/ 26 h 128"/>
              <a:gd name="T70" fmla="*/ 30 w 128"/>
              <a:gd name="T71" fmla="*/ 23 h 128"/>
              <a:gd name="T72" fmla="*/ 30 w 128"/>
              <a:gd name="T73" fmla="*/ 16 h 128"/>
              <a:gd name="T74" fmla="*/ 62 w 128"/>
              <a:gd name="T75" fmla="*/ 16 h 128"/>
              <a:gd name="T76" fmla="*/ 62 w 128"/>
              <a:gd name="T77" fmla="*/ 25 h 128"/>
              <a:gd name="T78" fmla="*/ 64 w 128"/>
              <a:gd name="T79" fmla="*/ 27 h 128"/>
              <a:gd name="T80" fmla="*/ 66 w 128"/>
              <a:gd name="T81" fmla="*/ 25 h 128"/>
              <a:gd name="T82" fmla="*/ 66 w 128"/>
              <a:gd name="T83" fmla="*/ 16 h 128"/>
              <a:gd name="T84" fmla="*/ 98 w 128"/>
              <a:gd name="T85" fmla="*/ 16 h 128"/>
              <a:gd name="T86" fmla="*/ 98 w 128"/>
              <a:gd name="T87" fmla="*/ 25 h 128"/>
              <a:gd name="T88" fmla="*/ 100 w 128"/>
              <a:gd name="T89" fmla="*/ 27 h 128"/>
              <a:gd name="T90" fmla="*/ 102 w 128"/>
              <a:gd name="T91" fmla="*/ 25 h 128"/>
              <a:gd name="T92" fmla="*/ 102 w 128"/>
              <a:gd name="T93" fmla="*/ 16 h 128"/>
              <a:gd name="T94" fmla="*/ 123 w 128"/>
              <a:gd name="T95" fmla="*/ 16 h 128"/>
              <a:gd name="T96" fmla="*/ 123 w 128"/>
              <a:gd name="T97" fmla="*/ 3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" h="128">
                <a:moveTo>
                  <a:pt x="128" y="17"/>
                </a:moveTo>
                <a:cubicBezTo>
                  <a:pt x="128" y="14"/>
                  <a:pt x="125" y="11"/>
                  <a:pt x="122" y="11"/>
                </a:cubicBezTo>
                <a:cubicBezTo>
                  <a:pt x="102" y="11"/>
                  <a:pt x="102" y="11"/>
                  <a:pt x="102" y="11"/>
                </a:cubicBezTo>
                <a:cubicBezTo>
                  <a:pt x="102" y="3"/>
                  <a:pt x="102" y="3"/>
                  <a:pt x="102" y="3"/>
                </a:cubicBezTo>
                <a:cubicBezTo>
                  <a:pt x="102" y="2"/>
                  <a:pt x="101" y="1"/>
                  <a:pt x="100" y="1"/>
                </a:cubicBezTo>
                <a:cubicBezTo>
                  <a:pt x="99" y="1"/>
                  <a:pt x="98" y="2"/>
                  <a:pt x="98" y="3"/>
                </a:cubicBezTo>
                <a:cubicBezTo>
                  <a:pt x="98" y="11"/>
                  <a:pt x="98" y="11"/>
                  <a:pt x="98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3"/>
                  <a:pt x="66" y="3"/>
                  <a:pt x="66" y="3"/>
                </a:cubicBezTo>
                <a:cubicBezTo>
                  <a:pt x="66" y="2"/>
                  <a:pt x="65" y="1"/>
                  <a:pt x="64" y="1"/>
                </a:cubicBezTo>
                <a:cubicBezTo>
                  <a:pt x="63" y="1"/>
                  <a:pt x="62" y="2"/>
                  <a:pt x="62" y="3"/>
                </a:cubicBezTo>
                <a:cubicBezTo>
                  <a:pt x="62" y="11"/>
                  <a:pt x="62" y="11"/>
                  <a:pt x="62" y="11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2"/>
                  <a:pt x="30" y="2"/>
                  <a:pt x="30" y="2"/>
                </a:cubicBezTo>
                <a:cubicBezTo>
                  <a:pt x="30" y="1"/>
                  <a:pt x="29" y="0"/>
                  <a:pt x="28" y="0"/>
                </a:cubicBezTo>
                <a:cubicBezTo>
                  <a:pt x="27" y="0"/>
                  <a:pt x="26" y="1"/>
                  <a:pt x="26" y="2"/>
                </a:cubicBezTo>
                <a:cubicBezTo>
                  <a:pt x="26" y="11"/>
                  <a:pt x="26" y="11"/>
                  <a:pt x="2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3" y="11"/>
                  <a:pt x="0" y="14"/>
                  <a:pt x="0" y="17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17"/>
                </a:lnTo>
                <a:close/>
                <a:moveTo>
                  <a:pt x="123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42"/>
                  <a:pt x="5" y="42"/>
                  <a:pt x="5" y="42"/>
                </a:cubicBezTo>
                <a:cubicBezTo>
                  <a:pt x="123" y="42"/>
                  <a:pt x="123" y="42"/>
                  <a:pt x="123" y="42"/>
                </a:cubicBezTo>
                <a:lnTo>
                  <a:pt x="123" y="123"/>
                </a:lnTo>
                <a:close/>
                <a:moveTo>
                  <a:pt x="123" y="37"/>
                </a:moveTo>
                <a:cubicBezTo>
                  <a:pt x="5" y="37"/>
                  <a:pt x="5" y="37"/>
                  <a:pt x="5" y="37"/>
                </a:cubicBezTo>
                <a:cubicBezTo>
                  <a:pt x="5" y="16"/>
                  <a:pt x="5" y="16"/>
                  <a:pt x="5" y="16"/>
                </a:cubicBezTo>
                <a:cubicBezTo>
                  <a:pt x="26" y="16"/>
                  <a:pt x="26" y="16"/>
                  <a:pt x="26" y="16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5"/>
                  <a:pt x="27" y="26"/>
                  <a:pt x="28" y="26"/>
                </a:cubicBezTo>
                <a:cubicBezTo>
                  <a:pt x="29" y="26"/>
                  <a:pt x="30" y="25"/>
                  <a:pt x="30" y="23"/>
                </a:cubicBezTo>
                <a:cubicBezTo>
                  <a:pt x="30" y="16"/>
                  <a:pt x="30" y="16"/>
                  <a:pt x="30" y="16"/>
                </a:cubicBezTo>
                <a:cubicBezTo>
                  <a:pt x="62" y="16"/>
                  <a:pt x="62" y="16"/>
                  <a:pt x="62" y="16"/>
                </a:cubicBezTo>
                <a:cubicBezTo>
                  <a:pt x="62" y="25"/>
                  <a:pt x="62" y="25"/>
                  <a:pt x="62" y="25"/>
                </a:cubicBezTo>
                <a:cubicBezTo>
                  <a:pt x="62" y="26"/>
                  <a:pt x="63" y="27"/>
                  <a:pt x="64" y="27"/>
                </a:cubicBezTo>
                <a:cubicBezTo>
                  <a:pt x="65" y="27"/>
                  <a:pt x="66" y="26"/>
                  <a:pt x="66" y="25"/>
                </a:cubicBezTo>
                <a:cubicBezTo>
                  <a:pt x="66" y="16"/>
                  <a:pt x="66" y="16"/>
                  <a:pt x="66" y="16"/>
                </a:cubicBezTo>
                <a:cubicBezTo>
                  <a:pt x="98" y="16"/>
                  <a:pt x="98" y="16"/>
                  <a:pt x="98" y="16"/>
                </a:cubicBezTo>
                <a:cubicBezTo>
                  <a:pt x="98" y="25"/>
                  <a:pt x="98" y="25"/>
                  <a:pt x="98" y="25"/>
                </a:cubicBezTo>
                <a:cubicBezTo>
                  <a:pt x="98" y="26"/>
                  <a:pt x="99" y="27"/>
                  <a:pt x="100" y="27"/>
                </a:cubicBezTo>
                <a:cubicBezTo>
                  <a:pt x="101" y="27"/>
                  <a:pt x="102" y="26"/>
                  <a:pt x="102" y="25"/>
                </a:cubicBezTo>
                <a:cubicBezTo>
                  <a:pt x="102" y="16"/>
                  <a:pt x="102" y="16"/>
                  <a:pt x="102" y="16"/>
                </a:cubicBezTo>
                <a:cubicBezTo>
                  <a:pt x="123" y="16"/>
                  <a:pt x="123" y="16"/>
                  <a:pt x="123" y="16"/>
                </a:cubicBezTo>
                <a:lnTo>
                  <a:pt x="123" y="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8256588" y="323850"/>
            <a:ext cx="481013" cy="442913"/>
            <a:chOff x="8256588" y="323850"/>
            <a:chExt cx="481013" cy="442913"/>
          </a:xfrm>
          <a:solidFill>
            <a:schemeClr val="accent1"/>
          </a:solidFill>
        </p:grpSpPr>
        <p:sp>
          <p:nvSpPr>
            <p:cNvPr id="21" name="Freeform 221"/>
            <p:cNvSpPr>
              <a:spLocks noEditPoints="1"/>
            </p:cNvSpPr>
            <p:nvPr/>
          </p:nvSpPr>
          <p:spPr bwMode="auto">
            <a:xfrm>
              <a:off x="8256588" y="323850"/>
              <a:ext cx="481013" cy="442913"/>
            </a:xfrm>
            <a:custGeom>
              <a:avLst/>
              <a:gdLst>
                <a:gd name="T0" fmla="*/ 81 w 128"/>
                <a:gd name="T1" fmla="*/ 7 h 118"/>
                <a:gd name="T2" fmla="*/ 80 w 128"/>
                <a:gd name="T3" fmla="*/ 7 h 118"/>
                <a:gd name="T4" fmla="*/ 47 w 128"/>
                <a:gd name="T5" fmla="*/ 8 h 118"/>
                <a:gd name="T6" fmla="*/ 28 w 128"/>
                <a:gd name="T7" fmla="*/ 0 h 118"/>
                <a:gd name="T8" fmla="*/ 13 w 128"/>
                <a:gd name="T9" fmla="*/ 52 h 118"/>
                <a:gd name="T10" fmla="*/ 14 w 128"/>
                <a:gd name="T11" fmla="*/ 53 h 118"/>
                <a:gd name="T12" fmla="*/ 36 w 128"/>
                <a:gd name="T13" fmla="*/ 97 h 118"/>
                <a:gd name="T14" fmla="*/ 22 w 128"/>
                <a:gd name="T15" fmla="*/ 114 h 118"/>
                <a:gd name="T16" fmla="*/ 25 w 128"/>
                <a:gd name="T17" fmla="*/ 117 h 118"/>
                <a:gd name="T18" fmla="*/ 43 w 128"/>
                <a:gd name="T19" fmla="*/ 101 h 118"/>
                <a:gd name="T20" fmla="*/ 86 w 128"/>
                <a:gd name="T21" fmla="*/ 101 h 118"/>
                <a:gd name="T22" fmla="*/ 106 w 128"/>
                <a:gd name="T23" fmla="*/ 117 h 118"/>
                <a:gd name="T24" fmla="*/ 90 w 128"/>
                <a:gd name="T25" fmla="*/ 98 h 118"/>
                <a:gd name="T26" fmla="*/ 114 w 128"/>
                <a:gd name="T27" fmla="*/ 55 h 118"/>
                <a:gd name="T28" fmla="*/ 114 w 128"/>
                <a:gd name="T29" fmla="*/ 52 h 118"/>
                <a:gd name="T30" fmla="*/ 128 w 128"/>
                <a:gd name="T31" fmla="*/ 28 h 118"/>
                <a:gd name="T32" fmla="*/ 14 w 128"/>
                <a:gd name="T33" fmla="*/ 47 h 118"/>
                <a:gd name="T34" fmla="*/ 5 w 128"/>
                <a:gd name="T35" fmla="*/ 28 h 118"/>
                <a:gd name="T36" fmla="*/ 28 w 128"/>
                <a:gd name="T37" fmla="*/ 5 h 118"/>
                <a:gd name="T38" fmla="*/ 43 w 128"/>
                <a:gd name="T39" fmla="*/ 9 h 118"/>
                <a:gd name="T40" fmla="*/ 15 w 128"/>
                <a:gd name="T41" fmla="*/ 45 h 118"/>
                <a:gd name="T42" fmla="*/ 106 w 128"/>
                <a:gd name="T43" fmla="*/ 73 h 118"/>
                <a:gd name="T44" fmla="*/ 82 w 128"/>
                <a:gd name="T45" fmla="*/ 98 h 118"/>
                <a:gd name="T46" fmla="*/ 46 w 128"/>
                <a:gd name="T47" fmla="*/ 98 h 118"/>
                <a:gd name="T48" fmla="*/ 22 w 128"/>
                <a:gd name="T49" fmla="*/ 73 h 118"/>
                <a:gd name="T50" fmla="*/ 22 w 128"/>
                <a:gd name="T51" fmla="*/ 37 h 118"/>
                <a:gd name="T52" fmla="*/ 46 w 128"/>
                <a:gd name="T53" fmla="*/ 13 h 118"/>
                <a:gd name="T54" fmla="*/ 96 w 128"/>
                <a:gd name="T55" fmla="*/ 23 h 118"/>
                <a:gd name="T56" fmla="*/ 110 w 128"/>
                <a:gd name="T57" fmla="*/ 55 h 118"/>
                <a:gd name="T58" fmla="*/ 117 w 128"/>
                <a:gd name="T59" fmla="*/ 45 h 118"/>
                <a:gd name="T60" fmla="*/ 113 w 128"/>
                <a:gd name="T61" fmla="*/ 45 h 118"/>
                <a:gd name="T62" fmla="*/ 85 w 128"/>
                <a:gd name="T63" fmla="*/ 9 h 118"/>
                <a:gd name="T64" fmla="*/ 100 w 128"/>
                <a:gd name="T65" fmla="*/ 5 h 118"/>
                <a:gd name="T66" fmla="*/ 123 w 128"/>
                <a:gd name="T67" fmla="*/ 2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8" h="118">
                  <a:moveTo>
                    <a:pt x="100" y="0"/>
                  </a:moveTo>
                  <a:cubicBezTo>
                    <a:pt x="93" y="0"/>
                    <a:pt x="86" y="2"/>
                    <a:pt x="81" y="7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70" y="4"/>
                    <a:pt x="58" y="4"/>
                    <a:pt x="48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2" y="2"/>
                    <a:pt x="35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38"/>
                    <a:pt x="5" y="47"/>
                    <a:pt x="13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4"/>
                    <a:pt x="14" y="55"/>
                    <a:pt x="14" y="55"/>
                  </a:cubicBezTo>
                  <a:cubicBezTo>
                    <a:pt x="14" y="72"/>
                    <a:pt x="22" y="88"/>
                    <a:pt x="36" y="9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22" y="114"/>
                    <a:pt x="22" y="114"/>
                    <a:pt x="22" y="114"/>
                  </a:cubicBezTo>
                  <a:cubicBezTo>
                    <a:pt x="21" y="115"/>
                    <a:pt x="21" y="116"/>
                    <a:pt x="22" y="117"/>
                  </a:cubicBezTo>
                  <a:cubicBezTo>
                    <a:pt x="23" y="118"/>
                    <a:pt x="24" y="118"/>
                    <a:pt x="25" y="117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56" y="107"/>
                    <a:pt x="72" y="107"/>
                    <a:pt x="85" y="101"/>
                  </a:cubicBezTo>
                  <a:cubicBezTo>
                    <a:pt x="86" y="101"/>
                    <a:pt x="86" y="101"/>
                    <a:pt x="86" y="101"/>
                  </a:cubicBezTo>
                  <a:cubicBezTo>
                    <a:pt x="103" y="117"/>
                    <a:pt x="103" y="117"/>
                    <a:pt x="103" y="117"/>
                  </a:cubicBezTo>
                  <a:cubicBezTo>
                    <a:pt x="104" y="118"/>
                    <a:pt x="105" y="118"/>
                    <a:pt x="106" y="117"/>
                  </a:cubicBezTo>
                  <a:cubicBezTo>
                    <a:pt x="107" y="116"/>
                    <a:pt x="107" y="115"/>
                    <a:pt x="106" y="114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106" y="88"/>
                    <a:pt x="114" y="72"/>
                    <a:pt x="114" y="55"/>
                  </a:cubicBezTo>
                  <a:cubicBezTo>
                    <a:pt x="114" y="55"/>
                    <a:pt x="114" y="54"/>
                    <a:pt x="114" y="53"/>
                  </a:cubicBezTo>
                  <a:cubicBezTo>
                    <a:pt x="114" y="52"/>
                    <a:pt x="114" y="52"/>
                    <a:pt x="114" y="52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23" y="47"/>
                    <a:pt x="128" y="38"/>
                    <a:pt x="128" y="28"/>
                  </a:cubicBezTo>
                  <a:cubicBezTo>
                    <a:pt x="128" y="13"/>
                    <a:pt x="115" y="0"/>
                    <a:pt x="100" y="0"/>
                  </a:cubicBezTo>
                  <a:close/>
                  <a:moveTo>
                    <a:pt x="14" y="47"/>
                  </a:moveTo>
                  <a:cubicBezTo>
                    <a:pt x="11" y="45"/>
                    <a:pt x="11" y="45"/>
                    <a:pt x="11" y="45"/>
                  </a:cubicBezTo>
                  <a:cubicBezTo>
                    <a:pt x="7" y="40"/>
                    <a:pt x="5" y="35"/>
                    <a:pt x="5" y="28"/>
                  </a:cubicBezTo>
                  <a:cubicBezTo>
                    <a:pt x="5" y="22"/>
                    <a:pt x="7" y="16"/>
                    <a:pt x="11" y="11"/>
                  </a:cubicBezTo>
                  <a:cubicBezTo>
                    <a:pt x="16" y="7"/>
                    <a:pt x="22" y="5"/>
                    <a:pt x="28" y="5"/>
                  </a:cubicBezTo>
                  <a:cubicBezTo>
                    <a:pt x="33" y="5"/>
                    <a:pt x="37" y="6"/>
                    <a:pt x="41" y="8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27" y="18"/>
                    <a:pt x="18" y="30"/>
                    <a:pt x="15" y="45"/>
                  </a:cubicBezTo>
                  <a:lnTo>
                    <a:pt x="14" y="47"/>
                  </a:lnTo>
                  <a:close/>
                  <a:moveTo>
                    <a:pt x="106" y="73"/>
                  </a:moveTo>
                  <a:cubicBezTo>
                    <a:pt x="104" y="79"/>
                    <a:pt x="101" y="83"/>
                    <a:pt x="96" y="88"/>
                  </a:cubicBezTo>
                  <a:cubicBezTo>
                    <a:pt x="92" y="92"/>
                    <a:pt x="87" y="95"/>
                    <a:pt x="82" y="98"/>
                  </a:cubicBezTo>
                  <a:cubicBezTo>
                    <a:pt x="76" y="100"/>
                    <a:pt x="70" y="101"/>
                    <a:pt x="64" y="101"/>
                  </a:cubicBezTo>
                  <a:cubicBezTo>
                    <a:pt x="58" y="101"/>
                    <a:pt x="52" y="100"/>
                    <a:pt x="46" y="98"/>
                  </a:cubicBezTo>
                  <a:cubicBezTo>
                    <a:pt x="41" y="95"/>
                    <a:pt x="36" y="92"/>
                    <a:pt x="32" y="88"/>
                  </a:cubicBezTo>
                  <a:cubicBezTo>
                    <a:pt x="27" y="83"/>
                    <a:pt x="24" y="79"/>
                    <a:pt x="22" y="73"/>
                  </a:cubicBezTo>
                  <a:cubicBezTo>
                    <a:pt x="19" y="67"/>
                    <a:pt x="18" y="61"/>
                    <a:pt x="18" y="55"/>
                  </a:cubicBezTo>
                  <a:cubicBezTo>
                    <a:pt x="18" y="49"/>
                    <a:pt x="19" y="43"/>
                    <a:pt x="22" y="37"/>
                  </a:cubicBezTo>
                  <a:cubicBezTo>
                    <a:pt x="24" y="32"/>
                    <a:pt x="27" y="27"/>
                    <a:pt x="32" y="23"/>
                  </a:cubicBezTo>
                  <a:cubicBezTo>
                    <a:pt x="36" y="19"/>
                    <a:pt x="41" y="15"/>
                    <a:pt x="46" y="13"/>
                  </a:cubicBezTo>
                  <a:cubicBezTo>
                    <a:pt x="57" y="8"/>
                    <a:pt x="71" y="8"/>
                    <a:pt x="82" y="13"/>
                  </a:cubicBezTo>
                  <a:cubicBezTo>
                    <a:pt x="87" y="15"/>
                    <a:pt x="92" y="19"/>
                    <a:pt x="96" y="23"/>
                  </a:cubicBezTo>
                  <a:cubicBezTo>
                    <a:pt x="101" y="27"/>
                    <a:pt x="104" y="32"/>
                    <a:pt x="106" y="37"/>
                  </a:cubicBezTo>
                  <a:cubicBezTo>
                    <a:pt x="109" y="43"/>
                    <a:pt x="110" y="49"/>
                    <a:pt x="110" y="55"/>
                  </a:cubicBezTo>
                  <a:cubicBezTo>
                    <a:pt x="110" y="61"/>
                    <a:pt x="109" y="67"/>
                    <a:pt x="106" y="73"/>
                  </a:cubicBezTo>
                  <a:close/>
                  <a:moveTo>
                    <a:pt x="117" y="45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5"/>
                    <a:pt x="113" y="45"/>
                    <a:pt x="113" y="45"/>
                  </a:cubicBezTo>
                  <a:cubicBezTo>
                    <a:pt x="110" y="30"/>
                    <a:pt x="101" y="18"/>
                    <a:pt x="87" y="11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91" y="6"/>
                    <a:pt x="95" y="5"/>
                    <a:pt x="100" y="5"/>
                  </a:cubicBezTo>
                  <a:cubicBezTo>
                    <a:pt x="106" y="5"/>
                    <a:pt x="112" y="7"/>
                    <a:pt x="117" y="11"/>
                  </a:cubicBezTo>
                  <a:cubicBezTo>
                    <a:pt x="121" y="16"/>
                    <a:pt x="123" y="22"/>
                    <a:pt x="123" y="28"/>
                  </a:cubicBezTo>
                  <a:cubicBezTo>
                    <a:pt x="123" y="35"/>
                    <a:pt x="121" y="40"/>
                    <a:pt x="117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222"/>
            <p:cNvSpPr/>
            <p:nvPr/>
          </p:nvSpPr>
          <p:spPr bwMode="auto">
            <a:xfrm>
              <a:off x="8489950" y="411163"/>
              <a:ext cx="112713" cy="187325"/>
            </a:xfrm>
            <a:custGeom>
              <a:avLst/>
              <a:gdLst>
                <a:gd name="T0" fmla="*/ 29 w 30"/>
                <a:gd name="T1" fmla="*/ 45 h 50"/>
                <a:gd name="T2" fmla="*/ 4 w 30"/>
                <a:gd name="T3" fmla="*/ 31 h 50"/>
                <a:gd name="T4" fmla="*/ 4 w 30"/>
                <a:gd name="T5" fmla="*/ 3 h 50"/>
                <a:gd name="T6" fmla="*/ 2 w 30"/>
                <a:gd name="T7" fmla="*/ 0 h 50"/>
                <a:gd name="T8" fmla="*/ 0 w 30"/>
                <a:gd name="T9" fmla="*/ 3 h 50"/>
                <a:gd name="T10" fmla="*/ 0 w 30"/>
                <a:gd name="T11" fmla="*/ 32 h 50"/>
                <a:gd name="T12" fmla="*/ 1 w 30"/>
                <a:gd name="T13" fmla="*/ 34 h 50"/>
                <a:gd name="T14" fmla="*/ 27 w 30"/>
                <a:gd name="T15" fmla="*/ 49 h 50"/>
                <a:gd name="T16" fmla="*/ 30 w 30"/>
                <a:gd name="T17" fmla="*/ 48 h 50"/>
                <a:gd name="T18" fmla="*/ 30 w 30"/>
                <a:gd name="T19" fmla="*/ 46 h 50"/>
                <a:gd name="T20" fmla="*/ 29 w 30"/>
                <a:gd name="T21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" h="50">
                  <a:moveTo>
                    <a:pt x="29" y="45"/>
                  </a:moveTo>
                  <a:cubicBezTo>
                    <a:pt x="4" y="31"/>
                    <a:pt x="4" y="31"/>
                    <a:pt x="4" y="3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0"/>
                    <a:pt x="29" y="49"/>
                    <a:pt x="30" y="48"/>
                  </a:cubicBezTo>
                  <a:cubicBezTo>
                    <a:pt x="30" y="48"/>
                    <a:pt x="30" y="47"/>
                    <a:pt x="30" y="46"/>
                  </a:cubicBezTo>
                  <a:cubicBezTo>
                    <a:pt x="30" y="46"/>
                    <a:pt x="29" y="45"/>
                    <a:pt x="2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7348538" y="304800"/>
            <a:ext cx="374650" cy="481013"/>
            <a:chOff x="7348538" y="304800"/>
            <a:chExt cx="374650" cy="481013"/>
          </a:xfrm>
          <a:solidFill>
            <a:schemeClr val="accent1"/>
          </a:solidFill>
        </p:grpSpPr>
        <p:sp>
          <p:nvSpPr>
            <p:cNvPr id="23" name="Freeform 223"/>
            <p:cNvSpPr>
              <a:spLocks noEditPoints="1"/>
            </p:cNvSpPr>
            <p:nvPr/>
          </p:nvSpPr>
          <p:spPr bwMode="auto">
            <a:xfrm>
              <a:off x="7348538" y="304800"/>
              <a:ext cx="374650" cy="481013"/>
            </a:xfrm>
            <a:custGeom>
              <a:avLst/>
              <a:gdLst>
                <a:gd name="T0" fmla="*/ 82 w 100"/>
                <a:gd name="T1" fmla="*/ 25 h 128"/>
                <a:gd name="T2" fmla="*/ 82 w 100"/>
                <a:gd name="T3" fmla="*/ 25 h 128"/>
                <a:gd name="T4" fmla="*/ 82 w 100"/>
                <a:gd name="T5" fmla="*/ 6 h 128"/>
                <a:gd name="T6" fmla="*/ 76 w 100"/>
                <a:gd name="T7" fmla="*/ 0 h 128"/>
                <a:gd name="T8" fmla="*/ 24 w 100"/>
                <a:gd name="T9" fmla="*/ 0 h 128"/>
                <a:gd name="T10" fmla="*/ 18 w 100"/>
                <a:gd name="T11" fmla="*/ 6 h 128"/>
                <a:gd name="T12" fmla="*/ 18 w 100"/>
                <a:gd name="T13" fmla="*/ 25 h 128"/>
                <a:gd name="T14" fmla="*/ 18 w 100"/>
                <a:gd name="T15" fmla="*/ 25 h 128"/>
                <a:gd name="T16" fmla="*/ 0 w 100"/>
                <a:gd name="T17" fmla="*/ 64 h 128"/>
                <a:gd name="T18" fmla="*/ 18 w 100"/>
                <a:gd name="T19" fmla="*/ 103 h 128"/>
                <a:gd name="T20" fmla="*/ 18 w 100"/>
                <a:gd name="T21" fmla="*/ 103 h 128"/>
                <a:gd name="T22" fmla="*/ 18 w 100"/>
                <a:gd name="T23" fmla="*/ 122 h 128"/>
                <a:gd name="T24" fmla="*/ 24 w 100"/>
                <a:gd name="T25" fmla="*/ 128 h 128"/>
                <a:gd name="T26" fmla="*/ 76 w 100"/>
                <a:gd name="T27" fmla="*/ 128 h 128"/>
                <a:gd name="T28" fmla="*/ 82 w 100"/>
                <a:gd name="T29" fmla="*/ 122 h 128"/>
                <a:gd name="T30" fmla="*/ 82 w 100"/>
                <a:gd name="T31" fmla="*/ 103 h 128"/>
                <a:gd name="T32" fmla="*/ 82 w 100"/>
                <a:gd name="T33" fmla="*/ 103 h 128"/>
                <a:gd name="T34" fmla="*/ 100 w 100"/>
                <a:gd name="T35" fmla="*/ 64 h 128"/>
                <a:gd name="T36" fmla="*/ 82 w 100"/>
                <a:gd name="T37" fmla="*/ 25 h 128"/>
                <a:gd name="T38" fmla="*/ 23 w 100"/>
                <a:gd name="T39" fmla="*/ 5 h 128"/>
                <a:gd name="T40" fmla="*/ 77 w 100"/>
                <a:gd name="T41" fmla="*/ 5 h 128"/>
                <a:gd name="T42" fmla="*/ 77 w 100"/>
                <a:gd name="T43" fmla="*/ 22 h 128"/>
                <a:gd name="T44" fmla="*/ 75 w 100"/>
                <a:gd name="T45" fmla="*/ 20 h 128"/>
                <a:gd name="T46" fmla="*/ 25 w 100"/>
                <a:gd name="T47" fmla="*/ 20 h 128"/>
                <a:gd name="T48" fmla="*/ 23 w 100"/>
                <a:gd name="T49" fmla="*/ 22 h 128"/>
                <a:gd name="T50" fmla="*/ 23 w 100"/>
                <a:gd name="T51" fmla="*/ 5 h 128"/>
                <a:gd name="T52" fmla="*/ 77 w 100"/>
                <a:gd name="T53" fmla="*/ 123 h 128"/>
                <a:gd name="T54" fmla="*/ 23 w 100"/>
                <a:gd name="T55" fmla="*/ 123 h 128"/>
                <a:gd name="T56" fmla="*/ 23 w 100"/>
                <a:gd name="T57" fmla="*/ 106 h 128"/>
                <a:gd name="T58" fmla="*/ 25 w 100"/>
                <a:gd name="T59" fmla="*/ 108 h 128"/>
                <a:gd name="T60" fmla="*/ 75 w 100"/>
                <a:gd name="T61" fmla="*/ 108 h 128"/>
                <a:gd name="T62" fmla="*/ 77 w 100"/>
                <a:gd name="T63" fmla="*/ 106 h 128"/>
                <a:gd name="T64" fmla="*/ 77 w 100"/>
                <a:gd name="T65" fmla="*/ 123 h 128"/>
                <a:gd name="T66" fmla="*/ 82 w 100"/>
                <a:gd name="T67" fmla="*/ 96 h 128"/>
                <a:gd name="T68" fmla="*/ 68 w 100"/>
                <a:gd name="T69" fmla="*/ 106 h 128"/>
                <a:gd name="T70" fmla="*/ 50 w 100"/>
                <a:gd name="T71" fmla="*/ 110 h 128"/>
                <a:gd name="T72" fmla="*/ 32 w 100"/>
                <a:gd name="T73" fmla="*/ 106 h 128"/>
                <a:gd name="T74" fmla="*/ 18 w 100"/>
                <a:gd name="T75" fmla="*/ 96 h 128"/>
                <a:gd name="T76" fmla="*/ 8 w 100"/>
                <a:gd name="T77" fmla="*/ 82 h 128"/>
                <a:gd name="T78" fmla="*/ 4 w 100"/>
                <a:gd name="T79" fmla="*/ 64 h 128"/>
                <a:gd name="T80" fmla="*/ 8 w 100"/>
                <a:gd name="T81" fmla="*/ 46 h 128"/>
                <a:gd name="T82" fmla="*/ 18 w 100"/>
                <a:gd name="T83" fmla="*/ 32 h 128"/>
                <a:gd name="T84" fmla="*/ 32 w 100"/>
                <a:gd name="T85" fmla="*/ 22 h 128"/>
                <a:gd name="T86" fmla="*/ 68 w 100"/>
                <a:gd name="T87" fmla="*/ 22 h 128"/>
                <a:gd name="T88" fmla="*/ 82 w 100"/>
                <a:gd name="T89" fmla="*/ 32 h 128"/>
                <a:gd name="T90" fmla="*/ 92 w 100"/>
                <a:gd name="T91" fmla="*/ 46 h 128"/>
                <a:gd name="T92" fmla="*/ 96 w 100"/>
                <a:gd name="T93" fmla="*/ 64 h 128"/>
                <a:gd name="T94" fmla="*/ 92 w 100"/>
                <a:gd name="T95" fmla="*/ 82 h 128"/>
                <a:gd name="T96" fmla="*/ 82 w 100"/>
                <a:gd name="T97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0" h="128">
                  <a:moveTo>
                    <a:pt x="82" y="25"/>
                  </a:moveTo>
                  <a:cubicBezTo>
                    <a:pt x="82" y="25"/>
                    <a:pt x="82" y="25"/>
                    <a:pt x="82" y="25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2" y="3"/>
                    <a:pt x="79" y="0"/>
                    <a:pt x="7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1" y="0"/>
                    <a:pt x="18" y="3"/>
                    <a:pt x="18" y="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6" y="35"/>
                    <a:pt x="0" y="49"/>
                    <a:pt x="0" y="64"/>
                  </a:cubicBezTo>
                  <a:cubicBezTo>
                    <a:pt x="0" y="79"/>
                    <a:pt x="6" y="93"/>
                    <a:pt x="18" y="103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18" y="122"/>
                    <a:pt x="18" y="122"/>
                    <a:pt x="18" y="122"/>
                  </a:cubicBezTo>
                  <a:cubicBezTo>
                    <a:pt x="18" y="125"/>
                    <a:pt x="21" y="128"/>
                    <a:pt x="24" y="128"/>
                  </a:cubicBezTo>
                  <a:cubicBezTo>
                    <a:pt x="76" y="128"/>
                    <a:pt x="76" y="128"/>
                    <a:pt x="76" y="128"/>
                  </a:cubicBezTo>
                  <a:cubicBezTo>
                    <a:pt x="79" y="128"/>
                    <a:pt x="82" y="125"/>
                    <a:pt x="82" y="122"/>
                  </a:cubicBezTo>
                  <a:cubicBezTo>
                    <a:pt x="82" y="103"/>
                    <a:pt x="82" y="103"/>
                    <a:pt x="82" y="103"/>
                  </a:cubicBezTo>
                  <a:cubicBezTo>
                    <a:pt x="82" y="103"/>
                    <a:pt x="82" y="103"/>
                    <a:pt x="82" y="103"/>
                  </a:cubicBezTo>
                  <a:cubicBezTo>
                    <a:pt x="94" y="93"/>
                    <a:pt x="100" y="79"/>
                    <a:pt x="100" y="64"/>
                  </a:cubicBezTo>
                  <a:cubicBezTo>
                    <a:pt x="100" y="49"/>
                    <a:pt x="94" y="35"/>
                    <a:pt x="82" y="25"/>
                  </a:cubicBezTo>
                  <a:close/>
                  <a:moveTo>
                    <a:pt x="23" y="5"/>
                  </a:moveTo>
                  <a:cubicBezTo>
                    <a:pt x="77" y="5"/>
                    <a:pt x="77" y="5"/>
                    <a:pt x="77" y="5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60" y="11"/>
                    <a:pt x="40" y="11"/>
                    <a:pt x="25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5"/>
                  </a:lnTo>
                  <a:close/>
                  <a:moveTo>
                    <a:pt x="77" y="123"/>
                  </a:moveTo>
                  <a:cubicBezTo>
                    <a:pt x="23" y="123"/>
                    <a:pt x="23" y="123"/>
                    <a:pt x="23" y="123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40" y="117"/>
                    <a:pt x="60" y="117"/>
                    <a:pt x="75" y="108"/>
                  </a:cubicBezTo>
                  <a:cubicBezTo>
                    <a:pt x="77" y="106"/>
                    <a:pt x="77" y="106"/>
                    <a:pt x="77" y="106"/>
                  </a:cubicBezTo>
                  <a:lnTo>
                    <a:pt x="77" y="123"/>
                  </a:lnTo>
                  <a:close/>
                  <a:moveTo>
                    <a:pt x="82" y="96"/>
                  </a:moveTo>
                  <a:cubicBezTo>
                    <a:pt x="78" y="101"/>
                    <a:pt x="73" y="104"/>
                    <a:pt x="68" y="106"/>
                  </a:cubicBezTo>
                  <a:cubicBezTo>
                    <a:pt x="62" y="109"/>
                    <a:pt x="56" y="110"/>
                    <a:pt x="50" y="110"/>
                  </a:cubicBezTo>
                  <a:cubicBezTo>
                    <a:pt x="44" y="110"/>
                    <a:pt x="38" y="109"/>
                    <a:pt x="32" y="106"/>
                  </a:cubicBezTo>
                  <a:cubicBezTo>
                    <a:pt x="27" y="104"/>
                    <a:pt x="22" y="101"/>
                    <a:pt x="18" y="96"/>
                  </a:cubicBezTo>
                  <a:cubicBezTo>
                    <a:pt x="13" y="92"/>
                    <a:pt x="10" y="87"/>
                    <a:pt x="8" y="82"/>
                  </a:cubicBezTo>
                  <a:cubicBezTo>
                    <a:pt x="5" y="76"/>
                    <a:pt x="4" y="70"/>
                    <a:pt x="4" y="64"/>
                  </a:cubicBezTo>
                  <a:cubicBezTo>
                    <a:pt x="4" y="58"/>
                    <a:pt x="5" y="52"/>
                    <a:pt x="8" y="46"/>
                  </a:cubicBezTo>
                  <a:cubicBezTo>
                    <a:pt x="10" y="41"/>
                    <a:pt x="13" y="36"/>
                    <a:pt x="18" y="32"/>
                  </a:cubicBezTo>
                  <a:cubicBezTo>
                    <a:pt x="22" y="27"/>
                    <a:pt x="27" y="24"/>
                    <a:pt x="32" y="22"/>
                  </a:cubicBezTo>
                  <a:cubicBezTo>
                    <a:pt x="43" y="17"/>
                    <a:pt x="57" y="17"/>
                    <a:pt x="68" y="22"/>
                  </a:cubicBezTo>
                  <a:cubicBezTo>
                    <a:pt x="73" y="24"/>
                    <a:pt x="78" y="27"/>
                    <a:pt x="82" y="32"/>
                  </a:cubicBezTo>
                  <a:cubicBezTo>
                    <a:pt x="87" y="36"/>
                    <a:pt x="90" y="41"/>
                    <a:pt x="92" y="46"/>
                  </a:cubicBezTo>
                  <a:cubicBezTo>
                    <a:pt x="95" y="52"/>
                    <a:pt x="96" y="58"/>
                    <a:pt x="96" y="64"/>
                  </a:cubicBezTo>
                  <a:cubicBezTo>
                    <a:pt x="96" y="70"/>
                    <a:pt x="95" y="76"/>
                    <a:pt x="92" y="82"/>
                  </a:cubicBezTo>
                  <a:cubicBezTo>
                    <a:pt x="90" y="87"/>
                    <a:pt x="87" y="92"/>
                    <a:pt x="8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224"/>
            <p:cNvSpPr/>
            <p:nvPr/>
          </p:nvSpPr>
          <p:spPr bwMode="auto">
            <a:xfrm>
              <a:off x="7527925" y="425450"/>
              <a:ext cx="112713" cy="184150"/>
            </a:xfrm>
            <a:custGeom>
              <a:avLst/>
              <a:gdLst>
                <a:gd name="T0" fmla="*/ 29 w 30"/>
                <a:gd name="T1" fmla="*/ 45 h 49"/>
                <a:gd name="T2" fmla="*/ 4 w 30"/>
                <a:gd name="T3" fmla="*/ 31 h 49"/>
                <a:gd name="T4" fmla="*/ 4 w 30"/>
                <a:gd name="T5" fmla="*/ 2 h 49"/>
                <a:gd name="T6" fmla="*/ 2 w 30"/>
                <a:gd name="T7" fmla="*/ 0 h 49"/>
                <a:gd name="T8" fmla="*/ 0 w 30"/>
                <a:gd name="T9" fmla="*/ 2 h 49"/>
                <a:gd name="T10" fmla="*/ 0 w 30"/>
                <a:gd name="T11" fmla="*/ 32 h 49"/>
                <a:gd name="T12" fmla="*/ 1 w 30"/>
                <a:gd name="T13" fmla="*/ 34 h 49"/>
                <a:gd name="T14" fmla="*/ 27 w 30"/>
                <a:gd name="T15" fmla="*/ 49 h 49"/>
                <a:gd name="T16" fmla="*/ 30 w 30"/>
                <a:gd name="T17" fmla="*/ 48 h 49"/>
                <a:gd name="T18" fmla="*/ 30 w 30"/>
                <a:gd name="T19" fmla="*/ 46 h 49"/>
                <a:gd name="T20" fmla="*/ 29 w 30"/>
                <a:gd name="T21" fmla="*/ 4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" h="49">
                  <a:moveTo>
                    <a:pt x="29" y="45"/>
                  </a:moveTo>
                  <a:cubicBezTo>
                    <a:pt x="4" y="31"/>
                    <a:pt x="4" y="31"/>
                    <a:pt x="4" y="3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49"/>
                    <a:pt x="29" y="49"/>
                    <a:pt x="30" y="48"/>
                  </a:cubicBezTo>
                  <a:cubicBezTo>
                    <a:pt x="30" y="47"/>
                    <a:pt x="30" y="47"/>
                    <a:pt x="30" y="46"/>
                  </a:cubicBezTo>
                  <a:cubicBezTo>
                    <a:pt x="30" y="46"/>
                    <a:pt x="29" y="45"/>
                    <a:pt x="2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6300788" y="304800"/>
            <a:ext cx="522288" cy="481013"/>
            <a:chOff x="6300788" y="304800"/>
            <a:chExt cx="522288" cy="481013"/>
          </a:xfrm>
          <a:solidFill>
            <a:schemeClr val="accent1"/>
          </a:solidFill>
        </p:grpSpPr>
        <p:sp>
          <p:nvSpPr>
            <p:cNvPr id="25" name="Freeform 225"/>
            <p:cNvSpPr>
              <a:spLocks noEditPoints="1"/>
            </p:cNvSpPr>
            <p:nvPr/>
          </p:nvSpPr>
          <p:spPr bwMode="auto">
            <a:xfrm>
              <a:off x="6300788" y="304800"/>
              <a:ext cx="522288" cy="481013"/>
            </a:xfrm>
            <a:custGeom>
              <a:avLst/>
              <a:gdLst>
                <a:gd name="T0" fmla="*/ 135 w 139"/>
                <a:gd name="T1" fmla="*/ 47 h 128"/>
                <a:gd name="T2" fmla="*/ 105 w 139"/>
                <a:gd name="T3" fmla="*/ 9 h 128"/>
                <a:gd name="T4" fmla="*/ 73 w 139"/>
                <a:gd name="T5" fmla="*/ 0 h 128"/>
                <a:gd name="T6" fmla="*/ 18 w 139"/>
                <a:gd name="T7" fmla="*/ 32 h 128"/>
                <a:gd name="T8" fmla="*/ 41 w 139"/>
                <a:gd name="T9" fmla="*/ 119 h 128"/>
                <a:gd name="T10" fmla="*/ 73 w 139"/>
                <a:gd name="T11" fmla="*/ 128 h 128"/>
                <a:gd name="T12" fmla="*/ 128 w 139"/>
                <a:gd name="T13" fmla="*/ 96 h 128"/>
                <a:gd name="T14" fmla="*/ 135 w 139"/>
                <a:gd name="T15" fmla="*/ 47 h 128"/>
                <a:gd name="T16" fmla="*/ 132 w 139"/>
                <a:gd name="T17" fmla="*/ 71 h 128"/>
                <a:gd name="T18" fmla="*/ 124 w 139"/>
                <a:gd name="T19" fmla="*/ 94 h 128"/>
                <a:gd name="T20" fmla="*/ 115 w 139"/>
                <a:gd name="T21" fmla="*/ 106 h 128"/>
                <a:gd name="T22" fmla="*/ 102 w 139"/>
                <a:gd name="T23" fmla="*/ 116 h 128"/>
                <a:gd name="T24" fmla="*/ 73 w 139"/>
                <a:gd name="T25" fmla="*/ 123 h 128"/>
                <a:gd name="T26" fmla="*/ 58 w 139"/>
                <a:gd name="T27" fmla="*/ 121 h 128"/>
                <a:gd name="T28" fmla="*/ 43 w 139"/>
                <a:gd name="T29" fmla="*/ 115 h 128"/>
                <a:gd name="T30" fmla="*/ 26 w 139"/>
                <a:gd name="T31" fmla="*/ 100 h 128"/>
                <a:gd name="T32" fmla="*/ 16 w 139"/>
                <a:gd name="T33" fmla="*/ 79 h 128"/>
                <a:gd name="T34" fmla="*/ 14 w 139"/>
                <a:gd name="T35" fmla="*/ 57 h 128"/>
                <a:gd name="T36" fmla="*/ 22 w 139"/>
                <a:gd name="T37" fmla="*/ 34 h 128"/>
                <a:gd name="T38" fmla="*/ 31 w 139"/>
                <a:gd name="T39" fmla="*/ 22 h 128"/>
                <a:gd name="T40" fmla="*/ 44 w 139"/>
                <a:gd name="T41" fmla="*/ 12 h 128"/>
                <a:gd name="T42" fmla="*/ 88 w 139"/>
                <a:gd name="T43" fmla="*/ 7 h 128"/>
                <a:gd name="T44" fmla="*/ 103 w 139"/>
                <a:gd name="T45" fmla="*/ 13 h 128"/>
                <a:gd name="T46" fmla="*/ 120 w 139"/>
                <a:gd name="T47" fmla="*/ 28 h 128"/>
                <a:gd name="T48" fmla="*/ 130 w 139"/>
                <a:gd name="T49" fmla="*/ 49 h 128"/>
                <a:gd name="T50" fmla="*/ 132 w 139"/>
                <a:gd name="T51" fmla="*/ 7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9" h="128">
                  <a:moveTo>
                    <a:pt x="135" y="47"/>
                  </a:moveTo>
                  <a:cubicBezTo>
                    <a:pt x="130" y="31"/>
                    <a:pt x="120" y="17"/>
                    <a:pt x="105" y="9"/>
                  </a:cubicBezTo>
                  <a:cubicBezTo>
                    <a:pt x="95" y="3"/>
                    <a:pt x="84" y="0"/>
                    <a:pt x="73" y="0"/>
                  </a:cubicBezTo>
                  <a:cubicBezTo>
                    <a:pt x="50" y="0"/>
                    <a:pt x="29" y="12"/>
                    <a:pt x="18" y="32"/>
                  </a:cubicBezTo>
                  <a:cubicBezTo>
                    <a:pt x="0" y="63"/>
                    <a:pt x="10" y="102"/>
                    <a:pt x="41" y="119"/>
                  </a:cubicBezTo>
                  <a:cubicBezTo>
                    <a:pt x="51" y="125"/>
                    <a:pt x="62" y="128"/>
                    <a:pt x="73" y="128"/>
                  </a:cubicBezTo>
                  <a:cubicBezTo>
                    <a:pt x="96" y="128"/>
                    <a:pt x="117" y="116"/>
                    <a:pt x="128" y="96"/>
                  </a:cubicBezTo>
                  <a:cubicBezTo>
                    <a:pt x="137" y="81"/>
                    <a:pt x="139" y="64"/>
                    <a:pt x="135" y="47"/>
                  </a:cubicBezTo>
                  <a:close/>
                  <a:moveTo>
                    <a:pt x="132" y="71"/>
                  </a:moveTo>
                  <a:cubicBezTo>
                    <a:pt x="131" y="79"/>
                    <a:pt x="128" y="87"/>
                    <a:pt x="124" y="94"/>
                  </a:cubicBezTo>
                  <a:cubicBezTo>
                    <a:pt x="122" y="98"/>
                    <a:pt x="118" y="103"/>
                    <a:pt x="115" y="106"/>
                  </a:cubicBezTo>
                  <a:cubicBezTo>
                    <a:pt x="111" y="110"/>
                    <a:pt x="107" y="113"/>
                    <a:pt x="102" y="116"/>
                  </a:cubicBezTo>
                  <a:cubicBezTo>
                    <a:pt x="93" y="121"/>
                    <a:pt x="83" y="123"/>
                    <a:pt x="73" y="123"/>
                  </a:cubicBezTo>
                  <a:cubicBezTo>
                    <a:pt x="68" y="123"/>
                    <a:pt x="63" y="123"/>
                    <a:pt x="58" y="121"/>
                  </a:cubicBezTo>
                  <a:cubicBezTo>
                    <a:pt x="53" y="120"/>
                    <a:pt x="48" y="118"/>
                    <a:pt x="43" y="115"/>
                  </a:cubicBezTo>
                  <a:cubicBezTo>
                    <a:pt x="36" y="111"/>
                    <a:pt x="30" y="106"/>
                    <a:pt x="26" y="100"/>
                  </a:cubicBezTo>
                  <a:cubicBezTo>
                    <a:pt x="21" y="94"/>
                    <a:pt x="18" y="87"/>
                    <a:pt x="16" y="79"/>
                  </a:cubicBezTo>
                  <a:cubicBezTo>
                    <a:pt x="14" y="72"/>
                    <a:pt x="13" y="64"/>
                    <a:pt x="14" y="57"/>
                  </a:cubicBezTo>
                  <a:cubicBezTo>
                    <a:pt x="15" y="49"/>
                    <a:pt x="18" y="41"/>
                    <a:pt x="22" y="34"/>
                  </a:cubicBezTo>
                  <a:cubicBezTo>
                    <a:pt x="24" y="30"/>
                    <a:pt x="28" y="25"/>
                    <a:pt x="31" y="22"/>
                  </a:cubicBezTo>
                  <a:cubicBezTo>
                    <a:pt x="35" y="18"/>
                    <a:pt x="39" y="15"/>
                    <a:pt x="44" y="12"/>
                  </a:cubicBezTo>
                  <a:cubicBezTo>
                    <a:pt x="57" y="5"/>
                    <a:pt x="73" y="3"/>
                    <a:pt x="88" y="7"/>
                  </a:cubicBezTo>
                  <a:cubicBezTo>
                    <a:pt x="93" y="8"/>
                    <a:pt x="98" y="10"/>
                    <a:pt x="103" y="13"/>
                  </a:cubicBezTo>
                  <a:cubicBezTo>
                    <a:pt x="110" y="17"/>
                    <a:pt x="116" y="22"/>
                    <a:pt x="120" y="28"/>
                  </a:cubicBezTo>
                  <a:cubicBezTo>
                    <a:pt x="125" y="34"/>
                    <a:pt x="128" y="41"/>
                    <a:pt x="130" y="49"/>
                  </a:cubicBezTo>
                  <a:cubicBezTo>
                    <a:pt x="132" y="56"/>
                    <a:pt x="133" y="64"/>
                    <a:pt x="132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226"/>
            <p:cNvSpPr/>
            <p:nvPr/>
          </p:nvSpPr>
          <p:spPr bwMode="auto">
            <a:xfrm>
              <a:off x="6567488" y="376238"/>
              <a:ext cx="157163" cy="260350"/>
            </a:xfrm>
            <a:custGeom>
              <a:avLst/>
              <a:gdLst>
                <a:gd name="T0" fmla="*/ 41 w 42"/>
                <a:gd name="T1" fmla="*/ 65 h 69"/>
                <a:gd name="T2" fmla="*/ 4 w 42"/>
                <a:gd name="T3" fmla="*/ 44 h 69"/>
                <a:gd name="T4" fmla="*/ 4 w 42"/>
                <a:gd name="T5" fmla="*/ 2 h 69"/>
                <a:gd name="T6" fmla="*/ 2 w 42"/>
                <a:gd name="T7" fmla="*/ 0 h 69"/>
                <a:gd name="T8" fmla="*/ 0 w 42"/>
                <a:gd name="T9" fmla="*/ 2 h 69"/>
                <a:gd name="T10" fmla="*/ 0 w 42"/>
                <a:gd name="T11" fmla="*/ 45 h 69"/>
                <a:gd name="T12" fmla="*/ 1 w 42"/>
                <a:gd name="T13" fmla="*/ 47 h 69"/>
                <a:gd name="T14" fmla="*/ 38 w 42"/>
                <a:gd name="T15" fmla="*/ 69 h 69"/>
                <a:gd name="T16" fmla="*/ 41 w 42"/>
                <a:gd name="T17" fmla="*/ 68 h 69"/>
                <a:gd name="T18" fmla="*/ 42 w 42"/>
                <a:gd name="T19" fmla="*/ 66 h 69"/>
                <a:gd name="T20" fmla="*/ 41 w 42"/>
                <a:gd name="T21" fmla="*/ 6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69">
                  <a:moveTo>
                    <a:pt x="41" y="65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6"/>
                    <a:pt x="0" y="47"/>
                    <a:pt x="1" y="47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9" y="69"/>
                    <a:pt x="41" y="69"/>
                    <a:pt x="41" y="68"/>
                  </a:cubicBezTo>
                  <a:cubicBezTo>
                    <a:pt x="42" y="67"/>
                    <a:pt x="42" y="67"/>
                    <a:pt x="42" y="66"/>
                  </a:cubicBezTo>
                  <a:cubicBezTo>
                    <a:pt x="41" y="65"/>
                    <a:pt x="41" y="65"/>
                    <a:pt x="41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7" name="Freeform 227"/>
          <p:cNvSpPr>
            <a:spLocks noEditPoints="1"/>
          </p:cNvSpPr>
          <p:nvPr/>
        </p:nvSpPr>
        <p:spPr bwMode="auto">
          <a:xfrm>
            <a:off x="5414963" y="304800"/>
            <a:ext cx="396875" cy="481013"/>
          </a:xfrm>
          <a:custGeom>
            <a:avLst/>
            <a:gdLst>
              <a:gd name="T0" fmla="*/ 93 w 106"/>
              <a:gd name="T1" fmla="*/ 22 h 128"/>
              <a:gd name="T2" fmla="*/ 63 w 106"/>
              <a:gd name="T3" fmla="*/ 10 h 128"/>
              <a:gd name="T4" fmla="*/ 43 w 106"/>
              <a:gd name="T5" fmla="*/ 10 h 128"/>
              <a:gd name="T6" fmla="*/ 13 w 106"/>
              <a:gd name="T7" fmla="*/ 22 h 128"/>
              <a:gd name="T8" fmla="*/ 7 w 106"/>
              <a:gd name="T9" fmla="*/ 43 h 128"/>
              <a:gd name="T10" fmla="*/ 43 w 106"/>
              <a:gd name="T11" fmla="*/ 49 h 128"/>
              <a:gd name="T12" fmla="*/ 13 w 106"/>
              <a:gd name="T13" fmla="*/ 65 h 128"/>
              <a:gd name="T14" fmla="*/ 11 w 106"/>
              <a:gd name="T15" fmla="*/ 66 h 128"/>
              <a:gd name="T16" fmla="*/ 0 w 106"/>
              <a:gd name="T17" fmla="*/ 79 h 128"/>
              <a:gd name="T18" fmla="*/ 11 w 106"/>
              <a:gd name="T19" fmla="*/ 92 h 128"/>
              <a:gd name="T20" fmla="*/ 43 w 106"/>
              <a:gd name="T21" fmla="*/ 92 h 128"/>
              <a:gd name="T22" fmla="*/ 63 w 106"/>
              <a:gd name="T23" fmla="*/ 128 h 128"/>
              <a:gd name="T24" fmla="*/ 93 w 106"/>
              <a:gd name="T25" fmla="*/ 92 h 128"/>
              <a:gd name="T26" fmla="*/ 99 w 106"/>
              <a:gd name="T27" fmla="*/ 71 h 128"/>
              <a:gd name="T28" fmla="*/ 63 w 106"/>
              <a:gd name="T29" fmla="*/ 65 h 128"/>
              <a:gd name="T30" fmla="*/ 93 w 106"/>
              <a:gd name="T31" fmla="*/ 49 h 128"/>
              <a:gd name="T32" fmla="*/ 95 w 106"/>
              <a:gd name="T33" fmla="*/ 48 h 128"/>
              <a:gd name="T34" fmla="*/ 106 w 106"/>
              <a:gd name="T35" fmla="*/ 36 h 128"/>
              <a:gd name="T36" fmla="*/ 95 w 106"/>
              <a:gd name="T37" fmla="*/ 23 h 128"/>
              <a:gd name="T38" fmla="*/ 53 w 106"/>
              <a:gd name="T39" fmla="*/ 5 h 128"/>
              <a:gd name="T40" fmla="*/ 58 w 106"/>
              <a:gd name="T41" fmla="*/ 22 h 128"/>
              <a:gd name="T42" fmla="*/ 48 w 106"/>
              <a:gd name="T43" fmla="*/ 10 h 128"/>
              <a:gd name="T44" fmla="*/ 48 w 106"/>
              <a:gd name="T45" fmla="*/ 123 h 128"/>
              <a:gd name="T46" fmla="*/ 58 w 106"/>
              <a:gd name="T47" fmla="*/ 92 h 128"/>
              <a:gd name="T48" fmla="*/ 94 w 106"/>
              <a:gd name="T49" fmla="*/ 70 h 128"/>
              <a:gd name="T50" fmla="*/ 14 w 106"/>
              <a:gd name="T51" fmla="*/ 88 h 128"/>
              <a:gd name="T52" fmla="*/ 14 w 106"/>
              <a:gd name="T53" fmla="*/ 70 h 128"/>
              <a:gd name="T54" fmla="*/ 48 w 106"/>
              <a:gd name="T55" fmla="*/ 65 h 128"/>
              <a:gd name="T56" fmla="*/ 58 w 106"/>
              <a:gd name="T57" fmla="*/ 49 h 128"/>
              <a:gd name="T58" fmla="*/ 48 w 106"/>
              <a:gd name="T59" fmla="*/ 65 h 128"/>
              <a:gd name="T60" fmla="*/ 12 w 106"/>
              <a:gd name="T61" fmla="*/ 44 h 128"/>
              <a:gd name="T62" fmla="*/ 92 w 106"/>
              <a:gd name="T63" fmla="*/ 27 h 128"/>
              <a:gd name="T64" fmla="*/ 92 w 106"/>
              <a:gd name="T65" fmla="*/ 4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6" h="128">
                <a:moveTo>
                  <a:pt x="95" y="23"/>
                </a:moveTo>
                <a:cubicBezTo>
                  <a:pt x="94" y="22"/>
                  <a:pt x="94" y="22"/>
                  <a:pt x="93" y="22"/>
                </a:cubicBezTo>
                <a:cubicBezTo>
                  <a:pt x="63" y="22"/>
                  <a:pt x="63" y="22"/>
                  <a:pt x="63" y="22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4"/>
                  <a:pt x="58" y="0"/>
                  <a:pt x="53" y="0"/>
                </a:cubicBezTo>
                <a:cubicBezTo>
                  <a:pt x="48" y="0"/>
                  <a:pt x="43" y="4"/>
                  <a:pt x="43" y="10"/>
                </a:cubicBezTo>
                <a:cubicBezTo>
                  <a:pt x="43" y="22"/>
                  <a:pt x="43" y="22"/>
                  <a:pt x="43" y="22"/>
                </a:cubicBezTo>
                <a:cubicBezTo>
                  <a:pt x="13" y="22"/>
                  <a:pt x="13" y="22"/>
                  <a:pt x="13" y="22"/>
                </a:cubicBezTo>
                <a:cubicBezTo>
                  <a:pt x="10" y="22"/>
                  <a:pt x="7" y="25"/>
                  <a:pt x="7" y="28"/>
                </a:cubicBezTo>
                <a:cubicBezTo>
                  <a:pt x="7" y="43"/>
                  <a:pt x="7" y="43"/>
                  <a:pt x="7" y="43"/>
                </a:cubicBezTo>
                <a:cubicBezTo>
                  <a:pt x="7" y="46"/>
                  <a:pt x="10" y="49"/>
                  <a:pt x="13" y="49"/>
                </a:cubicBezTo>
                <a:cubicBezTo>
                  <a:pt x="43" y="49"/>
                  <a:pt x="43" y="49"/>
                  <a:pt x="43" y="49"/>
                </a:cubicBezTo>
                <a:cubicBezTo>
                  <a:pt x="43" y="65"/>
                  <a:pt x="43" y="65"/>
                  <a:pt x="43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2" y="65"/>
                  <a:pt x="12" y="66"/>
                  <a:pt x="11" y="66"/>
                </a:cubicBezTo>
                <a:cubicBezTo>
                  <a:pt x="11" y="66"/>
                  <a:pt x="11" y="66"/>
                  <a:pt x="11" y="66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78"/>
                  <a:pt x="0" y="78"/>
                  <a:pt x="0" y="79"/>
                </a:cubicBezTo>
                <a:cubicBezTo>
                  <a:pt x="0" y="79"/>
                  <a:pt x="0" y="80"/>
                  <a:pt x="0" y="80"/>
                </a:cubicBezTo>
                <a:cubicBezTo>
                  <a:pt x="11" y="92"/>
                  <a:pt x="11" y="92"/>
                  <a:pt x="11" y="92"/>
                </a:cubicBezTo>
                <a:cubicBezTo>
                  <a:pt x="12" y="92"/>
                  <a:pt x="12" y="92"/>
                  <a:pt x="13" y="92"/>
                </a:cubicBezTo>
                <a:cubicBezTo>
                  <a:pt x="43" y="92"/>
                  <a:pt x="43" y="92"/>
                  <a:pt x="43" y="92"/>
                </a:cubicBezTo>
                <a:cubicBezTo>
                  <a:pt x="43" y="128"/>
                  <a:pt x="43" y="128"/>
                  <a:pt x="43" y="128"/>
                </a:cubicBezTo>
                <a:cubicBezTo>
                  <a:pt x="63" y="128"/>
                  <a:pt x="63" y="128"/>
                  <a:pt x="63" y="128"/>
                </a:cubicBezTo>
                <a:cubicBezTo>
                  <a:pt x="63" y="92"/>
                  <a:pt x="63" y="92"/>
                  <a:pt x="63" y="92"/>
                </a:cubicBezTo>
                <a:cubicBezTo>
                  <a:pt x="93" y="92"/>
                  <a:pt x="93" y="92"/>
                  <a:pt x="93" y="92"/>
                </a:cubicBezTo>
                <a:cubicBezTo>
                  <a:pt x="96" y="92"/>
                  <a:pt x="99" y="90"/>
                  <a:pt x="99" y="86"/>
                </a:cubicBezTo>
                <a:cubicBezTo>
                  <a:pt x="99" y="71"/>
                  <a:pt x="99" y="71"/>
                  <a:pt x="99" y="71"/>
                </a:cubicBezTo>
                <a:cubicBezTo>
                  <a:pt x="99" y="68"/>
                  <a:pt x="96" y="65"/>
                  <a:pt x="93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49"/>
                  <a:pt x="63" y="49"/>
                  <a:pt x="63" y="49"/>
                </a:cubicBezTo>
                <a:cubicBezTo>
                  <a:pt x="93" y="49"/>
                  <a:pt x="93" y="49"/>
                  <a:pt x="93" y="49"/>
                </a:cubicBezTo>
                <a:cubicBezTo>
                  <a:pt x="94" y="49"/>
                  <a:pt x="94" y="49"/>
                  <a:pt x="95" y="48"/>
                </a:cubicBezTo>
                <a:cubicBezTo>
                  <a:pt x="95" y="48"/>
                  <a:pt x="95" y="48"/>
                  <a:pt x="95" y="48"/>
                </a:cubicBezTo>
                <a:cubicBezTo>
                  <a:pt x="106" y="37"/>
                  <a:pt x="106" y="37"/>
                  <a:pt x="106" y="37"/>
                </a:cubicBezTo>
                <a:cubicBezTo>
                  <a:pt x="106" y="37"/>
                  <a:pt x="106" y="36"/>
                  <a:pt x="106" y="36"/>
                </a:cubicBezTo>
                <a:cubicBezTo>
                  <a:pt x="106" y="35"/>
                  <a:pt x="106" y="34"/>
                  <a:pt x="106" y="34"/>
                </a:cubicBezTo>
                <a:lnTo>
                  <a:pt x="95" y="23"/>
                </a:lnTo>
                <a:close/>
                <a:moveTo>
                  <a:pt x="48" y="10"/>
                </a:moveTo>
                <a:cubicBezTo>
                  <a:pt x="48" y="7"/>
                  <a:pt x="50" y="5"/>
                  <a:pt x="53" y="5"/>
                </a:cubicBezTo>
                <a:cubicBezTo>
                  <a:pt x="56" y="5"/>
                  <a:pt x="58" y="7"/>
                  <a:pt x="58" y="10"/>
                </a:cubicBezTo>
                <a:cubicBezTo>
                  <a:pt x="58" y="22"/>
                  <a:pt x="58" y="22"/>
                  <a:pt x="58" y="22"/>
                </a:cubicBezTo>
                <a:cubicBezTo>
                  <a:pt x="48" y="22"/>
                  <a:pt x="48" y="22"/>
                  <a:pt x="48" y="22"/>
                </a:cubicBezTo>
                <a:lnTo>
                  <a:pt x="48" y="10"/>
                </a:lnTo>
                <a:close/>
                <a:moveTo>
                  <a:pt x="58" y="123"/>
                </a:moveTo>
                <a:cubicBezTo>
                  <a:pt x="48" y="123"/>
                  <a:pt x="48" y="123"/>
                  <a:pt x="48" y="123"/>
                </a:cubicBezTo>
                <a:cubicBezTo>
                  <a:pt x="48" y="92"/>
                  <a:pt x="48" y="92"/>
                  <a:pt x="48" y="92"/>
                </a:cubicBezTo>
                <a:cubicBezTo>
                  <a:pt x="58" y="92"/>
                  <a:pt x="58" y="92"/>
                  <a:pt x="58" y="92"/>
                </a:cubicBezTo>
                <a:lnTo>
                  <a:pt x="58" y="123"/>
                </a:lnTo>
                <a:close/>
                <a:moveTo>
                  <a:pt x="94" y="70"/>
                </a:moveTo>
                <a:cubicBezTo>
                  <a:pt x="94" y="88"/>
                  <a:pt x="94" y="88"/>
                  <a:pt x="94" y="88"/>
                </a:cubicBezTo>
                <a:cubicBezTo>
                  <a:pt x="14" y="88"/>
                  <a:pt x="14" y="88"/>
                  <a:pt x="14" y="88"/>
                </a:cubicBezTo>
                <a:cubicBezTo>
                  <a:pt x="5" y="79"/>
                  <a:pt x="5" y="79"/>
                  <a:pt x="5" y="79"/>
                </a:cubicBezTo>
                <a:cubicBezTo>
                  <a:pt x="14" y="70"/>
                  <a:pt x="14" y="70"/>
                  <a:pt x="14" y="70"/>
                </a:cubicBezTo>
                <a:lnTo>
                  <a:pt x="94" y="70"/>
                </a:lnTo>
                <a:close/>
                <a:moveTo>
                  <a:pt x="48" y="65"/>
                </a:moveTo>
                <a:cubicBezTo>
                  <a:pt x="48" y="49"/>
                  <a:pt x="48" y="49"/>
                  <a:pt x="48" y="49"/>
                </a:cubicBezTo>
                <a:cubicBezTo>
                  <a:pt x="58" y="49"/>
                  <a:pt x="58" y="49"/>
                  <a:pt x="58" y="49"/>
                </a:cubicBezTo>
                <a:cubicBezTo>
                  <a:pt x="58" y="65"/>
                  <a:pt x="58" y="65"/>
                  <a:pt x="58" y="65"/>
                </a:cubicBezTo>
                <a:lnTo>
                  <a:pt x="48" y="65"/>
                </a:lnTo>
                <a:close/>
                <a:moveTo>
                  <a:pt x="92" y="44"/>
                </a:moveTo>
                <a:cubicBezTo>
                  <a:pt x="12" y="44"/>
                  <a:pt x="12" y="44"/>
                  <a:pt x="12" y="44"/>
                </a:cubicBezTo>
                <a:cubicBezTo>
                  <a:pt x="12" y="27"/>
                  <a:pt x="12" y="27"/>
                  <a:pt x="12" y="27"/>
                </a:cubicBezTo>
                <a:cubicBezTo>
                  <a:pt x="92" y="27"/>
                  <a:pt x="92" y="27"/>
                  <a:pt x="92" y="27"/>
                </a:cubicBezTo>
                <a:cubicBezTo>
                  <a:pt x="101" y="36"/>
                  <a:pt x="101" y="36"/>
                  <a:pt x="101" y="36"/>
                </a:cubicBezTo>
                <a:lnTo>
                  <a:pt x="92" y="4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11663" y="304800"/>
            <a:ext cx="481013" cy="481013"/>
            <a:chOff x="4411663" y="304800"/>
            <a:chExt cx="481013" cy="481013"/>
          </a:xfrm>
          <a:solidFill>
            <a:schemeClr val="accent1"/>
          </a:solidFill>
        </p:grpSpPr>
        <p:sp>
          <p:nvSpPr>
            <p:cNvPr id="28" name="Freeform 228"/>
            <p:cNvSpPr>
              <a:spLocks noEditPoints="1"/>
            </p:cNvSpPr>
            <p:nvPr/>
          </p:nvSpPr>
          <p:spPr bwMode="auto">
            <a:xfrm>
              <a:off x="4411663" y="304800"/>
              <a:ext cx="481013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106 w 128"/>
                <a:gd name="T11" fmla="*/ 106 h 128"/>
                <a:gd name="T12" fmla="*/ 87 w 128"/>
                <a:gd name="T13" fmla="*/ 119 h 128"/>
                <a:gd name="T14" fmla="*/ 64 w 128"/>
                <a:gd name="T15" fmla="*/ 123 h 128"/>
                <a:gd name="T16" fmla="*/ 41 w 128"/>
                <a:gd name="T17" fmla="*/ 119 h 128"/>
                <a:gd name="T18" fmla="*/ 22 w 128"/>
                <a:gd name="T19" fmla="*/ 106 h 128"/>
                <a:gd name="T20" fmla="*/ 9 w 128"/>
                <a:gd name="T21" fmla="*/ 87 h 128"/>
                <a:gd name="T22" fmla="*/ 5 w 128"/>
                <a:gd name="T23" fmla="*/ 64 h 128"/>
                <a:gd name="T24" fmla="*/ 9 w 128"/>
                <a:gd name="T25" fmla="*/ 41 h 128"/>
                <a:gd name="T26" fmla="*/ 22 w 128"/>
                <a:gd name="T27" fmla="*/ 22 h 128"/>
                <a:gd name="T28" fmla="*/ 41 w 128"/>
                <a:gd name="T29" fmla="*/ 9 h 128"/>
                <a:gd name="T30" fmla="*/ 87 w 128"/>
                <a:gd name="T31" fmla="*/ 9 h 128"/>
                <a:gd name="T32" fmla="*/ 106 w 128"/>
                <a:gd name="T33" fmla="*/ 22 h 128"/>
                <a:gd name="T34" fmla="*/ 119 w 128"/>
                <a:gd name="T35" fmla="*/ 41 h 128"/>
                <a:gd name="T36" fmla="*/ 123 w 128"/>
                <a:gd name="T37" fmla="*/ 64 h 128"/>
                <a:gd name="T38" fmla="*/ 119 w 128"/>
                <a:gd name="T39" fmla="*/ 87 h 128"/>
                <a:gd name="T40" fmla="*/ 106 w 128"/>
                <a:gd name="T41" fmla="*/ 10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106" y="106"/>
                  </a:moveTo>
                  <a:cubicBezTo>
                    <a:pt x="101" y="111"/>
                    <a:pt x="94" y="116"/>
                    <a:pt x="87" y="119"/>
                  </a:cubicBezTo>
                  <a:cubicBezTo>
                    <a:pt x="80" y="122"/>
                    <a:pt x="72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1"/>
                    <a:pt x="22" y="106"/>
                  </a:cubicBezTo>
                  <a:cubicBezTo>
                    <a:pt x="17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2" y="34"/>
                    <a:pt x="17" y="27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56" y="3"/>
                    <a:pt x="72" y="3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11" y="27"/>
                    <a:pt x="116" y="34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2" y="101"/>
                    <a:pt x="106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Oval 229"/>
            <p:cNvSpPr>
              <a:spLocks noChangeArrowheads="1"/>
            </p:cNvSpPr>
            <p:nvPr/>
          </p:nvSpPr>
          <p:spPr bwMode="auto">
            <a:xfrm>
              <a:off x="4637088" y="530225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230"/>
            <p:cNvSpPr>
              <a:spLocks noEditPoints="1"/>
            </p:cNvSpPr>
            <p:nvPr/>
          </p:nvSpPr>
          <p:spPr bwMode="auto">
            <a:xfrm>
              <a:off x="4576763" y="381000"/>
              <a:ext cx="150813" cy="330200"/>
            </a:xfrm>
            <a:custGeom>
              <a:avLst/>
              <a:gdLst>
                <a:gd name="T0" fmla="*/ 40 w 40"/>
                <a:gd name="T1" fmla="*/ 43 h 88"/>
                <a:gd name="T2" fmla="*/ 40 w 40"/>
                <a:gd name="T3" fmla="*/ 43 h 88"/>
                <a:gd name="T4" fmla="*/ 22 w 40"/>
                <a:gd name="T5" fmla="*/ 2 h 88"/>
                <a:gd name="T6" fmla="*/ 18 w 40"/>
                <a:gd name="T7" fmla="*/ 2 h 88"/>
                <a:gd name="T8" fmla="*/ 0 w 40"/>
                <a:gd name="T9" fmla="*/ 43 h 88"/>
                <a:gd name="T10" fmla="*/ 0 w 40"/>
                <a:gd name="T11" fmla="*/ 44 h 88"/>
                <a:gd name="T12" fmla="*/ 0 w 40"/>
                <a:gd name="T13" fmla="*/ 45 h 88"/>
                <a:gd name="T14" fmla="*/ 0 w 40"/>
                <a:gd name="T15" fmla="*/ 45 h 88"/>
                <a:gd name="T16" fmla="*/ 18 w 40"/>
                <a:gd name="T17" fmla="*/ 86 h 88"/>
                <a:gd name="T18" fmla="*/ 22 w 40"/>
                <a:gd name="T19" fmla="*/ 86 h 88"/>
                <a:gd name="T20" fmla="*/ 40 w 40"/>
                <a:gd name="T21" fmla="*/ 45 h 88"/>
                <a:gd name="T22" fmla="*/ 40 w 40"/>
                <a:gd name="T23" fmla="*/ 44 h 88"/>
                <a:gd name="T24" fmla="*/ 40 w 40"/>
                <a:gd name="T25" fmla="*/ 44 h 88"/>
                <a:gd name="T26" fmla="*/ 40 w 40"/>
                <a:gd name="T27" fmla="*/ 44 h 88"/>
                <a:gd name="T28" fmla="*/ 40 w 40"/>
                <a:gd name="T29" fmla="*/ 43 h 88"/>
                <a:gd name="T30" fmla="*/ 20 w 40"/>
                <a:gd name="T31" fmla="*/ 80 h 88"/>
                <a:gd name="T32" fmla="*/ 4 w 40"/>
                <a:gd name="T33" fmla="*/ 44 h 88"/>
                <a:gd name="T34" fmla="*/ 20 w 40"/>
                <a:gd name="T35" fmla="*/ 9 h 88"/>
                <a:gd name="T36" fmla="*/ 36 w 40"/>
                <a:gd name="T37" fmla="*/ 44 h 88"/>
                <a:gd name="T38" fmla="*/ 20 w 40"/>
                <a:gd name="T39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" h="88">
                  <a:moveTo>
                    <a:pt x="40" y="43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0"/>
                    <a:pt x="19" y="0"/>
                    <a:pt x="18" y="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4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8"/>
                    <a:pt x="21" y="88"/>
                    <a:pt x="22" y="8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3"/>
                    <a:pt x="40" y="43"/>
                  </a:cubicBezTo>
                  <a:close/>
                  <a:moveTo>
                    <a:pt x="20" y="80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20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451225" y="354013"/>
            <a:ext cx="481013" cy="379413"/>
            <a:chOff x="3451225" y="354013"/>
            <a:chExt cx="481013" cy="379413"/>
          </a:xfrm>
          <a:solidFill>
            <a:schemeClr val="accent1"/>
          </a:solidFill>
        </p:grpSpPr>
        <p:sp>
          <p:nvSpPr>
            <p:cNvPr id="31" name="Freeform 231"/>
            <p:cNvSpPr/>
            <p:nvPr/>
          </p:nvSpPr>
          <p:spPr bwMode="auto">
            <a:xfrm>
              <a:off x="3770313" y="519113"/>
              <a:ext cx="74613" cy="79375"/>
            </a:xfrm>
            <a:custGeom>
              <a:avLst/>
              <a:gdLst>
                <a:gd name="T0" fmla="*/ 4 w 20"/>
                <a:gd name="T1" fmla="*/ 1 h 21"/>
                <a:gd name="T2" fmla="*/ 1 w 20"/>
                <a:gd name="T3" fmla="*/ 1 h 21"/>
                <a:gd name="T4" fmla="*/ 0 w 20"/>
                <a:gd name="T5" fmla="*/ 3 h 21"/>
                <a:gd name="T6" fmla="*/ 1 w 20"/>
                <a:gd name="T7" fmla="*/ 4 h 21"/>
                <a:gd name="T8" fmla="*/ 7 w 20"/>
                <a:gd name="T9" fmla="*/ 11 h 21"/>
                <a:gd name="T10" fmla="*/ 1 w 20"/>
                <a:gd name="T11" fmla="*/ 17 h 21"/>
                <a:gd name="T12" fmla="*/ 0 w 20"/>
                <a:gd name="T13" fmla="*/ 18 h 21"/>
                <a:gd name="T14" fmla="*/ 1 w 20"/>
                <a:gd name="T15" fmla="*/ 20 h 21"/>
                <a:gd name="T16" fmla="*/ 4 w 20"/>
                <a:gd name="T17" fmla="*/ 20 h 21"/>
                <a:gd name="T18" fmla="*/ 10 w 20"/>
                <a:gd name="T19" fmla="*/ 14 h 21"/>
                <a:gd name="T20" fmla="*/ 16 w 20"/>
                <a:gd name="T21" fmla="*/ 20 h 21"/>
                <a:gd name="T22" fmla="*/ 20 w 20"/>
                <a:gd name="T23" fmla="*/ 20 h 21"/>
                <a:gd name="T24" fmla="*/ 20 w 20"/>
                <a:gd name="T25" fmla="*/ 18 h 21"/>
                <a:gd name="T26" fmla="*/ 20 w 20"/>
                <a:gd name="T27" fmla="*/ 17 h 21"/>
                <a:gd name="T28" fmla="*/ 13 w 20"/>
                <a:gd name="T29" fmla="*/ 11 h 21"/>
                <a:gd name="T30" fmla="*/ 20 w 20"/>
                <a:gd name="T31" fmla="*/ 4 h 21"/>
                <a:gd name="T32" fmla="*/ 20 w 20"/>
                <a:gd name="T33" fmla="*/ 3 h 21"/>
                <a:gd name="T34" fmla="*/ 20 w 20"/>
                <a:gd name="T35" fmla="*/ 1 h 21"/>
                <a:gd name="T36" fmla="*/ 16 w 20"/>
                <a:gd name="T37" fmla="*/ 1 h 21"/>
                <a:gd name="T38" fmla="*/ 10 w 20"/>
                <a:gd name="T39" fmla="*/ 7 h 21"/>
                <a:gd name="T40" fmla="*/ 4 w 20"/>
                <a:gd name="T41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21">
                  <a:moveTo>
                    <a:pt x="4" y="1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7"/>
                    <a:pt x="0" y="18"/>
                    <a:pt x="0" y="18"/>
                  </a:cubicBezTo>
                  <a:cubicBezTo>
                    <a:pt x="0" y="19"/>
                    <a:pt x="0" y="20"/>
                    <a:pt x="1" y="20"/>
                  </a:cubicBezTo>
                  <a:cubicBezTo>
                    <a:pt x="2" y="21"/>
                    <a:pt x="3" y="21"/>
                    <a:pt x="4" y="20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1"/>
                    <a:pt x="19" y="21"/>
                    <a:pt x="20" y="20"/>
                  </a:cubicBezTo>
                  <a:cubicBezTo>
                    <a:pt x="20" y="20"/>
                    <a:pt x="20" y="19"/>
                    <a:pt x="20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3"/>
                    <a:pt x="20" y="3"/>
                  </a:cubicBezTo>
                  <a:cubicBezTo>
                    <a:pt x="20" y="2"/>
                    <a:pt x="20" y="2"/>
                    <a:pt x="20" y="1"/>
                  </a:cubicBezTo>
                  <a:cubicBezTo>
                    <a:pt x="19" y="0"/>
                    <a:pt x="17" y="0"/>
                    <a:pt x="16" y="1"/>
                  </a:cubicBezTo>
                  <a:cubicBezTo>
                    <a:pt x="10" y="7"/>
                    <a:pt x="10" y="7"/>
                    <a:pt x="10" y="7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232"/>
            <p:cNvSpPr>
              <a:spLocks noEditPoints="1"/>
            </p:cNvSpPr>
            <p:nvPr/>
          </p:nvSpPr>
          <p:spPr bwMode="auto">
            <a:xfrm>
              <a:off x="3451225" y="354013"/>
              <a:ext cx="481013" cy="379413"/>
            </a:xfrm>
            <a:custGeom>
              <a:avLst/>
              <a:gdLst>
                <a:gd name="T0" fmla="*/ 126 w 128"/>
                <a:gd name="T1" fmla="*/ 1 h 101"/>
                <a:gd name="T2" fmla="*/ 96 w 128"/>
                <a:gd name="T3" fmla="*/ 8 h 101"/>
                <a:gd name="T4" fmla="*/ 63 w 128"/>
                <a:gd name="T5" fmla="*/ 1 h 101"/>
                <a:gd name="T6" fmla="*/ 3 w 128"/>
                <a:gd name="T7" fmla="*/ 1 h 101"/>
                <a:gd name="T8" fmla="*/ 0 w 128"/>
                <a:gd name="T9" fmla="*/ 2 h 101"/>
                <a:gd name="T10" fmla="*/ 2 w 128"/>
                <a:gd name="T11" fmla="*/ 94 h 101"/>
                <a:gd name="T12" fmla="*/ 33 w 128"/>
                <a:gd name="T13" fmla="*/ 101 h 101"/>
                <a:gd name="T14" fmla="*/ 64 w 128"/>
                <a:gd name="T15" fmla="*/ 94 h 101"/>
                <a:gd name="T16" fmla="*/ 95 w 128"/>
                <a:gd name="T17" fmla="*/ 101 h 101"/>
                <a:gd name="T18" fmla="*/ 126 w 128"/>
                <a:gd name="T19" fmla="*/ 94 h 101"/>
                <a:gd name="T20" fmla="*/ 128 w 128"/>
                <a:gd name="T21" fmla="*/ 2 h 101"/>
                <a:gd name="T22" fmla="*/ 97 w 128"/>
                <a:gd name="T23" fmla="*/ 96 h 101"/>
                <a:gd name="T24" fmla="*/ 95 w 128"/>
                <a:gd name="T25" fmla="*/ 71 h 101"/>
                <a:gd name="T26" fmla="*/ 93 w 128"/>
                <a:gd name="T27" fmla="*/ 96 h 101"/>
                <a:gd name="T28" fmla="*/ 66 w 128"/>
                <a:gd name="T29" fmla="*/ 68 h 101"/>
                <a:gd name="T30" fmla="*/ 62 w 128"/>
                <a:gd name="T31" fmla="*/ 68 h 101"/>
                <a:gd name="T32" fmla="*/ 35 w 128"/>
                <a:gd name="T33" fmla="*/ 96 h 101"/>
                <a:gd name="T34" fmla="*/ 33 w 128"/>
                <a:gd name="T35" fmla="*/ 67 h 101"/>
                <a:gd name="T36" fmla="*/ 31 w 128"/>
                <a:gd name="T37" fmla="*/ 96 h 101"/>
                <a:gd name="T38" fmla="*/ 4 w 128"/>
                <a:gd name="T39" fmla="*/ 65 h 101"/>
                <a:gd name="T40" fmla="*/ 26 w 128"/>
                <a:gd name="T41" fmla="*/ 59 h 101"/>
                <a:gd name="T42" fmla="*/ 25 w 128"/>
                <a:gd name="T43" fmla="*/ 55 h 101"/>
                <a:gd name="T44" fmla="*/ 4 w 128"/>
                <a:gd name="T45" fmla="*/ 60 h 101"/>
                <a:gd name="T46" fmla="*/ 31 w 128"/>
                <a:gd name="T47" fmla="*/ 12 h 101"/>
                <a:gd name="T48" fmla="*/ 33 w 128"/>
                <a:gd name="T49" fmla="*/ 43 h 101"/>
                <a:gd name="T50" fmla="*/ 35 w 128"/>
                <a:gd name="T51" fmla="*/ 12 h 101"/>
                <a:gd name="T52" fmla="*/ 62 w 128"/>
                <a:gd name="T53" fmla="*/ 39 h 101"/>
                <a:gd name="T54" fmla="*/ 66 w 128"/>
                <a:gd name="T55" fmla="*/ 39 h 101"/>
                <a:gd name="T56" fmla="*/ 93 w 128"/>
                <a:gd name="T57" fmla="*/ 12 h 101"/>
                <a:gd name="T58" fmla="*/ 95 w 128"/>
                <a:gd name="T59" fmla="*/ 38 h 101"/>
                <a:gd name="T60" fmla="*/ 97 w 128"/>
                <a:gd name="T61" fmla="*/ 12 h 101"/>
                <a:gd name="T62" fmla="*/ 124 w 128"/>
                <a:gd name="T63" fmla="*/ 9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01">
                  <a:moveTo>
                    <a:pt x="128" y="2"/>
                  </a:moveTo>
                  <a:cubicBezTo>
                    <a:pt x="128" y="1"/>
                    <a:pt x="127" y="1"/>
                    <a:pt x="126" y="1"/>
                  </a:cubicBezTo>
                  <a:cubicBezTo>
                    <a:pt x="126" y="1"/>
                    <a:pt x="125" y="1"/>
                    <a:pt x="125" y="1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4" y="0"/>
                    <a:pt x="64" y="1"/>
                    <a:pt x="63" y="1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1" y="94"/>
                    <a:pt x="2" y="94"/>
                  </a:cubicBezTo>
                  <a:cubicBezTo>
                    <a:pt x="32" y="101"/>
                    <a:pt x="32" y="101"/>
                    <a:pt x="32" y="101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3" y="94"/>
                    <a:pt x="64" y="94"/>
                    <a:pt x="64" y="94"/>
                  </a:cubicBezTo>
                  <a:cubicBezTo>
                    <a:pt x="64" y="94"/>
                    <a:pt x="65" y="94"/>
                    <a:pt x="65" y="9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95" y="101"/>
                    <a:pt x="95" y="101"/>
                    <a:pt x="96" y="101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7" y="94"/>
                    <a:pt x="128" y="93"/>
                    <a:pt x="128" y="92"/>
                  </a:cubicBezTo>
                  <a:lnTo>
                    <a:pt x="128" y="2"/>
                  </a:lnTo>
                  <a:close/>
                  <a:moveTo>
                    <a:pt x="124" y="90"/>
                  </a:moveTo>
                  <a:cubicBezTo>
                    <a:pt x="97" y="96"/>
                    <a:pt x="97" y="96"/>
                    <a:pt x="97" y="96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7" y="72"/>
                    <a:pt x="96" y="71"/>
                    <a:pt x="95" y="71"/>
                  </a:cubicBezTo>
                  <a:cubicBezTo>
                    <a:pt x="94" y="71"/>
                    <a:pt x="93" y="72"/>
                    <a:pt x="93" y="74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66" y="90"/>
                    <a:pt x="66" y="90"/>
                    <a:pt x="66" y="90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66"/>
                    <a:pt x="65" y="65"/>
                    <a:pt x="64" y="65"/>
                  </a:cubicBezTo>
                  <a:cubicBezTo>
                    <a:pt x="63" y="65"/>
                    <a:pt x="62" y="66"/>
                    <a:pt x="62" y="68"/>
                  </a:cubicBezTo>
                  <a:cubicBezTo>
                    <a:pt x="62" y="90"/>
                    <a:pt x="62" y="90"/>
                    <a:pt x="62" y="90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5" y="68"/>
                    <a:pt x="34" y="67"/>
                    <a:pt x="33" y="67"/>
                  </a:cubicBezTo>
                  <a:cubicBezTo>
                    <a:pt x="32" y="67"/>
                    <a:pt x="31" y="68"/>
                    <a:pt x="31" y="70"/>
                  </a:cubicBezTo>
                  <a:cubicBezTo>
                    <a:pt x="31" y="96"/>
                    <a:pt x="31" y="96"/>
                    <a:pt x="31" y="96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65"/>
                    <a:pt x="4" y="65"/>
                    <a:pt x="4" y="65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12" y="62"/>
                    <a:pt x="19" y="60"/>
                    <a:pt x="26" y="59"/>
                  </a:cubicBezTo>
                  <a:cubicBezTo>
                    <a:pt x="27" y="59"/>
                    <a:pt x="28" y="58"/>
                    <a:pt x="28" y="57"/>
                  </a:cubicBezTo>
                  <a:cubicBezTo>
                    <a:pt x="28" y="55"/>
                    <a:pt x="26" y="54"/>
                    <a:pt x="25" y="55"/>
                  </a:cubicBezTo>
                  <a:cubicBezTo>
                    <a:pt x="19" y="56"/>
                    <a:pt x="12" y="57"/>
                    <a:pt x="6" y="59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2"/>
                    <a:pt x="32" y="43"/>
                    <a:pt x="33" y="43"/>
                  </a:cubicBezTo>
                  <a:cubicBezTo>
                    <a:pt x="34" y="43"/>
                    <a:pt x="35" y="42"/>
                    <a:pt x="35" y="4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2" y="40"/>
                    <a:pt x="63" y="41"/>
                    <a:pt x="64" y="41"/>
                  </a:cubicBezTo>
                  <a:cubicBezTo>
                    <a:pt x="65" y="41"/>
                    <a:pt x="66" y="40"/>
                    <a:pt x="66" y="39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36"/>
                    <a:pt x="93" y="36"/>
                    <a:pt x="93" y="36"/>
                  </a:cubicBezTo>
                  <a:cubicBezTo>
                    <a:pt x="93" y="37"/>
                    <a:pt x="94" y="38"/>
                    <a:pt x="95" y="38"/>
                  </a:cubicBezTo>
                  <a:cubicBezTo>
                    <a:pt x="96" y="38"/>
                    <a:pt x="97" y="37"/>
                    <a:pt x="97" y="36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24" y="6"/>
                    <a:pt x="124" y="6"/>
                    <a:pt x="124" y="6"/>
                  </a:cubicBezTo>
                  <a:lnTo>
                    <a:pt x="12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233"/>
            <p:cNvSpPr/>
            <p:nvPr/>
          </p:nvSpPr>
          <p:spPr bwMode="auto">
            <a:xfrm>
              <a:off x="3594100" y="546100"/>
              <a:ext cx="77788" cy="22225"/>
            </a:xfrm>
            <a:custGeom>
              <a:avLst/>
              <a:gdLst>
                <a:gd name="T0" fmla="*/ 18 w 21"/>
                <a:gd name="T1" fmla="*/ 0 h 6"/>
                <a:gd name="T2" fmla="*/ 2 w 21"/>
                <a:gd name="T3" fmla="*/ 1 h 6"/>
                <a:gd name="T4" fmla="*/ 0 w 21"/>
                <a:gd name="T5" fmla="*/ 3 h 6"/>
                <a:gd name="T6" fmla="*/ 3 w 21"/>
                <a:gd name="T7" fmla="*/ 6 h 6"/>
                <a:gd name="T8" fmla="*/ 19 w 21"/>
                <a:gd name="T9" fmla="*/ 4 h 6"/>
                <a:gd name="T10" fmla="*/ 21 w 21"/>
                <a:gd name="T11" fmla="*/ 2 h 6"/>
                <a:gd name="T12" fmla="*/ 18 w 2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6">
                  <a:moveTo>
                    <a:pt x="18" y="0"/>
                  </a:moveTo>
                  <a:cubicBezTo>
                    <a:pt x="18" y="0"/>
                    <a:pt x="7" y="0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8" y="5"/>
                    <a:pt x="19" y="4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1" y="1"/>
                    <a:pt x="20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234"/>
            <p:cNvSpPr/>
            <p:nvPr/>
          </p:nvSpPr>
          <p:spPr bwMode="auto">
            <a:xfrm>
              <a:off x="3709988" y="546100"/>
              <a:ext cx="33338" cy="19050"/>
            </a:xfrm>
            <a:custGeom>
              <a:avLst/>
              <a:gdLst>
                <a:gd name="T0" fmla="*/ 7 w 9"/>
                <a:gd name="T1" fmla="*/ 0 h 5"/>
                <a:gd name="T2" fmla="*/ 2 w 9"/>
                <a:gd name="T3" fmla="*/ 0 h 5"/>
                <a:gd name="T4" fmla="*/ 0 w 9"/>
                <a:gd name="T5" fmla="*/ 2 h 5"/>
                <a:gd name="T6" fmla="*/ 3 w 9"/>
                <a:gd name="T7" fmla="*/ 4 h 5"/>
                <a:gd name="T8" fmla="*/ 3 w 9"/>
                <a:gd name="T9" fmla="*/ 4 h 5"/>
                <a:gd name="T10" fmla="*/ 7 w 9"/>
                <a:gd name="T11" fmla="*/ 5 h 5"/>
                <a:gd name="T12" fmla="*/ 9 w 9"/>
                <a:gd name="T13" fmla="*/ 2 h 5"/>
                <a:gd name="T14" fmla="*/ 7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7" y="0"/>
                  </a:moveTo>
                  <a:cubicBezTo>
                    <a:pt x="7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7" y="5"/>
                    <a:pt x="7" y="5"/>
                  </a:cubicBezTo>
                  <a:cubicBezTo>
                    <a:pt x="8" y="5"/>
                    <a:pt x="9" y="4"/>
                    <a:pt x="9" y="2"/>
                  </a:cubicBezTo>
                  <a:cubicBezTo>
                    <a:pt x="9" y="1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5" name="Freeform 235"/>
          <p:cNvSpPr>
            <a:spLocks noEditPoints="1"/>
          </p:cNvSpPr>
          <p:nvPr/>
        </p:nvSpPr>
        <p:spPr bwMode="auto">
          <a:xfrm>
            <a:off x="2489200" y="354013"/>
            <a:ext cx="481013" cy="379413"/>
          </a:xfrm>
          <a:custGeom>
            <a:avLst/>
            <a:gdLst>
              <a:gd name="T0" fmla="*/ 128 w 128"/>
              <a:gd name="T1" fmla="*/ 92 h 101"/>
              <a:gd name="T2" fmla="*/ 128 w 128"/>
              <a:gd name="T3" fmla="*/ 2 h 101"/>
              <a:gd name="T4" fmla="*/ 126 w 128"/>
              <a:gd name="T5" fmla="*/ 1 h 101"/>
              <a:gd name="T6" fmla="*/ 125 w 128"/>
              <a:gd name="T7" fmla="*/ 1 h 101"/>
              <a:gd name="T8" fmla="*/ 96 w 128"/>
              <a:gd name="T9" fmla="*/ 8 h 101"/>
              <a:gd name="T10" fmla="*/ 65 w 128"/>
              <a:gd name="T11" fmla="*/ 1 h 101"/>
              <a:gd name="T12" fmla="*/ 63 w 128"/>
              <a:gd name="T13" fmla="*/ 1 h 101"/>
              <a:gd name="T14" fmla="*/ 32 w 128"/>
              <a:gd name="T15" fmla="*/ 8 h 101"/>
              <a:gd name="T16" fmla="*/ 3 w 128"/>
              <a:gd name="T17" fmla="*/ 1 h 101"/>
              <a:gd name="T18" fmla="*/ 2 w 128"/>
              <a:gd name="T19" fmla="*/ 1 h 101"/>
              <a:gd name="T20" fmla="*/ 0 w 128"/>
              <a:gd name="T21" fmla="*/ 2 h 101"/>
              <a:gd name="T22" fmla="*/ 0 w 128"/>
              <a:gd name="T23" fmla="*/ 93 h 101"/>
              <a:gd name="T24" fmla="*/ 2 w 128"/>
              <a:gd name="T25" fmla="*/ 94 h 101"/>
              <a:gd name="T26" fmla="*/ 32 w 128"/>
              <a:gd name="T27" fmla="*/ 101 h 101"/>
              <a:gd name="T28" fmla="*/ 33 w 128"/>
              <a:gd name="T29" fmla="*/ 101 h 101"/>
              <a:gd name="T30" fmla="*/ 63 w 128"/>
              <a:gd name="T31" fmla="*/ 94 h 101"/>
              <a:gd name="T32" fmla="*/ 64 w 128"/>
              <a:gd name="T33" fmla="*/ 94 h 101"/>
              <a:gd name="T34" fmla="*/ 65 w 128"/>
              <a:gd name="T35" fmla="*/ 94 h 101"/>
              <a:gd name="T36" fmla="*/ 95 w 128"/>
              <a:gd name="T37" fmla="*/ 101 h 101"/>
              <a:gd name="T38" fmla="*/ 96 w 128"/>
              <a:gd name="T39" fmla="*/ 101 h 101"/>
              <a:gd name="T40" fmla="*/ 126 w 128"/>
              <a:gd name="T41" fmla="*/ 94 h 101"/>
              <a:gd name="T42" fmla="*/ 128 w 128"/>
              <a:gd name="T43" fmla="*/ 92 h 101"/>
              <a:gd name="T44" fmla="*/ 31 w 128"/>
              <a:gd name="T45" fmla="*/ 96 h 101"/>
              <a:gd name="T46" fmla="*/ 4 w 128"/>
              <a:gd name="T47" fmla="*/ 90 h 101"/>
              <a:gd name="T48" fmla="*/ 4 w 128"/>
              <a:gd name="T49" fmla="*/ 6 h 101"/>
              <a:gd name="T50" fmla="*/ 31 w 128"/>
              <a:gd name="T51" fmla="*/ 12 h 101"/>
              <a:gd name="T52" fmla="*/ 31 w 128"/>
              <a:gd name="T53" fmla="*/ 96 h 101"/>
              <a:gd name="T54" fmla="*/ 62 w 128"/>
              <a:gd name="T55" fmla="*/ 90 h 101"/>
              <a:gd name="T56" fmla="*/ 35 w 128"/>
              <a:gd name="T57" fmla="*/ 96 h 101"/>
              <a:gd name="T58" fmla="*/ 35 w 128"/>
              <a:gd name="T59" fmla="*/ 12 h 101"/>
              <a:gd name="T60" fmla="*/ 62 w 128"/>
              <a:gd name="T61" fmla="*/ 6 h 101"/>
              <a:gd name="T62" fmla="*/ 62 w 128"/>
              <a:gd name="T63" fmla="*/ 90 h 101"/>
              <a:gd name="T64" fmla="*/ 93 w 128"/>
              <a:gd name="T65" fmla="*/ 96 h 101"/>
              <a:gd name="T66" fmla="*/ 66 w 128"/>
              <a:gd name="T67" fmla="*/ 90 h 101"/>
              <a:gd name="T68" fmla="*/ 66 w 128"/>
              <a:gd name="T69" fmla="*/ 6 h 101"/>
              <a:gd name="T70" fmla="*/ 93 w 128"/>
              <a:gd name="T71" fmla="*/ 12 h 101"/>
              <a:gd name="T72" fmla="*/ 93 w 128"/>
              <a:gd name="T73" fmla="*/ 96 h 101"/>
              <a:gd name="T74" fmla="*/ 124 w 128"/>
              <a:gd name="T75" fmla="*/ 90 h 101"/>
              <a:gd name="T76" fmla="*/ 97 w 128"/>
              <a:gd name="T77" fmla="*/ 96 h 101"/>
              <a:gd name="T78" fmla="*/ 97 w 128"/>
              <a:gd name="T79" fmla="*/ 12 h 101"/>
              <a:gd name="T80" fmla="*/ 124 w 128"/>
              <a:gd name="T81" fmla="*/ 6 h 101"/>
              <a:gd name="T82" fmla="*/ 124 w 128"/>
              <a:gd name="T83" fmla="*/ 90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01">
                <a:moveTo>
                  <a:pt x="128" y="92"/>
                </a:moveTo>
                <a:cubicBezTo>
                  <a:pt x="128" y="2"/>
                  <a:pt x="128" y="2"/>
                  <a:pt x="128" y="2"/>
                </a:cubicBezTo>
                <a:cubicBezTo>
                  <a:pt x="128" y="1"/>
                  <a:pt x="127" y="1"/>
                  <a:pt x="126" y="1"/>
                </a:cubicBezTo>
                <a:cubicBezTo>
                  <a:pt x="126" y="1"/>
                  <a:pt x="125" y="1"/>
                  <a:pt x="125" y="1"/>
                </a:cubicBezTo>
                <a:cubicBezTo>
                  <a:pt x="96" y="8"/>
                  <a:pt x="96" y="8"/>
                  <a:pt x="96" y="8"/>
                </a:cubicBezTo>
                <a:cubicBezTo>
                  <a:pt x="65" y="1"/>
                  <a:pt x="65" y="1"/>
                  <a:pt x="65" y="1"/>
                </a:cubicBezTo>
                <a:cubicBezTo>
                  <a:pt x="64" y="0"/>
                  <a:pt x="64" y="1"/>
                  <a:pt x="63" y="1"/>
                </a:cubicBezTo>
                <a:cubicBezTo>
                  <a:pt x="32" y="8"/>
                  <a:pt x="32" y="8"/>
                  <a:pt x="32" y="8"/>
                </a:cubicBezTo>
                <a:cubicBezTo>
                  <a:pt x="3" y="1"/>
                  <a:pt x="3" y="1"/>
                  <a:pt x="3" y="1"/>
                </a:cubicBezTo>
                <a:cubicBezTo>
                  <a:pt x="3" y="1"/>
                  <a:pt x="2" y="1"/>
                  <a:pt x="2" y="1"/>
                </a:cubicBezTo>
                <a:cubicBezTo>
                  <a:pt x="1" y="1"/>
                  <a:pt x="0" y="1"/>
                  <a:pt x="0" y="2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3"/>
                  <a:pt x="1" y="94"/>
                  <a:pt x="2" y="94"/>
                </a:cubicBezTo>
                <a:cubicBezTo>
                  <a:pt x="32" y="101"/>
                  <a:pt x="32" y="101"/>
                  <a:pt x="32" y="101"/>
                </a:cubicBezTo>
                <a:cubicBezTo>
                  <a:pt x="33" y="101"/>
                  <a:pt x="33" y="101"/>
                  <a:pt x="33" y="101"/>
                </a:cubicBezTo>
                <a:cubicBezTo>
                  <a:pt x="63" y="94"/>
                  <a:pt x="63" y="94"/>
                  <a:pt x="63" y="94"/>
                </a:cubicBezTo>
                <a:cubicBezTo>
                  <a:pt x="63" y="94"/>
                  <a:pt x="64" y="94"/>
                  <a:pt x="64" y="94"/>
                </a:cubicBezTo>
                <a:cubicBezTo>
                  <a:pt x="64" y="94"/>
                  <a:pt x="65" y="94"/>
                  <a:pt x="65" y="94"/>
                </a:cubicBezTo>
                <a:cubicBezTo>
                  <a:pt x="95" y="101"/>
                  <a:pt x="95" y="101"/>
                  <a:pt x="95" y="101"/>
                </a:cubicBezTo>
                <a:cubicBezTo>
                  <a:pt x="95" y="101"/>
                  <a:pt x="95" y="101"/>
                  <a:pt x="96" y="101"/>
                </a:cubicBezTo>
                <a:cubicBezTo>
                  <a:pt x="126" y="94"/>
                  <a:pt x="126" y="94"/>
                  <a:pt x="126" y="94"/>
                </a:cubicBezTo>
                <a:cubicBezTo>
                  <a:pt x="127" y="94"/>
                  <a:pt x="128" y="93"/>
                  <a:pt x="128" y="92"/>
                </a:cubicBezTo>
                <a:close/>
                <a:moveTo>
                  <a:pt x="31" y="96"/>
                </a:moveTo>
                <a:cubicBezTo>
                  <a:pt x="4" y="90"/>
                  <a:pt x="4" y="90"/>
                  <a:pt x="4" y="90"/>
                </a:cubicBezTo>
                <a:cubicBezTo>
                  <a:pt x="4" y="6"/>
                  <a:pt x="4" y="6"/>
                  <a:pt x="4" y="6"/>
                </a:cubicBezTo>
                <a:cubicBezTo>
                  <a:pt x="31" y="12"/>
                  <a:pt x="31" y="12"/>
                  <a:pt x="31" y="12"/>
                </a:cubicBezTo>
                <a:lnTo>
                  <a:pt x="31" y="96"/>
                </a:lnTo>
                <a:close/>
                <a:moveTo>
                  <a:pt x="62" y="90"/>
                </a:moveTo>
                <a:cubicBezTo>
                  <a:pt x="35" y="96"/>
                  <a:pt x="35" y="96"/>
                  <a:pt x="35" y="96"/>
                </a:cubicBezTo>
                <a:cubicBezTo>
                  <a:pt x="35" y="12"/>
                  <a:pt x="35" y="12"/>
                  <a:pt x="35" y="12"/>
                </a:cubicBezTo>
                <a:cubicBezTo>
                  <a:pt x="62" y="6"/>
                  <a:pt x="62" y="6"/>
                  <a:pt x="62" y="6"/>
                </a:cubicBezTo>
                <a:lnTo>
                  <a:pt x="62" y="90"/>
                </a:lnTo>
                <a:close/>
                <a:moveTo>
                  <a:pt x="93" y="96"/>
                </a:moveTo>
                <a:cubicBezTo>
                  <a:pt x="66" y="90"/>
                  <a:pt x="66" y="90"/>
                  <a:pt x="66" y="90"/>
                </a:cubicBezTo>
                <a:cubicBezTo>
                  <a:pt x="66" y="6"/>
                  <a:pt x="66" y="6"/>
                  <a:pt x="66" y="6"/>
                </a:cubicBezTo>
                <a:cubicBezTo>
                  <a:pt x="93" y="12"/>
                  <a:pt x="93" y="12"/>
                  <a:pt x="93" y="12"/>
                </a:cubicBezTo>
                <a:lnTo>
                  <a:pt x="93" y="96"/>
                </a:lnTo>
                <a:close/>
                <a:moveTo>
                  <a:pt x="124" y="90"/>
                </a:moveTo>
                <a:cubicBezTo>
                  <a:pt x="97" y="96"/>
                  <a:pt x="97" y="96"/>
                  <a:pt x="97" y="96"/>
                </a:cubicBezTo>
                <a:cubicBezTo>
                  <a:pt x="97" y="12"/>
                  <a:pt x="97" y="12"/>
                  <a:pt x="97" y="12"/>
                </a:cubicBezTo>
                <a:cubicBezTo>
                  <a:pt x="124" y="6"/>
                  <a:pt x="124" y="6"/>
                  <a:pt x="124" y="6"/>
                </a:cubicBezTo>
                <a:lnTo>
                  <a:pt x="124" y="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84325" y="304800"/>
            <a:ext cx="368300" cy="481013"/>
            <a:chOff x="1584325" y="304800"/>
            <a:chExt cx="368300" cy="481013"/>
          </a:xfrm>
          <a:solidFill>
            <a:schemeClr val="accent1"/>
          </a:solidFill>
        </p:grpSpPr>
        <p:sp>
          <p:nvSpPr>
            <p:cNvPr id="36" name="Freeform 236"/>
            <p:cNvSpPr>
              <a:spLocks noEditPoints="1"/>
            </p:cNvSpPr>
            <p:nvPr/>
          </p:nvSpPr>
          <p:spPr bwMode="auto">
            <a:xfrm>
              <a:off x="1584325" y="304800"/>
              <a:ext cx="368300" cy="481013"/>
            </a:xfrm>
            <a:custGeom>
              <a:avLst/>
              <a:gdLst>
                <a:gd name="T0" fmla="*/ 83 w 98"/>
                <a:gd name="T1" fmla="*/ 14 h 128"/>
                <a:gd name="T2" fmla="*/ 49 w 98"/>
                <a:gd name="T3" fmla="*/ 0 h 128"/>
                <a:gd name="T4" fmla="*/ 15 w 98"/>
                <a:gd name="T5" fmla="*/ 14 h 128"/>
                <a:gd name="T6" fmla="*/ 0 w 98"/>
                <a:gd name="T7" fmla="*/ 49 h 128"/>
                <a:gd name="T8" fmla="*/ 23 w 98"/>
                <a:gd name="T9" fmla="*/ 99 h 128"/>
                <a:gd name="T10" fmla="*/ 38 w 98"/>
                <a:gd name="T11" fmla="*/ 118 h 128"/>
                <a:gd name="T12" fmla="*/ 43 w 98"/>
                <a:gd name="T13" fmla="*/ 124 h 128"/>
                <a:gd name="T14" fmla="*/ 44 w 98"/>
                <a:gd name="T15" fmla="*/ 126 h 128"/>
                <a:gd name="T16" fmla="*/ 45 w 98"/>
                <a:gd name="T17" fmla="*/ 126 h 128"/>
                <a:gd name="T18" fmla="*/ 45 w 98"/>
                <a:gd name="T19" fmla="*/ 127 h 128"/>
                <a:gd name="T20" fmla="*/ 49 w 98"/>
                <a:gd name="T21" fmla="*/ 128 h 128"/>
                <a:gd name="T22" fmla="*/ 49 w 98"/>
                <a:gd name="T23" fmla="*/ 128 h 128"/>
                <a:gd name="T24" fmla="*/ 53 w 98"/>
                <a:gd name="T25" fmla="*/ 127 h 128"/>
                <a:gd name="T26" fmla="*/ 53 w 98"/>
                <a:gd name="T27" fmla="*/ 126 h 128"/>
                <a:gd name="T28" fmla="*/ 54 w 98"/>
                <a:gd name="T29" fmla="*/ 126 h 128"/>
                <a:gd name="T30" fmla="*/ 55 w 98"/>
                <a:gd name="T31" fmla="*/ 124 h 128"/>
                <a:gd name="T32" fmla="*/ 60 w 98"/>
                <a:gd name="T33" fmla="*/ 118 h 128"/>
                <a:gd name="T34" fmla="*/ 75 w 98"/>
                <a:gd name="T35" fmla="*/ 99 h 128"/>
                <a:gd name="T36" fmla="*/ 98 w 98"/>
                <a:gd name="T37" fmla="*/ 49 h 128"/>
                <a:gd name="T38" fmla="*/ 83 w 98"/>
                <a:gd name="T39" fmla="*/ 14 h 128"/>
                <a:gd name="T40" fmla="*/ 72 w 98"/>
                <a:gd name="T41" fmla="*/ 96 h 128"/>
                <a:gd name="T42" fmla="*/ 50 w 98"/>
                <a:gd name="T43" fmla="*/ 123 h 128"/>
                <a:gd name="T44" fmla="*/ 49 w 98"/>
                <a:gd name="T45" fmla="*/ 124 h 128"/>
                <a:gd name="T46" fmla="*/ 48 w 98"/>
                <a:gd name="T47" fmla="*/ 123 h 128"/>
                <a:gd name="T48" fmla="*/ 26 w 98"/>
                <a:gd name="T49" fmla="*/ 96 h 128"/>
                <a:gd name="T50" fmla="*/ 5 w 98"/>
                <a:gd name="T51" fmla="*/ 49 h 128"/>
                <a:gd name="T52" fmla="*/ 18 w 98"/>
                <a:gd name="T53" fmla="*/ 17 h 128"/>
                <a:gd name="T54" fmla="*/ 49 w 98"/>
                <a:gd name="T55" fmla="*/ 5 h 128"/>
                <a:gd name="T56" fmla="*/ 80 w 98"/>
                <a:gd name="T57" fmla="*/ 17 h 128"/>
                <a:gd name="T58" fmla="*/ 93 w 98"/>
                <a:gd name="T59" fmla="*/ 49 h 128"/>
                <a:gd name="T60" fmla="*/ 72 w 98"/>
                <a:gd name="T61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8" h="128">
                  <a:moveTo>
                    <a:pt x="83" y="14"/>
                  </a:moveTo>
                  <a:cubicBezTo>
                    <a:pt x="74" y="5"/>
                    <a:pt x="62" y="0"/>
                    <a:pt x="49" y="0"/>
                  </a:cubicBezTo>
                  <a:cubicBezTo>
                    <a:pt x="36" y="0"/>
                    <a:pt x="24" y="5"/>
                    <a:pt x="15" y="14"/>
                  </a:cubicBezTo>
                  <a:cubicBezTo>
                    <a:pt x="5" y="23"/>
                    <a:pt x="0" y="36"/>
                    <a:pt x="0" y="49"/>
                  </a:cubicBezTo>
                  <a:cubicBezTo>
                    <a:pt x="0" y="61"/>
                    <a:pt x="8" y="78"/>
                    <a:pt x="23" y="99"/>
                  </a:cubicBezTo>
                  <a:cubicBezTo>
                    <a:pt x="28" y="107"/>
                    <a:pt x="34" y="114"/>
                    <a:pt x="38" y="118"/>
                  </a:cubicBezTo>
                  <a:cubicBezTo>
                    <a:pt x="40" y="121"/>
                    <a:pt x="42" y="123"/>
                    <a:pt x="43" y="124"/>
                  </a:cubicBezTo>
                  <a:cubicBezTo>
                    <a:pt x="43" y="125"/>
                    <a:pt x="44" y="125"/>
                    <a:pt x="44" y="126"/>
                  </a:cubicBezTo>
                  <a:cubicBezTo>
                    <a:pt x="44" y="126"/>
                    <a:pt x="45" y="126"/>
                    <a:pt x="45" y="126"/>
                  </a:cubicBezTo>
                  <a:cubicBezTo>
                    <a:pt x="45" y="127"/>
                    <a:pt x="45" y="127"/>
                    <a:pt x="45" y="127"/>
                  </a:cubicBezTo>
                  <a:cubicBezTo>
                    <a:pt x="46" y="127"/>
                    <a:pt x="48" y="128"/>
                    <a:pt x="49" y="128"/>
                  </a:cubicBezTo>
                  <a:cubicBezTo>
                    <a:pt x="49" y="128"/>
                    <a:pt x="49" y="128"/>
                    <a:pt x="49" y="128"/>
                  </a:cubicBezTo>
                  <a:cubicBezTo>
                    <a:pt x="50" y="128"/>
                    <a:pt x="52" y="127"/>
                    <a:pt x="53" y="127"/>
                  </a:cubicBezTo>
                  <a:cubicBezTo>
                    <a:pt x="53" y="126"/>
                    <a:pt x="53" y="126"/>
                    <a:pt x="53" y="126"/>
                  </a:cubicBezTo>
                  <a:cubicBezTo>
                    <a:pt x="53" y="126"/>
                    <a:pt x="54" y="126"/>
                    <a:pt x="54" y="126"/>
                  </a:cubicBezTo>
                  <a:cubicBezTo>
                    <a:pt x="55" y="124"/>
                    <a:pt x="55" y="124"/>
                    <a:pt x="55" y="124"/>
                  </a:cubicBezTo>
                  <a:cubicBezTo>
                    <a:pt x="56" y="123"/>
                    <a:pt x="58" y="121"/>
                    <a:pt x="60" y="118"/>
                  </a:cubicBezTo>
                  <a:cubicBezTo>
                    <a:pt x="64" y="114"/>
                    <a:pt x="70" y="107"/>
                    <a:pt x="75" y="99"/>
                  </a:cubicBezTo>
                  <a:cubicBezTo>
                    <a:pt x="90" y="78"/>
                    <a:pt x="98" y="61"/>
                    <a:pt x="98" y="49"/>
                  </a:cubicBezTo>
                  <a:cubicBezTo>
                    <a:pt x="98" y="36"/>
                    <a:pt x="93" y="23"/>
                    <a:pt x="83" y="14"/>
                  </a:cubicBezTo>
                  <a:close/>
                  <a:moveTo>
                    <a:pt x="72" y="96"/>
                  </a:moveTo>
                  <a:cubicBezTo>
                    <a:pt x="62" y="110"/>
                    <a:pt x="51" y="122"/>
                    <a:pt x="50" y="123"/>
                  </a:cubicBezTo>
                  <a:cubicBezTo>
                    <a:pt x="49" y="124"/>
                    <a:pt x="49" y="124"/>
                    <a:pt x="49" y="124"/>
                  </a:cubicBezTo>
                  <a:cubicBezTo>
                    <a:pt x="48" y="123"/>
                    <a:pt x="48" y="123"/>
                    <a:pt x="48" y="123"/>
                  </a:cubicBezTo>
                  <a:cubicBezTo>
                    <a:pt x="47" y="122"/>
                    <a:pt x="36" y="110"/>
                    <a:pt x="26" y="96"/>
                  </a:cubicBezTo>
                  <a:cubicBezTo>
                    <a:pt x="12" y="76"/>
                    <a:pt x="5" y="60"/>
                    <a:pt x="5" y="49"/>
                  </a:cubicBezTo>
                  <a:cubicBezTo>
                    <a:pt x="5" y="37"/>
                    <a:pt x="9" y="26"/>
                    <a:pt x="18" y="17"/>
                  </a:cubicBezTo>
                  <a:cubicBezTo>
                    <a:pt x="26" y="9"/>
                    <a:pt x="37" y="5"/>
                    <a:pt x="49" y="5"/>
                  </a:cubicBezTo>
                  <a:cubicBezTo>
                    <a:pt x="61" y="5"/>
                    <a:pt x="72" y="9"/>
                    <a:pt x="80" y="17"/>
                  </a:cubicBezTo>
                  <a:cubicBezTo>
                    <a:pt x="89" y="26"/>
                    <a:pt x="93" y="37"/>
                    <a:pt x="93" y="49"/>
                  </a:cubicBezTo>
                  <a:cubicBezTo>
                    <a:pt x="93" y="60"/>
                    <a:pt x="86" y="76"/>
                    <a:pt x="72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237"/>
            <p:cNvSpPr>
              <a:spLocks noEditPoints="1"/>
            </p:cNvSpPr>
            <p:nvPr/>
          </p:nvSpPr>
          <p:spPr bwMode="auto">
            <a:xfrm>
              <a:off x="1690688" y="406400"/>
              <a:ext cx="157163" cy="158750"/>
            </a:xfrm>
            <a:custGeom>
              <a:avLst/>
              <a:gdLst>
                <a:gd name="T0" fmla="*/ 21 w 42"/>
                <a:gd name="T1" fmla="*/ 0 h 42"/>
                <a:gd name="T2" fmla="*/ 0 w 42"/>
                <a:gd name="T3" fmla="*/ 21 h 42"/>
                <a:gd name="T4" fmla="*/ 21 w 42"/>
                <a:gd name="T5" fmla="*/ 42 h 42"/>
                <a:gd name="T6" fmla="*/ 42 w 42"/>
                <a:gd name="T7" fmla="*/ 21 h 42"/>
                <a:gd name="T8" fmla="*/ 21 w 42"/>
                <a:gd name="T9" fmla="*/ 0 h 42"/>
                <a:gd name="T10" fmla="*/ 32 w 42"/>
                <a:gd name="T11" fmla="*/ 32 h 42"/>
                <a:gd name="T12" fmla="*/ 21 w 42"/>
                <a:gd name="T13" fmla="*/ 37 h 42"/>
                <a:gd name="T14" fmla="*/ 5 w 42"/>
                <a:gd name="T15" fmla="*/ 21 h 42"/>
                <a:gd name="T16" fmla="*/ 21 w 42"/>
                <a:gd name="T17" fmla="*/ 5 h 42"/>
                <a:gd name="T18" fmla="*/ 32 w 42"/>
                <a:gd name="T19" fmla="*/ 9 h 42"/>
                <a:gd name="T20" fmla="*/ 37 w 42"/>
                <a:gd name="T21" fmla="*/ 21 h 42"/>
                <a:gd name="T22" fmla="*/ 32 w 42"/>
                <a:gd name="T23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42">
                  <a:moveTo>
                    <a:pt x="21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2"/>
                    <a:pt x="21" y="42"/>
                  </a:cubicBezTo>
                  <a:cubicBezTo>
                    <a:pt x="32" y="42"/>
                    <a:pt x="42" y="32"/>
                    <a:pt x="42" y="21"/>
                  </a:cubicBezTo>
                  <a:cubicBezTo>
                    <a:pt x="42" y="9"/>
                    <a:pt x="32" y="0"/>
                    <a:pt x="21" y="0"/>
                  </a:cubicBezTo>
                  <a:close/>
                  <a:moveTo>
                    <a:pt x="32" y="32"/>
                  </a:moveTo>
                  <a:cubicBezTo>
                    <a:pt x="29" y="35"/>
                    <a:pt x="25" y="37"/>
                    <a:pt x="21" y="37"/>
                  </a:cubicBezTo>
                  <a:cubicBezTo>
                    <a:pt x="12" y="37"/>
                    <a:pt x="5" y="30"/>
                    <a:pt x="5" y="21"/>
                  </a:cubicBezTo>
                  <a:cubicBezTo>
                    <a:pt x="5" y="12"/>
                    <a:pt x="12" y="5"/>
                    <a:pt x="21" y="5"/>
                  </a:cubicBezTo>
                  <a:cubicBezTo>
                    <a:pt x="25" y="5"/>
                    <a:pt x="29" y="6"/>
                    <a:pt x="32" y="9"/>
                  </a:cubicBezTo>
                  <a:cubicBezTo>
                    <a:pt x="36" y="12"/>
                    <a:pt x="37" y="16"/>
                    <a:pt x="37" y="21"/>
                  </a:cubicBezTo>
                  <a:cubicBezTo>
                    <a:pt x="37" y="25"/>
                    <a:pt x="36" y="29"/>
                    <a:pt x="3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639763" y="304800"/>
            <a:ext cx="336550" cy="481013"/>
            <a:chOff x="639763" y="304800"/>
            <a:chExt cx="336550" cy="481013"/>
          </a:xfrm>
          <a:solidFill>
            <a:schemeClr val="accent1"/>
          </a:solidFill>
        </p:grpSpPr>
        <p:sp>
          <p:nvSpPr>
            <p:cNvPr id="38" name="Freeform 238"/>
            <p:cNvSpPr>
              <a:spLocks noEditPoints="1"/>
            </p:cNvSpPr>
            <p:nvPr/>
          </p:nvSpPr>
          <p:spPr bwMode="auto">
            <a:xfrm>
              <a:off x="639763" y="304800"/>
              <a:ext cx="336550" cy="481013"/>
            </a:xfrm>
            <a:custGeom>
              <a:avLst/>
              <a:gdLst>
                <a:gd name="T0" fmla="*/ 77 w 90"/>
                <a:gd name="T1" fmla="*/ 14 h 128"/>
                <a:gd name="T2" fmla="*/ 62 w 90"/>
                <a:gd name="T3" fmla="*/ 4 h 128"/>
                <a:gd name="T4" fmla="*/ 45 w 90"/>
                <a:gd name="T5" fmla="*/ 0 h 128"/>
                <a:gd name="T6" fmla="*/ 28 w 90"/>
                <a:gd name="T7" fmla="*/ 4 h 128"/>
                <a:gd name="T8" fmla="*/ 13 w 90"/>
                <a:gd name="T9" fmla="*/ 14 h 128"/>
                <a:gd name="T10" fmla="*/ 0 w 90"/>
                <a:gd name="T11" fmla="*/ 49 h 128"/>
                <a:gd name="T12" fmla="*/ 17 w 90"/>
                <a:gd name="T13" fmla="*/ 94 h 128"/>
                <a:gd name="T14" fmla="*/ 40 w 90"/>
                <a:gd name="T15" fmla="*/ 126 h 128"/>
                <a:gd name="T16" fmla="*/ 45 w 90"/>
                <a:gd name="T17" fmla="*/ 128 h 128"/>
                <a:gd name="T18" fmla="*/ 45 w 90"/>
                <a:gd name="T19" fmla="*/ 128 h 128"/>
                <a:gd name="T20" fmla="*/ 50 w 90"/>
                <a:gd name="T21" fmla="*/ 126 h 128"/>
                <a:gd name="T22" fmla="*/ 73 w 90"/>
                <a:gd name="T23" fmla="*/ 94 h 128"/>
                <a:gd name="T24" fmla="*/ 90 w 90"/>
                <a:gd name="T25" fmla="*/ 49 h 128"/>
                <a:gd name="T26" fmla="*/ 77 w 90"/>
                <a:gd name="T27" fmla="*/ 14 h 128"/>
                <a:gd name="T28" fmla="*/ 69 w 90"/>
                <a:gd name="T29" fmla="*/ 92 h 128"/>
                <a:gd name="T30" fmla="*/ 46 w 90"/>
                <a:gd name="T31" fmla="*/ 123 h 128"/>
                <a:gd name="T32" fmla="*/ 45 w 90"/>
                <a:gd name="T33" fmla="*/ 124 h 128"/>
                <a:gd name="T34" fmla="*/ 44 w 90"/>
                <a:gd name="T35" fmla="*/ 123 h 128"/>
                <a:gd name="T36" fmla="*/ 21 w 90"/>
                <a:gd name="T37" fmla="*/ 92 h 128"/>
                <a:gd name="T38" fmla="*/ 10 w 90"/>
                <a:gd name="T39" fmla="*/ 70 h 128"/>
                <a:gd name="T40" fmla="*/ 5 w 90"/>
                <a:gd name="T41" fmla="*/ 49 h 128"/>
                <a:gd name="T42" fmla="*/ 45 w 90"/>
                <a:gd name="T43" fmla="*/ 5 h 128"/>
                <a:gd name="T44" fmla="*/ 85 w 90"/>
                <a:gd name="T45" fmla="*/ 49 h 128"/>
                <a:gd name="T46" fmla="*/ 80 w 90"/>
                <a:gd name="T47" fmla="*/ 70 h 128"/>
                <a:gd name="T48" fmla="*/ 69 w 90"/>
                <a:gd name="T49" fmla="*/ 9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0" h="128">
                  <a:moveTo>
                    <a:pt x="77" y="14"/>
                  </a:moveTo>
                  <a:cubicBezTo>
                    <a:pt x="73" y="10"/>
                    <a:pt x="68" y="6"/>
                    <a:pt x="62" y="4"/>
                  </a:cubicBezTo>
                  <a:cubicBezTo>
                    <a:pt x="57" y="1"/>
                    <a:pt x="51" y="0"/>
                    <a:pt x="45" y="0"/>
                  </a:cubicBezTo>
                  <a:cubicBezTo>
                    <a:pt x="39" y="0"/>
                    <a:pt x="33" y="1"/>
                    <a:pt x="28" y="4"/>
                  </a:cubicBezTo>
                  <a:cubicBezTo>
                    <a:pt x="22" y="6"/>
                    <a:pt x="17" y="10"/>
                    <a:pt x="13" y="14"/>
                  </a:cubicBezTo>
                  <a:cubicBezTo>
                    <a:pt x="5" y="24"/>
                    <a:pt x="0" y="36"/>
                    <a:pt x="0" y="49"/>
                  </a:cubicBezTo>
                  <a:cubicBezTo>
                    <a:pt x="0" y="61"/>
                    <a:pt x="6" y="76"/>
                    <a:pt x="17" y="94"/>
                  </a:cubicBezTo>
                  <a:cubicBezTo>
                    <a:pt x="26" y="108"/>
                    <a:pt x="35" y="120"/>
                    <a:pt x="40" y="126"/>
                  </a:cubicBezTo>
                  <a:cubicBezTo>
                    <a:pt x="42" y="127"/>
                    <a:pt x="43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7" y="128"/>
                    <a:pt x="48" y="127"/>
                    <a:pt x="50" y="126"/>
                  </a:cubicBezTo>
                  <a:cubicBezTo>
                    <a:pt x="55" y="120"/>
                    <a:pt x="64" y="108"/>
                    <a:pt x="73" y="94"/>
                  </a:cubicBezTo>
                  <a:cubicBezTo>
                    <a:pt x="84" y="76"/>
                    <a:pt x="90" y="61"/>
                    <a:pt x="90" y="49"/>
                  </a:cubicBezTo>
                  <a:cubicBezTo>
                    <a:pt x="90" y="36"/>
                    <a:pt x="85" y="24"/>
                    <a:pt x="77" y="14"/>
                  </a:cubicBezTo>
                  <a:close/>
                  <a:moveTo>
                    <a:pt x="69" y="92"/>
                  </a:moveTo>
                  <a:cubicBezTo>
                    <a:pt x="61" y="105"/>
                    <a:pt x="51" y="117"/>
                    <a:pt x="46" y="123"/>
                  </a:cubicBezTo>
                  <a:cubicBezTo>
                    <a:pt x="45" y="124"/>
                    <a:pt x="45" y="124"/>
                    <a:pt x="45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39" y="117"/>
                    <a:pt x="29" y="106"/>
                    <a:pt x="21" y="92"/>
                  </a:cubicBezTo>
                  <a:cubicBezTo>
                    <a:pt x="16" y="84"/>
                    <a:pt x="12" y="77"/>
                    <a:pt x="10" y="70"/>
                  </a:cubicBezTo>
                  <a:cubicBezTo>
                    <a:pt x="6" y="62"/>
                    <a:pt x="5" y="55"/>
                    <a:pt x="5" y="49"/>
                  </a:cubicBezTo>
                  <a:cubicBezTo>
                    <a:pt x="5" y="24"/>
                    <a:pt x="23" y="5"/>
                    <a:pt x="45" y="5"/>
                  </a:cubicBezTo>
                  <a:cubicBezTo>
                    <a:pt x="67" y="5"/>
                    <a:pt x="85" y="24"/>
                    <a:pt x="85" y="49"/>
                  </a:cubicBezTo>
                  <a:cubicBezTo>
                    <a:pt x="85" y="55"/>
                    <a:pt x="84" y="62"/>
                    <a:pt x="80" y="70"/>
                  </a:cubicBezTo>
                  <a:cubicBezTo>
                    <a:pt x="78" y="77"/>
                    <a:pt x="74" y="84"/>
                    <a:pt x="69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239"/>
            <p:cNvSpPr>
              <a:spLocks noEditPoints="1"/>
            </p:cNvSpPr>
            <p:nvPr/>
          </p:nvSpPr>
          <p:spPr bwMode="auto">
            <a:xfrm>
              <a:off x="728663" y="406400"/>
              <a:ext cx="158750" cy="158750"/>
            </a:xfrm>
            <a:custGeom>
              <a:avLst/>
              <a:gdLst>
                <a:gd name="T0" fmla="*/ 21 w 42"/>
                <a:gd name="T1" fmla="*/ 0 h 42"/>
                <a:gd name="T2" fmla="*/ 0 w 42"/>
                <a:gd name="T3" fmla="*/ 21 h 42"/>
                <a:gd name="T4" fmla="*/ 21 w 42"/>
                <a:gd name="T5" fmla="*/ 42 h 42"/>
                <a:gd name="T6" fmla="*/ 42 w 42"/>
                <a:gd name="T7" fmla="*/ 21 h 42"/>
                <a:gd name="T8" fmla="*/ 21 w 42"/>
                <a:gd name="T9" fmla="*/ 0 h 42"/>
                <a:gd name="T10" fmla="*/ 21 w 42"/>
                <a:gd name="T11" fmla="*/ 37 h 42"/>
                <a:gd name="T12" fmla="*/ 5 w 42"/>
                <a:gd name="T13" fmla="*/ 21 h 42"/>
                <a:gd name="T14" fmla="*/ 21 w 42"/>
                <a:gd name="T15" fmla="*/ 5 h 42"/>
                <a:gd name="T16" fmla="*/ 37 w 42"/>
                <a:gd name="T17" fmla="*/ 21 h 42"/>
                <a:gd name="T18" fmla="*/ 21 w 42"/>
                <a:gd name="T19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2">
                  <a:moveTo>
                    <a:pt x="21" y="0"/>
                  </a:moveTo>
                  <a:cubicBezTo>
                    <a:pt x="10" y="0"/>
                    <a:pt x="0" y="10"/>
                    <a:pt x="0" y="21"/>
                  </a:cubicBezTo>
                  <a:cubicBezTo>
                    <a:pt x="0" y="33"/>
                    <a:pt x="10" y="42"/>
                    <a:pt x="21" y="42"/>
                  </a:cubicBezTo>
                  <a:cubicBezTo>
                    <a:pt x="32" y="42"/>
                    <a:pt x="42" y="33"/>
                    <a:pt x="42" y="21"/>
                  </a:cubicBezTo>
                  <a:cubicBezTo>
                    <a:pt x="42" y="10"/>
                    <a:pt x="32" y="0"/>
                    <a:pt x="21" y="0"/>
                  </a:cubicBezTo>
                  <a:close/>
                  <a:moveTo>
                    <a:pt x="21" y="37"/>
                  </a:moveTo>
                  <a:cubicBezTo>
                    <a:pt x="12" y="37"/>
                    <a:pt x="5" y="30"/>
                    <a:pt x="5" y="21"/>
                  </a:cubicBezTo>
                  <a:cubicBezTo>
                    <a:pt x="5" y="12"/>
                    <a:pt x="12" y="5"/>
                    <a:pt x="21" y="5"/>
                  </a:cubicBezTo>
                  <a:cubicBezTo>
                    <a:pt x="30" y="5"/>
                    <a:pt x="37" y="12"/>
                    <a:pt x="37" y="21"/>
                  </a:cubicBezTo>
                  <a:cubicBezTo>
                    <a:pt x="37" y="30"/>
                    <a:pt x="30" y="37"/>
                    <a:pt x="21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139488" y="6073776"/>
            <a:ext cx="481013" cy="481013"/>
            <a:chOff x="11139488" y="6073776"/>
            <a:chExt cx="481013" cy="481013"/>
          </a:xfrm>
          <a:solidFill>
            <a:schemeClr val="accent1"/>
          </a:solidFill>
        </p:grpSpPr>
        <p:sp>
          <p:nvSpPr>
            <p:cNvPr id="5" name="Freeform 5"/>
            <p:cNvSpPr>
              <a:spLocks noEditPoints="1"/>
            </p:cNvSpPr>
            <p:nvPr/>
          </p:nvSpPr>
          <p:spPr bwMode="auto">
            <a:xfrm>
              <a:off x="11139488" y="6073776"/>
              <a:ext cx="481013" cy="481013"/>
            </a:xfrm>
            <a:custGeom>
              <a:avLst/>
              <a:gdLst>
                <a:gd name="T0" fmla="*/ 101 w 128"/>
                <a:gd name="T1" fmla="*/ 65 h 128"/>
                <a:gd name="T2" fmla="*/ 128 w 128"/>
                <a:gd name="T3" fmla="*/ 17 h 128"/>
                <a:gd name="T4" fmla="*/ 107 w 128"/>
                <a:gd name="T5" fmla="*/ 14 h 128"/>
                <a:gd name="T6" fmla="*/ 105 w 128"/>
                <a:gd name="T7" fmla="*/ 0 h 128"/>
                <a:gd name="T8" fmla="*/ 21 w 128"/>
                <a:gd name="T9" fmla="*/ 2 h 128"/>
                <a:gd name="T10" fmla="*/ 2 w 128"/>
                <a:gd name="T11" fmla="*/ 14 h 128"/>
                <a:gd name="T12" fmla="*/ 27 w 128"/>
                <a:gd name="T13" fmla="*/ 65 h 128"/>
                <a:gd name="T14" fmla="*/ 53 w 128"/>
                <a:gd name="T15" fmla="*/ 84 h 128"/>
                <a:gd name="T16" fmla="*/ 54 w 128"/>
                <a:gd name="T17" fmla="*/ 108 h 128"/>
                <a:gd name="T18" fmla="*/ 32 w 128"/>
                <a:gd name="T19" fmla="*/ 114 h 128"/>
                <a:gd name="T20" fmla="*/ 27 w 128"/>
                <a:gd name="T21" fmla="*/ 123 h 128"/>
                <a:gd name="T22" fmla="*/ 27 w 128"/>
                <a:gd name="T23" fmla="*/ 128 h 128"/>
                <a:gd name="T24" fmla="*/ 103 w 128"/>
                <a:gd name="T25" fmla="*/ 125 h 128"/>
                <a:gd name="T26" fmla="*/ 96 w 128"/>
                <a:gd name="T27" fmla="*/ 123 h 128"/>
                <a:gd name="T28" fmla="*/ 90 w 128"/>
                <a:gd name="T29" fmla="*/ 108 h 128"/>
                <a:gd name="T30" fmla="*/ 74 w 128"/>
                <a:gd name="T31" fmla="*/ 85 h 128"/>
                <a:gd name="T32" fmla="*/ 106 w 128"/>
                <a:gd name="T33" fmla="*/ 51 h 128"/>
                <a:gd name="T34" fmla="*/ 107 w 128"/>
                <a:gd name="T35" fmla="*/ 19 h 128"/>
                <a:gd name="T36" fmla="*/ 123 w 128"/>
                <a:gd name="T37" fmla="*/ 21 h 128"/>
                <a:gd name="T38" fmla="*/ 109 w 128"/>
                <a:gd name="T39" fmla="*/ 52 h 128"/>
                <a:gd name="T40" fmla="*/ 106 w 128"/>
                <a:gd name="T41" fmla="*/ 51 h 128"/>
                <a:gd name="T42" fmla="*/ 9 w 128"/>
                <a:gd name="T43" fmla="*/ 36 h 128"/>
                <a:gd name="T44" fmla="*/ 5 w 128"/>
                <a:gd name="T45" fmla="*/ 19 h 128"/>
                <a:gd name="T46" fmla="*/ 21 w 128"/>
                <a:gd name="T47" fmla="*/ 43 h 128"/>
                <a:gd name="T48" fmla="*/ 23 w 128"/>
                <a:gd name="T49" fmla="*/ 56 h 128"/>
                <a:gd name="T50" fmla="*/ 91 w 128"/>
                <a:gd name="T51" fmla="*/ 113 h 128"/>
                <a:gd name="T52" fmla="*/ 37 w 128"/>
                <a:gd name="T53" fmla="*/ 123 h 128"/>
                <a:gd name="T54" fmla="*/ 91 w 128"/>
                <a:gd name="T55" fmla="*/ 113 h 128"/>
                <a:gd name="T56" fmla="*/ 59 w 128"/>
                <a:gd name="T57" fmla="*/ 85 h 128"/>
                <a:gd name="T58" fmla="*/ 68 w 128"/>
                <a:gd name="T59" fmla="*/ 86 h 128"/>
                <a:gd name="T60" fmla="*/ 69 w 128"/>
                <a:gd name="T61" fmla="*/ 108 h 128"/>
                <a:gd name="T62" fmla="*/ 64 w 128"/>
                <a:gd name="T63" fmla="*/ 81 h 128"/>
                <a:gd name="T64" fmla="*/ 37 w 128"/>
                <a:gd name="T65" fmla="*/ 70 h 128"/>
                <a:gd name="T66" fmla="*/ 25 w 128"/>
                <a:gd name="T67" fmla="*/ 43 h 128"/>
                <a:gd name="T68" fmla="*/ 103 w 128"/>
                <a:gd name="T69" fmla="*/ 4 h 128"/>
                <a:gd name="T70" fmla="*/ 100 w 128"/>
                <a:gd name="T71" fmla="*/ 58 h 128"/>
                <a:gd name="T72" fmla="*/ 79 w 128"/>
                <a:gd name="T73" fmla="*/ 7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128">
                  <a:moveTo>
                    <a:pt x="75" y="84"/>
                  </a:moveTo>
                  <a:cubicBezTo>
                    <a:pt x="86" y="82"/>
                    <a:pt x="95" y="75"/>
                    <a:pt x="101" y="65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117" y="54"/>
                    <a:pt x="127" y="36"/>
                    <a:pt x="128" y="17"/>
                  </a:cubicBezTo>
                  <a:cubicBezTo>
                    <a:pt x="128" y="15"/>
                    <a:pt x="127" y="14"/>
                    <a:pt x="126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7" y="1"/>
                    <a:pt x="106" y="0"/>
                    <a:pt x="1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0"/>
                    <a:pt x="21" y="1"/>
                    <a:pt x="21" y="2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4"/>
                    <a:pt x="0" y="15"/>
                    <a:pt x="0" y="17"/>
                  </a:cubicBezTo>
                  <a:cubicBezTo>
                    <a:pt x="1" y="36"/>
                    <a:pt x="11" y="54"/>
                    <a:pt x="27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33" y="75"/>
                    <a:pt x="42" y="82"/>
                    <a:pt x="53" y="84"/>
                  </a:cubicBezTo>
                  <a:cubicBezTo>
                    <a:pt x="54" y="85"/>
                    <a:pt x="54" y="85"/>
                    <a:pt x="54" y="85"/>
                  </a:cubicBezTo>
                  <a:cubicBezTo>
                    <a:pt x="54" y="108"/>
                    <a:pt x="54" y="108"/>
                    <a:pt x="54" y="108"/>
                  </a:cubicBezTo>
                  <a:cubicBezTo>
                    <a:pt x="38" y="108"/>
                    <a:pt x="38" y="108"/>
                    <a:pt x="38" y="108"/>
                  </a:cubicBezTo>
                  <a:cubicBezTo>
                    <a:pt x="35" y="108"/>
                    <a:pt x="32" y="111"/>
                    <a:pt x="32" y="114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27" y="123"/>
                    <a:pt x="27" y="123"/>
                    <a:pt x="27" y="123"/>
                  </a:cubicBezTo>
                  <a:cubicBezTo>
                    <a:pt x="26" y="123"/>
                    <a:pt x="25" y="124"/>
                    <a:pt x="25" y="125"/>
                  </a:cubicBezTo>
                  <a:cubicBezTo>
                    <a:pt x="25" y="127"/>
                    <a:pt x="26" y="128"/>
                    <a:pt x="27" y="128"/>
                  </a:cubicBezTo>
                  <a:cubicBezTo>
                    <a:pt x="101" y="128"/>
                    <a:pt x="101" y="128"/>
                    <a:pt x="101" y="128"/>
                  </a:cubicBezTo>
                  <a:cubicBezTo>
                    <a:pt x="102" y="128"/>
                    <a:pt x="103" y="127"/>
                    <a:pt x="103" y="125"/>
                  </a:cubicBezTo>
                  <a:cubicBezTo>
                    <a:pt x="103" y="124"/>
                    <a:pt x="102" y="123"/>
                    <a:pt x="101" y="123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6" y="111"/>
                    <a:pt x="93" y="108"/>
                    <a:pt x="90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85"/>
                    <a:pt x="74" y="85"/>
                    <a:pt x="74" y="85"/>
                  </a:cubicBezTo>
                  <a:lnTo>
                    <a:pt x="75" y="84"/>
                  </a:lnTo>
                  <a:close/>
                  <a:moveTo>
                    <a:pt x="106" y="51"/>
                  </a:moveTo>
                  <a:cubicBezTo>
                    <a:pt x="107" y="48"/>
                    <a:pt x="107" y="45"/>
                    <a:pt x="107" y="43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23" y="19"/>
                    <a:pt x="123" y="19"/>
                    <a:pt x="123" y="19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2" y="26"/>
                    <a:pt x="121" y="31"/>
                    <a:pt x="119" y="36"/>
                  </a:cubicBezTo>
                  <a:cubicBezTo>
                    <a:pt x="116" y="42"/>
                    <a:pt x="113" y="47"/>
                    <a:pt x="109" y="52"/>
                  </a:cubicBezTo>
                  <a:cubicBezTo>
                    <a:pt x="105" y="56"/>
                    <a:pt x="105" y="56"/>
                    <a:pt x="105" y="56"/>
                  </a:cubicBezTo>
                  <a:lnTo>
                    <a:pt x="106" y="51"/>
                  </a:lnTo>
                  <a:close/>
                  <a:moveTo>
                    <a:pt x="19" y="52"/>
                  </a:moveTo>
                  <a:cubicBezTo>
                    <a:pt x="15" y="47"/>
                    <a:pt x="12" y="42"/>
                    <a:pt x="9" y="36"/>
                  </a:cubicBezTo>
                  <a:cubicBezTo>
                    <a:pt x="7" y="31"/>
                    <a:pt x="6" y="26"/>
                    <a:pt x="5" y="21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5"/>
                    <a:pt x="21" y="48"/>
                    <a:pt x="22" y="51"/>
                  </a:cubicBezTo>
                  <a:cubicBezTo>
                    <a:pt x="23" y="56"/>
                    <a:pt x="23" y="56"/>
                    <a:pt x="23" y="56"/>
                  </a:cubicBezTo>
                  <a:lnTo>
                    <a:pt x="19" y="52"/>
                  </a:lnTo>
                  <a:close/>
                  <a:moveTo>
                    <a:pt x="91" y="113"/>
                  </a:moveTo>
                  <a:cubicBezTo>
                    <a:pt x="91" y="123"/>
                    <a:pt x="91" y="123"/>
                    <a:pt x="91" y="123"/>
                  </a:cubicBezTo>
                  <a:cubicBezTo>
                    <a:pt x="37" y="123"/>
                    <a:pt x="37" y="123"/>
                    <a:pt x="37" y="123"/>
                  </a:cubicBezTo>
                  <a:cubicBezTo>
                    <a:pt x="37" y="113"/>
                    <a:pt x="37" y="113"/>
                    <a:pt x="37" y="113"/>
                  </a:cubicBezTo>
                  <a:lnTo>
                    <a:pt x="91" y="113"/>
                  </a:lnTo>
                  <a:close/>
                  <a:moveTo>
                    <a:pt x="59" y="108"/>
                  </a:moveTo>
                  <a:cubicBezTo>
                    <a:pt x="59" y="85"/>
                    <a:pt x="59" y="85"/>
                    <a:pt x="59" y="85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3" y="86"/>
                    <a:pt x="65" y="86"/>
                    <a:pt x="68" y="86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69" y="108"/>
                    <a:pt x="69" y="108"/>
                    <a:pt x="69" y="108"/>
                  </a:cubicBezTo>
                  <a:lnTo>
                    <a:pt x="59" y="108"/>
                  </a:lnTo>
                  <a:close/>
                  <a:moveTo>
                    <a:pt x="64" y="81"/>
                  </a:moveTo>
                  <a:cubicBezTo>
                    <a:pt x="59" y="81"/>
                    <a:pt x="54" y="80"/>
                    <a:pt x="49" y="78"/>
                  </a:cubicBezTo>
                  <a:cubicBezTo>
                    <a:pt x="44" y="76"/>
                    <a:pt x="40" y="73"/>
                    <a:pt x="37" y="70"/>
                  </a:cubicBezTo>
                  <a:cubicBezTo>
                    <a:pt x="33" y="66"/>
                    <a:pt x="30" y="62"/>
                    <a:pt x="28" y="58"/>
                  </a:cubicBezTo>
                  <a:cubicBezTo>
                    <a:pt x="26" y="53"/>
                    <a:pt x="25" y="48"/>
                    <a:pt x="25" y="43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8"/>
                    <a:pt x="102" y="53"/>
                    <a:pt x="100" y="58"/>
                  </a:cubicBezTo>
                  <a:cubicBezTo>
                    <a:pt x="98" y="62"/>
                    <a:pt x="95" y="66"/>
                    <a:pt x="91" y="70"/>
                  </a:cubicBezTo>
                  <a:cubicBezTo>
                    <a:pt x="88" y="73"/>
                    <a:pt x="84" y="76"/>
                    <a:pt x="79" y="78"/>
                  </a:cubicBezTo>
                  <a:cubicBezTo>
                    <a:pt x="74" y="80"/>
                    <a:pt x="69" y="81"/>
                    <a:pt x="64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11304588" y="6153151"/>
              <a:ext cx="150813" cy="146050"/>
            </a:xfrm>
            <a:custGeom>
              <a:avLst/>
              <a:gdLst>
                <a:gd name="T0" fmla="*/ 39 w 40"/>
                <a:gd name="T1" fmla="*/ 17 h 39"/>
                <a:gd name="T2" fmla="*/ 40 w 40"/>
                <a:gd name="T3" fmla="*/ 15 h 39"/>
                <a:gd name="T4" fmla="*/ 38 w 40"/>
                <a:gd name="T5" fmla="*/ 13 h 39"/>
                <a:gd name="T6" fmla="*/ 27 w 40"/>
                <a:gd name="T7" fmla="*/ 12 h 39"/>
                <a:gd name="T8" fmla="*/ 22 w 40"/>
                <a:gd name="T9" fmla="*/ 2 h 39"/>
                <a:gd name="T10" fmla="*/ 18 w 40"/>
                <a:gd name="T11" fmla="*/ 2 h 39"/>
                <a:gd name="T12" fmla="*/ 13 w 40"/>
                <a:gd name="T13" fmla="*/ 12 h 39"/>
                <a:gd name="T14" fmla="*/ 2 w 40"/>
                <a:gd name="T15" fmla="*/ 13 h 39"/>
                <a:gd name="T16" fmla="*/ 0 w 40"/>
                <a:gd name="T17" fmla="*/ 15 h 39"/>
                <a:gd name="T18" fmla="*/ 1 w 40"/>
                <a:gd name="T19" fmla="*/ 17 h 39"/>
                <a:gd name="T20" fmla="*/ 9 w 40"/>
                <a:gd name="T21" fmla="*/ 25 h 39"/>
                <a:gd name="T22" fmla="*/ 7 w 40"/>
                <a:gd name="T23" fmla="*/ 36 h 39"/>
                <a:gd name="T24" fmla="*/ 10 w 40"/>
                <a:gd name="T25" fmla="*/ 38 h 39"/>
                <a:gd name="T26" fmla="*/ 20 w 40"/>
                <a:gd name="T27" fmla="*/ 33 h 39"/>
                <a:gd name="T28" fmla="*/ 30 w 40"/>
                <a:gd name="T29" fmla="*/ 38 h 39"/>
                <a:gd name="T30" fmla="*/ 33 w 40"/>
                <a:gd name="T31" fmla="*/ 36 h 39"/>
                <a:gd name="T32" fmla="*/ 31 w 40"/>
                <a:gd name="T33" fmla="*/ 25 h 39"/>
                <a:gd name="T34" fmla="*/ 39 w 40"/>
                <a:gd name="T35" fmla="*/ 17 h 39"/>
                <a:gd name="T36" fmla="*/ 26 w 40"/>
                <a:gd name="T37" fmla="*/ 23 h 39"/>
                <a:gd name="T38" fmla="*/ 28 w 40"/>
                <a:gd name="T39" fmla="*/ 32 h 39"/>
                <a:gd name="T40" fmla="*/ 20 w 40"/>
                <a:gd name="T41" fmla="*/ 28 h 39"/>
                <a:gd name="T42" fmla="*/ 12 w 40"/>
                <a:gd name="T43" fmla="*/ 32 h 39"/>
                <a:gd name="T44" fmla="*/ 14 w 40"/>
                <a:gd name="T45" fmla="*/ 23 h 39"/>
                <a:gd name="T46" fmla="*/ 7 w 40"/>
                <a:gd name="T47" fmla="*/ 17 h 39"/>
                <a:gd name="T48" fmla="*/ 16 w 40"/>
                <a:gd name="T49" fmla="*/ 16 h 39"/>
                <a:gd name="T50" fmla="*/ 20 w 40"/>
                <a:gd name="T51" fmla="*/ 8 h 39"/>
                <a:gd name="T52" fmla="*/ 24 w 40"/>
                <a:gd name="T53" fmla="*/ 16 h 39"/>
                <a:gd name="T54" fmla="*/ 33 w 40"/>
                <a:gd name="T55" fmla="*/ 17 h 39"/>
                <a:gd name="T56" fmla="*/ 26 w 40"/>
                <a:gd name="T57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0" h="39">
                  <a:moveTo>
                    <a:pt x="39" y="17"/>
                  </a:moveTo>
                  <a:cubicBezTo>
                    <a:pt x="40" y="17"/>
                    <a:pt x="40" y="16"/>
                    <a:pt x="40" y="15"/>
                  </a:cubicBezTo>
                  <a:cubicBezTo>
                    <a:pt x="40" y="14"/>
                    <a:pt x="39" y="13"/>
                    <a:pt x="38" y="13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0"/>
                    <a:pt x="19" y="0"/>
                    <a:pt x="18" y="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0" y="14"/>
                    <a:pt x="0" y="15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8"/>
                    <a:pt x="9" y="39"/>
                    <a:pt x="10" y="38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9"/>
                    <a:pt x="33" y="38"/>
                    <a:pt x="33" y="36"/>
                  </a:cubicBezTo>
                  <a:cubicBezTo>
                    <a:pt x="31" y="25"/>
                    <a:pt x="31" y="25"/>
                    <a:pt x="31" y="25"/>
                  </a:cubicBezTo>
                  <a:lnTo>
                    <a:pt x="39" y="17"/>
                  </a:lnTo>
                  <a:close/>
                  <a:moveTo>
                    <a:pt x="26" y="23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33" y="17"/>
                    <a:pt x="33" y="17"/>
                    <a:pt x="33" y="17"/>
                  </a:cubicBezTo>
                  <a:lnTo>
                    <a:pt x="2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10179050" y="6073776"/>
            <a:ext cx="481013" cy="481013"/>
          </a:xfrm>
          <a:custGeom>
            <a:avLst/>
            <a:gdLst>
              <a:gd name="T0" fmla="*/ 126 w 128"/>
              <a:gd name="T1" fmla="*/ 14 h 128"/>
              <a:gd name="T2" fmla="*/ 107 w 128"/>
              <a:gd name="T3" fmla="*/ 2 h 128"/>
              <a:gd name="T4" fmla="*/ 23 w 128"/>
              <a:gd name="T5" fmla="*/ 0 h 128"/>
              <a:gd name="T6" fmla="*/ 21 w 128"/>
              <a:gd name="T7" fmla="*/ 14 h 128"/>
              <a:gd name="T8" fmla="*/ 0 w 128"/>
              <a:gd name="T9" fmla="*/ 17 h 128"/>
              <a:gd name="T10" fmla="*/ 27 w 128"/>
              <a:gd name="T11" fmla="*/ 65 h 128"/>
              <a:gd name="T12" fmla="*/ 54 w 128"/>
              <a:gd name="T13" fmla="*/ 85 h 128"/>
              <a:gd name="T14" fmla="*/ 38 w 128"/>
              <a:gd name="T15" fmla="*/ 108 h 128"/>
              <a:gd name="T16" fmla="*/ 32 w 128"/>
              <a:gd name="T17" fmla="*/ 123 h 128"/>
              <a:gd name="T18" fmla="*/ 25 w 128"/>
              <a:gd name="T19" fmla="*/ 125 h 128"/>
              <a:gd name="T20" fmla="*/ 101 w 128"/>
              <a:gd name="T21" fmla="*/ 128 h 128"/>
              <a:gd name="T22" fmla="*/ 101 w 128"/>
              <a:gd name="T23" fmla="*/ 123 h 128"/>
              <a:gd name="T24" fmla="*/ 96 w 128"/>
              <a:gd name="T25" fmla="*/ 114 h 128"/>
              <a:gd name="T26" fmla="*/ 74 w 128"/>
              <a:gd name="T27" fmla="*/ 108 h 128"/>
              <a:gd name="T28" fmla="*/ 75 w 128"/>
              <a:gd name="T29" fmla="*/ 84 h 128"/>
              <a:gd name="T30" fmla="*/ 101 w 128"/>
              <a:gd name="T31" fmla="*/ 65 h 128"/>
              <a:gd name="T32" fmla="*/ 19 w 128"/>
              <a:gd name="T33" fmla="*/ 52 h 128"/>
              <a:gd name="T34" fmla="*/ 5 w 128"/>
              <a:gd name="T35" fmla="*/ 21 h 128"/>
              <a:gd name="T36" fmla="*/ 21 w 128"/>
              <a:gd name="T37" fmla="*/ 19 h 128"/>
              <a:gd name="T38" fmla="*/ 22 w 128"/>
              <a:gd name="T39" fmla="*/ 51 h 128"/>
              <a:gd name="T40" fmla="*/ 19 w 128"/>
              <a:gd name="T41" fmla="*/ 52 h 128"/>
              <a:gd name="T42" fmla="*/ 91 w 128"/>
              <a:gd name="T43" fmla="*/ 123 h 128"/>
              <a:gd name="T44" fmla="*/ 37 w 128"/>
              <a:gd name="T45" fmla="*/ 113 h 128"/>
              <a:gd name="T46" fmla="*/ 59 w 128"/>
              <a:gd name="T47" fmla="*/ 108 h 128"/>
              <a:gd name="T48" fmla="*/ 60 w 128"/>
              <a:gd name="T49" fmla="*/ 86 h 128"/>
              <a:gd name="T50" fmla="*/ 69 w 128"/>
              <a:gd name="T51" fmla="*/ 85 h 128"/>
              <a:gd name="T52" fmla="*/ 59 w 128"/>
              <a:gd name="T53" fmla="*/ 108 h 128"/>
              <a:gd name="T54" fmla="*/ 100 w 128"/>
              <a:gd name="T55" fmla="*/ 58 h 128"/>
              <a:gd name="T56" fmla="*/ 79 w 128"/>
              <a:gd name="T57" fmla="*/ 78 h 128"/>
              <a:gd name="T58" fmla="*/ 49 w 128"/>
              <a:gd name="T59" fmla="*/ 78 h 128"/>
              <a:gd name="T60" fmla="*/ 28 w 128"/>
              <a:gd name="T61" fmla="*/ 58 h 128"/>
              <a:gd name="T62" fmla="*/ 25 w 128"/>
              <a:gd name="T63" fmla="*/ 4 h 128"/>
              <a:gd name="T64" fmla="*/ 103 w 128"/>
              <a:gd name="T65" fmla="*/ 43 h 128"/>
              <a:gd name="T66" fmla="*/ 106 w 128"/>
              <a:gd name="T67" fmla="*/ 51 h 128"/>
              <a:gd name="T68" fmla="*/ 107 w 128"/>
              <a:gd name="T69" fmla="*/ 19 h 128"/>
              <a:gd name="T70" fmla="*/ 123 w 128"/>
              <a:gd name="T71" fmla="*/ 21 h 128"/>
              <a:gd name="T72" fmla="*/ 109 w 128"/>
              <a:gd name="T73" fmla="*/ 5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28">
                <a:moveTo>
                  <a:pt x="128" y="17"/>
                </a:moveTo>
                <a:cubicBezTo>
                  <a:pt x="128" y="15"/>
                  <a:pt x="127" y="14"/>
                  <a:pt x="126" y="14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1"/>
                  <a:pt x="106" y="0"/>
                  <a:pt x="105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2" y="0"/>
                  <a:pt x="21" y="1"/>
                  <a:pt x="21" y="2"/>
                </a:cubicBezTo>
                <a:cubicBezTo>
                  <a:pt x="21" y="14"/>
                  <a:pt x="21" y="14"/>
                  <a:pt x="21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1" y="14"/>
                  <a:pt x="0" y="15"/>
                  <a:pt x="0" y="17"/>
                </a:cubicBezTo>
                <a:cubicBezTo>
                  <a:pt x="1" y="36"/>
                  <a:pt x="11" y="54"/>
                  <a:pt x="27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33" y="75"/>
                  <a:pt x="42" y="82"/>
                  <a:pt x="53" y="84"/>
                </a:cubicBezTo>
                <a:cubicBezTo>
                  <a:pt x="54" y="85"/>
                  <a:pt x="54" y="85"/>
                  <a:pt x="54" y="85"/>
                </a:cubicBezTo>
                <a:cubicBezTo>
                  <a:pt x="54" y="108"/>
                  <a:pt x="54" y="108"/>
                  <a:pt x="54" y="108"/>
                </a:cubicBezTo>
                <a:cubicBezTo>
                  <a:pt x="38" y="108"/>
                  <a:pt x="38" y="108"/>
                  <a:pt x="38" y="108"/>
                </a:cubicBezTo>
                <a:cubicBezTo>
                  <a:pt x="35" y="108"/>
                  <a:pt x="32" y="111"/>
                  <a:pt x="32" y="114"/>
                </a:cubicBezTo>
                <a:cubicBezTo>
                  <a:pt x="32" y="123"/>
                  <a:pt x="32" y="123"/>
                  <a:pt x="32" y="123"/>
                </a:cubicBezTo>
                <a:cubicBezTo>
                  <a:pt x="27" y="123"/>
                  <a:pt x="27" y="123"/>
                  <a:pt x="27" y="123"/>
                </a:cubicBezTo>
                <a:cubicBezTo>
                  <a:pt x="26" y="123"/>
                  <a:pt x="25" y="124"/>
                  <a:pt x="25" y="125"/>
                </a:cubicBezTo>
                <a:cubicBezTo>
                  <a:pt x="25" y="127"/>
                  <a:pt x="26" y="128"/>
                  <a:pt x="27" y="128"/>
                </a:cubicBezTo>
                <a:cubicBezTo>
                  <a:pt x="101" y="128"/>
                  <a:pt x="101" y="128"/>
                  <a:pt x="101" y="128"/>
                </a:cubicBezTo>
                <a:cubicBezTo>
                  <a:pt x="102" y="128"/>
                  <a:pt x="103" y="127"/>
                  <a:pt x="103" y="125"/>
                </a:cubicBezTo>
                <a:cubicBezTo>
                  <a:pt x="103" y="124"/>
                  <a:pt x="102" y="123"/>
                  <a:pt x="101" y="123"/>
                </a:cubicBezTo>
                <a:cubicBezTo>
                  <a:pt x="96" y="123"/>
                  <a:pt x="96" y="123"/>
                  <a:pt x="96" y="123"/>
                </a:cubicBezTo>
                <a:cubicBezTo>
                  <a:pt x="96" y="114"/>
                  <a:pt x="96" y="114"/>
                  <a:pt x="96" y="114"/>
                </a:cubicBezTo>
                <a:cubicBezTo>
                  <a:pt x="96" y="111"/>
                  <a:pt x="93" y="108"/>
                  <a:pt x="90" y="108"/>
                </a:cubicBezTo>
                <a:cubicBezTo>
                  <a:pt x="74" y="108"/>
                  <a:pt x="74" y="108"/>
                  <a:pt x="74" y="108"/>
                </a:cubicBezTo>
                <a:cubicBezTo>
                  <a:pt x="74" y="85"/>
                  <a:pt x="74" y="85"/>
                  <a:pt x="74" y="85"/>
                </a:cubicBezTo>
                <a:cubicBezTo>
                  <a:pt x="75" y="84"/>
                  <a:pt x="75" y="84"/>
                  <a:pt x="75" y="84"/>
                </a:cubicBezTo>
                <a:cubicBezTo>
                  <a:pt x="86" y="82"/>
                  <a:pt x="95" y="75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17" y="54"/>
                  <a:pt x="127" y="36"/>
                  <a:pt x="128" y="17"/>
                </a:cubicBezTo>
                <a:close/>
                <a:moveTo>
                  <a:pt x="19" y="52"/>
                </a:moveTo>
                <a:cubicBezTo>
                  <a:pt x="15" y="47"/>
                  <a:pt x="12" y="42"/>
                  <a:pt x="9" y="36"/>
                </a:cubicBezTo>
                <a:cubicBezTo>
                  <a:pt x="7" y="31"/>
                  <a:pt x="6" y="26"/>
                  <a:pt x="5" y="21"/>
                </a:cubicBezTo>
                <a:cubicBezTo>
                  <a:pt x="5" y="19"/>
                  <a:pt x="5" y="19"/>
                  <a:pt x="5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5"/>
                  <a:pt x="21" y="48"/>
                  <a:pt x="22" y="51"/>
                </a:cubicBezTo>
                <a:cubicBezTo>
                  <a:pt x="23" y="56"/>
                  <a:pt x="23" y="56"/>
                  <a:pt x="23" y="56"/>
                </a:cubicBezTo>
                <a:lnTo>
                  <a:pt x="19" y="52"/>
                </a:lnTo>
                <a:close/>
                <a:moveTo>
                  <a:pt x="91" y="113"/>
                </a:moveTo>
                <a:cubicBezTo>
                  <a:pt x="91" y="123"/>
                  <a:pt x="91" y="123"/>
                  <a:pt x="91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7" y="113"/>
                  <a:pt x="37" y="113"/>
                  <a:pt x="37" y="113"/>
                </a:cubicBezTo>
                <a:lnTo>
                  <a:pt x="91" y="113"/>
                </a:lnTo>
                <a:close/>
                <a:moveTo>
                  <a:pt x="59" y="108"/>
                </a:moveTo>
                <a:cubicBezTo>
                  <a:pt x="59" y="85"/>
                  <a:pt x="59" y="85"/>
                  <a:pt x="59" y="85"/>
                </a:cubicBezTo>
                <a:cubicBezTo>
                  <a:pt x="60" y="86"/>
                  <a:pt x="60" y="86"/>
                  <a:pt x="60" y="86"/>
                </a:cubicBezTo>
                <a:cubicBezTo>
                  <a:pt x="63" y="86"/>
                  <a:pt x="65" y="86"/>
                  <a:pt x="68" y="86"/>
                </a:cubicBezTo>
                <a:cubicBezTo>
                  <a:pt x="69" y="85"/>
                  <a:pt x="69" y="85"/>
                  <a:pt x="69" y="85"/>
                </a:cubicBezTo>
                <a:cubicBezTo>
                  <a:pt x="69" y="108"/>
                  <a:pt x="69" y="108"/>
                  <a:pt x="69" y="108"/>
                </a:cubicBezTo>
                <a:lnTo>
                  <a:pt x="59" y="108"/>
                </a:lnTo>
                <a:close/>
                <a:moveTo>
                  <a:pt x="103" y="43"/>
                </a:moveTo>
                <a:cubicBezTo>
                  <a:pt x="103" y="48"/>
                  <a:pt x="102" y="53"/>
                  <a:pt x="100" y="58"/>
                </a:cubicBezTo>
                <a:cubicBezTo>
                  <a:pt x="98" y="62"/>
                  <a:pt x="95" y="66"/>
                  <a:pt x="91" y="70"/>
                </a:cubicBezTo>
                <a:cubicBezTo>
                  <a:pt x="88" y="73"/>
                  <a:pt x="84" y="76"/>
                  <a:pt x="79" y="78"/>
                </a:cubicBezTo>
                <a:cubicBezTo>
                  <a:pt x="74" y="80"/>
                  <a:pt x="69" y="81"/>
                  <a:pt x="64" y="81"/>
                </a:cubicBezTo>
                <a:cubicBezTo>
                  <a:pt x="59" y="81"/>
                  <a:pt x="54" y="80"/>
                  <a:pt x="49" y="78"/>
                </a:cubicBezTo>
                <a:cubicBezTo>
                  <a:pt x="44" y="76"/>
                  <a:pt x="40" y="73"/>
                  <a:pt x="37" y="70"/>
                </a:cubicBezTo>
                <a:cubicBezTo>
                  <a:pt x="33" y="66"/>
                  <a:pt x="30" y="62"/>
                  <a:pt x="28" y="58"/>
                </a:cubicBezTo>
                <a:cubicBezTo>
                  <a:pt x="26" y="53"/>
                  <a:pt x="25" y="48"/>
                  <a:pt x="25" y="43"/>
                </a:cubicBezTo>
                <a:cubicBezTo>
                  <a:pt x="25" y="4"/>
                  <a:pt x="25" y="4"/>
                  <a:pt x="25" y="4"/>
                </a:cubicBezTo>
                <a:cubicBezTo>
                  <a:pt x="103" y="4"/>
                  <a:pt x="103" y="4"/>
                  <a:pt x="103" y="4"/>
                </a:cubicBezTo>
                <a:lnTo>
                  <a:pt x="103" y="43"/>
                </a:lnTo>
                <a:close/>
                <a:moveTo>
                  <a:pt x="105" y="56"/>
                </a:moveTo>
                <a:cubicBezTo>
                  <a:pt x="106" y="51"/>
                  <a:pt x="106" y="51"/>
                  <a:pt x="106" y="51"/>
                </a:cubicBezTo>
                <a:cubicBezTo>
                  <a:pt x="107" y="48"/>
                  <a:pt x="107" y="45"/>
                  <a:pt x="107" y="43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23" y="19"/>
                  <a:pt x="123" y="19"/>
                  <a:pt x="123" y="19"/>
                </a:cubicBezTo>
                <a:cubicBezTo>
                  <a:pt x="123" y="21"/>
                  <a:pt x="123" y="21"/>
                  <a:pt x="123" y="21"/>
                </a:cubicBezTo>
                <a:cubicBezTo>
                  <a:pt x="122" y="26"/>
                  <a:pt x="121" y="31"/>
                  <a:pt x="119" y="36"/>
                </a:cubicBezTo>
                <a:cubicBezTo>
                  <a:pt x="116" y="42"/>
                  <a:pt x="113" y="47"/>
                  <a:pt x="109" y="52"/>
                </a:cubicBezTo>
                <a:lnTo>
                  <a:pt x="105" y="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217025" y="6138863"/>
            <a:ext cx="481013" cy="349250"/>
            <a:chOff x="9217025" y="6138863"/>
            <a:chExt cx="481013" cy="349250"/>
          </a:xfrm>
          <a:solidFill>
            <a:schemeClr val="accent1"/>
          </a:solidFill>
        </p:grpSpPr>
        <p:sp>
          <p:nvSpPr>
            <p:cNvPr id="8" name="Freeform 8"/>
            <p:cNvSpPr/>
            <p:nvPr/>
          </p:nvSpPr>
          <p:spPr bwMode="auto">
            <a:xfrm>
              <a:off x="9450388" y="6345238"/>
              <a:ext cx="15875" cy="74613"/>
            </a:xfrm>
            <a:custGeom>
              <a:avLst/>
              <a:gdLst>
                <a:gd name="T0" fmla="*/ 2 w 4"/>
                <a:gd name="T1" fmla="*/ 0 h 20"/>
                <a:gd name="T2" fmla="*/ 0 w 4"/>
                <a:gd name="T3" fmla="*/ 3 h 20"/>
                <a:gd name="T4" fmla="*/ 0 w 4"/>
                <a:gd name="T5" fmla="*/ 17 h 20"/>
                <a:gd name="T6" fmla="*/ 2 w 4"/>
                <a:gd name="T7" fmla="*/ 20 h 20"/>
                <a:gd name="T8" fmla="*/ 4 w 4"/>
                <a:gd name="T9" fmla="*/ 17 h 20"/>
                <a:gd name="T10" fmla="*/ 4 w 4"/>
                <a:gd name="T11" fmla="*/ 3 h 20"/>
                <a:gd name="T12" fmla="*/ 2 w 4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0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3" y="20"/>
                    <a:pt x="4" y="19"/>
                    <a:pt x="4" y="1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9217025" y="6138863"/>
              <a:ext cx="481013" cy="349250"/>
            </a:xfrm>
            <a:custGeom>
              <a:avLst/>
              <a:gdLst>
                <a:gd name="T0" fmla="*/ 126 w 128"/>
                <a:gd name="T1" fmla="*/ 0 h 93"/>
                <a:gd name="T2" fmla="*/ 2 w 128"/>
                <a:gd name="T3" fmla="*/ 0 h 93"/>
                <a:gd name="T4" fmla="*/ 0 w 128"/>
                <a:gd name="T5" fmla="*/ 3 h 93"/>
                <a:gd name="T6" fmla="*/ 0 w 128"/>
                <a:gd name="T7" fmla="*/ 29 h 93"/>
                <a:gd name="T8" fmla="*/ 1 w 128"/>
                <a:gd name="T9" fmla="*/ 30 h 93"/>
                <a:gd name="T10" fmla="*/ 36 w 128"/>
                <a:gd name="T11" fmla="*/ 66 h 93"/>
                <a:gd name="T12" fmla="*/ 36 w 128"/>
                <a:gd name="T13" fmla="*/ 67 h 93"/>
                <a:gd name="T14" fmla="*/ 64 w 128"/>
                <a:gd name="T15" fmla="*/ 93 h 93"/>
                <a:gd name="T16" fmla="*/ 92 w 128"/>
                <a:gd name="T17" fmla="*/ 67 h 93"/>
                <a:gd name="T18" fmla="*/ 92 w 128"/>
                <a:gd name="T19" fmla="*/ 66 h 93"/>
                <a:gd name="T20" fmla="*/ 92 w 128"/>
                <a:gd name="T21" fmla="*/ 66 h 93"/>
                <a:gd name="T22" fmla="*/ 127 w 128"/>
                <a:gd name="T23" fmla="*/ 30 h 93"/>
                <a:gd name="T24" fmla="*/ 128 w 128"/>
                <a:gd name="T25" fmla="*/ 29 h 93"/>
                <a:gd name="T26" fmla="*/ 128 w 128"/>
                <a:gd name="T27" fmla="*/ 3 h 93"/>
                <a:gd name="T28" fmla="*/ 126 w 128"/>
                <a:gd name="T29" fmla="*/ 0 h 93"/>
                <a:gd name="T30" fmla="*/ 115 w 128"/>
                <a:gd name="T31" fmla="*/ 5 h 93"/>
                <a:gd name="T32" fmla="*/ 97 w 128"/>
                <a:gd name="T33" fmla="*/ 23 h 93"/>
                <a:gd name="T34" fmla="*/ 31 w 128"/>
                <a:gd name="T35" fmla="*/ 23 h 93"/>
                <a:gd name="T36" fmla="*/ 13 w 128"/>
                <a:gd name="T37" fmla="*/ 5 h 93"/>
                <a:gd name="T38" fmla="*/ 115 w 128"/>
                <a:gd name="T39" fmla="*/ 5 h 93"/>
                <a:gd name="T40" fmla="*/ 93 w 128"/>
                <a:gd name="T41" fmla="*/ 27 h 93"/>
                <a:gd name="T42" fmla="*/ 79 w 128"/>
                <a:gd name="T43" fmla="*/ 41 h 93"/>
                <a:gd name="T44" fmla="*/ 78 w 128"/>
                <a:gd name="T45" fmla="*/ 41 h 93"/>
                <a:gd name="T46" fmla="*/ 50 w 128"/>
                <a:gd name="T47" fmla="*/ 41 h 93"/>
                <a:gd name="T48" fmla="*/ 49 w 128"/>
                <a:gd name="T49" fmla="*/ 41 h 93"/>
                <a:gd name="T50" fmla="*/ 35 w 128"/>
                <a:gd name="T51" fmla="*/ 27 h 93"/>
                <a:gd name="T52" fmla="*/ 93 w 128"/>
                <a:gd name="T53" fmla="*/ 27 h 93"/>
                <a:gd name="T54" fmla="*/ 37 w 128"/>
                <a:gd name="T55" fmla="*/ 60 h 93"/>
                <a:gd name="T56" fmla="*/ 5 w 128"/>
                <a:gd name="T57" fmla="*/ 28 h 93"/>
                <a:gd name="T58" fmla="*/ 5 w 128"/>
                <a:gd name="T59" fmla="*/ 3 h 93"/>
                <a:gd name="T60" fmla="*/ 46 w 128"/>
                <a:gd name="T61" fmla="*/ 44 h 93"/>
                <a:gd name="T62" fmla="*/ 45 w 128"/>
                <a:gd name="T63" fmla="*/ 45 h 93"/>
                <a:gd name="T64" fmla="*/ 37 w 128"/>
                <a:gd name="T65" fmla="*/ 58 h 93"/>
                <a:gd name="T66" fmla="*/ 37 w 128"/>
                <a:gd name="T67" fmla="*/ 60 h 93"/>
                <a:gd name="T68" fmla="*/ 80 w 128"/>
                <a:gd name="T69" fmla="*/ 81 h 93"/>
                <a:gd name="T70" fmla="*/ 64 w 128"/>
                <a:gd name="T71" fmla="*/ 88 h 93"/>
                <a:gd name="T72" fmla="*/ 48 w 128"/>
                <a:gd name="T73" fmla="*/ 81 h 93"/>
                <a:gd name="T74" fmla="*/ 41 w 128"/>
                <a:gd name="T75" fmla="*/ 65 h 93"/>
                <a:gd name="T76" fmla="*/ 48 w 128"/>
                <a:gd name="T77" fmla="*/ 49 h 93"/>
                <a:gd name="T78" fmla="*/ 64 w 128"/>
                <a:gd name="T79" fmla="*/ 42 h 93"/>
                <a:gd name="T80" fmla="*/ 80 w 128"/>
                <a:gd name="T81" fmla="*/ 49 h 93"/>
                <a:gd name="T82" fmla="*/ 87 w 128"/>
                <a:gd name="T83" fmla="*/ 65 h 93"/>
                <a:gd name="T84" fmla="*/ 80 w 128"/>
                <a:gd name="T85" fmla="*/ 81 h 93"/>
                <a:gd name="T86" fmla="*/ 123 w 128"/>
                <a:gd name="T87" fmla="*/ 28 h 93"/>
                <a:gd name="T88" fmla="*/ 91 w 128"/>
                <a:gd name="T89" fmla="*/ 60 h 93"/>
                <a:gd name="T90" fmla="*/ 91 w 128"/>
                <a:gd name="T91" fmla="*/ 58 h 93"/>
                <a:gd name="T92" fmla="*/ 83 w 128"/>
                <a:gd name="T93" fmla="*/ 45 h 93"/>
                <a:gd name="T94" fmla="*/ 82 w 128"/>
                <a:gd name="T95" fmla="*/ 44 h 93"/>
                <a:gd name="T96" fmla="*/ 123 w 128"/>
                <a:gd name="T97" fmla="*/ 3 h 93"/>
                <a:gd name="T98" fmla="*/ 123 w 128"/>
                <a:gd name="T99" fmla="*/ 28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8" h="93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30"/>
                    <a:pt x="1" y="30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7" y="81"/>
                    <a:pt x="49" y="93"/>
                    <a:pt x="64" y="93"/>
                  </a:cubicBezTo>
                  <a:cubicBezTo>
                    <a:pt x="79" y="93"/>
                    <a:pt x="91" y="81"/>
                    <a:pt x="92" y="67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8" y="30"/>
                    <a:pt x="128" y="29"/>
                    <a:pt x="128" y="29"/>
                  </a:cubicBezTo>
                  <a:cubicBezTo>
                    <a:pt x="128" y="3"/>
                    <a:pt x="128" y="3"/>
                    <a:pt x="128" y="3"/>
                  </a:cubicBezTo>
                  <a:cubicBezTo>
                    <a:pt x="128" y="1"/>
                    <a:pt x="127" y="0"/>
                    <a:pt x="126" y="0"/>
                  </a:cubicBezTo>
                  <a:close/>
                  <a:moveTo>
                    <a:pt x="115" y="5"/>
                  </a:moveTo>
                  <a:cubicBezTo>
                    <a:pt x="97" y="23"/>
                    <a:pt x="97" y="23"/>
                    <a:pt x="97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13" y="5"/>
                    <a:pt x="13" y="5"/>
                    <a:pt x="13" y="5"/>
                  </a:cubicBezTo>
                  <a:lnTo>
                    <a:pt x="115" y="5"/>
                  </a:lnTo>
                  <a:close/>
                  <a:moveTo>
                    <a:pt x="93" y="27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69" y="36"/>
                    <a:pt x="59" y="36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35" y="27"/>
                    <a:pt x="35" y="27"/>
                    <a:pt x="35" y="27"/>
                  </a:cubicBezTo>
                  <a:lnTo>
                    <a:pt x="93" y="27"/>
                  </a:lnTo>
                  <a:close/>
                  <a:moveTo>
                    <a:pt x="37" y="60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41" y="49"/>
                    <a:pt x="38" y="53"/>
                    <a:pt x="37" y="58"/>
                  </a:cubicBezTo>
                  <a:lnTo>
                    <a:pt x="37" y="60"/>
                  </a:lnTo>
                  <a:close/>
                  <a:moveTo>
                    <a:pt x="80" y="81"/>
                  </a:moveTo>
                  <a:cubicBezTo>
                    <a:pt x="76" y="86"/>
                    <a:pt x="70" y="88"/>
                    <a:pt x="64" y="88"/>
                  </a:cubicBezTo>
                  <a:cubicBezTo>
                    <a:pt x="58" y="88"/>
                    <a:pt x="52" y="86"/>
                    <a:pt x="48" y="81"/>
                  </a:cubicBezTo>
                  <a:cubicBezTo>
                    <a:pt x="43" y="77"/>
                    <a:pt x="41" y="71"/>
                    <a:pt x="41" y="65"/>
                  </a:cubicBezTo>
                  <a:cubicBezTo>
                    <a:pt x="41" y="59"/>
                    <a:pt x="43" y="53"/>
                    <a:pt x="48" y="49"/>
                  </a:cubicBezTo>
                  <a:cubicBezTo>
                    <a:pt x="52" y="44"/>
                    <a:pt x="58" y="42"/>
                    <a:pt x="64" y="42"/>
                  </a:cubicBezTo>
                  <a:cubicBezTo>
                    <a:pt x="70" y="42"/>
                    <a:pt x="76" y="44"/>
                    <a:pt x="80" y="49"/>
                  </a:cubicBezTo>
                  <a:cubicBezTo>
                    <a:pt x="85" y="53"/>
                    <a:pt x="87" y="59"/>
                    <a:pt x="87" y="65"/>
                  </a:cubicBezTo>
                  <a:cubicBezTo>
                    <a:pt x="87" y="71"/>
                    <a:pt x="85" y="77"/>
                    <a:pt x="80" y="81"/>
                  </a:cubicBezTo>
                  <a:close/>
                  <a:moveTo>
                    <a:pt x="123" y="28"/>
                  </a:moveTo>
                  <a:cubicBezTo>
                    <a:pt x="91" y="60"/>
                    <a:pt x="91" y="60"/>
                    <a:pt x="91" y="60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89" y="53"/>
                    <a:pt x="87" y="49"/>
                    <a:pt x="83" y="45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123" y="3"/>
                    <a:pt x="123" y="3"/>
                    <a:pt x="123" y="3"/>
                  </a:cubicBezTo>
                  <a:lnTo>
                    <a:pt x="123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Freeform 10"/>
          <p:cNvSpPr>
            <a:spLocks noEditPoints="1"/>
          </p:cNvSpPr>
          <p:nvPr/>
        </p:nvSpPr>
        <p:spPr bwMode="auto">
          <a:xfrm>
            <a:off x="8256588" y="6073776"/>
            <a:ext cx="481013" cy="481013"/>
          </a:xfrm>
          <a:custGeom>
            <a:avLst/>
            <a:gdLst>
              <a:gd name="T0" fmla="*/ 122 w 128"/>
              <a:gd name="T1" fmla="*/ 93 h 128"/>
              <a:gd name="T2" fmla="*/ 127 w 128"/>
              <a:gd name="T3" fmla="*/ 31 h 128"/>
              <a:gd name="T4" fmla="*/ 128 w 128"/>
              <a:gd name="T5" fmla="*/ 6 h 128"/>
              <a:gd name="T6" fmla="*/ 6 w 128"/>
              <a:gd name="T7" fmla="*/ 0 h 128"/>
              <a:gd name="T8" fmla="*/ 0 w 128"/>
              <a:gd name="T9" fmla="*/ 28 h 128"/>
              <a:gd name="T10" fmla="*/ 72 w 128"/>
              <a:gd name="T11" fmla="*/ 34 h 128"/>
              <a:gd name="T12" fmla="*/ 0 w 128"/>
              <a:gd name="T13" fmla="*/ 97 h 128"/>
              <a:gd name="T14" fmla="*/ 6 w 128"/>
              <a:gd name="T15" fmla="*/ 128 h 128"/>
              <a:gd name="T16" fmla="*/ 128 w 128"/>
              <a:gd name="T17" fmla="*/ 122 h 128"/>
              <a:gd name="T18" fmla="*/ 5 w 128"/>
              <a:gd name="T19" fmla="*/ 29 h 128"/>
              <a:gd name="T20" fmla="*/ 17 w 128"/>
              <a:gd name="T21" fmla="*/ 4 h 128"/>
              <a:gd name="T22" fmla="*/ 20 w 128"/>
              <a:gd name="T23" fmla="*/ 15 h 128"/>
              <a:gd name="T24" fmla="*/ 22 w 128"/>
              <a:gd name="T25" fmla="*/ 4 h 128"/>
              <a:gd name="T26" fmla="*/ 32 w 128"/>
              <a:gd name="T27" fmla="*/ 13 h 128"/>
              <a:gd name="T28" fmla="*/ 37 w 128"/>
              <a:gd name="T29" fmla="*/ 13 h 128"/>
              <a:gd name="T30" fmla="*/ 47 w 128"/>
              <a:gd name="T31" fmla="*/ 4 h 128"/>
              <a:gd name="T32" fmla="*/ 49 w 128"/>
              <a:gd name="T33" fmla="*/ 15 h 128"/>
              <a:gd name="T34" fmla="*/ 51 w 128"/>
              <a:gd name="T35" fmla="*/ 4 h 128"/>
              <a:gd name="T36" fmla="*/ 62 w 128"/>
              <a:gd name="T37" fmla="*/ 13 h 128"/>
              <a:gd name="T38" fmla="*/ 66 w 128"/>
              <a:gd name="T39" fmla="*/ 13 h 128"/>
              <a:gd name="T40" fmla="*/ 77 w 128"/>
              <a:gd name="T41" fmla="*/ 4 h 128"/>
              <a:gd name="T42" fmla="*/ 79 w 128"/>
              <a:gd name="T43" fmla="*/ 15 h 128"/>
              <a:gd name="T44" fmla="*/ 81 w 128"/>
              <a:gd name="T45" fmla="*/ 4 h 128"/>
              <a:gd name="T46" fmla="*/ 91 w 128"/>
              <a:gd name="T47" fmla="*/ 13 h 128"/>
              <a:gd name="T48" fmla="*/ 96 w 128"/>
              <a:gd name="T49" fmla="*/ 13 h 128"/>
              <a:gd name="T50" fmla="*/ 106 w 128"/>
              <a:gd name="T51" fmla="*/ 4 h 128"/>
              <a:gd name="T52" fmla="*/ 109 w 128"/>
              <a:gd name="T53" fmla="*/ 15 h 128"/>
              <a:gd name="T54" fmla="*/ 111 w 128"/>
              <a:gd name="T55" fmla="*/ 4 h 128"/>
              <a:gd name="T56" fmla="*/ 123 w 128"/>
              <a:gd name="T57" fmla="*/ 29 h 128"/>
              <a:gd name="T58" fmla="*/ 79 w 128"/>
              <a:gd name="T59" fmla="*/ 34 h 128"/>
              <a:gd name="T60" fmla="*/ 49 w 128"/>
              <a:gd name="T61" fmla="*/ 93 h 128"/>
              <a:gd name="T62" fmla="*/ 79 w 128"/>
              <a:gd name="T63" fmla="*/ 34 h 128"/>
              <a:gd name="T64" fmla="*/ 5 w 128"/>
              <a:gd name="T65" fmla="*/ 123 h 128"/>
              <a:gd name="T66" fmla="*/ 17 w 128"/>
              <a:gd name="T67" fmla="*/ 98 h 128"/>
              <a:gd name="T68" fmla="*/ 20 w 128"/>
              <a:gd name="T69" fmla="*/ 109 h 128"/>
              <a:gd name="T70" fmla="*/ 22 w 128"/>
              <a:gd name="T71" fmla="*/ 98 h 128"/>
              <a:gd name="T72" fmla="*/ 32 w 128"/>
              <a:gd name="T73" fmla="*/ 107 h 128"/>
              <a:gd name="T74" fmla="*/ 37 w 128"/>
              <a:gd name="T75" fmla="*/ 107 h 128"/>
              <a:gd name="T76" fmla="*/ 47 w 128"/>
              <a:gd name="T77" fmla="*/ 98 h 128"/>
              <a:gd name="T78" fmla="*/ 49 w 128"/>
              <a:gd name="T79" fmla="*/ 109 h 128"/>
              <a:gd name="T80" fmla="*/ 51 w 128"/>
              <a:gd name="T81" fmla="*/ 98 h 128"/>
              <a:gd name="T82" fmla="*/ 62 w 128"/>
              <a:gd name="T83" fmla="*/ 107 h 128"/>
              <a:gd name="T84" fmla="*/ 66 w 128"/>
              <a:gd name="T85" fmla="*/ 107 h 128"/>
              <a:gd name="T86" fmla="*/ 77 w 128"/>
              <a:gd name="T87" fmla="*/ 98 h 128"/>
              <a:gd name="T88" fmla="*/ 79 w 128"/>
              <a:gd name="T89" fmla="*/ 109 h 128"/>
              <a:gd name="T90" fmla="*/ 81 w 128"/>
              <a:gd name="T91" fmla="*/ 98 h 128"/>
              <a:gd name="T92" fmla="*/ 91 w 128"/>
              <a:gd name="T93" fmla="*/ 107 h 128"/>
              <a:gd name="T94" fmla="*/ 96 w 128"/>
              <a:gd name="T95" fmla="*/ 107 h 128"/>
              <a:gd name="T96" fmla="*/ 106 w 128"/>
              <a:gd name="T97" fmla="*/ 98 h 128"/>
              <a:gd name="T98" fmla="*/ 109 w 128"/>
              <a:gd name="T99" fmla="*/ 109 h 128"/>
              <a:gd name="T100" fmla="*/ 111 w 128"/>
              <a:gd name="T101" fmla="*/ 98 h 128"/>
              <a:gd name="T102" fmla="*/ 123 w 128"/>
              <a:gd name="T103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8" h="128">
                <a:moveTo>
                  <a:pt x="128" y="99"/>
                </a:moveTo>
                <a:cubicBezTo>
                  <a:pt x="128" y="96"/>
                  <a:pt x="125" y="93"/>
                  <a:pt x="122" y="93"/>
                </a:cubicBezTo>
                <a:cubicBezTo>
                  <a:pt x="56" y="93"/>
                  <a:pt x="56" y="93"/>
                  <a:pt x="56" y="93"/>
                </a:cubicBezTo>
                <a:cubicBezTo>
                  <a:pt x="127" y="31"/>
                  <a:pt x="127" y="31"/>
                  <a:pt x="127" y="31"/>
                </a:cubicBezTo>
                <a:cubicBezTo>
                  <a:pt x="128" y="31"/>
                  <a:pt x="128" y="30"/>
                  <a:pt x="128" y="30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2"/>
                  <a:pt x="125" y="0"/>
                  <a:pt x="122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1"/>
                  <a:pt x="3" y="34"/>
                  <a:pt x="6" y="34"/>
                </a:cubicBezTo>
                <a:cubicBezTo>
                  <a:pt x="72" y="34"/>
                  <a:pt x="72" y="34"/>
                  <a:pt x="72" y="34"/>
                </a:cubicBezTo>
                <a:cubicBezTo>
                  <a:pt x="1" y="96"/>
                  <a:pt x="1" y="96"/>
                  <a:pt x="1" y="96"/>
                </a:cubicBezTo>
                <a:cubicBezTo>
                  <a:pt x="0" y="96"/>
                  <a:pt x="0" y="97"/>
                  <a:pt x="0" y="97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5" y="128"/>
                  <a:pt x="128" y="125"/>
                  <a:pt x="128" y="122"/>
                </a:cubicBezTo>
                <a:lnTo>
                  <a:pt x="128" y="99"/>
                </a:lnTo>
                <a:close/>
                <a:moveTo>
                  <a:pt x="5" y="29"/>
                </a:moveTo>
                <a:cubicBezTo>
                  <a:pt x="5" y="4"/>
                  <a:pt x="5" y="4"/>
                  <a:pt x="5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4"/>
                  <a:pt x="18" y="15"/>
                  <a:pt x="20" y="15"/>
                </a:cubicBezTo>
                <a:cubicBezTo>
                  <a:pt x="21" y="15"/>
                  <a:pt x="22" y="14"/>
                  <a:pt x="22" y="13"/>
                </a:cubicBezTo>
                <a:cubicBezTo>
                  <a:pt x="22" y="4"/>
                  <a:pt x="22" y="4"/>
                  <a:pt x="2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32" y="13"/>
                  <a:pt x="32" y="13"/>
                  <a:pt x="32" y="13"/>
                </a:cubicBezTo>
                <a:cubicBezTo>
                  <a:pt x="32" y="14"/>
                  <a:pt x="33" y="15"/>
                  <a:pt x="34" y="15"/>
                </a:cubicBezTo>
                <a:cubicBezTo>
                  <a:pt x="36" y="15"/>
                  <a:pt x="37" y="14"/>
                  <a:pt x="37" y="13"/>
                </a:cubicBezTo>
                <a:cubicBezTo>
                  <a:pt x="37" y="4"/>
                  <a:pt x="37" y="4"/>
                  <a:pt x="37" y="4"/>
                </a:cubicBezTo>
                <a:cubicBezTo>
                  <a:pt x="47" y="4"/>
                  <a:pt x="47" y="4"/>
                  <a:pt x="47" y="4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4"/>
                  <a:pt x="48" y="15"/>
                  <a:pt x="49" y="15"/>
                </a:cubicBezTo>
                <a:cubicBezTo>
                  <a:pt x="50" y="15"/>
                  <a:pt x="51" y="14"/>
                  <a:pt x="51" y="13"/>
                </a:cubicBezTo>
                <a:cubicBezTo>
                  <a:pt x="51" y="4"/>
                  <a:pt x="51" y="4"/>
                  <a:pt x="51" y="4"/>
                </a:cubicBezTo>
                <a:cubicBezTo>
                  <a:pt x="62" y="4"/>
                  <a:pt x="62" y="4"/>
                  <a:pt x="62" y="4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4"/>
                  <a:pt x="63" y="15"/>
                  <a:pt x="64" y="15"/>
                </a:cubicBezTo>
                <a:cubicBezTo>
                  <a:pt x="65" y="15"/>
                  <a:pt x="66" y="14"/>
                  <a:pt x="66" y="13"/>
                </a:cubicBezTo>
                <a:cubicBezTo>
                  <a:pt x="66" y="4"/>
                  <a:pt x="66" y="4"/>
                  <a:pt x="66" y="4"/>
                </a:cubicBezTo>
                <a:cubicBezTo>
                  <a:pt x="77" y="4"/>
                  <a:pt x="77" y="4"/>
                  <a:pt x="77" y="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4"/>
                  <a:pt x="78" y="15"/>
                  <a:pt x="79" y="15"/>
                </a:cubicBezTo>
                <a:cubicBezTo>
                  <a:pt x="80" y="15"/>
                  <a:pt x="81" y="14"/>
                  <a:pt x="81" y="13"/>
                </a:cubicBezTo>
                <a:cubicBezTo>
                  <a:pt x="81" y="4"/>
                  <a:pt x="81" y="4"/>
                  <a:pt x="81" y="4"/>
                </a:cubicBezTo>
                <a:cubicBezTo>
                  <a:pt x="91" y="4"/>
                  <a:pt x="91" y="4"/>
                  <a:pt x="91" y="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14"/>
                  <a:pt x="92" y="15"/>
                  <a:pt x="94" y="15"/>
                </a:cubicBezTo>
                <a:cubicBezTo>
                  <a:pt x="95" y="15"/>
                  <a:pt x="96" y="14"/>
                  <a:pt x="96" y="13"/>
                </a:cubicBezTo>
                <a:cubicBezTo>
                  <a:pt x="96" y="4"/>
                  <a:pt x="96" y="4"/>
                  <a:pt x="96" y="4"/>
                </a:cubicBezTo>
                <a:cubicBezTo>
                  <a:pt x="106" y="4"/>
                  <a:pt x="106" y="4"/>
                  <a:pt x="106" y="4"/>
                </a:cubicBezTo>
                <a:cubicBezTo>
                  <a:pt x="106" y="13"/>
                  <a:pt x="106" y="13"/>
                  <a:pt x="106" y="13"/>
                </a:cubicBezTo>
                <a:cubicBezTo>
                  <a:pt x="106" y="14"/>
                  <a:pt x="107" y="15"/>
                  <a:pt x="109" y="15"/>
                </a:cubicBezTo>
                <a:cubicBezTo>
                  <a:pt x="110" y="15"/>
                  <a:pt x="111" y="14"/>
                  <a:pt x="111" y="13"/>
                </a:cubicBezTo>
                <a:cubicBezTo>
                  <a:pt x="111" y="4"/>
                  <a:pt x="111" y="4"/>
                  <a:pt x="111" y="4"/>
                </a:cubicBezTo>
                <a:cubicBezTo>
                  <a:pt x="123" y="4"/>
                  <a:pt x="123" y="4"/>
                  <a:pt x="123" y="4"/>
                </a:cubicBezTo>
                <a:cubicBezTo>
                  <a:pt x="123" y="29"/>
                  <a:pt x="123" y="29"/>
                  <a:pt x="123" y="29"/>
                </a:cubicBezTo>
                <a:lnTo>
                  <a:pt x="5" y="29"/>
                </a:lnTo>
                <a:close/>
                <a:moveTo>
                  <a:pt x="79" y="34"/>
                </a:moveTo>
                <a:cubicBezTo>
                  <a:pt x="117" y="34"/>
                  <a:pt x="117" y="34"/>
                  <a:pt x="117" y="34"/>
                </a:cubicBezTo>
                <a:cubicBezTo>
                  <a:pt x="49" y="93"/>
                  <a:pt x="49" y="93"/>
                  <a:pt x="49" y="93"/>
                </a:cubicBezTo>
                <a:cubicBezTo>
                  <a:pt x="10" y="93"/>
                  <a:pt x="10" y="93"/>
                  <a:pt x="10" y="93"/>
                </a:cubicBezTo>
                <a:lnTo>
                  <a:pt x="79" y="34"/>
                </a:lnTo>
                <a:close/>
                <a:moveTo>
                  <a:pt x="123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98"/>
                  <a:pt x="5" y="98"/>
                  <a:pt x="5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107"/>
                  <a:pt x="17" y="107"/>
                  <a:pt x="17" y="107"/>
                </a:cubicBezTo>
                <a:cubicBezTo>
                  <a:pt x="17" y="108"/>
                  <a:pt x="18" y="109"/>
                  <a:pt x="20" y="109"/>
                </a:cubicBezTo>
                <a:cubicBezTo>
                  <a:pt x="21" y="109"/>
                  <a:pt x="22" y="108"/>
                  <a:pt x="22" y="107"/>
                </a:cubicBezTo>
                <a:cubicBezTo>
                  <a:pt x="22" y="98"/>
                  <a:pt x="22" y="98"/>
                  <a:pt x="22" y="98"/>
                </a:cubicBezTo>
                <a:cubicBezTo>
                  <a:pt x="32" y="98"/>
                  <a:pt x="32" y="98"/>
                  <a:pt x="32" y="98"/>
                </a:cubicBezTo>
                <a:cubicBezTo>
                  <a:pt x="32" y="107"/>
                  <a:pt x="32" y="107"/>
                  <a:pt x="32" y="107"/>
                </a:cubicBezTo>
                <a:cubicBezTo>
                  <a:pt x="32" y="108"/>
                  <a:pt x="33" y="109"/>
                  <a:pt x="34" y="109"/>
                </a:cubicBezTo>
                <a:cubicBezTo>
                  <a:pt x="36" y="109"/>
                  <a:pt x="37" y="108"/>
                  <a:pt x="37" y="107"/>
                </a:cubicBezTo>
                <a:cubicBezTo>
                  <a:pt x="37" y="98"/>
                  <a:pt x="37" y="98"/>
                  <a:pt x="37" y="98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107"/>
                  <a:pt x="47" y="107"/>
                  <a:pt x="47" y="107"/>
                </a:cubicBezTo>
                <a:cubicBezTo>
                  <a:pt x="47" y="108"/>
                  <a:pt x="48" y="109"/>
                  <a:pt x="49" y="109"/>
                </a:cubicBezTo>
                <a:cubicBezTo>
                  <a:pt x="50" y="109"/>
                  <a:pt x="51" y="108"/>
                  <a:pt x="51" y="107"/>
                </a:cubicBezTo>
                <a:cubicBezTo>
                  <a:pt x="51" y="98"/>
                  <a:pt x="51" y="98"/>
                  <a:pt x="51" y="98"/>
                </a:cubicBezTo>
                <a:cubicBezTo>
                  <a:pt x="62" y="98"/>
                  <a:pt x="62" y="98"/>
                  <a:pt x="62" y="98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2" y="108"/>
                  <a:pt x="63" y="109"/>
                  <a:pt x="64" y="109"/>
                </a:cubicBezTo>
                <a:cubicBezTo>
                  <a:pt x="65" y="109"/>
                  <a:pt x="66" y="108"/>
                  <a:pt x="66" y="107"/>
                </a:cubicBezTo>
                <a:cubicBezTo>
                  <a:pt x="66" y="98"/>
                  <a:pt x="66" y="98"/>
                  <a:pt x="66" y="98"/>
                </a:cubicBezTo>
                <a:cubicBezTo>
                  <a:pt x="77" y="98"/>
                  <a:pt x="77" y="98"/>
                  <a:pt x="77" y="98"/>
                </a:cubicBezTo>
                <a:cubicBezTo>
                  <a:pt x="77" y="107"/>
                  <a:pt x="77" y="107"/>
                  <a:pt x="77" y="107"/>
                </a:cubicBezTo>
                <a:cubicBezTo>
                  <a:pt x="77" y="108"/>
                  <a:pt x="78" y="109"/>
                  <a:pt x="79" y="109"/>
                </a:cubicBezTo>
                <a:cubicBezTo>
                  <a:pt x="80" y="109"/>
                  <a:pt x="81" y="108"/>
                  <a:pt x="81" y="107"/>
                </a:cubicBezTo>
                <a:cubicBezTo>
                  <a:pt x="81" y="98"/>
                  <a:pt x="81" y="98"/>
                  <a:pt x="81" y="98"/>
                </a:cubicBezTo>
                <a:cubicBezTo>
                  <a:pt x="91" y="98"/>
                  <a:pt x="91" y="98"/>
                  <a:pt x="91" y="98"/>
                </a:cubicBezTo>
                <a:cubicBezTo>
                  <a:pt x="91" y="107"/>
                  <a:pt x="91" y="107"/>
                  <a:pt x="91" y="107"/>
                </a:cubicBezTo>
                <a:cubicBezTo>
                  <a:pt x="91" y="108"/>
                  <a:pt x="92" y="109"/>
                  <a:pt x="94" y="109"/>
                </a:cubicBezTo>
                <a:cubicBezTo>
                  <a:pt x="95" y="109"/>
                  <a:pt x="96" y="108"/>
                  <a:pt x="96" y="107"/>
                </a:cubicBezTo>
                <a:cubicBezTo>
                  <a:pt x="96" y="98"/>
                  <a:pt x="96" y="98"/>
                  <a:pt x="96" y="98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6" y="108"/>
                  <a:pt x="107" y="109"/>
                  <a:pt x="109" y="109"/>
                </a:cubicBezTo>
                <a:cubicBezTo>
                  <a:pt x="110" y="109"/>
                  <a:pt x="111" y="108"/>
                  <a:pt x="111" y="107"/>
                </a:cubicBezTo>
                <a:cubicBezTo>
                  <a:pt x="111" y="98"/>
                  <a:pt x="111" y="98"/>
                  <a:pt x="111" y="98"/>
                </a:cubicBezTo>
                <a:cubicBezTo>
                  <a:pt x="123" y="98"/>
                  <a:pt x="123" y="98"/>
                  <a:pt x="123" y="98"/>
                </a:cubicBezTo>
                <a:lnTo>
                  <a:pt x="123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Freeform 11"/>
          <p:cNvSpPr>
            <a:spLocks noEditPoints="1"/>
          </p:cNvSpPr>
          <p:nvPr/>
        </p:nvSpPr>
        <p:spPr bwMode="auto">
          <a:xfrm>
            <a:off x="7351713" y="6073776"/>
            <a:ext cx="368300" cy="481013"/>
          </a:xfrm>
          <a:custGeom>
            <a:avLst/>
            <a:gdLst>
              <a:gd name="T0" fmla="*/ 98 w 98"/>
              <a:gd name="T1" fmla="*/ 85 h 128"/>
              <a:gd name="T2" fmla="*/ 81 w 98"/>
              <a:gd name="T3" fmla="*/ 48 h 128"/>
              <a:gd name="T4" fmla="*/ 81 w 98"/>
              <a:gd name="T5" fmla="*/ 48 h 128"/>
              <a:gd name="T6" fmla="*/ 81 w 98"/>
              <a:gd name="T7" fmla="*/ 6 h 128"/>
              <a:gd name="T8" fmla="*/ 75 w 98"/>
              <a:gd name="T9" fmla="*/ 0 h 128"/>
              <a:gd name="T10" fmla="*/ 23 w 98"/>
              <a:gd name="T11" fmla="*/ 0 h 128"/>
              <a:gd name="T12" fmla="*/ 17 w 98"/>
              <a:gd name="T13" fmla="*/ 6 h 128"/>
              <a:gd name="T14" fmla="*/ 17 w 98"/>
              <a:gd name="T15" fmla="*/ 48 h 128"/>
              <a:gd name="T16" fmla="*/ 17 w 98"/>
              <a:gd name="T17" fmla="*/ 48 h 128"/>
              <a:gd name="T18" fmla="*/ 0 w 98"/>
              <a:gd name="T19" fmla="*/ 85 h 128"/>
              <a:gd name="T20" fmla="*/ 25 w 98"/>
              <a:gd name="T21" fmla="*/ 127 h 128"/>
              <a:gd name="T22" fmla="*/ 26 w 98"/>
              <a:gd name="T23" fmla="*/ 128 h 128"/>
              <a:gd name="T24" fmla="*/ 72 w 98"/>
              <a:gd name="T25" fmla="*/ 128 h 128"/>
              <a:gd name="T26" fmla="*/ 73 w 98"/>
              <a:gd name="T27" fmla="*/ 127 h 128"/>
              <a:gd name="T28" fmla="*/ 98 w 98"/>
              <a:gd name="T29" fmla="*/ 85 h 128"/>
              <a:gd name="T30" fmla="*/ 22 w 98"/>
              <a:gd name="T31" fmla="*/ 4 h 128"/>
              <a:gd name="T32" fmla="*/ 76 w 98"/>
              <a:gd name="T33" fmla="*/ 4 h 128"/>
              <a:gd name="T34" fmla="*/ 76 w 98"/>
              <a:gd name="T35" fmla="*/ 44 h 128"/>
              <a:gd name="T36" fmla="*/ 74 w 98"/>
              <a:gd name="T37" fmla="*/ 43 h 128"/>
              <a:gd name="T38" fmla="*/ 67 w 98"/>
              <a:gd name="T39" fmla="*/ 39 h 128"/>
              <a:gd name="T40" fmla="*/ 66 w 98"/>
              <a:gd name="T41" fmla="*/ 39 h 128"/>
              <a:gd name="T42" fmla="*/ 66 w 98"/>
              <a:gd name="T43" fmla="*/ 20 h 128"/>
              <a:gd name="T44" fmla="*/ 60 w 98"/>
              <a:gd name="T45" fmla="*/ 14 h 128"/>
              <a:gd name="T46" fmla="*/ 38 w 98"/>
              <a:gd name="T47" fmla="*/ 14 h 128"/>
              <a:gd name="T48" fmla="*/ 32 w 98"/>
              <a:gd name="T49" fmla="*/ 20 h 128"/>
              <a:gd name="T50" fmla="*/ 32 w 98"/>
              <a:gd name="T51" fmla="*/ 39 h 128"/>
              <a:gd name="T52" fmla="*/ 31 w 98"/>
              <a:gd name="T53" fmla="*/ 39 h 128"/>
              <a:gd name="T54" fmla="*/ 24 w 98"/>
              <a:gd name="T55" fmla="*/ 43 h 128"/>
              <a:gd name="T56" fmla="*/ 22 w 98"/>
              <a:gd name="T57" fmla="*/ 44 h 128"/>
              <a:gd name="T58" fmla="*/ 22 w 98"/>
              <a:gd name="T59" fmla="*/ 4 h 128"/>
              <a:gd name="T60" fmla="*/ 62 w 98"/>
              <a:gd name="T61" fmla="*/ 19 h 128"/>
              <a:gd name="T62" fmla="*/ 62 w 98"/>
              <a:gd name="T63" fmla="*/ 38 h 128"/>
              <a:gd name="T64" fmla="*/ 60 w 98"/>
              <a:gd name="T65" fmla="*/ 37 h 128"/>
              <a:gd name="T66" fmla="*/ 38 w 98"/>
              <a:gd name="T67" fmla="*/ 37 h 128"/>
              <a:gd name="T68" fmla="*/ 36 w 98"/>
              <a:gd name="T69" fmla="*/ 38 h 128"/>
              <a:gd name="T70" fmla="*/ 36 w 98"/>
              <a:gd name="T71" fmla="*/ 19 h 128"/>
              <a:gd name="T72" fmla="*/ 62 w 98"/>
              <a:gd name="T73" fmla="*/ 19 h 128"/>
              <a:gd name="T74" fmla="*/ 71 w 98"/>
              <a:gd name="T75" fmla="*/ 123 h 128"/>
              <a:gd name="T76" fmla="*/ 71 w 98"/>
              <a:gd name="T77" fmla="*/ 123 h 128"/>
              <a:gd name="T78" fmla="*/ 27 w 98"/>
              <a:gd name="T79" fmla="*/ 123 h 128"/>
              <a:gd name="T80" fmla="*/ 27 w 98"/>
              <a:gd name="T81" fmla="*/ 123 h 128"/>
              <a:gd name="T82" fmla="*/ 11 w 98"/>
              <a:gd name="T83" fmla="*/ 108 h 128"/>
              <a:gd name="T84" fmla="*/ 5 w 98"/>
              <a:gd name="T85" fmla="*/ 85 h 128"/>
              <a:gd name="T86" fmla="*/ 8 w 98"/>
              <a:gd name="T87" fmla="*/ 67 h 128"/>
              <a:gd name="T88" fmla="*/ 18 w 98"/>
              <a:gd name="T89" fmla="*/ 53 h 128"/>
              <a:gd name="T90" fmla="*/ 32 w 98"/>
              <a:gd name="T91" fmla="*/ 44 h 128"/>
              <a:gd name="T92" fmla="*/ 66 w 98"/>
              <a:gd name="T93" fmla="*/ 44 h 128"/>
              <a:gd name="T94" fmla="*/ 80 w 98"/>
              <a:gd name="T95" fmla="*/ 53 h 128"/>
              <a:gd name="T96" fmla="*/ 90 w 98"/>
              <a:gd name="T97" fmla="*/ 67 h 128"/>
              <a:gd name="T98" fmla="*/ 93 w 98"/>
              <a:gd name="T99" fmla="*/ 85 h 128"/>
              <a:gd name="T100" fmla="*/ 87 w 98"/>
              <a:gd name="T101" fmla="*/ 108 h 128"/>
              <a:gd name="T102" fmla="*/ 71 w 98"/>
              <a:gd name="T103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8" h="128">
                <a:moveTo>
                  <a:pt x="98" y="85"/>
                </a:moveTo>
                <a:cubicBezTo>
                  <a:pt x="98" y="71"/>
                  <a:pt x="92" y="58"/>
                  <a:pt x="81" y="48"/>
                </a:cubicBezTo>
                <a:cubicBezTo>
                  <a:pt x="81" y="48"/>
                  <a:pt x="81" y="48"/>
                  <a:pt x="81" y="48"/>
                </a:cubicBezTo>
                <a:cubicBezTo>
                  <a:pt x="81" y="6"/>
                  <a:pt x="81" y="6"/>
                  <a:pt x="81" y="6"/>
                </a:cubicBezTo>
                <a:cubicBezTo>
                  <a:pt x="81" y="2"/>
                  <a:pt x="78" y="0"/>
                  <a:pt x="75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0" y="0"/>
                  <a:pt x="17" y="2"/>
                  <a:pt x="17" y="6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6" y="58"/>
                  <a:pt x="0" y="71"/>
                  <a:pt x="0" y="85"/>
                </a:cubicBezTo>
                <a:cubicBezTo>
                  <a:pt x="0" y="102"/>
                  <a:pt x="10" y="119"/>
                  <a:pt x="25" y="127"/>
                </a:cubicBezTo>
                <a:cubicBezTo>
                  <a:pt x="26" y="127"/>
                  <a:pt x="26" y="128"/>
                  <a:pt x="26" y="128"/>
                </a:cubicBezTo>
                <a:cubicBezTo>
                  <a:pt x="72" y="128"/>
                  <a:pt x="72" y="128"/>
                  <a:pt x="72" y="128"/>
                </a:cubicBezTo>
                <a:cubicBezTo>
                  <a:pt x="72" y="128"/>
                  <a:pt x="72" y="127"/>
                  <a:pt x="73" y="127"/>
                </a:cubicBezTo>
                <a:cubicBezTo>
                  <a:pt x="88" y="119"/>
                  <a:pt x="98" y="102"/>
                  <a:pt x="98" y="85"/>
                </a:cubicBezTo>
                <a:close/>
                <a:moveTo>
                  <a:pt x="22" y="4"/>
                </a:moveTo>
                <a:cubicBezTo>
                  <a:pt x="76" y="4"/>
                  <a:pt x="76" y="4"/>
                  <a:pt x="76" y="4"/>
                </a:cubicBezTo>
                <a:cubicBezTo>
                  <a:pt x="76" y="44"/>
                  <a:pt x="76" y="44"/>
                  <a:pt x="76" y="44"/>
                </a:cubicBezTo>
                <a:cubicBezTo>
                  <a:pt x="74" y="43"/>
                  <a:pt x="74" y="43"/>
                  <a:pt x="74" y="43"/>
                </a:cubicBezTo>
                <a:cubicBezTo>
                  <a:pt x="72" y="42"/>
                  <a:pt x="70" y="40"/>
                  <a:pt x="67" y="39"/>
                </a:cubicBezTo>
                <a:cubicBezTo>
                  <a:pt x="66" y="39"/>
                  <a:pt x="66" y="39"/>
                  <a:pt x="66" y="39"/>
                </a:cubicBezTo>
                <a:cubicBezTo>
                  <a:pt x="66" y="20"/>
                  <a:pt x="66" y="20"/>
                  <a:pt x="66" y="20"/>
                </a:cubicBezTo>
                <a:cubicBezTo>
                  <a:pt x="66" y="17"/>
                  <a:pt x="63" y="14"/>
                  <a:pt x="60" y="14"/>
                </a:cubicBezTo>
                <a:cubicBezTo>
                  <a:pt x="38" y="14"/>
                  <a:pt x="38" y="14"/>
                  <a:pt x="38" y="14"/>
                </a:cubicBezTo>
                <a:cubicBezTo>
                  <a:pt x="35" y="14"/>
                  <a:pt x="32" y="17"/>
                  <a:pt x="32" y="20"/>
                </a:cubicBezTo>
                <a:cubicBezTo>
                  <a:pt x="32" y="39"/>
                  <a:pt x="32" y="39"/>
                  <a:pt x="32" y="39"/>
                </a:cubicBezTo>
                <a:cubicBezTo>
                  <a:pt x="31" y="39"/>
                  <a:pt x="31" y="39"/>
                  <a:pt x="31" y="39"/>
                </a:cubicBezTo>
                <a:cubicBezTo>
                  <a:pt x="28" y="40"/>
                  <a:pt x="26" y="42"/>
                  <a:pt x="24" y="43"/>
                </a:cubicBezTo>
                <a:cubicBezTo>
                  <a:pt x="22" y="44"/>
                  <a:pt x="22" y="44"/>
                  <a:pt x="22" y="44"/>
                </a:cubicBezTo>
                <a:lnTo>
                  <a:pt x="22" y="4"/>
                </a:lnTo>
                <a:close/>
                <a:moveTo>
                  <a:pt x="62" y="19"/>
                </a:moveTo>
                <a:cubicBezTo>
                  <a:pt x="62" y="38"/>
                  <a:pt x="62" y="38"/>
                  <a:pt x="62" y="38"/>
                </a:cubicBezTo>
                <a:cubicBezTo>
                  <a:pt x="60" y="37"/>
                  <a:pt x="60" y="37"/>
                  <a:pt x="60" y="37"/>
                </a:cubicBezTo>
                <a:cubicBezTo>
                  <a:pt x="53" y="36"/>
                  <a:pt x="45" y="36"/>
                  <a:pt x="38" y="3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19"/>
                  <a:pt x="36" y="19"/>
                  <a:pt x="36" y="19"/>
                </a:cubicBezTo>
                <a:lnTo>
                  <a:pt x="62" y="19"/>
                </a:lnTo>
                <a:close/>
                <a:moveTo>
                  <a:pt x="71" y="123"/>
                </a:moveTo>
                <a:cubicBezTo>
                  <a:pt x="71" y="123"/>
                  <a:pt x="71" y="123"/>
                  <a:pt x="71" y="123"/>
                </a:cubicBezTo>
                <a:cubicBezTo>
                  <a:pt x="27" y="123"/>
                  <a:pt x="27" y="123"/>
                  <a:pt x="27" y="123"/>
                </a:cubicBezTo>
                <a:cubicBezTo>
                  <a:pt x="27" y="123"/>
                  <a:pt x="27" y="123"/>
                  <a:pt x="27" y="123"/>
                </a:cubicBezTo>
                <a:cubicBezTo>
                  <a:pt x="20" y="119"/>
                  <a:pt x="15" y="114"/>
                  <a:pt x="11" y="108"/>
                </a:cubicBezTo>
                <a:cubicBezTo>
                  <a:pt x="7" y="101"/>
                  <a:pt x="5" y="93"/>
                  <a:pt x="5" y="85"/>
                </a:cubicBezTo>
                <a:cubicBezTo>
                  <a:pt x="5" y="79"/>
                  <a:pt x="6" y="73"/>
                  <a:pt x="8" y="67"/>
                </a:cubicBezTo>
                <a:cubicBezTo>
                  <a:pt x="11" y="62"/>
                  <a:pt x="14" y="58"/>
                  <a:pt x="18" y="53"/>
                </a:cubicBezTo>
                <a:cubicBezTo>
                  <a:pt x="22" y="49"/>
                  <a:pt x="27" y="46"/>
                  <a:pt x="32" y="44"/>
                </a:cubicBezTo>
                <a:cubicBezTo>
                  <a:pt x="43" y="39"/>
                  <a:pt x="55" y="39"/>
                  <a:pt x="66" y="44"/>
                </a:cubicBezTo>
                <a:cubicBezTo>
                  <a:pt x="71" y="46"/>
                  <a:pt x="76" y="49"/>
                  <a:pt x="80" y="53"/>
                </a:cubicBezTo>
                <a:cubicBezTo>
                  <a:pt x="84" y="58"/>
                  <a:pt x="87" y="62"/>
                  <a:pt x="90" y="67"/>
                </a:cubicBezTo>
                <a:cubicBezTo>
                  <a:pt x="92" y="73"/>
                  <a:pt x="93" y="79"/>
                  <a:pt x="93" y="85"/>
                </a:cubicBezTo>
                <a:cubicBezTo>
                  <a:pt x="93" y="93"/>
                  <a:pt x="91" y="101"/>
                  <a:pt x="87" y="108"/>
                </a:cubicBezTo>
                <a:cubicBezTo>
                  <a:pt x="83" y="114"/>
                  <a:pt x="78" y="119"/>
                  <a:pt x="71" y="1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6334125" y="6164263"/>
            <a:ext cx="481013" cy="296863"/>
          </a:xfrm>
          <a:custGeom>
            <a:avLst/>
            <a:gdLst>
              <a:gd name="T0" fmla="*/ 118 w 128"/>
              <a:gd name="T1" fmla="*/ 15 h 79"/>
              <a:gd name="T2" fmla="*/ 113 w 128"/>
              <a:gd name="T3" fmla="*/ 16 h 79"/>
              <a:gd name="T4" fmla="*/ 103 w 128"/>
              <a:gd name="T5" fmla="*/ 0 h 79"/>
              <a:gd name="T6" fmla="*/ 94 w 128"/>
              <a:gd name="T7" fmla="*/ 30 h 79"/>
              <a:gd name="T8" fmla="*/ 34 w 128"/>
              <a:gd name="T9" fmla="*/ 10 h 79"/>
              <a:gd name="T10" fmla="*/ 15 w 128"/>
              <a:gd name="T11" fmla="*/ 10 h 79"/>
              <a:gd name="T12" fmla="*/ 13 w 128"/>
              <a:gd name="T13" fmla="*/ 16 h 79"/>
              <a:gd name="T14" fmla="*/ 0 w 128"/>
              <a:gd name="T15" fmla="*/ 25 h 79"/>
              <a:gd name="T16" fmla="*/ 10 w 128"/>
              <a:gd name="T17" fmla="*/ 64 h 79"/>
              <a:gd name="T18" fmla="*/ 15 w 128"/>
              <a:gd name="T19" fmla="*/ 63 h 79"/>
              <a:gd name="T20" fmla="*/ 25 w 128"/>
              <a:gd name="T21" fmla="*/ 79 h 79"/>
              <a:gd name="T22" fmla="*/ 34 w 128"/>
              <a:gd name="T23" fmla="*/ 49 h 79"/>
              <a:gd name="T24" fmla="*/ 94 w 128"/>
              <a:gd name="T25" fmla="*/ 69 h 79"/>
              <a:gd name="T26" fmla="*/ 113 w 128"/>
              <a:gd name="T27" fmla="*/ 69 h 79"/>
              <a:gd name="T28" fmla="*/ 115 w 128"/>
              <a:gd name="T29" fmla="*/ 63 h 79"/>
              <a:gd name="T30" fmla="*/ 128 w 128"/>
              <a:gd name="T31" fmla="*/ 54 h 79"/>
              <a:gd name="T32" fmla="*/ 15 w 128"/>
              <a:gd name="T33" fmla="*/ 54 h 79"/>
              <a:gd name="T34" fmla="*/ 5 w 128"/>
              <a:gd name="T35" fmla="*/ 54 h 79"/>
              <a:gd name="T36" fmla="*/ 10 w 128"/>
              <a:gd name="T37" fmla="*/ 20 h 79"/>
              <a:gd name="T38" fmla="*/ 15 w 128"/>
              <a:gd name="T39" fmla="*/ 54 h 79"/>
              <a:gd name="T40" fmla="*/ 25 w 128"/>
              <a:gd name="T41" fmla="*/ 74 h 79"/>
              <a:gd name="T42" fmla="*/ 19 w 128"/>
              <a:gd name="T43" fmla="*/ 10 h 79"/>
              <a:gd name="T44" fmla="*/ 30 w 128"/>
              <a:gd name="T45" fmla="*/ 10 h 79"/>
              <a:gd name="T46" fmla="*/ 94 w 128"/>
              <a:gd name="T47" fmla="*/ 45 h 79"/>
              <a:gd name="T48" fmla="*/ 34 w 128"/>
              <a:gd name="T49" fmla="*/ 34 h 79"/>
              <a:gd name="T50" fmla="*/ 94 w 128"/>
              <a:gd name="T51" fmla="*/ 45 h 79"/>
              <a:gd name="T52" fmla="*/ 103 w 128"/>
              <a:gd name="T53" fmla="*/ 74 h 79"/>
              <a:gd name="T54" fmla="*/ 98 w 128"/>
              <a:gd name="T55" fmla="*/ 10 h 79"/>
              <a:gd name="T56" fmla="*/ 109 w 128"/>
              <a:gd name="T57" fmla="*/ 10 h 79"/>
              <a:gd name="T58" fmla="*/ 123 w 128"/>
              <a:gd name="T59" fmla="*/ 54 h 79"/>
              <a:gd name="T60" fmla="*/ 113 w 128"/>
              <a:gd name="T61" fmla="*/ 54 h 79"/>
              <a:gd name="T62" fmla="*/ 118 w 128"/>
              <a:gd name="T63" fmla="*/ 20 h 79"/>
              <a:gd name="T64" fmla="*/ 123 w 128"/>
              <a:gd name="T65" fmla="*/ 5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" h="79">
                <a:moveTo>
                  <a:pt x="128" y="25"/>
                </a:moveTo>
                <a:cubicBezTo>
                  <a:pt x="128" y="19"/>
                  <a:pt x="124" y="15"/>
                  <a:pt x="118" y="15"/>
                </a:cubicBezTo>
                <a:cubicBezTo>
                  <a:pt x="117" y="15"/>
                  <a:pt x="116" y="15"/>
                  <a:pt x="115" y="16"/>
                </a:cubicBezTo>
                <a:cubicBezTo>
                  <a:pt x="113" y="16"/>
                  <a:pt x="113" y="16"/>
                  <a:pt x="113" y="16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5"/>
                  <a:pt x="109" y="0"/>
                  <a:pt x="103" y="0"/>
                </a:cubicBezTo>
                <a:cubicBezTo>
                  <a:pt x="98" y="0"/>
                  <a:pt x="94" y="5"/>
                  <a:pt x="94" y="10"/>
                </a:cubicBezTo>
                <a:cubicBezTo>
                  <a:pt x="94" y="30"/>
                  <a:pt x="94" y="30"/>
                  <a:pt x="94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10"/>
                  <a:pt x="34" y="10"/>
                  <a:pt x="34" y="10"/>
                </a:cubicBezTo>
                <a:cubicBezTo>
                  <a:pt x="34" y="5"/>
                  <a:pt x="30" y="0"/>
                  <a:pt x="25" y="0"/>
                </a:cubicBezTo>
                <a:cubicBezTo>
                  <a:pt x="19" y="0"/>
                  <a:pt x="15" y="5"/>
                  <a:pt x="15" y="10"/>
                </a:cubicBezTo>
                <a:cubicBezTo>
                  <a:pt x="15" y="16"/>
                  <a:pt x="15" y="16"/>
                  <a:pt x="15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2" y="15"/>
                  <a:pt x="11" y="15"/>
                  <a:pt x="10" y="15"/>
                </a:cubicBezTo>
                <a:cubicBezTo>
                  <a:pt x="4" y="15"/>
                  <a:pt x="0" y="19"/>
                  <a:pt x="0" y="25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60"/>
                  <a:pt x="4" y="64"/>
                  <a:pt x="10" y="64"/>
                </a:cubicBezTo>
                <a:cubicBezTo>
                  <a:pt x="11" y="64"/>
                  <a:pt x="12" y="64"/>
                  <a:pt x="13" y="63"/>
                </a:cubicBezTo>
                <a:cubicBezTo>
                  <a:pt x="15" y="63"/>
                  <a:pt x="15" y="63"/>
                  <a:pt x="15" y="63"/>
                </a:cubicBezTo>
                <a:cubicBezTo>
                  <a:pt x="15" y="69"/>
                  <a:pt x="15" y="69"/>
                  <a:pt x="15" y="69"/>
                </a:cubicBezTo>
                <a:cubicBezTo>
                  <a:pt x="15" y="75"/>
                  <a:pt x="19" y="79"/>
                  <a:pt x="25" y="79"/>
                </a:cubicBezTo>
                <a:cubicBezTo>
                  <a:pt x="30" y="79"/>
                  <a:pt x="34" y="75"/>
                  <a:pt x="34" y="69"/>
                </a:cubicBezTo>
                <a:cubicBezTo>
                  <a:pt x="34" y="49"/>
                  <a:pt x="34" y="49"/>
                  <a:pt x="34" y="49"/>
                </a:cubicBezTo>
                <a:cubicBezTo>
                  <a:pt x="94" y="49"/>
                  <a:pt x="94" y="49"/>
                  <a:pt x="94" y="49"/>
                </a:cubicBezTo>
                <a:cubicBezTo>
                  <a:pt x="94" y="69"/>
                  <a:pt x="94" y="69"/>
                  <a:pt x="94" y="69"/>
                </a:cubicBezTo>
                <a:cubicBezTo>
                  <a:pt x="94" y="75"/>
                  <a:pt x="98" y="79"/>
                  <a:pt x="103" y="79"/>
                </a:cubicBezTo>
                <a:cubicBezTo>
                  <a:pt x="109" y="79"/>
                  <a:pt x="113" y="75"/>
                  <a:pt x="113" y="69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15" y="63"/>
                  <a:pt x="115" y="63"/>
                  <a:pt x="115" y="63"/>
                </a:cubicBezTo>
                <a:cubicBezTo>
                  <a:pt x="116" y="64"/>
                  <a:pt x="117" y="64"/>
                  <a:pt x="118" y="64"/>
                </a:cubicBezTo>
                <a:cubicBezTo>
                  <a:pt x="124" y="64"/>
                  <a:pt x="128" y="60"/>
                  <a:pt x="128" y="54"/>
                </a:cubicBezTo>
                <a:lnTo>
                  <a:pt x="128" y="25"/>
                </a:lnTo>
                <a:close/>
                <a:moveTo>
                  <a:pt x="15" y="54"/>
                </a:moveTo>
                <a:cubicBezTo>
                  <a:pt x="15" y="57"/>
                  <a:pt x="13" y="59"/>
                  <a:pt x="10" y="59"/>
                </a:cubicBezTo>
                <a:cubicBezTo>
                  <a:pt x="7" y="59"/>
                  <a:pt x="5" y="57"/>
                  <a:pt x="5" y="54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2"/>
                  <a:pt x="7" y="20"/>
                  <a:pt x="10" y="20"/>
                </a:cubicBezTo>
                <a:cubicBezTo>
                  <a:pt x="13" y="20"/>
                  <a:pt x="15" y="22"/>
                  <a:pt x="15" y="25"/>
                </a:cubicBezTo>
                <a:lnTo>
                  <a:pt x="15" y="54"/>
                </a:lnTo>
                <a:close/>
                <a:moveTo>
                  <a:pt x="30" y="69"/>
                </a:moveTo>
                <a:cubicBezTo>
                  <a:pt x="30" y="72"/>
                  <a:pt x="27" y="74"/>
                  <a:pt x="25" y="74"/>
                </a:cubicBezTo>
                <a:cubicBezTo>
                  <a:pt x="22" y="74"/>
                  <a:pt x="19" y="72"/>
                  <a:pt x="19" y="6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7"/>
                  <a:pt x="22" y="5"/>
                  <a:pt x="25" y="5"/>
                </a:cubicBezTo>
                <a:cubicBezTo>
                  <a:pt x="27" y="5"/>
                  <a:pt x="30" y="7"/>
                  <a:pt x="30" y="10"/>
                </a:cubicBezTo>
                <a:lnTo>
                  <a:pt x="30" y="69"/>
                </a:lnTo>
                <a:close/>
                <a:moveTo>
                  <a:pt x="94" y="45"/>
                </a:moveTo>
                <a:cubicBezTo>
                  <a:pt x="34" y="45"/>
                  <a:pt x="34" y="45"/>
                  <a:pt x="34" y="45"/>
                </a:cubicBezTo>
                <a:cubicBezTo>
                  <a:pt x="34" y="34"/>
                  <a:pt x="34" y="34"/>
                  <a:pt x="34" y="34"/>
                </a:cubicBezTo>
                <a:cubicBezTo>
                  <a:pt x="94" y="34"/>
                  <a:pt x="94" y="34"/>
                  <a:pt x="94" y="34"/>
                </a:cubicBezTo>
                <a:lnTo>
                  <a:pt x="94" y="45"/>
                </a:lnTo>
                <a:close/>
                <a:moveTo>
                  <a:pt x="109" y="69"/>
                </a:moveTo>
                <a:cubicBezTo>
                  <a:pt x="109" y="72"/>
                  <a:pt x="106" y="74"/>
                  <a:pt x="103" y="74"/>
                </a:cubicBezTo>
                <a:cubicBezTo>
                  <a:pt x="101" y="74"/>
                  <a:pt x="98" y="72"/>
                  <a:pt x="98" y="69"/>
                </a:cubicBezTo>
                <a:cubicBezTo>
                  <a:pt x="98" y="10"/>
                  <a:pt x="98" y="10"/>
                  <a:pt x="98" y="10"/>
                </a:cubicBezTo>
                <a:cubicBezTo>
                  <a:pt x="98" y="7"/>
                  <a:pt x="101" y="5"/>
                  <a:pt x="103" y="5"/>
                </a:cubicBezTo>
                <a:cubicBezTo>
                  <a:pt x="106" y="5"/>
                  <a:pt x="109" y="7"/>
                  <a:pt x="109" y="10"/>
                </a:cubicBezTo>
                <a:lnTo>
                  <a:pt x="109" y="69"/>
                </a:lnTo>
                <a:close/>
                <a:moveTo>
                  <a:pt x="123" y="54"/>
                </a:moveTo>
                <a:cubicBezTo>
                  <a:pt x="123" y="57"/>
                  <a:pt x="121" y="59"/>
                  <a:pt x="118" y="59"/>
                </a:cubicBezTo>
                <a:cubicBezTo>
                  <a:pt x="115" y="59"/>
                  <a:pt x="113" y="57"/>
                  <a:pt x="113" y="54"/>
                </a:cubicBezTo>
                <a:cubicBezTo>
                  <a:pt x="113" y="25"/>
                  <a:pt x="113" y="25"/>
                  <a:pt x="113" y="25"/>
                </a:cubicBezTo>
                <a:cubicBezTo>
                  <a:pt x="113" y="22"/>
                  <a:pt x="115" y="20"/>
                  <a:pt x="118" y="20"/>
                </a:cubicBezTo>
                <a:cubicBezTo>
                  <a:pt x="121" y="20"/>
                  <a:pt x="123" y="22"/>
                  <a:pt x="123" y="25"/>
                </a:cubicBezTo>
                <a:lnTo>
                  <a:pt x="123" y="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Freeform 13"/>
          <p:cNvSpPr>
            <a:spLocks noEditPoints="1"/>
          </p:cNvSpPr>
          <p:nvPr/>
        </p:nvSpPr>
        <p:spPr bwMode="auto">
          <a:xfrm>
            <a:off x="5437188" y="6067426"/>
            <a:ext cx="352425" cy="487363"/>
          </a:xfrm>
          <a:custGeom>
            <a:avLst/>
            <a:gdLst>
              <a:gd name="T0" fmla="*/ 75 w 94"/>
              <a:gd name="T1" fmla="*/ 125 h 130"/>
              <a:gd name="T2" fmla="*/ 82 w 94"/>
              <a:gd name="T3" fmla="*/ 129 h 130"/>
              <a:gd name="T4" fmla="*/ 89 w 94"/>
              <a:gd name="T5" fmla="*/ 128 h 130"/>
              <a:gd name="T6" fmla="*/ 93 w 94"/>
              <a:gd name="T7" fmla="*/ 126 h 130"/>
              <a:gd name="T8" fmla="*/ 94 w 94"/>
              <a:gd name="T9" fmla="*/ 121 h 130"/>
              <a:gd name="T10" fmla="*/ 86 w 94"/>
              <a:gd name="T11" fmla="*/ 77 h 130"/>
              <a:gd name="T12" fmla="*/ 79 w 94"/>
              <a:gd name="T13" fmla="*/ 73 h 130"/>
              <a:gd name="T14" fmla="*/ 78 w 94"/>
              <a:gd name="T15" fmla="*/ 73 h 130"/>
              <a:gd name="T16" fmla="*/ 67 w 94"/>
              <a:gd name="T17" fmla="*/ 19 h 130"/>
              <a:gd name="T18" fmla="*/ 43 w 94"/>
              <a:gd name="T19" fmla="*/ 2 h 130"/>
              <a:gd name="T20" fmla="*/ 26 w 94"/>
              <a:gd name="T21" fmla="*/ 20 h 130"/>
              <a:gd name="T22" fmla="*/ 16 w 94"/>
              <a:gd name="T23" fmla="*/ 73 h 130"/>
              <a:gd name="T24" fmla="*/ 15 w 94"/>
              <a:gd name="T25" fmla="*/ 73 h 130"/>
              <a:gd name="T26" fmla="*/ 14 w 94"/>
              <a:gd name="T27" fmla="*/ 73 h 130"/>
              <a:gd name="T28" fmla="*/ 8 w 94"/>
              <a:gd name="T29" fmla="*/ 77 h 130"/>
              <a:gd name="T30" fmla="*/ 0 w 94"/>
              <a:gd name="T31" fmla="*/ 121 h 130"/>
              <a:gd name="T32" fmla="*/ 1 w 94"/>
              <a:gd name="T33" fmla="*/ 126 h 130"/>
              <a:gd name="T34" fmla="*/ 5 w 94"/>
              <a:gd name="T35" fmla="*/ 128 h 130"/>
              <a:gd name="T36" fmla="*/ 12 w 94"/>
              <a:gd name="T37" fmla="*/ 129 h 130"/>
              <a:gd name="T38" fmla="*/ 19 w 94"/>
              <a:gd name="T39" fmla="*/ 125 h 130"/>
              <a:gd name="T40" fmla="*/ 27 w 94"/>
              <a:gd name="T41" fmla="*/ 81 h 130"/>
              <a:gd name="T42" fmla="*/ 22 w 94"/>
              <a:gd name="T43" fmla="*/ 74 h 130"/>
              <a:gd name="T44" fmla="*/ 21 w 94"/>
              <a:gd name="T45" fmla="*/ 74 h 130"/>
              <a:gd name="T46" fmla="*/ 29 w 94"/>
              <a:gd name="T47" fmla="*/ 33 h 130"/>
              <a:gd name="T48" fmla="*/ 31 w 94"/>
              <a:gd name="T49" fmla="*/ 35 h 130"/>
              <a:gd name="T50" fmla="*/ 51 w 94"/>
              <a:gd name="T51" fmla="*/ 43 h 130"/>
              <a:gd name="T52" fmla="*/ 63 w 94"/>
              <a:gd name="T53" fmla="*/ 35 h 130"/>
              <a:gd name="T54" fmla="*/ 65 w 94"/>
              <a:gd name="T55" fmla="*/ 33 h 130"/>
              <a:gd name="T56" fmla="*/ 73 w 94"/>
              <a:gd name="T57" fmla="*/ 74 h 130"/>
              <a:gd name="T58" fmla="*/ 72 w 94"/>
              <a:gd name="T59" fmla="*/ 74 h 130"/>
              <a:gd name="T60" fmla="*/ 68 w 94"/>
              <a:gd name="T61" fmla="*/ 76 h 130"/>
              <a:gd name="T62" fmla="*/ 67 w 94"/>
              <a:gd name="T63" fmla="*/ 81 h 130"/>
              <a:gd name="T64" fmla="*/ 75 w 94"/>
              <a:gd name="T65" fmla="*/ 125 h 130"/>
              <a:gd name="T66" fmla="*/ 23 w 94"/>
              <a:gd name="T67" fmla="*/ 79 h 130"/>
              <a:gd name="T68" fmla="*/ 14 w 94"/>
              <a:gd name="T69" fmla="*/ 125 h 130"/>
              <a:gd name="T70" fmla="*/ 4 w 94"/>
              <a:gd name="T71" fmla="*/ 123 h 130"/>
              <a:gd name="T72" fmla="*/ 13 w 94"/>
              <a:gd name="T73" fmla="*/ 77 h 130"/>
              <a:gd name="T74" fmla="*/ 23 w 94"/>
              <a:gd name="T75" fmla="*/ 79 h 130"/>
              <a:gd name="T76" fmla="*/ 63 w 94"/>
              <a:gd name="T77" fmla="*/ 21 h 130"/>
              <a:gd name="T78" fmla="*/ 60 w 94"/>
              <a:gd name="T79" fmla="*/ 32 h 130"/>
              <a:gd name="T80" fmla="*/ 50 w 94"/>
              <a:gd name="T81" fmla="*/ 38 h 130"/>
              <a:gd name="T82" fmla="*/ 47 w 94"/>
              <a:gd name="T83" fmla="*/ 39 h 130"/>
              <a:gd name="T84" fmla="*/ 31 w 94"/>
              <a:gd name="T85" fmla="*/ 25 h 130"/>
              <a:gd name="T86" fmla="*/ 31 w 94"/>
              <a:gd name="T87" fmla="*/ 21 h 130"/>
              <a:gd name="T88" fmla="*/ 31 w 94"/>
              <a:gd name="T89" fmla="*/ 21 h 130"/>
              <a:gd name="T90" fmla="*/ 31 w 94"/>
              <a:gd name="T91" fmla="*/ 21 h 130"/>
              <a:gd name="T92" fmla="*/ 31 w 94"/>
              <a:gd name="T93" fmla="*/ 21 h 130"/>
              <a:gd name="T94" fmla="*/ 31 w 94"/>
              <a:gd name="T95" fmla="*/ 20 h 130"/>
              <a:gd name="T96" fmla="*/ 34 w 94"/>
              <a:gd name="T97" fmla="*/ 13 h 130"/>
              <a:gd name="T98" fmla="*/ 44 w 94"/>
              <a:gd name="T99" fmla="*/ 6 h 130"/>
              <a:gd name="T100" fmla="*/ 63 w 94"/>
              <a:gd name="T101" fmla="*/ 19 h 130"/>
              <a:gd name="T102" fmla="*/ 63 w 94"/>
              <a:gd name="T103" fmla="*/ 21 h 130"/>
              <a:gd name="T104" fmla="*/ 81 w 94"/>
              <a:gd name="T105" fmla="*/ 77 h 130"/>
              <a:gd name="T106" fmla="*/ 90 w 94"/>
              <a:gd name="T107" fmla="*/ 123 h 130"/>
              <a:gd name="T108" fmla="*/ 80 w 94"/>
              <a:gd name="T109" fmla="*/ 125 h 130"/>
              <a:gd name="T110" fmla="*/ 71 w 94"/>
              <a:gd name="T111" fmla="*/ 79 h 130"/>
              <a:gd name="T112" fmla="*/ 81 w 94"/>
              <a:gd name="T113" fmla="*/ 77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4" h="130">
                <a:moveTo>
                  <a:pt x="75" y="125"/>
                </a:moveTo>
                <a:cubicBezTo>
                  <a:pt x="76" y="128"/>
                  <a:pt x="79" y="130"/>
                  <a:pt x="82" y="129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91" y="128"/>
                  <a:pt x="92" y="127"/>
                  <a:pt x="93" y="126"/>
                </a:cubicBezTo>
                <a:cubicBezTo>
                  <a:pt x="94" y="124"/>
                  <a:pt x="94" y="123"/>
                  <a:pt x="94" y="121"/>
                </a:cubicBezTo>
                <a:cubicBezTo>
                  <a:pt x="86" y="77"/>
                  <a:pt x="86" y="77"/>
                  <a:pt x="86" y="77"/>
                </a:cubicBezTo>
                <a:cubicBezTo>
                  <a:pt x="85" y="74"/>
                  <a:pt x="82" y="72"/>
                  <a:pt x="79" y="73"/>
                </a:cubicBezTo>
                <a:cubicBezTo>
                  <a:pt x="78" y="73"/>
                  <a:pt x="78" y="73"/>
                  <a:pt x="78" y="73"/>
                </a:cubicBezTo>
                <a:cubicBezTo>
                  <a:pt x="67" y="19"/>
                  <a:pt x="67" y="19"/>
                  <a:pt x="67" y="19"/>
                </a:cubicBezTo>
                <a:cubicBezTo>
                  <a:pt x="65" y="7"/>
                  <a:pt x="55" y="0"/>
                  <a:pt x="43" y="2"/>
                </a:cubicBezTo>
                <a:cubicBezTo>
                  <a:pt x="34" y="4"/>
                  <a:pt x="28" y="11"/>
                  <a:pt x="26" y="20"/>
                </a:cubicBezTo>
                <a:cubicBezTo>
                  <a:pt x="16" y="73"/>
                  <a:pt x="16" y="73"/>
                  <a:pt x="16" y="73"/>
                </a:cubicBezTo>
                <a:cubicBezTo>
                  <a:pt x="15" y="73"/>
                  <a:pt x="15" y="73"/>
                  <a:pt x="15" y="73"/>
                </a:cubicBezTo>
                <a:cubicBezTo>
                  <a:pt x="15" y="73"/>
                  <a:pt x="14" y="73"/>
                  <a:pt x="14" y="73"/>
                </a:cubicBezTo>
                <a:cubicBezTo>
                  <a:pt x="11" y="73"/>
                  <a:pt x="9" y="75"/>
                  <a:pt x="8" y="77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23"/>
                  <a:pt x="0" y="124"/>
                  <a:pt x="1" y="126"/>
                </a:cubicBezTo>
                <a:cubicBezTo>
                  <a:pt x="2" y="127"/>
                  <a:pt x="3" y="128"/>
                  <a:pt x="5" y="128"/>
                </a:cubicBezTo>
                <a:cubicBezTo>
                  <a:pt x="12" y="129"/>
                  <a:pt x="12" y="129"/>
                  <a:pt x="12" y="129"/>
                </a:cubicBezTo>
                <a:cubicBezTo>
                  <a:pt x="15" y="130"/>
                  <a:pt x="18" y="128"/>
                  <a:pt x="19" y="125"/>
                </a:cubicBezTo>
                <a:cubicBezTo>
                  <a:pt x="27" y="81"/>
                  <a:pt x="27" y="81"/>
                  <a:pt x="27" y="81"/>
                </a:cubicBezTo>
                <a:cubicBezTo>
                  <a:pt x="28" y="78"/>
                  <a:pt x="26" y="75"/>
                  <a:pt x="22" y="74"/>
                </a:cubicBezTo>
                <a:cubicBezTo>
                  <a:pt x="21" y="74"/>
                  <a:pt x="21" y="74"/>
                  <a:pt x="21" y="74"/>
                </a:cubicBezTo>
                <a:cubicBezTo>
                  <a:pt x="29" y="33"/>
                  <a:pt x="29" y="33"/>
                  <a:pt x="29" y="33"/>
                </a:cubicBezTo>
                <a:cubicBezTo>
                  <a:pt x="31" y="35"/>
                  <a:pt x="31" y="35"/>
                  <a:pt x="31" y="35"/>
                </a:cubicBezTo>
                <a:cubicBezTo>
                  <a:pt x="35" y="41"/>
                  <a:pt x="43" y="44"/>
                  <a:pt x="51" y="43"/>
                </a:cubicBezTo>
                <a:cubicBezTo>
                  <a:pt x="56" y="42"/>
                  <a:pt x="60" y="39"/>
                  <a:pt x="63" y="35"/>
                </a:cubicBezTo>
                <a:cubicBezTo>
                  <a:pt x="65" y="33"/>
                  <a:pt x="65" y="33"/>
                  <a:pt x="65" y="33"/>
                </a:cubicBezTo>
                <a:cubicBezTo>
                  <a:pt x="73" y="74"/>
                  <a:pt x="73" y="74"/>
                  <a:pt x="73" y="74"/>
                </a:cubicBezTo>
                <a:cubicBezTo>
                  <a:pt x="72" y="74"/>
                  <a:pt x="72" y="74"/>
                  <a:pt x="72" y="74"/>
                </a:cubicBezTo>
                <a:cubicBezTo>
                  <a:pt x="70" y="74"/>
                  <a:pt x="69" y="75"/>
                  <a:pt x="68" y="76"/>
                </a:cubicBezTo>
                <a:cubicBezTo>
                  <a:pt x="67" y="78"/>
                  <a:pt x="67" y="79"/>
                  <a:pt x="67" y="81"/>
                </a:cubicBezTo>
                <a:lnTo>
                  <a:pt x="75" y="125"/>
                </a:lnTo>
                <a:close/>
                <a:moveTo>
                  <a:pt x="23" y="79"/>
                </a:moveTo>
                <a:cubicBezTo>
                  <a:pt x="14" y="125"/>
                  <a:pt x="14" y="125"/>
                  <a:pt x="14" y="125"/>
                </a:cubicBezTo>
                <a:cubicBezTo>
                  <a:pt x="4" y="123"/>
                  <a:pt x="4" y="123"/>
                  <a:pt x="4" y="123"/>
                </a:cubicBezTo>
                <a:cubicBezTo>
                  <a:pt x="13" y="77"/>
                  <a:pt x="13" y="77"/>
                  <a:pt x="13" y="77"/>
                </a:cubicBezTo>
                <a:lnTo>
                  <a:pt x="23" y="79"/>
                </a:lnTo>
                <a:close/>
                <a:moveTo>
                  <a:pt x="63" y="21"/>
                </a:moveTo>
                <a:cubicBezTo>
                  <a:pt x="63" y="25"/>
                  <a:pt x="62" y="29"/>
                  <a:pt x="60" y="32"/>
                </a:cubicBezTo>
                <a:cubicBezTo>
                  <a:pt x="58" y="35"/>
                  <a:pt x="54" y="38"/>
                  <a:pt x="50" y="38"/>
                </a:cubicBezTo>
                <a:cubicBezTo>
                  <a:pt x="49" y="39"/>
                  <a:pt x="48" y="39"/>
                  <a:pt x="47" y="39"/>
                </a:cubicBezTo>
                <a:cubicBezTo>
                  <a:pt x="39" y="39"/>
                  <a:pt x="32" y="33"/>
                  <a:pt x="31" y="25"/>
                </a:cubicBezTo>
                <a:cubicBezTo>
                  <a:pt x="31" y="24"/>
                  <a:pt x="31" y="23"/>
                  <a:pt x="31" y="21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17"/>
                  <a:pt x="32" y="15"/>
                  <a:pt x="34" y="13"/>
                </a:cubicBezTo>
                <a:cubicBezTo>
                  <a:pt x="36" y="10"/>
                  <a:pt x="40" y="7"/>
                  <a:pt x="44" y="6"/>
                </a:cubicBezTo>
                <a:cubicBezTo>
                  <a:pt x="53" y="5"/>
                  <a:pt x="61" y="11"/>
                  <a:pt x="63" y="19"/>
                </a:cubicBezTo>
                <a:cubicBezTo>
                  <a:pt x="63" y="21"/>
                  <a:pt x="63" y="21"/>
                  <a:pt x="63" y="21"/>
                </a:cubicBezTo>
                <a:close/>
                <a:moveTo>
                  <a:pt x="81" y="77"/>
                </a:moveTo>
                <a:cubicBezTo>
                  <a:pt x="90" y="123"/>
                  <a:pt x="90" y="123"/>
                  <a:pt x="90" y="123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71" y="79"/>
                  <a:pt x="71" y="79"/>
                  <a:pt x="71" y="79"/>
                </a:cubicBezTo>
                <a:lnTo>
                  <a:pt x="81" y="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1" name="组合 180"/>
          <p:cNvGrpSpPr/>
          <p:nvPr/>
        </p:nvGrpSpPr>
        <p:grpSpPr>
          <a:xfrm>
            <a:off x="4546600" y="6073776"/>
            <a:ext cx="211138" cy="481013"/>
            <a:chOff x="4546600" y="6073776"/>
            <a:chExt cx="211138" cy="481013"/>
          </a:xfrm>
          <a:solidFill>
            <a:schemeClr val="accent1"/>
          </a:solidFill>
        </p:grpSpPr>
        <p:sp>
          <p:nvSpPr>
            <p:cNvPr id="14" name="Freeform 14"/>
            <p:cNvSpPr>
              <a:spLocks noEditPoints="1"/>
            </p:cNvSpPr>
            <p:nvPr/>
          </p:nvSpPr>
          <p:spPr bwMode="auto">
            <a:xfrm>
              <a:off x="4546600" y="6073776"/>
              <a:ext cx="211138" cy="481013"/>
            </a:xfrm>
            <a:custGeom>
              <a:avLst/>
              <a:gdLst>
                <a:gd name="T0" fmla="*/ 50 w 56"/>
                <a:gd name="T1" fmla="*/ 27 h 128"/>
                <a:gd name="T2" fmla="*/ 45 w 56"/>
                <a:gd name="T3" fmla="*/ 27 h 128"/>
                <a:gd name="T4" fmla="*/ 45 w 56"/>
                <a:gd name="T5" fmla="*/ 13 h 128"/>
                <a:gd name="T6" fmla="*/ 39 w 56"/>
                <a:gd name="T7" fmla="*/ 7 h 128"/>
                <a:gd name="T8" fmla="*/ 30 w 56"/>
                <a:gd name="T9" fmla="*/ 7 h 128"/>
                <a:gd name="T10" fmla="*/ 30 w 56"/>
                <a:gd name="T11" fmla="*/ 2 h 128"/>
                <a:gd name="T12" fmla="*/ 28 w 56"/>
                <a:gd name="T13" fmla="*/ 0 h 128"/>
                <a:gd name="T14" fmla="*/ 26 w 56"/>
                <a:gd name="T15" fmla="*/ 2 h 128"/>
                <a:gd name="T16" fmla="*/ 26 w 56"/>
                <a:gd name="T17" fmla="*/ 7 h 128"/>
                <a:gd name="T18" fmla="*/ 17 w 56"/>
                <a:gd name="T19" fmla="*/ 7 h 128"/>
                <a:gd name="T20" fmla="*/ 11 w 56"/>
                <a:gd name="T21" fmla="*/ 13 h 128"/>
                <a:gd name="T22" fmla="*/ 11 w 56"/>
                <a:gd name="T23" fmla="*/ 27 h 128"/>
                <a:gd name="T24" fmla="*/ 6 w 56"/>
                <a:gd name="T25" fmla="*/ 27 h 128"/>
                <a:gd name="T26" fmla="*/ 0 w 56"/>
                <a:gd name="T27" fmla="*/ 33 h 128"/>
                <a:gd name="T28" fmla="*/ 0 w 56"/>
                <a:gd name="T29" fmla="*/ 122 h 128"/>
                <a:gd name="T30" fmla="*/ 6 w 56"/>
                <a:gd name="T31" fmla="*/ 128 h 128"/>
                <a:gd name="T32" fmla="*/ 50 w 56"/>
                <a:gd name="T33" fmla="*/ 128 h 128"/>
                <a:gd name="T34" fmla="*/ 56 w 56"/>
                <a:gd name="T35" fmla="*/ 122 h 128"/>
                <a:gd name="T36" fmla="*/ 56 w 56"/>
                <a:gd name="T37" fmla="*/ 33 h 128"/>
                <a:gd name="T38" fmla="*/ 50 w 56"/>
                <a:gd name="T39" fmla="*/ 27 h 128"/>
                <a:gd name="T40" fmla="*/ 15 w 56"/>
                <a:gd name="T41" fmla="*/ 12 h 128"/>
                <a:gd name="T42" fmla="*/ 41 w 56"/>
                <a:gd name="T43" fmla="*/ 12 h 128"/>
                <a:gd name="T44" fmla="*/ 41 w 56"/>
                <a:gd name="T45" fmla="*/ 27 h 128"/>
                <a:gd name="T46" fmla="*/ 15 w 56"/>
                <a:gd name="T47" fmla="*/ 27 h 128"/>
                <a:gd name="T48" fmla="*/ 15 w 56"/>
                <a:gd name="T49" fmla="*/ 12 h 128"/>
                <a:gd name="T50" fmla="*/ 52 w 56"/>
                <a:gd name="T51" fmla="*/ 123 h 128"/>
                <a:gd name="T52" fmla="*/ 4 w 56"/>
                <a:gd name="T53" fmla="*/ 123 h 128"/>
                <a:gd name="T54" fmla="*/ 4 w 56"/>
                <a:gd name="T55" fmla="*/ 31 h 128"/>
                <a:gd name="T56" fmla="*/ 52 w 56"/>
                <a:gd name="T57" fmla="*/ 31 h 128"/>
                <a:gd name="T58" fmla="*/ 52 w 56"/>
                <a:gd name="T5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6" h="128">
                  <a:moveTo>
                    <a:pt x="50" y="27"/>
                  </a:moveTo>
                  <a:cubicBezTo>
                    <a:pt x="45" y="27"/>
                    <a:pt x="45" y="27"/>
                    <a:pt x="45" y="27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0"/>
                    <a:pt x="42" y="7"/>
                    <a:pt x="39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0"/>
                    <a:pt x="28" y="0"/>
                  </a:cubicBezTo>
                  <a:cubicBezTo>
                    <a:pt x="27" y="0"/>
                    <a:pt x="26" y="1"/>
                    <a:pt x="26" y="2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4" y="7"/>
                    <a:pt x="11" y="10"/>
                    <a:pt x="11" y="13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2" y="27"/>
                    <a:pt x="0" y="29"/>
                    <a:pt x="0" y="33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50" y="128"/>
                    <a:pt x="50" y="128"/>
                    <a:pt x="50" y="128"/>
                  </a:cubicBezTo>
                  <a:cubicBezTo>
                    <a:pt x="54" y="128"/>
                    <a:pt x="56" y="125"/>
                    <a:pt x="56" y="122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9"/>
                    <a:pt x="54" y="27"/>
                    <a:pt x="50" y="27"/>
                  </a:cubicBezTo>
                  <a:close/>
                  <a:moveTo>
                    <a:pt x="15" y="12"/>
                  </a:moveTo>
                  <a:cubicBezTo>
                    <a:pt x="41" y="12"/>
                    <a:pt x="41" y="12"/>
                    <a:pt x="41" y="12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5" y="12"/>
                  </a:lnTo>
                  <a:close/>
                  <a:moveTo>
                    <a:pt x="52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52" y="31"/>
                    <a:pt x="52" y="31"/>
                    <a:pt x="52" y="31"/>
                  </a:cubicBezTo>
                  <a:lnTo>
                    <a:pt x="52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4606925" y="6243638"/>
              <a:ext cx="19050" cy="239713"/>
            </a:xfrm>
            <a:custGeom>
              <a:avLst/>
              <a:gdLst>
                <a:gd name="T0" fmla="*/ 3 w 5"/>
                <a:gd name="T1" fmla="*/ 64 h 64"/>
                <a:gd name="T2" fmla="*/ 5 w 5"/>
                <a:gd name="T3" fmla="*/ 62 h 64"/>
                <a:gd name="T4" fmla="*/ 5 w 5"/>
                <a:gd name="T5" fmla="*/ 2 h 64"/>
                <a:gd name="T6" fmla="*/ 3 w 5"/>
                <a:gd name="T7" fmla="*/ 0 h 64"/>
                <a:gd name="T8" fmla="*/ 0 w 5"/>
                <a:gd name="T9" fmla="*/ 2 h 64"/>
                <a:gd name="T10" fmla="*/ 0 w 5"/>
                <a:gd name="T11" fmla="*/ 62 h 64"/>
                <a:gd name="T12" fmla="*/ 3 w 5"/>
                <a:gd name="T1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4">
                  <a:moveTo>
                    <a:pt x="3" y="64"/>
                  </a:moveTo>
                  <a:cubicBezTo>
                    <a:pt x="4" y="64"/>
                    <a:pt x="5" y="63"/>
                    <a:pt x="5" y="6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3"/>
                    <a:pt x="1" y="64"/>
                    <a:pt x="3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4678363" y="6243638"/>
              <a:ext cx="19050" cy="239713"/>
            </a:xfrm>
            <a:custGeom>
              <a:avLst/>
              <a:gdLst>
                <a:gd name="T0" fmla="*/ 2 w 5"/>
                <a:gd name="T1" fmla="*/ 64 h 64"/>
                <a:gd name="T2" fmla="*/ 5 w 5"/>
                <a:gd name="T3" fmla="*/ 62 h 64"/>
                <a:gd name="T4" fmla="*/ 5 w 5"/>
                <a:gd name="T5" fmla="*/ 2 h 64"/>
                <a:gd name="T6" fmla="*/ 2 w 5"/>
                <a:gd name="T7" fmla="*/ 0 h 64"/>
                <a:gd name="T8" fmla="*/ 0 w 5"/>
                <a:gd name="T9" fmla="*/ 2 h 64"/>
                <a:gd name="T10" fmla="*/ 0 w 5"/>
                <a:gd name="T11" fmla="*/ 62 h 64"/>
                <a:gd name="T12" fmla="*/ 2 w 5"/>
                <a:gd name="T1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4">
                  <a:moveTo>
                    <a:pt x="2" y="64"/>
                  </a:moveTo>
                  <a:cubicBezTo>
                    <a:pt x="4" y="64"/>
                    <a:pt x="5" y="63"/>
                    <a:pt x="5" y="6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3"/>
                    <a:pt x="1" y="64"/>
                    <a:pt x="2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3530600" y="6073776"/>
            <a:ext cx="322263" cy="481013"/>
            <a:chOff x="3530600" y="6073776"/>
            <a:chExt cx="322263" cy="481013"/>
          </a:xfrm>
          <a:solidFill>
            <a:schemeClr val="accent1"/>
          </a:solidFill>
        </p:grpSpPr>
        <p:sp>
          <p:nvSpPr>
            <p:cNvPr id="17" name="Freeform 17"/>
            <p:cNvSpPr>
              <a:spLocks noEditPoints="1"/>
            </p:cNvSpPr>
            <p:nvPr/>
          </p:nvSpPr>
          <p:spPr bwMode="auto">
            <a:xfrm>
              <a:off x="3530600" y="6073776"/>
              <a:ext cx="322263" cy="481013"/>
            </a:xfrm>
            <a:custGeom>
              <a:avLst/>
              <a:gdLst>
                <a:gd name="T0" fmla="*/ 80 w 86"/>
                <a:gd name="T1" fmla="*/ 14 h 128"/>
                <a:gd name="T2" fmla="*/ 71 w 86"/>
                <a:gd name="T3" fmla="*/ 14 h 128"/>
                <a:gd name="T4" fmla="*/ 71 w 86"/>
                <a:gd name="T5" fmla="*/ 6 h 128"/>
                <a:gd name="T6" fmla="*/ 65 w 86"/>
                <a:gd name="T7" fmla="*/ 0 h 128"/>
                <a:gd name="T8" fmla="*/ 21 w 86"/>
                <a:gd name="T9" fmla="*/ 0 h 128"/>
                <a:gd name="T10" fmla="*/ 15 w 86"/>
                <a:gd name="T11" fmla="*/ 6 h 128"/>
                <a:gd name="T12" fmla="*/ 15 w 86"/>
                <a:gd name="T13" fmla="*/ 14 h 128"/>
                <a:gd name="T14" fmla="*/ 6 w 86"/>
                <a:gd name="T15" fmla="*/ 14 h 128"/>
                <a:gd name="T16" fmla="*/ 0 w 86"/>
                <a:gd name="T17" fmla="*/ 20 h 128"/>
                <a:gd name="T18" fmla="*/ 0 w 86"/>
                <a:gd name="T19" fmla="*/ 122 h 128"/>
                <a:gd name="T20" fmla="*/ 6 w 86"/>
                <a:gd name="T21" fmla="*/ 128 h 128"/>
                <a:gd name="T22" fmla="*/ 80 w 86"/>
                <a:gd name="T23" fmla="*/ 128 h 128"/>
                <a:gd name="T24" fmla="*/ 86 w 86"/>
                <a:gd name="T25" fmla="*/ 122 h 128"/>
                <a:gd name="T26" fmla="*/ 86 w 86"/>
                <a:gd name="T27" fmla="*/ 20 h 128"/>
                <a:gd name="T28" fmla="*/ 80 w 86"/>
                <a:gd name="T29" fmla="*/ 14 h 128"/>
                <a:gd name="T30" fmla="*/ 56 w 86"/>
                <a:gd name="T31" fmla="*/ 4 h 128"/>
                <a:gd name="T32" fmla="*/ 67 w 86"/>
                <a:gd name="T33" fmla="*/ 4 h 128"/>
                <a:gd name="T34" fmla="*/ 67 w 86"/>
                <a:gd name="T35" fmla="*/ 14 h 128"/>
                <a:gd name="T36" fmla="*/ 56 w 86"/>
                <a:gd name="T37" fmla="*/ 14 h 128"/>
                <a:gd name="T38" fmla="*/ 56 w 86"/>
                <a:gd name="T39" fmla="*/ 4 h 128"/>
                <a:gd name="T40" fmla="*/ 34 w 86"/>
                <a:gd name="T41" fmla="*/ 4 h 128"/>
                <a:gd name="T42" fmla="*/ 52 w 86"/>
                <a:gd name="T43" fmla="*/ 4 h 128"/>
                <a:gd name="T44" fmla="*/ 52 w 86"/>
                <a:gd name="T45" fmla="*/ 14 h 128"/>
                <a:gd name="T46" fmla="*/ 34 w 86"/>
                <a:gd name="T47" fmla="*/ 14 h 128"/>
                <a:gd name="T48" fmla="*/ 34 w 86"/>
                <a:gd name="T49" fmla="*/ 4 h 128"/>
                <a:gd name="T50" fmla="*/ 19 w 86"/>
                <a:gd name="T51" fmla="*/ 4 h 128"/>
                <a:gd name="T52" fmla="*/ 30 w 86"/>
                <a:gd name="T53" fmla="*/ 4 h 128"/>
                <a:gd name="T54" fmla="*/ 30 w 86"/>
                <a:gd name="T55" fmla="*/ 14 h 128"/>
                <a:gd name="T56" fmla="*/ 19 w 86"/>
                <a:gd name="T57" fmla="*/ 14 h 128"/>
                <a:gd name="T58" fmla="*/ 19 w 86"/>
                <a:gd name="T59" fmla="*/ 4 h 128"/>
                <a:gd name="T60" fmla="*/ 82 w 86"/>
                <a:gd name="T61" fmla="*/ 123 h 128"/>
                <a:gd name="T62" fmla="*/ 4 w 86"/>
                <a:gd name="T63" fmla="*/ 123 h 128"/>
                <a:gd name="T64" fmla="*/ 4 w 86"/>
                <a:gd name="T65" fmla="*/ 19 h 128"/>
                <a:gd name="T66" fmla="*/ 82 w 86"/>
                <a:gd name="T67" fmla="*/ 19 h 128"/>
                <a:gd name="T68" fmla="*/ 82 w 86"/>
                <a:gd name="T6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" h="128">
                  <a:moveTo>
                    <a:pt x="80" y="14"/>
                  </a:moveTo>
                  <a:cubicBezTo>
                    <a:pt x="71" y="14"/>
                    <a:pt x="71" y="14"/>
                    <a:pt x="71" y="14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2"/>
                    <a:pt x="69" y="0"/>
                    <a:pt x="6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7" y="0"/>
                    <a:pt x="15" y="2"/>
                    <a:pt x="15" y="6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7"/>
                    <a:pt x="0" y="20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83" y="128"/>
                    <a:pt x="86" y="125"/>
                    <a:pt x="86" y="12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17"/>
                    <a:pt x="83" y="14"/>
                    <a:pt x="80" y="14"/>
                  </a:cubicBezTo>
                  <a:close/>
                  <a:moveTo>
                    <a:pt x="56" y="4"/>
                  </a:moveTo>
                  <a:cubicBezTo>
                    <a:pt x="67" y="4"/>
                    <a:pt x="67" y="4"/>
                    <a:pt x="67" y="4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56" y="14"/>
                    <a:pt x="56" y="14"/>
                    <a:pt x="56" y="14"/>
                  </a:cubicBezTo>
                  <a:lnTo>
                    <a:pt x="56" y="4"/>
                  </a:lnTo>
                  <a:close/>
                  <a:moveTo>
                    <a:pt x="34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34" y="14"/>
                    <a:pt x="34" y="14"/>
                    <a:pt x="34" y="14"/>
                  </a:cubicBezTo>
                  <a:lnTo>
                    <a:pt x="34" y="4"/>
                  </a:lnTo>
                  <a:close/>
                  <a:moveTo>
                    <a:pt x="19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19" y="14"/>
                    <a:pt x="19" y="14"/>
                    <a:pt x="19" y="14"/>
                  </a:cubicBezTo>
                  <a:lnTo>
                    <a:pt x="19" y="4"/>
                  </a:lnTo>
                  <a:close/>
                  <a:moveTo>
                    <a:pt x="82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82" y="19"/>
                    <a:pt x="82" y="19"/>
                    <a:pt x="82" y="19"/>
                  </a:cubicBezTo>
                  <a:lnTo>
                    <a:pt x="82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18"/>
            <p:cNvSpPr>
              <a:spLocks noEditPoints="1"/>
            </p:cNvSpPr>
            <p:nvPr/>
          </p:nvSpPr>
          <p:spPr bwMode="auto">
            <a:xfrm>
              <a:off x="3586163" y="6265863"/>
              <a:ext cx="209550" cy="153988"/>
            </a:xfrm>
            <a:custGeom>
              <a:avLst/>
              <a:gdLst>
                <a:gd name="T0" fmla="*/ 6 w 56"/>
                <a:gd name="T1" fmla="*/ 41 h 41"/>
                <a:gd name="T2" fmla="*/ 50 w 56"/>
                <a:gd name="T3" fmla="*/ 41 h 41"/>
                <a:gd name="T4" fmla="*/ 56 w 56"/>
                <a:gd name="T5" fmla="*/ 35 h 41"/>
                <a:gd name="T6" fmla="*/ 56 w 56"/>
                <a:gd name="T7" fmla="*/ 6 h 41"/>
                <a:gd name="T8" fmla="*/ 50 w 56"/>
                <a:gd name="T9" fmla="*/ 0 h 41"/>
                <a:gd name="T10" fmla="*/ 6 w 56"/>
                <a:gd name="T11" fmla="*/ 0 h 41"/>
                <a:gd name="T12" fmla="*/ 0 w 56"/>
                <a:gd name="T13" fmla="*/ 6 h 41"/>
                <a:gd name="T14" fmla="*/ 0 w 56"/>
                <a:gd name="T15" fmla="*/ 35 h 41"/>
                <a:gd name="T16" fmla="*/ 6 w 56"/>
                <a:gd name="T17" fmla="*/ 41 h 41"/>
                <a:gd name="T18" fmla="*/ 4 w 56"/>
                <a:gd name="T19" fmla="*/ 4 h 41"/>
                <a:gd name="T20" fmla="*/ 52 w 56"/>
                <a:gd name="T21" fmla="*/ 4 h 41"/>
                <a:gd name="T22" fmla="*/ 52 w 56"/>
                <a:gd name="T23" fmla="*/ 37 h 41"/>
                <a:gd name="T24" fmla="*/ 4 w 56"/>
                <a:gd name="T25" fmla="*/ 37 h 41"/>
                <a:gd name="T26" fmla="*/ 4 w 56"/>
                <a:gd name="T27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41">
                  <a:moveTo>
                    <a:pt x="6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54" y="41"/>
                    <a:pt x="56" y="39"/>
                    <a:pt x="56" y="35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6" y="2"/>
                    <a:pt x="54" y="0"/>
                    <a:pt x="5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2" y="41"/>
                    <a:pt x="6" y="41"/>
                  </a:cubicBezTo>
                  <a:close/>
                  <a:moveTo>
                    <a:pt x="4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4" y="37"/>
                    <a:pt x="4" y="37"/>
                    <a:pt x="4" y="37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3" name="组合 182"/>
          <p:cNvGrpSpPr/>
          <p:nvPr/>
        </p:nvGrpSpPr>
        <p:grpSpPr>
          <a:xfrm>
            <a:off x="2519363" y="6070601"/>
            <a:ext cx="420688" cy="481013"/>
            <a:chOff x="2519363" y="6070601"/>
            <a:chExt cx="420688" cy="481013"/>
          </a:xfrm>
          <a:solidFill>
            <a:schemeClr val="accent1"/>
          </a:solidFill>
        </p:grpSpPr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519363" y="6070601"/>
              <a:ext cx="420688" cy="481013"/>
            </a:xfrm>
            <a:custGeom>
              <a:avLst/>
              <a:gdLst>
                <a:gd name="T0" fmla="*/ 98 w 112"/>
                <a:gd name="T1" fmla="*/ 35 h 128"/>
                <a:gd name="T2" fmla="*/ 97 w 112"/>
                <a:gd name="T3" fmla="*/ 34 h 128"/>
                <a:gd name="T4" fmla="*/ 103 w 112"/>
                <a:gd name="T5" fmla="*/ 29 h 128"/>
                <a:gd name="T6" fmla="*/ 103 w 112"/>
                <a:gd name="T7" fmla="*/ 26 h 128"/>
                <a:gd name="T8" fmla="*/ 100 w 112"/>
                <a:gd name="T9" fmla="*/ 26 h 128"/>
                <a:gd name="T10" fmla="*/ 94 w 112"/>
                <a:gd name="T11" fmla="*/ 31 h 128"/>
                <a:gd name="T12" fmla="*/ 93 w 112"/>
                <a:gd name="T13" fmla="*/ 30 h 128"/>
                <a:gd name="T14" fmla="*/ 60 w 112"/>
                <a:gd name="T15" fmla="*/ 16 h 128"/>
                <a:gd name="T16" fmla="*/ 58 w 112"/>
                <a:gd name="T17" fmla="*/ 16 h 128"/>
                <a:gd name="T18" fmla="*/ 58 w 112"/>
                <a:gd name="T19" fmla="*/ 5 h 128"/>
                <a:gd name="T20" fmla="*/ 63 w 112"/>
                <a:gd name="T21" fmla="*/ 5 h 128"/>
                <a:gd name="T22" fmla="*/ 66 w 112"/>
                <a:gd name="T23" fmla="*/ 3 h 128"/>
                <a:gd name="T24" fmla="*/ 63 w 112"/>
                <a:gd name="T25" fmla="*/ 0 h 128"/>
                <a:gd name="T26" fmla="*/ 49 w 112"/>
                <a:gd name="T27" fmla="*/ 0 h 128"/>
                <a:gd name="T28" fmla="*/ 46 w 112"/>
                <a:gd name="T29" fmla="*/ 3 h 128"/>
                <a:gd name="T30" fmla="*/ 49 w 112"/>
                <a:gd name="T31" fmla="*/ 5 h 128"/>
                <a:gd name="T32" fmla="*/ 54 w 112"/>
                <a:gd name="T33" fmla="*/ 5 h 128"/>
                <a:gd name="T34" fmla="*/ 54 w 112"/>
                <a:gd name="T35" fmla="*/ 16 h 128"/>
                <a:gd name="T36" fmla="*/ 52 w 112"/>
                <a:gd name="T37" fmla="*/ 16 h 128"/>
                <a:gd name="T38" fmla="*/ 0 w 112"/>
                <a:gd name="T39" fmla="*/ 72 h 128"/>
                <a:gd name="T40" fmla="*/ 56 w 112"/>
                <a:gd name="T41" fmla="*/ 128 h 128"/>
                <a:gd name="T42" fmla="*/ 112 w 112"/>
                <a:gd name="T43" fmla="*/ 72 h 128"/>
                <a:gd name="T44" fmla="*/ 98 w 112"/>
                <a:gd name="T45" fmla="*/ 35 h 128"/>
                <a:gd name="T46" fmla="*/ 92 w 112"/>
                <a:gd name="T47" fmla="*/ 109 h 128"/>
                <a:gd name="T48" fmla="*/ 76 w 112"/>
                <a:gd name="T49" fmla="*/ 120 h 128"/>
                <a:gd name="T50" fmla="*/ 56 w 112"/>
                <a:gd name="T51" fmla="*/ 124 h 128"/>
                <a:gd name="T52" fmla="*/ 36 w 112"/>
                <a:gd name="T53" fmla="*/ 120 h 128"/>
                <a:gd name="T54" fmla="*/ 20 w 112"/>
                <a:gd name="T55" fmla="*/ 109 h 128"/>
                <a:gd name="T56" fmla="*/ 8 w 112"/>
                <a:gd name="T57" fmla="*/ 92 h 128"/>
                <a:gd name="T58" fmla="*/ 4 w 112"/>
                <a:gd name="T59" fmla="*/ 72 h 128"/>
                <a:gd name="T60" fmla="*/ 8 w 112"/>
                <a:gd name="T61" fmla="*/ 52 h 128"/>
                <a:gd name="T62" fmla="*/ 20 w 112"/>
                <a:gd name="T63" fmla="*/ 36 h 128"/>
                <a:gd name="T64" fmla="*/ 36 w 112"/>
                <a:gd name="T65" fmla="*/ 25 h 128"/>
                <a:gd name="T66" fmla="*/ 76 w 112"/>
                <a:gd name="T67" fmla="*/ 25 h 128"/>
                <a:gd name="T68" fmla="*/ 92 w 112"/>
                <a:gd name="T69" fmla="*/ 36 h 128"/>
                <a:gd name="T70" fmla="*/ 104 w 112"/>
                <a:gd name="T71" fmla="*/ 52 h 128"/>
                <a:gd name="T72" fmla="*/ 108 w 112"/>
                <a:gd name="T73" fmla="*/ 72 h 128"/>
                <a:gd name="T74" fmla="*/ 104 w 112"/>
                <a:gd name="T75" fmla="*/ 92 h 128"/>
                <a:gd name="T76" fmla="*/ 92 w 112"/>
                <a:gd name="T77" fmla="*/ 10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2" h="128">
                  <a:moveTo>
                    <a:pt x="98" y="35"/>
                  </a:moveTo>
                  <a:cubicBezTo>
                    <a:pt x="97" y="34"/>
                    <a:pt x="97" y="34"/>
                    <a:pt x="97" y="34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8"/>
                    <a:pt x="104" y="27"/>
                    <a:pt x="103" y="26"/>
                  </a:cubicBezTo>
                  <a:cubicBezTo>
                    <a:pt x="102" y="25"/>
                    <a:pt x="100" y="25"/>
                    <a:pt x="100" y="26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0"/>
                    <a:pt x="93" y="30"/>
                    <a:pt x="93" y="30"/>
                  </a:cubicBezTo>
                  <a:cubicBezTo>
                    <a:pt x="84" y="22"/>
                    <a:pt x="72" y="17"/>
                    <a:pt x="60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5" y="5"/>
                    <a:pt x="66" y="4"/>
                    <a:pt x="66" y="3"/>
                  </a:cubicBezTo>
                  <a:cubicBezTo>
                    <a:pt x="66" y="1"/>
                    <a:pt x="65" y="0"/>
                    <a:pt x="63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7" y="0"/>
                    <a:pt x="46" y="1"/>
                    <a:pt x="46" y="3"/>
                  </a:cubicBezTo>
                  <a:cubicBezTo>
                    <a:pt x="46" y="4"/>
                    <a:pt x="47" y="5"/>
                    <a:pt x="49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23" y="18"/>
                    <a:pt x="0" y="43"/>
                    <a:pt x="0" y="72"/>
                  </a:cubicBezTo>
                  <a:cubicBezTo>
                    <a:pt x="0" y="103"/>
                    <a:pt x="25" y="128"/>
                    <a:pt x="56" y="128"/>
                  </a:cubicBezTo>
                  <a:cubicBezTo>
                    <a:pt x="87" y="128"/>
                    <a:pt x="112" y="103"/>
                    <a:pt x="112" y="72"/>
                  </a:cubicBezTo>
                  <a:cubicBezTo>
                    <a:pt x="112" y="59"/>
                    <a:pt x="107" y="46"/>
                    <a:pt x="98" y="35"/>
                  </a:cubicBezTo>
                  <a:close/>
                  <a:moveTo>
                    <a:pt x="92" y="109"/>
                  </a:moveTo>
                  <a:cubicBezTo>
                    <a:pt x="88" y="114"/>
                    <a:pt x="82" y="117"/>
                    <a:pt x="76" y="120"/>
                  </a:cubicBezTo>
                  <a:cubicBezTo>
                    <a:pt x="70" y="123"/>
                    <a:pt x="63" y="124"/>
                    <a:pt x="56" y="124"/>
                  </a:cubicBezTo>
                  <a:cubicBezTo>
                    <a:pt x="49" y="124"/>
                    <a:pt x="42" y="123"/>
                    <a:pt x="36" y="120"/>
                  </a:cubicBezTo>
                  <a:cubicBezTo>
                    <a:pt x="30" y="117"/>
                    <a:pt x="24" y="114"/>
                    <a:pt x="20" y="109"/>
                  </a:cubicBezTo>
                  <a:cubicBezTo>
                    <a:pt x="15" y="104"/>
                    <a:pt x="11" y="99"/>
                    <a:pt x="8" y="92"/>
                  </a:cubicBezTo>
                  <a:cubicBezTo>
                    <a:pt x="6" y="86"/>
                    <a:pt x="4" y="79"/>
                    <a:pt x="4" y="72"/>
                  </a:cubicBezTo>
                  <a:cubicBezTo>
                    <a:pt x="4" y="65"/>
                    <a:pt x="6" y="59"/>
                    <a:pt x="8" y="52"/>
                  </a:cubicBezTo>
                  <a:cubicBezTo>
                    <a:pt x="11" y="46"/>
                    <a:pt x="15" y="41"/>
                    <a:pt x="20" y="36"/>
                  </a:cubicBezTo>
                  <a:cubicBezTo>
                    <a:pt x="24" y="31"/>
                    <a:pt x="30" y="27"/>
                    <a:pt x="36" y="25"/>
                  </a:cubicBezTo>
                  <a:cubicBezTo>
                    <a:pt x="49" y="19"/>
                    <a:pt x="63" y="19"/>
                    <a:pt x="76" y="25"/>
                  </a:cubicBezTo>
                  <a:cubicBezTo>
                    <a:pt x="82" y="27"/>
                    <a:pt x="88" y="31"/>
                    <a:pt x="92" y="36"/>
                  </a:cubicBezTo>
                  <a:cubicBezTo>
                    <a:pt x="97" y="41"/>
                    <a:pt x="101" y="46"/>
                    <a:pt x="104" y="52"/>
                  </a:cubicBezTo>
                  <a:cubicBezTo>
                    <a:pt x="106" y="59"/>
                    <a:pt x="108" y="65"/>
                    <a:pt x="108" y="72"/>
                  </a:cubicBezTo>
                  <a:cubicBezTo>
                    <a:pt x="108" y="79"/>
                    <a:pt x="106" y="86"/>
                    <a:pt x="104" y="92"/>
                  </a:cubicBezTo>
                  <a:cubicBezTo>
                    <a:pt x="101" y="99"/>
                    <a:pt x="97" y="104"/>
                    <a:pt x="92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Freeform 20"/>
            <p:cNvSpPr>
              <a:spLocks noEditPoints="1"/>
            </p:cNvSpPr>
            <p:nvPr/>
          </p:nvSpPr>
          <p:spPr bwMode="auto">
            <a:xfrm>
              <a:off x="2692400" y="6202363"/>
              <a:ext cx="74613" cy="176213"/>
            </a:xfrm>
            <a:custGeom>
              <a:avLst/>
              <a:gdLst>
                <a:gd name="T0" fmla="*/ 13 w 20"/>
                <a:gd name="T1" fmla="*/ 28 h 47"/>
                <a:gd name="T2" fmla="*/ 12 w 20"/>
                <a:gd name="T3" fmla="*/ 28 h 47"/>
                <a:gd name="T4" fmla="*/ 12 w 20"/>
                <a:gd name="T5" fmla="*/ 2 h 47"/>
                <a:gd name="T6" fmla="*/ 10 w 20"/>
                <a:gd name="T7" fmla="*/ 0 h 47"/>
                <a:gd name="T8" fmla="*/ 8 w 20"/>
                <a:gd name="T9" fmla="*/ 2 h 47"/>
                <a:gd name="T10" fmla="*/ 8 w 20"/>
                <a:gd name="T11" fmla="*/ 28 h 47"/>
                <a:gd name="T12" fmla="*/ 7 w 20"/>
                <a:gd name="T13" fmla="*/ 28 h 47"/>
                <a:gd name="T14" fmla="*/ 0 w 20"/>
                <a:gd name="T15" fmla="*/ 37 h 47"/>
                <a:gd name="T16" fmla="*/ 10 w 20"/>
                <a:gd name="T17" fmla="*/ 47 h 47"/>
                <a:gd name="T18" fmla="*/ 20 w 20"/>
                <a:gd name="T19" fmla="*/ 37 h 47"/>
                <a:gd name="T20" fmla="*/ 13 w 20"/>
                <a:gd name="T21" fmla="*/ 28 h 47"/>
                <a:gd name="T22" fmla="*/ 10 w 20"/>
                <a:gd name="T23" fmla="*/ 42 h 47"/>
                <a:gd name="T24" fmla="*/ 5 w 20"/>
                <a:gd name="T25" fmla="*/ 37 h 47"/>
                <a:gd name="T26" fmla="*/ 10 w 20"/>
                <a:gd name="T27" fmla="*/ 32 h 47"/>
                <a:gd name="T28" fmla="*/ 10 w 20"/>
                <a:gd name="T29" fmla="*/ 32 h 47"/>
                <a:gd name="T30" fmla="*/ 15 w 20"/>
                <a:gd name="T31" fmla="*/ 37 h 47"/>
                <a:gd name="T32" fmla="*/ 10 w 20"/>
                <a:gd name="T33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47">
                  <a:moveTo>
                    <a:pt x="13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2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3" y="30"/>
                    <a:pt x="0" y="33"/>
                    <a:pt x="0" y="37"/>
                  </a:cubicBezTo>
                  <a:cubicBezTo>
                    <a:pt x="0" y="43"/>
                    <a:pt x="5" y="47"/>
                    <a:pt x="10" y="47"/>
                  </a:cubicBezTo>
                  <a:cubicBezTo>
                    <a:pt x="15" y="47"/>
                    <a:pt x="20" y="43"/>
                    <a:pt x="20" y="37"/>
                  </a:cubicBezTo>
                  <a:cubicBezTo>
                    <a:pt x="20" y="33"/>
                    <a:pt x="17" y="30"/>
                    <a:pt x="13" y="28"/>
                  </a:cubicBezTo>
                  <a:close/>
                  <a:moveTo>
                    <a:pt x="10" y="42"/>
                  </a:moveTo>
                  <a:cubicBezTo>
                    <a:pt x="7" y="42"/>
                    <a:pt x="5" y="40"/>
                    <a:pt x="5" y="37"/>
                  </a:cubicBezTo>
                  <a:cubicBezTo>
                    <a:pt x="5" y="35"/>
                    <a:pt x="7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3" y="32"/>
                    <a:pt x="15" y="35"/>
                    <a:pt x="15" y="37"/>
                  </a:cubicBezTo>
                  <a:cubicBezTo>
                    <a:pt x="15" y="40"/>
                    <a:pt x="13" y="42"/>
                    <a:pt x="1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1528763" y="6108701"/>
            <a:ext cx="481013" cy="409575"/>
            <a:chOff x="1528763" y="6108701"/>
            <a:chExt cx="481013" cy="409575"/>
          </a:xfrm>
          <a:solidFill>
            <a:schemeClr val="accent1"/>
          </a:solidFill>
        </p:grpSpPr>
        <p:sp>
          <p:nvSpPr>
            <p:cNvPr id="21" name="Freeform 21"/>
            <p:cNvSpPr>
              <a:spLocks noEditPoints="1"/>
            </p:cNvSpPr>
            <p:nvPr/>
          </p:nvSpPr>
          <p:spPr bwMode="auto">
            <a:xfrm>
              <a:off x="1528763" y="6108701"/>
              <a:ext cx="481013" cy="409575"/>
            </a:xfrm>
            <a:custGeom>
              <a:avLst/>
              <a:gdLst>
                <a:gd name="T0" fmla="*/ 122 w 128"/>
                <a:gd name="T1" fmla="*/ 15 h 109"/>
                <a:gd name="T2" fmla="*/ 91 w 128"/>
                <a:gd name="T3" fmla="*/ 15 h 109"/>
                <a:gd name="T4" fmla="*/ 91 w 128"/>
                <a:gd name="T5" fmla="*/ 15 h 109"/>
                <a:gd name="T6" fmla="*/ 64 w 128"/>
                <a:gd name="T7" fmla="*/ 0 h 109"/>
                <a:gd name="T8" fmla="*/ 37 w 128"/>
                <a:gd name="T9" fmla="*/ 15 h 109"/>
                <a:gd name="T10" fmla="*/ 37 w 128"/>
                <a:gd name="T11" fmla="*/ 15 h 109"/>
                <a:gd name="T12" fmla="*/ 6 w 128"/>
                <a:gd name="T13" fmla="*/ 15 h 109"/>
                <a:gd name="T14" fmla="*/ 0 w 128"/>
                <a:gd name="T15" fmla="*/ 21 h 109"/>
                <a:gd name="T16" fmla="*/ 0 w 128"/>
                <a:gd name="T17" fmla="*/ 103 h 109"/>
                <a:gd name="T18" fmla="*/ 6 w 128"/>
                <a:gd name="T19" fmla="*/ 109 h 109"/>
                <a:gd name="T20" fmla="*/ 122 w 128"/>
                <a:gd name="T21" fmla="*/ 109 h 109"/>
                <a:gd name="T22" fmla="*/ 128 w 128"/>
                <a:gd name="T23" fmla="*/ 103 h 109"/>
                <a:gd name="T24" fmla="*/ 128 w 128"/>
                <a:gd name="T25" fmla="*/ 21 h 109"/>
                <a:gd name="T26" fmla="*/ 122 w 128"/>
                <a:gd name="T27" fmla="*/ 15 h 109"/>
                <a:gd name="T28" fmla="*/ 45 w 128"/>
                <a:gd name="T29" fmla="*/ 13 h 109"/>
                <a:gd name="T30" fmla="*/ 64 w 128"/>
                <a:gd name="T31" fmla="*/ 5 h 109"/>
                <a:gd name="T32" fmla="*/ 83 w 128"/>
                <a:gd name="T33" fmla="*/ 13 h 109"/>
                <a:gd name="T34" fmla="*/ 91 w 128"/>
                <a:gd name="T35" fmla="*/ 32 h 109"/>
                <a:gd name="T36" fmla="*/ 83 w 128"/>
                <a:gd name="T37" fmla="*/ 52 h 109"/>
                <a:gd name="T38" fmla="*/ 64 w 128"/>
                <a:gd name="T39" fmla="*/ 60 h 109"/>
                <a:gd name="T40" fmla="*/ 45 w 128"/>
                <a:gd name="T41" fmla="*/ 52 h 109"/>
                <a:gd name="T42" fmla="*/ 37 w 128"/>
                <a:gd name="T43" fmla="*/ 32 h 109"/>
                <a:gd name="T44" fmla="*/ 45 w 128"/>
                <a:gd name="T45" fmla="*/ 13 h 109"/>
                <a:gd name="T46" fmla="*/ 123 w 128"/>
                <a:gd name="T47" fmla="*/ 104 h 109"/>
                <a:gd name="T48" fmla="*/ 5 w 128"/>
                <a:gd name="T49" fmla="*/ 104 h 109"/>
                <a:gd name="T50" fmla="*/ 5 w 128"/>
                <a:gd name="T51" fmla="*/ 20 h 109"/>
                <a:gd name="T52" fmla="*/ 35 w 128"/>
                <a:gd name="T53" fmla="*/ 20 h 109"/>
                <a:gd name="T54" fmla="*/ 34 w 128"/>
                <a:gd name="T55" fmla="*/ 22 h 109"/>
                <a:gd name="T56" fmla="*/ 32 w 128"/>
                <a:gd name="T57" fmla="*/ 32 h 109"/>
                <a:gd name="T58" fmla="*/ 64 w 128"/>
                <a:gd name="T59" fmla="*/ 64 h 109"/>
                <a:gd name="T60" fmla="*/ 96 w 128"/>
                <a:gd name="T61" fmla="*/ 32 h 109"/>
                <a:gd name="T62" fmla="*/ 94 w 128"/>
                <a:gd name="T63" fmla="*/ 22 h 109"/>
                <a:gd name="T64" fmla="*/ 93 w 128"/>
                <a:gd name="T65" fmla="*/ 20 h 109"/>
                <a:gd name="T66" fmla="*/ 123 w 128"/>
                <a:gd name="T67" fmla="*/ 20 h 109"/>
                <a:gd name="T68" fmla="*/ 123 w 128"/>
                <a:gd name="T69" fmla="*/ 104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09">
                  <a:moveTo>
                    <a:pt x="122" y="15"/>
                  </a:moveTo>
                  <a:cubicBezTo>
                    <a:pt x="91" y="15"/>
                    <a:pt x="91" y="15"/>
                    <a:pt x="91" y="15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85" y="6"/>
                    <a:pt x="75" y="0"/>
                    <a:pt x="64" y="0"/>
                  </a:cubicBezTo>
                  <a:cubicBezTo>
                    <a:pt x="53" y="0"/>
                    <a:pt x="43" y="6"/>
                    <a:pt x="37" y="15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3" y="15"/>
                    <a:pt x="0" y="18"/>
                    <a:pt x="0" y="21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6"/>
                    <a:pt x="3" y="109"/>
                    <a:pt x="6" y="109"/>
                  </a:cubicBezTo>
                  <a:cubicBezTo>
                    <a:pt x="122" y="109"/>
                    <a:pt x="122" y="109"/>
                    <a:pt x="122" y="109"/>
                  </a:cubicBezTo>
                  <a:cubicBezTo>
                    <a:pt x="125" y="109"/>
                    <a:pt x="128" y="106"/>
                    <a:pt x="128" y="103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8"/>
                    <a:pt x="125" y="15"/>
                    <a:pt x="122" y="15"/>
                  </a:cubicBezTo>
                  <a:close/>
                  <a:moveTo>
                    <a:pt x="45" y="13"/>
                  </a:moveTo>
                  <a:cubicBezTo>
                    <a:pt x="50" y="8"/>
                    <a:pt x="57" y="5"/>
                    <a:pt x="64" y="5"/>
                  </a:cubicBezTo>
                  <a:cubicBezTo>
                    <a:pt x="71" y="5"/>
                    <a:pt x="78" y="8"/>
                    <a:pt x="83" y="13"/>
                  </a:cubicBezTo>
                  <a:cubicBezTo>
                    <a:pt x="89" y="18"/>
                    <a:pt x="91" y="25"/>
                    <a:pt x="91" y="32"/>
                  </a:cubicBezTo>
                  <a:cubicBezTo>
                    <a:pt x="91" y="40"/>
                    <a:pt x="89" y="47"/>
                    <a:pt x="83" y="52"/>
                  </a:cubicBezTo>
                  <a:cubicBezTo>
                    <a:pt x="78" y="57"/>
                    <a:pt x="71" y="60"/>
                    <a:pt x="64" y="60"/>
                  </a:cubicBezTo>
                  <a:cubicBezTo>
                    <a:pt x="57" y="60"/>
                    <a:pt x="50" y="57"/>
                    <a:pt x="45" y="52"/>
                  </a:cubicBezTo>
                  <a:cubicBezTo>
                    <a:pt x="39" y="47"/>
                    <a:pt x="37" y="40"/>
                    <a:pt x="37" y="32"/>
                  </a:cubicBezTo>
                  <a:cubicBezTo>
                    <a:pt x="37" y="25"/>
                    <a:pt x="39" y="18"/>
                    <a:pt x="45" y="13"/>
                  </a:cubicBezTo>
                  <a:close/>
                  <a:moveTo>
                    <a:pt x="123" y="104"/>
                  </a:moveTo>
                  <a:cubicBezTo>
                    <a:pt x="5" y="104"/>
                    <a:pt x="5" y="104"/>
                    <a:pt x="5" y="104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5"/>
                    <a:pt x="32" y="29"/>
                    <a:pt x="32" y="32"/>
                  </a:cubicBezTo>
                  <a:cubicBezTo>
                    <a:pt x="32" y="50"/>
                    <a:pt x="46" y="64"/>
                    <a:pt x="64" y="64"/>
                  </a:cubicBezTo>
                  <a:cubicBezTo>
                    <a:pt x="82" y="64"/>
                    <a:pt x="96" y="50"/>
                    <a:pt x="96" y="32"/>
                  </a:cubicBezTo>
                  <a:cubicBezTo>
                    <a:pt x="96" y="29"/>
                    <a:pt x="95" y="25"/>
                    <a:pt x="94" y="22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1762125" y="6164263"/>
              <a:ext cx="14288" cy="74613"/>
            </a:xfrm>
            <a:custGeom>
              <a:avLst/>
              <a:gdLst>
                <a:gd name="T0" fmla="*/ 2 w 4"/>
                <a:gd name="T1" fmla="*/ 20 h 20"/>
                <a:gd name="T2" fmla="*/ 4 w 4"/>
                <a:gd name="T3" fmla="*/ 18 h 20"/>
                <a:gd name="T4" fmla="*/ 4 w 4"/>
                <a:gd name="T5" fmla="*/ 2 h 20"/>
                <a:gd name="T6" fmla="*/ 2 w 4"/>
                <a:gd name="T7" fmla="*/ 0 h 20"/>
                <a:gd name="T8" fmla="*/ 0 w 4"/>
                <a:gd name="T9" fmla="*/ 2 h 20"/>
                <a:gd name="T10" fmla="*/ 0 w 4"/>
                <a:gd name="T11" fmla="*/ 18 h 20"/>
                <a:gd name="T12" fmla="*/ 2 w 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0">
                  <a:moveTo>
                    <a:pt x="2" y="20"/>
                  </a:moveTo>
                  <a:cubicBezTo>
                    <a:pt x="3" y="20"/>
                    <a:pt x="4" y="19"/>
                    <a:pt x="4" y="18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1633538" y="6389688"/>
              <a:ext cx="271463" cy="15875"/>
            </a:xfrm>
            <a:custGeom>
              <a:avLst/>
              <a:gdLst>
                <a:gd name="T0" fmla="*/ 0 w 72"/>
                <a:gd name="T1" fmla="*/ 2 h 4"/>
                <a:gd name="T2" fmla="*/ 2 w 72"/>
                <a:gd name="T3" fmla="*/ 4 h 4"/>
                <a:gd name="T4" fmla="*/ 70 w 72"/>
                <a:gd name="T5" fmla="*/ 4 h 4"/>
                <a:gd name="T6" fmla="*/ 72 w 72"/>
                <a:gd name="T7" fmla="*/ 2 h 4"/>
                <a:gd name="T8" fmla="*/ 70 w 72"/>
                <a:gd name="T9" fmla="*/ 0 h 4"/>
                <a:gd name="T10" fmla="*/ 2 w 72"/>
                <a:gd name="T11" fmla="*/ 0 h 4"/>
                <a:gd name="T12" fmla="*/ 0 w 72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4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1" y="4"/>
                    <a:pt x="72" y="3"/>
                    <a:pt x="72" y="2"/>
                  </a:cubicBezTo>
                  <a:cubicBezTo>
                    <a:pt x="72" y="1"/>
                    <a:pt x="71" y="0"/>
                    <a:pt x="7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1674813" y="6442076"/>
              <a:ext cx="187325" cy="19050"/>
            </a:xfrm>
            <a:custGeom>
              <a:avLst/>
              <a:gdLst>
                <a:gd name="T0" fmla="*/ 48 w 50"/>
                <a:gd name="T1" fmla="*/ 0 h 5"/>
                <a:gd name="T2" fmla="*/ 2 w 50"/>
                <a:gd name="T3" fmla="*/ 0 h 5"/>
                <a:gd name="T4" fmla="*/ 0 w 50"/>
                <a:gd name="T5" fmla="*/ 3 h 5"/>
                <a:gd name="T6" fmla="*/ 2 w 50"/>
                <a:gd name="T7" fmla="*/ 5 h 5"/>
                <a:gd name="T8" fmla="*/ 48 w 50"/>
                <a:gd name="T9" fmla="*/ 5 h 5"/>
                <a:gd name="T10" fmla="*/ 50 w 50"/>
                <a:gd name="T11" fmla="*/ 3 h 5"/>
                <a:gd name="T12" fmla="*/ 48 w 50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4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3"/>
                  </a:cubicBezTo>
                  <a:cubicBezTo>
                    <a:pt x="50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5" name="Freeform 25"/>
          <p:cNvSpPr>
            <a:spLocks noEditPoints="1"/>
          </p:cNvSpPr>
          <p:nvPr/>
        </p:nvSpPr>
        <p:spPr bwMode="auto">
          <a:xfrm>
            <a:off x="568325" y="6134101"/>
            <a:ext cx="479425" cy="357188"/>
          </a:xfrm>
          <a:custGeom>
            <a:avLst/>
            <a:gdLst>
              <a:gd name="T0" fmla="*/ 124 w 128"/>
              <a:gd name="T1" fmla="*/ 57 h 95"/>
              <a:gd name="T2" fmla="*/ 118 w 128"/>
              <a:gd name="T3" fmla="*/ 32 h 95"/>
              <a:gd name="T4" fmla="*/ 112 w 128"/>
              <a:gd name="T5" fmla="*/ 23 h 95"/>
              <a:gd name="T6" fmla="*/ 95 w 128"/>
              <a:gd name="T7" fmla="*/ 18 h 95"/>
              <a:gd name="T8" fmla="*/ 90 w 128"/>
              <a:gd name="T9" fmla="*/ 17 h 95"/>
              <a:gd name="T10" fmla="*/ 89 w 128"/>
              <a:gd name="T11" fmla="*/ 17 h 95"/>
              <a:gd name="T12" fmla="*/ 89 w 128"/>
              <a:gd name="T13" fmla="*/ 6 h 95"/>
              <a:gd name="T14" fmla="*/ 83 w 128"/>
              <a:gd name="T15" fmla="*/ 0 h 95"/>
              <a:gd name="T16" fmla="*/ 45 w 128"/>
              <a:gd name="T17" fmla="*/ 0 h 95"/>
              <a:gd name="T18" fmla="*/ 39 w 128"/>
              <a:gd name="T19" fmla="*/ 6 h 95"/>
              <a:gd name="T20" fmla="*/ 39 w 128"/>
              <a:gd name="T21" fmla="*/ 17 h 95"/>
              <a:gd name="T22" fmla="*/ 38 w 128"/>
              <a:gd name="T23" fmla="*/ 17 h 95"/>
              <a:gd name="T24" fmla="*/ 33 w 128"/>
              <a:gd name="T25" fmla="*/ 18 h 95"/>
              <a:gd name="T26" fmla="*/ 16 w 128"/>
              <a:gd name="T27" fmla="*/ 23 h 95"/>
              <a:gd name="T28" fmla="*/ 10 w 128"/>
              <a:gd name="T29" fmla="*/ 32 h 95"/>
              <a:gd name="T30" fmla="*/ 4 w 128"/>
              <a:gd name="T31" fmla="*/ 57 h 95"/>
              <a:gd name="T32" fmla="*/ 0 w 128"/>
              <a:gd name="T33" fmla="*/ 85 h 95"/>
              <a:gd name="T34" fmla="*/ 4 w 128"/>
              <a:gd name="T35" fmla="*/ 92 h 95"/>
              <a:gd name="T36" fmla="*/ 12 w 128"/>
              <a:gd name="T37" fmla="*/ 95 h 95"/>
              <a:gd name="T38" fmla="*/ 116 w 128"/>
              <a:gd name="T39" fmla="*/ 95 h 95"/>
              <a:gd name="T40" fmla="*/ 124 w 128"/>
              <a:gd name="T41" fmla="*/ 92 h 95"/>
              <a:gd name="T42" fmla="*/ 128 w 128"/>
              <a:gd name="T43" fmla="*/ 85 h 95"/>
              <a:gd name="T44" fmla="*/ 124 w 128"/>
              <a:gd name="T45" fmla="*/ 57 h 95"/>
              <a:gd name="T46" fmla="*/ 44 w 128"/>
              <a:gd name="T47" fmla="*/ 4 h 95"/>
              <a:gd name="T48" fmla="*/ 84 w 128"/>
              <a:gd name="T49" fmla="*/ 4 h 95"/>
              <a:gd name="T50" fmla="*/ 84 w 128"/>
              <a:gd name="T51" fmla="*/ 17 h 95"/>
              <a:gd name="T52" fmla="*/ 82 w 128"/>
              <a:gd name="T53" fmla="*/ 16 h 95"/>
              <a:gd name="T54" fmla="*/ 64 w 128"/>
              <a:gd name="T55" fmla="*/ 15 h 95"/>
              <a:gd name="T56" fmla="*/ 46 w 128"/>
              <a:gd name="T57" fmla="*/ 16 h 95"/>
              <a:gd name="T58" fmla="*/ 44 w 128"/>
              <a:gd name="T59" fmla="*/ 17 h 95"/>
              <a:gd name="T60" fmla="*/ 44 w 128"/>
              <a:gd name="T61" fmla="*/ 4 h 95"/>
              <a:gd name="T62" fmla="*/ 123 w 128"/>
              <a:gd name="T63" fmla="*/ 84 h 95"/>
              <a:gd name="T64" fmla="*/ 116 w 128"/>
              <a:gd name="T65" fmla="*/ 91 h 95"/>
              <a:gd name="T66" fmla="*/ 12 w 128"/>
              <a:gd name="T67" fmla="*/ 91 h 95"/>
              <a:gd name="T68" fmla="*/ 5 w 128"/>
              <a:gd name="T69" fmla="*/ 84 h 95"/>
              <a:gd name="T70" fmla="*/ 9 w 128"/>
              <a:gd name="T71" fmla="*/ 58 h 95"/>
              <a:gd name="T72" fmla="*/ 14 w 128"/>
              <a:gd name="T73" fmla="*/ 33 h 95"/>
              <a:gd name="T74" fmla="*/ 18 w 128"/>
              <a:gd name="T75" fmla="*/ 27 h 95"/>
              <a:gd name="T76" fmla="*/ 34 w 128"/>
              <a:gd name="T77" fmla="*/ 23 h 95"/>
              <a:gd name="T78" fmla="*/ 64 w 128"/>
              <a:gd name="T79" fmla="*/ 20 h 95"/>
              <a:gd name="T80" fmla="*/ 94 w 128"/>
              <a:gd name="T81" fmla="*/ 23 h 95"/>
              <a:gd name="T82" fmla="*/ 110 w 128"/>
              <a:gd name="T83" fmla="*/ 27 h 95"/>
              <a:gd name="T84" fmla="*/ 114 w 128"/>
              <a:gd name="T85" fmla="*/ 33 h 95"/>
              <a:gd name="T86" fmla="*/ 119 w 128"/>
              <a:gd name="T87" fmla="*/ 58 h 95"/>
              <a:gd name="T88" fmla="*/ 123 w 128"/>
              <a:gd name="T89" fmla="*/ 8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" h="95">
                <a:moveTo>
                  <a:pt x="124" y="57"/>
                </a:moveTo>
                <a:cubicBezTo>
                  <a:pt x="121" y="45"/>
                  <a:pt x="119" y="34"/>
                  <a:pt x="118" y="32"/>
                </a:cubicBezTo>
                <a:cubicBezTo>
                  <a:pt x="118" y="30"/>
                  <a:pt x="117" y="26"/>
                  <a:pt x="112" y="23"/>
                </a:cubicBezTo>
                <a:cubicBezTo>
                  <a:pt x="110" y="22"/>
                  <a:pt x="103" y="20"/>
                  <a:pt x="95" y="18"/>
                </a:cubicBezTo>
                <a:cubicBezTo>
                  <a:pt x="93" y="18"/>
                  <a:pt x="91" y="18"/>
                  <a:pt x="90" y="17"/>
                </a:cubicBezTo>
                <a:cubicBezTo>
                  <a:pt x="89" y="17"/>
                  <a:pt x="89" y="17"/>
                  <a:pt x="89" y="17"/>
                </a:cubicBezTo>
                <a:cubicBezTo>
                  <a:pt x="89" y="6"/>
                  <a:pt x="89" y="6"/>
                  <a:pt x="89" y="6"/>
                </a:cubicBezTo>
                <a:cubicBezTo>
                  <a:pt x="89" y="3"/>
                  <a:pt x="86" y="0"/>
                  <a:pt x="83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2" y="0"/>
                  <a:pt x="39" y="3"/>
                  <a:pt x="39" y="6"/>
                </a:cubicBezTo>
                <a:cubicBezTo>
                  <a:pt x="39" y="17"/>
                  <a:pt x="39" y="17"/>
                  <a:pt x="39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7" y="18"/>
                  <a:pt x="35" y="18"/>
                  <a:pt x="33" y="18"/>
                </a:cubicBezTo>
                <a:cubicBezTo>
                  <a:pt x="25" y="20"/>
                  <a:pt x="18" y="22"/>
                  <a:pt x="16" y="23"/>
                </a:cubicBezTo>
                <a:cubicBezTo>
                  <a:pt x="11" y="26"/>
                  <a:pt x="10" y="30"/>
                  <a:pt x="10" y="32"/>
                </a:cubicBezTo>
                <a:cubicBezTo>
                  <a:pt x="9" y="34"/>
                  <a:pt x="7" y="45"/>
                  <a:pt x="4" y="57"/>
                </a:cubicBezTo>
                <a:cubicBezTo>
                  <a:pt x="0" y="81"/>
                  <a:pt x="0" y="84"/>
                  <a:pt x="0" y="85"/>
                </a:cubicBezTo>
                <a:cubicBezTo>
                  <a:pt x="0" y="88"/>
                  <a:pt x="1" y="90"/>
                  <a:pt x="4" y="92"/>
                </a:cubicBezTo>
                <a:cubicBezTo>
                  <a:pt x="6" y="94"/>
                  <a:pt x="9" y="95"/>
                  <a:pt x="12" y="95"/>
                </a:cubicBezTo>
                <a:cubicBezTo>
                  <a:pt x="116" y="95"/>
                  <a:pt x="116" y="95"/>
                  <a:pt x="116" y="95"/>
                </a:cubicBezTo>
                <a:cubicBezTo>
                  <a:pt x="119" y="95"/>
                  <a:pt x="122" y="94"/>
                  <a:pt x="124" y="92"/>
                </a:cubicBezTo>
                <a:cubicBezTo>
                  <a:pt x="127" y="90"/>
                  <a:pt x="128" y="88"/>
                  <a:pt x="128" y="85"/>
                </a:cubicBezTo>
                <a:cubicBezTo>
                  <a:pt x="128" y="84"/>
                  <a:pt x="128" y="81"/>
                  <a:pt x="124" y="57"/>
                </a:cubicBezTo>
                <a:close/>
                <a:moveTo>
                  <a:pt x="44" y="4"/>
                </a:moveTo>
                <a:cubicBezTo>
                  <a:pt x="84" y="4"/>
                  <a:pt x="84" y="4"/>
                  <a:pt x="84" y="4"/>
                </a:cubicBezTo>
                <a:cubicBezTo>
                  <a:pt x="84" y="17"/>
                  <a:pt x="84" y="17"/>
                  <a:pt x="84" y="17"/>
                </a:cubicBezTo>
                <a:cubicBezTo>
                  <a:pt x="82" y="16"/>
                  <a:pt x="82" y="16"/>
                  <a:pt x="82" y="16"/>
                </a:cubicBezTo>
                <a:cubicBezTo>
                  <a:pt x="76" y="16"/>
                  <a:pt x="70" y="15"/>
                  <a:pt x="64" y="15"/>
                </a:cubicBezTo>
                <a:cubicBezTo>
                  <a:pt x="58" y="15"/>
                  <a:pt x="52" y="16"/>
                  <a:pt x="46" y="16"/>
                </a:cubicBezTo>
                <a:cubicBezTo>
                  <a:pt x="44" y="17"/>
                  <a:pt x="44" y="17"/>
                  <a:pt x="44" y="17"/>
                </a:cubicBezTo>
                <a:lnTo>
                  <a:pt x="44" y="4"/>
                </a:lnTo>
                <a:close/>
                <a:moveTo>
                  <a:pt x="123" y="84"/>
                </a:moveTo>
                <a:cubicBezTo>
                  <a:pt x="123" y="89"/>
                  <a:pt x="119" y="91"/>
                  <a:pt x="116" y="91"/>
                </a:cubicBezTo>
                <a:cubicBezTo>
                  <a:pt x="12" y="91"/>
                  <a:pt x="12" y="91"/>
                  <a:pt x="12" y="91"/>
                </a:cubicBezTo>
                <a:cubicBezTo>
                  <a:pt x="9" y="91"/>
                  <a:pt x="5" y="89"/>
                  <a:pt x="5" y="84"/>
                </a:cubicBezTo>
                <a:cubicBezTo>
                  <a:pt x="5" y="84"/>
                  <a:pt x="5" y="80"/>
                  <a:pt x="9" y="58"/>
                </a:cubicBezTo>
                <a:cubicBezTo>
                  <a:pt x="11" y="46"/>
                  <a:pt x="14" y="35"/>
                  <a:pt x="14" y="33"/>
                </a:cubicBezTo>
                <a:cubicBezTo>
                  <a:pt x="14" y="31"/>
                  <a:pt x="15" y="29"/>
                  <a:pt x="18" y="27"/>
                </a:cubicBezTo>
                <a:cubicBezTo>
                  <a:pt x="19" y="26"/>
                  <a:pt x="25" y="25"/>
                  <a:pt x="34" y="23"/>
                </a:cubicBezTo>
                <a:cubicBezTo>
                  <a:pt x="44" y="21"/>
                  <a:pt x="55" y="20"/>
                  <a:pt x="64" y="20"/>
                </a:cubicBezTo>
                <a:cubicBezTo>
                  <a:pt x="73" y="20"/>
                  <a:pt x="84" y="21"/>
                  <a:pt x="94" y="23"/>
                </a:cubicBezTo>
                <a:cubicBezTo>
                  <a:pt x="103" y="25"/>
                  <a:pt x="109" y="26"/>
                  <a:pt x="110" y="27"/>
                </a:cubicBezTo>
                <a:cubicBezTo>
                  <a:pt x="113" y="29"/>
                  <a:pt x="114" y="31"/>
                  <a:pt x="114" y="33"/>
                </a:cubicBezTo>
                <a:cubicBezTo>
                  <a:pt x="114" y="35"/>
                  <a:pt x="117" y="46"/>
                  <a:pt x="119" y="58"/>
                </a:cubicBezTo>
                <a:cubicBezTo>
                  <a:pt x="123" y="79"/>
                  <a:pt x="123" y="83"/>
                  <a:pt x="123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Freeform 26"/>
          <p:cNvSpPr>
            <a:spLocks noEditPoints="1"/>
          </p:cNvSpPr>
          <p:nvPr/>
        </p:nvSpPr>
        <p:spPr bwMode="auto">
          <a:xfrm>
            <a:off x="11353800" y="5265738"/>
            <a:ext cx="211138" cy="211138"/>
          </a:xfrm>
          <a:custGeom>
            <a:avLst/>
            <a:gdLst>
              <a:gd name="T0" fmla="*/ 28 w 56"/>
              <a:gd name="T1" fmla="*/ 56 h 56"/>
              <a:gd name="T2" fmla="*/ 56 w 56"/>
              <a:gd name="T3" fmla="*/ 28 h 56"/>
              <a:gd name="T4" fmla="*/ 28 w 56"/>
              <a:gd name="T5" fmla="*/ 0 h 56"/>
              <a:gd name="T6" fmla="*/ 0 w 56"/>
              <a:gd name="T7" fmla="*/ 28 h 56"/>
              <a:gd name="T8" fmla="*/ 28 w 56"/>
              <a:gd name="T9" fmla="*/ 56 h 56"/>
              <a:gd name="T10" fmla="*/ 11 w 56"/>
              <a:gd name="T11" fmla="*/ 11 h 56"/>
              <a:gd name="T12" fmla="*/ 28 w 56"/>
              <a:gd name="T13" fmla="*/ 5 h 56"/>
              <a:gd name="T14" fmla="*/ 45 w 56"/>
              <a:gd name="T15" fmla="*/ 11 h 56"/>
              <a:gd name="T16" fmla="*/ 52 w 56"/>
              <a:gd name="T17" fmla="*/ 28 h 56"/>
              <a:gd name="T18" fmla="*/ 45 w 56"/>
              <a:gd name="T19" fmla="*/ 45 h 56"/>
              <a:gd name="T20" fmla="*/ 28 w 56"/>
              <a:gd name="T21" fmla="*/ 52 h 56"/>
              <a:gd name="T22" fmla="*/ 11 w 56"/>
              <a:gd name="T23" fmla="*/ 45 h 56"/>
              <a:gd name="T24" fmla="*/ 4 w 56"/>
              <a:gd name="T25" fmla="*/ 28 h 56"/>
              <a:gd name="T26" fmla="*/ 11 w 56"/>
              <a:gd name="T27" fmla="*/ 11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6" h="56">
                <a:moveTo>
                  <a:pt x="28" y="56"/>
                </a:moveTo>
                <a:cubicBezTo>
                  <a:pt x="44" y="56"/>
                  <a:pt x="56" y="44"/>
                  <a:pt x="56" y="28"/>
                </a:cubicBezTo>
                <a:cubicBezTo>
                  <a:pt x="56" y="13"/>
                  <a:pt x="44" y="0"/>
                  <a:pt x="28" y="0"/>
                </a:cubicBezTo>
                <a:cubicBezTo>
                  <a:pt x="12" y="0"/>
                  <a:pt x="0" y="13"/>
                  <a:pt x="0" y="28"/>
                </a:cubicBezTo>
                <a:cubicBezTo>
                  <a:pt x="0" y="44"/>
                  <a:pt x="12" y="56"/>
                  <a:pt x="28" y="56"/>
                </a:cubicBezTo>
                <a:close/>
                <a:moveTo>
                  <a:pt x="11" y="11"/>
                </a:moveTo>
                <a:cubicBezTo>
                  <a:pt x="16" y="7"/>
                  <a:pt x="22" y="5"/>
                  <a:pt x="28" y="5"/>
                </a:cubicBezTo>
                <a:cubicBezTo>
                  <a:pt x="34" y="5"/>
                  <a:pt x="40" y="7"/>
                  <a:pt x="45" y="11"/>
                </a:cubicBezTo>
                <a:cubicBezTo>
                  <a:pt x="49" y="16"/>
                  <a:pt x="52" y="22"/>
                  <a:pt x="52" y="28"/>
                </a:cubicBezTo>
                <a:cubicBezTo>
                  <a:pt x="52" y="35"/>
                  <a:pt x="49" y="40"/>
                  <a:pt x="45" y="45"/>
                </a:cubicBezTo>
                <a:cubicBezTo>
                  <a:pt x="40" y="49"/>
                  <a:pt x="34" y="52"/>
                  <a:pt x="28" y="52"/>
                </a:cubicBezTo>
                <a:cubicBezTo>
                  <a:pt x="22" y="52"/>
                  <a:pt x="16" y="49"/>
                  <a:pt x="11" y="45"/>
                </a:cubicBezTo>
                <a:cubicBezTo>
                  <a:pt x="7" y="40"/>
                  <a:pt x="4" y="35"/>
                  <a:pt x="4" y="28"/>
                </a:cubicBezTo>
                <a:cubicBezTo>
                  <a:pt x="4" y="22"/>
                  <a:pt x="7" y="16"/>
                  <a:pt x="11" y="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Freeform 27"/>
          <p:cNvSpPr>
            <a:spLocks noEditPoints="1"/>
          </p:cNvSpPr>
          <p:nvPr/>
        </p:nvSpPr>
        <p:spPr bwMode="auto">
          <a:xfrm>
            <a:off x="11422063" y="5337176"/>
            <a:ext cx="74613" cy="71438"/>
          </a:xfrm>
          <a:custGeom>
            <a:avLst/>
            <a:gdLst>
              <a:gd name="T0" fmla="*/ 10 w 20"/>
              <a:gd name="T1" fmla="*/ 19 h 19"/>
              <a:gd name="T2" fmla="*/ 20 w 20"/>
              <a:gd name="T3" fmla="*/ 9 h 19"/>
              <a:gd name="T4" fmla="*/ 10 w 20"/>
              <a:gd name="T5" fmla="*/ 0 h 19"/>
              <a:gd name="T6" fmla="*/ 0 w 20"/>
              <a:gd name="T7" fmla="*/ 9 h 19"/>
              <a:gd name="T8" fmla="*/ 10 w 20"/>
              <a:gd name="T9" fmla="*/ 19 h 19"/>
              <a:gd name="T10" fmla="*/ 10 w 20"/>
              <a:gd name="T11" fmla="*/ 4 h 19"/>
              <a:gd name="T12" fmla="*/ 15 w 20"/>
              <a:gd name="T13" fmla="*/ 9 h 19"/>
              <a:gd name="T14" fmla="*/ 10 w 20"/>
              <a:gd name="T15" fmla="*/ 14 h 19"/>
              <a:gd name="T16" fmla="*/ 5 w 20"/>
              <a:gd name="T17" fmla="*/ 9 h 19"/>
              <a:gd name="T18" fmla="*/ 10 w 20"/>
              <a:gd name="T19" fmla="*/ 4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" h="19">
                <a:moveTo>
                  <a:pt x="10" y="19"/>
                </a:moveTo>
                <a:cubicBezTo>
                  <a:pt x="15" y="19"/>
                  <a:pt x="20" y="15"/>
                  <a:pt x="20" y="9"/>
                </a:cubicBez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5"/>
                  <a:pt x="5" y="19"/>
                  <a:pt x="10" y="19"/>
                </a:cubicBezTo>
                <a:close/>
                <a:moveTo>
                  <a:pt x="10" y="4"/>
                </a:moveTo>
                <a:cubicBezTo>
                  <a:pt x="13" y="4"/>
                  <a:pt x="15" y="6"/>
                  <a:pt x="15" y="9"/>
                </a:cubicBezTo>
                <a:cubicBezTo>
                  <a:pt x="15" y="12"/>
                  <a:pt x="13" y="14"/>
                  <a:pt x="10" y="14"/>
                </a:cubicBezTo>
                <a:cubicBezTo>
                  <a:pt x="7" y="14"/>
                  <a:pt x="5" y="12"/>
                  <a:pt x="5" y="9"/>
                </a:cubicBezTo>
                <a:cubicBezTo>
                  <a:pt x="5" y="6"/>
                  <a:pt x="7" y="4"/>
                  <a:pt x="10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Freeform 28"/>
          <p:cNvSpPr/>
          <p:nvPr/>
        </p:nvSpPr>
        <p:spPr bwMode="auto">
          <a:xfrm>
            <a:off x="11196638" y="5292726"/>
            <a:ext cx="101600" cy="19050"/>
          </a:xfrm>
          <a:custGeom>
            <a:avLst/>
            <a:gdLst>
              <a:gd name="T0" fmla="*/ 24 w 27"/>
              <a:gd name="T1" fmla="*/ 0 h 5"/>
              <a:gd name="T2" fmla="*/ 2 w 27"/>
              <a:gd name="T3" fmla="*/ 0 h 5"/>
              <a:gd name="T4" fmla="*/ 0 w 27"/>
              <a:gd name="T5" fmla="*/ 3 h 5"/>
              <a:gd name="T6" fmla="*/ 2 w 27"/>
              <a:gd name="T7" fmla="*/ 5 h 5"/>
              <a:gd name="T8" fmla="*/ 24 w 27"/>
              <a:gd name="T9" fmla="*/ 5 h 5"/>
              <a:gd name="T10" fmla="*/ 27 w 27"/>
              <a:gd name="T11" fmla="*/ 3 h 5"/>
              <a:gd name="T12" fmla="*/ 24 w 27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" h="5">
                <a:moveTo>
                  <a:pt x="2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6" y="5"/>
                  <a:pt x="27" y="4"/>
                  <a:pt x="27" y="3"/>
                </a:cubicBezTo>
                <a:cubicBezTo>
                  <a:pt x="27" y="1"/>
                  <a:pt x="26" y="0"/>
                  <a:pt x="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Freeform 29"/>
          <p:cNvSpPr>
            <a:spLocks noEditPoints="1"/>
          </p:cNvSpPr>
          <p:nvPr/>
        </p:nvSpPr>
        <p:spPr bwMode="auto">
          <a:xfrm>
            <a:off x="11139488" y="5168901"/>
            <a:ext cx="481013" cy="363538"/>
          </a:xfrm>
          <a:custGeom>
            <a:avLst/>
            <a:gdLst>
              <a:gd name="T0" fmla="*/ 122 w 128"/>
              <a:gd name="T1" fmla="*/ 11 h 97"/>
              <a:gd name="T2" fmla="*/ 49 w 128"/>
              <a:gd name="T3" fmla="*/ 11 h 97"/>
              <a:gd name="T4" fmla="*/ 49 w 128"/>
              <a:gd name="T5" fmla="*/ 6 h 97"/>
              <a:gd name="T6" fmla="*/ 43 w 128"/>
              <a:gd name="T7" fmla="*/ 0 h 97"/>
              <a:gd name="T8" fmla="*/ 21 w 128"/>
              <a:gd name="T9" fmla="*/ 0 h 97"/>
              <a:gd name="T10" fmla="*/ 15 w 128"/>
              <a:gd name="T11" fmla="*/ 6 h 97"/>
              <a:gd name="T12" fmla="*/ 15 w 128"/>
              <a:gd name="T13" fmla="*/ 11 h 97"/>
              <a:gd name="T14" fmla="*/ 6 w 128"/>
              <a:gd name="T15" fmla="*/ 11 h 97"/>
              <a:gd name="T16" fmla="*/ 0 w 128"/>
              <a:gd name="T17" fmla="*/ 17 h 97"/>
              <a:gd name="T18" fmla="*/ 0 w 128"/>
              <a:gd name="T19" fmla="*/ 91 h 97"/>
              <a:gd name="T20" fmla="*/ 6 w 128"/>
              <a:gd name="T21" fmla="*/ 97 h 97"/>
              <a:gd name="T22" fmla="*/ 122 w 128"/>
              <a:gd name="T23" fmla="*/ 97 h 97"/>
              <a:gd name="T24" fmla="*/ 128 w 128"/>
              <a:gd name="T25" fmla="*/ 91 h 97"/>
              <a:gd name="T26" fmla="*/ 128 w 128"/>
              <a:gd name="T27" fmla="*/ 17 h 97"/>
              <a:gd name="T28" fmla="*/ 122 w 128"/>
              <a:gd name="T29" fmla="*/ 11 h 97"/>
              <a:gd name="T30" fmla="*/ 123 w 128"/>
              <a:gd name="T31" fmla="*/ 93 h 97"/>
              <a:gd name="T32" fmla="*/ 5 w 128"/>
              <a:gd name="T33" fmla="*/ 93 h 97"/>
              <a:gd name="T34" fmla="*/ 5 w 128"/>
              <a:gd name="T35" fmla="*/ 16 h 97"/>
              <a:gd name="T36" fmla="*/ 19 w 128"/>
              <a:gd name="T37" fmla="*/ 16 h 97"/>
              <a:gd name="T38" fmla="*/ 19 w 128"/>
              <a:gd name="T39" fmla="*/ 4 h 97"/>
              <a:gd name="T40" fmla="*/ 44 w 128"/>
              <a:gd name="T41" fmla="*/ 4 h 97"/>
              <a:gd name="T42" fmla="*/ 44 w 128"/>
              <a:gd name="T43" fmla="*/ 16 h 97"/>
              <a:gd name="T44" fmla="*/ 123 w 128"/>
              <a:gd name="T45" fmla="*/ 16 h 97"/>
              <a:gd name="T46" fmla="*/ 123 w 128"/>
              <a:gd name="T47" fmla="*/ 93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" h="97">
                <a:moveTo>
                  <a:pt x="122" y="11"/>
                </a:moveTo>
                <a:cubicBezTo>
                  <a:pt x="49" y="11"/>
                  <a:pt x="49" y="11"/>
                  <a:pt x="49" y="11"/>
                </a:cubicBezTo>
                <a:cubicBezTo>
                  <a:pt x="49" y="6"/>
                  <a:pt x="49" y="6"/>
                  <a:pt x="49" y="6"/>
                </a:cubicBezTo>
                <a:cubicBezTo>
                  <a:pt x="49" y="3"/>
                  <a:pt x="46" y="0"/>
                  <a:pt x="43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" y="0"/>
                  <a:pt x="15" y="3"/>
                  <a:pt x="15" y="6"/>
                </a:cubicBezTo>
                <a:cubicBezTo>
                  <a:pt x="15" y="11"/>
                  <a:pt x="15" y="11"/>
                  <a:pt x="15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3" y="11"/>
                  <a:pt x="0" y="14"/>
                  <a:pt x="0" y="17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3" y="97"/>
                  <a:pt x="6" y="97"/>
                </a:cubicBezTo>
                <a:cubicBezTo>
                  <a:pt x="122" y="97"/>
                  <a:pt x="122" y="97"/>
                  <a:pt x="122" y="97"/>
                </a:cubicBezTo>
                <a:cubicBezTo>
                  <a:pt x="125" y="97"/>
                  <a:pt x="128" y="95"/>
                  <a:pt x="128" y="91"/>
                </a:cubicBezTo>
                <a:cubicBezTo>
                  <a:pt x="128" y="17"/>
                  <a:pt x="128" y="17"/>
                  <a:pt x="128" y="17"/>
                </a:cubicBezTo>
                <a:cubicBezTo>
                  <a:pt x="128" y="14"/>
                  <a:pt x="125" y="11"/>
                  <a:pt x="122" y="11"/>
                </a:cubicBezTo>
                <a:close/>
                <a:moveTo>
                  <a:pt x="123" y="93"/>
                </a:moveTo>
                <a:cubicBezTo>
                  <a:pt x="5" y="93"/>
                  <a:pt x="5" y="93"/>
                  <a:pt x="5" y="93"/>
                </a:cubicBezTo>
                <a:cubicBezTo>
                  <a:pt x="5" y="16"/>
                  <a:pt x="5" y="16"/>
                  <a:pt x="5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4"/>
                  <a:pt x="19" y="4"/>
                  <a:pt x="19" y="4"/>
                </a:cubicBezTo>
                <a:cubicBezTo>
                  <a:pt x="44" y="4"/>
                  <a:pt x="44" y="4"/>
                  <a:pt x="44" y="4"/>
                </a:cubicBezTo>
                <a:cubicBezTo>
                  <a:pt x="44" y="16"/>
                  <a:pt x="44" y="16"/>
                  <a:pt x="44" y="16"/>
                </a:cubicBezTo>
                <a:cubicBezTo>
                  <a:pt x="123" y="16"/>
                  <a:pt x="123" y="16"/>
                  <a:pt x="123" y="16"/>
                </a:cubicBezTo>
                <a:lnTo>
                  <a:pt x="123" y="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Freeform 30"/>
          <p:cNvSpPr>
            <a:spLocks noEditPoints="1"/>
          </p:cNvSpPr>
          <p:nvPr/>
        </p:nvSpPr>
        <p:spPr bwMode="auto">
          <a:xfrm>
            <a:off x="10167938" y="5194301"/>
            <a:ext cx="495300" cy="307975"/>
          </a:xfrm>
          <a:custGeom>
            <a:avLst/>
            <a:gdLst>
              <a:gd name="T0" fmla="*/ 111 w 132"/>
              <a:gd name="T1" fmla="*/ 26 h 82"/>
              <a:gd name="T2" fmla="*/ 118 w 132"/>
              <a:gd name="T3" fmla="*/ 28 h 82"/>
              <a:gd name="T4" fmla="*/ 127 w 132"/>
              <a:gd name="T5" fmla="*/ 24 h 82"/>
              <a:gd name="T6" fmla="*/ 127 w 132"/>
              <a:gd name="T7" fmla="*/ 5 h 82"/>
              <a:gd name="T8" fmla="*/ 108 w 132"/>
              <a:gd name="T9" fmla="*/ 5 h 82"/>
              <a:gd name="T10" fmla="*/ 106 w 132"/>
              <a:gd name="T11" fmla="*/ 21 h 82"/>
              <a:gd name="T12" fmla="*/ 107 w 132"/>
              <a:gd name="T13" fmla="*/ 22 h 82"/>
              <a:gd name="T14" fmla="*/ 61 w 132"/>
              <a:gd name="T15" fmla="*/ 68 h 82"/>
              <a:gd name="T16" fmla="*/ 39 w 132"/>
              <a:gd name="T17" fmla="*/ 77 h 82"/>
              <a:gd name="T18" fmla="*/ 17 w 132"/>
              <a:gd name="T19" fmla="*/ 68 h 82"/>
              <a:gd name="T20" fmla="*/ 8 w 132"/>
              <a:gd name="T21" fmla="*/ 46 h 82"/>
              <a:gd name="T22" fmla="*/ 17 w 132"/>
              <a:gd name="T23" fmla="*/ 24 h 82"/>
              <a:gd name="T24" fmla="*/ 23 w 132"/>
              <a:gd name="T25" fmla="*/ 18 h 82"/>
              <a:gd name="T26" fmla="*/ 23 w 132"/>
              <a:gd name="T27" fmla="*/ 35 h 82"/>
              <a:gd name="T28" fmla="*/ 25 w 132"/>
              <a:gd name="T29" fmla="*/ 37 h 82"/>
              <a:gd name="T30" fmla="*/ 28 w 132"/>
              <a:gd name="T31" fmla="*/ 35 h 82"/>
              <a:gd name="T32" fmla="*/ 28 w 132"/>
              <a:gd name="T33" fmla="*/ 12 h 82"/>
              <a:gd name="T34" fmla="*/ 25 w 132"/>
              <a:gd name="T35" fmla="*/ 10 h 82"/>
              <a:gd name="T36" fmla="*/ 24 w 132"/>
              <a:gd name="T37" fmla="*/ 11 h 82"/>
              <a:gd name="T38" fmla="*/ 13 w 132"/>
              <a:gd name="T39" fmla="*/ 21 h 82"/>
              <a:gd name="T40" fmla="*/ 13 w 132"/>
              <a:gd name="T41" fmla="*/ 72 h 82"/>
              <a:gd name="T42" fmla="*/ 39 w 132"/>
              <a:gd name="T43" fmla="*/ 82 h 82"/>
              <a:gd name="T44" fmla="*/ 64 w 132"/>
              <a:gd name="T45" fmla="*/ 72 h 82"/>
              <a:gd name="T46" fmla="*/ 110 w 132"/>
              <a:gd name="T47" fmla="*/ 26 h 82"/>
              <a:gd name="T48" fmla="*/ 111 w 132"/>
              <a:gd name="T49" fmla="*/ 26 h 82"/>
              <a:gd name="T50" fmla="*/ 111 w 132"/>
              <a:gd name="T51" fmla="*/ 8 h 82"/>
              <a:gd name="T52" fmla="*/ 124 w 132"/>
              <a:gd name="T53" fmla="*/ 8 h 82"/>
              <a:gd name="T54" fmla="*/ 124 w 132"/>
              <a:gd name="T55" fmla="*/ 21 h 82"/>
              <a:gd name="T56" fmla="*/ 118 w 132"/>
              <a:gd name="T57" fmla="*/ 23 h 82"/>
              <a:gd name="T58" fmla="*/ 111 w 132"/>
              <a:gd name="T59" fmla="*/ 21 h 82"/>
              <a:gd name="T60" fmla="*/ 109 w 132"/>
              <a:gd name="T61" fmla="*/ 15 h 82"/>
              <a:gd name="T62" fmla="*/ 111 w 132"/>
              <a:gd name="T63" fmla="*/ 8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82">
                <a:moveTo>
                  <a:pt x="111" y="26"/>
                </a:moveTo>
                <a:cubicBezTo>
                  <a:pt x="113" y="27"/>
                  <a:pt x="115" y="28"/>
                  <a:pt x="118" y="28"/>
                </a:cubicBezTo>
                <a:cubicBezTo>
                  <a:pt x="121" y="28"/>
                  <a:pt x="125" y="27"/>
                  <a:pt x="127" y="24"/>
                </a:cubicBezTo>
                <a:cubicBezTo>
                  <a:pt x="132" y="19"/>
                  <a:pt x="132" y="10"/>
                  <a:pt x="127" y="5"/>
                </a:cubicBezTo>
                <a:cubicBezTo>
                  <a:pt x="122" y="0"/>
                  <a:pt x="113" y="0"/>
                  <a:pt x="108" y="5"/>
                </a:cubicBezTo>
                <a:cubicBezTo>
                  <a:pt x="104" y="9"/>
                  <a:pt x="103" y="16"/>
                  <a:pt x="106" y="21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61" y="68"/>
                  <a:pt x="61" y="68"/>
                  <a:pt x="61" y="68"/>
                </a:cubicBezTo>
                <a:cubicBezTo>
                  <a:pt x="55" y="74"/>
                  <a:pt x="47" y="77"/>
                  <a:pt x="39" y="77"/>
                </a:cubicBezTo>
                <a:cubicBezTo>
                  <a:pt x="30" y="77"/>
                  <a:pt x="23" y="74"/>
                  <a:pt x="17" y="68"/>
                </a:cubicBezTo>
                <a:cubicBezTo>
                  <a:pt x="11" y="62"/>
                  <a:pt x="8" y="55"/>
                  <a:pt x="8" y="46"/>
                </a:cubicBezTo>
                <a:cubicBezTo>
                  <a:pt x="8" y="38"/>
                  <a:pt x="11" y="30"/>
                  <a:pt x="17" y="24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6"/>
                  <a:pt x="24" y="37"/>
                  <a:pt x="25" y="37"/>
                </a:cubicBezTo>
                <a:cubicBezTo>
                  <a:pt x="27" y="37"/>
                  <a:pt x="28" y="36"/>
                  <a:pt x="28" y="35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1"/>
                  <a:pt x="27" y="10"/>
                  <a:pt x="25" y="10"/>
                </a:cubicBezTo>
                <a:cubicBezTo>
                  <a:pt x="25" y="10"/>
                  <a:pt x="24" y="10"/>
                  <a:pt x="24" y="11"/>
                </a:cubicBezTo>
                <a:cubicBezTo>
                  <a:pt x="13" y="21"/>
                  <a:pt x="13" y="21"/>
                  <a:pt x="13" y="21"/>
                </a:cubicBezTo>
                <a:cubicBezTo>
                  <a:pt x="0" y="35"/>
                  <a:pt x="0" y="58"/>
                  <a:pt x="13" y="72"/>
                </a:cubicBezTo>
                <a:cubicBezTo>
                  <a:pt x="20" y="78"/>
                  <a:pt x="29" y="82"/>
                  <a:pt x="39" y="82"/>
                </a:cubicBezTo>
                <a:cubicBezTo>
                  <a:pt x="48" y="82"/>
                  <a:pt x="57" y="78"/>
                  <a:pt x="64" y="72"/>
                </a:cubicBezTo>
                <a:cubicBezTo>
                  <a:pt x="110" y="26"/>
                  <a:pt x="110" y="26"/>
                  <a:pt x="110" y="26"/>
                </a:cubicBezTo>
                <a:lnTo>
                  <a:pt x="111" y="26"/>
                </a:lnTo>
                <a:close/>
                <a:moveTo>
                  <a:pt x="111" y="8"/>
                </a:moveTo>
                <a:cubicBezTo>
                  <a:pt x="115" y="5"/>
                  <a:pt x="121" y="5"/>
                  <a:pt x="124" y="8"/>
                </a:cubicBezTo>
                <a:cubicBezTo>
                  <a:pt x="127" y="12"/>
                  <a:pt x="127" y="17"/>
                  <a:pt x="124" y="21"/>
                </a:cubicBezTo>
                <a:cubicBezTo>
                  <a:pt x="122" y="22"/>
                  <a:pt x="120" y="23"/>
                  <a:pt x="118" y="23"/>
                </a:cubicBezTo>
                <a:cubicBezTo>
                  <a:pt x="115" y="23"/>
                  <a:pt x="113" y="22"/>
                  <a:pt x="111" y="21"/>
                </a:cubicBezTo>
                <a:cubicBezTo>
                  <a:pt x="110" y="19"/>
                  <a:pt x="109" y="17"/>
                  <a:pt x="109" y="15"/>
                </a:cubicBezTo>
                <a:cubicBezTo>
                  <a:pt x="109" y="12"/>
                  <a:pt x="110" y="10"/>
                  <a:pt x="111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Freeform 31"/>
          <p:cNvSpPr>
            <a:spLocks noEditPoints="1"/>
          </p:cNvSpPr>
          <p:nvPr/>
        </p:nvSpPr>
        <p:spPr bwMode="auto">
          <a:xfrm>
            <a:off x="9210675" y="5111751"/>
            <a:ext cx="487363" cy="481013"/>
          </a:xfrm>
          <a:custGeom>
            <a:avLst/>
            <a:gdLst>
              <a:gd name="T0" fmla="*/ 129 w 130"/>
              <a:gd name="T1" fmla="*/ 47 h 128"/>
              <a:gd name="T2" fmla="*/ 83 w 130"/>
              <a:gd name="T3" fmla="*/ 1 h 128"/>
              <a:gd name="T4" fmla="*/ 82 w 130"/>
              <a:gd name="T5" fmla="*/ 1 h 128"/>
              <a:gd name="T6" fmla="*/ 82 w 130"/>
              <a:gd name="T7" fmla="*/ 0 h 128"/>
              <a:gd name="T8" fmla="*/ 81 w 130"/>
              <a:gd name="T9" fmla="*/ 0 h 128"/>
              <a:gd name="T10" fmla="*/ 79 w 130"/>
              <a:gd name="T11" fmla="*/ 0 h 128"/>
              <a:gd name="T12" fmla="*/ 66 w 130"/>
              <a:gd name="T13" fmla="*/ 13 h 128"/>
              <a:gd name="T14" fmla="*/ 66 w 130"/>
              <a:gd name="T15" fmla="*/ 14 h 128"/>
              <a:gd name="T16" fmla="*/ 56 w 130"/>
              <a:gd name="T17" fmla="*/ 44 h 128"/>
              <a:gd name="T18" fmla="*/ 8 w 130"/>
              <a:gd name="T19" fmla="*/ 92 h 128"/>
              <a:gd name="T20" fmla="*/ 8 w 130"/>
              <a:gd name="T21" fmla="*/ 121 h 128"/>
              <a:gd name="T22" fmla="*/ 23 w 130"/>
              <a:gd name="T23" fmla="*/ 128 h 128"/>
              <a:gd name="T24" fmla="*/ 38 w 130"/>
              <a:gd name="T25" fmla="*/ 121 h 128"/>
              <a:gd name="T26" fmla="*/ 86 w 130"/>
              <a:gd name="T27" fmla="*/ 73 h 128"/>
              <a:gd name="T28" fmla="*/ 116 w 130"/>
              <a:gd name="T29" fmla="*/ 64 h 128"/>
              <a:gd name="T30" fmla="*/ 117 w 130"/>
              <a:gd name="T31" fmla="*/ 63 h 128"/>
              <a:gd name="T32" fmla="*/ 117 w 130"/>
              <a:gd name="T33" fmla="*/ 63 h 128"/>
              <a:gd name="T34" fmla="*/ 129 w 130"/>
              <a:gd name="T35" fmla="*/ 51 h 128"/>
              <a:gd name="T36" fmla="*/ 129 w 130"/>
              <a:gd name="T37" fmla="*/ 47 h 128"/>
              <a:gd name="T38" fmla="*/ 34 w 130"/>
              <a:gd name="T39" fmla="*/ 118 h 128"/>
              <a:gd name="T40" fmla="*/ 23 w 130"/>
              <a:gd name="T41" fmla="*/ 123 h 128"/>
              <a:gd name="T42" fmla="*/ 11 w 130"/>
              <a:gd name="T43" fmla="*/ 118 h 128"/>
              <a:gd name="T44" fmla="*/ 11 w 130"/>
              <a:gd name="T45" fmla="*/ 95 h 128"/>
              <a:gd name="T46" fmla="*/ 59 w 130"/>
              <a:gd name="T47" fmla="*/ 48 h 128"/>
              <a:gd name="T48" fmla="*/ 82 w 130"/>
              <a:gd name="T49" fmla="*/ 71 h 128"/>
              <a:gd name="T50" fmla="*/ 34 w 130"/>
              <a:gd name="T51" fmla="*/ 118 h 128"/>
              <a:gd name="T52" fmla="*/ 114 w 130"/>
              <a:gd name="T53" fmla="*/ 60 h 128"/>
              <a:gd name="T54" fmla="*/ 86 w 130"/>
              <a:gd name="T55" fmla="*/ 68 h 128"/>
              <a:gd name="T56" fmla="*/ 61 w 130"/>
              <a:gd name="T57" fmla="*/ 43 h 128"/>
              <a:gd name="T58" fmla="*/ 70 w 130"/>
              <a:gd name="T59" fmla="*/ 15 h 128"/>
              <a:gd name="T60" fmla="*/ 81 w 130"/>
              <a:gd name="T61" fmla="*/ 5 h 128"/>
              <a:gd name="T62" fmla="*/ 125 w 130"/>
              <a:gd name="T63" fmla="*/ 49 h 128"/>
              <a:gd name="T64" fmla="*/ 114 w 130"/>
              <a:gd name="T65" fmla="*/ 6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30" h="128">
                <a:moveTo>
                  <a:pt x="129" y="47"/>
                </a:moveTo>
                <a:cubicBezTo>
                  <a:pt x="83" y="1"/>
                  <a:pt x="83" y="1"/>
                  <a:pt x="83" y="1"/>
                </a:cubicBezTo>
                <a:cubicBezTo>
                  <a:pt x="82" y="1"/>
                  <a:pt x="82" y="1"/>
                  <a:pt x="82" y="1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1" y="0"/>
                  <a:pt x="81" y="0"/>
                </a:cubicBezTo>
                <a:cubicBezTo>
                  <a:pt x="80" y="0"/>
                  <a:pt x="79" y="0"/>
                  <a:pt x="79" y="0"/>
                </a:cubicBezTo>
                <a:cubicBezTo>
                  <a:pt x="66" y="13"/>
                  <a:pt x="66" y="13"/>
                  <a:pt x="66" y="13"/>
                </a:cubicBezTo>
                <a:cubicBezTo>
                  <a:pt x="66" y="13"/>
                  <a:pt x="66" y="13"/>
                  <a:pt x="66" y="14"/>
                </a:cubicBezTo>
                <a:cubicBezTo>
                  <a:pt x="56" y="44"/>
                  <a:pt x="56" y="44"/>
                  <a:pt x="56" y="44"/>
                </a:cubicBezTo>
                <a:cubicBezTo>
                  <a:pt x="8" y="92"/>
                  <a:pt x="8" y="92"/>
                  <a:pt x="8" y="92"/>
                </a:cubicBezTo>
                <a:cubicBezTo>
                  <a:pt x="0" y="100"/>
                  <a:pt x="0" y="113"/>
                  <a:pt x="8" y="121"/>
                </a:cubicBezTo>
                <a:cubicBezTo>
                  <a:pt x="12" y="125"/>
                  <a:pt x="17" y="128"/>
                  <a:pt x="23" y="128"/>
                </a:cubicBezTo>
                <a:cubicBezTo>
                  <a:pt x="28" y="128"/>
                  <a:pt x="34" y="125"/>
                  <a:pt x="38" y="121"/>
                </a:cubicBezTo>
                <a:cubicBezTo>
                  <a:pt x="86" y="73"/>
                  <a:pt x="86" y="73"/>
                  <a:pt x="86" y="73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16" y="64"/>
                  <a:pt x="116" y="63"/>
                  <a:pt x="117" y="63"/>
                </a:cubicBezTo>
                <a:cubicBezTo>
                  <a:pt x="117" y="63"/>
                  <a:pt x="117" y="63"/>
                  <a:pt x="117" y="63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0" y="50"/>
                  <a:pt x="130" y="48"/>
                  <a:pt x="129" y="47"/>
                </a:cubicBezTo>
                <a:close/>
                <a:moveTo>
                  <a:pt x="34" y="118"/>
                </a:moveTo>
                <a:cubicBezTo>
                  <a:pt x="31" y="121"/>
                  <a:pt x="27" y="123"/>
                  <a:pt x="23" y="123"/>
                </a:cubicBezTo>
                <a:cubicBezTo>
                  <a:pt x="18" y="123"/>
                  <a:pt x="14" y="121"/>
                  <a:pt x="11" y="118"/>
                </a:cubicBezTo>
                <a:cubicBezTo>
                  <a:pt x="5" y="112"/>
                  <a:pt x="5" y="102"/>
                  <a:pt x="11" y="95"/>
                </a:cubicBezTo>
                <a:cubicBezTo>
                  <a:pt x="59" y="48"/>
                  <a:pt x="59" y="48"/>
                  <a:pt x="59" y="48"/>
                </a:cubicBezTo>
                <a:cubicBezTo>
                  <a:pt x="82" y="71"/>
                  <a:pt x="82" y="71"/>
                  <a:pt x="82" y="71"/>
                </a:cubicBezTo>
                <a:lnTo>
                  <a:pt x="34" y="118"/>
                </a:lnTo>
                <a:close/>
                <a:moveTo>
                  <a:pt x="114" y="60"/>
                </a:moveTo>
                <a:cubicBezTo>
                  <a:pt x="86" y="68"/>
                  <a:pt x="86" y="68"/>
                  <a:pt x="86" y="68"/>
                </a:cubicBezTo>
                <a:cubicBezTo>
                  <a:pt x="61" y="43"/>
                  <a:pt x="61" y="43"/>
                  <a:pt x="61" y="43"/>
                </a:cubicBezTo>
                <a:cubicBezTo>
                  <a:pt x="70" y="15"/>
                  <a:pt x="70" y="15"/>
                  <a:pt x="70" y="15"/>
                </a:cubicBezTo>
                <a:cubicBezTo>
                  <a:pt x="81" y="5"/>
                  <a:pt x="81" y="5"/>
                  <a:pt x="81" y="5"/>
                </a:cubicBezTo>
                <a:cubicBezTo>
                  <a:pt x="125" y="49"/>
                  <a:pt x="125" y="49"/>
                  <a:pt x="125" y="49"/>
                </a:cubicBezTo>
                <a:lnTo>
                  <a:pt x="114" y="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Freeform 32"/>
          <p:cNvSpPr/>
          <p:nvPr/>
        </p:nvSpPr>
        <p:spPr bwMode="auto">
          <a:xfrm>
            <a:off x="9359900" y="5419726"/>
            <a:ext cx="26988" cy="30163"/>
          </a:xfrm>
          <a:custGeom>
            <a:avLst/>
            <a:gdLst>
              <a:gd name="T0" fmla="*/ 4 w 7"/>
              <a:gd name="T1" fmla="*/ 0 h 8"/>
              <a:gd name="T2" fmla="*/ 1 w 7"/>
              <a:gd name="T3" fmla="*/ 2 h 8"/>
              <a:gd name="T4" fmla="*/ 1 w 7"/>
              <a:gd name="T5" fmla="*/ 7 h 8"/>
              <a:gd name="T6" fmla="*/ 6 w 7"/>
              <a:gd name="T7" fmla="*/ 7 h 8"/>
              <a:gd name="T8" fmla="*/ 6 w 7"/>
              <a:gd name="T9" fmla="*/ 2 h 8"/>
              <a:gd name="T10" fmla="*/ 4 w 7"/>
              <a:gd name="T11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" h="8">
                <a:moveTo>
                  <a:pt x="4" y="0"/>
                </a:moveTo>
                <a:cubicBezTo>
                  <a:pt x="3" y="0"/>
                  <a:pt x="2" y="1"/>
                  <a:pt x="1" y="2"/>
                </a:cubicBezTo>
                <a:cubicBezTo>
                  <a:pt x="0" y="3"/>
                  <a:pt x="0" y="5"/>
                  <a:pt x="1" y="7"/>
                </a:cubicBezTo>
                <a:cubicBezTo>
                  <a:pt x="2" y="8"/>
                  <a:pt x="5" y="8"/>
                  <a:pt x="6" y="7"/>
                </a:cubicBezTo>
                <a:cubicBezTo>
                  <a:pt x="7" y="5"/>
                  <a:pt x="7" y="3"/>
                  <a:pt x="6" y="2"/>
                </a:cubicBezTo>
                <a:cubicBezTo>
                  <a:pt x="5" y="1"/>
                  <a:pt x="4" y="0"/>
                  <a:pt x="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Freeform 33"/>
          <p:cNvSpPr>
            <a:spLocks noEditPoints="1"/>
          </p:cNvSpPr>
          <p:nvPr/>
        </p:nvSpPr>
        <p:spPr bwMode="auto">
          <a:xfrm>
            <a:off x="8264525" y="5111751"/>
            <a:ext cx="465138" cy="481013"/>
          </a:xfrm>
          <a:custGeom>
            <a:avLst/>
            <a:gdLst>
              <a:gd name="T0" fmla="*/ 124 w 124"/>
              <a:gd name="T1" fmla="*/ 77 h 128"/>
              <a:gd name="T2" fmla="*/ 110 w 124"/>
              <a:gd name="T3" fmla="*/ 21 h 128"/>
              <a:gd name="T4" fmla="*/ 94 w 124"/>
              <a:gd name="T5" fmla="*/ 19 h 128"/>
              <a:gd name="T6" fmla="*/ 88 w 124"/>
              <a:gd name="T7" fmla="*/ 0 h 128"/>
              <a:gd name="T8" fmla="*/ 67 w 124"/>
              <a:gd name="T9" fmla="*/ 6 h 128"/>
              <a:gd name="T10" fmla="*/ 57 w 124"/>
              <a:gd name="T11" fmla="*/ 27 h 128"/>
              <a:gd name="T12" fmla="*/ 51 w 124"/>
              <a:gd name="T13" fmla="*/ 0 h 128"/>
              <a:gd name="T14" fmla="*/ 30 w 124"/>
              <a:gd name="T15" fmla="*/ 6 h 128"/>
              <a:gd name="T16" fmla="*/ 17 w 124"/>
              <a:gd name="T17" fmla="*/ 19 h 128"/>
              <a:gd name="T18" fmla="*/ 0 w 124"/>
              <a:gd name="T19" fmla="*/ 77 h 128"/>
              <a:gd name="T20" fmla="*/ 0 w 124"/>
              <a:gd name="T21" fmla="*/ 122 h 128"/>
              <a:gd name="T22" fmla="*/ 36 w 124"/>
              <a:gd name="T23" fmla="*/ 128 h 128"/>
              <a:gd name="T24" fmla="*/ 42 w 124"/>
              <a:gd name="T25" fmla="*/ 76 h 128"/>
              <a:gd name="T26" fmla="*/ 55 w 124"/>
              <a:gd name="T27" fmla="*/ 76 h 128"/>
              <a:gd name="T28" fmla="*/ 57 w 124"/>
              <a:gd name="T29" fmla="*/ 68 h 128"/>
              <a:gd name="T30" fmla="*/ 67 w 124"/>
              <a:gd name="T31" fmla="*/ 73 h 128"/>
              <a:gd name="T32" fmla="*/ 81 w 124"/>
              <a:gd name="T33" fmla="*/ 76 h 128"/>
              <a:gd name="T34" fmla="*/ 82 w 124"/>
              <a:gd name="T35" fmla="*/ 122 h 128"/>
              <a:gd name="T36" fmla="*/ 118 w 124"/>
              <a:gd name="T37" fmla="*/ 128 h 128"/>
              <a:gd name="T38" fmla="*/ 124 w 124"/>
              <a:gd name="T39" fmla="*/ 78 h 128"/>
              <a:gd name="T40" fmla="*/ 37 w 124"/>
              <a:gd name="T41" fmla="*/ 71 h 128"/>
              <a:gd name="T42" fmla="*/ 5 w 124"/>
              <a:gd name="T43" fmla="*/ 123 h 128"/>
              <a:gd name="T44" fmla="*/ 18 w 124"/>
              <a:gd name="T45" fmla="*/ 24 h 128"/>
              <a:gd name="T46" fmla="*/ 52 w 124"/>
              <a:gd name="T47" fmla="*/ 71 h 128"/>
              <a:gd name="T48" fmla="*/ 35 w 124"/>
              <a:gd name="T49" fmla="*/ 19 h 128"/>
              <a:gd name="T50" fmla="*/ 52 w 124"/>
              <a:gd name="T51" fmla="*/ 4 h 128"/>
              <a:gd name="T52" fmla="*/ 67 w 124"/>
              <a:gd name="T53" fmla="*/ 64 h 128"/>
              <a:gd name="T54" fmla="*/ 57 w 124"/>
              <a:gd name="T55" fmla="*/ 31 h 128"/>
              <a:gd name="T56" fmla="*/ 67 w 124"/>
              <a:gd name="T57" fmla="*/ 64 h 128"/>
              <a:gd name="T58" fmla="*/ 89 w 124"/>
              <a:gd name="T59" fmla="*/ 4 h 128"/>
              <a:gd name="T60" fmla="*/ 72 w 124"/>
              <a:gd name="T61" fmla="*/ 19 h 128"/>
              <a:gd name="T62" fmla="*/ 87 w 124"/>
              <a:gd name="T63" fmla="*/ 123 h 128"/>
              <a:gd name="T64" fmla="*/ 72 w 124"/>
              <a:gd name="T65" fmla="*/ 71 h 128"/>
              <a:gd name="T66" fmla="*/ 106 w 124"/>
              <a:gd name="T67" fmla="*/ 24 h 128"/>
              <a:gd name="T68" fmla="*/ 119 w 124"/>
              <a:gd name="T69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4" h="128">
                <a:moveTo>
                  <a:pt x="124" y="78"/>
                </a:moveTo>
                <a:cubicBezTo>
                  <a:pt x="124" y="77"/>
                  <a:pt x="124" y="77"/>
                  <a:pt x="124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10" y="21"/>
                  <a:pt x="110" y="21"/>
                  <a:pt x="110" y="21"/>
                </a:cubicBezTo>
                <a:cubicBezTo>
                  <a:pt x="109" y="20"/>
                  <a:pt x="108" y="19"/>
                  <a:pt x="107" y="19"/>
                </a:cubicBezTo>
                <a:cubicBezTo>
                  <a:pt x="94" y="19"/>
                  <a:pt x="94" y="19"/>
                  <a:pt x="94" y="19"/>
                </a:cubicBezTo>
                <a:cubicBezTo>
                  <a:pt x="94" y="6"/>
                  <a:pt x="94" y="6"/>
                  <a:pt x="94" y="6"/>
                </a:cubicBezTo>
                <a:cubicBezTo>
                  <a:pt x="94" y="2"/>
                  <a:pt x="91" y="0"/>
                  <a:pt x="88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0" y="0"/>
                  <a:pt x="67" y="2"/>
                  <a:pt x="67" y="6"/>
                </a:cubicBezTo>
                <a:cubicBezTo>
                  <a:pt x="67" y="27"/>
                  <a:pt x="67" y="27"/>
                  <a:pt x="67" y="27"/>
                </a:cubicBezTo>
                <a:cubicBezTo>
                  <a:pt x="57" y="27"/>
                  <a:pt x="57" y="27"/>
                  <a:pt x="57" y="27"/>
                </a:cubicBezTo>
                <a:cubicBezTo>
                  <a:pt x="57" y="6"/>
                  <a:pt x="57" y="6"/>
                  <a:pt x="57" y="6"/>
                </a:cubicBezTo>
                <a:cubicBezTo>
                  <a:pt x="57" y="2"/>
                  <a:pt x="54" y="0"/>
                  <a:pt x="5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3" y="0"/>
                  <a:pt x="30" y="2"/>
                  <a:pt x="30" y="6"/>
                </a:cubicBezTo>
                <a:cubicBezTo>
                  <a:pt x="30" y="19"/>
                  <a:pt x="30" y="19"/>
                  <a:pt x="30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6" y="19"/>
                  <a:pt x="15" y="20"/>
                  <a:pt x="14" y="21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77"/>
                  <a:pt x="0" y="77"/>
                  <a:pt x="0" y="78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6" y="128"/>
                  <a:pt x="36" y="128"/>
                  <a:pt x="36" y="128"/>
                </a:cubicBezTo>
                <a:cubicBezTo>
                  <a:pt x="39" y="128"/>
                  <a:pt x="42" y="125"/>
                  <a:pt x="42" y="122"/>
                </a:cubicBezTo>
                <a:cubicBezTo>
                  <a:pt x="42" y="76"/>
                  <a:pt x="42" y="76"/>
                  <a:pt x="42" y="76"/>
                </a:cubicBezTo>
                <a:cubicBezTo>
                  <a:pt x="55" y="76"/>
                  <a:pt x="55" y="76"/>
                  <a:pt x="55" y="76"/>
                </a:cubicBezTo>
                <a:cubicBezTo>
                  <a:pt x="55" y="76"/>
                  <a:pt x="55" y="76"/>
                  <a:pt x="55" y="76"/>
                </a:cubicBezTo>
                <a:cubicBezTo>
                  <a:pt x="56" y="76"/>
                  <a:pt x="57" y="75"/>
                  <a:pt x="57" y="73"/>
                </a:cubicBezTo>
                <a:cubicBezTo>
                  <a:pt x="57" y="68"/>
                  <a:pt x="57" y="68"/>
                  <a:pt x="57" y="68"/>
                </a:cubicBezTo>
                <a:cubicBezTo>
                  <a:pt x="67" y="68"/>
                  <a:pt x="67" y="68"/>
                  <a:pt x="67" y="68"/>
                </a:cubicBezTo>
                <a:cubicBezTo>
                  <a:pt x="67" y="73"/>
                  <a:pt x="67" y="73"/>
                  <a:pt x="67" y="73"/>
                </a:cubicBezTo>
                <a:cubicBezTo>
                  <a:pt x="67" y="75"/>
                  <a:pt x="68" y="76"/>
                  <a:pt x="69" y="76"/>
                </a:cubicBezTo>
                <a:cubicBezTo>
                  <a:pt x="81" y="76"/>
                  <a:pt x="81" y="76"/>
                  <a:pt x="81" y="76"/>
                </a:cubicBezTo>
                <a:cubicBezTo>
                  <a:pt x="82" y="76"/>
                  <a:pt x="82" y="76"/>
                  <a:pt x="82" y="76"/>
                </a:cubicBezTo>
                <a:cubicBezTo>
                  <a:pt x="82" y="122"/>
                  <a:pt x="82" y="122"/>
                  <a:pt x="82" y="122"/>
                </a:cubicBezTo>
                <a:cubicBezTo>
                  <a:pt x="82" y="125"/>
                  <a:pt x="85" y="128"/>
                  <a:pt x="88" y="128"/>
                </a:cubicBezTo>
                <a:cubicBezTo>
                  <a:pt x="118" y="128"/>
                  <a:pt x="118" y="128"/>
                  <a:pt x="118" y="128"/>
                </a:cubicBezTo>
                <a:cubicBezTo>
                  <a:pt x="121" y="128"/>
                  <a:pt x="124" y="125"/>
                  <a:pt x="124" y="122"/>
                </a:cubicBezTo>
                <a:lnTo>
                  <a:pt x="124" y="78"/>
                </a:lnTo>
                <a:close/>
                <a:moveTo>
                  <a:pt x="52" y="71"/>
                </a:moveTo>
                <a:cubicBezTo>
                  <a:pt x="37" y="71"/>
                  <a:pt x="37" y="71"/>
                  <a:pt x="37" y="71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5" y="123"/>
                  <a:pt x="5" y="123"/>
                  <a:pt x="5" y="123"/>
                </a:cubicBezTo>
                <a:cubicBezTo>
                  <a:pt x="5" y="78"/>
                  <a:pt x="5" y="78"/>
                  <a:pt x="5" y="78"/>
                </a:cubicBezTo>
                <a:cubicBezTo>
                  <a:pt x="18" y="24"/>
                  <a:pt x="18" y="24"/>
                  <a:pt x="18" y="24"/>
                </a:cubicBezTo>
                <a:cubicBezTo>
                  <a:pt x="52" y="24"/>
                  <a:pt x="52" y="24"/>
                  <a:pt x="52" y="24"/>
                </a:cubicBezTo>
                <a:lnTo>
                  <a:pt x="52" y="71"/>
                </a:lnTo>
                <a:close/>
                <a:moveTo>
                  <a:pt x="52" y="19"/>
                </a:moveTo>
                <a:cubicBezTo>
                  <a:pt x="35" y="19"/>
                  <a:pt x="35" y="19"/>
                  <a:pt x="35" y="19"/>
                </a:cubicBezTo>
                <a:cubicBezTo>
                  <a:pt x="35" y="4"/>
                  <a:pt x="35" y="4"/>
                  <a:pt x="35" y="4"/>
                </a:cubicBezTo>
                <a:cubicBezTo>
                  <a:pt x="52" y="4"/>
                  <a:pt x="52" y="4"/>
                  <a:pt x="52" y="4"/>
                </a:cubicBezTo>
                <a:lnTo>
                  <a:pt x="52" y="19"/>
                </a:lnTo>
                <a:close/>
                <a:moveTo>
                  <a:pt x="67" y="64"/>
                </a:moveTo>
                <a:cubicBezTo>
                  <a:pt x="57" y="64"/>
                  <a:pt x="57" y="64"/>
                  <a:pt x="57" y="64"/>
                </a:cubicBezTo>
                <a:cubicBezTo>
                  <a:pt x="57" y="31"/>
                  <a:pt x="57" y="31"/>
                  <a:pt x="57" y="31"/>
                </a:cubicBezTo>
                <a:cubicBezTo>
                  <a:pt x="67" y="31"/>
                  <a:pt x="67" y="31"/>
                  <a:pt x="67" y="31"/>
                </a:cubicBezTo>
                <a:lnTo>
                  <a:pt x="67" y="64"/>
                </a:lnTo>
                <a:close/>
                <a:moveTo>
                  <a:pt x="72" y="4"/>
                </a:moveTo>
                <a:cubicBezTo>
                  <a:pt x="89" y="4"/>
                  <a:pt x="89" y="4"/>
                  <a:pt x="89" y="4"/>
                </a:cubicBezTo>
                <a:cubicBezTo>
                  <a:pt x="89" y="19"/>
                  <a:pt x="89" y="19"/>
                  <a:pt x="89" y="19"/>
                </a:cubicBezTo>
                <a:cubicBezTo>
                  <a:pt x="72" y="19"/>
                  <a:pt x="72" y="19"/>
                  <a:pt x="72" y="19"/>
                </a:cubicBezTo>
                <a:lnTo>
                  <a:pt x="72" y="4"/>
                </a:lnTo>
                <a:close/>
                <a:moveTo>
                  <a:pt x="87" y="123"/>
                </a:moveTo>
                <a:cubicBezTo>
                  <a:pt x="87" y="71"/>
                  <a:pt x="87" y="71"/>
                  <a:pt x="87" y="71"/>
                </a:cubicBezTo>
                <a:cubicBezTo>
                  <a:pt x="72" y="71"/>
                  <a:pt x="72" y="71"/>
                  <a:pt x="72" y="71"/>
                </a:cubicBezTo>
                <a:cubicBezTo>
                  <a:pt x="72" y="24"/>
                  <a:pt x="72" y="24"/>
                  <a:pt x="72" y="24"/>
                </a:cubicBezTo>
                <a:cubicBezTo>
                  <a:pt x="106" y="24"/>
                  <a:pt x="106" y="24"/>
                  <a:pt x="106" y="24"/>
                </a:cubicBezTo>
                <a:cubicBezTo>
                  <a:pt x="119" y="78"/>
                  <a:pt x="119" y="78"/>
                  <a:pt x="119" y="78"/>
                </a:cubicBezTo>
                <a:cubicBezTo>
                  <a:pt x="119" y="123"/>
                  <a:pt x="119" y="123"/>
                  <a:pt x="119" y="123"/>
                </a:cubicBezTo>
                <a:lnTo>
                  <a:pt x="87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Freeform 34"/>
          <p:cNvSpPr>
            <a:spLocks noEditPoints="1"/>
          </p:cNvSpPr>
          <p:nvPr/>
        </p:nvSpPr>
        <p:spPr bwMode="auto">
          <a:xfrm>
            <a:off x="7423150" y="5108576"/>
            <a:ext cx="225425" cy="334963"/>
          </a:xfrm>
          <a:custGeom>
            <a:avLst/>
            <a:gdLst>
              <a:gd name="T0" fmla="*/ 30 w 60"/>
              <a:gd name="T1" fmla="*/ 89 h 89"/>
              <a:gd name="T2" fmla="*/ 32 w 60"/>
              <a:gd name="T3" fmla="*/ 89 h 89"/>
              <a:gd name="T4" fmla="*/ 60 w 60"/>
              <a:gd name="T5" fmla="*/ 59 h 89"/>
              <a:gd name="T6" fmla="*/ 55 w 60"/>
              <a:gd name="T7" fmla="*/ 44 h 89"/>
              <a:gd name="T8" fmla="*/ 31 w 60"/>
              <a:gd name="T9" fmla="*/ 1 h 89"/>
              <a:gd name="T10" fmla="*/ 29 w 60"/>
              <a:gd name="T11" fmla="*/ 1 h 89"/>
              <a:gd name="T12" fmla="*/ 5 w 60"/>
              <a:gd name="T13" fmla="*/ 44 h 89"/>
              <a:gd name="T14" fmla="*/ 0 w 60"/>
              <a:gd name="T15" fmla="*/ 59 h 89"/>
              <a:gd name="T16" fmla="*/ 30 w 60"/>
              <a:gd name="T17" fmla="*/ 89 h 89"/>
              <a:gd name="T18" fmla="*/ 32 w 60"/>
              <a:gd name="T19" fmla="*/ 84 h 89"/>
              <a:gd name="T20" fmla="*/ 30 w 60"/>
              <a:gd name="T21" fmla="*/ 84 h 89"/>
              <a:gd name="T22" fmla="*/ 20 w 60"/>
              <a:gd name="T23" fmla="*/ 74 h 89"/>
              <a:gd name="T24" fmla="*/ 22 w 60"/>
              <a:gd name="T25" fmla="*/ 68 h 89"/>
              <a:gd name="T26" fmla="*/ 31 w 60"/>
              <a:gd name="T27" fmla="*/ 52 h 89"/>
              <a:gd name="T28" fmla="*/ 40 w 60"/>
              <a:gd name="T29" fmla="*/ 68 h 89"/>
              <a:gd name="T30" fmla="*/ 41 w 60"/>
              <a:gd name="T31" fmla="*/ 74 h 89"/>
              <a:gd name="T32" fmla="*/ 32 w 60"/>
              <a:gd name="T33" fmla="*/ 84 h 89"/>
              <a:gd name="T34" fmla="*/ 8 w 60"/>
              <a:gd name="T35" fmla="*/ 47 h 89"/>
              <a:gd name="T36" fmla="*/ 30 w 60"/>
              <a:gd name="T37" fmla="*/ 9 h 89"/>
              <a:gd name="T38" fmla="*/ 51 w 60"/>
              <a:gd name="T39" fmla="*/ 46 h 89"/>
              <a:gd name="T40" fmla="*/ 55 w 60"/>
              <a:gd name="T41" fmla="*/ 59 h 89"/>
              <a:gd name="T42" fmla="*/ 48 w 60"/>
              <a:gd name="T43" fmla="*/ 76 h 89"/>
              <a:gd name="T44" fmla="*/ 45 w 60"/>
              <a:gd name="T45" fmla="*/ 80 h 89"/>
              <a:gd name="T46" fmla="*/ 46 w 60"/>
              <a:gd name="T47" fmla="*/ 75 h 89"/>
              <a:gd name="T48" fmla="*/ 46 w 60"/>
              <a:gd name="T49" fmla="*/ 74 h 89"/>
              <a:gd name="T50" fmla="*/ 44 w 60"/>
              <a:gd name="T51" fmla="*/ 66 h 89"/>
              <a:gd name="T52" fmla="*/ 31 w 60"/>
              <a:gd name="T53" fmla="*/ 43 h 89"/>
              <a:gd name="T54" fmla="*/ 18 w 60"/>
              <a:gd name="T55" fmla="*/ 66 h 89"/>
              <a:gd name="T56" fmla="*/ 15 w 60"/>
              <a:gd name="T57" fmla="*/ 74 h 89"/>
              <a:gd name="T58" fmla="*/ 16 w 60"/>
              <a:gd name="T59" fmla="*/ 77 h 89"/>
              <a:gd name="T60" fmla="*/ 17 w 60"/>
              <a:gd name="T61" fmla="*/ 81 h 89"/>
              <a:gd name="T62" fmla="*/ 13 w 60"/>
              <a:gd name="T63" fmla="*/ 78 h 89"/>
              <a:gd name="T64" fmla="*/ 12 w 60"/>
              <a:gd name="T65" fmla="*/ 77 h 89"/>
              <a:gd name="T66" fmla="*/ 5 w 60"/>
              <a:gd name="T67" fmla="*/ 59 h 89"/>
              <a:gd name="T68" fmla="*/ 8 w 60"/>
              <a:gd name="T69" fmla="*/ 47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0" h="89">
                <a:moveTo>
                  <a:pt x="30" y="89"/>
                </a:moveTo>
                <a:cubicBezTo>
                  <a:pt x="30" y="89"/>
                  <a:pt x="32" y="89"/>
                  <a:pt x="32" y="89"/>
                </a:cubicBezTo>
                <a:cubicBezTo>
                  <a:pt x="48" y="88"/>
                  <a:pt x="60" y="75"/>
                  <a:pt x="60" y="59"/>
                </a:cubicBezTo>
                <a:cubicBezTo>
                  <a:pt x="60" y="54"/>
                  <a:pt x="58" y="49"/>
                  <a:pt x="55" y="44"/>
                </a:cubicBezTo>
                <a:cubicBezTo>
                  <a:pt x="31" y="1"/>
                  <a:pt x="31" y="1"/>
                  <a:pt x="31" y="1"/>
                </a:cubicBezTo>
                <a:cubicBezTo>
                  <a:pt x="31" y="0"/>
                  <a:pt x="29" y="0"/>
                  <a:pt x="29" y="1"/>
                </a:cubicBezTo>
                <a:cubicBezTo>
                  <a:pt x="5" y="44"/>
                  <a:pt x="5" y="44"/>
                  <a:pt x="5" y="44"/>
                </a:cubicBezTo>
                <a:cubicBezTo>
                  <a:pt x="2" y="49"/>
                  <a:pt x="0" y="54"/>
                  <a:pt x="0" y="59"/>
                </a:cubicBezTo>
                <a:cubicBezTo>
                  <a:pt x="0" y="76"/>
                  <a:pt x="14" y="89"/>
                  <a:pt x="30" y="89"/>
                </a:cubicBezTo>
                <a:close/>
                <a:moveTo>
                  <a:pt x="32" y="84"/>
                </a:moveTo>
                <a:cubicBezTo>
                  <a:pt x="31" y="84"/>
                  <a:pt x="31" y="84"/>
                  <a:pt x="30" y="84"/>
                </a:cubicBezTo>
                <a:cubicBezTo>
                  <a:pt x="25" y="84"/>
                  <a:pt x="20" y="79"/>
                  <a:pt x="20" y="74"/>
                </a:cubicBezTo>
                <a:cubicBezTo>
                  <a:pt x="20" y="72"/>
                  <a:pt x="21" y="70"/>
                  <a:pt x="22" y="68"/>
                </a:cubicBezTo>
                <a:cubicBezTo>
                  <a:pt x="31" y="52"/>
                  <a:pt x="31" y="52"/>
                  <a:pt x="31" y="52"/>
                </a:cubicBezTo>
                <a:cubicBezTo>
                  <a:pt x="40" y="68"/>
                  <a:pt x="40" y="68"/>
                  <a:pt x="40" y="68"/>
                </a:cubicBezTo>
                <a:cubicBezTo>
                  <a:pt x="41" y="70"/>
                  <a:pt x="41" y="72"/>
                  <a:pt x="41" y="74"/>
                </a:cubicBezTo>
                <a:cubicBezTo>
                  <a:pt x="41" y="79"/>
                  <a:pt x="37" y="84"/>
                  <a:pt x="32" y="84"/>
                </a:cubicBezTo>
                <a:close/>
                <a:moveTo>
                  <a:pt x="8" y="47"/>
                </a:moveTo>
                <a:cubicBezTo>
                  <a:pt x="30" y="9"/>
                  <a:pt x="30" y="9"/>
                  <a:pt x="30" y="9"/>
                </a:cubicBezTo>
                <a:cubicBezTo>
                  <a:pt x="51" y="46"/>
                  <a:pt x="51" y="46"/>
                  <a:pt x="51" y="46"/>
                </a:cubicBezTo>
                <a:cubicBezTo>
                  <a:pt x="54" y="50"/>
                  <a:pt x="55" y="55"/>
                  <a:pt x="55" y="59"/>
                </a:cubicBezTo>
                <a:cubicBezTo>
                  <a:pt x="55" y="66"/>
                  <a:pt x="53" y="72"/>
                  <a:pt x="48" y="76"/>
                </a:cubicBezTo>
                <a:cubicBezTo>
                  <a:pt x="45" y="80"/>
                  <a:pt x="45" y="80"/>
                  <a:pt x="45" y="80"/>
                </a:cubicBezTo>
                <a:cubicBezTo>
                  <a:pt x="46" y="75"/>
                  <a:pt x="46" y="75"/>
                  <a:pt x="46" y="75"/>
                </a:cubicBezTo>
                <a:cubicBezTo>
                  <a:pt x="46" y="75"/>
                  <a:pt x="46" y="74"/>
                  <a:pt x="46" y="74"/>
                </a:cubicBezTo>
                <a:cubicBezTo>
                  <a:pt x="46" y="71"/>
                  <a:pt x="45" y="68"/>
                  <a:pt x="44" y="66"/>
                </a:cubicBezTo>
                <a:cubicBezTo>
                  <a:pt x="31" y="43"/>
                  <a:pt x="31" y="43"/>
                  <a:pt x="31" y="43"/>
                </a:cubicBezTo>
                <a:cubicBezTo>
                  <a:pt x="18" y="66"/>
                  <a:pt x="18" y="66"/>
                  <a:pt x="18" y="66"/>
                </a:cubicBezTo>
                <a:cubicBezTo>
                  <a:pt x="16" y="68"/>
                  <a:pt x="15" y="71"/>
                  <a:pt x="15" y="74"/>
                </a:cubicBezTo>
                <a:cubicBezTo>
                  <a:pt x="15" y="75"/>
                  <a:pt x="16" y="76"/>
                  <a:pt x="16" y="77"/>
                </a:cubicBezTo>
                <a:cubicBezTo>
                  <a:pt x="17" y="81"/>
                  <a:pt x="17" y="81"/>
                  <a:pt x="17" y="81"/>
                </a:cubicBezTo>
                <a:cubicBezTo>
                  <a:pt x="13" y="78"/>
                  <a:pt x="13" y="78"/>
                  <a:pt x="13" y="78"/>
                </a:cubicBezTo>
                <a:cubicBezTo>
                  <a:pt x="13" y="78"/>
                  <a:pt x="13" y="77"/>
                  <a:pt x="12" y="77"/>
                </a:cubicBezTo>
                <a:cubicBezTo>
                  <a:pt x="8" y="72"/>
                  <a:pt x="5" y="66"/>
                  <a:pt x="5" y="59"/>
                </a:cubicBezTo>
                <a:cubicBezTo>
                  <a:pt x="5" y="55"/>
                  <a:pt x="6" y="50"/>
                  <a:pt x="8" y="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Freeform 35"/>
          <p:cNvSpPr>
            <a:spLocks noEditPoints="1"/>
          </p:cNvSpPr>
          <p:nvPr/>
        </p:nvSpPr>
        <p:spPr bwMode="auto">
          <a:xfrm>
            <a:off x="7296150" y="5443538"/>
            <a:ext cx="479425" cy="149225"/>
          </a:xfrm>
          <a:custGeom>
            <a:avLst/>
            <a:gdLst>
              <a:gd name="T0" fmla="*/ 125 w 128"/>
              <a:gd name="T1" fmla="*/ 21 h 40"/>
              <a:gd name="T2" fmla="*/ 123 w 128"/>
              <a:gd name="T3" fmla="*/ 20 h 40"/>
              <a:gd name="T4" fmla="*/ 125 w 128"/>
              <a:gd name="T5" fmla="*/ 19 h 40"/>
              <a:gd name="T6" fmla="*/ 128 w 128"/>
              <a:gd name="T7" fmla="*/ 13 h 40"/>
              <a:gd name="T8" fmla="*/ 127 w 128"/>
              <a:gd name="T9" fmla="*/ 5 h 40"/>
              <a:gd name="T10" fmla="*/ 120 w 128"/>
              <a:gd name="T11" fmla="*/ 1 h 40"/>
              <a:gd name="T12" fmla="*/ 64 w 128"/>
              <a:gd name="T13" fmla="*/ 10 h 40"/>
              <a:gd name="T14" fmla="*/ 64 w 128"/>
              <a:gd name="T15" fmla="*/ 10 h 40"/>
              <a:gd name="T16" fmla="*/ 8 w 128"/>
              <a:gd name="T17" fmla="*/ 1 h 40"/>
              <a:gd name="T18" fmla="*/ 1 w 128"/>
              <a:gd name="T19" fmla="*/ 5 h 40"/>
              <a:gd name="T20" fmla="*/ 0 w 128"/>
              <a:gd name="T21" fmla="*/ 13 h 40"/>
              <a:gd name="T22" fmla="*/ 3 w 128"/>
              <a:gd name="T23" fmla="*/ 19 h 40"/>
              <a:gd name="T24" fmla="*/ 5 w 128"/>
              <a:gd name="T25" fmla="*/ 20 h 40"/>
              <a:gd name="T26" fmla="*/ 3 w 128"/>
              <a:gd name="T27" fmla="*/ 21 h 40"/>
              <a:gd name="T28" fmla="*/ 0 w 128"/>
              <a:gd name="T29" fmla="*/ 27 h 40"/>
              <a:gd name="T30" fmla="*/ 1 w 128"/>
              <a:gd name="T31" fmla="*/ 35 h 40"/>
              <a:gd name="T32" fmla="*/ 8 w 128"/>
              <a:gd name="T33" fmla="*/ 39 h 40"/>
              <a:gd name="T34" fmla="*/ 64 w 128"/>
              <a:gd name="T35" fmla="*/ 30 h 40"/>
              <a:gd name="T36" fmla="*/ 64 w 128"/>
              <a:gd name="T37" fmla="*/ 30 h 40"/>
              <a:gd name="T38" fmla="*/ 120 w 128"/>
              <a:gd name="T39" fmla="*/ 39 h 40"/>
              <a:gd name="T40" fmla="*/ 127 w 128"/>
              <a:gd name="T41" fmla="*/ 35 h 40"/>
              <a:gd name="T42" fmla="*/ 128 w 128"/>
              <a:gd name="T43" fmla="*/ 27 h 40"/>
              <a:gd name="T44" fmla="*/ 125 w 128"/>
              <a:gd name="T45" fmla="*/ 21 h 40"/>
              <a:gd name="T46" fmla="*/ 122 w 128"/>
              <a:gd name="T47" fmla="*/ 5 h 40"/>
              <a:gd name="T48" fmla="*/ 124 w 128"/>
              <a:gd name="T49" fmla="*/ 15 h 40"/>
              <a:gd name="T50" fmla="*/ 108 w 128"/>
              <a:gd name="T51" fmla="*/ 18 h 40"/>
              <a:gd name="T52" fmla="*/ 77 w 128"/>
              <a:gd name="T53" fmla="*/ 13 h 40"/>
              <a:gd name="T54" fmla="*/ 122 w 128"/>
              <a:gd name="T55" fmla="*/ 5 h 40"/>
              <a:gd name="T56" fmla="*/ 6 w 128"/>
              <a:gd name="T57" fmla="*/ 35 h 40"/>
              <a:gd name="T58" fmla="*/ 4 w 128"/>
              <a:gd name="T59" fmla="*/ 25 h 40"/>
              <a:gd name="T60" fmla="*/ 20 w 128"/>
              <a:gd name="T61" fmla="*/ 22 h 40"/>
              <a:gd name="T62" fmla="*/ 51 w 128"/>
              <a:gd name="T63" fmla="*/ 28 h 40"/>
              <a:gd name="T64" fmla="*/ 6 w 128"/>
              <a:gd name="T65" fmla="*/ 35 h 40"/>
              <a:gd name="T66" fmla="*/ 122 w 128"/>
              <a:gd name="T67" fmla="*/ 35 h 40"/>
              <a:gd name="T68" fmla="*/ 4 w 128"/>
              <a:gd name="T69" fmla="*/ 15 h 40"/>
              <a:gd name="T70" fmla="*/ 6 w 128"/>
              <a:gd name="T71" fmla="*/ 5 h 40"/>
              <a:gd name="T72" fmla="*/ 124 w 128"/>
              <a:gd name="T73" fmla="*/ 25 h 40"/>
              <a:gd name="T74" fmla="*/ 122 w 128"/>
              <a:gd name="T75" fmla="*/ 35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40">
                <a:moveTo>
                  <a:pt x="125" y="21"/>
                </a:moveTo>
                <a:cubicBezTo>
                  <a:pt x="123" y="20"/>
                  <a:pt x="123" y="20"/>
                  <a:pt x="123" y="20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7" y="18"/>
                  <a:pt x="128" y="15"/>
                  <a:pt x="128" y="13"/>
                </a:cubicBezTo>
                <a:cubicBezTo>
                  <a:pt x="127" y="5"/>
                  <a:pt x="127" y="5"/>
                  <a:pt x="127" y="5"/>
                </a:cubicBezTo>
                <a:cubicBezTo>
                  <a:pt x="126" y="2"/>
                  <a:pt x="123" y="0"/>
                  <a:pt x="120" y="1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10"/>
                  <a:pt x="64" y="10"/>
                  <a:pt x="64" y="10"/>
                </a:cubicBezTo>
                <a:cubicBezTo>
                  <a:pt x="8" y="1"/>
                  <a:pt x="8" y="1"/>
                  <a:pt x="8" y="1"/>
                </a:cubicBezTo>
                <a:cubicBezTo>
                  <a:pt x="5" y="0"/>
                  <a:pt x="2" y="2"/>
                  <a:pt x="1" y="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5"/>
                  <a:pt x="1" y="18"/>
                  <a:pt x="3" y="19"/>
                </a:cubicBezTo>
                <a:cubicBezTo>
                  <a:pt x="5" y="20"/>
                  <a:pt x="5" y="20"/>
                  <a:pt x="5" y="20"/>
                </a:cubicBezTo>
                <a:cubicBezTo>
                  <a:pt x="3" y="21"/>
                  <a:pt x="3" y="21"/>
                  <a:pt x="3" y="21"/>
                </a:cubicBezTo>
                <a:cubicBezTo>
                  <a:pt x="1" y="23"/>
                  <a:pt x="0" y="25"/>
                  <a:pt x="0" y="27"/>
                </a:cubicBezTo>
                <a:cubicBezTo>
                  <a:pt x="1" y="35"/>
                  <a:pt x="1" y="35"/>
                  <a:pt x="1" y="35"/>
                </a:cubicBezTo>
                <a:cubicBezTo>
                  <a:pt x="2" y="38"/>
                  <a:pt x="5" y="40"/>
                  <a:pt x="8" y="39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0"/>
                  <a:pt x="64" y="30"/>
                  <a:pt x="64" y="30"/>
                </a:cubicBezTo>
                <a:cubicBezTo>
                  <a:pt x="120" y="39"/>
                  <a:pt x="120" y="39"/>
                  <a:pt x="120" y="39"/>
                </a:cubicBezTo>
                <a:cubicBezTo>
                  <a:pt x="123" y="40"/>
                  <a:pt x="126" y="38"/>
                  <a:pt x="127" y="35"/>
                </a:cubicBezTo>
                <a:cubicBezTo>
                  <a:pt x="128" y="27"/>
                  <a:pt x="128" y="27"/>
                  <a:pt x="128" y="27"/>
                </a:cubicBezTo>
                <a:cubicBezTo>
                  <a:pt x="128" y="25"/>
                  <a:pt x="127" y="23"/>
                  <a:pt x="125" y="21"/>
                </a:cubicBezTo>
                <a:close/>
                <a:moveTo>
                  <a:pt x="122" y="5"/>
                </a:moveTo>
                <a:cubicBezTo>
                  <a:pt x="124" y="15"/>
                  <a:pt x="124" y="15"/>
                  <a:pt x="124" y="15"/>
                </a:cubicBezTo>
                <a:cubicBezTo>
                  <a:pt x="108" y="18"/>
                  <a:pt x="108" y="18"/>
                  <a:pt x="108" y="18"/>
                </a:cubicBezTo>
                <a:cubicBezTo>
                  <a:pt x="77" y="13"/>
                  <a:pt x="77" y="13"/>
                  <a:pt x="77" y="13"/>
                </a:cubicBezTo>
                <a:lnTo>
                  <a:pt x="122" y="5"/>
                </a:lnTo>
                <a:close/>
                <a:moveTo>
                  <a:pt x="6" y="35"/>
                </a:moveTo>
                <a:cubicBezTo>
                  <a:pt x="4" y="25"/>
                  <a:pt x="4" y="25"/>
                  <a:pt x="4" y="25"/>
                </a:cubicBezTo>
                <a:cubicBezTo>
                  <a:pt x="20" y="22"/>
                  <a:pt x="20" y="22"/>
                  <a:pt x="20" y="22"/>
                </a:cubicBezTo>
                <a:cubicBezTo>
                  <a:pt x="51" y="28"/>
                  <a:pt x="51" y="28"/>
                  <a:pt x="51" y="28"/>
                </a:cubicBezTo>
                <a:lnTo>
                  <a:pt x="6" y="35"/>
                </a:lnTo>
                <a:close/>
                <a:moveTo>
                  <a:pt x="122" y="35"/>
                </a:moveTo>
                <a:cubicBezTo>
                  <a:pt x="4" y="15"/>
                  <a:pt x="4" y="15"/>
                  <a:pt x="4" y="15"/>
                </a:cubicBezTo>
                <a:cubicBezTo>
                  <a:pt x="6" y="5"/>
                  <a:pt x="6" y="5"/>
                  <a:pt x="6" y="5"/>
                </a:cubicBezTo>
                <a:cubicBezTo>
                  <a:pt x="124" y="25"/>
                  <a:pt x="124" y="25"/>
                  <a:pt x="124" y="25"/>
                </a:cubicBezTo>
                <a:lnTo>
                  <a:pt x="122" y="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Freeform 36"/>
          <p:cNvSpPr/>
          <p:nvPr/>
        </p:nvSpPr>
        <p:spPr bwMode="auto">
          <a:xfrm>
            <a:off x="6334125" y="5487988"/>
            <a:ext cx="19050" cy="33338"/>
          </a:xfrm>
          <a:custGeom>
            <a:avLst/>
            <a:gdLst>
              <a:gd name="T0" fmla="*/ 2 w 5"/>
              <a:gd name="T1" fmla="*/ 0 h 9"/>
              <a:gd name="T2" fmla="*/ 0 w 5"/>
              <a:gd name="T3" fmla="*/ 3 h 9"/>
              <a:gd name="T4" fmla="*/ 0 w 5"/>
              <a:gd name="T5" fmla="*/ 9 h 9"/>
              <a:gd name="T6" fmla="*/ 5 w 5"/>
              <a:gd name="T7" fmla="*/ 9 h 9"/>
              <a:gd name="T8" fmla="*/ 5 w 5"/>
              <a:gd name="T9" fmla="*/ 3 h 9"/>
              <a:gd name="T10" fmla="*/ 2 w 5"/>
              <a:gd name="T1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9">
                <a:moveTo>
                  <a:pt x="2" y="0"/>
                </a:moveTo>
                <a:cubicBezTo>
                  <a:pt x="1" y="0"/>
                  <a:pt x="0" y="1"/>
                  <a:pt x="0" y="3"/>
                </a:cubicBezTo>
                <a:cubicBezTo>
                  <a:pt x="0" y="9"/>
                  <a:pt x="0" y="9"/>
                  <a:pt x="0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3"/>
                  <a:pt x="5" y="3"/>
                  <a:pt x="5" y="3"/>
                </a:cubicBezTo>
                <a:cubicBezTo>
                  <a:pt x="5" y="1"/>
                  <a:pt x="4" y="0"/>
                  <a:pt x="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Freeform 37"/>
          <p:cNvSpPr/>
          <p:nvPr/>
        </p:nvSpPr>
        <p:spPr bwMode="auto">
          <a:xfrm>
            <a:off x="6796088" y="5487988"/>
            <a:ext cx="19050" cy="33338"/>
          </a:xfrm>
          <a:custGeom>
            <a:avLst/>
            <a:gdLst>
              <a:gd name="T0" fmla="*/ 3 w 5"/>
              <a:gd name="T1" fmla="*/ 0 h 9"/>
              <a:gd name="T2" fmla="*/ 0 w 5"/>
              <a:gd name="T3" fmla="*/ 3 h 9"/>
              <a:gd name="T4" fmla="*/ 0 w 5"/>
              <a:gd name="T5" fmla="*/ 9 h 9"/>
              <a:gd name="T6" fmla="*/ 5 w 5"/>
              <a:gd name="T7" fmla="*/ 9 h 9"/>
              <a:gd name="T8" fmla="*/ 5 w 5"/>
              <a:gd name="T9" fmla="*/ 3 h 9"/>
              <a:gd name="T10" fmla="*/ 3 w 5"/>
              <a:gd name="T11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9">
                <a:moveTo>
                  <a:pt x="3" y="0"/>
                </a:moveTo>
                <a:cubicBezTo>
                  <a:pt x="1" y="0"/>
                  <a:pt x="0" y="1"/>
                  <a:pt x="0" y="3"/>
                </a:cubicBezTo>
                <a:cubicBezTo>
                  <a:pt x="0" y="9"/>
                  <a:pt x="0" y="9"/>
                  <a:pt x="0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3"/>
                  <a:pt x="5" y="3"/>
                  <a:pt x="5" y="3"/>
                </a:cubicBezTo>
                <a:cubicBezTo>
                  <a:pt x="5" y="1"/>
                  <a:pt x="4" y="0"/>
                  <a:pt x="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Freeform 38"/>
          <p:cNvSpPr>
            <a:spLocks noEditPoints="1"/>
          </p:cNvSpPr>
          <p:nvPr/>
        </p:nvSpPr>
        <p:spPr bwMode="auto">
          <a:xfrm>
            <a:off x="6367463" y="5180013"/>
            <a:ext cx="414338" cy="341313"/>
          </a:xfrm>
          <a:custGeom>
            <a:avLst/>
            <a:gdLst>
              <a:gd name="T0" fmla="*/ 53 w 110"/>
              <a:gd name="T1" fmla="*/ 2 h 91"/>
              <a:gd name="T2" fmla="*/ 53 w 110"/>
              <a:gd name="T3" fmla="*/ 2 h 91"/>
              <a:gd name="T4" fmla="*/ 0 w 110"/>
              <a:gd name="T5" fmla="*/ 91 h 91"/>
              <a:gd name="T6" fmla="*/ 36 w 110"/>
              <a:gd name="T7" fmla="*/ 91 h 91"/>
              <a:gd name="T8" fmla="*/ 38 w 110"/>
              <a:gd name="T9" fmla="*/ 89 h 91"/>
              <a:gd name="T10" fmla="*/ 54 w 110"/>
              <a:gd name="T11" fmla="*/ 9 h 91"/>
              <a:gd name="T12" fmla="*/ 55 w 110"/>
              <a:gd name="T13" fmla="*/ 7 h 91"/>
              <a:gd name="T14" fmla="*/ 56 w 110"/>
              <a:gd name="T15" fmla="*/ 10 h 91"/>
              <a:gd name="T16" fmla="*/ 72 w 110"/>
              <a:gd name="T17" fmla="*/ 89 h 91"/>
              <a:gd name="T18" fmla="*/ 74 w 110"/>
              <a:gd name="T19" fmla="*/ 91 h 91"/>
              <a:gd name="T20" fmla="*/ 110 w 110"/>
              <a:gd name="T21" fmla="*/ 91 h 91"/>
              <a:gd name="T22" fmla="*/ 57 w 110"/>
              <a:gd name="T23" fmla="*/ 2 h 91"/>
              <a:gd name="T24" fmla="*/ 53 w 110"/>
              <a:gd name="T25" fmla="*/ 2 h 91"/>
              <a:gd name="T26" fmla="*/ 34 w 110"/>
              <a:gd name="T27" fmla="*/ 86 h 91"/>
              <a:gd name="T28" fmla="*/ 8 w 110"/>
              <a:gd name="T29" fmla="*/ 86 h 91"/>
              <a:gd name="T30" fmla="*/ 47 w 110"/>
              <a:gd name="T31" fmla="*/ 21 h 91"/>
              <a:gd name="T32" fmla="*/ 34 w 110"/>
              <a:gd name="T33" fmla="*/ 86 h 91"/>
              <a:gd name="T34" fmla="*/ 102 w 110"/>
              <a:gd name="T35" fmla="*/ 86 h 91"/>
              <a:gd name="T36" fmla="*/ 76 w 110"/>
              <a:gd name="T37" fmla="*/ 86 h 91"/>
              <a:gd name="T38" fmla="*/ 63 w 110"/>
              <a:gd name="T39" fmla="*/ 21 h 91"/>
              <a:gd name="T40" fmla="*/ 102 w 110"/>
              <a:gd name="T41" fmla="*/ 8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0" h="91">
                <a:moveTo>
                  <a:pt x="53" y="2"/>
                </a:moveTo>
                <a:cubicBezTo>
                  <a:pt x="53" y="2"/>
                  <a:pt x="53" y="2"/>
                  <a:pt x="53" y="2"/>
                </a:cubicBezTo>
                <a:cubicBezTo>
                  <a:pt x="0" y="91"/>
                  <a:pt x="0" y="91"/>
                  <a:pt x="0" y="91"/>
                </a:cubicBezTo>
                <a:cubicBezTo>
                  <a:pt x="36" y="91"/>
                  <a:pt x="36" y="91"/>
                  <a:pt x="36" y="91"/>
                </a:cubicBezTo>
                <a:cubicBezTo>
                  <a:pt x="37" y="91"/>
                  <a:pt x="38" y="90"/>
                  <a:pt x="38" y="89"/>
                </a:cubicBezTo>
                <a:cubicBezTo>
                  <a:pt x="54" y="9"/>
                  <a:pt x="54" y="9"/>
                  <a:pt x="54" y="9"/>
                </a:cubicBezTo>
                <a:cubicBezTo>
                  <a:pt x="55" y="7"/>
                  <a:pt x="55" y="7"/>
                  <a:pt x="55" y="7"/>
                </a:cubicBezTo>
                <a:cubicBezTo>
                  <a:pt x="56" y="10"/>
                  <a:pt x="56" y="10"/>
                  <a:pt x="56" y="10"/>
                </a:cubicBezTo>
                <a:cubicBezTo>
                  <a:pt x="72" y="89"/>
                  <a:pt x="72" y="89"/>
                  <a:pt x="72" y="89"/>
                </a:cubicBezTo>
                <a:cubicBezTo>
                  <a:pt x="72" y="90"/>
                  <a:pt x="73" y="91"/>
                  <a:pt x="74" y="91"/>
                </a:cubicBezTo>
                <a:cubicBezTo>
                  <a:pt x="110" y="91"/>
                  <a:pt x="110" y="91"/>
                  <a:pt x="110" y="91"/>
                </a:cubicBezTo>
                <a:cubicBezTo>
                  <a:pt x="57" y="2"/>
                  <a:pt x="57" y="2"/>
                  <a:pt x="57" y="2"/>
                </a:cubicBezTo>
                <a:cubicBezTo>
                  <a:pt x="56" y="0"/>
                  <a:pt x="54" y="0"/>
                  <a:pt x="53" y="2"/>
                </a:cubicBezTo>
                <a:close/>
                <a:moveTo>
                  <a:pt x="34" y="86"/>
                </a:moveTo>
                <a:cubicBezTo>
                  <a:pt x="8" y="86"/>
                  <a:pt x="8" y="86"/>
                  <a:pt x="8" y="86"/>
                </a:cubicBezTo>
                <a:cubicBezTo>
                  <a:pt x="47" y="21"/>
                  <a:pt x="47" y="21"/>
                  <a:pt x="47" y="21"/>
                </a:cubicBezTo>
                <a:lnTo>
                  <a:pt x="34" y="86"/>
                </a:lnTo>
                <a:close/>
                <a:moveTo>
                  <a:pt x="102" y="86"/>
                </a:moveTo>
                <a:cubicBezTo>
                  <a:pt x="76" y="86"/>
                  <a:pt x="76" y="86"/>
                  <a:pt x="76" y="86"/>
                </a:cubicBezTo>
                <a:cubicBezTo>
                  <a:pt x="63" y="21"/>
                  <a:pt x="63" y="21"/>
                  <a:pt x="63" y="21"/>
                </a:cubicBezTo>
                <a:lnTo>
                  <a:pt x="102" y="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Freeform 39"/>
          <p:cNvSpPr>
            <a:spLocks noEditPoints="1"/>
          </p:cNvSpPr>
          <p:nvPr/>
        </p:nvSpPr>
        <p:spPr bwMode="auto">
          <a:xfrm>
            <a:off x="5373688" y="5210176"/>
            <a:ext cx="423863" cy="225425"/>
          </a:xfrm>
          <a:custGeom>
            <a:avLst/>
            <a:gdLst>
              <a:gd name="T0" fmla="*/ 113 w 113"/>
              <a:gd name="T1" fmla="*/ 30 h 60"/>
              <a:gd name="T2" fmla="*/ 113 w 113"/>
              <a:gd name="T3" fmla="*/ 6 h 60"/>
              <a:gd name="T4" fmla="*/ 107 w 113"/>
              <a:gd name="T5" fmla="*/ 0 h 60"/>
              <a:gd name="T6" fmla="*/ 6 w 113"/>
              <a:gd name="T7" fmla="*/ 0 h 60"/>
              <a:gd name="T8" fmla="*/ 0 w 113"/>
              <a:gd name="T9" fmla="*/ 6 h 60"/>
              <a:gd name="T10" fmla="*/ 0 w 113"/>
              <a:gd name="T11" fmla="*/ 30 h 60"/>
              <a:gd name="T12" fmla="*/ 29 w 113"/>
              <a:gd name="T13" fmla="*/ 60 h 60"/>
              <a:gd name="T14" fmla="*/ 44 w 113"/>
              <a:gd name="T15" fmla="*/ 60 h 60"/>
              <a:gd name="T16" fmla="*/ 55 w 113"/>
              <a:gd name="T17" fmla="*/ 54 h 60"/>
              <a:gd name="T18" fmla="*/ 57 w 113"/>
              <a:gd name="T19" fmla="*/ 53 h 60"/>
              <a:gd name="T20" fmla="*/ 58 w 113"/>
              <a:gd name="T21" fmla="*/ 54 h 60"/>
              <a:gd name="T22" fmla="*/ 69 w 113"/>
              <a:gd name="T23" fmla="*/ 60 h 60"/>
              <a:gd name="T24" fmla="*/ 84 w 113"/>
              <a:gd name="T25" fmla="*/ 60 h 60"/>
              <a:gd name="T26" fmla="*/ 113 w 113"/>
              <a:gd name="T27" fmla="*/ 30 h 60"/>
              <a:gd name="T28" fmla="*/ 84 w 113"/>
              <a:gd name="T29" fmla="*/ 55 h 60"/>
              <a:gd name="T30" fmla="*/ 69 w 113"/>
              <a:gd name="T31" fmla="*/ 55 h 60"/>
              <a:gd name="T32" fmla="*/ 62 w 113"/>
              <a:gd name="T33" fmla="*/ 52 h 60"/>
              <a:gd name="T34" fmla="*/ 57 w 113"/>
              <a:gd name="T35" fmla="*/ 44 h 60"/>
              <a:gd name="T36" fmla="*/ 52 w 113"/>
              <a:gd name="T37" fmla="*/ 52 h 60"/>
              <a:gd name="T38" fmla="*/ 44 w 113"/>
              <a:gd name="T39" fmla="*/ 55 h 60"/>
              <a:gd name="T40" fmla="*/ 29 w 113"/>
              <a:gd name="T41" fmla="*/ 55 h 60"/>
              <a:gd name="T42" fmla="*/ 12 w 113"/>
              <a:gd name="T43" fmla="*/ 48 h 60"/>
              <a:gd name="T44" fmla="*/ 5 w 113"/>
              <a:gd name="T45" fmla="*/ 30 h 60"/>
              <a:gd name="T46" fmla="*/ 5 w 113"/>
              <a:gd name="T47" fmla="*/ 4 h 60"/>
              <a:gd name="T48" fmla="*/ 109 w 113"/>
              <a:gd name="T49" fmla="*/ 4 h 60"/>
              <a:gd name="T50" fmla="*/ 109 w 113"/>
              <a:gd name="T51" fmla="*/ 30 h 60"/>
              <a:gd name="T52" fmla="*/ 101 w 113"/>
              <a:gd name="T53" fmla="*/ 48 h 60"/>
              <a:gd name="T54" fmla="*/ 84 w 113"/>
              <a:gd name="T55" fmla="*/ 55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3" h="60">
                <a:moveTo>
                  <a:pt x="113" y="30"/>
                </a:moveTo>
                <a:cubicBezTo>
                  <a:pt x="113" y="6"/>
                  <a:pt x="113" y="6"/>
                  <a:pt x="113" y="6"/>
                </a:cubicBezTo>
                <a:cubicBezTo>
                  <a:pt x="113" y="2"/>
                  <a:pt x="110" y="0"/>
                  <a:pt x="107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46"/>
                  <a:pt x="13" y="59"/>
                  <a:pt x="29" y="60"/>
                </a:cubicBezTo>
                <a:cubicBezTo>
                  <a:pt x="44" y="60"/>
                  <a:pt x="44" y="60"/>
                  <a:pt x="44" y="60"/>
                </a:cubicBezTo>
                <a:cubicBezTo>
                  <a:pt x="50" y="60"/>
                  <a:pt x="53" y="58"/>
                  <a:pt x="55" y="54"/>
                </a:cubicBezTo>
                <a:cubicBezTo>
                  <a:pt x="57" y="53"/>
                  <a:pt x="57" y="53"/>
                  <a:pt x="57" y="53"/>
                </a:cubicBezTo>
                <a:cubicBezTo>
                  <a:pt x="58" y="54"/>
                  <a:pt x="58" y="54"/>
                  <a:pt x="58" y="54"/>
                </a:cubicBezTo>
                <a:cubicBezTo>
                  <a:pt x="60" y="58"/>
                  <a:pt x="64" y="60"/>
                  <a:pt x="69" y="60"/>
                </a:cubicBezTo>
                <a:cubicBezTo>
                  <a:pt x="84" y="60"/>
                  <a:pt x="84" y="60"/>
                  <a:pt x="84" y="60"/>
                </a:cubicBezTo>
                <a:cubicBezTo>
                  <a:pt x="100" y="59"/>
                  <a:pt x="113" y="46"/>
                  <a:pt x="113" y="30"/>
                </a:cubicBezTo>
                <a:close/>
                <a:moveTo>
                  <a:pt x="84" y="55"/>
                </a:moveTo>
                <a:cubicBezTo>
                  <a:pt x="69" y="55"/>
                  <a:pt x="69" y="55"/>
                  <a:pt x="69" y="55"/>
                </a:cubicBezTo>
                <a:cubicBezTo>
                  <a:pt x="65" y="55"/>
                  <a:pt x="63" y="54"/>
                  <a:pt x="62" y="52"/>
                </a:cubicBezTo>
                <a:cubicBezTo>
                  <a:pt x="57" y="44"/>
                  <a:pt x="57" y="44"/>
                  <a:pt x="57" y="44"/>
                </a:cubicBezTo>
                <a:cubicBezTo>
                  <a:pt x="52" y="52"/>
                  <a:pt x="52" y="52"/>
                  <a:pt x="52" y="52"/>
                </a:cubicBezTo>
                <a:cubicBezTo>
                  <a:pt x="50" y="54"/>
                  <a:pt x="48" y="55"/>
                  <a:pt x="44" y="55"/>
                </a:cubicBezTo>
                <a:cubicBezTo>
                  <a:pt x="29" y="55"/>
                  <a:pt x="29" y="55"/>
                  <a:pt x="29" y="55"/>
                </a:cubicBezTo>
                <a:cubicBezTo>
                  <a:pt x="23" y="55"/>
                  <a:pt x="16" y="52"/>
                  <a:pt x="12" y="48"/>
                </a:cubicBezTo>
                <a:cubicBezTo>
                  <a:pt x="7" y="43"/>
                  <a:pt x="5" y="36"/>
                  <a:pt x="5" y="30"/>
                </a:cubicBezTo>
                <a:cubicBezTo>
                  <a:pt x="5" y="4"/>
                  <a:pt x="5" y="4"/>
                  <a:pt x="5" y="4"/>
                </a:cubicBezTo>
                <a:cubicBezTo>
                  <a:pt x="109" y="4"/>
                  <a:pt x="109" y="4"/>
                  <a:pt x="109" y="4"/>
                </a:cubicBezTo>
                <a:cubicBezTo>
                  <a:pt x="109" y="30"/>
                  <a:pt x="109" y="30"/>
                  <a:pt x="109" y="30"/>
                </a:cubicBezTo>
                <a:cubicBezTo>
                  <a:pt x="109" y="36"/>
                  <a:pt x="106" y="43"/>
                  <a:pt x="101" y="48"/>
                </a:cubicBezTo>
                <a:cubicBezTo>
                  <a:pt x="97" y="52"/>
                  <a:pt x="90" y="55"/>
                  <a:pt x="84" y="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Freeform 40"/>
          <p:cNvSpPr/>
          <p:nvPr/>
        </p:nvSpPr>
        <p:spPr bwMode="auto">
          <a:xfrm>
            <a:off x="5699125" y="5122863"/>
            <a:ext cx="153988" cy="455613"/>
          </a:xfrm>
          <a:custGeom>
            <a:avLst/>
            <a:gdLst>
              <a:gd name="T0" fmla="*/ 39 w 41"/>
              <a:gd name="T1" fmla="*/ 0 h 121"/>
              <a:gd name="T2" fmla="*/ 36 w 41"/>
              <a:gd name="T3" fmla="*/ 3 h 121"/>
              <a:gd name="T4" fmla="*/ 36 w 41"/>
              <a:gd name="T5" fmla="*/ 78 h 121"/>
              <a:gd name="T6" fmla="*/ 28 w 41"/>
              <a:gd name="T7" fmla="*/ 100 h 121"/>
              <a:gd name="T8" fmla="*/ 6 w 41"/>
              <a:gd name="T9" fmla="*/ 109 h 121"/>
              <a:gd name="T10" fmla="*/ 5 w 41"/>
              <a:gd name="T11" fmla="*/ 109 h 121"/>
              <a:gd name="T12" fmla="*/ 5 w 41"/>
              <a:gd name="T13" fmla="*/ 104 h 121"/>
              <a:gd name="T14" fmla="*/ 2 w 41"/>
              <a:gd name="T15" fmla="*/ 101 h 121"/>
              <a:gd name="T16" fmla="*/ 0 w 41"/>
              <a:gd name="T17" fmla="*/ 104 h 121"/>
              <a:gd name="T18" fmla="*/ 0 w 41"/>
              <a:gd name="T19" fmla="*/ 119 h 121"/>
              <a:gd name="T20" fmla="*/ 2 w 41"/>
              <a:gd name="T21" fmla="*/ 121 h 121"/>
              <a:gd name="T22" fmla="*/ 5 w 41"/>
              <a:gd name="T23" fmla="*/ 119 h 121"/>
              <a:gd name="T24" fmla="*/ 5 w 41"/>
              <a:gd name="T25" fmla="*/ 113 h 121"/>
              <a:gd name="T26" fmla="*/ 6 w 41"/>
              <a:gd name="T27" fmla="*/ 113 h 121"/>
              <a:gd name="T28" fmla="*/ 41 w 41"/>
              <a:gd name="T29" fmla="*/ 78 h 121"/>
              <a:gd name="T30" fmla="*/ 41 w 41"/>
              <a:gd name="T31" fmla="*/ 3 h 121"/>
              <a:gd name="T32" fmla="*/ 39 w 41"/>
              <a:gd name="T33" fmla="*/ 0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" h="121">
                <a:moveTo>
                  <a:pt x="39" y="0"/>
                </a:moveTo>
                <a:cubicBezTo>
                  <a:pt x="37" y="0"/>
                  <a:pt x="36" y="1"/>
                  <a:pt x="36" y="3"/>
                </a:cubicBezTo>
                <a:cubicBezTo>
                  <a:pt x="36" y="78"/>
                  <a:pt x="36" y="78"/>
                  <a:pt x="36" y="78"/>
                </a:cubicBezTo>
                <a:cubicBezTo>
                  <a:pt x="36" y="87"/>
                  <a:pt x="33" y="94"/>
                  <a:pt x="28" y="100"/>
                </a:cubicBezTo>
                <a:cubicBezTo>
                  <a:pt x="22" y="106"/>
                  <a:pt x="14" y="109"/>
                  <a:pt x="6" y="109"/>
                </a:cubicBezTo>
                <a:cubicBezTo>
                  <a:pt x="5" y="109"/>
                  <a:pt x="5" y="109"/>
                  <a:pt x="5" y="109"/>
                </a:cubicBezTo>
                <a:cubicBezTo>
                  <a:pt x="5" y="104"/>
                  <a:pt x="5" y="104"/>
                  <a:pt x="5" y="104"/>
                </a:cubicBezTo>
                <a:cubicBezTo>
                  <a:pt x="5" y="102"/>
                  <a:pt x="4" y="101"/>
                  <a:pt x="2" y="101"/>
                </a:cubicBezTo>
                <a:cubicBezTo>
                  <a:pt x="1" y="101"/>
                  <a:pt x="0" y="102"/>
                  <a:pt x="0" y="104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120"/>
                  <a:pt x="1" y="121"/>
                  <a:pt x="2" y="121"/>
                </a:cubicBezTo>
                <a:cubicBezTo>
                  <a:pt x="4" y="121"/>
                  <a:pt x="5" y="120"/>
                  <a:pt x="5" y="119"/>
                </a:cubicBezTo>
                <a:cubicBezTo>
                  <a:pt x="5" y="113"/>
                  <a:pt x="5" y="113"/>
                  <a:pt x="5" y="113"/>
                </a:cubicBezTo>
                <a:cubicBezTo>
                  <a:pt x="6" y="113"/>
                  <a:pt x="6" y="113"/>
                  <a:pt x="6" y="113"/>
                </a:cubicBezTo>
                <a:cubicBezTo>
                  <a:pt x="25" y="113"/>
                  <a:pt x="41" y="98"/>
                  <a:pt x="41" y="78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1"/>
                  <a:pt x="40" y="0"/>
                  <a:pt x="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Freeform 41"/>
          <p:cNvSpPr>
            <a:spLocks noEditPoints="1"/>
          </p:cNvSpPr>
          <p:nvPr/>
        </p:nvSpPr>
        <p:spPr bwMode="auto">
          <a:xfrm>
            <a:off x="4559300" y="5326063"/>
            <a:ext cx="187325" cy="184150"/>
          </a:xfrm>
          <a:custGeom>
            <a:avLst/>
            <a:gdLst>
              <a:gd name="T0" fmla="*/ 47 w 50"/>
              <a:gd name="T1" fmla="*/ 22 h 49"/>
              <a:gd name="T2" fmla="*/ 42 w 50"/>
              <a:gd name="T3" fmla="*/ 22 h 49"/>
              <a:gd name="T4" fmla="*/ 42 w 50"/>
              <a:gd name="T5" fmla="*/ 21 h 49"/>
              <a:gd name="T6" fmla="*/ 39 w 50"/>
              <a:gd name="T7" fmla="*/ 15 h 49"/>
              <a:gd name="T8" fmla="*/ 39 w 50"/>
              <a:gd name="T9" fmla="*/ 14 h 49"/>
              <a:gd name="T10" fmla="*/ 42 w 50"/>
              <a:gd name="T11" fmla="*/ 11 h 49"/>
              <a:gd name="T12" fmla="*/ 42 w 50"/>
              <a:gd name="T13" fmla="*/ 7 h 49"/>
              <a:gd name="T14" fmla="*/ 39 w 50"/>
              <a:gd name="T15" fmla="*/ 7 h 49"/>
              <a:gd name="T16" fmla="*/ 35 w 50"/>
              <a:gd name="T17" fmla="*/ 11 h 49"/>
              <a:gd name="T18" fmla="*/ 34 w 50"/>
              <a:gd name="T19" fmla="*/ 10 h 49"/>
              <a:gd name="T20" fmla="*/ 28 w 50"/>
              <a:gd name="T21" fmla="*/ 8 h 49"/>
              <a:gd name="T22" fmla="*/ 27 w 50"/>
              <a:gd name="T23" fmla="*/ 8 h 49"/>
              <a:gd name="T24" fmla="*/ 27 w 50"/>
              <a:gd name="T25" fmla="*/ 2 h 49"/>
              <a:gd name="T26" fmla="*/ 25 w 50"/>
              <a:gd name="T27" fmla="*/ 0 h 49"/>
              <a:gd name="T28" fmla="*/ 23 w 50"/>
              <a:gd name="T29" fmla="*/ 2 h 49"/>
              <a:gd name="T30" fmla="*/ 23 w 50"/>
              <a:gd name="T31" fmla="*/ 8 h 49"/>
              <a:gd name="T32" fmla="*/ 22 w 50"/>
              <a:gd name="T33" fmla="*/ 8 h 49"/>
              <a:gd name="T34" fmla="*/ 16 w 50"/>
              <a:gd name="T35" fmla="*/ 10 h 49"/>
              <a:gd name="T36" fmla="*/ 15 w 50"/>
              <a:gd name="T37" fmla="*/ 11 h 49"/>
              <a:gd name="T38" fmla="*/ 11 w 50"/>
              <a:gd name="T39" fmla="*/ 7 h 49"/>
              <a:gd name="T40" fmla="*/ 8 w 50"/>
              <a:gd name="T41" fmla="*/ 7 h 49"/>
              <a:gd name="T42" fmla="*/ 8 w 50"/>
              <a:gd name="T43" fmla="*/ 11 h 49"/>
              <a:gd name="T44" fmla="*/ 11 w 50"/>
              <a:gd name="T45" fmla="*/ 14 h 49"/>
              <a:gd name="T46" fmla="*/ 11 w 50"/>
              <a:gd name="T47" fmla="*/ 15 h 49"/>
              <a:gd name="T48" fmla="*/ 8 w 50"/>
              <a:gd name="T49" fmla="*/ 21 h 49"/>
              <a:gd name="T50" fmla="*/ 8 w 50"/>
              <a:gd name="T51" fmla="*/ 22 h 49"/>
              <a:gd name="T52" fmla="*/ 3 w 50"/>
              <a:gd name="T53" fmla="*/ 22 h 49"/>
              <a:gd name="T54" fmla="*/ 0 w 50"/>
              <a:gd name="T55" fmla="*/ 25 h 49"/>
              <a:gd name="T56" fmla="*/ 3 w 50"/>
              <a:gd name="T57" fmla="*/ 27 h 49"/>
              <a:gd name="T58" fmla="*/ 8 w 50"/>
              <a:gd name="T59" fmla="*/ 27 h 49"/>
              <a:gd name="T60" fmla="*/ 8 w 50"/>
              <a:gd name="T61" fmla="*/ 28 h 49"/>
              <a:gd name="T62" fmla="*/ 11 w 50"/>
              <a:gd name="T63" fmla="*/ 34 h 49"/>
              <a:gd name="T64" fmla="*/ 11 w 50"/>
              <a:gd name="T65" fmla="*/ 35 h 49"/>
              <a:gd name="T66" fmla="*/ 8 w 50"/>
              <a:gd name="T67" fmla="*/ 39 h 49"/>
              <a:gd name="T68" fmla="*/ 8 w 50"/>
              <a:gd name="T69" fmla="*/ 42 h 49"/>
              <a:gd name="T70" fmla="*/ 11 w 50"/>
              <a:gd name="T71" fmla="*/ 42 h 49"/>
              <a:gd name="T72" fmla="*/ 15 w 50"/>
              <a:gd name="T73" fmla="*/ 38 h 49"/>
              <a:gd name="T74" fmla="*/ 16 w 50"/>
              <a:gd name="T75" fmla="*/ 39 h 49"/>
              <a:gd name="T76" fmla="*/ 22 w 50"/>
              <a:gd name="T77" fmla="*/ 41 h 49"/>
              <a:gd name="T78" fmla="*/ 23 w 50"/>
              <a:gd name="T79" fmla="*/ 42 h 49"/>
              <a:gd name="T80" fmla="*/ 23 w 50"/>
              <a:gd name="T81" fmla="*/ 47 h 49"/>
              <a:gd name="T82" fmla="*/ 25 w 50"/>
              <a:gd name="T83" fmla="*/ 49 h 49"/>
              <a:gd name="T84" fmla="*/ 27 w 50"/>
              <a:gd name="T85" fmla="*/ 47 h 49"/>
              <a:gd name="T86" fmla="*/ 27 w 50"/>
              <a:gd name="T87" fmla="*/ 42 h 49"/>
              <a:gd name="T88" fmla="*/ 28 w 50"/>
              <a:gd name="T89" fmla="*/ 41 h 49"/>
              <a:gd name="T90" fmla="*/ 34 w 50"/>
              <a:gd name="T91" fmla="*/ 39 h 49"/>
              <a:gd name="T92" fmla="*/ 35 w 50"/>
              <a:gd name="T93" fmla="*/ 38 h 49"/>
              <a:gd name="T94" fmla="*/ 39 w 50"/>
              <a:gd name="T95" fmla="*/ 42 h 49"/>
              <a:gd name="T96" fmla="*/ 42 w 50"/>
              <a:gd name="T97" fmla="*/ 42 h 49"/>
              <a:gd name="T98" fmla="*/ 42 w 50"/>
              <a:gd name="T99" fmla="*/ 39 h 49"/>
              <a:gd name="T100" fmla="*/ 39 w 50"/>
              <a:gd name="T101" fmla="*/ 35 h 49"/>
              <a:gd name="T102" fmla="*/ 39 w 50"/>
              <a:gd name="T103" fmla="*/ 34 h 49"/>
              <a:gd name="T104" fmla="*/ 42 w 50"/>
              <a:gd name="T105" fmla="*/ 28 h 49"/>
              <a:gd name="T106" fmla="*/ 42 w 50"/>
              <a:gd name="T107" fmla="*/ 27 h 49"/>
              <a:gd name="T108" fmla="*/ 47 w 50"/>
              <a:gd name="T109" fmla="*/ 27 h 49"/>
              <a:gd name="T110" fmla="*/ 50 w 50"/>
              <a:gd name="T111" fmla="*/ 25 h 49"/>
              <a:gd name="T112" fmla="*/ 47 w 50"/>
              <a:gd name="T113" fmla="*/ 22 h 49"/>
              <a:gd name="T114" fmla="*/ 25 w 50"/>
              <a:gd name="T115" fmla="*/ 37 h 49"/>
              <a:gd name="T116" fmla="*/ 12 w 50"/>
              <a:gd name="T117" fmla="*/ 25 h 49"/>
              <a:gd name="T118" fmla="*/ 25 w 50"/>
              <a:gd name="T119" fmla="*/ 12 h 49"/>
              <a:gd name="T120" fmla="*/ 38 w 50"/>
              <a:gd name="T121" fmla="*/ 25 h 49"/>
              <a:gd name="T122" fmla="*/ 25 w 50"/>
              <a:gd name="T123" fmla="*/ 37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0" h="49">
                <a:moveTo>
                  <a:pt x="47" y="22"/>
                </a:moveTo>
                <a:cubicBezTo>
                  <a:pt x="42" y="22"/>
                  <a:pt x="42" y="22"/>
                  <a:pt x="42" y="22"/>
                </a:cubicBezTo>
                <a:cubicBezTo>
                  <a:pt x="42" y="21"/>
                  <a:pt x="42" y="21"/>
                  <a:pt x="42" y="21"/>
                </a:cubicBezTo>
                <a:cubicBezTo>
                  <a:pt x="41" y="19"/>
                  <a:pt x="40" y="17"/>
                  <a:pt x="39" y="15"/>
                </a:cubicBezTo>
                <a:cubicBezTo>
                  <a:pt x="39" y="14"/>
                  <a:pt x="39" y="14"/>
                  <a:pt x="39" y="14"/>
                </a:cubicBezTo>
                <a:cubicBezTo>
                  <a:pt x="42" y="11"/>
                  <a:pt x="42" y="11"/>
                  <a:pt x="42" y="11"/>
                </a:cubicBezTo>
                <a:cubicBezTo>
                  <a:pt x="43" y="10"/>
                  <a:pt x="43" y="8"/>
                  <a:pt x="42" y="7"/>
                </a:cubicBezTo>
                <a:cubicBezTo>
                  <a:pt x="41" y="6"/>
                  <a:pt x="40" y="6"/>
                  <a:pt x="39" y="7"/>
                </a:cubicBezTo>
                <a:cubicBezTo>
                  <a:pt x="35" y="11"/>
                  <a:pt x="35" y="11"/>
                  <a:pt x="35" y="11"/>
                </a:cubicBezTo>
                <a:cubicBezTo>
                  <a:pt x="34" y="10"/>
                  <a:pt x="34" y="10"/>
                  <a:pt x="34" y="10"/>
                </a:cubicBezTo>
                <a:cubicBezTo>
                  <a:pt x="33" y="9"/>
                  <a:pt x="31" y="8"/>
                  <a:pt x="28" y="8"/>
                </a:cubicBezTo>
                <a:cubicBezTo>
                  <a:pt x="27" y="8"/>
                  <a:pt x="27" y="8"/>
                  <a:pt x="27" y="8"/>
                </a:cubicBezTo>
                <a:cubicBezTo>
                  <a:pt x="27" y="2"/>
                  <a:pt x="27" y="2"/>
                  <a:pt x="27" y="2"/>
                </a:cubicBezTo>
                <a:cubicBezTo>
                  <a:pt x="27" y="1"/>
                  <a:pt x="26" y="0"/>
                  <a:pt x="25" y="0"/>
                </a:cubicBezTo>
                <a:cubicBezTo>
                  <a:pt x="24" y="0"/>
                  <a:pt x="23" y="1"/>
                  <a:pt x="23" y="2"/>
                </a:cubicBezTo>
                <a:cubicBezTo>
                  <a:pt x="23" y="8"/>
                  <a:pt x="23" y="8"/>
                  <a:pt x="23" y="8"/>
                </a:cubicBezTo>
                <a:cubicBezTo>
                  <a:pt x="22" y="8"/>
                  <a:pt x="22" y="8"/>
                  <a:pt x="22" y="8"/>
                </a:cubicBezTo>
                <a:cubicBezTo>
                  <a:pt x="19" y="8"/>
                  <a:pt x="17" y="9"/>
                  <a:pt x="16" y="10"/>
                </a:cubicBezTo>
                <a:cubicBezTo>
                  <a:pt x="15" y="11"/>
                  <a:pt x="15" y="11"/>
                  <a:pt x="15" y="11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6"/>
                  <a:pt x="9" y="6"/>
                  <a:pt x="8" y="7"/>
                </a:cubicBezTo>
                <a:cubicBezTo>
                  <a:pt x="7" y="8"/>
                  <a:pt x="7" y="10"/>
                  <a:pt x="8" y="11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5"/>
                  <a:pt x="11" y="15"/>
                  <a:pt x="11" y="15"/>
                </a:cubicBezTo>
                <a:cubicBezTo>
                  <a:pt x="10" y="17"/>
                  <a:pt x="9" y="19"/>
                  <a:pt x="8" y="21"/>
                </a:cubicBezTo>
                <a:cubicBezTo>
                  <a:pt x="8" y="22"/>
                  <a:pt x="8" y="22"/>
                  <a:pt x="8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2" y="22"/>
                  <a:pt x="0" y="23"/>
                  <a:pt x="0" y="25"/>
                </a:cubicBezTo>
                <a:cubicBezTo>
                  <a:pt x="0" y="26"/>
                  <a:pt x="2" y="27"/>
                  <a:pt x="3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8"/>
                  <a:pt x="8" y="28"/>
                  <a:pt x="8" y="28"/>
                </a:cubicBezTo>
                <a:cubicBezTo>
                  <a:pt x="9" y="30"/>
                  <a:pt x="10" y="32"/>
                  <a:pt x="11" y="34"/>
                </a:cubicBezTo>
                <a:cubicBezTo>
                  <a:pt x="11" y="35"/>
                  <a:pt x="11" y="35"/>
                  <a:pt x="11" y="35"/>
                </a:cubicBezTo>
                <a:cubicBezTo>
                  <a:pt x="8" y="39"/>
                  <a:pt x="8" y="39"/>
                  <a:pt x="8" y="39"/>
                </a:cubicBezTo>
                <a:cubicBezTo>
                  <a:pt x="7" y="40"/>
                  <a:pt x="7" y="41"/>
                  <a:pt x="8" y="42"/>
                </a:cubicBezTo>
                <a:cubicBezTo>
                  <a:pt x="9" y="43"/>
                  <a:pt x="10" y="43"/>
                  <a:pt x="11" y="42"/>
                </a:cubicBezTo>
                <a:cubicBezTo>
                  <a:pt x="15" y="38"/>
                  <a:pt x="15" y="38"/>
                  <a:pt x="15" y="38"/>
                </a:cubicBezTo>
                <a:cubicBezTo>
                  <a:pt x="16" y="39"/>
                  <a:pt x="16" y="39"/>
                  <a:pt x="16" y="39"/>
                </a:cubicBezTo>
                <a:cubicBezTo>
                  <a:pt x="17" y="40"/>
                  <a:pt x="19" y="41"/>
                  <a:pt x="22" y="41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47"/>
                  <a:pt x="23" y="47"/>
                  <a:pt x="23" y="47"/>
                </a:cubicBezTo>
                <a:cubicBezTo>
                  <a:pt x="23" y="48"/>
                  <a:pt x="24" y="49"/>
                  <a:pt x="25" y="49"/>
                </a:cubicBezTo>
                <a:cubicBezTo>
                  <a:pt x="26" y="49"/>
                  <a:pt x="27" y="48"/>
                  <a:pt x="27" y="47"/>
                </a:cubicBezTo>
                <a:cubicBezTo>
                  <a:pt x="27" y="42"/>
                  <a:pt x="27" y="42"/>
                  <a:pt x="27" y="42"/>
                </a:cubicBezTo>
                <a:cubicBezTo>
                  <a:pt x="28" y="41"/>
                  <a:pt x="28" y="41"/>
                  <a:pt x="28" y="41"/>
                </a:cubicBezTo>
                <a:cubicBezTo>
                  <a:pt x="31" y="41"/>
                  <a:pt x="33" y="40"/>
                  <a:pt x="34" y="39"/>
                </a:cubicBezTo>
                <a:cubicBezTo>
                  <a:pt x="35" y="38"/>
                  <a:pt x="35" y="38"/>
                  <a:pt x="35" y="38"/>
                </a:cubicBezTo>
                <a:cubicBezTo>
                  <a:pt x="39" y="42"/>
                  <a:pt x="39" y="42"/>
                  <a:pt x="39" y="42"/>
                </a:cubicBezTo>
                <a:cubicBezTo>
                  <a:pt x="40" y="43"/>
                  <a:pt x="41" y="43"/>
                  <a:pt x="42" y="42"/>
                </a:cubicBezTo>
                <a:cubicBezTo>
                  <a:pt x="43" y="41"/>
                  <a:pt x="43" y="40"/>
                  <a:pt x="42" y="39"/>
                </a:cubicBezTo>
                <a:cubicBezTo>
                  <a:pt x="39" y="35"/>
                  <a:pt x="39" y="35"/>
                  <a:pt x="39" y="35"/>
                </a:cubicBezTo>
                <a:cubicBezTo>
                  <a:pt x="39" y="34"/>
                  <a:pt x="39" y="34"/>
                  <a:pt x="39" y="34"/>
                </a:cubicBezTo>
                <a:cubicBezTo>
                  <a:pt x="40" y="32"/>
                  <a:pt x="41" y="30"/>
                  <a:pt x="42" y="28"/>
                </a:cubicBezTo>
                <a:cubicBezTo>
                  <a:pt x="42" y="27"/>
                  <a:pt x="42" y="27"/>
                  <a:pt x="42" y="27"/>
                </a:cubicBezTo>
                <a:cubicBezTo>
                  <a:pt x="47" y="27"/>
                  <a:pt x="47" y="27"/>
                  <a:pt x="47" y="27"/>
                </a:cubicBezTo>
                <a:cubicBezTo>
                  <a:pt x="49" y="27"/>
                  <a:pt x="50" y="26"/>
                  <a:pt x="50" y="25"/>
                </a:cubicBezTo>
                <a:cubicBezTo>
                  <a:pt x="50" y="23"/>
                  <a:pt x="49" y="22"/>
                  <a:pt x="47" y="22"/>
                </a:cubicBezTo>
                <a:close/>
                <a:moveTo>
                  <a:pt x="25" y="37"/>
                </a:moveTo>
                <a:cubicBezTo>
                  <a:pt x="18" y="37"/>
                  <a:pt x="12" y="32"/>
                  <a:pt x="12" y="25"/>
                </a:cubicBezTo>
                <a:cubicBezTo>
                  <a:pt x="12" y="18"/>
                  <a:pt x="18" y="12"/>
                  <a:pt x="25" y="12"/>
                </a:cubicBezTo>
                <a:cubicBezTo>
                  <a:pt x="32" y="12"/>
                  <a:pt x="38" y="18"/>
                  <a:pt x="38" y="25"/>
                </a:cubicBezTo>
                <a:cubicBezTo>
                  <a:pt x="38" y="32"/>
                  <a:pt x="32" y="37"/>
                  <a:pt x="25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Freeform 42"/>
          <p:cNvSpPr>
            <a:spLocks noEditPoints="1"/>
          </p:cNvSpPr>
          <p:nvPr/>
        </p:nvSpPr>
        <p:spPr bwMode="auto">
          <a:xfrm>
            <a:off x="4479925" y="5111751"/>
            <a:ext cx="344488" cy="481013"/>
          </a:xfrm>
          <a:custGeom>
            <a:avLst/>
            <a:gdLst>
              <a:gd name="T0" fmla="*/ 82 w 92"/>
              <a:gd name="T1" fmla="*/ 29 h 128"/>
              <a:gd name="T2" fmla="*/ 80 w 92"/>
              <a:gd name="T3" fmla="*/ 27 h 128"/>
              <a:gd name="T4" fmla="*/ 62 w 92"/>
              <a:gd name="T5" fmla="*/ 27 h 128"/>
              <a:gd name="T6" fmla="*/ 62 w 92"/>
              <a:gd name="T7" fmla="*/ 6 h 128"/>
              <a:gd name="T8" fmla="*/ 56 w 92"/>
              <a:gd name="T9" fmla="*/ 0 h 128"/>
              <a:gd name="T10" fmla="*/ 36 w 92"/>
              <a:gd name="T11" fmla="*/ 0 h 128"/>
              <a:gd name="T12" fmla="*/ 30 w 92"/>
              <a:gd name="T13" fmla="*/ 6 h 128"/>
              <a:gd name="T14" fmla="*/ 30 w 92"/>
              <a:gd name="T15" fmla="*/ 27 h 128"/>
              <a:gd name="T16" fmla="*/ 12 w 92"/>
              <a:gd name="T17" fmla="*/ 27 h 128"/>
              <a:gd name="T18" fmla="*/ 10 w 92"/>
              <a:gd name="T19" fmla="*/ 29 h 128"/>
              <a:gd name="T20" fmla="*/ 0 w 92"/>
              <a:gd name="T21" fmla="*/ 125 h 128"/>
              <a:gd name="T22" fmla="*/ 2 w 92"/>
              <a:gd name="T23" fmla="*/ 128 h 128"/>
              <a:gd name="T24" fmla="*/ 90 w 92"/>
              <a:gd name="T25" fmla="*/ 128 h 128"/>
              <a:gd name="T26" fmla="*/ 90 w 92"/>
              <a:gd name="T27" fmla="*/ 128 h 128"/>
              <a:gd name="T28" fmla="*/ 92 w 92"/>
              <a:gd name="T29" fmla="*/ 125 h 128"/>
              <a:gd name="T30" fmla="*/ 82 w 92"/>
              <a:gd name="T31" fmla="*/ 29 h 128"/>
              <a:gd name="T32" fmla="*/ 35 w 92"/>
              <a:gd name="T33" fmla="*/ 4 h 128"/>
              <a:gd name="T34" fmla="*/ 57 w 92"/>
              <a:gd name="T35" fmla="*/ 4 h 128"/>
              <a:gd name="T36" fmla="*/ 57 w 92"/>
              <a:gd name="T37" fmla="*/ 27 h 128"/>
              <a:gd name="T38" fmla="*/ 35 w 92"/>
              <a:gd name="T39" fmla="*/ 27 h 128"/>
              <a:gd name="T40" fmla="*/ 35 w 92"/>
              <a:gd name="T41" fmla="*/ 4 h 128"/>
              <a:gd name="T42" fmla="*/ 4 w 92"/>
              <a:gd name="T43" fmla="*/ 123 h 128"/>
              <a:gd name="T44" fmla="*/ 14 w 92"/>
              <a:gd name="T45" fmla="*/ 31 h 128"/>
              <a:gd name="T46" fmla="*/ 78 w 92"/>
              <a:gd name="T47" fmla="*/ 31 h 128"/>
              <a:gd name="T48" fmla="*/ 88 w 92"/>
              <a:gd name="T49" fmla="*/ 123 h 128"/>
              <a:gd name="T50" fmla="*/ 4 w 92"/>
              <a:gd name="T51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2" h="128">
                <a:moveTo>
                  <a:pt x="82" y="29"/>
                </a:moveTo>
                <a:cubicBezTo>
                  <a:pt x="82" y="28"/>
                  <a:pt x="81" y="27"/>
                  <a:pt x="80" y="27"/>
                </a:cubicBezTo>
                <a:cubicBezTo>
                  <a:pt x="62" y="27"/>
                  <a:pt x="62" y="27"/>
                  <a:pt x="62" y="27"/>
                </a:cubicBezTo>
                <a:cubicBezTo>
                  <a:pt x="62" y="6"/>
                  <a:pt x="62" y="6"/>
                  <a:pt x="62" y="6"/>
                </a:cubicBezTo>
                <a:cubicBezTo>
                  <a:pt x="62" y="2"/>
                  <a:pt x="59" y="0"/>
                  <a:pt x="5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3" y="0"/>
                  <a:pt x="30" y="2"/>
                  <a:pt x="30" y="6"/>
                </a:cubicBezTo>
                <a:cubicBezTo>
                  <a:pt x="30" y="27"/>
                  <a:pt x="30" y="27"/>
                  <a:pt x="30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7"/>
                  <a:pt x="10" y="28"/>
                  <a:pt x="10" y="29"/>
                </a:cubicBezTo>
                <a:cubicBezTo>
                  <a:pt x="0" y="125"/>
                  <a:pt x="0" y="125"/>
                  <a:pt x="0" y="125"/>
                </a:cubicBezTo>
                <a:cubicBezTo>
                  <a:pt x="0" y="127"/>
                  <a:pt x="1" y="128"/>
                  <a:pt x="2" y="128"/>
                </a:cubicBezTo>
                <a:cubicBezTo>
                  <a:pt x="90" y="128"/>
                  <a:pt x="90" y="128"/>
                  <a:pt x="90" y="128"/>
                </a:cubicBezTo>
                <a:cubicBezTo>
                  <a:pt x="90" y="128"/>
                  <a:pt x="90" y="128"/>
                  <a:pt x="90" y="128"/>
                </a:cubicBezTo>
                <a:cubicBezTo>
                  <a:pt x="91" y="128"/>
                  <a:pt x="92" y="127"/>
                  <a:pt x="92" y="125"/>
                </a:cubicBezTo>
                <a:lnTo>
                  <a:pt x="82" y="29"/>
                </a:lnTo>
                <a:close/>
                <a:moveTo>
                  <a:pt x="35" y="4"/>
                </a:moveTo>
                <a:cubicBezTo>
                  <a:pt x="57" y="4"/>
                  <a:pt x="57" y="4"/>
                  <a:pt x="57" y="4"/>
                </a:cubicBezTo>
                <a:cubicBezTo>
                  <a:pt x="57" y="27"/>
                  <a:pt x="57" y="27"/>
                  <a:pt x="57" y="27"/>
                </a:cubicBezTo>
                <a:cubicBezTo>
                  <a:pt x="35" y="27"/>
                  <a:pt x="35" y="27"/>
                  <a:pt x="35" y="27"/>
                </a:cubicBezTo>
                <a:lnTo>
                  <a:pt x="35" y="4"/>
                </a:lnTo>
                <a:close/>
                <a:moveTo>
                  <a:pt x="4" y="123"/>
                </a:moveTo>
                <a:cubicBezTo>
                  <a:pt x="14" y="31"/>
                  <a:pt x="14" y="31"/>
                  <a:pt x="14" y="31"/>
                </a:cubicBezTo>
                <a:cubicBezTo>
                  <a:pt x="78" y="31"/>
                  <a:pt x="78" y="31"/>
                  <a:pt x="78" y="31"/>
                </a:cubicBezTo>
                <a:cubicBezTo>
                  <a:pt x="88" y="123"/>
                  <a:pt x="88" y="123"/>
                  <a:pt x="88" y="123"/>
                </a:cubicBezTo>
                <a:lnTo>
                  <a:pt x="4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Freeform 43"/>
          <p:cNvSpPr>
            <a:spLocks noEditPoints="1"/>
          </p:cNvSpPr>
          <p:nvPr/>
        </p:nvSpPr>
        <p:spPr bwMode="auto">
          <a:xfrm>
            <a:off x="3451225" y="5111751"/>
            <a:ext cx="503238" cy="481013"/>
          </a:xfrm>
          <a:custGeom>
            <a:avLst/>
            <a:gdLst>
              <a:gd name="T0" fmla="*/ 112 w 134"/>
              <a:gd name="T1" fmla="*/ 16 h 128"/>
              <a:gd name="T2" fmla="*/ 107 w 134"/>
              <a:gd name="T3" fmla="*/ 15 h 128"/>
              <a:gd name="T4" fmla="*/ 106 w 134"/>
              <a:gd name="T5" fmla="*/ 16 h 128"/>
              <a:gd name="T6" fmla="*/ 106 w 134"/>
              <a:gd name="T7" fmla="*/ 15 h 128"/>
              <a:gd name="T8" fmla="*/ 64 w 134"/>
              <a:gd name="T9" fmla="*/ 0 h 128"/>
              <a:gd name="T10" fmla="*/ 19 w 134"/>
              <a:gd name="T11" fmla="*/ 18 h 128"/>
              <a:gd name="T12" fmla="*/ 0 w 134"/>
              <a:gd name="T13" fmla="*/ 64 h 128"/>
              <a:gd name="T14" fmla="*/ 19 w 134"/>
              <a:gd name="T15" fmla="*/ 109 h 128"/>
              <a:gd name="T16" fmla="*/ 64 w 134"/>
              <a:gd name="T17" fmla="*/ 128 h 128"/>
              <a:gd name="T18" fmla="*/ 109 w 134"/>
              <a:gd name="T19" fmla="*/ 109 h 128"/>
              <a:gd name="T20" fmla="*/ 113 w 134"/>
              <a:gd name="T21" fmla="*/ 22 h 128"/>
              <a:gd name="T22" fmla="*/ 112 w 134"/>
              <a:gd name="T23" fmla="*/ 21 h 128"/>
              <a:gd name="T24" fmla="*/ 112 w 134"/>
              <a:gd name="T25" fmla="*/ 20 h 128"/>
              <a:gd name="T26" fmla="*/ 112 w 134"/>
              <a:gd name="T27" fmla="*/ 16 h 128"/>
              <a:gd name="T28" fmla="*/ 16 w 134"/>
              <a:gd name="T29" fmla="*/ 93 h 128"/>
              <a:gd name="T30" fmla="*/ 16 w 134"/>
              <a:gd name="T31" fmla="*/ 98 h 128"/>
              <a:gd name="T32" fmla="*/ 13 w 134"/>
              <a:gd name="T33" fmla="*/ 94 h 128"/>
              <a:gd name="T34" fmla="*/ 9 w 134"/>
              <a:gd name="T35" fmla="*/ 86 h 128"/>
              <a:gd name="T36" fmla="*/ 5 w 134"/>
              <a:gd name="T37" fmla="*/ 64 h 128"/>
              <a:gd name="T38" fmla="*/ 9 w 134"/>
              <a:gd name="T39" fmla="*/ 41 h 128"/>
              <a:gd name="T40" fmla="*/ 22 w 134"/>
              <a:gd name="T41" fmla="*/ 22 h 128"/>
              <a:gd name="T42" fmla="*/ 42 w 134"/>
              <a:gd name="T43" fmla="*/ 9 h 128"/>
              <a:gd name="T44" fmla="*/ 86 w 134"/>
              <a:gd name="T45" fmla="*/ 9 h 128"/>
              <a:gd name="T46" fmla="*/ 94 w 134"/>
              <a:gd name="T47" fmla="*/ 12 h 128"/>
              <a:gd name="T48" fmla="*/ 99 w 134"/>
              <a:gd name="T49" fmla="*/ 15 h 128"/>
              <a:gd name="T50" fmla="*/ 93 w 134"/>
              <a:gd name="T51" fmla="*/ 15 h 128"/>
              <a:gd name="T52" fmla="*/ 38 w 134"/>
              <a:gd name="T53" fmla="*/ 38 h 128"/>
              <a:gd name="T54" fmla="*/ 16 w 134"/>
              <a:gd name="T55" fmla="*/ 93 h 128"/>
              <a:gd name="T56" fmla="*/ 23 w 134"/>
              <a:gd name="T57" fmla="*/ 106 h 128"/>
              <a:gd name="T58" fmla="*/ 21 w 134"/>
              <a:gd name="T59" fmla="*/ 105 h 128"/>
              <a:gd name="T60" fmla="*/ 21 w 134"/>
              <a:gd name="T61" fmla="*/ 104 h 128"/>
              <a:gd name="T62" fmla="*/ 24 w 134"/>
              <a:gd name="T63" fmla="*/ 73 h 128"/>
              <a:gd name="T64" fmla="*/ 30 w 134"/>
              <a:gd name="T65" fmla="*/ 56 h 128"/>
              <a:gd name="T66" fmla="*/ 42 w 134"/>
              <a:gd name="T67" fmla="*/ 41 h 128"/>
              <a:gd name="T68" fmla="*/ 57 w 134"/>
              <a:gd name="T69" fmla="*/ 30 h 128"/>
              <a:gd name="T70" fmla="*/ 74 w 134"/>
              <a:gd name="T71" fmla="*/ 23 h 128"/>
              <a:gd name="T72" fmla="*/ 105 w 134"/>
              <a:gd name="T73" fmla="*/ 21 h 128"/>
              <a:gd name="T74" fmla="*/ 105 w 134"/>
              <a:gd name="T75" fmla="*/ 21 h 128"/>
              <a:gd name="T76" fmla="*/ 107 w 134"/>
              <a:gd name="T77" fmla="*/ 22 h 128"/>
              <a:gd name="T78" fmla="*/ 107 w 134"/>
              <a:gd name="T79" fmla="*/ 23 h 128"/>
              <a:gd name="T80" fmla="*/ 104 w 134"/>
              <a:gd name="T81" fmla="*/ 54 h 128"/>
              <a:gd name="T82" fmla="*/ 98 w 134"/>
              <a:gd name="T83" fmla="*/ 71 h 128"/>
              <a:gd name="T84" fmla="*/ 86 w 134"/>
              <a:gd name="T85" fmla="*/ 86 h 128"/>
              <a:gd name="T86" fmla="*/ 71 w 134"/>
              <a:gd name="T87" fmla="*/ 97 h 128"/>
              <a:gd name="T88" fmla="*/ 54 w 134"/>
              <a:gd name="T89" fmla="*/ 104 h 128"/>
              <a:gd name="T90" fmla="*/ 33 w 134"/>
              <a:gd name="T91" fmla="*/ 107 h 128"/>
              <a:gd name="T92" fmla="*/ 23 w 134"/>
              <a:gd name="T93" fmla="*/ 106 h 128"/>
              <a:gd name="T94" fmla="*/ 112 w 134"/>
              <a:gd name="T95" fmla="*/ 34 h 128"/>
              <a:gd name="T96" fmla="*/ 112 w 134"/>
              <a:gd name="T97" fmla="*/ 29 h 128"/>
              <a:gd name="T98" fmla="*/ 115 w 134"/>
              <a:gd name="T99" fmla="*/ 34 h 128"/>
              <a:gd name="T100" fmla="*/ 119 w 134"/>
              <a:gd name="T101" fmla="*/ 41 h 128"/>
              <a:gd name="T102" fmla="*/ 123 w 134"/>
              <a:gd name="T103" fmla="*/ 64 h 128"/>
              <a:gd name="T104" fmla="*/ 119 w 134"/>
              <a:gd name="T105" fmla="*/ 86 h 128"/>
              <a:gd name="T106" fmla="*/ 106 w 134"/>
              <a:gd name="T107" fmla="*/ 106 h 128"/>
              <a:gd name="T108" fmla="*/ 86 w 134"/>
              <a:gd name="T109" fmla="*/ 119 h 128"/>
              <a:gd name="T110" fmla="*/ 64 w 134"/>
              <a:gd name="T111" fmla="*/ 123 h 128"/>
              <a:gd name="T112" fmla="*/ 42 w 134"/>
              <a:gd name="T113" fmla="*/ 119 h 128"/>
              <a:gd name="T114" fmla="*/ 34 w 134"/>
              <a:gd name="T115" fmla="*/ 115 h 128"/>
              <a:gd name="T116" fmla="*/ 29 w 134"/>
              <a:gd name="T117" fmla="*/ 112 h 128"/>
              <a:gd name="T118" fmla="*/ 35 w 134"/>
              <a:gd name="T119" fmla="*/ 112 h 128"/>
              <a:gd name="T120" fmla="*/ 90 w 134"/>
              <a:gd name="T121" fmla="*/ 89 h 128"/>
              <a:gd name="T122" fmla="*/ 112 w 134"/>
              <a:gd name="T123" fmla="*/ 3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34" h="128">
                <a:moveTo>
                  <a:pt x="112" y="16"/>
                </a:moveTo>
                <a:cubicBezTo>
                  <a:pt x="111" y="14"/>
                  <a:pt x="109" y="14"/>
                  <a:pt x="107" y="15"/>
                </a:cubicBezTo>
                <a:cubicBezTo>
                  <a:pt x="106" y="16"/>
                  <a:pt x="106" y="16"/>
                  <a:pt x="106" y="16"/>
                </a:cubicBezTo>
                <a:cubicBezTo>
                  <a:pt x="106" y="15"/>
                  <a:pt x="106" y="15"/>
                  <a:pt x="106" y="15"/>
                </a:cubicBezTo>
                <a:cubicBezTo>
                  <a:pt x="94" y="5"/>
                  <a:pt x="79" y="0"/>
                  <a:pt x="64" y="0"/>
                </a:cubicBezTo>
                <a:cubicBezTo>
                  <a:pt x="47" y="0"/>
                  <a:pt x="31" y="6"/>
                  <a:pt x="19" y="18"/>
                </a:cubicBezTo>
                <a:cubicBezTo>
                  <a:pt x="7" y="30"/>
                  <a:pt x="0" y="46"/>
                  <a:pt x="0" y="64"/>
                </a:cubicBezTo>
                <a:cubicBezTo>
                  <a:pt x="0" y="81"/>
                  <a:pt x="7" y="97"/>
                  <a:pt x="19" y="109"/>
                </a:cubicBezTo>
                <a:cubicBezTo>
                  <a:pt x="31" y="121"/>
                  <a:pt x="47" y="128"/>
                  <a:pt x="64" y="128"/>
                </a:cubicBezTo>
                <a:cubicBezTo>
                  <a:pt x="81" y="128"/>
                  <a:pt x="97" y="121"/>
                  <a:pt x="109" y="109"/>
                </a:cubicBezTo>
                <a:cubicBezTo>
                  <a:pt x="133" y="85"/>
                  <a:pt x="134" y="47"/>
                  <a:pt x="113" y="22"/>
                </a:cubicBezTo>
                <a:cubicBezTo>
                  <a:pt x="112" y="21"/>
                  <a:pt x="112" y="21"/>
                  <a:pt x="112" y="21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3" y="19"/>
                  <a:pt x="113" y="17"/>
                  <a:pt x="112" y="16"/>
                </a:cubicBezTo>
                <a:close/>
                <a:moveTo>
                  <a:pt x="16" y="93"/>
                </a:moveTo>
                <a:cubicBezTo>
                  <a:pt x="16" y="98"/>
                  <a:pt x="16" y="98"/>
                  <a:pt x="16" y="98"/>
                </a:cubicBezTo>
                <a:cubicBezTo>
                  <a:pt x="13" y="94"/>
                  <a:pt x="13" y="94"/>
                  <a:pt x="13" y="94"/>
                </a:cubicBezTo>
                <a:cubicBezTo>
                  <a:pt x="11" y="91"/>
                  <a:pt x="10" y="89"/>
                  <a:pt x="9" y="86"/>
                </a:cubicBezTo>
                <a:cubicBezTo>
                  <a:pt x="6" y="79"/>
                  <a:pt x="5" y="71"/>
                  <a:pt x="5" y="64"/>
                </a:cubicBezTo>
                <a:cubicBezTo>
                  <a:pt x="5" y="56"/>
                  <a:pt x="6" y="48"/>
                  <a:pt x="9" y="41"/>
                </a:cubicBezTo>
                <a:cubicBezTo>
                  <a:pt x="12" y="34"/>
                  <a:pt x="16" y="27"/>
                  <a:pt x="22" y="22"/>
                </a:cubicBezTo>
                <a:cubicBezTo>
                  <a:pt x="28" y="16"/>
                  <a:pt x="34" y="12"/>
                  <a:pt x="42" y="9"/>
                </a:cubicBezTo>
                <a:cubicBezTo>
                  <a:pt x="56" y="3"/>
                  <a:pt x="72" y="3"/>
                  <a:pt x="86" y="9"/>
                </a:cubicBezTo>
                <a:cubicBezTo>
                  <a:pt x="89" y="10"/>
                  <a:pt x="92" y="11"/>
                  <a:pt x="94" y="12"/>
                </a:cubicBezTo>
                <a:cubicBezTo>
                  <a:pt x="99" y="15"/>
                  <a:pt x="99" y="15"/>
                  <a:pt x="99" y="15"/>
                </a:cubicBezTo>
                <a:cubicBezTo>
                  <a:pt x="93" y="15"/>
                  <a:pt x="93" y="15"/>
                  <a:pt x="93" y="15"/>
                </a:cubicBezTo>
                <a:cubicBezTo>
                  <a:pt x="73" y="15"/>
                  <a:pt x="53" y="24"/>
                  <a:pt x="38" y="38"/>
                </a:cubicBezTo>
                <a:cubicBezTo>
                  <a:pt x="24" y="52"/>
                  <a:pt x="16" y="72"/>
                  <a:pt x="16" y="93"/>
                </a:cubicBezTo>
                <a:close/>
                <a:moveTo>
                  <a:pt x="23" y="106"/>
                </a:moveTo>
                <a:cubicBezTo>
                  <a:pt x="21" y="105"/>
                  <a:pt x="21" y="105"/>
                  <a:pt x="21" y="105"/>
                </a:cubicBezTo>
                <a:cubicBezTo>
                  <a:pt x="21" y="104"/>
                  <a:pt x="21" y="104"/>
                  <a:pt x="21" y="104"/>
                </a:cubicBezTo>
                <a:cubicBezTo>
                  <a:pt x="19" y="93"/>
                  <a:pt x="21" y="81"/>
                  <a:pt x="24" y="73"/>
                </a:cubicBezTo>
                <a:cubicBezTo>
                  <a:pt x="25" y="67"/>
                  <a:pt x="27" y="62"/>
                  <a:pt x="30" y="56"/>
                </a:cubicBezTo>
                <a:cubicBezTo>
                  <a:pt x="34" y="51"/>
                  <a:pt x="37" y="46"/>
                  <a:pt x="42" y="41"/>
                </a:cubicBezTo>
                <a:cubicBezTo>
                  <a:pt x="46" y="37"/>
                  <a:pt x="51" y="33"/>
                  <a:pt x="57" y="30"/>
                </a:cubicBezTo>
                <a:cubicBezTo>
                  <a:pt x="62" y="27"/>
                  <a:pt x="68" y="25"/>
                  <a:pt x="74" y="23"/>
                </a:cubicBezTo>
                <a:cubicBezTo>
                  <a:pt x="85" y="20"/>
                  <a:pt x="96" y="19"/>
                  <a:pt x="105" y="21"/>
                </a:cubicBezTo>
                <a:cubicBezTo>
                  <a:pt x="105" y="21"/>
                  <a:pt x="105" y="21"/>
                  <a:pt x="105" y="21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7" y="23"/>
                  <a:pt x="107" y="23"/>
                  <a:pt x="107" y="23"/>
                </a:cubicBezTo>
                <a:cubicBezTo>
                  <a:pt x="109" y="34"/>
                  <a:pt x="107" y="46"/>
                  <a:pt x="104" y="54"/>
                </a:cubicBezTo>
                <a:cubicBezTo>
                  <a:pt x="103" y="60"/>
                  <a:pt x="101" y="66"/>
                  <a:pt x="98" y="71"/>
                </a:cubicBezTo>
                <a:cubicBezTo>
                  <a:pt x="94" y="76"/>
                  <a:pt x="91" y="81"/>
                  <a:pt x="86" y="86"/>
                </a:cubicBezTo>
                <a:cubicBezTo>
                  <a:pt x="82" y="90"/>
                  <a:pt x="77" y="94"/>
                  <a:pt x="71" y="97"/>
                </a:cubicBezTo>
                <a:cubicBezTo>
                  <a:pt x="66" y="100"/>
                  <a:pt x="60" y="102"/>
                  <a:pt x="54" y="104"/>
                </a:cubicBezTo>
                <a:cubicBezTo>
                  <a:pt x="47" y="106"/>
                  <a:pt x="39" y="107"/>
                  <a:pt x="33" y="107"/>
                </a:cubicBezTo>
                <a:cubicBezTo>
                  <a:pt x="29" y="107"/>
                  <a:pt x="26" y="107"/>
                  <a:pt x="23" y="106"/>
                </a:cubicBezTo>
                <a:close/>
                <a:moveTo>
                  <a:pt x="112" y="34"/>
                </a:moveTo>
                <a:cubicBezTo>
                  <a:pt x="112" y="29"/>
                  <a:pt x="112" y="29"/>
                  <a:pt x="112" y="29"/>
                </a:cubicBezTo>
                <a:cubicBezTo>
                  <a:pt x="115" y="34"/>
                  <a:pt x="115" y="34"/>
                  <a:pt x="115" y="34"/>
                </a:cubicBezTo>
                <a:cubicBezTo>
                  <a:pt x="117" y="36"/>
                  <a:pt x="118" y="39"/>
                  <a:pt x="119" y="41"/>
                </a:cubicBezTo>
                <a:cubicBezTo>
                  <a:pt x="122" y="48"/>
                  <a:pt x="123" y="56"/>
                  <a:pt x="123" y="64"/>
                </a:cubicBezTo>
                <a:cubicBezTo>
                  <a:pt x="123" y="71"/>
                  <a:pt x="122" y="79"/>
                  <a:pt x="119" y="86"/>
                </a:cubicBezTo>
                <a:cubicBezTo>
                  <a:pt x="116" y="93"/>
                  <a:pt x="112" y="100"/>
                  <a:pt x="106" y="106"/>
                </a:cubicBezTo>
                <a:cubicBezTo>
                  <a:pt x="100" y="111"/>
                  <a:pt x="94" y="116"/>
                  <a:pt x="86" y="119"/>
                </a:cubicBezTo>
                <a:cubicBezTo>
                  <a:pt x="79" y="121"/>
                  <a:pt x="72" y="123"/>
                  <a:pt x="64" y="123"/>
                </a:cubicBezTo>
                <a:cubicBezTo>
                  <a:pt x="56" y="123"/>
                  <a:pt x="49" y="121"/>
                  <a:pt x="42" y="119"/>
                </a:cubicBezTo>
                <a:cubicBezTo>
                  <a:pt x="39" y="117"/>
                  <a:pt x="36" y="116"/>
                  <a:pt x="34" y="115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35" y="112"/>
                  <a:pt x="35" y="112"/>
                  <a:pt x="35" y="112"/>
                </a:cubicBezTo>
                <a:cubicBezTo>
                  <a:pt x="55" y="112"/>
                  <a:pt x="75" y="104"/>
                  <a:pt x="90" y="89"/>
                </a:cubicBezTo>
                <a:cubicBezTo>
                  <a:pt x="104" y="75"/>
                  <a:pt x="112" y="55"/>
                  <a:pt x="112" y="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Freeform 44"/>
          <p:cNvSpPr>
            <a:spLocks noEditPoints="1"/>
          </p:cNvSpPr>
          <p:nvPr/>
        </p:nvSpPr>
        <p:spPr bwMode="auto">
          <a:xfrm>
            <a:off x="2489200" y="5111751"/>
            <a:ext cx="500063" cy="481013"/>
          </a:xfrm>
          <a:custGeom>
            <a:avLst/>
            <a:gdLst>
              <a:gd name="T0" fmla="*/ 108 w 133"/>
              <a:gd name="T1" fmla="*/ 23 h 128"/>
              <a:gd name="T2" fmla="*/ 111 w 133"/>
              <a:gd name="T3" fmla="*/ 16 h 128"/>
              <a:gd name="T4" fmla="*/ 105 w 133"/>
              <a:gd name="T5" fmla="*/ 20 h 128"/>
              <a:gd name="T6" fmla="*/ 53 w 133"/>
              <a:gd name="T7" fmla="*/ 0 h 128"/>
              <a:gd name="T8" fmla="*/ 30 w 133"/>
              <a:gd name="T9" fmla="*/ 3 h 128"/>
              <a:gd name="T10" fmla="*/ 24 w 133"/>
              <a:gd name="T11" fmla="*/ 32 h 128"/>
              <a:gd name="T12" fmla="*/ 51 w 133"/>
              <a:gd name="T13" fmla="*/ 44 h 128"/>
              <a:gd name="T14" fmla="*/ 51 w 133"/>
              <a:gd name="T15" fmla="*/ 72 h 128"/>
              <a:gd name="T16" fmla="*/ 1 w 133"/>
              <a:gd name="T17" fmla="*/ 124 h 128"/>
              <a:gd name="T18" fmla="*/ 4 w 133"/>
              <a:gd name="T19" fmla="*/ 127 h 128"/>
              <a:gd name="T20" fmla="*/ 56 w 133"/>
              <a:gd name="T21" fmla="*/ 77 h 128"/>
              <a:gd name="T22" fmla="*/ 83 w 133"/>
              <a:gd name="T23" fmla="*/ 77 h 128"/>
              <a:gd name="T24" fmla="*/ 95 w 133"/>
              <a:gd name="T25" fmla="*/ 104 h 128"/>
              <a:gd name="T26" fmla="*/ 124 w 133"/>
              <a:gd name="T27" fmla="*/ 98 h 128"/>
              <a:gd name="T28" fmla="*/ 109 w 133"/>
              <a:gd name="T29" fmla="*/ 24 h 128"/>
              <a:gd name="T30" fmla="*/ 69 w 133"/>
              <a:gd name="T31" fmla="*/ 6 h 128"/>
              <a:gd name="T32" fmla="*/ 95 w 133"/>
              <a:gd name="T33" fmla="*/ 18 h 128"/>
              <a:gd name="T34" fmla="*/ 57 w 133"/>
              <a:gd name="T35" fmla="*/ 36 h 128"/>
              <a:gd name="T36" fmla="*/ 37 w 133"/>
              <a:gd name="T37" fmla="*/ 6 h 128"/>
              <a:gd name="T38" fmla="*/ 45 w 133"/>
              <a:gd name="T39" fmla="*/ 40 h 128"/>
              <a:gd name="T40" fmla="*/ 28 w 133"/>
              <a:gd name="T41" fmla="*/ 30 h 128"/>
              <a:gd name="T42" fmla="*/ 31 w 133"/>
              <a:gd name="T43" fmla="*/ 8 h 128"/>
              <a:gd name="T44" fmla="*/ 34 w 133"/>
              <a:gd name="T45" fmla="*/ 8 h 128"/>
              <a:gd name="T46" fmla="*/ 53 w 133"/>
              <a:gd name="T47" fmla="*/ 38 h 128"/>
              <a:gd name="T48" fmla="*/ 45 w 133"/>
              <a:gd name="T49" fmla="*/ 40 h 128"/>
              <a:gd name="T50" fmla="*/ 69 w 133"/>
              <a:gd name="T51" fmla="*/ 77 h 128"/>
              <a:gd name="T52" fmla="*/ 51 w 133"/>
              <a:gd name="T53" fmla="*/ 58 h 128"/>
              <a:gd name="T54" fmla="*/ 57 w 133"/>
              <a:gd name="T55" fmla="*/ 44 h 128"/>
              <a:gd name="T56" fmla="*/ 70 w 133"/>
              <a:gd name="T57" fmla="*/ 58 h 128"/>
              <a:gd name="T58" fmla="*/ 84 w 133"/>
              <a:gd name="T59" fmla="*/ 71 h 128"/>
              <a:gd name="T60" fmla="*/ 85 w 133"/>
              <a:gd name="T61" fmla="*/ 66 h 128"/>
              <a:gd name="T62" fmla="*/ 62 w 133"/>
              <a:gd name="T63" fmla="*/ 42 h 128"/>
              <a:gd name="T64" fmla="*/ 99 w 133"/>
              <a:gd name="T65" fmla="*/ 21 h 128"/>
              <a:gd name="T66" fmla="*/ 103 w 133"/>
              <a:gd name="T67" fmla="*/ 25 h 128"/>
              <a:gd name="T68" fmla="*/ 106 w 133"/>
              <a:gd name="T69" fmla="*/ 28 h 128"/>
              <a:gd name="T70" fmla="*/ 85 w 133"/>
              <a:gd name="T71" fmla="*/ 66 h 128"/>
              <a:gd name="T72" fmla="*/ 112 w 133"/>
              <a:gd name="T73" fmla="*/ 101 h 128"/>
              <a:gd name="T74" fmla="*/ 97 w 133"/>
              <a:gd name="T75" fmla="*/ 100 h 128"/>
              <a:gd name="T76" fmla="*/ 88 w 133"/>
              <a:gd name="T77" fmla="*/ 77 h 128"/>
              <a:gd name="T78" fmla="*/ 91 w 133"/>
              <a:gd name="T79" fmla="*/ 76 h 128"/>
              <a:gd name="T80" fmla="*/ 121 w 133"/>
              <a:gd name="T81" fmla="*/ 95 h 128"/>
              <a:gd name="T82" fmla="*/ 122 w 133"/>
              <a:gd name="T83" fmla="*/ 88 h 128"/>
              <a:gd name="T84" fmla="*/ 120 w 133"/>
              <a:gd name="T85" fmla="*/ 89 h 128"/>
              <a:gd name="T86" fmla="*/ 90 w 133"/>
              <a:gd name="T87" fmla="*/ 70 h 128"/>
              <a:gd name="T88" fmla="*/ 111 w 133"/>
              <a:gd name="T89" fmla="*/ 34 h 128"/>
              <a:gd name="T90" fmla="*/ 122 w 133"/>
              <a:gd name="T91" fmla="*/ 8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33" h="128">
                <a:moveTo>
                  <a:pt x="109" y="24"/>
                </a:moveTo>
                <a:cubicBezTo>
                  <a:pt x="108" y="23"/>
                  <a:pt x="108" y="23"/>
                  <a:pt x="108" y="23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2" y="19"/>
                  <a:pt x="112" y="17"/>
                  <a:pt x="111" y="16"/>
                </a:cubicBezTo>
                <a:cubicBezTo>
                  <a:pt x="111" y="15"/>
                  <a:pt x="109" y="15"/>
                  <a:pt x="108" y="16"/>
                </a:cubicBezTo>
                <a:cubicBezTo>
                  <a:pt x="105" y="20"/>
                  <a:pt x="105" y="20"/>
                  <a:pt x="105" y="20"/>
                </a:cubicBezTo>
                <a:cubicBezTo>
                  <a:pt x="104" y="19"/>
                  <a:pt x="104" y="19"/>
                  <a:pt x="104" y="19"/>
                </a:cubicBezTo>
                <a:cubicBezTo>
                  <a:pt x="90" y="6"/>
                  <a:pt x="72" y="0"/>
                  <a:pt x="53" y="0"/>
                </a:cubicBezTo>
                <a:cubicBezTo>
                  <a:pt x="45" y="0"/>
                  <a:pt x="38" y="1"/>
                  <a:pt x="30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3"/>
                  <a:pt x="30" y="3"/>
                  <a:pt x="29" y="4"/>
                </a:cubicBezTo>
                <a:cubicBezTo>
                  <a:pt x="21" y="11"/>
                  <a:pt x="19" y="23"/>
                  <a:pt x="24" y="32"/>
                </a:cubicBezTo>
                <a:cubicBezTo>
                  <a:pt x="29" y="41"/>
                  <a:pt x="38" y="46"/>
                  <a:pt x="48" y="44"/>
                </a:cubicBezTo>
                <a:cubicBezTo>
                  <a:pt x="51" y="44"/>
                  <a:pt x="51" y="44"/>
                  <a:pt x="51" y="44"/>
                </a:cubicBezTo>
                <a:cubicBezTo>
                  <a:pt x="49" y="47"/>
                  <a:pt x="49" y="47"/>
                  <a:pt x="49" y="47"/>
                </a:cubicBezTo>
                <a:cubicBezTo>
                  <a:pt x="45" y="55"/>
                  <a:pt x="45" y="65"/>
                  <a:pt x="51" y="72"/>
                </a:cubicBezTo>
                <a:cubicBezTo>
                  <a:pt x="51" y="73"/>
                  <a:pt x="51" y="73"/>
                  <a:pt x="51" y="73"/>
                </a:cubicBezTo>
                <a:cubicBezTo>
                  <a:pt x="1" y="124"/>
                  <a:pt x="1" y="124"/>
                  <a:pt x="1" y="124"/>
                </a:cubicBezTo>
                <a:cubicBezTo>
                  <a:pt x="0" y="125"/>
                  <a:pt x="0" y="126"/>
                  <a:pt x="1" y="127"/>
                </a:cubicBezTo>
                <a:cubicBezTo>
                  <a:pt x="2" y="128"/>
                  <a:pt x="3" y="128"/>
                  <a:pt x="4" y="127"/>
                </a:cubicBezTo>
                <a:cubicBezTo>
                  <a:pt x="55" y="76"/>
                  <a:pt x="55" y="76"/>
                  <a:pt x="55" y="76"/>
                </a:cubicBezTo>
                <a:cubicBezTo>
                  <a:pt x="56" y="77"/>
                  <a:pt x="56" y="77"/>
                  <a:pt x="56" y="77"/>
                </a:cubicBezTo>
                <a:cubicBezTo>
                  <a:pt x="63" y="82"/>
                  <a:pt x="73" y="83"/>
                  <a:pt x="81" y="78"/>
                </a:cubicBezTo>
                <a:cubicBezTo>
                  <a:pt x="83" y="77"/>
                  <a:pt x="83" y="77"/>
                  <a:pt x="83" y="77"/>
                </a:cubicBezTo>
                <a:cubicBezTo>
                  <a:pt x="83" y="80"/>
                  <a:pt x="83" y="80"/>
                  <a:pt x="83" y="80"/>
                </a:cubicBezTo>
                <a:cubicBezTo>
                  <a:pt x="82" y="89"/>
                  <a:pt x="87" y="99"/>
                  <a:pt x="95" y="104"/>
                </a:cubicBezTo>
                <a:cubicBezTo>
                  <a:pt x="98" y="105"/>
                  <a:pt x="102" y="106"/>
                  <a:pt x="106" y="106"/>
                </a:cubicBezTo>
                <a:cubicBezTo>
                  <a:pt x="113" y="106"/>
                  <a:pt x="120" y="103"/>
                  <a:pt x="124" y="98"/>
                </a:cubicBezTo>
                <a:cubicBezTo>
                  <a:pt x="124" y="98"/>
                  <a:pt x="124" y="98"/>
                  <a:pt x="124" y="98"/>
                </a:cubicBezTo>
                <a:cubicBezTo>
                  <a:pt x="133" y="72"/>
                  <a:pt x="127" y="44"/>
                  <a:pt x="109" y="24"/>
                </a:cubicBezTo>
                <a:close/>
                <a:moveTo>
                  <a:pt x="39" y="5"/>
                </a:moveTo>
                <a:cubicBezTo>
                  <a:pt x="49" y="3"/>
                  <a:pt x="59" y="4"/>
                  <a:pt x="69" y="6"/>
                </a:cubicBezTo>
                <a:cubicBezTo>
                  <a:pt x="78" y="8"/>
                  <a:pt x="86" y="11"/>
                  <a:pt x="94" y="17"/>
                </a:cubicBezTo>
                <a:cubicBezTo>
                  <a:pt x="95" y="18"/>
                  <a:pt x="95" y="18"/>
                  <a:pt x="95" y="18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6"/>
                  <a:pt x="57" y="36"/>
                  <a:pt x="57" y="36"/>
                </a:cubicBezTo>
                <a:cubicBezTo>
                  <a:pt x="50" y="27"/>
                  <a:pt x="44" y="18"/>
                  <a:pt x="38" y="8"/>
                </a:cubicBezTo>
                <a:cubicBezTo>
                  <a:pt x="37" y="6"/>
                  <a:pt x="37" y="6"/>
                  <a:pt x="37" y="6"/>
                </a:cubicBezTo>
                <a:lnTo>
                  <a:pt x="39" y="5"/>
                </a:lnTo>
                <a:close/>
                <a:moveTo>
                  <a:pt x="45" y="40"/>
                </a:moveTo>
                <a:cubicBezTo>
                  <a:pt x="43" y="40"/>
                  <a:pt x="41" y="40"/>
                  <a:pt x="39" y="39"/>
                </a:cubicBezTo>
                <a:cubicBezTo>
                  <a:pt x="34" y="38"/>
                  <a:pt x="30" y="35"/>
                  <a:pt x="28" y="30"/>
                </a:cubicBezTo>
                <a:cubicBezTo>
                  <a:pt x="26" y="26"/>
                  <a:pt x="25" y="21"/>
                  <a:pt x="27" y="16"/>
                </a:cubicBezTo>
                <a:cubicBezTo>
                  <a:pt x="27" y="13"/>
                  <a:pt x="29" y="10"/>
                  <a:pt x="31" y="8"/>
                </a:cubicBezTo>
                <a:cubicBezTo>
                  <a:pt x="33" y="7"/>
                  <a:pt x="33" y="7"/>
                  <a:pt x="33" y="7"/>
                </a:cubicBezTo>
                <a:cubicBezTo>
                  <a:pt x="34" y="8"/>
                  <a:pt x="34" y="8"/>
                  <a:pt x="34" y="8"/>
                </a:cubicBezTo>
                <a:cubicBezTo>
                  <a:pt x="39" y="18"/>
                  <a:pt x="45" y="28"/>
                  <a:pt x="51" y="37"/>
                </a:cubicBezTo>
                <a:cubicBezTo>
                  <a:pt x="53" y="38"/>
                  <a:pt x="53" y="38"/>
                  <a:pt x="53" y="38"/>
                </a:cubicBezTo>
                <a:cubicBezTo>
                  <a:pt x="51" y="39"/>
                  <a:pt x="51" y="39"/>
                  <a:pt x="51" y="39"/>
                </a:cubicBezTo>
                <a:cubicBezTo>
                  <a:pt x="49" y="40"/>
                  <a:pt x="47" y="40"/>
                  <a:pt x="45" y="40"/>
                </a:cubicBezTo>
                <a:close/>
                <a:moveTo>
                  <a:pt x="82" y="72"/>
                </a:moveTo>
                <a:cubicBezTo>
                  <a:pt x="79" y="75"/>
                  <a:pt x="74" y="77"/>
                  <a:pt x="69" y="77"/>
                </a:cubicBezTo>
                <a:cubicBezTo>
                  <a:pt x="64" y="77"/>
                  <a:pt x="60" y="75"/>
                  <a:pt x="56" y="71"/>
                </a:cubicBezTo>
                <a:cubicBezTo>
                  <a:pt x="53" y="68"/>
                  <a:pt x="51" y="63"/>
                  <a:pt x="51" y="58"/>
                </a:cubicBezTo>
                <a:cubicBezTo>
                  <a:pt x="51" y="53"/>
                  <a:pt x="52" y="49"/>
                  <a:pt x="56" y="45"/>
                </a:cubicBezTo>
                <a:cubicBezTo>
                  <a:pt x="57" y="44"/>
                  <a:pt x="57" y="44"/>
                  <a:pt x="57" y="44"/>
                </a:cubicBezTo>
                <a:cubicBezTo>
                  <a:pt x="58" y="45"/>
                  <a:pt x="58" y="45"/>
                  <a:pt x="58" y="45"/>
                </a:cubicBezTo>
                <a:cubicBezTo>
                  <a:pt x="62" y="50"/>
                  <a:pt x="66" y="54"/>
                  <a:pt x="70" y="58"/>
                </a:cubicBezTo>
                <a:cubicBezTo>
                  <a:pt x="74" y="62"/>
                  <a:pt x="78" y="66"/>
                  <a:pt x="82" y="70"/>
                </a:cubicBezTo>
                <a:cubicBezTo>
                  <a:pt x="84" y="71"/>
                  <a:pt x="84" y="71"/>
                  <a:pt x="84" y="71"/>
                </a:cubicBezTo>
                <a:lnTo>
                  <a:pt x="82" y="72"/>
                </a:lnTo>
                <a:close/>
                <a:moveTo>
                  <a:pt x="85" y="66"/>
                </a:moveTo>
                <a:cubicBezTo>
                  <a:pt x="81" y="62"/>
                  <a:pt x="77" y="59"/>
                  <a:pt x="73" y="55"/>
                </a:cubicBezTo>
                <a:cubicBezTo>
                  <a:pt x="69" y="51"/>
                  <a:pt x="65" y="47"/>
                  <a:pt x="62" y="42"/>
                </a:cubicBezTo>
                <a:cubicBezTo>
                  <a:pt x="60" y="41"/>
                  <a:pt x="60" y="41"/>
                  <a:pt x="60" y="41"/>
                </a:cubicBezTo>
                <a:cubicBezTo>
                  <a:pt x="99" y="21"/>
                  <a:pt x="99" y="21"/>
                  <a:pt x="99" y="21"/>
                </a:cubicBezTo>
                <a:cubicBezTo>
                  <a:pt x="100" y="22"/>
                  <a:pt x="100" y="22"/>
                  <a:pt x="100" y="22"/>
                </a:cubicBezTo>
                <a:cubicBezTo>
                  <a:pt x="101" y="23"/>
                  <a:pt x="102" y="24"/>
                  <a:pt x="103" y="25"/>
                </a:cubicBezTo>
                <a:cubicBezTo>
                  <a:pt x="104" y="25"/>
                  <a:pt x="105" y="26"/>
                  <a:pt x="105" y="27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86" y="67"/>
                  <a:pt x="86" y="67"/>
                  <a:pt x="86" y="67"/>
                </a:cubicBezTo>
                <a:lnTo>
                  <a:pt x="85" y="66"/>
                </a:lnTo>
                <a:close/>
                <a:moveTo>
                  <a:pt x="120" y="96"/>
                </a:moveTo>
                <a:cubicBezTo>
                  <a:pt x="117" y="98"/>
                  <a:pt x="115" y="100"/>
                  <a:pt x="112" y="101"/>
                </a:cubicBezTo>
                <a:cubicBezTo>
                  <a:pt x="110" y="102"/>
                  <a:pt x="108" y="102"/>
                  <a:pt x="106" y="102"/>
                </a:cubicBezTo>
                <a:cubicBezTo>
                  <a:pt x="103" y="102"/>
                  <a:pt x="100" y="101"/>
                  <a:pt x="97" y="100"/>
                </a:cubicBezTo>
                <a:cubicBezTo>
                  <a:pt x="93" y="97"/>
                  <a:pt x="90" y="93"/>
                  <a:pt x="88" y="88"/>
                </a:cubicBezTo>
                <a:cubicBezTo>
                  <a:pt x="87" y="85"/>
                  <a:pt x="87" y="81"/>
                  <a:pt x="88" y="77"/>
                </a:cubicBezTo>
                <a:cubicBezTo>
                  <a:pt x="89" y="75"/>
                  <a:pt x="89" y="75"/>
                  <a:pt x="89" y="75"/>
                </a:cubicBezTo>
                <a:cubicBezTo>
                  <a:pt x="91" y="76"/>
                  <a:pt x="91" y="76"/>
                  <a:pt x="91" y="76"/>
                </a:cubicBezTo>
                <a:cubicBezTo>
                  <a:pt x="100" y="83"/>
                  <a:pt x="109" y="89"/>
                  <a:pt x="119" y="94"/>
                </a:cubicBezTo>
                <a:cubicBezTo>
                  <a:pt x="121" y="95"/>
                  <a:pt x="121" y="95"/>
                  <a:pt x="121" y="95"/>
                </a:cubicBezTo>
                <a:lnTo>
                  <a:pt x="120" y="96"/>
                </a:lnTo>
                <a:close/>
                <a:moveTo>
                  <a:pt x="122" y="88"/>
                </a:moveTo>
                <a:cubicBezTo>
                  <a:pt x="122" y="90"/>
                  <a:pt x="122" y="90"/>
                  <a:pt x="122" y="90"/>
                </a:cubicBezTo>
                <a:cubicBezTo>
                  <a:pt x="120" y="89"/>
                  <a:pt x="120" y="89"/>
                  <a:pt x="120" y="89"/>
                </a:cubicBezTo>
                <a:cubicBezTo>
                  <a:pt x="110" y="84"/>
                  <a:pt x="100" y="78"/>
                  <a:pt x="91" y="71"/>
                </a:cubicBezTo>
                <a:cubicBezTo>
                  <a:pt x="90" y="70"/>
                  <a:pt x="90" y="70"/>
                  <a:pt x="90" y="70"/>
                </a:cubicBezTo>
                <a:cubicBezTo>
                  <a:pt x="109" y="32"/>
                  <a:pt x="109" y="32"/>
                  <a:pt x="109" y="32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16" y="41"/>
                  <a:pt x="120" y="50"/>
                  <a:pt x="122" y="59"/>
                </a:cubicBezTo>
                <a:cubicBezTo>
                  <a:pt x="124" y="69"/>
                  <a:pt x="124" y="78"/>
                  <a:pt x="122" y="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Freeform 45"/>
          <p:cNvSpPr>
            <a:spLocks noEditPoints="1"/>
          </p:cNvSpPr>
          <p:nvPr/>
        </p:nvSpPr>
        <p:spPr bwMode="auto">
          <a:xfrm>
            <a:off x="1622425" y="5108576"/>
            <a:ext cx="293688" cy="484188"/>
          </a:xfrm>
          <a:custGeom>
            <a:avLst/>
            <a:gdLst>
              <a:gd name="T0" fmla="*/ 78 w 78"/>
              <a:gd name="T1" fmla="*/ 2 h 129"/>
              <a:gd name="T2" fmla="*/ 75 w 78"/>
              <a:gd name="T3" fmla="*/ 1 h 129"/>
              <a:gd name="T4" fmla="*/ 47 w 78"/>
              <a:gd name="T5" fmla="*/ 8 h 129"/>
              <a:gd name="T6" fmla="*/ 45 w 78"/>
              <a:gd name="T7" fmla="*/ 10 h 129"/>
              <a:gd name="T8" fmla="*/ 38 w 78"/>
              <a:gd name="T9" fmla="*/ 42 h 129"/>
              <a:gd name="T10" fmla="*/ 2 w 78"/>
              <a:gd name="T11" fmla="*/ 42 h 129"/>
              <a:gd name="T12" fmla="*/ 0 w 78"/>
              <a:gd name="T13" fmla="*/ 45 h 129"/>
              <a:gd name="T14" fmla="*/ 10 w 78"/>
              <a:gd name="T15" fmla="*/ 127 h 129"/>
              <a:gd name="T16" fmla="*/ 13 w 78"/>
              <a:gd name="T17" fmla="*/ 129 h 129"/>
              <a:gd name="T18" fmla="*/ 51 w 78"/>
              <a:gd name="T19" fmla="*/ 129 h 129"/>
              <a:gd name="T20" fmla="*/ 53 w 78"/>
              <a:gd name="T21" fmla="*/ 127 h 129"/>
              <a:gd name="T22" fmla="*/ 63 w 78"/>
              <a:gd name="T23" fmla="*/ 45 h 129"/>
              <a:gd name="T24" fmla="*/ 61 w 78"/>
              <a:gd name="T25" fmla="*/ 42 h 129"/>
              <a:gd name="T26" fmla="*/ 43 w 78"/>
              <a:gd name="T27" fmla="*/ 42 h 129"/>
              <a:gd name="T28" fmla="*/ 50 w 78"/>
              <a:gd name="T29" fmla="*/ 12 h 129"/>
              <a:gd name="T30" fmla="*/ 76 w 78"/>
              <a:gd name="T31" fmla="*/ 5 h 129"/>
              <a:gd name="T32" fmla="*/ 78 w 78"/>
              <a:gd name="T33" fmla="*/ 2 h 129"/>
              <a:gd name="T34" fmla="*/ 5 w 78"/>
              <a:gd name="T35" fmla="*/ 47 h 129"/>
              <a:gd name="T36" fmla="*/ 37 w 78"/>
              <a:gd name="T37" fmla="*/ 47 h 129"/>
              <a:gd name="T38" fmla="*/ 29 w 78"/>
              <a:gd name="T39" fmla="*/ 83 h 129"/>
              <a:gd name="T40" fmla="*/ 10 w 78"/>
              <a:gd name="T41" fmla="*/ 83 h 129"/>
              <a:gd name="T42" fmla="*/ 5 w 78"/>
              <a:gd name="T43" fmla="*/ 47 h 129"/>
              <a:gd name="T44" fmla="*/ 49 w 78"/>
              <a:gd name="T45" fmla="*/ 124 h 129"/>
              <a:gd name="T46" fmla="*/ 15 w 78"/>
              <a:gd name="T47" fmla="*/ 124 h 129"/>
              <a:gd name="T48" fmla="*/ 10 w 78"/>
              <a:gd name="T49" fmla="*/ 88 h 129"/>
              <a:gd name="T50" fmla="*/ 53 w 78"/>
              <a:gd name="T51" fmla="*/ 88 h 129"/>
              <a:gd name="T52" fmla="*/ 49 w 78"/>
              <a:gd name="T53" fmla="*/ 124 h 129"/>
              <a:gd name="T54" fmla="*/ 58 w 78"/>
              <a:gd name="T55" fmla="*/ 47 h 129"/>
              <a:gd name="T56" fmla="*/ 54 w 78"/>
              <a:gd name="T57" fmla="*/ 83 h 129"/>
              <a:gd name="T58" fmla="*/ 34 w 78"/>
              <a:gd name="T59" fmla="*/ 83 h 129"/>
              <a:gd name="T60" fmla="*/ 42 w 78"/>
              <a:gd name="T61" fmla="*/ 47 h 129"/>
              <a:gd name="T62" fmla="*/ 58 w 78"/>
              <a:gd name="T63" fmla="*/ 47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8" h="129">
                <a:moveTo>
                  <a:pt x="78" y="2"/>
                </a:moveTo>
                <a:cubicBezTo>
                  <a:pt x="77" y="1"/>
                  <a:pt x="76" y="0"/>
                  <a:pt x="75" y="1"/>
                </a:cubicBezTo>
                <a:cubicBezTo>
                  <a:pt x="47" y="8"/>
                  <a:pt x="47" y="8"/>
                  <a:pt x="47" y="8"/>
                </a:cubicBezTo>
                <a:cubicBezTo>
                  <a:pt x="46" y="8"/>
                  <a:pt x="46" y="9"/>
                  <a:pt x="45" y="10"/>
                </a:cubicBezTo>
                <a:cubicBezTo>
                  <a:pt x="38" y="42"/>
                  <a:pt x="38" y="42"/>
                  <a:pt x="38" y="42"/>
                </a:cubicBezTo>
                <a:cubicBezTo>
                  <a:pt x="2" y="42"/>
                  <a:pt x="2" y="42"/>
                  <a:pt x="2" y="42"/>
                </a:cubicBezTo>
                <a:cubicBezTo>
                  <a:pt x="1" y="42"/>
                  <a:pt x="0" y="43"/>
                  <a:pt x="0" y="45"/>
                </a:cubicBezTo>
                <a:cubicBezTo>
                  <a:pt x="10" y="127"/>
                  <a:pt x="10" y="127"/>
                  <a:pt x="10" y="127"/>
                </a:cubicBezTo>
                <a:cubicBezTo>
                  <a:pt x="11" y="128"/>
                  <a:pt x="12" y="129"/>
                  <a:pt x="13" y="129"/>
                </a:cubicBezTo>
                <a:cubicBezTo>
                  <a:pt x="51" y="129"/>
                  <a:pt x="51" y="129"/>
                  <a:pt x="51" y="129"/>
                </a:cubicBezTo>
                <a:cubicBezTo>
                  <a:pt x="52" y="129"/>
                  <a:pt x="53" y="128"/>
                  <a:pt x="53" y="127"/>
                </a:cubicBezTo>
                <a:cubicBezTo>
                  <a:pt x="63" y="45"/>
                  <a:pt x="63" y="45"/>
                  <a:pt x="63" y="45"/>
                </a:cubicBezTo>
                <a:cubicBezTo>
                  <a:pt x="63" y="43"/>
                  <a:pt x="62" y="42"/>
                  <a:pt x="61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50" y="12"/>
                  <a:pt x="50" y="12"/>
                  <a:pt x="50" y="12"/>
                </a:cubicBezTo>
                <a:cubicBezTo>
                  <a:pt x="76" y="5"/>
                  <a:pt x="76" y="5"/>
                  <a:pt x="76" y="5"/>
                </a:cubicBezTo>
                <a:cubicBezTo>
                  <a:pt x="77" y="5"/>
                  <a:pt x="78" y="3"/>
                  <a:pt x="78" y="2"/>
                </a:cubicBezTo>
                <a:close/>
                <a:moveTo>
                  <a:pt x="5" y="47"/>
                </a:moveTo>
                <a:cubicBezTo>
                  <a:pt x="37" y="47"/>
                  <a:pt x="37" y="47"/>
                  <a:pt x="37" y="47"/>
                </a:cubicBezTo>
                <a:cubicBezTo>
                  <a:pt x="29" y="83"/>
                  <a:pt x="29" y="83"/>
                  <a:pt x="29" y="83"/>
                </a:cubicBezTo>
                <a:cubicBezTo>
                  <a:pt x="10" y="83"/>
                  <a:pt x="10" y="83"/>
                  <a:pt x="10" y="83"/>
                </a:cubicBezTo>
                <a:lnTo>
                  <a:pt x="5" y="47"/>
                </a:lnTo>
                <a:close/>
                <a:moveTo>
                  <a:pt x="49" y="124"/>
                </a:moveTo>
                <a:cubicBezTo>
                  <a:pt x="15" y="124"/>
                  <a:pt x="15" y="124"/>
                  <a:pt x="15" y="124"/>
                </a:cubicBezTo>
                <a:cubicBezTo>
                  <a:pt x="10" y="88"/>
                  <a:pt x="10" y="88"/>
                  <a:pt x="10" y="88"/>
                </a:cubicBezTo>
                <a:cubicBezTo>
                  <a:pt x="53" y="88"/>
                  <a:pt x="53" y="88"/>
                  <a:pt x="53" y="88"/>
                </a:cubicBezTo>
                <a:lnTo>
                  <a:pt x="49" y="124"/>
                </a:lnTo>
                <a:close/>
                <a:moveTo>
                  <a:pt x="58" y="47"/>
                </a:moveTo>
                <a:cubicBezTo>
                  <a:pt x="54" y="83"/>
                  <a:pt x="54" y="83"/>
                  <a:pt x="54" y="83"/>
                </a:cubicBezTo>
                <a:cubicBezTo>
                  <a:pt x="34" y="83"/>
                  <a:pt x="34" y="83"/>
                  <a:pt x="34" y="83"/>
                </a:cubicBezTo>
                <a:cubicBezTo>
                  <a:pt x="42" y="47"/>
                  <a:pt x="42" y="47"/>
                  <a:pt x="42" y="47"/>
                </a:cubicBezTo>
                <a:lnTo>
                  <a:pt x="58" y="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Freeform 46"/>
          <p:cNvSpPr>
            <a:spLocks noEditPoints="1"/>
          </p:cNvSpPr>
          <p:nvPr/>
        </p:nvSpPr>
        <p:spPr bwMode="auto">
          <a:xfrm>
            <a:off x="568325" y="5160963"/>
            <a:ext cx="479425" cy="379413"/>
          </a:xfrm>
          <a:custGeom>
            <a:avLst/>
            <a:gdLst>
              <a:gd name="T0" fmla="*/ 128 w 128"/>
              <a:gd name="T1" fmla="*/ 21 h 101"/>
              <a:gd name="T2" fmla="*/ 122 w 128"/>
              <a:gd name="T3" fmla="*/ 15 h 101"/>
              <a:gd name="T4" fmla="*/ 89 w 128"/>
              <a:gd name="T5" fmla="*/ 15 h 101"/>
              <a:gd name="T6" fmla="*/ 89 w 128"/>
              <a:gd name="T7" fmla="*/ 6 h 101"/>
              <a:gd name="T8" fmla="*/ 83 w 128"/>
              <a:gd name="T9" fmla="*/ 0 h 101"/>
              <a:gd name="T10" fmla="*/ 45 w 128"/>
              <a:gd name="T11" fmla="*/ 0 h 101"/>
              <a:gd name="T12" fmla="*/ 39 w 128"/>
              <a:gd name="T13" fmla="*/ 6 h 101"/>
              <a:gd name="T14" fmla="*/ 39 w 128"/>
              <a:gd name="T15" fmla="*/ 15 h 101"/>
              <a:gd name="T16" fmla="*/ 6 w 128"/>
              <a:gd name="T17" fmla="*/ 15 h 101"/>
              <a:gd name="T18" fmla="*/ 0 w 128"/>
              <a:gd name="T19" fmla="*/ 21 h 101"/>
              <a:gd name="T20" fmla="*/ 0 w 128"/>
              <a:gd name="T21" fmla="*/ 95 h 101"/>
              <a:gd name="T22" fmla="*/ 6 w 128"/>
              <a:gd name="T23" fmla="*/ 101 h 101"/>
              <a:gd name="T24" fmla="*/ 122 w 128"/>
              <a:gd name="T25" fmla="*/ 101 h 101"/>
              <a:gd name="T26" fmla="*/ 128 w 128"/>
              <a:gd name="T27" fmla="*/ 95 h 101"/>
              <a:gd name="T28" fmla="*/ 128 w 128"/>
              <a:gd name="T29" fmla="*/ 21 h 101"/>
              <a:gd name="T30" fmla="*/ 44 w 128"/>
              <a:gd name="T31" fmla="*/ 5 h 101"/>
              <a:gd name="T32" fmla="*/ 84 w 128"/>
              <a:gd name="T33" fmla="*/ 5 h 101"/>
              <a:gd name="T34" fmla="*/ 84 w 128"/>
              <a:gd name="T35" fmla="*/ 15 h 101"/>
              <a:gd name="T36" fmla="*/ 44 w 128"/>
              <a:gd name="T37" fmla="*/ 15 h 101"/>
              <a:gd name="T38" fmla="*/ 44 w 128"/>
              <a:gd name="T39" fmla="*/ 5 h 101"/>
              <a:gd name="T40" fmla="*/ 22 w 128"/>
              <a:gd name="T41" fmla="*/ 96 h 101"/>
              <a:gd name="T42" fmla="*/ 5 w 128"/>
              <a:gd name="T43" fmla="*/ 96 h 101"/>
              <a:gd name="T44" fmla="*/ 5 w 128"/>
              <a:gd name="T45" fmla="*/ 19 h 101"/>
              <a:gd name="T46" fmla="*/ 22 w 128"/>
              <a:gd name="T47" fmla="*/ 19 h 101"/>
              <a:gd name="T48" fmla="*/ 22 w 128"/>
              <a:gd name="T49" fmla="*/ 96 h 101"/>
              <a:gd name="T50" fmla="*/ 101 w 128"/>
              <a:gd name="T51" fmla="*/ 96 h 101"/>
              <a:gd name="T52" fmla="*/ 27 w 128"/>
              <a:gd name="T53" fmla="*/ 96 h 101"/>
              <a:gd name="T54" fmla="*/ 27 w 128"/>
              <a:gd name="T55" fmla="*/ 19 h 101"/>
              <a:gd name="T56" fmla="*/ 101 w 128"/>
              <a:gd name="T57" fmla="*/ 19 h 101"/>
              <a:gd name="T58" fmla="*/ 101 w 128"/>
              <a:gd name="T59" fmla="*/ 96 h 101"/>
              <a:gd name="T60" fmla="*/ 123 w 128"/>
              <a:gd name="T61" fmla="*/ 96 h 101"/>
              <a:gd name="T62" fmla="*/ 106 w 128"/>
              <a:gd name="T63" fmla="*/ 96 h 101"/>
              <a:gd name="T64" fmla="*/ 106 w 128"/>
              <a:gd name="T65" fmla="*/ 19 h 101"/>
              <a:gd name="T66" fmla="*/ 123 w 128"/>
              <a:gd name="T67" fmla="*/ 19 h 101"/>
              <a:gd name="T68" fmla="*/ 123 w 128"/>
              <a:gd name="T69" fmla="*/ 96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01">
                <a:moveTo>
                  <a:pt x="128" y="21"/>
                </a:moveTo>
                <a:cubicBezTo>
                  <a:pt x="128" y="18"/>
                  <a:pt x="125" y="15"/>
                  <a:pt x="122" y="15"/>
                </a:cubicBezTo>
                <a:cubicBezTo>
                  <a:pt x="89" y="15"/>
                  <a:pt x="89" y="15"/>
                  <a:pt x="89" y="15"/>
                </a:cubicBezTo>
                <a:cubicBezTo>
                  <a:pt x="89" y="6"/>
                  <a:pt x="89" y="6"/>
                  <a:pt x="89" y="6"/>
                </a:cubicBezTo>
                <a:cubicBezTo>
                  <a:pt x="89" y="3"/>
                  <a:pt x="86" y="0"/>
                  <a:pt x="83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2" y="0"/>
                  <a:pt x="39" y="3"/>
                  <a:pt x="39" y="6"/>
                </a:cubicBezTo>
                <a:cubicBezTo>
                  <a:pt x="39" y="15"/>
                  <a:pt x="39" y="15"/>
                  <a:pt x="39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3" y="15"/>
                  <a:pt x="0" y="18"/>
                  <a:pt x="0" y="21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8"/>
                  <a:pt x="3" y="101"/>
                  <a:pt x="6" y="101"/>
                </a:cubicBezTo>
                <a:cubicBezTo>
                  <a:pt x="122" y="101"/>
                  <a:pt x="122" y="101"/>
                  <a:pt x="122" y="101"/>
                </a:cubicBezTo>
                <a:cubicBezTo>
                  <a:pt x="125" y="101"/>
                  <a:pt x="128" y="98"/>
                  <a:pt x="128" y="95"/>
                </a:cubicBezTo>
                <a:lnTo>
                  <a:pt x="128" y="21"/>
                </a:lnTo>
                <a:close/>
                <a:moveTo>
                  <a:pt x="44" y="5"/>
                </a:moveTo>
                <a:cubicBezTo>
                  <a:pt x="84" y="5"/>
                  <a:pt x="84" y="5"/>
                  <a:pt x="84" y="5"/>
                </a:cubicBezTo>
                <a:cubicBezTo>
                  <a:pt x="84" y="15"/>
                  <a:pt x="84" y="15"/>
                  <a:pt x="84" y="15"/>
                </a:cubicBezTo>
                <a:cubicBezTo>
                  <a:pt x="44" y="15"/>
                  <a:pt x="44" y="15"/>
                  <a:pt x="44" y="15"/>
                </a:cubicBezTo>
                <a:lnTo>
                  <a:pt x="44" y="5"/>
                </a:lnTo>
                <a:close/>
                <a:moveTo>
                  <a:pt x="22" y="96"/>
                </a:moveTo>
                <a:cubicBezTo>
                  <a:pt x="5" y="96"/>
                  <a:pt x="5" y="96"/>
                  <a:pt x="5" y="96"/>
                </a:cubicBezTo>
                <a:cubicBezTo>
                  <a:pt x="5" y="19"/>
                  <a:pt x="5" y="19"/>
                  <a:pt x="5" y="19"/>
                </a:cubicBezTo>
                <a:cubicBezTo>
                  <a:pt x="22" y="19"/>
                  <a:pt x="22" y="19"/>
                  <a:pt x="22" y="19"/>
                </a:cubicBezTo>
                <a:lnTo>
                  <a:pt x="22" y="96"/>
                </a:lnTo>
                <a:close/>
                <a:moveTo>
                  <a:pt x="101" y="96"/>
                </a:moveTo>
                <a:cubicBezTo>
                  <a:pt x="27" y="96"/>
                  <a:pt x="27" y="96"/>
                  <a:pt x="27" y="96"/>
                </a:cubicBezTo>
                <a:cubicBezTo>
                  <a:pt x="27" y="19"/>
                  <a:pt x="27" y="19"/>
                  <a:pt x="27" y="19"/>
                </a:cubicBezTo>
                <a:cubicBezTo>
                  <a:pt x="101" y="19"/>
                  <a:pt x="101" y="19"/>
                  <a:pt x="101" y="19"/>
                </a:cubicBezTo>
                <a:lnTo>
                  <a:pt x="101" y="96"/>
                </a:lnTo>
                <a:close/>
                <a:moveTo>
                  <a:pt x="123" y="96"/>
                </a:moveTo>
                <a:cubicBezTo>
                  <a:pt x="106" y="96"/>
                  <a:pt x="106" y="96"/>
                  <a:pt x="106" y="96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23" y="19"/>
                  <a:pt x="123" y="19"/>
                  <a:pt x="123" y="19"/>
                </a:cubicBezTo>
                <a:lnTo>
                  <a:pt x="123" y="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Freeform 47"/>
          <p:cNvSpPr>
            <a:spLocks noEditPoints="1"/>
          </p:cNvSpPr>
          <p:nvPr/>
        </p:nvSpPr>
        <p:spPr bwMode="auto">
          <a:xfrm>
            <a:off x="11139488" y="4149726"/>
            <a:ext cx="481013" cy="481013"/>
          </a:xfrm>
          <a:custGeom>
            <a:avLst/>
            <a:gdLst>
              <a:gd name="T0" fmla="*/ 126 w 128"/>
              <a:gd name="T1" fmla="*/ 0 h 128"/>
              <a:gd name="T2" fmla="*/ 96 w 128"/>
              <a:gd name="T3" fmla="*/ 0 h 128"/>
              <a:gd name="T4" fmla="*/ 94 w 128"/>
              <a:gd name="T5" fmla="*/ 2 h 128"/>
              <a:gd name="T6" fmla="*/ 96 w 128"/>
              <a:gd name="T7" fmla="*/ 5 h 128"/>
              <a:gd name="T8" fmla="*/ 120 w 128"/>
              <a:gd name="T9" fmla="*/ 5 h 128"/>
              <a:gd name="T10" fmla="*/ 85 w 128"/>
              <a:gd name="T11" fmla="*/ 40 h 128"/>
              <a:gd name="T12" fmla="*/ 84 w 128"/>
              <a:gd name="T13" fmla="*/ 39 h 128"/>
              <a:gd name="T14" fmla="*/ 50 w 128"/>
              <a:gd name="T15" fmla="*/ 27 h 128"/>
              <a:gd name="T16" fmla="*/ 0 w 128"/>
              <a:gd name="T17" fmla="*/ 78 h 128"/>
              <a:gd name="T18" fmla="*/ 50 w 128"/>
              <a:gd name="T19" fmla="*/ 128 h 128"/>
              <a:gd name="T20" fmla="*/ 101 w 128"/>
              <a:gd name="T21" fmla="*/ 78 h 128"/>
              <a:gd name="T22" fmla="*/ 89 w 128"/>
              <a:gd name="T23" fmla="*/ 44 h 128"/>
              <a:gd name="T24" fmla="*/ 88 w 128"/>
              <a:gd name="T25" fmla="*/ 43 h 128"/>
              <a:gd name="T26" fmla="*/ 123 w 128"/>
              <a:gd name="T27" fmla="*/ 8 h 128"/>
              <a:gd name="T28" fmla="*/ 123 w 128"/>
              <a:gd name="T29" fmla="*/ 32 h 128"/>
              <a:gd name="T30" fmla="*/ 126 w 128"/>
              <a:gd name="T31" fmla="*/ 34 h 128"/>
              <a:gd name="T32" fmla="*/ 128 w 128"/>
              <a:gd name="T33" fmla="*/ 32 h 128"/>
              <a:gd name="T34" fmla="*/ 128 w 128"/>
              <a:gd name="T35" fmla="*/ 2 h 128"/>
              <a:gd name="T36" fmla="*/ 126 w 128"/>
              <a:gd name="T37" fmla="*/ 0 h 128"/>
              <a:gd name="T38" fmla="*/ 93 w 128"/>
              <a:gd name="T39" fmla="*/ 60 h 128"/>
              <a:gd name="T40" fmla="*/ 96 w 128"/>
              <a:gd name="T41" fmla="*/ 78 h 128"/>
              <a:gd name="T42" fmla="*/ 93 w 128"/>
              <a:gd name="T43" fmla="*/ 95 h 128"/>
              <a:gd name="T44" fmla="*/ 83 w 128"/>
              <a:gd name="T45" fmla="*/ 110 h 128"/>
              <a:gd name="T46" fmla="*/ 68 w 128"/>
              <a:gd name="T47" fmla="*/ 120 h 128"/>
              <a:gd name="T48" fmla="*/ 50 w 128"/>
              <a:gd name="T49" fmla="*/ 123 h 128"/>
              <a:gd name="T50" fmla="*/ 33 w 128"/>
              <a:gd name="T51" fmla="*/ 120 h 128"/>
              <a:gd name="T52" fmla="*/ 18 w 128"/>
              <a:gd name="T53" fmla="*/ 110 h 128"/>
              <a:gd name="T54" fmla="*/ 8 w 128"/>
              <a:gd name="T55" fmla="*/ 95 h 128"/>
              <a:gd name="T56" fmla="*/ 5 w 128"/>
              <a:gd name="T57" fmla="*/ 78 h 128"/>
              <a:gd name="T58" fmla="*/ 8 w 128"/>
              <a:gd name="T59" fmla="*/ 60 h 128"/>
              <a:gd name="T60" fmla="*/ 18 w 128"/>
              <a:gd name="T61" fmla="*/ 45 h 128"/>
              <a:gd name="T62" fmla="*/ 33 w 128"/>
              <a:gd name="T63" fmla="*/ 35 h 128"/>
              <a:gd name="T64" fmla="*/ 68 w 128"/>
              <a:gd name="T65" fmla="*/ 35 h 128"/>
              <a:gd name="T66" fmla="*/ 83 w 128"/>
              <a:gd name="T67" fmla="*/ 45 h 128"/>
              <a:gd name="T68" fmla="*/ 93 w 128"/>
              <a:gd name="T69" fmla="*/ 6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28">
                <a:moveTo>
                  <a:pt x="126" y="0"/>
                </a:moveTo>
                <a:cubicBezTo>
                  <a:pt x="96" y="0"/>
                  <a:pt x="96" y="0"/>
                  <a:pt x="96" y="0"/>
                </a:cubicBezTo>
                <a:cubicBezTo>
                  <a:pt x="95" y="0"/>
                  <a:pt x="94" y="1"/>
                  <a:pt x="94" y="2"/>
                </a:cubicBezTo>
                <a:cubicBezTo>
                  <a:pt x="94" y="4"/>
                  <a:pt x="95" y="5"/>
                  <a:pt x="96" y="5"/>
                </a:cubicBezTo>
                <a:cubicBezTo>
                  <a:pt x="120" y="5"/>
                  <a:pt x="120" y="5"/>
                  <a:pt x="120" y="5"/>
                </a:cubicBezTo>
                <a:cubicBezTo>
                  <a:pt x="85" y="40"/>
                  <a:pt x="85" y="40"/>
                  <a:pt x="85" y="40"/>
                </a:cubicBezTo>
                <a:cubicBezTo>
                  <a:pt x="84" y="39"/>
                  <a:pt x="84" y="39"/>
                  <a:pt x="84" y="39"/>
                </a:cubicBezTo>
                <a:cubicBezTo>
                  <a:pt x="74" y="31"/>
                  <a:pt x="63" y="27"/>
                  <a:pt x="50" y="27"/>
                </a:cubicBezTo>
                <a:cubicBezTo>
                  <a:pt x="23" y="27"/>
                  <a:pt x="0" y="50"/>
                  <a:pt x="0" y="78"/>
                </a:cubicBezTo>
                <a:cubicBezTo>
                  <a:pt x="0" y="105"/>
                  <a:pt x="23" y="128"/>
                  <a:pt x="50" y="128"/>
                </a:cubicBezTo>
                <a:cubicBezTo>
                  <a:pt x="78" y="128"/>
                  <a:pt x="101" y="105"/>
                  <a:pt x="101" y="78"/>
                </a:cubicBezTo>
                <a:cubicBezTo>
                  <a:pt x="101" y="65"/>
                  <a:pt x="97" y="54"/>
                  <a:pt x="89" y="44"/>
                </a:cubicBezTo>
                <a:cubicBezTo>
                  <a:pt x="88" y="43"/>
                  <a:pt x="88" y="43"/>
                  <a:pt x="88" y="43"/>
                </a:cubicBezTo>
                <a:cubicBezTo>
                  <a:pt x="123" y="8"/>
                  <a:pt x="123" y="8"/>
                  <a:pt x="123" y="8"/>
                </a:cubicBezTo>
                <a:cubicBezTo>
                  <a:pt x="123" y="32"/>
                  <a:pt x="123" y="32"/>
                  <a:pt x="123" y="32"/>
                </a:cubicBezTo>
                <a:cubicBezTo>
                  <a:pt x="123" y="33"/>
                  <a:pt x="124" y="34"/>
                  <a:pt x="126" y="34"/>
                </a:cubicBezTo>
                <a:cubicBezTo>
                  <a:pt x="127" y="34"/>
                  <a:pt x="128" y="33"/>
                  <a:pt x="128" y="32"/>
                </a:cubicBezTo>
                <a:cubicBezTo>
                  <a:pt x="128" y="2"/>
                  <a:pt x="128" y="2"/>
                  <a:pt x="128" y="2"/>
                </a:cubicBezTo>
                <a:cubicBezTo>
                  <a:pt x="128" y="1"/>
                  <a:pt x="127" y="0"/>
                  <a:pt x="126" y="0"/>
                </a:cubicBezTo>
                <a:close/>
                <a:moveTo>
                  <a:pt x="93" y="60"/>
                </a:moveTo>
                <a:cubicBezTo>
                  <a:pt x="95" y="65"/>
                  <a:pt x="96" y="71"/>
                  <a:pt x="96" y="78"/>
                </a:cubicBezTo>
                <a:cubicBezTo>
                  <a:pt x="96" y="84"/>
                  <a:pt x="95" y="90"/>
                  <a:pt x="93" y="95"/>
                </a:cubicBezTo>
                <a:cubicBezTo>
                  <a:pt x="90" y="101"/>
                  <a:pt x="87" y="106"/>
                  <a:pt x="83" y="110"/>
                </a:cubicBezTo>
                <a:cubicBezTo>
                  <a:pt x="79" y="114"/>
                  <a:pt x="74" y="118"/>
                  <a:pt x="68" y="120"/>
                </a:cubicBezTo>
                <a:cubicBezTo>
                  <a:pt x="63" y="122"/>
                  <a:pt x="57" y="123"/>
                  <a:pt x="50" y="123"/>
                </a:cubicBezTo>
                <a:cubicBezTo>
                  <a:pt x="44" y="123"/>
                  <a:pt x="38" y="122"/>
                  <a:pt x="33" y="120"/>
                </a:cubicBezTo>
                <a:cubicBezTo>
                  <a:pt x="27" y="118"/>
                  <a:pt x="22" y="114"/>
                  <a:pt x="18" y="110"/>
                </a:cubicBezTo>
                <a:cubicBezTo>
                  <a:pt x="14" y="106"/>
                  <a:pt x="10" y="101"/>
                  <a:pt x="8" y="95"/>
                </a:cubicBezTo>
                <a:cubicBezTo>
                  <a:pt x="6" y="90"/>
                  <a:pt x="5" y="84"/>
                  <a:pt x="5" y="78"/>
                </a:cubicBezTo>
                <a:cubicBezTo>
                  <a:pt x="5" y="71"/>
                  <a:pt x="6" y="65"/>
                  <a:pt x="8" y="60"/>
                </a:cubicBezTo>
                <a:cubicBezTo>
                  <a:pt x="10" y="54"/>
                  <a:pt x="14" y="49"/>
                  <a:pt x="18" y="45"/>
                </a:cubicBezTo>
                <a:cubicBezTo>
                  <a:pt x="22" y="41"/>
                  <a:pt x="27" y="38"/>
                  <a:pt x="33" y="35"/>
                </a:cubicBezTo>
                <a:cubicBezTo>
                  <a:pt x="44" y="30"/>
                  <a:pt x="57" y="30"/>
                  <a:pt x="68" y="35"/>
                </a:cubicBezTo>
                <a:cubicBezTo>
                  <a:pt x="74" y="38"/>
                  <a:pt x="79" y="41"/>
                  <a:pt x="83" y="45"/>
                </a:cubicBezTo>
                <a:cubicBezTo>
                  <a:pt x="87" y="49"/>
                  <a:pt x="90" y="54"/>
                  <a:pt x="93" y="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Freeform 48"/>
          <p:cNvSpPr>
            <a:spLocks noEditPoints="1"/>
          </p:cNvSpPr>
          <p:nvPr/>
        </p:nvSpPr>
        <p:spPr bwMode="auto">
          <a:xfrm>
            <a:off x="10242550" y="4149726"/>
            <a:ext cx="352425" cy="481013"/>
          </a:xfrm>
          <a:custGeom>
            <a:avLst/>
            <a:gdLst>
              <a:gd name="T0" fmla="*/ 51 w 94"/>
              <a:gd name="T1" fmla="*/ 93 h 128"/>
              <a:gd name="T2" fmla="*/ 94 w 94"/>
              <a:gd name="T3" fmla="*/ 47 h 128"/>
              <a:gd name="T4" fmla="*/ 47 w 94"/>
              <a:gd name="T5" fmla="*/ 0 h 128"/>
              <a:gd name="T6" fmla="*/ 0 w 94"/>
              <a:gd name="T7" fmla="*/ 47 h 128"/>
              <a:gd name="T8" fmla="*/ 43 w 94"/>
              <a:gd name="T9" fmla="*/ 93 h 128"/>
              <a:gd name="T10" fmla="*/ 45 w 94"/>
              <a:gd name="T11" fmla="*/ 94 h 128"/>
              <a:gd name="T12" fmla="*/ 45 w 94"/>
              <a:gd name="T13" fmla="*/ 109 h 128"/>
              <a:gd name="T14" fmla="*/ 32 w 94"/>
              <a:gd name="T15" fmla="*/ 109 h 128"/>
              <a:gd name="T16" fmla="*/ 30 w 94"/>
              <a:gd name="T17" fmla="*/ 111 h 128"/>
              <a:gd name="T18" fmla="*/ 32 w 94"/>
              <a:gd name="T19" fmla="*/ 113 h 128"/>
              <a:gd name="T20" fmla="*/ 45 w 94"/>
              <a:gd name="T21" fmla="*/ 113 h 128"/>
              <a:gd name="T22" fmla="*/ 45 w 94"/>
              <a:gd name="T23" fmla="*/ 126 h 128"/>
              <a:gd name="T24" fmla="*/ 47 w 94"/>
              <a:gd name="T25" fmla="*/ 128 h 128"/>
              <a:gd name="T26" fmla="*/ 49 w 94"/>
              <a:gd name="T27" fmla="*/ 126 h 128"/>
              <a:gd name="T28" fmla="*/ 49 w 94"/>
              <a:gd name="T29" fmla="*/ 113 h 128"/>
              <a:gd name="T30" fmla="*/ 62 w 94"/>
              <a:gd name="T31" fmla="*/ 113 h 128"/>
              <a:gd name="T32" fmla="*/ 64 w 94"/>
              <a:gd name="T33" fmla="*/ 111 h 128"/>
              <a:gd name="T34" fmla="*/ 62 w 94"/>
              <a:gd name="T35" fmla="*/ 109 h 128"/>
              <a:gd name="T36" fmla="*/ 49 w 94"/>
              <a:gd name="T37" fmla="*/ 109 h 128"/>
              <a:gd name="T38" fmla="*/ 49 w 94"/>
              <a:gd name="T39" fmla="*/ 94 h 128"/>
              <a:gd name="T40" fmla="*/ 51 w 94"/>
              <a:gd name="T41" fmla="*/ 93 h 128"/>
              <a:gd name="T42" fmla="*/ 47 w 94"/>
              <a:gd name="T43" fmla="*/ 89 h 128"/>
              <a:gd name="T44" fmla="*/ 31 w 94"/>
              <a:gd name="T45" fmla="*/ 86 h 128"/>
              <a:gd name="T46" fmla="*/ 17 w 94"/>
              <a:gd name="T47" fmla="*/ 77 h 128"/>
              <a:gd name="T48" fmla="*/ 8 w 94"/>
              <a:gd name="T49" fmla="*/ 63 h 128"/>
              <a:gd name="T50" fmla="*/ 5 w 94"/>
              <a:gd name="T51" fmla="*/ 47 h 128"/>
              <a:gd name="T52" fmla="*/ 8 w 94"/>
              <a:gd name="T53" fmla="*/ 30 h 128"/>
              <a:gd name="T54" fmla="*/ 17 w 94"/>
              <a:gd name="T55" fmla="*/ 17 h 128"/>
              <a:gd name="T56" fmla="*/ 31 w 94"/>
              <a:gd name="T57" fmla="*/ 8 h 128"/>
              <a:gd name="T58" fmla="*/ 63 w 94"/>
              <a:gd name="T59" fmla="*/ 8 h 128"/>
              <a:gd name="T60" fmla="*/ 77 w 94"/>
              <a:gd name="T61" fmla="*/ 17 h 128"/>
              <a:gd name="T62" fmla="*/ 86 w 94"/>
              <a:gd name="T63" fmla="*/ 30 h 128"/>
              <a:gd name="T64" fmla="*/ 89 w 94"/>
              <a:gd name="T65" fmla="*/ 47 h 128"/>
              <a:gd name="T66" fmla="*/ 86 w 94"/>
              <a:gd name="T67" fmla="*/ 63 h 128"/>
              <a:gd name="T68" fmla="*/ 77 w 94"/>
              <a:gd name="T69" fmla="*/ 77 h 128"/>
              <a:gd name="T70" fmla="*/ 63 w 94"/>
              <a:gd name="T71" fmla="*/ 86 h 128"/>
              <a:gd name="T72" fmla="*/ 47 w 94"/>
              <a:gd name="T73" fmla="*/ 8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4" h="128">
                <a:moveTo>
                  <a:pt x="51" y="93"/>
                </a:moveTo>
                <a:cubicBezTo>
                  <a:pt x="75" y="92"/>
                  <a:pt x="94" y="71"/>
                  <a:pt x="94" y="47"/>
                </a:cubicBezTo>
                <a:cubicBezTo>
                  <a:pt x="94" y="21"/>
                  <a:pt x="73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71"/>
                  <a:pt x="19" y="92"/>
                  <a:pt x="43" y="93"/>
                </a:cubicBezTo>
                <a:cubicBezTo>
                  <a:pt x="45" y="94"/>
                  <a:pt x="45" y="94"/>
                  <a:pt x="45" y="94"/>
                </a:cubicBezTo>
                <a:cubicBezTo>
                  <a:pt x="45" y="109"/>
                  <a:pt x="45" y="109"/>
                  <a:pt x="45" y="109"/>
                </a:cubicBezTo>
                <a:cubicBezTo>
                  <a:pt x="32" y="109"/>
                  <a:pt x="32" y="109"/>
                  <a:pt x="32" y="109"/>
                </a:cubicBezTo>
                <a:cubicBezTo>
                  <a:pt x="31" y="109"/>
                  <a:pt x="30" y="110"/>
                  <a:pt x="30" y="111"/>
                </a:cubicBezTo>
                <a:cubicBezTo>
                  <a:pt x="30" y="112"/>
                  <a:pt x="31" y="113"/>
                  <a:pt x="32" y="113"/>
                </a:cubicBezTo>
                <a:cubicBezTo>
                  <a:pt x="45" y="113"/>
                  <a:pt x="45" y="113"/>
                  <a:pt x="45" y="113"/>
                </a:cubicBezTo>
                <a:cubicBezTo>
                  <a:pt x="45" y="126"/>
                  <a:pt x="45" y="126"/>
                  <a:pt x="45" y="126"/>
                </a:cubicBezTo>
                <a:cubicBezTo>
                  <a:pt x="45" y="127"/>
                  <a:pt x="46" y="128"/>
                  <a:pt x="47" y="128"/>
                </a:cubicBezTo>
                <a:cubicBezTo>
                  <a:pt x="48" y="128"/>
                  <a:pt x="49" y="127"/>
                  <a:pt x="49" y="126"/>
                </a:cubicBezTo>
                <a:cubicBezTo>
                  <a:pt x="49" y="113"/>
                  <a:pt x="49" y="113"/>
                  <a:pt x="49" y="113"/>
                </a:cubicBezTo>
                <a:cubicBezTo>
                  <a:pt x="62" y="113"/>
                  <a:pt x="62" y="113"/>
                  <a:pt x="62" y="113"/>
                </a:cubicBezTo>
                <a:cubicBezTo>
                  <a:pt x="63" y="113"/>
                  <a:pt x="64" y="112"/>
                  <a:pt x="64" y="111"/>
                </a:cubicBezTo>
                <a:cubicBezTo>
                  <a:pt x="64" y="110"/>
                  <a:pt x="63" y="109"/>
                  <a:pt x="62" y="109"/>
                </a:cubicBezTo>
                <a:cubicBezTo>
                  <a:pt x="49" y="109"/>
                  <a:pt x="49" y="109"/>
                  <a:pt x="49" y="109"/>
                </a:cubicBezTo>
                <a:cubicBezTo>
                  <a:pt x="49" y="94"/>
                  <a:pt x="49" y="94"/>
                  <a:pt x="49" y="94"/>
                </a:cubicBezTo>
                <a:lnTo>
                  <a:pt x="51" y="93"/>
                </a:lnTo>
                <a:close/>
                <a:moveTo>
                  <a:pt x="47" y="89"/>
                </a:moveTo>
                <a:cubicBezTo>
                  <a:pt x="41" y="89"/>
                  <a:pt x="36" y="88"/>
                  <a:pt x="31" y="86"/>
                </a:cubicBezTo>
                <a:cubicBezTo>
                  <a:pt x="26" y="84"/>
                  <a:pt x="21" y="80"/>
                  <a:pt x="17" y="77"/>
                </a:cubicBezTo>
                <a:cubicBezTo>
                  <a:pt x="13" y="73"/>
                  <a:pt x="10" y="68"/>
                  <a:pt x="8" y="63"/>
                </a:cubicBezTo>
                <a:cubicBezTo>
                  <a:pt x="6" y="58"/>
                  <a:pt x="5" y="52"/>
                  <a:pt x="5" y="47"/>
                </a:cubicBezTo>
                <a:cubicBezTo>
                  <a:pt x="5" y="41"/>
                  <a:pt x="6" y="36"/>
                  <a:pt x="8" y="30"/>
                </a:cubicBezTo>
                <a:cubicBezTo>
                  <a:pt x="10" y="25"/>
                  <a:pt x="13" y="21"/>
                  <a:pt x="17" y="17"/>
                </a:cubicBezTo>
                <a:cubicBezTo>
                  <a:pt x="21" y="13"/>
                  <a:pt x="26" y="10"/>
                  <a:pt x="31" y="8"/>
                </a:cubicBezTo>
                <a:cubicBezTo>
                  <a:pt x="41" y="3"/>
                  <a:pt x="53" y="3"/>
                  <a:pt x="63" y="8"/>
                </a:cubicBezTo>
                <a:cubicBezTo>
                  <a:pt x="68" y="10"/>
                  <a:pt x="73" y="13"/>
                  <a:pt x="77" y="17"/>
                </a:cubicBezTo>
                <a:cubicBezTo>
                  <a:pt x="81" y="21"/>
                  <a:pt x="84" y="25"/>
                  <a:pt x="86" y="30"/>
                </a:cubicBezTo>
                <a:cubicBezTo>
                  <a:pt x="88" y="36"/>
                  <a:pt x="89" y="41"/>
                  <a:pt x="89" y="47"/>
                </a:cubicBezTo>
                <a:cubicBezTo>
                  <a:pt x="89" y="52"/>
                  <a:pt x="88" y="58"/>
                  <a:pt x="86" y="63"/>
                </a:cubicBezTo>
                <a:cubicBezTo>
                  <a:pt x="84" y="68"/>
                  <a:pt x="81" y="73"/>
                  <a:pt x="77" y="77"/>
                </a:cubicBezTo>
                <a:cubicBezTo>
                  <a:pt x="73" y="80"/>
                  <a:pt x="68" y="84"/>
                  <a:pt x="63" y="86"/>
                </a:cubicBezTo>
                <a:cubicBezTo>
                  <a:pt x="58" y="88"/>
                  <a:pt x="53" y="89"/>
                  <a:pt x="47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Freeform 49"/>
          <p:cNvSpPr>
            <a:spLocks noEditPoints="1"/>
          </p:cNvSpPr>
          <p:nvPr/>
        </p:nvSpPr>
        <p:spPr bwMode="auto">
          <a:xfrm>
            <a:off x="9217025" y="4173538"/>
            <a:ext cx="481013" cy="434975"/>
          </a:xfrm>
          <a:custGeom>
            <a:avLst/>
            <a:gdLst>
              <a:gd name="T0" fmla="*/ 122 w 128"/>
              <a:gd name="T1" fmla="*/ 0 h 116"/>
              <a:gd name="T2" fmla="*/ 6 w 128"/>
              <a:gd name="T3" fmla="*/ 0 h 116"/>
              <a:gd name="T4" fmla="*/ 0 w 128"/>
              <a:gd name="T5" fmla="*/ 6 h 116"/>
              <a:gd name="T6" fmla="*/ 0 w 128"/>
              <a:gd name="T7" fmla="*/ 110 h 116"/>
              <a:gd name="T8" fmla="*/ 6 w 128"/>
              <a:gd name="T9" fmla="*/ 116 h 116"/>
              <a:gd name="T10" fmla="*/ 122 w 128"/>
              <a:gd name="T11" fmla="*/ 116 h 116"/>
              <a:gd name="T12" fmla="*/ 128 w 128"/>
              <a:gd name="T13" fmla="*/ 110 h 116"/>
              <a:gd name="T14" fmla="*/ 128 w 128"/>
              <a:gd name="T15" fmla="*/ 6 h 116"/>
              <a:gd name="T16" fmla="*/ 122 w 128"/>
              <a:gd name="T17" fmla="*/ 0 h 116"/>
              <a:gd name="T18" fmla="*/ 123 w 128"/>
              <a:gd name="T19" fmla="*/ 111 h 116"/>
              <a:gd name="T20" fmla="*/ 5 w 128"/>
              <a:gd name="T21" fmla="*/ 111 h 116"/>
              <a:gd name="T22" fmla="*/ 5 w 128"/>
              <a:gd name="T23" fmla="*/ 86 h 116"/>
              <a:gd name="T24" fmla="*/ 123 w 128"/>
              <a:gd name="T25" fmla="*/ 86 h 116"/>
              <a:gd name="T26" fmla="*/ 123 w 128"/>
              <a:gd name="T27" fmla="*/ 111 h 116"/>
              <a:gd name="T28" fmla="*/ 123 w 128"/>
              <a:gd name="T29" fmla="*/ 82 h 116"/>
              <a:gd name="T30" fmla="*/ 5 w 128"/>
              <a:gd name="T31" fmla="*/ 82 h 116"/>
              <a:gd name="T32" fmla="*/ 5 w 128"/>
              <a:gd name="T33" fmla="*/ 47 h 116"/>
              <a:gd name="T34" fmla="*/ 42 w 128"/>
              <a:gd name="T35" fmla="*/ 47 h 116"/>
              <a:gd name="T36" fmla="*/ 50 w 128"/>
              <a:gd name="T37" fmla="*/ 68 h 116"/>
              <a:gd name="T38" fmla="*/ 55 w 128"/>
              <a:gd name="T39" fmla="*/ 68 h 116"/>
              <a:gd name="T40" fmla="*/ 70 w 128"/>
              <a:gd name="T41" fmla="*/ 28 h 116"/>
              <a:gd name="T42" fmla="*/ 77 w 128"/>
              <a:gd name="T43" fmla="*/ 45 h 116"/>
              <a:gd name="T44" fmla="*/ 79 w 128"/>
              <a:gd name="T45" fmla="*/ 47 h 116"/>
              <a:gd name="T46" fmla="*/ 123 w 128"/>
              <a:gd name="T47" fmla="*/ 47 h 116"/>
              <a:gd name="T48" fmla="*/ 123 w 128"/>
              <a:gd name="T49" fmla="*/ 82 h 116"/>
              <a:gd name="T50" fmla="*/ 123 w 128"/>
              <a:gd name="T51" fmla="*/ 42 h 116"/>
              <a:gd name="T52" fmla="*/ 81 w 128"/>
              <a:gd name="T53" fmla="*/ 42 h 116"/>
              <a:gd name="T54" fmla="*/ 73 w 128"/>
              <a:gd name="T55" fmla="*/ 22 h 116"/>
              <a:gd name="T56" fmla="*/ 68 w 128"/>
              <a:gd name="T57" fmla="*/ 22 h 116"/>
              <a:gd name="T58" fmla="*/ 53 w 128"/>
              <a:gd name="T59" fmla="*/ 61 h 116"/>
              <a:gd name="T60" fmla="*/ 46 w 128"/>
              <a:gd name="T61" fmla="*/ 44 h 116"/>
              <a:gd name="T62" fmla="*/ 44 w 128"/>
              <a:gd name="T63" fmla="*/ 42 h 116"/>
              <a:gd name="T64" fmla="*/ 5 w 128"/>
              <a:gd name="T65" fmla="*/ 42 h 116"/>
              <a:gd name="T66" fmla="*/ 5 w 128"/>
              <a:gd name="T67" fmla="*/ 5 h 116"/>
              <a:gd name="T68" fmla="*/ 123 w 128"/>
              <a:gd name="T69" fmla="*/ 5 h 116"/>
              <a:gd name="T70" fmla="*/ 123 w 128"/>
              <a:gd name="T71" fmla="*/ 4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" h="116">
                <a:moveTo>
                  <a:pt x="122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10"/>
                  <a:pt x="0" y="110"/>
                  <a:pt x="0" y="110"/>
                </a:cubicBezTo>
                <a:cubicBezTo>
                  <a:pt x="0" y="113"/>
                  <a:pt x="3" y="116"/>
                  <a:pt x="6" y="116"/>
                </a:cubicBezTo>
                <a:cubicBezTo>
                  <a:pt x="122" y="116"/>
                  <a:pt x="122" y="116"/>
                  <a:pt x="122" y="116"/>
                </a:cubicBezTo>
                <a:cubicBezTo>
                  <a:pt x="125" y="116"/>
                  <a:pt x="128" y="113"/>
                  <a:pt x="128" y="110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lose/>
                <a:moveTo>
                  <a:pt x="123" y="111"/>
                </a:moveTo>
                <a:cubicBezTo>
                  <a:pt x="5" y="111"/>
                  <a:pt x="5" y="111"/>
                  <a:pt x="5" y="111"/>
                </a:cubicBezTo>
                <a:cubicBezTo>
                  <a:pt x="5" y="86"/>
                  <a:pt x="5" y="86"/>
                  <a:pt x="5" y="86"/>
                </a:cubicBezTo>
                <a:cubicBezTo>
                  <a:pt x="123" y="86"/>
                  <a:pt x="123" y="86"/>
                  <a:pt x="123" y="86"/>
                </a:cubicBezTo>
                <a:lnTo>
                  <a:pt x="123" y="111"/>
                </a:lnTo>
                <a:close/>
                <a:moveTo>
                  <a:pt x="123" y="82"/>
                </a:moveTo>
                <a:cubicBezTo>
                  <a:pt x="5" y="82"/>
                  <a:pt x="5" y="82"/>
                  <a:pt x="5" y="82"/>
                </a:cubicBezTo>
                <a:cubicBezTo>
                  <a:pt x="5" y="47"/>
                  <a:pt x="5" y="47"/>
                  <a:pt x="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50" y="68"/>
                  <a:pt x="50" y="68"/>
                  <a:pt x="50" y="68"/>
                </a:cubicBezTo>
                <a:cubicBezTo>
                  <a:pt x="51" y="69"/>
                  <a:pt x="54" y="69"/>
                  <a:pt x="55" y="68"/>
                </a:cubicBezTo>
                <a:cubicBezTo>
                  <a:pt x="70" y="28"/>
                  <a:pt x="70" y="28"/>
                  <a:pt x="70" y="28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6"/>
                  <a:pt x="78" y="47"/>
                  <a:pt x="79" y="47"/>
                </a:cubicBezTo>
                <a:cubicBezTo>
                  <a:pt x="123" y="47"/>
                  <a:pt x="123" y="47"/>
                  <a:pt x="123" y="47"/>
                </a:cubicBezTo>
                <a:lnTo>
                  <a:pt x="123" y="82"/>
                </a:lnTo>
                <a:close/>
                <a:moveTo>
                  <a:pt x="123" y="42"/>
                </a:moveTo>
                <a:cubicBezTo>
                  <a:pt x="81" y="42"/>
                  <a:pt x="81" y="42"/>
                  <a:pt x="81" y="42"/>
                </a:cubicBezTo>
                <a:cubicBezTo>
                  <a:pt x="73" y="22"/>
                  <a:pt x="73" y="22"/>
                  <a:pt x="73" y="22"/>
                </a:cubicBezTo>
                <a:cubicBezTo>
                  <a:pt x="72" y="20"/>
                  <a:pt x="69" y="20"/>
                  <a:pt x="68" y="22"/>
                </a:cubicBezTo>
                <a:cubicBezTo>
                  <a:pt x="53" y="61"/>
                  <a:pt x="53" y="61"/>
                  <a:pt x="53" y="61"/>
                </a:cubicBezTo>
                <a:cubicBezTo>
                  <a:pt x="46" y="44"/>
                  <a:pt x="46" y="44"/>
                  <a:pt x="46" y="44"/>
                </a:cubicBezTo>
                <a:cubicBezTo>
                  <a:pt x="46" y="43"/>
                  <a:pt x="45" y="42"/>
                  <a:pt x="44" y="42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5"/>
                  <a:pt x="5" y="5"/>
                  <a:pt x="5" y="5"/>
                </a:cubicBezTo>
                <a:cubicBezTo>
                  <a:pt x="123" y="5"/>
                  <a:pt x="123" y="5"/>
                  <a:pt x="123" y="5"/>
                </a:cubicBezTo>
                <a:lnTo>
                  <a:pt x="123" y="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Oval 50"/>
          <p:cNvSpPr>
            <a:spLocks noChangeArrowheads="1"/>
          </p:cNvSpPr>
          <p:nvPr/>
        </p:nvSpPr>
        <p:spPr bwMode="auto">
          <a:xfrm>
            <a:off x="9367838" y="4529138"/>
            <a:ext cx="30163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Oval 51"/>
          <p:cNvSpPr>
            <a:spLocks noChangeArrowheads="1"/>
          </p:cNvSpPr>
          <p:nvPr/>
        </p:nvSpPr>
        <p:spPr bwMode="auto">
          <a:xfrm>
            <a:off x="9442450" y="4529138"/>
            <a:ext cx="30163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Oval 52"/>
          <p:cNvSpPr>
            <a:spLocks noChangeArrowheads="1"/>
          </p:cNvSpPr>
          <p:nvPr/>
        </p:nvSpPr>
        <p:spPr bwMode="auto">
          <a:xfrm>
            <a:off x="9518650" y="4529138"/>
            <a:ext cx="30163" cy="301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Freeform 53"/>
          <p:cNvSpPr>
            <a:spLocks noEditPoints="1"/>
          </p:cNvSpPr>
          <p:nvPr/>
        </p:nvSpPr>
        <p:spPr bwMode="auto">
          <a:xfrm>
            <a:off x="8256588" y="4149726"/>
            <a:ext cx="481013" cy="481013"/>
          </a:xfrm>
          <a:custGeom>
            <a:avLst/>
            <a:gdLst>
              <a:gd name="T0" fmla="*/ 117 w 128"/>
              <a:gd name="T1" fmla="*/ 64 h 128"/>
              <a:gd name="T2" fmla="*/ 118 w 128"/>
              <a:gd name="T3" fmla="*/ 63 h 128"/>
              <a:gd name="T4" fmla="*/ 128 w 128"/>
              <a:gd name="T5" fmla="*/ 50 h 128"/>
              <a:gd name="T6" fmla="*/ 115 w 128"/>
              <a:gd name="T7" fmla="*/ 37 h 128"/>
              <a:gd name="T8" fmla="*/ 101 w 128"/>
              <a:gd name="T9" fmla="*/ 50 h 128"/>
              <a:gd name="T10" fmla="*/ 111 w 128"/>
              <a:gd name="T11" fmla="*/ 63 h 128"/>
              <a:gd name="T12" fmla="*/ 112 w 128"/>
              <a:gd name="T13" fmla="*/ 64 h 128"/>
              <a:gd name="T14" fmla="*/ 112 w 128"/>
              <a:gd name="T15" fmla="*/ 86 h 128"/>
              <a:gd name="T16" fmla="*/ 109 w 128"/>
              <a:gd name="T17" fmla="*/ 101 h 128"/>
              <a:gd name="T18" fmla="*/ 101 w 128"/>
              <a:gd name="T19" fmla="*/ 113 h 128"/>
              <a:gd name="T20" fmla="*/ 90 w 128"/>
              <a:gd name="T21" fmla="*/ 121 h 128"/>
              <a:gd name="T22" fmla="*/ 61 w 128"/>
              <a:gd name="T23" fmla="*/ 121 h 128"/>
              <a:gd name="T24" fmla="*/ 49 w 128"/>
              <a:gd name="T25" fmla="*/ 113 h 128"/>
              <a:gd name="T26" fmla="*/ 41 w 128"/>
              <a:gd name="T27" fmla="*/ 101 h 128"/>
              <a:gd name="T28" fmla="*/ 38 w 128"/>
              <a:gd name="T29" fmla="*/ 87 h 128"/>
              <a:gd name="T30" fmla="*/ 38 w 128"/>
              <a:gd name="T31" fmla="*/ 86 h 128"/>
              <a:gd name="T32" fmla="*/ 39 w 128"/>
              <a:gd name="T33" fmla="*/ 86 h 128"/>
              <a:gd name="T34" fmla="*/ 71 w 128"/>
              <a:gd name="T35" fmla="*/ 50 h 128"/>
              <a:gd name="T36" fmla="*/ 71 w 128"/>
              <a:gd name="T37" fmla="*/ 2 h 128"/>
              <a:gd name="T38" fmla="*/ 69 w 128"/>
              <a:gd name="T39" fmla="*/ 0 h 128"/>
              <a:gd name="T40" fmla="*/ 62 w 128"/>
              <a:gd name="T41" fmla="*/ 0 h 128"/>
              <a:gd name="T42" fmla="*/ 59 w 128"/>
              <a:gd name="T43" fmla="*/ 2 h 128"/>
              <a:gd name="T44" fmla="*/ 62 w 128"/>
              <a:gd name="T45" fmla="*/ 5 h 128"/>
              <a:gd name="T46" fmla="*/ 67 w 128"/>
              <a:gd name="T47" fmla="*/ 5 h 128"/>
              <a:gd name="T48" fmla="*/ 67 w 128"/>
              <a:gd name="T49" fmla="*/ 50 h 128"/>
              <a:gd name="T50" fmla="*/ 58 w 128"/>
              <a:gd name="T51" fmla="*/ 72 h 128"/>
              <a:gd name="T52" fmla="*/ 36 w 128"/>
              <a:gd name="T53" fmla="*/ 82 h 128"/>
              <a:gd name="T54" fmla="*/ 14 w 128"/>
              <a:gd name="T55" fmla="*/ 72 h 128"/>
              <a:gd name="T56" fmla="*/ 5 w 128"/>
              <a:gd name="T57" fmla="*/ 50 h 128"/>
              <a:gd name="T58" fmla="*/ 5 w 128"/>
              <a:gd name="T59" fmla="*/ 5 h 128"/>
              <a:gd name="T60" fmla="*/ 10 w 128"/>
              <a:gd name="T61" fmla="*/ 5 h 128"/>
              <a:gd name="T62" fmla="*/ 12 w 128"/>
              <a:gd name="T63" fmla="*/ 2 h 128"/>
              <a:gd name="T64" fmla="*/ 10 w 128"/>
              <a:gd name="T65" fmla="*/ 0 h 128"/>
              <a:gd name="T66" fmla="*/ 2 w 128"/>
              <a:gd name="T67" fmla="*/ 0 h 128"/>
              <a:gd name="T68" fmla="*/ 0 w 128"/>
              <a:gd name="T69" fmla="*/ 2 h 128"/>
              <a:gd name="T70" fmla="*/ 0 w 128"/>
              <a:gd name="T71" fmla="*/ 2 h 128"/>
              <a:gd name="T72" fmla="*/ 0 w 128"/>
              <a:gd name="T73" fmla="*/ 50 h 128"/>
              <a:gd name="T74" fmla="*/ 32 w 128"/>
              <a:gd name="T75" fmla="*/ 86 h 128"/>
              <a:gd name="T76" fmla="*/ 33 w 128"/>
              <a:gd name="T77" fmla="*/ 86 h 128"/>
              <a:gd name="T78" fmla="*/ 33 w 128"/>
              <a:gd name="T79" fmla="*/ 87 h 128"/>
              <a:gd name="T80" fmla="*/ 75 w 128"/>
              <a:gd name="T81" fmla="*/ 128 h 128"/>
              <a:gd name="T82" fmla="*/ 117 w 128"/>
              <a:gd name="T83" fmla="*/ 86 h 128"/>
              <a:gd name="T84" fmla="*/ 117 w 128"/>
              <a:gd name="T85" fmla="*/ 64 h 128"/>
              <a:gd name="T86" fmla="*/ 106 w 128"/>
              <a:gd name="T87" fmla="*/ 50 h 128"/>
              <a:gd name="T88" fmla="*/ 115 w 128"/>
              <a:gd name="T89" fmla="*/ 42 h 128"/>
              <a:gd name="T90" fmla="*/ 123 w 128"/>
              <a:gd name="T91" fmla="*/ 50 h 128"/>
              <a:gd name="T92" fmla="*/ 115 w 128"/>
              <a:gd name="T93" fmla="*/ 59 h 128"/>
              <a:gd name="T94" fmla="*/ 106 w 128"/>
              <a:gd name="T95" fmla="*/ 5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" h="128">
                <a:moveTo>
                  <a:pt x="117" y="64"/>
                </a:moveTo>
                <a:cubicBezTo>
                  <a:pt x="118" y="63"/>
                  <a:pt x="118" y="63"/>
                  <a:pt x="118" y="63"/>
                </a:cubicBezTo>
                <a:cubicBezTo>
                  <a:pt x="124" y="62"/>
                  <a:pt x="128" y="57"/>
                  <a:pt x="128" y="50"/>
                </a:cubicBezTo>
                <a:cubicBezTo>
                  <a:pt x="128" y="43"/>
                  <a:pt x="122" y="37"/>
                  <a:pt x="115" y="37"/>
                </a:cubicBezTo>
                <a:cubicBezTo>
                  <a:pt x="107" y="37"/>
                  <a:pt x="101" y="43"/>
                  <a:pt x="101" y="50"/>
                </a:cubicBezTo>
                <a:cubicBezTo>
                  <a:pt x="101" y="57"/>
                  <a:pt x="105" y="62"/>
                  <a:pt x="111" y="63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12" y="86"/>
                  <a:pt x="112" y="86"/>
                  <a:pt x="112" y="86"/>
                </a:cubicBezTo>
                <a:cubicBezTo>
                  <a:pt x="112" y="91"/>
                  <a:pt x="111" y="96"/>
                  <a:pt x="109" y="101"/>
                </a:cubicBezTo>
                <a:cubicBezTo>
                  <a:pt x="108" y="105"/>
                  <a:pt x="105" y="109"/>
                  <a:pt x="101" y="113"/>
                </a:cubicBezTo>
                <a:cubicBezTo>
                  <a:pt x="98" y="116"/>
                  <a:pt x="94" y="119"/>
                  <a:pt x="90" y="121"/>
                </a:cubicBezTo>
                <a:cubicBezTo>
                  <a:pt x="80" y="124"/>
                  <a:pt x="70" y="124"/>
                  <a:pt x="61" y="121"/>
                </a:cubicBezTo>
                <a:cubicBezTo>
                  <a:pt x="56" y="119"/>
                  <a:pt x="52" y="116"/>
                  <a:pt x="49" y="113"/>
                </a:cubicBezTo>
                <a:cubicBezTo>
                  <a:pt x="45" y="109"/>
                  <a:pt x="43" y="105"/>
                  <a:pt x="41" y="101"/>
                </a:cubicBezTo>
                <a:cubicBezTo>
                  <a:pt x="39" y="96"/>
                  <a:pt x="38" y="92"/>
                  <a:pt x="38" y="87"/>
                </a:cubicBezTo>
                <a:cubicBezTo>
                  <a:pt x="38" y="86"/>
                  <a:pt x="38" y="86"/>
                  <a:pt x="38" y="86"/>
                </a:cubicBezTo>
                <a:cubicBezTo>
                  <a:pt x="39" y="86"/>
                  <a:pt x="39" y="86"/>
                  <a:pt x="39" y="86"/>
                </a:cubicBezTo>
                <a:cubicBezTo>
                  <a:pt x="58" y="84"/>
                  <a:pt x="71" y="69"/>
                  <a:pt x="71" y="50"/>
                </a:cubicBezTo>
                <a:cubicBezTo>
                  <a:pt x="71" y="2"/>
                  <a:pt x="71" y="2"/>
                  <a:pt x="71" y="2"/>
                </a:cubicBezTo>
                <a:cubicBezTo>
                  <a:pt x="71" y="1"/>
                  <a:pt x="70" y="0"/>
                  <a:pt x="69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0" y="0"/>
                  <a:pt x="59" y="1"/>
                  <a:pt x="59" y="2"/>
                </a:cubicBezTo>
                <a:cubicBezTo>
                  <a:pt x="59" y="4"/>
                  <a:pt x="60" y="5"/>
                  <a:pt x="62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0"/>
                  <a:pt x="67" y="50"/>
                  <a:pt x="67" y="50"/>
                </a:cubicBezTo>
                <a:cubicBezTo>
                  <a:pt x="67" y="59"/>
                  <a:pt x="64" y="67"/>
                  <a:pt x="58" y="72"/>
                </a:cubicBezTo>
                <a:cubicBezTo>
                  <a:pt x="52" y="78"/>
                  <a:pt x="44" y="82"/>
                  <a:pt x="36" y="82"/>
                </a:cubicBezTo>
                <a:cubicBezTo>
                  <a:pt x="27" y="82"/>
                  <a:pt x="20" y="78"/>
                  <a:pt x="14" y="72"/>
                </a:cubicBezTo>
                <a:cubicBezTo>
                  <a:pt x="8" y="67"/>
                  <a:pt x="5" y="59"/>
                  <a:pt x="5" y="50"/>
                </a:cubicBezTo>
                <a:cubicBezTo>
                  <a:pt x="5" y="5"/>
                  <a:pt x="5" y="5"/>
                  <a:pt x="5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1" y="5"/>
                  <a:pt x="12" y="4"/>
                  <a:pt x="12" y="2"/>
                </a:cubicBezTo>
                <a:cubicBezTo>
                  <a:pt x="12" y="1"/>
                  <a:pt x="11" y="0"/>
                  <a:pt x="10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69"/>
                  <a:pt x="14" y="84"/>
                  <a:pt x="32" y="86"/>
                </a:cubicBezTo>
                <a:cubicBezTo>
                  <a:pt x="33" y="86"/>
                  <a:pt x="33" y="86"/>
                  <a:pt x="33" y="86"/>
                </a:cubicBezTo>
                <a:cubicBezTo>
                  <a:pt x="33" y="87"/>
                  <a:pt x="33" y="87"/>
                  <a:pt x="33" y="87"/>
                </a:cubicBezTo>
                <a:cubicBezTo>
                  <a:pt x="34" y="110"/>
                  <a:pt x="52" y="128"/>
                  <a:pt x="75" y="128"/>
                </a:cubicBezTo>
                <a:cubicBezTo>
                  <a:pt x="98" y="128"/>
                  <a:pt x="117" y="109"/>
                  <a:pt x="117" y="86"/>
                </a:cubicBezTo>
                <a:lnTo>
                  <a:pt x="117" y="64"/>
                </a:lnTo>
                <a:close/>
                <a:moveTo>
                  <a:pt x="106" y="50"/>
                </a:moveTo>
                <a:cubicBezTo>
                  <a:pt x="106" y="46"/>
                  <a:pt x="110" y="42"/>
                  <a:pt x="115" y="42"/>
                </a:cubicBezTo>
                <a:cubicBezTo>
                  <a:pt x="119" y="42"/>
                  <a:pt x="123" y="46"/>
                  <a:pt x="123" y="50"/>
                </a:cubicBezTo>
                <a:cubicBezTo>
                  <a:pt x="123" y="55"/>
                  <a:pt x="119" y="59"/>
                  <a:pt x="115" y="59"/>
                </a:cubicBezTo>
                <a:cubicBezTo>
                  <a:pt x="110" y="59"/>
                  <a:pt x="106" y="55"/>
                  <a:pt x="106" y="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Freeform 54"/>
          <p:cNvSpPr>
            <a:spLocks noEditPoints="1"/>
          </p:cNvSpPr>
          <p:nvPr/>
        </p:nvSpPr>
        <p:spPr bwMode="auto">
          <a:xfrm>
            <a:off x="7296150" y="4146551"/>
            <a:ext cx="484188" cy="484188"/>
          </a:xfrm>
          <a:custGeom>
            <a:avLst/>
            <a:gdLst>
              <a:gd name="T0" fmla="*/ 72 w 129"/>
              <a:gd name="T1" fmla="*/ 92 h 129"/>
              <a:gd name="T2" fmla="*/ 126 w 129"/>
              <a:gd name="T3" fmla="*/ 37 h 129"/>
              <a:gd name="T4" fmla="*/ 126 w 129"/>
              <a:gd name="T5" fmla="*/ 29 h 129"/>
              <a:gd name="T6" fmla="*/ 100 w 129"/>
              <a:gd name="T7" fmla="*/ 3 h 129"/>
              <a:gd name="T8" fmla="*/ 92 w 129"/>
              <a:gd name="T9" fmla="*/ 3 h 129"/>
              <a:gd name="T10" fmla="*/ 37 w 129"/>
              <a:gd name="T11" fmla="*/ 57 h 129"/>
              <a:gd name="T12" fmla="*/ 37 w 129"/>
              <a:gd name="T13" fmla="*/ 59 h 129"/>
              <a:gd name="T14" fmla="*/ 39 w 129"/>
              <a:gd name="T15" fmla="*/ 87 h 129"/>
              <a:gd name="T16" fmla="*/ 8 w 129"/>
              <a:gd name="T17" fmla="*/ 118 h 129"/>
              <a:gd name="T18" fmla="*/ 4 w 129"/>
              <a:gd name="T19" fmla="*/ 115 h 129"/>
              <a:gd name="T20" fmla="*/ 2 w 129"/>
              <a:gd name="T21" fmla="*/ 114 h 129"/>
              <a:gd name="T22" fmla="*/ 1 w 129"/>
              <a:gd name="T23" fmla="*/ 115 h 129"/>
              <a:gd name="T24" fmla="*/ 0 w 129"/>
              <a:gd name="T25" fmla="*/ 116 h 129"/>
              <a:gd name="T26" fmla="*/ 1 w 129"/>
              <a:gd name="T27" fmla="*/ 118 h 129"/>
              <a:gd name="T28" fmla="*/ 11 w 129"/>
              <a:gd name="T29" fmla="*/ 128 h 129"/>
              <a:gd name="T30" fmla="*/ 14 w 129"/>
              <a:gd name="T31" fmla="*/ 128 h 129"/>
              <a:gd name="T32" fmla="*/ 15 w 129"/>
              <a:gd name="T33" fmla="*/ 127 h 129"/>
              <a:gd name="T34" fmla="*/ 14 w 129"/>
              <a:gd name="T35" fmla="*/ 125 h 129"/>
              <a:gd name="T36" fmla="*/ 11 w 129"/>
              <a:gd name="T37" fmla="*/ 121 h 129"/>
              <a:gd name="T38" fmla="*/ 42 w 129"/>
              <a:gd name="T39" fmla="*/ 90 h 129"/>
              <a:gd name="T40" fmla="*/ 70 w 129"/>
              <a:gd name="T41" fmla="*/ 92 h 129"/>
              <a:gd name="T42" fmla="*/ 72 w 129"/>
              <a:gd name="T43" fmla="*/ 92 h 129"/>
              <a:gd name="T44" fmla="*/ 96 w 129"/>
              <a:gd name="T45" fmla="*/ 5 h 129"/>
              <a:gd name="T46" fmla="*/ 124 w 129"/>
              <a:gd name="T47" fmla="*/ 33 h 129"/>
              <a:gd name="T48" fmla="*/ 117 w 129"/>
              <a:gd name="T49" fmla="*/ 40 h 129"/>
              <a:gd name="T50" fmla="*/ 89 w 129"/>
              <a:gd name="T51" fmla="*/ 12 h 129"/>
              <a:gd name="T52" fmla="*/ 96 w 129"/>
              <a:gd name="T53" fmla="*/ 5 h 129"/>
              <a:gd name="T54" fmla="*/ 85 w 129"/>
              <a:gd name="T55" fmla="*/ 15 h 129"/>
              <a:gd name="T56" fmla="*/ 114 w 129"/>
              <a:gd name="T57" fmla="*/ 44 h 129"/>
              <a:gd name="T58" fmla="*/ 89 w 129"/>
              <a:gd name="T59" fmla="*/ 68 h 129"/>
              <a:gd name="T60" fmla="*/ 61 w 129"/>
              <a:gd name="T61" fmla="*/ 40 h 129"/>
              <a:gd name="T62" fmla="*/ 85 w 129"/>
              <a:gd name="T63" fmla="*/ 15 h 129"/>
              <a:gd name="T64" fmla="*/ 43 w 129"/>
              <a:gd name="T65" fmla="*/ 86 h 129"/>
              <a:gd name="T66" fmla="*/ 41 w 129"/>
              <a:gd name="T67" fmla="*/ 59 h 129"/>
              <a:gd name="T68" fmla="*/ 58 w 129"/>
              <a:gd name="T69" fmla="*/ 43 h 129"/>
              <a:gd name="T70" fmla="*/ 86 w 129"/>
              <a:gd name="T71" fmla="*/ 71 h 129"/>
              <a:gd name="T72" fmla="*/ 70 w 129"/>
              <a:gd name="T73" fmla="*/ 88 h 129"/>
              <a:gd name="T74" fmla="*/ 43 w 129"/>
              <a:gd name="T75" fmla="*/ 86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9" h="129">
                <a:moveTo>
                  <a:pt x="72" y="92"/>
                </a:moveTo>
                <a:cubicBezTo>
                  <a:pt x="126" y="37"/>
                  <a:pt x="126" y="37"/>
                  <a:pt x="126" y="37"/>
                </a:cubicBezTo>
                <a:cubicBezTo>
                  <a:pt x="129" y="35"/>
                  <a:pt x="129" y="31"/>
                  <a:pt x="126" y="29"/>
                </a:cubicBezTo>
                <a:cubicBezTo>
                  <a:pt x="100" y="3"/>
                  <a:pt x="100" y="3"/>
                  <a:pt x="100" y="3"/>
                </a:cubicBezTo>
                <a:cubicBezTo>
                  <a:pt x="98" y="0"/>
                  <a:pt x="94" y="0"/>
                  <a:pt x="92" y="3"/>
                </a:cubicBezTo>
                <a:cubicBezTo>
                  <a:pt x="37" y="57"/>
                  <a:pt x="37" y="57"/>
                  <a:pt x="37" y="57"/>
                </a:cubicBezTo>
                <a:cubicBezTo>
                  <a:pt x="37" y="57"/>
                  <a:pt x="37" y="58"/>
                  <a:pt x="37" y="59"/>
                </a:cubicBezTo>
                <a:cubicBezTo>
                  <a:pt x="39" y="87"/>
                  <a:pt x="39" y="87"/>
                  <a:pt x="39" y="87"/>
                </a:cubicBezTo>
                <a:cubicBezTo>
                  <a:pt x="8" y="118"/>
                  <a:pt x="8" y="118"/>
                  <a:pt x="8" y="118"/>
                </a:cubicBezTo>
                <a:cubicBezTo>
                  <a:pt x="4" y="115"/>
                  <a:pt x="4" y="115"/>
                  <a:pt x="4" y="115"/>
                </a:cubicBezTo>
                <a:cubicBezTo>
                  <a:pt x="3" y="114"/>
                  <a:pt x="3" y="114"/>
                  <a:pt x="2" y="114"/>
                </a:cubicBezTo>
                <a:cubicBezTo>
                  <a:pt x="2" y="114"/>
                  <a:pt x="1" y="114"/>
                  <a:pt x="1" y="115"/>
                </a:cubicBezTo>
                <a:cubicBezTo>
                  <a:pt x="0" y="115"/>
                  <a:pt x="0" y="116"/>
                  <a:pt x="0" y="116"/>
                </a:cubicBezTo>
                <a:cubicBezTo>
                  <a:pt x="0" y="117"/>
                  <a:pt x="0" y="117"/>
                  <a:pt x="1" y="118"/>
                </a:cubicBezTo>
                <a:cubicBezTo>
                  <a:pt x="11" y="128"/>
                  <a:pt x="11" y="128"/>
                  <a:pt x="11" y="128"/>
                </a:cubicBezTo>
                <a:cubicBezTo>
                  <a:pt x="12" y="129"/>
                  <a:pt x="14" y="129"/>
                  <a:pt x="14" y="128"/>
                </a:cubicBezTo>
                <a:cubicBezTo>
                  <a:pt x="15" y="128"/>
                  <a:pt x="15" y="127"/>
                  <a:pt x="15" y="127"/>
                </a:cubicBezTo>
                <a:cubicBezTo>
                  <a:pt x="15" y="126"/>
                  <a:pt x="15" y="126"/>
                  <a:pt x="14" y="125"/>
                </a:cubicBezTo>
                <a:cubicBezTo>
                  <a:pt x="11" y="121"/>
                  <a:pt x="11" y="121"/>
                  <a:pt x="11" y="121"/>
                </a:cubicBezTo>
                <a:cubicBezTo>
                  <a:pt x="42" y="90"/>
                  <a:pt x="42" y="90"/>
                  <a:pt x="42" y="90"/>
                </a:cubicBezTo>
                <a:cubicBezTo>
                  <a:pt x="70" y="92"/>
                  <a:pt x="70" y="92"/>
                  <a:pt x="70" y="92"/>
                </a:cubicBezTo>
                <a:cubicBezTo>
                  <a:pt x="71" y="92"/>
                  <a:pt x="72" y="92"/>
                  <a:pt x="72" y="92"/>
                </a:cubicBezTo>
                <a:close/>
                <a:moveTo>
                  <a:pt x="96" y="5"/>
                </a:moveTo>
                <a:cubicBezTo>
                  <a:pt x="124" y="33"/>
                  <a:pt x="124" y="33"/>
                  <a:pt x="124" y="33"/>
                </a:cubicBezTo>
                <a:cubicBezTo>
                  <a:pt x="117" y="40"/>
                  <a:pt x="117" y="40"/>
                  <a:pt x="117" y="40"/>
                </a:cubicBezTo>
                <a:cubicBezTo>
                  <a:pt x="89" y="12"/>
                  <a:pt x="89" y="12"/>
                  <a:pt x="89" y="12"/>
                </a:cubicBezTo>
                <a:lnTo>
                  <a:pt x="96" y="5"/>
                </a:lnTo>
                <a:close/>
                <a:moveTo>
                  <a:pt x="85" y="15"/>
                </a:moveTo>
                <a:cubicBezTo>
                  <a:pt x="114" y="44"/>
                  <a:pt x="114" y="44"/>
                  <a:pt x="114" y="44"/>
                </a:cubicBezTo>
                <a:cubicBezTo>
                  <a:pt x="89" y="68"/>
                  <a:pt x="89" y="68"/>
                  <a:pt x="89" y="68"/>
                </a:cubicBezTo>
                <a:cubicBezTo>
                  <a:pt x="61" y="40"/>
                  <a:pt x="61" y="40"/>
                  <a:pt x="61" y="40"/>
                </a:cubicBezTo>
                <a:lnTo>
                  <a:pt x="85" y="15"/>
                </a:lnTo>
                <a:close/>
                <a:moveTo>
                  <a:pt x="43" y="86"/>
                </a:moveTo>
                <a:cubicBezTo>
                  <a:pt x="41" y="59"/>
                  <a:pt x="41" y="59"/>
                  <a:pt x="41" y="59"/>
                </a:cubicBezTo>
                <a:cubicBezTo>
                  <a:pt x="58" y="43"/>
                  <a:pt x="58" y="43"/>
                  <a:pt x="58" y="43"/>
                </a:cubicBezTo>
                <a:cubicBezTo>
                  <a:pt x="86" y="71"/>
                  <a:pt x="86" y="71"/>
                  <a:pt x="86" y="71"/>
                </a:cubicBezTo>
                <a:cubicBezTo>
                  <a:pt x="70" y="88"/>
                  <a:pt x="70" y="88"/>
                  <a:pt x="70" y="88"/>
                </a:cubicBezTo>
                <a:lnTo>
                  <a:pt x="43" y="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Freeform 55"/>
          <p:cNvSpPr>
            <a:spLocks noEditPoints="1"/>
          </p:cNvSpPr>
          <p:nvPr/>
        </p:nvSpPr>
        <p:spPr bwMode="auto">
          <a:xfrm>
            <a:off x="6334125" y="4149726"/>
            <a:ext cx="481013" cy="481013"/>
          </a:xfrm>
          <a:custGeom>
            <a:avLst/>
            <a:gdLst>
              <a:gd name="T0" fmla="*/ 128 w 128"/>
              <a:gd name="T1" fmla="*/ 24 h 128"/>
              <a:gd name="T2" fmla="*/ 127 w 128"/>
              <a:gd name="T3" fmla="*/ 22 h 128"/>
              <a:gd name="T4" fmla="*/ 106 w 128"/>
              <a:gd name="T5" fmla="*/ 1 h 128"/>
              <a:gd name="T6" fmla="*/ 103 w 128"/>
              <a:gd name="T7" fmla="*/ 1 h 128"/>
              <a:gd name="T8" fmla="*/ 102 w 128"/>
              <a:gd name="T9" fmla="*/ 2 h 128"/>
              <a:gd name="T10" fmla="*/ 103 w 128"/>
              <a:gd name="T11" fmla="*/ 4 h 128"/>
              <a:gd name="T12" fmla="*/ 112 w 128"/>
              <a:gd name="T13" fmla="*/ 13 h 128"/>
              <a:gd name="T14" fmla="*/ 94 w 128"/>
              <a:gd name="T15" fmla="*/ 31 h 128"/>
              <a:gd name="T16" fmla="*/ 80 w 128"/>
              <a:gd name="T17" fmla="*/ 16 h 128"/>
              <a:gd name="T18" fmla="*/ 77 w 128"/>
              <a:gd name="T19" fmla="*/ 16 h 128"/>
              <a:gd name="T20" fmla="*/ 76 w 128"/>
              <a:gd name="T21" fmla="*/ 18 h 128"/>
              <a:gd name="T22" fmla="*/ 77 w 128"/>
              <a:gd name="T23" fmla="*/ 20 h 128"/>
              <a:gd name="T24" fmla="*/ 80 w 128"/>
              <a:gd name="T25" fmla="*/ 23 h 128"/>
              <a:gd name="T26" fmla="*/ 21 w 128"/>
              <a:gd name="T27" fmla="*/ 82 h 128"/>
              <a:gd name="T28" fmla="*/ 21 w 128"/>
              <a:gd name="T29" fmla="*/ 84 h 128"/>
              <a:gd name="T30" fmla="*/ 21 w 128"/>
              <a:gd name="T31" fmla="*/ 85 h 128"/>
              <a:gd name="T32" fmla="*/ 21 w 128"/>
              <a:gd name="T33" fmla="*/ 85 h 128"/>
              <a:gd name="T34" fmla="*/ 23 w 128"/>
              <a:gd name="T35" fmla="*/ 102 h 128"/>
              <a:gd name="T36" fmla="*/ 1 w 128"/>
              <a:gd name="T37" fmla="*/ 124 h 128"/>
              <a:gd name="T38" fmla="*/ 1 w 128"/>
              <a:gd name="T39" fmla="*/ 127 h 128"/>
              <a:gd name="T40" fmla="*/ 4 w 128"/>
              <a:gd name="T41" fmla="*/ 127 h 128"/>
              <a:gd name="T42" fmla="*/ 26 w 128"/>
              <a:gd name="T43" fmla="*/ 105 h 128"/>
              <a:gd name="T44" fmla="*/ 44 w 128"/>
              <a:gd name="T45" fmla="*/ 107 h 128"/>
              <a:gd name="T46" fmla="*/ 46 w 128"/>
              <a:gd name="T47" fmla="*/ 107 h 128"/>
              <a:gd name="T48" fmla="*/ 105 w 128"/>
              <a:gd name="T49" fmla="*/ 48 h 128"/>
              <a:gd name="T50" fmla="*/ 108 w 128"/>
              <a:gd name="T51" fmla="*/ 51 h 128"/>
              <a:gd name="T52" fmla="*/ 112 w 128"/>
              <a:gd name="T53" fmla="*/ 51 h 128"/>
              <a:gd name="T54" fmla="*/ 112 w 128"/>
              <a:gd name="T55" fmla="*/ 48 h 128"/>
              <a:gd name="T56" fmla="*/ 97 w 128"/>
              <a:gd name="T57" fmla="*/ 34 h 128"/>
              <a:gd name="T58" fmla="*/ 115 w 128"/>
              <a:gd name="T59" fmla="*/ 16 h 128"/>
              <a:gd name="T60" fmla="*/ 124 w 128"/>
              <a:gd name="T61" fmla="*/ 25 h 128"/>
              <a:gd name="T62" fmla="*/ 127 w 128"/>
              <a:gd name="T63" fmla="*/ 25 h 128"/>
              <a:gd name="T64" fmla="*/ 128 w 128"/>
              <a:gd name="T65" fmla="*/ 24 h 128"/>
              <a:gd name="T66" fmla="*/ 83 w 128"/>
              <a:gd name="T67" fmla="*/ 26 h 128"/>
              <a:gd name="T68" fmla="*/ 91 w 128"/>
              <a:gd name="T69" fmla="*/ 34 h 128"/>
              <a:gd name="T70" fmla="*/ 61 w 128"/>
              <a:gd name="T71" fmla="*/ 64 h 128"/>
              <a:gd name="T72" fmla="*/ 53 w 128"/>
              <a:gd name="T73" fmla="*/ 56 h 128"/>
              <a:gd name="T74" fmla="*/ 83 w 128"/>
              <a:gd name="T75" fmla="*/ 26 h 128"/>
              <a:gd name="T76" fmla="*/ 43 w 128"/>
              <a:gd name="T77" fmla="*/ 103 h 128"/>
              <a:gd name="T78" fmla="*/ 27 w 128"/>
              <a:gd name="T79" fmla="*/ 101 h 128"/>
              <a:gd name="T80" fmla="*/ 25 w 128"/>
              <a:gd name="T81" fmla="*/ 85 h 128"/>
              <a:gd name="T82" fmla="*/ 50 w 128"/>
              <a:gd name="T83" fmla="*/ 60 h 128"/>
              <a:gd name="T84" fmla="*/ 68 w 128"/>
              <a:gd name="T85" fmla="*/ 78 h 128"/>
              <a:gd name="T86" fmla="*/ 43 w 128"/>
              <a:gd name="T87" fmla="*/ 103 h 128"/>
              <a:gd name="T88" fmla="*/ 102 w 128"/>
              <a:gd name="T89" fmla="*/ 45 h 128"/>
              <a:gd name="T90" fmla="*/ 72 w 128"/>
              <a:gd name="T91" fmla="*/ 75 h 128"/>
              <a:gd name="T92" fmla="*/ 64 w 128"/>
              <a:gd name="T93" fmla="*/ 67 h 128"/>
              <a:gd name="T94" fmla="*/ 94 w 128"/>
              <a:gd name="T95" fmla="*/ 37 h 128"/>
              <a:gd name="T96" fmla="*/ 102 w 128"/>
              <a:gd name="T97" fmla="*/ 4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" h="128">
                <a:moveTo>
                  <a:pt x="128" y="24"/>
                </a:moveTo>
                <a:cubicBezTo>
                  <a:pt x="128" y="23"/>
                  <a:pt x="128" y="22"/>
                  <a:pt x="127" y="22"/>
                </a:cubicBezTo>
                <a:cubicBezTo>
                  <a:pt x="106" y="1"/>
                  <a:pt x="106" y="1"/>
                  <a:pt x="106" y="1"/>
                </a:cubicBezTo>
                <a:cubicBezTo>
                  <a:pt x="105" y="0"/>
                  <a:pt x="104" y="0"/>
                  <a:pt x="103" y="1"/>
                </a:cubicBezTo>
                <a:cubicBezTo>
                  <a:pt x="102" y="1"/>
                  <a:pt x="102" y="2"/>
                  <a:pt x="102" y="2"/>
                </a:cubicBezTo>
                <a:cubicBezTo>
                  <a:pt x="102" y="3"/>
                  <a:pt x="102" y="3"/>
                  <a:pt x="103" y="4"/>
                </a:cubicBezTo>
                <a:cubicBezTo>
                  <a:pt x="112" y="13"/>
                  <a:pt x="112" y="13"/>
                  <a:pt x="112" y="13"/>
                </a:cubicBezTo>
                <a:cubicBezTo>
                  <a:pt x="94" y="31"/>
                  <a:pt x="94" y="31"/>
                  <a:pt x="94" y="31"/>
                </a:cubicBezTo>
                <a:cubicBezTo>
                  <a:pt x="80" y="16"/>
                  <a:pt x="80" y="16"/>
                  <a:pt x="80" y="16"/>
                </a:cubicBezTo>
                <a:cubicBezTo>
                  <a:pt x="79" y="16"/>
                  <a:pt x="77" y="16"/>
                  <a:pt x="77" y="16"/>
                </a:cubicBezTo>
                <a:cubicBezTo>
                  <a:pt x="76" y="17"/>
                  <a:pt x="76" y="17"/>
                  <a:pt x="76" y="18"/>
                </a:cubicBezTo>
                <a:cubicBezTo>
                  <a:pt x="76" y="19"/>
                  <a:pt x="76" y="19"/>
                  <a:pt x="77" y="20"/>
                </a:cubicBezTo>
                <a:cubicBezTo>
                  <a:pt x="80" y="23"/>
                  <a:pt x="80" y="23"/>
                  <a:pt x="80" y="23"/>
                </a:cubicBezTo>
                <a:cubicBezTo>
                  <a:pt x="21" y="82"/>
                  <a:pt x="21" y="82"/>
                  <a:pt x="21" y="82"/>
                </a:cubicBezTo>
                <a:cubicBezTo>
                  <a:pt x="21" y="83"/>
                  <a:pt x="21" y="83"/>
                  <a:pt x="21" y="84"/>
                </a:cubicBezTo>
                <a:cubicBezTo>
                  <a:pt x="21" y="85"/>
                  <a:pt x="21" y="85"/>
                  <a:pt x="21" y="85"/>
                </a:cubicBezTo>
                <a:cubicBezTo>
                  <a:pt x="21" y="85"/>
                  <a:pt x="21" y="85"/>
                  <a:pt x="21" y="85"/>
                </a:cubicBezTo>
                <a:cubicBezTo>
                  <a:pt x="23" y="102"/>
                  <a:pt x="23" y="102"/>
                  <a:pt x="23" y="102"/>
                </a:cubicBezTo>
                <a:cubicBezTo>
                  <a:pt x="1" y="124"/>
                  <a:pt x="1" y="124"/>
                  <a:pt x="1" y="124"/>
                </a:cubicBezTo>
                <a:cubicBezTo>
                  <a:pt x="0" y="125"/>
                  <a:pt x="0" y="126"/>
                  <a:pt x="1" y="127"/>
                </a:cubicBezTo>
                <a:cubicBezTo>
                  <a:pt x="2" y="128"/>
                  <a:pt x="3" y="128"/>
                  <a:pt x="4" y="127"/>
                </a:cubicBezTo>
                <a:cubicBezTo>
                  <a:pt x="26" y="105"/>
                  <a:pt x="26" y="105"/>
                  <a:pt x="26" y="105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5" y="107"/>
                  <a:pt x="45" y="107"/>
                  <a:pt x="46" y="107"/>
                </a:cubicBezTo>
                <a:cubicBezTo>
                  <a:pt x="105" y="48"/>
                  <a:pt x="105" y="48"/>
                  <a:pt x="105" y="48"/>
                </a:cubicBezTo>
                <a:cubicBezTo>
                  <a:pt x="108" y="51"/>
                  <a:pt x="108" y="51"/>
                  <a:pt x="108" y="51"/>
                </a:cubicBezTo>
                <a:cubicBezTo>
                  <a:pt x="109" y="52"/>
                  <a:pt x="111" y="52"/>
                  <a:pt x="112" y="51"/>
                </a:cubicBezTo>
                <a:cubicBezTo>
                  <a:pt x="112" y="50"/>
                  <a:pt x="112" y="49"/>
                  <a:pt x="112" y="48"/>
                </a:cubicBezTo>
                <a:cubicBezTo>
                  <a:pt x="97" y="34"/>
                  <a:pt x="97" y="34"/>
                  <a:pt x="97" y="34"/>
                </a:cubicBezTo>
                <a:cubicBezTo>
                  <a:pt x="115" y="16"/>
                  <a:pt x="115" y="16"/>
                  <a:pt x="115" y="16"/>
                </a:cubicBezTo>
                <a:cubicBezTo>
                  <a:pt x="124" y="25"/>
                  <a:pt x="124" y="25"/>
                  <a:pt x="124" y="25"/>
                </a:cubicBezTo>
                <a:cubicBezTo>
                  <a:pt x="125" y="26"/>
                  <a:pt x="126" y="26"/>
                  <a:pt x="127" y="25"/>
                </a:cubicBezTo>
                <a:cubicBezTo>
                  <a:pt x="128" y="25"/>
                  <a:pt x="128" y="24"/>
                  <a:pt x="128" y="24"/>
                </a:cubicBezTo>
                <a:close/>
                <a:moveTo>
                  <a:pt x="83" y="26"/>
                </a:moveTo>
                <a:cubicBezTo>
                  <a:pt x="91" y="34"/>
                  <a:pt x="91" y="34"/>
                  <a:pt x="91" y="34"/>
                </a:cubicBezTo>
                <a:cubicBezTo>
                  <a:pt x="61" y="64"/>
                  <a:pt x="61" y="64"/>
                  <a:pt x="61" y="64"/>
                </a:cubicBezTo>
                <a:cubicBezTo>
                  <a:pt x="53" y="56"/>
                  <a:pt x="53" y="56"/>
                  <a:pt x="53" y="56"/>
                </a:cubicBezTo>
                <a:lnTo>
                  <a:pt x="83" y="26"/>
                </a:lnTo>
                <a:close/>
                <a:moveTo>
                  <a:pt x="43" y="103"/>
                </a:moveTo>
                <a:cubicBezTo>
                  <a:pt x="27" y="101"/>
                  <a:pt x="27" y="101"/>
                  <a:pt x="27" y="101"/>
                </a:cubicBezTo>
                <a:cubicBezTo>
                  <a:pt x="25" y="85"/>
                  <a:pt x="25" y="85"/>
                  <a:pt x="25" y="85"/>
                </a:cubicBezTo>
                <a:cubicBezTo>
                  <a:pt x="50" y="60"/>
                  <a:pt x="50" y="60"/>
                  <a:pt x="50" y="60"/>
                </a:cubicBezTo>
                <a:cubicBezTo>
                  <a:pt x="68" y="78"/>
                  <a:pt x="68" y="78"/>
                  <a:pt x="68" y="78"/>
                </a:cubicBezTo>
                <a:lnTo>
                  <a:pt x="43" y="103"/>
                </a:lnTo>
                <a:close/>
                <a:moveTo>
                  <a:pt x="102" y="45"/>
                </a:moveTo>
                <a:cubicBezTo>
                  <a:pt x="72" y="75"/>
                  <a:pt x="72" y="75"/>
                  <a:pt x="72" y="75"/>
                </a:cubicBezTo>
                <a:cubicBezTo>
                  <a:pt x="64" y="67"/>
                  <a:pt x="64" y="67"/>
                  <a:pt x="64" y="67"/>
                </a:cubicBezTo>
                <a:cubicBezTo>
                  <a:pt x="94" y="37"/>
                  <a:pt x="94" y="37"/>
                  <a:pt x="94" y="37"/>
                </a:cubicBezTo>
                <a:lnTo>
                  <a:pt x="102" y="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Freeform 56"/>
          <p:cNvSpPr>
            <a:spLocks noEditPoints="1"/>
          </p:cNvSpPr>
          <p:nvPr/>
        </p:nvSpPr>
        <p:spPr bwMode="auto">
          <a:xfrm>
            <a:off x="5373688" y="4149726"/>
            <a:ext cx="479425" cy="481013"/>
          </a:xfrm>
          <a:custGeom>
            <a:avLst/>
            <a:gdLst>
              <a:gd name="T0" fmla="*/ 22 w 128"/>
              <a:gd name="T1" fmla="*/ 111 h 128"/>
              <a:gd name="T2" fmla="*/ 31 w 128"/>
              <a:gd name="T3" fmla="*/ 114 h 128"/>
              <a:gd name="T4" fmla="*/ 43 w 128"/>
              <a:gd name="T5" fmla="*/ 109 h 128"/>
              <a:gd name="T6" fmla="*/ 123 w 128"/>
              <a:gd name="T7" fmla="*/ 29 h 128"/>
              <a:gd name="T8" fmla="*/ 128 w 128"/>
              <a:gd name="T9" fmla="*/ 17 h 128"/>
              <a:gd name="T10" fmla="*/ 123 w 128"/>
              <a:gd name="T11" fmla="*/ 5 h 128"/>
              <a:gd name="T12" fmla="*/ 111 w 128"/>
              <a:gd name="T13" fmla="*/ 0 h 128"/>
              <a:gd name="T14" fmla="*/ 99 w 128"/>
              <a:gd name="T15" fmla="*/ 5 h 128"/>
              <a:gd name="T16" fmla="*/ 19 w 128"/>
              <a:gd name="T17" fmla="*/ 85 h 128"/>
              <a:gd name="T18" fmla="*/ 17 w 128"/>
              <a:gd name="T19" fmla="*/ 106 h 128"/>
              <a:gd name="T20" fmla="*/ 18 w 128"/>
              <a:gd name="T21" fmla="*/ 107 h 128"/>
              <a:gd name="T22" fmla="*/ 1 w 128"/>
              <a:gd name="T23" fmla="*/ 124 h 128"/>
              <a:gd name="T24" fmla="*/ 0 w 128"/>
              <a:gd name="T25" fmla="*/ 126 h 128"/>
              <a:gd name="T26" fmla="*/ 1 w 128"/>
              <a:gd name="T27" fmla="*/ 127 h 128"/>
              <a:gd name="T28" fmla="*/ 4 w 128"/>
              <a:gd name="T29" fmla="*/ 127 h 128"/>
              <a:gd name="T30" fmla="*/ 21 w 128"/>
              <a:gd name="T31" fmla="*/ 110 h 128"/>
              <a:gd name="T32" fmla="*/ 22 w 128"/>
              <a:gd name="T33" fmla="*/ 111 h 128"/>
              <a:gd name="T34" fmla="*/ 20 w 128"/>
              <a:gd name="T35" fmla="*/ 102 h 128"/>
              <a:gd name="T36" fmla="*/ 22 w 128"/>
              <a:gd name="T37" fmla="*/ 88 h 128"/>
              <a:gd name="T38" fmla="*/ 102 w 128"/>
              <a:gd name="T39" fmla="*/ 8 h 128"/>
              <a:gd name="T40" fmla="*/ 120 w 128"/>
              <a:gd name="T41" fmla="*/ 8 h 128"/>
              <a:gd name="T42" fmla="*/ 120 w 128"/>
              <a:gd name="T43" fmla="*/ 26 h 128"/>
              <a:gd name="T44" fmla="*/ 40 w 128"/>
              <a:gd name="T45" fmla="*/ 106 h 128"/>
              <a:gd name="T46" fmla="*/ 31 w 128"/>
              <a:gd name="T47" fmla="*/ 109 h 128"/>
              <a:gd name="T48" fmla="*/ 26 w 128"/>
              <a:gd name="T49" fmla="*/ 108 h 128"/>
              <a:gd name="T50" fmla="*/ 24 w 128"/>
              <a:gd name="T51" fmla="*/ 107 h 128"/>
              <a:gd name="T52" fmla="*/ 70 w 128"/>
              <a:gd name="T53" fmla="*/ 61 h 128"/>
              <a:gd name="T54" fmla="*/ 70 w 128"/>
              <a:gd name="T55" fmla="*/ 58 h 128"/>
              <a:gd name="T56" fmla="*/ 67 w 128"/>
              <a:gd name="T57" fmla="*/ 58 h 128"/>
              <a:gd name="T58" fmla="*/ 21 w 128"/>
              <a:gd name="T59" fmla="*/ 104 h 128"/>
              <a:gd name="T60" fmla="*/ 20 w 128"/>
              <a:gd name="T61" fmla="*/ 10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" h="128">
                <a:moveTo>
                  <a:pt x="22" y="111"/>
                </a:moveTo>
                <a:cubicBezTo>
                  <a:pt x="25" y="113"/>
                  <a:pt x="28" y="114"/>
                  <a:pt x="31" y="114"/>
                </a:cubicBezTo>
                <a:cubicBezTo>
                  <a:pt x="36" y="114"/>
                  <a:pt x="40" y="112"/>
                  <a:pt x="43" y="109"/>
                </a:cubicBezTo>
                <a:cubicBezTo>
                  <a:pt x="123" y="29"/>
                  <a:pt x="123" y="29"/>
                  <a:pt x="123" y="29"/>
                </a:cubicBezTo>
                <a:cubicBezTo>
                  <a:pt x="126" y="26"/>
                  <a:pt x="128" y="22"/>
                  <a:pt x="128" y="17"/>
                </a:cubicBezTo>
                <a:cubicBezTo>
                  <a:pt x="128" y="13"/>
                  <a:pt x="126" y="8"/>
                  <a:pt x="123" y="5"/>
                </a:cubicBezTo>
                <a:cubicBezTo>
                  <a:pt x="120" y="2"/>
                  <a:pt x="115" y="0"/>
                  <a:pt x="111" y="0"/>
                </a:cubicBezTo>
                <a:cubicBezTo>
                  <a:pt x="106" y="0"/>
                  <a:pt x="102" y="2"/>
                  <a:pt x="99" y="5"/>
                </a:cubicBezTo>
                <a:cubicBezTo>
                  <a:pt x="19" y="85"/>
                  <a:pt x="19" y="85"/>
                  <a:pt x="19" y="85"/>
                </a:cubicBezTo>
                <a:cubicBezTo>
                  <a:pt x="13" y="90"/>
                  <a:pt x="12" y="99"/>
                  <a:pt x="17" y="106"/>
                </a:cubicBezTo>
                <a:cubicBezTo>
                  <a:pt x="18" y="107"/>
                  <a:pt x="18" y="107"/>
                  <a:pt x="18" y="107"/>
                </a:cubicBezTo>
                <a:cubicBezTo>
                  <a:pt x="1" y="124"/>
                  <a:pt x="1" y="124"/>
                  <a:pt x="1" y="124"/>
                </a:cubicBezTo>
                <a:cubicBezTo>
                  <a:pt x="0" y="125"/>
                  <a:pt x="0" y="125"/>
                  <a:pt x="0" y="126"/>
                </a:cubicBezTo>
                <a:cubicBezTo>
                  <a:pt x="0" y="126"/>
                  <a:pt x="0" y="127"/>
                  <a:pt x="1" y="127"/>
                </a:cubicBezTo>
                <a:cubicBezTo>
                  <a:pt x="2" y="128"/>
                  <a:pt x="3" y="128"/>
                  <a:pt x="4" y="127"/>
                </a:cubicBezTo>
                <a:cubicBezTo>
                  <a:pt x="21" y="110"/>
                  <a:pt x="21" y="110"/>
                  <a:pt x="21" y="110"/>
                </a:cubicBezTo>
                <a:lnTo>
                  <a:pt x="22" y="111"/>
                </a:lnTo>
                <a:close/>
                <a:moveTo>
                  <a:pt x="20" y="102"/>
                </a:moveTo>
                <a:cubicBezTo>
                  <a:pt x="18" y="97"/>
                  <a:pt x="19" y="92"/>
                  <a:pt x="22" y="88"/>
                </a:cubicBezTo>
                <a:cubicBezTo>
                  <a:pt x="102" y="8"/>
                  <a:pt x="102" y="8"/>
                  <a:pt x="102" y="8"/>
                </a:cubicBezTo>
                <a:cubicBezTo>
                  <a:pt x="107" y="3"/>
                  <a:pt x="115" y="3"/>
                  <a:pt x="120" y="8"/>
                </a:cubicBezTo>
                <a:cubicBezTo>
                  <a:pt x="125" y="13"/>
                  <a:pt x="125" y="21"/>
                  <a:pt x="120" y="26"/>
                </a:cubicBezTo>
                <a:cubicBezTo>
                  <a:pt x="40" y="106"/>
                  <a:pt x="40" y="106"/>
                  <a:pt x="40" y="106"/>
                </a:cubicBezTo>
                <a:cubicBezTo>
                  <a:pt x="38" y="108"/>
                  <a:pt x="35" y="109"/>
                  <a:pt x="31" y="109"/>
                </a:cubicBezTo>
                <a:cubicBezTo>
                  <a:pt x="29" y="109"/>
                  <a:pt x="27" y="109"/>
                  <a:pt x="26" y="108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70" y="61"/>
                  <a:pt x="70" y="61"/>
                  <a:pt x="70" y="61"/>
                </a:cubicBezTo>
                <a:cubicBezTo>
                  <a:pt x="71" y="60"/>
                  <a:pt x="71" y="59"/>
                  <a:pt x="70" y="58"/>
                </a:cubicBezTo>
                <a:cubicBezTo>
                  <a:pt x="69" y="57"/>
                  <a:pt x="68" y="57"/>
                  <a:pt x="67" y="58"/>
                </a:cubicBezTo>
                <a:cubicBezTo>
                  <a:pt x="21" y="104"/>
                  <a:pt x="21" y="104"/>
                  <a:pt x="21" y="104"/>
                </a:cubicBezTo>
                <a:lnTo>
                  <a:pt x="20" y="1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Freeform 57"/>
          <p:cNvSpPr/>
          <p:nvPr/>
        </p:nvSpPr>
        <p:spPr bwMode="auto">
          <a:xfrm>
            <a:off x="4724400" y="4221163"/>
            <a:ext cx="17463" cy="19050"/>
          </a:xfrm>
          <a:custGeom>
            <a:avLst/>
            <a:gdLst>
              <a:gd name="T0" fmla="*/ 1 w 5"/>
              <a:gd name="T1" fmla="*/ 1 h 5"/>
              <a:gd name="T2" fmla="*/ 0 w 5"/>
              <a:gd name="T3" fmla="*/ 3 h 5"/>
              <a:gd name="T4" fmla="*/ 1 w 5"/>
              <a:gd name="T5" fmla="*/ 4 h 5"/>
              <a:gd name="T6" fmla="*/ 4 w 5"/>
              <a:gd name="T7" fmla="*/ 4 h 5"/>
              <a:gd name="T8" fmla="*/ 5 w 5"/>
              <a:gd name="T9" fmla="*/ 3 h 5"/>
              <a:gd name="T10" fmla="*/ 4 w 5"/>
              <a:gd name="T11" fmla="*/ 1 h 5"/>
              <a:gd name="T12" fmla="*/ 2 w 5"/>
              <a:gd name="T13" fmla="*/ 0 h 5"/>
              <a:gd name="T14" fmla="*/ 1 w 5"/>
              <a:gd name="T15" fmla="*/ 1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" h="5">
                <a:moveTo>
                  <a:pt x="1" y="1"/>
                </a:moveTo>
                <a:cubicBezTo>
                  <a:pt x="0" y="2"/>
                  <a:pt x="0" y="2"/>
                  <a:pt x="0" y="3"/>
                </a:cubicBezTo>
                <a:cubicBezTo>
                  <a:pt x="0" y="3"/>
                  <a:pt x="0" y="4"/>
                  <a:pt x="1" y="4"/>
                </a:cubicBezTo>
                <a:cubicBezTo>
                  <a:pt x="2" y="5"/>
                  <a:pt x="3" y="5"/>
                  <a:pt x="4" y="4"/>
                </a:cubicBezTo>
                <a:cubicBezTo>
                  <a:pt x="4" y="4"/>
                  <a:pt x="5" y="3"/>
                  <a:pt x="5" y="3"/>
                </a:cubicBezTo>
                <a:cubicBezTo>
                  <a:pt x="5" y="2"/>
                  <a:pt x="4" y="2"/>
                  <a:pt x="4" y="1"/>
                </a:cubicBezTo>
                <a:cubicBezTo>
                  <a:pt x="3" y="1"/>
                  <a:pt x="3" y="0"/>
                  <a:pt x="2" y="0"/>
                </a:cubicBezTo>
                <a:cubicBezTo>
                  <a:pt x="2" y="0"/>
                  <a:pt x="1" y="1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Freeform 58"/>
          <p:cNvSpPr/>
          <p:nvPr/>
        </p:nvSpPr>
        <p:spPr bwMode="auto">
          <a:xfrm>
            <a:off x="4711700" y="4275138"/>
            <a:ext cx="19050" cy="14288"/>
          </a:xfrm>
          <a:custGeom>
            <a:avLst/>
            <a:gdLst>
              <a:gd name="T0" fmla="*/ 3 w 5"/>
              <a:gd name="T1" fmla="*/ 0 h 4"/>
              <a:gd name="T2" fmla="*/ 1 w 5"/>
              <a:gd name="T3" fmla="*/ 0 h 4"/>
              <a:gd name="T4" fmla="*/ 1 w 5"/>
              <a:gd name="T5" fmla="*/ 3 h 4"/>
              <a:gd name="T6" fmla="*/ 4 w 5"/>
              <a:gd name="T7" fmla="*/ 3 h 4"/>
              <a:gd name="T8" fmla="*/ 4 w 5"/>
              <a:gd name="T9" fmla="*/ 0 h 4"/>
              <a:gd name="T10" fmla="*/ 3 w 5"/>
              <a:gd name="T11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4">
                <a:moveTo>
                  <a:pt x="3" y="0"/>
                </a:moveTo>
                <a:cubicBezTo>
                  <a:pt x="2" y="0"/>
                  <a:pt x="1" y="0"/>
                  <a:pt x="1" y="0"/>
                </a:cubicBezTo>
                <a:cubicBezTo>
                  <a:pt x="0" y="1"/>
                  <a:pt x="0" y="3"/>
                  <a:pt x="1" y="3"/>
                </a:cubicBezTo>
                <a:cubicBezTo>
                  <a:pt x="2" y="4"/>
                  <a:pt x="3" y="4"/>
                  <a:pt x="4" y="3"/>
                </a:cubicBezTo>
                <a:cubicBezTo>
                  <a:pt x="5" y="3"/>
                  <a:pt x="5" y="1"/>
                  <a:pt x="4" y="0"/>
                </a:cubicBezTo>
                <a:cubicBezTo>
                  <a:pt x="4" y="0"/>
                  <a:pt x="3" y="0"/>
                  <a:pt x="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Freeform 59"/>
          <p:cNvSpPr/>
          <p:nvPr/>
        </p:nvSpPr>
        <p:spPr bwMode="auto">
          <a:xfrm>
            <a:off x="4760913" y="4262438"/>
            <a:ext cx="19050" cy="19050"/>
          </a:xfrm>
          <a:custGeom>
            <a:avLst/>
            <a:gdLst>
              <a:gd name="T0" fmla="*/ 4 w 5"/>
              <a:gd name="T1" fmla="*/ 4 h 5"/>
              <a:gd name="T2" fmla="*/ 4 w 5"/>
              <a:gd name="T3" fmla="*/ 1 h 5"/>
              <a:gd name="T4" fmla="*/ 3 w 5"/>
              <a:gd name="T5" fmla="*/ 0 h 5"/>
              <a:gd name="T6" fmla="*/ 1 w 5"/>
              <a:gd name="T7" fmla="*/ 1 h 5"/>
              <a:gd name="T8" fmla="*/ 1 w 5"/>
              <a:gd name="T9" fmla="*/ 4 h 5"/>
              <a:gd name="T10" fmla="*/ 4 w 5"/>
              <a:gd name="T11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5">
                <a:moveTo>
                  <a:pt x="4" y="4"/>
                </a:moveTo>
                <a:cubicBezTo>
                  <a:pt x="5" y="3"/>
                  <a:pt x="5" y="1"/>
                  <a:pt x="4" y="1"/>
                </a:cubicBezTo>
                <a:cubicBezTo>
                  <a:pt x="4" y="0"/>
                  <a:pt x="3" y="0"/>
                  <a:pt x="3" y="0"/>
                </a:cubicBezTo>
                <a:cubicBezTo>
                  <a:pt x="2" y="0"/>
                  <a:pt x="2" y="0"/>
                  <a:pt x="1" y="1"/>
                </a:cubicBezTo>
                <a:cubicBezTo>
                  <a:pt x="0" y="1"/>
                  <a:pt x="0" y="3"/>
                  <a:pt x="1" y="4"/>
                </a:cubicBezTo>
                <a:cubicBezTo>
                  <a:pt x="2" y="5"/>
                  <a:pt x="4" y="5"/>
                  <a:pt x="4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Freeform 60"/>
          <p:cNvSpPr/>
          <p:nvPr/>
        </p:nvSpPr>
        <p:spPr bwMode="auto">
          <a:xfrm>
            <a:off x="4754563" y="4311651"/>
            <a:ext cx="17463" cy="19050"/>
          </a:xfrm>
          <a:custGeom>
            <a:avLst/>
            <a:gdLst>
              <a:gd name="T0" fmla="*/ 4 w 5"/>
              <a:gd name="T1" fmla="*/ 4 h 5"/>
              <a:gd name="T2" fmla="*/ 4 w 5"/>
              <a:gd name="T3" fmla="*/ 1 h 5"/>
              <a:gd name="T4" fmla="*/ 2 w 5"/>
              <a:gd name="T5" fmla="*/ 0 h 5"/>
              <a:gd name="T6" fmla="*/ 1 w 5"/>
              <a:gd name="T7" fmla="*/ 1 h 5"/>
              <a:gd name="T8" fmla="*/ 1 w 5"/>
              <a:gd name="T9" fmla="*/ 4 h 5"/>
              <a:gd name="T10" fmla="*/ 4 w 5"/>
              <a:gd name="T11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5">
                <a:moveTo>
                  <a:pt x="4" y="4"/>
                </a:moveTo>
                <a:cubicBezTo>
                  <a:pt x="5" y="3"/>
                  <a:pt x="5" y="2"/>
                  <a:pt x="4" y="1"/>
                </a:cubicBezTo>
                <a:cubicBezTo>
                  <a:pt x="3" y="0"/>
                  <a:pt x="3" y="0"/>
                  <a:pt x="2" y="0"/>
                </a:cubicBezTo>
                <a:cubicBezTo>
                  <a:pt x="2" y="0"/>
                  <a:pt x="1" y="0"/>
                  <a:pt x="1" y="1"/>
                </a:cubicBezTo>
                <a:cubicBezTo>
                  <a:pt x="0" y="2"/>
                  <a:pt x="0" y="3"/>
                  <a:pt x="1" y="4"/>
                </a:cubicBezTo>
                <a:cubicBezTo>
                  <a:pt x="1" y="5"/>
                  <a:pt x="3" y="5"/>
                  <a:pt x="4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Freeform 61"/>
          <p:cNvSpPr/>
          <p:nvPr/>
        </p:nvSpPr>
        <p:spPr bwMode="auto">
          <a:xfrm>
            <a:off x="4802188" y="4300538"/>
            <a:ext cx="19050" cy="19050"/>
          </a:xfrm>
          <a:custGeom>
            <a:avLst/>
            <a:gdLst>
              <a:gd name="T0" fmla="*/ 4 w 5"/>
              <a:gd name="T1" fmla="*/ 4 h 5"/>
              <a:gd name="T2" fmla="*/ 4 w 5"/>
              <a:gd name="T3" fmla="*/ 1 h 5"/>
              <a:gd name="T4" fmla="*/ 2 w 5"/>
              <a:gd name="T5" fmla="*/ 0 h 5"/>
              <a:gd name="T6" fmla="*/ 1 w 5"/>
              <a:gd name="T7" fmla="*/ 1 h 5"/>
              <a:gd name="T8" fmla="*/ 1 w 5"/>
              <a:gd name="T9" fmla="*/ 4 h 5"/>
              <a:gd name="T10" fmla="*/ 4 w 5"/>
              <a:gd name="T11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5">
                <a:moveTo>
                  <a:pt x="4" y="4"/>
                </a:moveTo>
                <a:cubicBezTo>
                  <a:pt x="5" y="3"/>
                  <a:pt x="5" y="2"/>
                  <a:pt x="4" y="1"/>
                </a:cubicBezTo>
                <a:cubicBezTo>
                  <a:pt x="3" y="1"/>
                  <a:pt x="3" y="0"/>
                  <a:pt x="2" y="0"/>
                </a:cubicBezTo>
                <a:cubicBezTo>
                  <a:pt x="2" y="0"/>
                  <a:pt x="1" y="1"/>
                  <a:pt x="1" y="1"/>
                </a:cubicBezTo>
                <a:cubicBezTo>
                  <a:pt x="0" y="2"/>
                  <a:pt x="0" y="3"/>
                  <a:pt x="1" y="4"/>
                </a:cubicBezTo>
                <a:cubicBezTo>
                  <a:pt x="2" y="5"/>
                  <a:pt x="3" y="5"/>
                  <a:pt x="4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Freeform 62"/>
          <p:cNvSpPr/>
          <p:nvPr/>
        </p:nvSpPr>
        <p:spPr bwMode="auto">
          <a:xfrm>
            <a:off x="4565650" y="4545013"/>
            <a:ext cx="19050" cy="19050"/>
          </a:xfrm>
          <a:custGeom>
            <a:avLst/>
            <a:gdLst>
              <a:gd name="T0" fmla="*/ 4 w 5"/>
              <a:gd name="T1" fmla="*/ 4 h 5"/>
              <a:gd name="T2" fmla="*/ 4 w 5"/>
              <a:gd name="T3" fmla="*/ 1 h 5"/>
              <a:gd name="T4" fmla="*/ 3 w 5"/>
              <a:gd name="T5" fmla="*/ 0 h 5"/>
              <a:gd name="T6" fmla="*/ 1 w 5"/>
              <a:gd name="T7" fmla="*/ 1 h 5"/>
              <a:gd name="T8" fmla="*/ 1 w 5"/>
              <a:gd name="T9" fmla="*/ 4 h 5"/>
              <a:gd name="T10" fmla="*/ 4 w 5"/>
              <a:gd name="T11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5">
                <a:moveTo>
                  <a:pt x="4" y="4"/>
                </a:moveTo>
                <a:cubicBezTo>
                  <a:pt x="5" y="3"/>
                  <a:pt x="5" y="2"/>
                  <a:pt x="4" y="1"/>
                </a:cubicBezTo>
                <a:cubicBezTo>
                  <a:pt x="4" y="0"/>
                  <a:pt x="3" y="0"/>
                  <a:pt x="3" y="0"/>
                </a:cubicBezTo>
                <a:cubicBezTo>
                  <a:pt x="2" y="0"/>
                  <a:pt x="2" y="0"/>
                  <a:pt x="1" y="1"/>
                </a:cubicBezTo>
                <a:cubicBezTo>
                  <a:pt x="0" y="2"/>
                  <a:pt x="0" y="3"/>
                  <a:pt x="1" y="4"/>
                </a:cubicBezTo>
                <a:cubicBezTo>
                  <a:pt x="2" y="5"/>
                  <a:pt x="4" y="5"/>
                  <a:pt x="4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Freeform 63"/>
          <p:cNvSpPr/>
          <p:nvPr/>
        </p:nvSpPr>
        <p:spPr bwMode="auto">
          <a:xfrm>
            <a:off x="4576763" y="4495801"/>
            <a:ext cx="19050" cy="19050"/>
          </a:xfrm>
          <a:custGeom>
            <a:avLst/>
            <a:gdLst>
              <a:gd name="T0" fmla="*/ 4 w 5"/>
              <a:gd name="T1" fmla="*/ 4 h 5"/>
              <a:gd name="T2" fmla="*/ 5 w 5"/>
              <a:gd name="T3" fmla="*/ 2 h 5"/>
              <a:gd name="T4" fmla="*/ 4 w 5"/>
              <a:gd name="T5" fmla="*/ 1 h 5"/>
              <a:gd name="T6" fmla="*/ 2 w 5"/>
              <a:gd name="T7" fmla="*/ 0 h 5"/>
              <a:gd name="T8" fmla="*/ 1 w 5"/>
              <a:gd name="T9" fmla="*/ 1 h 5"/>
              <a:gd name="T10" fmla="*/ 0 w 5"/>
              <a:gd name="T11" fmla="*/ 2 h 5"/>
              <a:gd name="T12" fmla="*/ 1 w 5"/>
              <a:gd name="T13" fmla="*/ 4 h 5"/>
              <a:gd name="T14" fmla="*/ 4 w 5"/>
              <a:gd name="T15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" h="5">
                <a:moveTo>
                  <a:pt x="4" y="4"/>
                </a:moveTo>
                <a:cubicBezTo>
                  <a:pt x="4" y="3"/>
                  <a:pt x="5" y="3"/>
                  <a:pt x="5" y="2"/>
                </a:cubicBezTo>
                <a:cubicBezTo>
                  <a:pt x="5" y="2"/>
                  <a:pt x="4" y="1"/>
                  <a:pt x="4" y="1"/>
                </a:cubicBezTo>
                <a:cubicBezTo>
                  <a:pt x="4" y="0"/>
                  <a:pt x="3" y="0"/>
                  <a:pt x="2" y="0"/>
                </a:cubicBezTo>
                <a:cubicBezTo>
                  <a:pt x="2" y="0"/>
                  <a:pt x="1" y="0"/>
                  <a:pt x="1" y="1"/>
                </a:cubicBezTo>
                <a:cubicBezTo>
                  <a:pt x="0" y="1"/>
                  <a:pt x="0" y="2"/>
                  <a:pt x="0" y="2"/>
                </a:cubicBezTo>
                <a:cubicBezTo>
                  <a:pt x="0" y="3"/>
                  <a:pt x="0" y="3"/>
                  <a:pt x="1" y="4"/>
                </a:cubicBezTo>
                <a:cubicBezTo>
                  <a:pt x="2" y="5"/>
                  <a:pt x="3" y="5"/>
                  <a:pt x="4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Freeform 64"/>
          <p:cNvSpPr/>
          <p:nvPr/>
        </p:nvSpPr>
        <p:spPr bwMode="auto">
          <a:xfrm>
            <a:off x="4529138" y="4506913"/>
            <a:ext cx="17463" cy="15875"/>
          </a:xfrm>
          <a:custGeom>
            <a:avLst/>
            <a:gdLst>
              <a:gd name="T0" fmla="*/ 4 w 5"/>
              <a:gd name="T1" fmla="*/ 4 h 4"/>
              <a:gd name="T2" fmla="*/ 4 w 5"/>
              <a:gd name="T3" fmla="*/ 0 h 4"/>
              <a:gd name="T4" fmla="*/ 2 w 5"/>
              <a:gd name="T5" fmla="*/ 0 h 4"/>
              <a:gd name="T6" fmla="*/ 1 w 5"/>
              <a:gd name="T7" fmla="*/ 0 h 4"/>
              <a:gd name="T8" fmla="*/ 1 w 5"/>
              <a:gd name="T9" fmla="*/ 3 h 4"/>
              <a:gd name="T10" fmla="*/ 4 w 5"/>
              <a:gd name="T11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" h="4">
                <a:moveTo>
                  <a:pt x="4" y="4"/>
                </a:moveTo>
                <a:cubicBezTo>
                  <a:pt x="5" y="3"/>
                  <a:pt x="5" y="1"/>
                  <a:pt x="4" y="0"/>
                </a:cubicBezTo>
                <a:cubicBezTo>
                  <a:pt x="3" y="0"/>
                  <a:pt x="3" y="0"/>
                  <a:pt x="2" y="0"/>
                </a:cubicBezTo>
                <a:cubicBezTo>
                  <a:pt x="2" y="0"/>
                  <a:pt x="1" y="0"/>
                  <a:pt x="1" y="0"/>
                </a:cubicBezTo>
                <a:cubicBezTo>
                  <a:pt x="0" y="1"/>
                  <a:pt x="0" y="3"/>
                  <a:pt x="1" y="3"/>
                </a:cubicBezTo>
                <a:cubicBezTo>
                  <a:pt x="2" y="4"/>
                  <a:pt x="3" y="4"/>
                  <a:pt x="4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Freeform 65"/>
          <p:cNvSpPr/>
          <p:nvPr/>
        </p:nvSpPr>
        <p:spPr bwMode="auto">
          <a:xfrm>
            <a:off x="4535488" y="4454526"/>
            <a:ext cx="19050" cy="19050"/>
          </a:xfrm>
          <a:custGeom>
            <a:avLst/>
            <a:gdLst>
              <a:gd name="T0" fmla="*/ 5 w 5"/>
              <a:gd name="T1" fmla="*/ 4 h 5"/>
              <a:gd name="T2" fmla="*/ 5 w 5"/>
              <a:gd name="T3" fmla="*/ 3 h 5"/>
              <a:gd name="T4" fmla="*/ 5 w 5"/>
              <a:gd name="T5" fmla="*/ 1 h 5"/>
              <a:gd name="T6" fmla="*/ 3 w 5"/>
              <a:gd name="T7" fmla="*/ 0 h 5"/>
              <a:gd name="T8" fmla="*/ 1 w 5"/>
              <a:gd name="T9" fmla="*/ 1 h 5"/>
              <a:gd name="T10" fmla="*/ 1 w 5"/>
              <a:gd name="T11" fmla="*/ 4 h 5"/>
              <a:gd name="T12" fmla="*/ 5 w 5"/>
              <a:gd name="T13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5">
                <a:moveTo>
                  <a:pt x="5" y="4"/>
                </a:moveTo>
                <a:cubicBezTo>
                  <a:pt x="5" y="4"/>
                  <a:pt x="5" y="3"/>
                  <a:pt x="5" y="3"/>
                </a:cubicBezTo>
                <a:cubicBezTo>
                  <a:pt x="5" y="2"/>
                  <a:pt x="5" y="2"/>
                  <a:pt x="5" y="1"/>
                </a:cubicBezTo>
                <a:cubicBezTo>
                  <a:pt x="4" y="1"/>
                  <a:pt x="4" y="0"/>
                  <a:pt x="3" y="0"/>
                </a:cubicBezTo>
                <a:cubicBezTo>
                  <a:pt x="2" y="0"/>
                  <a:pt x="2" y="1"/>
                  <a:pt x="1" y="1"/>
                </a:cubicBezTo>
                <a:cubicBezTo>
                  <a:pt x="0" y="2"/>
                  <a:pt x="0" y="3"/>
                  <a:pt x="1" y="4"/>
                </a:cubicBezTo>
                <a:cubicBezTo>
                  <a:pt x="2" y="5"/>
                  <a:pt x="4" y="5"/>
                  <a:pt x="5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Freeform 66"/>
          <p:cNvSpPr/>
          <p:nvPr/>
        </p:nvSpPr>
        <p:spPr bwMode="auto">
          <a:xfrm>
            <a:off x="4491038" y="4465638"/>
            <a:ext cx="14288" cy="19050"/>
          </a:xfrm>
          <a:custGeom>
            <a:avLst/>
            <a:gdLst>
              <a:gd name="T0" fmla="*/ 2 w 4"/>
              <a:gd name="T1" fmla="*/ 0 h 5"/>
              <a:gd name="T2" fmla="*/ 0 w 4"/>
              <a:gd name="T3" fmla="*/ 1 h 5"/>
              <a:gd name="T4" fmla="*/ 0 w 4"/>
              <a:gd name="T5" fmla="*/ 2 h 5"/>
              <a:gd name="T6" fmla="*/ 0 w 4"/>
              <a:gd name="T7" fmla="*/ 4 h 5"/>
              <a:gd name="T8" fmla="*/ 3 w 4"/>
              <a:gd name="T9" fmla="*/ 4 h 5"/>
              <a:gd name="T10" fmla="*/ 4 w 4"/>
              <a:gd name="T11" fmla="*/ 2 h 5"/>
              <a:gd name="T12" fmla="*/ 3 w 4"/>
              <a:gd name="T13" fmla="*/ 1 h 5"/>
              <a:gd name="T14" fmla="*/ 2 w 4"/>
              <a:gd name="T15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" h="5">
                <a:moveTo>
                  <a:pt x="2" y="0"/>
                </a:moveTo>
                <a:cubicBezTo>
                  <a:pt x="1" y="0"/>
                  <a:pt x="1" y="0"/>
                  <a:pt x="0" y="1"/>
                </a:cubicBezTo>
                <a:cubicBezTo>
                  <a:pt x="0" y="1"/>
                  <a:pt x="0" y="2"/>
                  <a:pt x="0" y="2"/>
                </a:cubicBezTo>
                <a:cubicBezTo>
                  <a:pt x="0" y="3"/>
                  <a:pt x="0" y="4"/>
                  <a:pt x="0" y="4"/>
                </a:cubicBezTo>
                <a:cubicBezTo>
                  <a:pt x="1" y="5"/>
                  <a:pt x="3" y="5"/>
                  <a:pt x="3" y="4"/>
                </a:cubicBezTo>
                <a:cubicBezTo>
                  <a:pt x="4" y="4"/>
                  <a:pt x="4" y="3"/>
                  <a:pt x="4" y="2"/>
                </a:cubicBezTo>
                <a:cubicBezTo>
                  <a:pt x="4" y="2"/>
                  <a:pt x="4" y="1"/>
                  <a:pt x="3" y="1"/>
                </a:cubicBezTo>
                <a:cubicBezTo>
                  <a:pt x="3" y="0"/>
                  <a:pt x="2" y="0"/>
                  <a:pt x="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Freeform 67"/>
          <p:cNvSpPr>
            <a:spLocks noEditPoints="1"/>
          </p:cNvSpPr>
          <p:nvPr/>
        </p:nvSpPr>
        <p:spPr bwMode="auto">
          <a:xfrm>
            <a:off x="4408488" y="4149726"/>
            <a:ext cx="484188" cy="485775"/>
          </a:xfrm>
          <a:custGeom>
            <a:avLst/>
            <a:gdLst>
              <a:gd name="T0" fmla="*/ 127 w 129"/>
              <a:gd name="T1" fmla="*/ 38 h 129"/>
              <a:gd name="T2" fmla="*/ 91 w 129"/>
              <a:gd name="T3" fmla="*/ 2 h 129"/>
              <a:gd name="T4" fmla="*/ 86 w 129"/>
              <a:gd name="T5" fmla="*/ 0 h 129"/>
              <a:gd name="T6" fmla="*/ 82 w 129"/>
              <a:gd name="T7" fmla="*/ 2 h 129"/>
              <a:gd name="T8" fmla="*/ 3 w 129"/>
              <a:gd name="T9" fmla="*/ 81 h 129"/>
              <a:gd name="T10" fmla="*/ 3 w 129"/>
              <a:gd name="T11" fmla="*/ 90 h 129"/>
              <a:gd name="T12" fmla="*/ 39 w 129"/>
              <a:gd name="T13" fmla="*/ 126 h 129"/>
              <a:gd name="T14" fmla="*/ 48 w 129"/>
              <a:gd name="T15" fmla="*/ 126 h 129"/>
              <a:gd name="T16" fmla="*/ 127 w 129"/>
              <a:gd name="T17" fmla="*/ 47 h 129"/>
              <a:gd name="T18" fmla="*/ 129 w 129"/>
              <a:gd name="T19" fmla="*/ 43 h 129"/>
              <a:gd name="T20" fmla="*/ 127 w 129"/>
              <a:gd name="T21" fmla="*/ 38 h 129"/>
              <a:gd name="T22" fmla="*/ 44 w 129"/>
              <a:gd name="T23" fmla="*/ 124 h 129"/>
              <a:gd name="T24" fmla="*/ 5 w 129"/>
              <a:gd name="T25" fmla="*/ 85 h 129"/>
              <a:gd name="T26" fmla="*/ 31 w 129"/>
              <a:gd name="T27" fmla="*/ 60 h 129"/>
              <a:gd name="T28" fmla="*/ 69 w 129"/>
              <a:gd name="T29" fmla="*/ 98 h 129"/>
              <a:gd name="T30" fmla="*/ 44 w 129"/>
              <a:gd name="T31" fmla="*/ 124 h 129"/>
              <a:gd name="T32" fmla="*/ 73 w 129"/>
              <a:gd name="T33" fmla="*/ 95 h 129"/>
              <a:gd name="T34" fmla="*/ 34 w 129"/>
              <a:gd name="T35" fmla="*/ 56 h 129"/>
              <a:gd name="T36" fmla="*/ 57 w 129"/>
              <a:gd name="T37" fmla="*/ 33 h 129"/>
              <a:gd name="T38" fmla="*/ 96 w 129"/>
              <a:gd name="T39" fmla="*/ 72 h 129"/>
              <a:gd name="T40" fmla="*/ 73 w 129"/>
              <a:gd name="T41" fmla="*/ 95 h 129"/>
              <a:gd name="T42" fmla="*/ 99 w 129"/>
              <a:gd name="T43" fmla="*/ 68 h 129"/>
              <a:gd name="T44" fmla="*/ 61 w 129"/>
              <a:gd name="T45" fmla="*/ 30 h 129"/>
              <a:gd name="T46" fmla="*/ 86 w 129"/>
              <a:gd name="T47" fmla="*/ 4 h 129"/>
              <a:gd name="T48" fmla="*/ 125 w 129"/>
              <a:gd name="T49" fmla="*/ 43 h 129"/>
              <a:gd name="T50" fmla="*/ 99 w 129"/>
              <a:gd name="T51" fmla="*/ 6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9" h="129">
                <a:moveTo>
                  <a:pt x="127" y="38"/>
                </a:moveTo>
                <a:cubicBezTo>
                  <a:pt x="91" y="2"/>
                  <a:pt x="91" y="2"/>
                  <a:pt x="91" y="2"/>
                </a:cubicBezTo>
                <a:cubicBezTo>
                  <a:pt x="89" y="1"/>
                  <a:pt x="88" y="0"/>
                  <a:pt x="86" y="0"/>
                </a:cubicBezTo>
                <a:cubicBezTo>
                  <a:pt x="85" y="0"/>
                  <a:pt x="83" y="1"/>
                  <a:pt x="82" y="2"/>
                </a:cubicBezTo>
                <a:cubicBezTo>
                  <a:pt x="3" y="81"/>
                  <a:pt x="3" y="81"/>
                  <a:pt x="3" y="81"/>
                </a:cubicBezTo>
                <a:cubicBezTo>
                  <a:pt x="0" y="83"/>
                  <a:pt x="0" y="87"/>
                  <a:pt x="3" y="90"/>
                </a:cubicBezTo>
                <a:cubicBezTo>
                  <a:pt x="39" y="126"/>
                  <a:pt x="39" y="126"/>
                  <a:pt x="39" y="126"/>
                </a:cubicBezTo>
                <a:cubicBezTo>
                  <a:pt x="42" y="129"/>
                  <a:pt x="46" y="129"/>
                  <a:pt x="48" y="126"/>
                </a:cubicBezTo>
                <a:cubicBezTo>
                  <a:pt x="127" y="47"/>
                  <a:pt x="127" y="47"/>
                  <a:pt x="127" y="47"/>
                </a:cubicBezTo>
                <a:cubicBezTo>
                  <a:pt x="128" y="46"/>
                  <a:pt x="129" y="44"/>
                  <a:pt x="129" y="43"/>
                </a:cubicBezTo>
                <a:cubicBezTo>
                  <a:pt x="129" y="41"/>
                  <a:pt x="128" y="40"/>
                  <a:pt x="127" y="38"/>
                </a:cubicBezTo>
                <a:close/>
                <a:moveTo>
                  <a:pt x="44" y="124"/>
                </a:moveTo>
                <a:cubicBezTo>
                  <a:pt x="5" y="85"/>
                  <a:pt x="5" y="85"/>
                  <a:pt x="5" y="85"/>
                </a:cubicBezTo>
                <a:cubicBezTo>
                  <a:pt x="31" y="60"/>
                  <a:pt x="31" y="60"/>
                  <a:pt x="31" y="60"/>
                </a:cubicBezTo>
                <a:cubicBezTo>
                  <a:pt x="69" y="98"/>
                  <a:pt x="69" y="98"/>
                  <a:pt x="69" y="98"/>
                </a:cubicBezTo>
                <a:lnTo>
                  <a:pt x="44" y="124"/>
                </a:lnTo>
                <a:close/>
                <a:moveTo>
                  <a:pt x="73" y="95"/>
                </a:moveTo>
                <a:cubicBezTo>
                  <a:pt x="34" y="56"/>
                  <a:pt x="34" y="56"/>
                  <a:pt x="34" y="56"/>
                </a:cubicBezTo>
                <a:cubicBezTo>
                  <a:pt x="57" y="33"/>
                  <a:pt x="57" y="33"/>
                  <a:pt x="57" y="33"/>
                </a:cubicBezTo>
                <a:cubicBezTo>
                  <a:pt x="96" y="72"/>
                  <a:pt x="96" y="72"/>
                  <a:pt x="96" y="72"/>
                </a:cubicBezTo>
                <a:lnTo>
                  <a:pt x="73" y="95"/>
                </a:lnTo>
                <a:close/>
                <a:moveTo>
                  <a:pt x="99" y="68"/>
                </a:moveTo>
                <a:cubicBezTo>
                  <a:pt x="61" y="30"/>
                  <a:pt x="61" y="30"/>
                  <a:pt x="61" y="30"/>
                </a:cubicBezTo>
                <a:cubicBezTo>
                  <a:pt x="86" y="4"/>
                  <a:pt x="86" y="4"/>
                  <a:pt x="86" y="4"/>
                </a:cubicBezTo>
                <a:cubicBezTo>
                  <a:pt x="125" y="43"/>
                  <a:pt x="125" y="43"/>
                  <a:pt x="125" y="43"/>
                </a:cubicBezTo>
                <a:lnTo>
                  <a:pt x="99" y="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Freeform 68"/>
          <p:cNvSpPr>
            <a:spLocks noEditPoints="1"/>
          </p:cNvSpPr>
          <p:nvPr/>
        </p:nvSpPr>
        <p:spPr bwMode="auto">
          <a:xfrm>
            <a:off x="3451225" y="4149726"/>
            <a:ext cx="492125" cy="481013"/>
          </a:xfrm>
          <a:custGeom>
            <a:avLst/>
            <a:gdLst>
              <a:gd name="T0" fmla="*/ 120 w 131"/>
              <a:gd name="T1" fmla="*/ 8 h 128"/>
              <a:gd name="T2" fmla="*/ 100 w 131"/>
              <a:gd name="T3" fmla="*/ 0 h 128"/>
              <a:gd name="T4" fmla="*/ 80 w 131"/>
              <a:gd name="T5" fmla="*/ 8 h 128"/>
              <a:gd name="T6" fmla="*/ 8 w 131"/>
              <a:gd name="T7" fmla="*/ 80 h 128"/>
              <a:gd name="T8" fmla="*/ 0 w 131"/>
              <a:gd name="T9" fmla="*/ 100 h 128"/>
              <a:gd name="T10" fmla="*/ 8 w 131"/>
              <a:gd name="T11" fmla="*/ 120 h 128"/>
              <a:gd name="T12" fmla="*/ 28 w 131"/>
              <a:gd name="T13" fmla="*/ 128 h 128"/>
              <a:gd name="T14" fmla="*/ 48 w 131"/>
              <a:gd name="T15" fmla="*/ 120 h 128"/>
              <a:gd name="T16" fmla="*/ 120 w 131"/>
              <a:gd name="T17" fmla="*/ 48 h 128"/>
              <a:gd name="T18" fmla="*/ 120 w 131"/>
              <a:gd name="T19" fmla="*/ 8 h 128"/>
              <a:gd name="T20" fmla="*/ 45 w 131"/>
              <a:gd name="T21" fmla="*/ 117 h 128"/>
              <a:gd name="T22" fmla="*/ 28 w 131"/>
              <a:gd name="T23" fmla="*/ 123 h 128"/>
              <a:gd name="T24" fmla="*/ 11 w 131"/>
              <a:gd name="T25" fmla="*/ 117 h 128"/>
              <a:gd name="T26" fmla="*/ 5 w 131"/>
              <a:gd name="T27" fmla="*/ 100 h 128"/>
              <a:gd name="T28" fmla="*/ 11 w 131"/>
              <a:gd name="T29" fmla="*/ 83 h 128"/>
              <a:gd name="T30" fmla="*/ 46 w 131"/>
              <a:gd name="T31" fmla="*/ 49 h 128"/>
              <a:gd name="T32" fmla="*/ 79 w 131"/>
              <a:gd name="T33" fmla="*/ 82 h 128"/>
              <a:gd name="T34" fmla="*/ 45 w 131"/>
              <a:gd name="T35" fmla="*/ 117 h 128"/>
              <a:gd name="T36" fmla="*/ 82 w 131"/>
              <a:gd name="T37" fmla="*/ 79 h 128"/>
              <a:gd name="T38" fmla="*/ 49 w 131"/>
              <a:gd name="T39" fmla="*/ 46 h 128"/>
              <a:gd name="T40" fmla="*/ 83 w 131"/>
              <a:gd name="T41" fmla="*/ 11 h 128"/>
              <a:gd name="T42" fmla="*/ 100 w 131"/>
              <a:gd name="T43" fmla="*/ 5 h 128"/>
              <a:gd name="T44" fmla="*/ 117 w 131"/>
              <a:gd name="T45" fmla="*/ 11 h 128"/>
              <a:gd name="T46" fmla="*/ 123 w 131"/>
              <a:gd name="T47" fmla="*/ 28 h 128"/>
              <a:gd name="T48" fmla="*/ 117 w 131"/>
              <a:gd name="T49" fmla="*/ 45 h 128"/>
              <a:gd name="T50" fmla="*/ 82 w 131"/>
              <a:gd name="T51" fmla="*/ 7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1" h="128">
                <a:moveTo>
                  <a:pt x="120" y="8"/>
                </a:moveTo>
                <a:cubicBezTo>
                  <a:pt x="114" y="3"/>
                  <a:pt x="107" y="0"/>
                  <a:pt x="100" y="0"/>
                </a:cubicBezTo>
                <a:cubicBezTo>
                  <a:pt x="92" y="0"/>
                  <a:pt x="85" y="3"/>
                  <a:pt x="80" y="8"/>
                </a:cubicBezTo>
                <a:cubicBezTo>
                  <a:pt x="8" y="80"/>
                  <a:pt x="8" y="80"/>
                  <a:pt x="8" y="80"/>
                </a:cubicBezTo>
                <a:cubicBezTo>
                  <a:pt x="3" y="85"/>
                  <a:pt x="0" y="92"/>
                  <a:pt x="0" y="100"/>
                </a:cubicBezTo>
                <a:cubicBezTo>
                  <a:pt x="0" y="107"/>
                  <a:pt x="3" y="114"/>
                  <a:pt x="8" y="120"/>
                </a:cubicBezTo>
                <a:cubicBezTo>
                  <a:pt x="14" y="125"/>
                  <a:pt x="21" y="128"/>
                  <a:pt x="28" y="128"/>
                </a:cubicBezTo>
                <a:cubicBezTo>
                  <a:pt x="36" y="128"/>
                  <a:pt x="43" y="125"/>
                  <a:pt x="48" y="120"/>
                </a:cubicBezTo>
                <a:cubicBezTo>
                  <a:pt x="120" y="48"/>
                  <a:pt x="120" y="48"/>
                  <a:pt x="120" y="48"/>
                </a:cubicBezTo>
                <a:cubicBezTo>
                  <a:pt x="131" y="37"/>
                  <a:pt x="131" y="19"/>
                  <a:pt x="120" y="8"/>
                </a:cubicBezTo>
                <a:close/>
                <a:moveTo>
                  <a:pt x="45" y="117"/>
                </a:moveTo>
                <a:cubicBezTo>
                  <a:pt x="41" y="121"/>
                  <a:pt x="35" y="123"/>
                  <a:pt x="28" y="123"/>
                </a:cubicBezTo>
                <a:cubicBezTo>
                  <a:pt x="22" y="123"/>
                  <a:pt x="16" y="121"/>
                  <a:pt x="11" y="117"/>
                </a:cubicBezTo>
                <a:cubicBezTo>
                  <a:pt x="7" y="112"/>
                  <a:pt x="5" y="106"/>
                  <a:pt x="5" y="100"/>
                </a:cubicBezTo>
                <a:cubicBezTo>
                  <a:pt x="5" y="93"/>
                  <a:pt x="7" y="87"/>
                  <a:pt x="11" y="83"/>
                </a:cubicBezTo>
                <a:cubicBezTo>
                  <a:pt x="46" y="49"/>
                  <a:pt x="46" y="49"/>
                  <a:pt x="46" y="49"/>
                </a:cubicBezTo>
                <a:cubicBezTo>
                  <a:pt x="79" y="82"/>
                  <a:pt x="79" y="82"/>
                  <a:pt x="79" y="82"/>
                </a:cubicBezTo>
                <a:lnTo>
                  <a:pt x="45" y="117"/>
                </a:lnTo>
                <a:close/>
                <a:moveTo>
                  <a:pt x="82" y="79"/>
                </a:moveTo>
                <a:cubicBezTo>
                  <a:pt x="49" y="46"/>
                  <a:pt x="49" y="46"/>
                  <a:pt x="49" y="46"/>
                </a:cubicBezTo>
                <a:cubicBezTo>
                  <a:pt x="83" y="11"/>
                  <a:pt x="83" y="11"/>
                  <a:pt x="83" y="11"/>
                </a:cubicBezTo>
                <a:cubicBezTo>
                  <a:pt x="88" y="7"/>
                  <a:pt x="93" y="5"/>
                  <a:pt x="100" y="5"/>
                </a:cubicBezTo>
                <a:cubicBezTo>
                  <a:pt x="106" y="5"/>
                  <a:pt x="112" y="7"/>
                  <a:pt x="117" y="11"/>
                </a:cubicBezTo>
                <a:cubicBezTo>
                  <a:pt x="121" y="16"/>
                  <a:pt x="123" y="22"/>
                  <a:pt x="123" y="28"/>
                </a:cubicBezTo>
                <a:cubicBezTo>
                  <a:pt x="123" y="35"/>
                  <a:pt x="121" y="41"/>
                  <a:pt x="117" y="45"/>
                </a:cubicBezTo>
                <a:lnTo>
                  <a:pt x="82" y="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Freeform 69"/>
          <p:cNvSpPr>
            <a:spLocks noEditPoints="1"/>
          </p:cNvSpPr>
          <p:nvPr/>
        </p:nvSpPr>
        <p:spPr bwMode="auto">
          <a:xfrm>
            <a:off x="2471738" y="4364038"/>
            <a:ext cx="288925" cy="266700"/>
          </a:xfrm>
          <a:custGeom>
            <a:avLst/>
            <a:gdLst>
              <a:gd name="T0" fmla="*/ 54 w 77"/>
              <a:gd name="T1" fmla="*/ 3 h 71"/>
              <a:gd name="T2" fmla="*/ 40 w 77"/>
              <a:gd name="T3" fmla="*/ 0 h 71"/>
              <a:gd name="T4" fmla="*/ 8 w 77"/>
              <a:gd name="T5" fmla="*/ 22 h 71"/>
              <a:gd name="T6" fmla="*/ 27 w 77"/>
              <a:gd name="T7" fmla="*/ 68 h 71"/>
              <a:gd name="T8" fmla="*/ 40 w 77"/>
              <a:gd name="T9" fmla="*/ 71 h 71"/>
              <a:gd name="T10" fmla="*/ 73 w 77"/>
              <a:gd name="T11" fmla="*/ 49 h 71"/>
              <a:gd name="T12" fmla="*/ 73 w 77"/>
              <a:gd name="T13" fmla="*/ 22 h 71"/>
              <a:gd name="T14" fmla="*/ 54 w 77"/>
              <a:gd name="T15" fmla="*/ 3 h 71"/>
              <a:gd name="T16" fmla="*/ 11 w 77"/>
              <a:gd name="T17" fmla="*/ 43 h 71"/>
              <a:gd name="T18" fmla="*/ 12 w 77"/>
              <a:gd name="T19" fmla="*/ 24 h 71"/>
              <a:gd name="T20" fmla="*/ 29 w 77"/>
              <a:gd name="T21" fmla="*/ 7 h 71"/>
              <a:gd name="T22" fmla="*/ 52 w 77"/>
              <a:gd name="T23" fmla="*/ 7 h 71"/>
              <a:gd name="T24" fmla="*/ 67 w 77"/>
              <a:gd name="T25" fmla="*/ 21 h 71"/>
              <a:gd name="T26" fmla="*/ 68 w 77"/>
              <a:gd name="T27" fmla="*/ 22 h 71"/>
              <a:gd name="T28" fmla="*/ 11 w 77"/>
              <a:gd name="T29" fmla="*/ 45 h 71"/>
              <a:gd name="T30" fmla="*/ 11 w 77"/>
              <a:gd name="T31" fmla="*/ 43 h 71"/>
              <a:gd name="T32" fmla="*/ 69 w 77"/>
              <a:gd name="T33" fmla="*/ 48 h 71"/>
              <a:gd name="T34" fmla="*/ 52 w 77"/>
              <a:gd name="T35" fmla="*/ 64 h 71"/>
              <a:gd name="T36" fmla="*/ 40 w 77"/>
              <a:gd name="T37" fmla="*/ 66 h 71"/>
              <a:gd name="T38" fmla="*/ 28 w 77"/>
              <a:gd name="T39" fmla="*/ 64 h 71"/>
              <a:gd name="T40" fmla="*/ 13 w 77"/>
              <a:gd name="T41" fmla="*/ 51 h 71"/>
              <a:gd name="T42" fmla="*/ 13 w 77"/>
              <a:gd name="T43" fmla="*/ 49 h 71"/>
              <a:gd name="T44" fmla="*/ 70 w 77"/>
              <a:gd name="T45" fmla="*/ 26 h 71"/>
              <a:gd name="T46" fmla="*/ 70 w 77"/>
              <a:gd name="T47" fmla="*/ 28 h 71"/>
              <a:gd name="T48" fmla="*/ 69 w 77"/>
              <a:gd name="T49" fmla="*/ 48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77" h="71">
                <a:moveTo>
                  <a:pt x="54" y="3"/>
                </a:moveTo>
                <a:cubicBezTo>
                  <a:pt x="50" y="1"/>
                  <a:pt x="45" y="0"/>
                  <a:pt x="40" y="0"/>
                </a:cubicBezTo>
                <a:cubicBezTo>
                  <a:pt x="26" y="0"/>
                  <a:pt x="13" y="9"/>
                  <a:pt x="8" y="22"/>
                </a:cubicBezTo>
                <a:cubicBezTo>
                  <a:pt x="0" y="40"/>
                  <a:pt x="9" y="61"/>
                  <a:pt x="27" y="68"/>
                </a:cubicBezTo>
                <a:cubicBezTo>
                  <a:pt x="31" y="70"/>
                  <a:pt x="36" y="71"/>
                  <a:pt x="40" y="71"/>
                </a:cubicBezTo>
                <a:cubicBezTo>
                  <a:pt x="55" y="71"/>
                  <a:pt x="67" y="63"/>
                  <a:pt x="73" y="49"/>
                </a:cubicBezTo>
                <a:cubicBezTo>
                  <a:pt x="77" y="41"/>
                  <a:pt x="77" y="31"/>
                  <a:pt x="73" y="22"/>
                </a:cubicBezTo>
                <a:cubicBezTo>
                  <a:pt x="70" y="14"/>
                  <a:pt x="63" y="7"/>
                  <a:pt x="54" y="3"/>
                </a:cubicBezTo>
                <a:close/>
                <a:moveTo>
                  <a:pt x="11" y="43"/>
                </a:moveTo>
                <a:cubicBezTo>
                  <a:pt x="9" y="37"/>
                  <a:pt x="9" y="30"/>
                  <a:pt x="12" y="24"/>
                </a:cubicBezTo>
                <a:cubicBezTo>
                  <a:pt x="15" y="16"/>
                  <a:pt x="21" y="10"/>
                  <a:pt x="29" y="7"/>
                </a:cubicBezTo>
                <a:cubicBezTo>
                  <a:pt x="36" y="4"/>
                  <a:pt x="45" y="4"/>
                  <a:pt x="52" y="7"/>
                </a:cubicBezTo>
                <a:cubicBezTo>
                  <a:pt x="59" y="10"/>
                  <a:pt x="64" y="15"/>
                  <a:pt x="67" y="21"/>
                </a:cubicBezTo>
                <a:cubicBezTo>
                  <a:pt x="68" y="22"/>
                  <a:pt x="68" y="22"/>
                  <a:pt x="68" y="22"/>
                </a:cubicBezTo>
                <a:cubicBezTo>
                  <a:pt x="11" y="45"/>
                  <a:pt x="11" y="45"/>
                  <a:pt x="11" y="45"/>
                </a:cubicBezTo>
                <a:lnTo>
                  <a:pt x="11" y="43"/>
                </a:lnTo>
                <a:close/>
                <a:moveTo>
                  <a:pt x="69" y="48"/>
                </a:moveTo>
                <a:cubicBezTo>
                  <a:pt x="66" y="55"/>
                  <a:pt x="60" y="61"/>
                  <a:pt x="52" y="64"/>
                </a:cubicBezTo>
                <a:cubicBezTo>
                  <a:pt x="48" y="66"/>
                  <a:pt x="44" y="66"/>
                  <a:pt x="40" y="66"/>
                </a:cubicBezTo>
                <a:cubicBezTo>
                  <a:pt x="36" y="66"/>
                  <a:pt x="32" y="66"/>
                  <a:pt x="28" y="64"/>
                </a:cubicBezTo>
                <a:cubicBezTo>
                  <a:pt x="22" y="61"/>
                  <a:pt x="17" y="57"/>
                  <a:pt x="13" y="51"/>
                </a:cubicBezTo>
                <a:cubicBezTo>
                  <a:pt x="13" y="49"/>
                  <a:pt x="13" y="49"/>
                  <a:pt x="13" y="49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8"/>
                  <a:pt x="70" y="28"/>
                  <a:pt x="70" y="28"/>
                </a:cubicBezTo>
                <a:cubicBezTo>
                  <a:pt x="72" y="34"/>
                  <a:pt x="71" y="41"/>
                  <a:pt x="6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Freeform 70"/>
          <p:cNvSpPr>
            <a:spLocks noEditPoints="1"/>
          </p:cNvSpPr>
          <p:nvPr/>
        </p:nvSpPr>
        <p:spPr bwMode="auto">
          <a:xfrm>
            <a:off x="2700338" y="4149726"/>
            <a:ext cx="288925" cy="266700"/>
          </a:xfrm>
          <a:custGeom>
            <a:avLst/>
            <a:gdLst>
              <a:gd name="T0" fmla="*/ 69 w 77"/>
              <a:gd name="T1" fmla="*/ 20 h 71"/>
              <a:gd name="T2" fmla="*/ 37 w 77"/>
              <a:gd name="T3" fmla="*/ 0 h 71"/>
              <a:gd name="T4" fmla="*/ 22 w 77"/>
              <a:gd name="T5" fmla="*/ 3 h 71"/>
              <a:gd name="T6" fmla="*/ 3 w 77"/>
              <a:gd name="T7" fmla="*/ 23 h 71"/>
              <a:gd name="T8" fmla="*/ 5 w 77"/>
              <a:gd name="T9" fmla="*/ 50 h 71"/>
              <a:gd name="T10" fmla="*/ 37 w 77"/>
              <a:gd name="T11" fmla="*/ 71 h 71"/>
              <a:gd name="T12" fmla="*/ 37 w 77"/>
              <a:gd name="T13" fmla="*/ 71 h 71"/>
              <a:gd name="T14" fmla="*/ 52 w 77"/>
              <a:gd name="T15" fmla="*/ 67 h 71"/>
              <a:gd name="T16" fmla="*/ 69 w 77"/>
              <a:gd name="T17" fmla="*/ 20 h 71"/>
              <a:gd name="T18" fmla="*/ 64 w 77"/>
              <a:gd name="T19" fmla="*/ 50 h 71"/>
              <a:gd name="T20" fmla="*/ 50 w 77"/>
              <a:gd name="T21" fmla="*/ 63 h 71"/>
              <a:gd name="T22" fmla="*/ 37 w 77"/>
              <a:gd name="T23" fmla="*/ 66 h 71"/>
              <a:gd name="T24" fmla="*/ 26 w 77"/>
              <a:gd name="T25" fmla="*/ 64 h 71"/>
              <a:gd name="T26" fmla="*/ 9 w 77"/>
              <a:gd name="T27" fmla="*/ 48 h 71"/>
              <a:gd name="T28" fmla="*/ 7 w 77"/>
              <a:gd name="T29" fmla="*/ 29 h 71"/>
              <a:gd name="T30" fmla="*/ 7 w 77"/>
              <a:gd name="T31" fmla="*/ 27 h 71"/>
              <a:gd name="T32" fmla="*/ 65 w 77"/>
              <a:gd name="T33" fmla="*/ 48 h 71"/>
              <a:gd name="T34" fmla="*/ 64 w 77"/>
              <a:gd name="T35" fmla="*/ 50 h 71"/>
              <a:gd name="T36" fmla="*/ 67 w 77"/>
              <a:gd name="T37" fmla="*/ 42 h 71"/>
              <a:gd name="T38" fmla="*/ 66 w 77"/>
              <a:gd name="T39" fmla="*/ 44 h 71"/>
              <a:gd name="T40" fmla="*/ 8 w 77"/>
              <a:gd name="T41" fmla="*/ 23 h 71"/>
              <a:gd name="T42" fmla="*/ 9 w 77"/>
              <a:gd name="T43" fmla="*/ 21 h 71"/>
              <a:gd name="T44" fmla="*/ 24 w 77"/>
              <a:gd name="T45" fmla="*/ 7 h 71"/>
              <a:gd name="T46" fmla="*/ 47 w 77"/>
              <a:gd name="T47" fmla="*/ 6 h 71"/>
              <a:gd name="T48" fmla="*/ 65 w 77"/>
              <a:gd name="T49" fmla="*/ 22 h 71"/>
              <a:gd name="T50" fmla="*/ 67 w 77"/>
              <a:gd name="T51" fmla="*/ 42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7" h="71">
                <a:moveTo>
                  <a:pt x="69" y="20"/>
                </a:moveTo>
                <a:cubicBezTo>
                  <a:pt x="63" y="8"/>
                  <a:pt x="50" y="0"/>
                  <a:pt x="37" y="0"/>
                </a:cubicBezTo>
                <a:cubicBezTo>
                  <a:pt x="31" y="0"/>
                  <a:pt x="26" y="1"/>
                  <a:pt x="22" y="3"/>
                </a:cubicBezTo>
                <a:cubicBezTo>
                  <a:pt x="13" y="7"/>
                  <a:pt x="7" y="14"/>
                  <a:pt x="3" y="23"/>
                </a:cubicBezTo>
                <a:cubicBezTo>
                  <a:pt x="0" y="32"/>
                  <a:pt x="1" y="42"/>
                  <a:pt x="5" y="50"/>
                </a:cubicBezTo>
                <a:cubicBezTo>
                  <a:pt x="10" y="63"/>
                  <a:pt x="23" y="71"/>
                  <a:pt x="37" y="71"/>
                </a:cubicBezTo>
                <a:cubicBezTo>
                  <a:pt x="37" y="71"/>
                  <a:pt x="37" y="71"/>
                  <a:pt x="37" y="71"/>
                </a:cubicBezTo>
                <a:cubicBezTo>
                  <a:pt x="42" y="71"/>
                  <a:pt x="47" y="70"/>
                  <a:pt x="52" y="67"/>
                </a:cubicBezTo>
                <a:cubicBezTo>
                  <a:pt x="69" y="59"/>
                  <a:pt x="77" y="38"/>
                  <a:pt x="69" y="20"/>
                </a:cubicBezTo>
                <a:close/>
                <a:moveTo>
                  <a:pt x="64" y="50"/>
                </a:moveTo>
                <a:cubicBezTo>
                  <a:pt x="61" y="56"/>
                  <a:pt x="56" y="60"/>
                  <a:pt x="50" y="63"/>
                </a:cubicBezTo>
                <a:cubicBezTo>
                  <a:pt x="45" y="65"/>
                  <a:pt x="41" y="66"/>
                  <a:pt x="37" y="66"/>
                </a:cubicBezTo>
                <a:cubicBezTo>
                  <a:pt x="33" y="66"/>
                  <a:pt x="29" y="66"/>
                  <a:pt x="26" y="64"/>
                </a:cubicBezTo>
                <a:cubicBezTo>
                  <a:pt x="18" y="62"/>
                  <a:pt x="12" y="56"/>
                  <a:pt x="9" y="48"/>
                </a:cubicBezTo>
                <a:cubicBezTo>
                  <a:pt x="6" y="42"/>
                  <a:pt x="5" y="35"/>
                  <a:pt x="7" y="29"/>
                </a:cubicBezTo>
                <a:cubicBezTo>
                  <a:pt x="7" y="27"/>
                  <a:pt x="7" y="27"/>
                  <a:pt x="7" y="27"/>
                </a:cubicBezTo>
                <a:cubicBezTo>
                  <a:pt x="65" y="48"/>
                  <a:pt x="65" y="48"/>
                  <a:pt x="65" y="48"/>
                </a:cubicBezTo>
                <a:lnTo>
                  <a:pt x="64" y="50"/>
                </a:lnTo>
                <a:close/>
                <a:moveTo>
                  <a:pt x="67" y="42"/>
                </a:moveTo>
                <a:cubicBezTo>
                  <a:pt x="66" y="44"/>
                  <a:pt x="66" y="44"/>
                  <a:pt x="66" y="44"/>
                </a:cubicBezTo>
                <a:cubicBezTo>
                  <a:pt x="8" y="23"/>
                  <a:pt x="8" y="23"/>
                  <a:pt x="8" y="23"/>
                </a:cubicBezTo>
                <a:cubicBezTo>
                  <a:pt x="9" y="21"/>
                  <a:pt x="9" y="21"/>
                  <a:pt x="9" y="21"/>
                </a:cubicBezTo>
                <a:cubicBezTo>
                  <a:pt x="12" y="15"/>
                  <a:pt x="17" y="10"/>
                  <a:pt x="24" y="7"/>
                </a:cubicBezTo>
                <a:cubicBezTo>
                  <a:pt x="31" y="4"/>
                  <a:pt x="39" y="4"/>
                  <a:pt x="47" y="6"/>
                </a:cubicBezTo>
                <a:cubicBezTo>
                  <a:pt x="55" y="9"/>
                  <a:pt x="61" y="15"/>
                  <a:pt x="65" y="22"/>
                </a:cubicBezTo>
                <a:cubicBezTo>
                  <a:pt x="67" y="29"/>
                  <a:pt x="68" y="36"/>
                  <a:pt x="67" y="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Freeform 71"/>
          <p:cNvSpPr>
            <a:spLocks noEditPoints="1"/>
          </p:cNvSpPr>
          <p:nvPr/>
        </p:nvSpPr>
        <p:spPr bwMode="auto">
          <a:xfrm>
            <a:off x="1600200" y="4149726"/>
            <a:ext cx="338138" cy="481013"/>
          </a:xfrm>
          <a:custGeom>
            <a:avLst/>
            <a:gdLst>
              <a:gd name="T0" fmla="*/ 89 w 90"/>
              <a:gd name="T1" fmla="*/ 44 h 128"/>
              <a:gd name="T2" fmla="*/ 61 w 90"/>
              <a:gd name="T3" fmla="*/ 25 h 128"/>
              <a:gd name="T4" fmla="*/ 61 w 90"/>
              <a:gd name="T5" fmla="*/ 19 h 128"/>
              <a:gd name="T6" fmla="*/ 62 w 90"/>
              <a:gd name="T7" fmla="*/ 19 h 128"/>
              <a:gd name="T8" fmla="*/ 66 w 90"/>
              <a:gd name="T9" fmla="*/ 13 h 128"/>
              <a:gd name="T10" fmla="*/ 66 w 90"/>
              <a:gd name="T11" fmla="*/ 6 h 128"/>
              <a:gd name="T12" fmla="*/ 60 w 90"/>
              <a:gd name="T13" fmla="*/ 0 h 128"/>
              <a:gd name="T14" fmla="*/ 30 w 90"/>
              <a:gd name="T15" fmla="*/ 0 h 128"/>
              <a:gd name="T16" fmla="*/ 24 w 90"/>
              <a:gd name="T17" fmla="*/ 6 h 128"/>
              <a:gd name="T18" fmla="*/ 24 w 90"/>
              <a:gd name="T19" fmla="*/ 13 h 128"/>
              <a:gd name="T20" fmla="*/ 28 w 90"/>
              <a:gd name="T21" fmla="*/ 19 h 128"/>
              <a:gd name="T22" fmla="*/ 29 w 90"/>
              <a:gd name="T23" fmla="*/ 19 h 128"/>
              <a:gd name="T24" fmla="*/ 29 w 90"/>
              <a:gd name="T25" fmla="*/ 25 h 128"/>
              <a:gd name="T26" fmla="*/ 1 w 90"/>
              <a:gd name="T27" fmla="*/ 44 h 128"/>
              <a:gd name="T28" fmla="*/ 0 w 90"/>
              <a:gd name="T29" fmla="*/ 46 h 128"/>
              <a:gd name="T30" fmla="*/ 0 w 90"/>
              <a:gd name="T31" fmla="*/ 122 h 128"/>
              <a:gd name="T32" fmla="*/ 6 w 90"/>
              <a:gd name="T33" fmla="*/ 128 h 128"/>
              <a:gd name="T34" fmla="*/ 84 w 90"/>
              <a:gd name="T35" fmla="*/ 128 h 128"/>
              <a:gd name="T36" fmla="*/ 90 w 90"/>
              <a:gd name="T37" fmla="*/ 122 h 128"/>
              <a:gd name="T38" fmla="*/ 90 w 90"/>
              <a:gd name="T39" fmla="*/ 46 h 128"/>
              <a:gd name="T40" fmla="*/ 89 w 90"/>
              <a:gd name="T41" fmla="*/ 44 h 128"/>
              <a:gd name="T42" fmla="*/ 29 w 90"/>
              <a:gd name="T43" fmla="*/ 15 h 128"/>
              <a:gd name="T44" fmla="*/ 29 w 90"/>
              <a:gd name="T45" fmla="*/ 5 h 128"/>
              <a:gd name="T46" fmla="*/ 61 w 90"/>
              <a:gd name="T47" fmla="*/ 5 h 128"/>
              <a:gd name="T48" fmla="*/ 61 w 90"/>
              <a:gd name="T49" fmla="*/ 15 h 128"/>
              <a:gd name="T50" fmla="*/ 29 w 90"/>
              <a:gd name="T51" fmla="*/ 15 h 128"/>
              <a:gd name="T52" fmla="*/ 85 w 90"/>
              <a:gd name="T53" fmla="*/ 123 h 128"/>
              <a:gd name="T54" fmla="*/ 5 w 90"/>
              <a:gd name="T55" fmla="*/ 123 h 128"/>
              <a:gd name="T56" fmla="*/ 5 w 90"/>
              <a:gd name="T57" fmla="*/ 47 h 128"/>
              <a:gd name="T58" fmla="*/ 33 w 90"/>
              <a:gd name="T59" fmla="*/ 28 h 128"/>
              <a:gd name="T60" fmla="*/ 33 w 90"/>
              <a:gd name="T61" fmla="*/ 19 h 128"/>
              <a:gd name="T62" fmla="*/ 57 w 90"/>
              <a:gd name="T63" fmla="*/ 19 h 128"/>
              <a:gd name="T64" fmla="*/ 57 w 90"/>
              <a:gd name="T65" fmla="*/ 28 h 128"/>
              <a:gd name="T66" fmla="*/ 85 w 90"/>
              <a:gd name="T67" fmla="*/ 47 h 128"/>
              <a:gd name="T68" fmla="*/ 85 w 90"/>
              <a:gd name="T69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0" h="128">
                <a:moveTo>
                  <a:pt x="89" y="44"/>
                </a:moveTo>
                <a:cubicBezTo>
                  <a:pt x="61" y="25"/>
                  <a:pt x="61" y="25"/>
                  <a:pt x="61" y="25"/>
                </a:cubicBezTo>
                <a:cubicBezTo>
                  <a:pt x="61" y="19"/>
                  <a:pt x="61" y="19"/>
                  <a:pt x="61" y="19"/>
                </a:cubicBezTo>
                <a:cubicBezTo>
                  <a:pt x="62" y="19"/>
                  <a:pt x="62" y="19"/>
                  <a:pt x="62" y="19"/>
                </a:cubicBezTo>
                <a:cubicBezTo>
                  <a:pt x="64" y="18"/>
                  <a:pt x="66" y="16"/>
                  <a:pt x="66" y="13"/>
                </a:cubicBezTo>
                <a:cubicBezTo>
                  <a:pt x="66" y="6"/>
                  <a:pt x="66" y="6"/>
                  <a:pt x="66" y="6"/>
                </a:cubicBezTo>
                <a:cubicBezTo>
                  <a:pt x="66" y="3"/>
                  <a:pt x="63" y="0"/>
                  <a:pt x="6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27" y="0"/>
                  <a:pt x="24" y="3"/>
                  <a:pt x="24" y="6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6"/>
                  <a:pt x="26" y="18"/>
                  <a:pt x="28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5"/>
                  <a:pt x="0" y="4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84" y="128"/>
                  <a:pt x="84" y="128"/>
                  <a:pt x="84" y="128"/>
                </a:cubicBezTo>
                <a:cubicBezTo>
                  <a:pt x="87" y="128"/>
                  <a:pt x="90" y="125"/>
                  <a:pt x="90" y="122"/>
                </a:cubicBezTo>
                <a:cubicBezTo>
                  <a:pt x="90" y="46"/>
                  <a:pt x="90" y="46"/>
                  <a:pt x="90" y="46"/>
                </a:cubicBezTo>
                <a:cubicBezTo>
                  <a:pt x="90" y="45"/>
                  <a:pt x="90" y="44"/>
                  <a:pt x="89" y="44"/>
                </a:cubicBezTo>
                <a:close/>
                <a:moveTo>
                  <a:pt x="29" y="15"/>
                </a:moveTo>
                <a:cubicBezTo>
                  <a:pt x="29" y="5"/>
                  <a:pt x="29" y="5"/>
                  <a:pt x="29" y="5"/>
                </a:cubicBezTo>
                <a:cubicBezTo>
                  <a:pt x="61" y="5"/>
                  <a:pt x="61" y="5"/>
                  <a:pt x="61" y="5"/>
                </a:cubicBezTo>
                <a:cubicBezTo>
                  <a:pt x="61" y="15"/>
                  <a:pt x="61" y="15"/>
                  <a:pt x="61" y="15"/>
                </a:cubicBezTo>
                <a:lnTo>
                  <a:pt x="29" y="15"/>
                </a:lnTo>
                <a:close/>
                <a:moveTo>
                  <a:pt x="85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47"/>
                  <a:pt x="5" y="47"/>
                  <a:pt x="5" y="47"/>
                </a:cubicBezTo>
                <a:cubicBezTo>
                  <a:pt x="33" y="28"/>
                  <a:pt x="33" y="28"/>
                  <a:pt x="33" y="28"/>
                </a:cubicBezTo>
                <a:cubicBezTo>
                  <a:pt x="33" y="19"/>
                  <a:pt x="33" y="19"/>
                  <a:pt x="33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57" y="28"/>
                  <a:pt x="57" y="28"/>
                  <a:pt x="57" y="28"/>
                </a:cubicBezTo>
                <a:cubicBezTo>
                  <a:pt x="85" y="47"/>
                  <a:pt x="85" y="47"/>
                  <a:pt x="85" y="47"/>
                </a:cubicBezTo>
                <a:lnTo>
                  <a:pt x="85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Freeform 72"/>
          <p:cNvSpPr>
            <a:spLocks noEditPoints="1"/>
          </p:cNvSpPr>
          <p:nvPr/>
        </p:nvSpPr>
        <p:spPr bwMode="auto">
          <a:xfrm>
            <a:off x="1663700" y="4391026"/>
            <a:ext cx="211138" cy="157163"/>
          </a:xfrm>
          <a:custGeom>
            <a:avLst/>
            <a:gdLst>
              <a:gd name="T0" fmla="*/ 0 w 56"/>
              <a:gd name="T1" fmla="*/ 6 h 42"/>
              <a:gd name="T2" fmla="*/ 0 w 56"/>
              <a:gd name="T3" fmla="*/ 36 h 42"/>
              <a:gd name="T4" fmla="*/ 6 w 56"/>
              <a:gd name="T5" fmla="*/ 42 h 42"/>
              <a:gd name="T6" fmla="*/ 50 w 56"/>
              <a:gd name="T7" fmla="*/ 42 h 42"/>
              <a:gd name="T8" fmla="*/ 56 w 56"/>
              <a:gd name="T9" fmla="*/ 36 h 42"/>
              <a:gd name="T10" fmla="*/ 56 w 56"/>
              <a:gd name="T11" fmla="*/ 6 h 42"/>
              <a:gd name="T12" fmla="*/ 50 w 56"/>
              <a:gd name="T13" fmla="*/ 0 h 42"/>
              <a:gd name="T14" fmla="*/ 6 w 56"/>
              <a:gd name="T15" fmla="*/ 0 h 42"/>
              <a:gd name="T16" fmla="*/ 0 w 56"/>
              <a:gd name="T17" fmla="*/ 6 h 42"/>
              <a:gd name="T18" fmla="*/ 52 w 56"/>
              <a:gd name="T19" fmla="*/ 5 h 42"/>
              <a:gd name="T20" fmla="*/ 52 w 56"/>
              <a:gd name="T21" fmla="*/ 37 h 42"/>
              <a:gd name="T22" fmla="*/ 4 w 56"/>
              <a:gd name="T23" fmla="*/ 37 h 42"/>
              <a:gd name="T24" fmla="*/ 4 w 56"/>
              <a:gd name="T25" fmla="*/ 5 h 42"/>
              <a:gd name="T26" fmla="*/ 52 w 56"/>
              <a:gd name="T27" fmla="*/ 5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6" h="42">
                <a:moveTo>
                  <a:pt x="0" y="6"/>
                </a:moveTo>
                <a:cubicBezTo>
                  <a:pt x="0" y="36"/>
                  <a:pt x="0" y="36"/>
                  <a:pt x="0" y="36"/>
                </a:cubicBezTo>
                <a:cubicBezTo>
                  <a:pt x="0" y="39"/>
                  <a:pt x="2" y="42"/>
                  <a:pt x="6" y="42"/>
                </a:cubicBezTo>
                <a:cubicBezTo>
                  <a:pt x="50" y="42"/>
                  <a:pt x="50" y="42"/>
                  <a:pt x="50" y="42"/>
                </a:cubicBezTo>
                <a:cubicBezTo>
                  <a:pt x="54" y="42"/>
                  <a:pt x="56" y="39"/>
                  <a:pt x="56" y="36"/>
                </a:cubicBezTo>
                <a:cubicBezTo>
                  <a:pt x="56" y="6"/>
                  <a:pt x="56" y="6"/>
                  <a:pt x="56" y="6"/>
                </a:cubicBezTo>
                <a:cubicBezTo>
                  <a:pt x="56" y="3"/>
                  <a:pt x="54" y="0"/>
                  <a:pt x="50" y="0"/>
                </a:cubicBez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3"/>
                  <a:pt x="0" y="6"/>
                </a:cubicBezTo>
                <a:close/>
                <a:moveTo>
                  <a:pt x="52" y="5"/>
                </a:moveTo>
                <a:cubicBezTo>
                  <a:pt x="52" y="37"/>
                  <a:pt x="52" y="37"/>
                  <a:pt x="52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5"/>
                  <a:pt x="4" y="5"/>
                  <a:pt x="4" y="5"/>
                </a:cubicBezTo>
                <a:lnTo>
                  <a:pt x="52" y="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568325" y="4203701"/>
            <a:ext cx="479425" cy="374650"/>
            <a:chOff x="568325" y="4203701"/>
            <a:chExt cx="479425" cy="374650"/>
          </a:xfrm>
          <a:solidFill>
            <a:schemeClr val="accent1"/>
          </a:solidFill>
        </p:grpSpPr>
        <p:sp>
          <p:nvSpPr>
            <p:cNvPr id="73" name="Freeform 73"/>
            <p:cNvSpPr>
              <a:spLocks noEditPoints="1"/>
            </p:cNvSpPr>
            <p:nvPr/>
          </p:nvSpPr>
          <p:spPr bwMode="auto">
            <a:xfrm>
              <a:off x="568325" y="4203701"/>
              <a:ext cx="479425" cy="374650"/>
            </a:xfrm>
            <a:custGeom>
              <a:avLst/>
              <a:gdLst>
                <a:gd name="T0" fmla="*/ 122 w 128"/>
                <a:gd name="T1" fmla="*/ 14 h 100"/>
                <a:gd name="T2" fmla="*/ 89 w 128"/>
                <a:gd name="T3" fmla="*/ 14 h 100"/>
                <a:gd name="T4" fmla="*/ 89 w 128"/>
                <a:gd name="T5" fmla="*/ 6 h 100"/>
                <a:gd name="T6" fmla="*/ 83 w 128"/>
                <a:gd name="T7" fmla="*/ 0 h 100"/>
                <a:gd name="T8" fmla="*/ 45 w 128"/>
                <a:gd name="T9" fmla="*/ 0 h 100"/>
                <a:gd name="T10" fmla="*/ 39 w 128"/>
                <a:gd name="T11" fmla="*/ 6 h 100"/>
                <a:gd name="T12" fmla="*/ 39 w 128"/>
                <a:gd name="T13" fmla="*/ 14 h 100"/>
                <a:gd name="T14" fmla="*/ 6 w 128"/>
                <a:gd name="T15" fmla="*/ 14 h 100"/>
                <a:gd name="T16" fmla="*/ 0 w 128"/>
                <a:gd name="T17" fmla="*/ 20 h 100"/>
                <a:gd name="T18" fmla="*/ 0 w 128"/>
                <a:gd name="T19" fmla="*/ 94 h 100"/>
                <a:gd name="T20" fmla="*/ 6 w 128"/>
                <a:gd name="T21" fmla="*/ 100 h 100"/>
                <a:gd name="T22" fmla="*/ 122 w 128"/>
                <a:gd name="T23" fmla="*/ 100 h 100"/>
                <a:gd name="T24" fmla="*/ 128 w 128"/>
                <a:gd name="T25" fmla="*/ 94 h 100"/>
                <a:gd name="T26" fmla="*/ 128 w 128"/>
                <a:gd name="T27" fmla="*/ 20 h 100"/>
                <a:gd name="T28" fmla="*/ 122 w 128"/>
                <a:gd name="T29" fmla="*/ 14 h 100"/>
                <a:gd name="T30" fmla="*/ 44 w 128"/>
                <a:gd name="T31" fmla="*/ 4 h 100"/>
                <a:gd name="T32" fmla="*/ 84 w 128"/>
                <a:gd name="T33" fmla="*/ 4 h 100"/>
                <a:gd name="T34" fmla="*/ 84 w 128"/>
                <a:gd name="T35" fmla="*/ 14 h 100"/>
                <a:gd name="T36" fmla="*/ 44 w 128"/>
                <a:gd name="T37" fmla="*/ 14 h 100"/>
                <a:gd name="T38" fmla="*/ 44 w 128"/>
                <a:gd name="T39" fmla="*/ 4 h 100"/>
                <a:gd name="T40" fmla="*/ 123 w 128"/>
                <a:gd name="T41" fmla="*/ 96 h 100"/>
                <a:gd name="T42" fmla="*/ 5 w 128"/>
                <a:gd name="T43" fmla="*/ 96 h 100"/>
                <a:gd name="T44" fmla="*/ 5 w 128"/>
                <a:gd name="T45" fmla="*/ 19 h 100"/>
                <a:gd name="T46" fmla="*/ 123 w 128"/>
                <a:gd name="T47" fmla="*/ 19 h 100"/>
                <a:gd name="T48" fmla="*/ 123 w 128"/>
                <a:gd name="T49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00">
                  <a:moveTo>
                    <a:pt x="122" y="14"/>
                  </a:moveTo>
                  <a:cubicBezTo>
                    <a:pt x="89" y="14"/>
                    <a:pt x="89" y="14"/>
                    <a:pt x="89" y="14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2"/>
                    <a:pt x="86" y="0"/>
                    <a:pt x="83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39" y="2"/>
                    <a:pt x="39" y="6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7"/>
                    <a:pt x="0" y="20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8"/>
                    <a:pt x="3" y="100"/>
                    <a:pt x="6" y="100"/>
                  </a:cubicBezTo>
                  <a:cubicBezTo>
                    <a:pt x="122" y="100"/>
                    <a:pt x="122" y="100"/>
                    <a:pt x="122" y="100"/>
                  </a:cubicBezTo>
                  <a:cubicBezTo>
                    <a:pt x="125" y="100"/>
                    <a:pt x="128" y="98"/>
                    <a:pt x="128" y="94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17"/>
                    <a:pt x="125" y="14"/>
                    <a:pt x="122" y="14"/>
                  </a:cubicBezTo>
                  <a:close/>
                  <a:moveTo>
                    <a:pt x="44" y="4"/>
                  </a:moveTo>
                  <a:cubicBezTo>
                    <a:pt x="84" y="4"/>
                    <a:pt x="84" y="4"/>
                    <a:pt x="84" y="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44" y="14"/>
                    <a:pt x="44" y="14"/>
                    <a:pt x="44" y="14"/>
                  </a:cubicBezTo>
                  <a:lnTo>
                    <a:pt x="44" y="4"/>
                  </a:lnTo>
                  <a:close/>
                  <a:moveTo>
                    <a:pt x="123" y="96"/>
                  </a:moveTo>
                  <a:cubicBezTo>
                    <a:pt x="5" y="96"/>
                    <a:pt x="5" y="96"/>
                    <a:pt x="5" y="96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23" y="19"/>
                    <a:pt x="123" y="19"/>
                    <a:pt x="123" y="19"/>
                  </a:cubicBezTo>
                  <a:lnTo>
                    <a:pt x="12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74"/>
            <p:cNvSpPr>
              <a:spLocks noEditPoints="1"/>
            </p:cNvSpPr>
            <p:nvPr/>
          </p:nvSpPr>
          <p:spPr bwMode="auto">
            <a:xfrm>
              <a:off x="714375" y="4330701"/>
              <a:ext cx="187325" cy="184150"/>
            </a:xfrm>
            <a:custGeom>
              <a:avLst/>
              <a:gdLst>
                <a:gd name="T0" fmla="*/ 10 w 50"/>
                <a:gd name="T1" fmla="*/ 34 h 49"/>
                <a:gd name="T2" fmla="*/ 15 w 50"/>
                <a:gd name="T3" fmla="*/ 34 h 49"/>
                <a:gd name="T4" fmla="*/ 15 w 50"/>
                <a:gd name="T5" fmla="*/ 39 h 49"/>
                <a:gd name="T6" fmla="*/ 25 w 50"/>
                <a:gd name="T7" fmla="*/ 49 h 49"/>
                <a:gd name="T8" fmla="*/ 35 w 50"/>
                <a:gd name="T9" fmla="*/ 39 h 49"/>
                <a:gd name="T10" fmla="*/ 35 w 50"/>
                <a:gd name="T11" fmla="*/ 34 h 49"/>
                <a:gd name="T12" fmla="*/ 40 w 50"/>
                <a:gd name="T13" fmla="*/ 34 h 49"/>
                <a:gd name="T14" fmla="*/ 50 w 50"/>
                <a:gd name="T15" fmla="*/ 24 h 49"/>
                <a:gd name="T16" fmla="*/ 40 w 50"/>
                <a:gd name="T17" fmla="*/ 14 h 49"/>
                <a:gd name="T18" fmla="*/ 35 w 50"/>
                <a:gd name="T19" fmla="*/ 14 h 49"/>
                <a:gd name="T20" fmla="*/ 35 w 50"/>
                <a:gd name="T21" fmla="*/ 9 h 49"/>
                <a:gd name="T22" fmla="*/ 25 w 50"/>
                <a:gd name="T23" fmla="*/ 0 h 49"/>
                <a:gd name="T24" fmla="*/ 15 w 50"/>
                <a:gd name="T25" fmla="*/ 9 h 49"/>
                <a:gd name="T26" fmla="*/ 15 w 50"/>
                <a:gd name="T27" fmla="*/ 14 h 49"/>
                <a:gd name="T28" fmla="*/ 10 w 50"/>
                <a:gd name="T29" fmla="*/ 14 h 49"/>
                <a:gd name="T30" fmla="*/ 0 w 50"/>
                <a:gd name="T31" fmla="*/ 24 h 49"/>
                <a:gd name="T32" fmla="*/ 10 w 50"/>
                <a:gd name="T33" fmla="*/ 34 h 49"/>
                <a:gd name="T34" fmla="*/ 10 w 50"/>
                <a:gd name="T35" fmla="*/ 19 h 49"/>
                <a:gd name="T36" fmla="*/ 20 w 50"/>
                <a:gd name="T37" fmla="*/ 19 h 49"/>
                <a:gd name="T38" fmla="*/ 20 w 50"/>
                <a:gd name="T39" fmla="*/ 9 h 49"/>
                <a:gd name="T40" fmla="*/ 25 w 50"/>
                <a:gd name="T41" fmla="*/ 4 h 49"/>
                <a:gd name="T42" fmla="*/ 30 w 50"/>
                <a:gd name="T43" fmla="*/ 9 h 49"/>
                <a:gd name="T44" fmla="*/ 30 w 50"/>
                <a:gd name="T45" fmla="*/ 19 h 49"/>
                <a:gd name="T46" fmla="*/ 40 w 50"/>
                <a:gd name="T47" fmla="*/ 19 h 49"/>
                <a:gd name="T48" fmla="*/ 45 w 50"/>
                <a:gd name="T49" fmla="*/ 24 h 49"/>
                <a:gd name="T50" fmla="*/ 40 w 50"/>
                <a:gd name="T51" fmla="*/ 29 h 49"/>
                <a:gd name="T52" fmla="*/ 30 w 50"/>
                <a:gd name="T53" fmla="*/ 29 h 49"/>
                <a:gd name="T54" fmla="*/ 30 w 50"/>
                <a:gd name="T55" fmla="*/ 39 h 49"/>
                <a:gd name="T56" fmla="*/ 25 w 50"/>
                <a:gd name="T57" fmla="*/ 44 h 49"/>
                <a:gd name="T58" fmla="*/ 20 w 50"/>
                <a:gd name="T59" fmla="*/ 39 h 49"/>
                <a:gd name="T60" fmla="*/ 20 w 50"/>
                <a:gd name="T61" fmla="*/ 29 h 49"/>
                <a:gd name="T62" fmla="*/ 10 w 50"/>
                <a:gd name="T63" fmla="*/ 29 h 49"/>
                <a:gd name="T64" fmla="*/ 5 w 50"/>
                <a:gd name="T65" fmla="*/ 24 h 49"/>
                <a:gd name="T66" fmla="*/ 10 w 50"/>
                <a:gd name="T67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" h="49">
                  <a:moveTo>
                    <a:pt x="10" y="34"/>
                  </a:moveTo>
                  <a:cubicBezTo>
                    <a:pt x="15" y="34"/>
                    <a:pt x="15" y="34"/>
                    <a:pt x="15" y="3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4"/>
                    <a:pt x="20" y="49"/>
                    <a:pt x="25" y="49"/>
                  </a:cubicBezTo>
                  <a:cubicBezTo>
                    <a:pt x="30" y="49"/>
                    <a:pt x="35" y="44"/>
                    <a:pt x="35" y="39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5" y="34"/>
                    <a:pt x="50" y="29"/>
                    <a:pt x="50" y="24"/>
                  </a:cubicBezTo>
                  <a:cubicBezTo>
                    <a:pt x="50" y="19"/>
                    <a:pt x="45" y="14"/>
                    <a:pt x="40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0" y="0"/>
                    <a:pt x="25" y="0"/>
                  </a:cubicBezTo>
                  <a:cubicBezTo>
                    <a:pt x="20" y="0"/>
                    <a:pt x="15" y="4"/>
                    <a:pt x="15" y="9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5" y="14"/>
                    <a:pt x="0" y="19"/>
                    <a:pt x="0" y="24"/>
                  </a:cubicBezTo>
                  <a:cubicBezTo>
                    <a:pt x="0" y="29"/>
                    <a:pt x="5" y="34"/>
                    <a:pt x="10" y="34"/>
                  </a:cubicBezTo>
                  <a:close/>
                  <a:moveTo>
                    <a:pt x="10" y="19"/>
                  </a:moveTo>
                  <a:cubicBezTo>
                    <a:pt x="20" y="19"/>
                    <a:pt x="20" y="19"/>
                    <a:pt x="20" y="1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6"/>
                    <a:pt x="22" y="4"/>
                    <a:pt x="25" y="4"/>
                  </a:cubicBezTo>
                  <a:cubicBezTo>
                    <a:pt x="28" y="4"/>
                    <a:pt x="30" y="6"/>
                    <a:pt x="30" y="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3" y="19"/>
                    <a:pt x="45" y="21"/>
                    <a:pt x="45" y="24"/>
                  </a:cubicBezTo>
                  <a:cubicBezTo>
                    <a:pt x="45" y="27"/>
                    <a:pt x="43" y="29"/>
                    <a:pt x="40" y="29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42"/>
                    <a:pt x="28" y="44"/>
                    <a:pt x="25" y="44"/>
                  </a:cubicBezTo>
                  <a:cubicBezTo>
                    <a:pt x="22" y="44"/>
                    <a:pt x="20" y="42"/>
                    <a:pt x="20" y="3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7" y="29"/>
                    <a:pt x="5" y="27"/>
                    <a:pt x="5" y="24"/>
                  </a:cubicBezTo>
                  <a:cubicBezTo>
                    <a:pt x="5" y="21"/>
                    <a:pt x="7" y="19"/>
                    <a:pt x="1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150600" y="3187701"/>
            <a:ext cx="455613" cy="481013"/>
            <a:chOff x="11150600" y="3187701"/>
            <a:chExt cx="455613" cy="481013"/>
          </a:xfrm>
          <a:solidFill>
            <a:schemeClr val="accent1"/>
          </a:solidFill>
        </p:grpSpPr>
        <p:sp>
          <p:nvSpPr>
            <p:cNvPr id="75" name="Freeform 75"/>
            <p:cNvSpPr>
              <a:spLocks noEditPoints="1"/>
            </p:cNvSpPr>
            <p:nvPr/>
          </p:nvSpPr>
          <p:spPr bwMode="auto">
            <a:xfrm>
              <a:off x="11150600" y="3187701"/>
              <a:ext cx="455613" cy="481013"/>
            </a:xfrm>
            <a:custGeom>
              <a:avLst/>
              <a:gdLst>
                <a:gd name="T0" fmla="*/ 121 w 121"/>
                <a:gd name="T1" fmla="*/ 23 h 128"/>
                <a:gd name="T2" fmla="*/ 118 w 121"/>
                <a:gd name="T3" fmla="*/ 21 h 128"/>
                <a:gd name="T4" fmla="*/ 62 w 121"/>
                <a:gd name="T5" fmla="*/ 0 h 128"/>
                <a:gd name="T6" fmla="*/ 62 w 121"/>
                <a:gd name="T7" fmla="*/ 0 h 128"/>
                <a:gd name="T8" fmla="*/ 62 w 121"/>
                <a:gd name="T9" fmla="*/ 0 h 128"/>
                <a:gd name="T10" fmla="*/ 59 w 121"/>
                <a:gd name="T11" fmla="*/ 0 h 128"/>
                <a:gd name="T12" fmla="*/ 59 w 121"/>
                <a:gd name="T13" fmla="*/ 1 h 128"/>
                <a:gd name="T14" fmla="*/ 3 w 121"/>
                <a:gd name="T15" fmla="*/ 21 h 128"/>
                <a:gd name="T16" fmla="*/ 0 w 121"/>
                <a:gd name="T17" fmla="*/ 23 h 128"/>
                <a:gd name="T18" fmla="*/ 0 w 121"/>
                <a:gd name="T19" fmla="*/ 24 h 128"/>
                <a:gd name="T20" fmla="*/ 59 w 121"/>
                <a:gd name="T21" fmla="*/ 127 h 128"/>
                <a:gd name="T22" fmla="*/ 62 w 121"/>
                <a:gd name="T23" fmla="*/ 127 h 128"/>
                <a:gd name="T24" fmla="*/ 62 w 121"/>
                <a:gd name="T25" fmla="*/ 127 h 128"/>
                <a:gd name="T26" fmla="*/ 121 w 121"/>
                <a:gd name="T27" fmla="*/ 23 h 128"/>
                <a:gd name="T28" fmla="*/ 116 w 121"/>
                <a:gd name="T29" fmla="*/ 26 h 128"/>
                <a:gd name="T30" fmla="*/ 111 w 121"/>
                <a:gd name="T31" fmla="*/ 54 h 128"/>
                <a:gd name="T32" fmla="*/ 98 w 121"/>
                <a:gd name="T33" fmla="*/ 82 h 128"/>
                <a:gd name="T34" fmla="*/ 80 w 121"/>
                <a:gd name="T35" fmla="*/ 105 h 128"/>
                <a:gd name="T36" fmla="*/ 61 w 121"/>
                <a:gd name="T37" fmla="*/ 122 h 128"/>
                <a:gd name="T38" fmla="*/ 60 w 121"/>
                <a:gd name="T39" fmla="*/ 123 h 128"/>
                <a:gd name="T40" fmla="*/ 60 w 121"/>
                <a:gd name="T41" fmla="*/ 122 h 128"/>
                <a:gd name="T42" fmla="*/ 40 w 121"/>
                <a:gd name="T43" fmla="*/ 105 h 128"/>
                <a:gd name="T44" fmla="*/ 23 w 121"/>
                <a:gd name="T45" fmla="*/ 82 h 128"/>
                <a:gd name="T46" fmla="*/ 10 w 121"/>
                <a:gd name="T47" fmla="*/ 54 h 128"/>
                <a:gd name="T48" fmla="*/ 5 w 121"/>
                <a:gd name="T49" fmla="*/ 26 h 128"/>
                <a:gd name="T50" fmla="*/ 5 w 121"/>
                <a:gd name="T51" fmla="*/ 25 h 128"/>
                <a:gd name="T52" fmla="*/ 6 w 121"/>
                <a:gd name="T53" fmla="*/ 25 h 128"/>
                <a:gd name="T54" fmla="*/ 33 w 121"/>
                <a:gd name="T55" fmla="*/ 20 h 128"/>
                <a:gd name="T56" fmla="*/ 60 w 121"/>
                <a:gd name="T57" fmla="*/ 6 h 128"/>
                <a:gd name="T58" fmla="*/ 60 w 121"/>
                <a:gd name="T59" fmla="*/ 5 h 128"/>
                <a:gd name="T60" fmla="*/ 61 w 121"/>
                <a:gd name="T61" fmla="*/ 6 h 128"/>
                <a:gd name="T62" fmla="*/ 88 w 121"/>
                <a:gd name="T63" fmla="*/ 20 h 128"/>
                <a:gd name="T64" fmla="*/ 115 w 121"/>
                <a:gd name="T65" fmla="*/ 25 h 128"/>
                <a:gd name="T66" fmla="*/ 116 w 121"/>
                <a:gd name="T67" fmla="*/ 25 h 128"/>
                <a:gd name="T68" fmla="*/ 116 w 121"/>
                <a:gd name="T69" fmla="*/ 2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128">
                  <a:moveTo>
                    <a:pt x="121" y="23"/>
                  </a:moveTo>
                  <a:cubicBezTo>
                    <a:pt x="121" y="22"/>
                    <a:pt x="120" y="21"/>
                    <a:pt x="118" y="21"/>
                  </a:cubicBezTo>
                  <a:cubicBezTo>
                    <a:pt x="108" y="20"/>
                    <a:pt x="81" y="17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0" y="0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40" y="17"/>
                    <a:pt x="13" y="20"/>
                    <a:pt x="3" y="21"/>
                  </a:cubicBezTo>
                  <a:cubicBezTo>
                    <a:pt x="1" y="21"/>
                    <a:pt x="0" y="22"/>
                    <a:pt x="0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2" y="71"/>
                    <a:pt x="32" y="109"/>
                    <a:pt x="59" y="127"/>
                  </a:cubicBezTo>
                  <a:cubicBezTo>
                    <a:pt x="60" y="128"/>
                    <a:pt x="61" y="128"/>
                    <a:pt x="62" y="127"/>
                  </a:cubicBezTo>
                  <a:cubicBezTo>
                    <a:pt x="62" y="127"/>
                    <a:pt x="62" y="127"/>
                    <a:pt x="62" y="127"/>
                  </a:cubicBezTo>
                  <a:cubicBezTo>
                    <a:pt x="89" y="108"/>
                    <a:pt x="119" y="71"/>
                    <a:pt x="121" y="23"/>
                  </a:cubicBezTo>
                  <a:close/>
                  <a:moveTo>
                    <a:pt x="116" y="26"/>
                  </a:moveTo>
                  <a:cubicBezTo>
                    <a:pt x="115" y="36"/>
                    <a:pt x="114" y="45"/>
                    <a:pt x="111" y="54"/>
                  </a:cubicBezTo>
                  <a:cubicBezTo>
                    <a:pt x="108" y="63"/>
                    <a:pt x="104" y="73"/>
                    <a:pt x="98" y="82"/>
                  </a:cubicBezTo>
                  <a:cubicBezTo>
                    <a:pt x="93" y="90"/>
                    <a:pt x="87" y="98"/>
                    <a:pt x="80" y="105"/>
                  </a:cubicBezTo>
                  <a:cubicBezTo>
                    <a:pt x="75" y="112"/>
                    <a:pt x="68" y="117"/>
                    <a:pt x="61" y="122"/>
                  </a:cubicBezTo>
                  <a:cubicBezTo>
                    <a:pt x="60" y="123"/>
                    <a:pt x="60" y="123"/>
                    <a:pt x="60" y="123"/>
                  </a:cubicBezTo>
                  <a:cubicBezTo>
                    <a:pt x="60" y="122"/>
                    <a:pt x="60" y="122"/>
                    <a:pt x="60" y="122"/>
                  </a:cubicBezTo>
                  <a:cubicBezTo>
                    <a:pt x="53" y="117"/>
                    <a:pt x="46" y="112"/>
                    <a:pt x="40" y="105"/>
                  </a:cubicBezTo>
                  <a:cubicBezTo>
                    <a:pt x="34" y="98"/>
                    <a:pt x="28" y="90"/>
                    <a:pt x="23" y="82"/>
                  </a:cubicBezTo>
                  <a:cubicBezTo>
                    <a:pt x="17" y="73"/>
                    <a:pt x="13" y="63"/>
                    <a:pt x="10" y="54"/>
                  </a:cubicBezTo>
                  <a:cubicBezTo>
                    <a:pt x="7" y="45"/>
                    <a:pt x="6" y="36"/>
                    <a:pt x="5" y="26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6" y="24"/>
                    <a:pt x="25" y="23"/>
                    <a:pt x="33" y="20"/>
                  </a:cubicBezTo>
                  <a:cubicBezTo>
                    <a:pt x="43" y="16"/>
                    <a:pt x="52" y="12"/>
                    <a:pt x="60" y="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9" y="12"/>
                    <a:pt x="78" y="16"/>
                    <a:pt x="88" y="20"/>
                  </a:cubicBezTo>
                  <a:cubicBezTo>
                    <a:pt x="96" y="23"/>
                    <a:pt x="105" y="24"/>
                    <a:pt x="115" y="25"/>
                  </a:cubicBezTo>
                  <a:cubicBezTo>
                    <a:pt x="116" y="25"/>
                    <a:pt x="116" y="25"/>
                    <a:pt x="116" y="25"/>
                  </a:cubicBezTo>
                  <a:lnTo>
                    <a:pt x="116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76"/>
            <p:cNvSpPr/>
            <p:nvPr/>
          </p:nvSpPr>
          <p:spPr bwMode="auto">
            <a:xfrm>
              <a:off x="11301413" y="3368676"/>
              <a:ext cx="165100" cy="115888"/>
            </a:xfrm>
            <a:custGeom>
              <a:avLst/>
              <a:gdLst>
                <a:gd name="T0" fmla="*/ 40 w 44"/>
                <a:gd name="T1" fmla="*/ 0 h 31"/>
                <a:gd name="T2" fmla="*/ 16 w 44"/>
                <a:gd name="T3" fmla="*/ 25 h 31"/>
                <a:gd name="T4" fmla="*/ 4 w 44"/>
                <a:gd name="T5" fmla="*/ 14 h 31"/>
                <a:gd name="T6" fmla="*/ 1 w 44"/>
                <a:gd name="T7" fmla="*/ 14 h 31"/>
                <a:gd name="T8" fmla="*/ 1 w 44"/>
                <a:gd name="T9" fmla="*/ 17 h 31"/>
                <a:gd name="T10" fmla="*/ 13 w 44"/>
                <a:gd name="T11" fmla="*/ 29 h 31"/>
                <a:gd name="T12" fmla="*/ 14 w 44"/>
                <a:gd name="T13" fmla="*/ 30 h 31"/>
                <a:gd name="T14" fmla="*/ 17 w 44"/>
                <a:gd name="T15" fmla="*/ 30 h 31"/>
                <a:gd name="T16" fmla="*/ 44 w 44"/>
                <a:gd name="T17" fmla="*/ 4 h 31"/>
                <a:gd name="T18" fmla="*/ 44 w 44"/>
                <a:gd name="T19" fmla="*/ 2 h 31"/>
                <a:gd name="T20" fmla="*/ 44 w 44"/>
                <a:gd name="T21" fmla="*/ 0 h 31"/>
                <a:gd name="T22" fmla="*/ 40 w 44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31">
                  <a:moveTo>
                    <a:pt x="40" y="0"/>
                  </a:moveTo>
                  <a:cubicBezTo>
                    <a:pt x="16" y="25"/>
                    <a:pt x="16" y="25"/>
                    <a:pt x="16" y="2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3"/>
                    <a:pt x="2" y="13"/>
                    <a:pt x="1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6" y="31"/>
                    <a:pt x="17" y="30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3"/>
                    <a:pt x="44" y="3"/>
                    <a:pt x="44" y="2"/>
                  </a:cubicBezTo>
                  <a:cubicBezTo>
                    <a:pt x="44" y="1"/>
                    <a:pt x="44" y="1"/>
                    <a:pt x="44" y="0"/>
                  </a:cubicBezTo>
                  <a:cubicBezTo>
                    <a:pt x="43" y="0"/>
                    <a:pt x="41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10193338" y="3187701"/>
            <a:ext cx="450850" cy="481013"/>
            <a:chOff x="10193338" y="3187701"/>
            <a:chExt cx="450850" cy="481013"/>
          </a:xfrm>
          <a:solidFill>
            <a:schemeClr val="accent1"/>
          </a:solidFill>
        </p:grpSpPr>
        <p:sp>
          <p:nvSpPr>
            <p:cNvPr id="77" name="Freeform 77"/>
            <p:cNvSpPr>
              <a:spLocks noEditPoints="1"/>
            </p:cNvSpPr>
            <p:nvPr/>
          </p:nvSpPr>
          <p:spPr bwMode="auto">
            <a:xfrm>
              <a:off x="10193338" y="3187701"/>
              <a:ext cx="450850" cy="481013"/>
            </a:xfrm>
            <a:custGeom>
              <a:avLst/>
              <a:gdLst>
                <a:gd name="T0" fmla="*/ 120 w 120"/>
                <a:gd name="T1" fmla="*/ 23 h 128"/>
                <a:gd name="T2" fmla="*/ 118 w 120"/>
                <a:gd name="T3" fmla="*/ 21 h 128"/>
                <a:gd name="T4" fmla="*/ 62 w 120"/>
                <a:gd name="T5" fmla="*/ 1 h 128"/>
                <a:gd name="T6" fmla="*/ 61 w 120"/>
                <a:gd name="T7" fmla="*/ 0 h 128"/>
                <a:gd name="T8" fmla="*/ 61 w 120"/>
                <a:gd name="T9" fmla="*/ 0 h 128"/>
                <a:gd name="T10" fmla="*/ 59 w 120"/>
                <a:gd name="T11" fmla="*/ 0 h 128"/>
                <a:gd name="T12" fmla="*/ 58 w 120"/>
                <a:gd name="T13" fmla="*/ 1 h 128"/>
                <a:gd name="T14" fmla="*/ 2 w 120"/>
                <a:gd name="T15" fmla="*/ 21 h 128"/>
                <a:gd name="T16" fmla="*/ 0 w 120"/>
                <a:gd name="T17" fmla="*/ 23 h 128"/>
                <a:gd name="T18" fmla="*/ 0 w 120"/>
                <a:gd name="T19" fmla="*/ 24 h 128"/>
                <a:gd name="T20" fmla="*/ 59 w 120"/>
                <a:gd name="T21" fmla="*/ 128 h 128"/>
                <a:gd name="T22" fmla="*/ 61 w 120"/>
                <a:gd name="T23" fmla="*/ 128 h 128"/>
                <a:gd name="T24" fmla="*/ 62 w 120"/>
                <a:gd name="T25" fmla="*/ 127 h 128"/>
                <a:gd name="T26" fmla="*/ 120 w 120"/>
                <a:gd name="T27" fmla="*/ 24 h 128"/>
                <a:gd name="T28" fmla="*/ 120 w 120"/>
                <a:gd name="T29" fmla="*/ 23 h 128"/>
                <a:gd name="T30" fmla="*/ 115 w 120"/>
                <a:gd name="T31" fmla="*/ 27 h 128"/>
                <a:gd name="T32" fmla="*/ 110 w 120"/>
                <a:gd name="T33" fmla="*/ 54 h 128"/>
                <a:gd name="T34" fmla="*/ 98 w 120"/>
                <a:gd name="T35" fmla="*/ 82 h 128"/>
                <a:gd name="T36" fmla="*/ 80 w 120"/>
                <a:gd name="T37" fmla="*/ 105 h 128"/>
                <a:gd name="T38" fmla="*/ 61 w 120"/>
                <a:gd name="T39" fmla="*/ 122 h 128"/>
                <a:gd name="T40" fmla="*/ 60 w 120"/>
                <a:gd name="T41" fmla="*/ 123 h 128"/>
                <a:gd name="T42" fmla="*/ 59 w 120"/>
                <a:gd name="T43" fmla="*/ 122 h 128"/>
                <a:gd name="T44" fmla="*/ 40 w 120"/>
                <a:gd name="T45" fmla="*/ 105 h 128"/>
                <a:gd name="T46" fmla="*/ 22 w 120"/>
                <a:gd name="T47" fmla="*/ 82 h 128"/>
                <a:gd name="T48" fmla="*/ 10 w 120"/>
                <a:gd name="T49" fmla="*/ 54 h 128"/>
                <a:gd name="T50" fmla="*/ 5 w 120"/>
                <a:gd name="T51" fmla="*/ 27 h 128"/>
                <a:gd name="T52" fmla="*/ 4 w 120"/>
                <a:gd name="T53" fmla="*/ 25 h 128"/>
                <a:gd name="T54" fmla="*/ 6 w 120"/>
                <a:gd name="T55" fmla="*/ 25 h 128"/>
                <a:gd name="T56" fmla="*/ 33 w 120"/>
                <a:gd name="T57" fmla="*/ 20 h 128"/>
                <a:gd name="T58" fmla="*/ 59 w 120"/>
                <a:gd name="T59" fmla="*/ 6 h 128"/>
                <a:gd name="T60" fmla="*/ 60 w 120"/>
                <a:gd name="T61" fmla="*/ 5 h 128"/>
                <a:gd name="T62" fmla="*/ 61 w 120"/>
                <a:gd name="T63" fmla="*/ 6 h 128"/>
                <a:gd name="T64" fmla="*/ 87 w 120"/>
                <a:gd name="T65" fmla="*/ 20 h 128"/>
                <a:gd name="T66" fmla="*/ 114 w 120"/>
                <a:gd name="T67" fmla="*/ 25 h 128"/>
                <a:gd name="T68" fmla="*/ 116 w 120"/>
                <a:gd name="T69" fmla="*/ 25 h 128"/>
                <a:gd name="T70" fmla="*/ 115 w 120"/>
                <a:gd name="T71" fmla="*/ 2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" h="128">
                  <a:moveTo>
                    <a:pt x="120" y="23"/>
                  </a:moveTo>
                  <a:cubicBezTo>
                    <a:pt x="120" y="22"/>
                    <a:pt x="119" y="21"/>
                    <a:pt x="118" y="21"/>
                  </a:cubicBezTo>
                  <a:cubicBezTo>
                    <a:pt x="107" y="20"/>
                    <a:pt x="81" y="18"/>
                    <a:pt x="62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0" y="0"/>
                    <a:pt x="59" y="0"/>
                    <a:pt x="59" y="0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39" y="18"/>
                    <a:pt x="13" y="20"/>
                    <a:pt x="2" y="21"/>
                  </a:cubicBezTo>
                  <a:cubicBezTo>
                    <a:pt x="1" y="21"/>
                    <a:pt x="0" y="22"/>
                    <a:pt x="0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2" y="72"/>
                    <a:pt x="31" y="109"/>
                    <a:pt x="59" y="128"/>
                  </a:cubicBezTo>
                  <a:cubicBezTo>
                    <a:pt x="59" y="128"/>
                    <a:pt x="61" y="128"/>
                    <a:pt x="61" y="128"/>
                  </a:cubicBezTo>
                  <a:cubicBezTo>
                    <a:pt x="62" y="127"/>
                    <a:pt x="62" y="127"/>
                    <a:pt x="62" y="127"/>
                  </a:cubicBezTo>
                  <a:cubicBezTo>
                    <a:pt x="89" y="108"/>
                    <a:pt x="118" y="71"/>
                    <a:pt x="120" y="24"/>
                  </a:cubicBezTo>
                  <a:lnTo>
                    <a:pt x="120" y="23"/>
                  </a:lnTo>
                  <a:close/>
                  <a:moveTo>
                    <a:pt x="115" y="27"/>
                  </a:moveTo>
                  <a:cubicBezTo>
                    <a:pt x="115" y="36"/>
                    <a:pt x="113" y="45"/>
                    <a:pt x="110" y="54"/>
                  </a:cubicBezTo>
                  <a:cubicBezTo>
                    <a:pt x="107" y="63"/>
                    <a:pt x="103" y="73"/>
                    <a:pt x="98" y="82"/>
                  </a:cubicBezTo>
                  <a:cubicBezTo>
                    <a:pt x="93" y="90"/>
                    <a:pt x="87" y="98"/>
                    <a:pt x="80" y="105"/>
                  </a:cubicBezTo>
                  <a:cubicBezTo>
                    <a:pt x="74" y="112"/>
                    <a:pt x="68" y="117"/>
                    <a:pt x="61" y="122"/>
                  </a:cubicBezTo>
                  <a:cubicBezTo>
                    <a:pt x="60" y="123"/>
                    <a:pt x="60" y="123"/>
                    <a:pt x="60" y="123"/>
                  </a:cubicBezTo>
                  <a:cubicBezTo>
                    <a:pt x="59" y="122"/>
                    <a:pt x="59" y="122"/>
                    <a:pt x="59" y="122"/>
                  </a:cubicBezTo>
                  <a:cubicBezTo>
                    <a:pt x="52" y="117"/>
                    <a:pt x="46" y="112"/>
                    <a:pt x="40" y="105"/>
                  </a:cubicBezTo>
                  <a:cubicBezTo>
                    <a:pt x="33" y="98"/>
                    <a:pt x="27" y="90"/>
                    <a:pt x="22" y="82"/>
                  </a:cubicBezTo>
                  <a:cubicBezTo>
                    <a:pt x="17" y="73"/>
                    <a:pt x="13" y="63"/>
                    <a:pt x="10" y="54"/>
                  </a:cubicBezTo>
                  <a:cubicBezTo>
                    <a:pt x="7" y="45"/>
                    <a:pt x="5" y="36"/>
                    <a:pt x="5" y="27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5" y="24"/>
                    <a:pt x="24" y="23"/>
                    <a:pt x="33" y="20"/>
                  </a:cubicBezTo>
                  <a:cubicBezTo>
                    <a:pt x="43" y="17"/>
                    <a:pt x="52" y="12"/>
                    <a:pt x="59" y="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8" y="12"/>
                    <a:pt x="77" y="17"/>
                    <a:pt x="87" y="20"/>
                  </a:cubicBezTo>
                  <a:cubicBezTo>
                    <a:pt x="96" y="23"/>
                    <a:pt x="105" y="24"/>
                    <a:pt x="114" y="25"/>
                  </a:cubicBezTo>
                  <a:cubicBezTo>
                    <a:pt x="116" y="25"/>
                    <a:pt x="116" y="25"/>
                    <a:pt x="116" y="25"/>
                  </a:cubicBezTo>
                  <a:lnTo>
                    <a:pt x="115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78"/>
            <p:cNvSpPr/>
            <p:nvPr/>
          </p:nvSpPr>
          <p:spPr bwMode="auto">
            <a:xfrm>
              <a:off x="10358438" y="3368676"/>
              <a:ext cx="120650" cy="115888"/>
            </a:xfrm>
            <a:custGeom>
              <a:avLst/>
              <a:gdLst>
                <a:gd name="T0" fmla="*/ 19 w 32"/>
                <a:gd name="T1" fmla="*/ 15 h 31"/>
                <a:gd name="T2" fmla="*/ 31 w 32"/>
                <a:gd name="T3" fmla="*/ 4 h 31"/>
                <a:gd name="T4" fmla="*/ 31 w 32"/>
                <a:gd name="T5" fmla="*/ 1 h 31"/>
                <a:gd name="T6" fmla="*/ 28 w 32"/>
                <a:gd name="T7" fmla="*/ 1 h 31"/>
                <a:gd name="T8" fmla="*/ 16 w 32"/>
                <a:gd name="T9" fmla="*/ 12 h 31"/>
                <a:gd name="T10" fmla="*/ 4 w 32"/>
                <a:gd name="T11" fmla="*/ 1 h 31"/>
                <a:gd name="T12" fmla="*/ 1 w 32"/>
                <a:gd name="T13" fmla="*/ 1 h 31"/>
                <a:gd name="T14" fmla="*/ 1 w 32"/>
                <a:gd name="T15" fmla="*/ 4 h 31"/>
                <a:gd name="T16" fmla="*/ 13 w 32"/>
                <a:gd name="T17" fmla="*/ 15 h 31"/>
                <a:gd name="T18" fmla="*/ 1 w 32"/>
                <a:gd name="T19" fmla="*/ 27 h 31"/>
                <a:gd name="T20" fmla="*/ 1 w 32"/>
                <a:gd name="T21" fmla="*/ 29 h 31"/>
                <a:gd name="T22" fmla="*/ 1 w 32"/>
                <a:gd name="T23" fmla="*/ 30 h 31"/>
                <a:gd name="T24" fmla="*/ 4 w 32"/>
                <a:gd name="T25" fmla="*/ 30 h 31"/>
                <a:gd name="T26" fmla="*/ 16 w 32"/>
                <a:gd name="T27" fmla="*/ 19 h 31"/>
                <a:gd name="T28" fmla="*/ 28 w 32"/>
                <a:gd name="T29" fmla="*/ 30 h 31"/>
                <a:gd name="T30" fmla="*/ 31 w 32"/>
                <a:gd name="T31" fmla="*/ 30 h 31"/>
                <a:gd name="T32" fmla="*/ 31 w 32"/>
                <a:gd name="T33" fmla="*/ 27 h 31"/>
                <a:gd name="T34" fmla="*/ 19 w 32"/>
                <a:gd name="T35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1">
                  <a:moveTo>
                    <a:pt x="19" y="15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2" y="3"/>
                    <a:pt x="32" y="2"/>
                    <a:pt x="31" y="1"/>
                  </a:cubicBezTo>
                  <a:cubicBezTo>
                    <a:pt x="30" y="0"/>
                    <a:pt x="28" y="0"/>
                    <a:pt x="28" y="1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8"/>
                    <a:pt x="1" y="29"/>
                  </a:cubicBezTo>
                  <a:cubicBezTo>
                    <a:pt x="1" y="29"/>
                    <a:pt x="1" y="30"/>
                    <a:pt x="1" y="30"/>
                  </a:cubicBezTo>
                  <a:cubicBezTo>
                    <a:pt x="2" y="31"/>
                    <a:pt x="4" y="31"/>
                    <a:pt x="4" y="3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1"/>
                    <a:pt x="30" y="31"/>
                    <a:pt x="31" y="30"/>
                  </a:cubicBezTo>
                  <a:cubicBezTo>
                    <a:pt x="32" y="29"/>
                    <a:pt x="32" y="28"/>
                    <a:pt x="31" y="2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9" name="Freeform 79"/>
          <p:cNvSpPr>
            <a:spLocks noEditPoints="1"/>
          </p:cNvSpPr>
          <p:nvPr/>
        </p:nvSpPr>
        <p:spPr bwMode="auto">
          <a:xfrm>
            <a:off x="9232900" y="3187701"/>
            <a:ext cx="450850" cy="481013"/>
          </a:xfrm>
          <a:custGeom>
            <a:avLst/>
            <a:gdLst>
              <a:gd name="T0" fmla="*/ 120 w 120"/>
              <a:gd name="T1" fmla="*/ 24 h 128"/>
              <a:gd name="T2" fmla="*/ 120 w 120"/>
              <a:gd name="T3" fmla="*/ 23 h 128"/>
              <a:gd name="T4" fmla="*/ 118 w 120"/>
              <a:gd name="T5" fmla="*/ 21 h 128"/>
              <a:gd name="T6" fmla="*/ 62 w 120"/>
              <a:gd name="T7" fmla="*/ 1 h 128"/>
              <a:gd name="T8" fmla="*/ 61 w 120"/>
              <a:gd name="T9" fmla="*/ 0 h 128"/>
              <a:gd name="T10" fmla="*/ 61 w 120"/>
              <a:gd name="T11" fmla="*/ 0 h 128"/>
              <a:gd name="T12" fmla="*/ 60 w 120"/>
              <a:gd name="T13" fmla="*/ 0 h 128"/>
              <a:gd name="T14" fmla="*/ 58 w 120"/>
              <a:gd name="T15" fmla="*/ 1 h 128"/>
              <a:gd name="T16" fmla="*/ 2 w 120"/>
              <a:gd name="T17" fmla="*/ 21 h 128"/>
              <a:gd name="T18" fmla="*/ 0 w 120"/>
              <a:gd name="T19" fmla="*/ 23 h 128"/>
              <a:gd name="T20" fmla="*/ 0 w 120"/>
              <a:gd name="T21" fmla="*/ 24 h 128"/>
              <a:gd name="T22" fmla="*/ 59 w 120"/>
              <a:gd name="T23" fmla="*/ 128 h 128"/>
              <a:gd name="T24" fmla="*/ 61 w 120"/>
              <a:gd name="T25" fmla="*/ 128 h 128"/>
              <a:gd name="T26" fmla="*/ 62 w 120"/>
              <a:gd name="T27" fmla="*/ 127 h 128"/>
              <a:gd name="T28" fmla="*/ 120 w 120"/>
              <a:gd name="T29" fmla="*/ 24 h 128"/>
              <a:gd name="T30" fmla="*/ 61 w 120"/>
              <a:gd name="T31" fmla="*/ 122 h 128"/>
              <a:gd name="T32" fmla="*/ 60 w 120"/>
              <a:gd name="T33" fmla="*/ 123 h 128"/>
              <a:gd name="T34" fmla="*/ 59 w 120"/>
              <a:gd name="T35" fmla="*/ 122 h 128"/>
              <a:gd name="T36" fmla="*/ 40 w 120"/>
              <a:gd name="T37" fmla="*/ 105 h 128"/>
              <a:gd name="T38" fmla="*/ 22 w 120"/>
              <a:gd name="T39" fmla="*/ 82 h 128"/>
              <a:gd name="T40" fmla="*/ 10 w 120"/>
              <a:gd name="T41" fmla="*/ 54 h 128"/>
              <a:gd name="T42" fmla="*/ 5 w 120"/>
              <a:gd name="T43" fmla="*/ 27 h 128"/>
              <a:gd name="T44" fmla="*/ 4 w 120"/>
              <a:gd name="T45" fmla="*/ 25 h 128"/>
              <a:gd name="T46" fmla="*/ 6 w 120"/>
              <a:gd name="T47" fmla="*/ 25 h 128"/>
              <a:gd name="T48" fmla="*/ 33 w 120"/>
              <a:gd name="T49" fmla="*/ 20 h 128"/>
              <a:gd name="T50" fmla="*/ 59 w 120"/>
              <a:gd name="T51" fmla="*/ 6 h 128"/>
              <a:gd name="T52" fmla="*/ 60 w 120"/>
              <a:gd name="T53" fmla="*/ 5 h 128"/>
              <a:gd name="T54" fmla="*/ 61 w 120"/>
              <a:gd name="T55" fmla="*/ 6 h 128"/>
              <a:gd name="T56" fmla="*/ 87 w 120"/>
              <a:gd name="T57" fmla="*/ 20 h 128"/>
              <a:gd name="T58" fmla="*/ 114 w 120"/>
              <a:gd name="T59" fmla="*/ 25 h 128"/>
              <a:gd name="T60" fmla="*/ 116 w 120"/>
              <a:gd name="T61" fmla="*/ 25 h 128"/>
              <a:gd name="T62" fmla="*/ 115 w 120"/>
              <a:gd name="T63" fmla="*/ 27 h 128"/>
              <a:gd name="T64" fmla="*/ 110 w 120"/>
              <a:gd name="T65" fmla="*/ 54 h 128"/>
              <a:gd name="T66" fmla="*/ 98 w 120"/>
              <a:gd name="T67" fmla="*/ 82 h 128"/>
              <a:gd name="T68" fmla="*/ 80 w 120"/>
              <a:gd name="T69" fmla="*/ 105 h 128"/>
              <a:gd name="T70" fmla="*/ 61 w 120"/>
              <a:gd name="T71" fmla="*/ 12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0" h="128">
                <a:moveTo>
                  <a:pt x="120" y="24"/>
                </a:moveTo>
                <a:cubicBezTo>
                  <a:pt x="120" y="23"/>
                  <a:pt x="120" y="23"/>
                  <a:pt x="120" y="23"/>
                </a:cubicBezTo>
                <a:cubicBezTo>
                  <a:pt x="120" y="22"/>
                  <a:pt x="119" y="21"/>
                  <a:pt x="118" y="21"/>
                </a:cubicBezTo>
                <a:cubicBezTo>
                  <a:pt x="107" y="20"/>
                  <a:pt x="81" y="18"/>
                  <a:pt x="62" y="1"/>
                </a:cubicBezTo>
                <a:cubicBezTo>
                  <a:pt x="61" y="0"/>
                  <a:pt x="61" y="0"/>
                  <a:pt x="61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1" y="0"/>
                  <a:pt x="60" y="0"/>
                  <a:pt x="60" y="0"/>
                </a:cubicBezTo>
                <a:cubicBezTo>
                  <a:pt x="59" y="0"/>
                  <a:pt x="59" y="0"/>
                  <a:pt x="58" y="1"/>
                </a:cubicBezTo>
                <a:cubicBezTo>
                  <a:pt x="39" y="18"/>
                  <a:pt x="13" y="20"/>
                  <a:pt x="2" y="21"/>
                </a:cubicBezTo>
                <a:cubicBezTo>
                  <a:pt x="1" y="21"/>
                  <a:pt x="0" y="22"/>
                  <a:pt x="0" y="23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72"/>
                  <a:pt x="31" y="109"/>
                  <a:pt x="59" y="128"/>
                </a:cubicBezTo>
                <a:cubicBezTo>
                  <a:pt x="59" y="128"/>
                  <a:pt x="61" y="128"/>
                  <a:pt x="61" y="128"/>
                </a:cubicBezTo>
                <a:cubicBezTo>
                  <a:pt x="62" y="127"/>
                  <a:pt x="62" y="127"/>
                  <a:pt x="62" y="127"/>
                </a:cubicBezTo>
                <a:cubicBezTo>
                  <a:pt x="89" y="108"/>
                  <a:pt x="118" y="71"/>
                  <a:pt x="120" y="24"/>
                </a:cubicBezTo>
                <a:close/>
                <a:moveTo>
                  <a:pt x="61" y="122"/>
                </a:moveTo>
                <a:cubicBezTo>
                  <a:pt x="60" y="123"/>
                  <a:pt x="60" y="123"/>
                  <a:pt x="60" y="123"/>
                </a:cubicBezTo>
                <a:cubicBezTo>
                  <a:pt x="59" y="122"/>
                  <a:pt x="59" y="122"/>
                  <a:pt x="59" y="122"/>
                </a:cubicBezTo>
                <a:cubicBezTo>
                  <a:pt x="52" y="117"/>
                  <a:pt x="46" y="112"/>
                  <a:pt x="40" y="105"/>
                </a:cubicBezTo>
                <a:cubicBezTo>
                  <a:pt x="33" y="98"/>
                  <a:pt x="27" y="90"/>
                  <a:pt x="22" y="82"/>
                </a:cubicBezTo>
                <a:cubicBezTo>
                  <a:pt x="17" y="73"/>
                  <a:pt x="13" y="63"/>
                  <a:pt x="10" y="54"/>
                </a:cubicBezTo>
                <a:cubicBezTo>
                  <a:pt x="7" y="45"/>
                  <a:pt x="5" y="36"/>
                  <a:pt x="5" y="27"/>
                </a:cubicBezTo>
                <a:cubicBezTo>
                  <a:pt x="4" y="25"/>
                  <a:pt x="4" y="25"/>
                  <a:pt x="4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15" y="24"/>
                  <a:pt x="24" y="23"/>
                  <a:pt x="33" y="20"/>
                </a:cubicBezTo>
                <a:cubicBezTo>
                  <a:pt x="43" y="17"/>
                  <a:pt x="52" y="12"/>
                  <a:pt x="59" y="6"/>
                </a:cubicBezTo>
                <a:cubicBezTo>
                  <a:pt x="60" y="5"/>
                  <a:pt x="60" y="5"/>
                  <a:pt x="60" y="5"/>
                </a:cubicBezTo>
                <a:cubicBezTo>
                  <a:pt x="61" y="6"/>
                  <a:pt x="61" y="6"/>
                  <a:pt x="61" y="6"/>
                </a:cubicBezTo>
                <a:cubicBezTo>
                  <a:pt x="68" y="12"/>
                  <a:pt x="77" y="17"/>
                  <a:pt x="87" y="20"/>
                </a:cubicBezTo>
                <a:cubicBezTo>
                  <a:pt x="96" y="23"/>
                  <a:pt x="105" y="24"/>
                  <a:pt x="114" y="25"/>
                </a:cubicBezTo>
                <a:cubicBezTo>
                  <a:pt x="116" y="25"/>
                  <a:pt x="116" y="25"/>
                  <a:pt x="116" y="25"/>
                </a:cubicBezTo>
                <a:cubicBezTo>
                  <a:pt x="115" y="27"/>
                  <a:pt x="115" y="27"/>
                  <a:pt x="115" y="27"/>
                </a:cubicBezTo>
                <a:cubicBezTo>
                  <a:pt x="115" y="36"/>
                  <a:pt x="113" y="45"/>
                  <a:pt x="110" y="54"/>
                </a:cubicBezTo>
                <a:cubicBezTo>
                  <a:pt x="107" y="63"/>
                  <a:pt x="103" y="73"/>
                  <a:pt x="98" y="82"/>
                </a:cubicBezTo>
                <a:cubicBezTo>
                  <a:pt x="93" y="90"/>
                  <a:pt x="87" y="98"/>
                  <a:pt x="80" y="105"/>
                </a:cubicBezTo>
                <a:cubicBezTo>
                  <a:pt x="74" y="112"/>
                  <a:pt x="68" y="117"/>
                  <a:pt x="61" y="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Freeform 80"/>
          <p:cNvSpPr>
            <a:spLocks noEditPoints="1"/>
          </p:cNvSpPr>
          <p:nvPr/>
        </p:nvSpPr>
        <p:spPr bwMode="auto">
          <a:xfrm>
            <a:off x="8294688" y="3187701"/>
            <a:ext cx="404813" cy="481013"/>
          </a:xfrm>
          <a:custGeom>
            <a:avLst/>
            <a:gdLst>
              <a:gd name="T0" fmla="*/ 77 w 108"/>
              <a:gd name="T1" fmla="*/ 117 h 128"/>
              <a:gd name="T2" fmla="*/ 108 w 108"/>
              <a:gd name="T3" fmla="*/ 81 h 128"/>
              <a:gd name="T4" fmla="*/ 97 w 108"/>
              <a:gd name="T5" fmla="*/ 52 h 128"/>
              <a:gd name="T6" fmla="*/ 107 w 108"/>
              <a:gd name="T7" fmla="*/ 25 h 128"/>
              <a:gd name="T8" fmla="*/ 107 w 108"/>
              <a:gd name="T9" fmla="*/ 22 h 128"/>
              <a:gd name="T10" fmla="*/ 82 w 108"/>
              <a:gd name="T11" fmla="*/ 1 h 128"/>
              <a:gd name="T12" fmla="*/ 76 w 108"/>
              <a:gd name="T13" fmla="*/ 3 h 128"/>
              <a:gd name="T14" fmla="*/ 67 w 108"/>
              <a:gd name="T15" fmla="*/ 10 h 128"/>
              <a:gd name="T16" fmla="*/ 55 w 108"/>
              <a:gd name="T17" fmla="*/ 1 h 128"/>
              <a:gd name="T18" fmla="*/ 54 w 108"/>
              <a:gd name="T19" fmla="*/ 0 h 128"/>
              <a:gd name="T20" fmla="*/ 50 w 108"/>
              <a:gd name="T21" fmla="*/ 3 h 128"/>
              <a:gd name="T22" fmla="*/ 32 w 108"/>
              <a:gd name="T23" fmla="*/ 4 h 128"/>
              <a:gd name="T24" fmla="*/ 29 w 108"/>
              <a:gd name="T25" fmla="*/ 1 h 128"/>
              <a:gd name="T26" fmla="*/ 1 w 108"/>
              <a:gd name="T27" fmla="*/ 22 h 128"/>
              <a:gd name="T28" fmla="*/ 0 w 108"/>
              <a:gd name="T29" fmla="*/ 24 h 128"/>
              <a:gd name="T30" fmla="*/ 6 w 108"/>
              <a:gd name="T31" fmla="*/ 30 h 128"/>
              <a:gd name="T32" fmla="*/ 6 w 108"/>
              <a:gd name="T33" fmla="*/ 64 h 128"/>
              <a:gd name="T34" fmla="*/ 8 w 108"/>
              <a:gd name="T35" fmla="*/ 104 h 128"/>
              <a:gd name="T36" fmla="*/ 53 w 108"/>
              <a:gd name="T37" fmla="*/ 127 h 128"/>
              <a:gd name="T38" fmla="*/ 55 w 108"/>
              <a:gd name="T39" fmla="*/ 127 h 128"/>
              <a:gd name="T40" fmla="*/ 32 w 108"/>
              <a:gd name="T41" fmla="*/ 113 h 128"/>
              <a:gd name="T42" fmla="*/ 4 w 108"/>
              <a:gd name="T43" fmla="*/ 81 h 128"/>
              <a:gd name="T44" fmla="*/ 15 w 108"/>
              <a:gd name="T45" fmla="*/ 54 h 128"/>
              <a:gd name="T46" fmla="*/ 6 w 108"/>
              <a:gd name="T47" fmla="*/ 24 h 128"/>
              <a:gd name="T48" fmla="*/ 29 w 108"/>
              <a:gd name="T49" fmla="*/ 7 h 128"/>
              <a:gd name="T50" fmla="*/ 53 w 108"/>
              <a:gd name="T51" fmla="*/ 7 h 128"/>
              <a:gd name="T52" fmla="*/ 55 w 108"/>
              <a:gd name="T53" fmla="*/ 7 h 128"/>
              <a:gd name="T54" fmla="*/ 79 w 108"/>
              <a:gd name="T55" fmla="*/ 7 h 128"/>
              <a:gd name="T56" fmla="*/ 102 w 108"/>
              <a:gd name="T57" fmla="*/ 24 h 128"/>
              <a:gd name="T58" fmla="*/ 93 w 108"/>
              <a:gd name="T59" fmla="*/ 54 h 128"/>
              <a:gd name="T60" fmla="*/ 104 w 108"/>
              <a:gd name="T61" fmla="*/ 81 h 128"/>
              <a:gd name="T62" fmla="*/ 76 w 108"/>
              <a:gd name="T63" fmla="*/ 113 h 128"/>
              <a:gd name="T64" fmla="*/ 54 w 108"/>
              <a:gd name="T6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8" h="128">
                <a:moveTo>
                  <a:pt x="55" y="127"/>
                </a:moveTo>
                <a:cubicBezTo>
                  <a:pt x="62" y="122"/>
                  <a:pt x="64" y="121"/>
                  <a:pt x="77" y="117"/>
                </a:cubicBezTo>
                <a:cubicBezTo>
                  <a:pt x="87" y="115"/>
                  <a:pt x="95" y="110"/>
                  <a:pt x="100" y="104"/>
                </a:cubicBezTo>
                <a:cubicBezTo>
                  <a:pt x="105" y="98"/>
                  <a:pt x="108" y="90"/>
                  <a:pt x="108" y="81"/>
                </a:cubicBezTo>
                <a:cubicBezTo>
                  <a:pt x="108" y="75"/>
                  <a:pt x="105" y="70"/>
                  <a:pt x="102" y="64"/>
                </a:cubicBezTo>
                <a:cubicBezTo>
                  <a:pt x="101" y="61"/>
                  <a:pt x="98" y="57"/>
                  <a:pt x="97" y="52"/>
                </a:cubicBezTo>
                <a:cubicBezTo>
                  <a:pt x="92" y="40"/>
                  <a:pt x="97" y="35"/>
                  <a:pt x="102" y="30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25"/>
                  <a:pt x="108" y="24"/>
                  <a:pt x="108" y="24"/>
                </a:cubicBezTo>
                <a:cubicBezTo>
                  <a:pt x="108" y="23"/>
                  <a:pt x="107" y="22"/>
                  <a:pt x="107" y="22"/>
                </a:cubicBezTo>
                <a:cubicBezTo>
                  <a:pt x="106" y="21"/>
                  <a:pt x="106" y="21"/>
                  <a:pt x="106" y="21"/>
                </a:cubicBezTo>
                <a:cubicBezTo>
                  <a:pt x="82" y="1"/>
                  <a:pt x="82" y="1"/>
                  <a:pt x="82" y="1"/>
                </a:cubicBezTo>
                <a:cubicBezTo>
                  <a:pt x="81" y="0"/>
                  <a:pt x="79" y="0"/>
                  <a:pt x="79" y="1"/>
                </a:cubicBezTo>
                <a:cubicBezTo>
                  <a:pt x="78" y="2"/>
                  <a:pt x="77" y="3"/>
                  <a:pt x="76" y="3"/>
                </a:cubicBezTo>
                <a:cubicBezTo>
                  <a:pt x="76" y="4"/>
                  <a:pt x="76" y="4"/>
                  <a:pt x="76" y="4"/>
                </a:cubicBezTo>
                <a:cubicBezTo>
                  <a:pt x="73" y="7"/>
                  <a:pt x="71" y="10"/>
                  <a:pt x="67" y="10"/>
                </a:cubicBezTo>
                <a:cubicBezTo>
                  <a:pt x="64" y="10"/>
                  <a:pt x="61" y="6"/>
                  <a:pt x="58" y="3"/>
                </a:cubicBezTo>
                <a:cubicBezTo>
                  <a:pt x="57" y="2"/>
                  <a:pt x="56" y="1"/>
                  <a:pt x="55" y="1"/>
                </a:cubicBezTo>
                <a:cubicBezTo>
                  <a:pt x="55" y="1"/>
                  <a:pt x="55" y="1"/>
                  <a:pt x="55" y="1"/>
                </a:cubicBezTo>
                <a:cubicBezTo>
                  <a:pt x="55" y="0"/>
                  <a:pt x="54" y="0"/>
                  <a:pt x="54" y="0"/>
                </a:cubicBezTo>
                <a:cubicBezTo>
                  <a:pt x="54" y="0"/>
                  <a:pt x="53" y="0"/>
                  <a:pt x="53" y="1"/>
                </a:cubicBezTo>
                <a:cubicBezTo>
                  <a:pt x="52" y="1"/>
                  <a:pt x="51" y="2"/>
                  <a:pt x="50" y="3"/>
                </a:cubicBezTo>
                <a:cubicBezTo>
                  <a:pt x="47" y="6"/>
                  <a:pt x="44" y="10"/>
                  <a:pt x="41" y="10"/>
                </a:cubicBezTo>
                <a:cubicBezTo>
                  <a:pt x="37" y="10"/>
                  <a:pt x="35" y="7"/>
                  <a:pt x="32" y="4"/>
                </a:cubicBezTo>
                <a:cubicBezTo>
                  <a:pt x="32" y="3"/>
                  <a:pt x="32" y="3"/>
                  <a:pt x="32" y="3"/>
                </a:cubicBezTo>
                <a:cubicBezTo>
                  <a:pt x="31" y="3"/>
                  <a:pt x="30" y="2"/>
                  <a:pt x="29" y="1"/>
                </a:cubicBezTo>
                <a:cubicBezTo>
                  <a:pt x="28" y="0"/>
                  <a:pt x="27" y="0"/>
                  <a:pt x="26" y="1"/>
                </a:cubicBezTo>
                <a:cubicBezTo>
                  <a:pt x="1" y="22"/>
                  <a:pt x="1" y="22"/>
                  <a:pt x="1" y="22"/>
                </a:cubicBezTo>
                <a:cubicBezTo>
                  <a:pt x="1" y="22"/>
                  <a:pt x="1" y="22"/>
                  <a:pt x="1" y="22"/>
                </a:cubicBezTo>
                <a:cubicBezTo>
                  <a:pt x="1" y="22"/>
                  <a:pt x="0" y="23"/>
                  <a:pt x="0" y="24"/>
                </a:cubicBezTo>
                <a:cubicBezTo>
                  <a:pt x="0" y="24"/>
                  <a:pt x="1" y="25"/>
                  <a:pt x="1" y="25"/>
                </a:cubicBezTo>
                <a:cubicBezTo>
                  <a:pt x="6" y="30"/>
                  <a:pt x="6" y="30"/>
                  <a:pt x="6" y="30"/>
                </a:cubicBezTo>
                <a:cubicBezTo>
                  <a:pt x="11" y="35"/>
                  <a:pt x="16" y="40"/>
                  <a:pt x="11" y="52"/>
                </a:cubicBezTo>
                <a:cubicBezTo>
                  <a:pt x="10" y="57"/>
                  <a:pt x="7" y="61"/>
                  <a:pt x="6" y="64"/>
                </a:cubicBezTo>
                <a:cubicBezTo>
                  <a:pt x="3" y="70"/>
                  <a:pt x="0" y="75"/>
                  <a:pt x="0" y="81"/>
                </a:cubicBezTo>
                <a:cubicBezTo>
                  <a:pt x="0" y="90"/>
                  <a:pt x="3" y="98"/>
                  <a:pt x="8" y="104"/>
                </a:cubicBezTo>
                <a:cubicBezTo>
                  <a:pt x="13" y="110"/>
                  <a:pt x="21" y="115"/>
                  <a:pt x="31" y="117"/>
                </a:cubicBezTo>
                <a:cubicBezTo>
                  <a:pt x="44" y="121"/>
                  <a:pt x="46" y="122"/>
                  <a:pt x="53" y="127"/>
                </a:cubicBezTo>
                <a:cubicBezTo>
                  <a:pt x="53" y="128"/>
                  <a:pt x="54" y="128"/>
                  <a:pt x="54" y="128"/>
                </a:cubicBezTo>
                <a:cubicBezTo>
                  <a:pt x="55" y="128"/>
                  <a:pt x="55" y="128"/>
                  <a:pt x="55" y="127"/>
                </a:cubicBezTo>
                <a:close/>
                <a:moveTo>
                  <a:pt x="53" y="122"/>
                </a:moveTo>
                <a:cubicBezTo>
                  <a:pt x="47" y="118"/>
                  <a:pt x="44" y="116"/>
                  <a:pt x="32" y="113"/>
                </a:cubicBezTo>
                <a:cubicBezTo>
                  <a:pt x="23" y="111"/>
                  <a:pt x="16" y="107"/>
                  <a:pt x="11" y="101"/>
                </a:cubicBezTo>
                <a:cubicBezTo>
                  <a:pt x="7" y="96"/>
                  <a:pt x="4" y="89"/>
                  <a:pt x="4" y="81"/>
                </a:cubicBezTo>
                <a:cubicBezTo>
                  <a:pt x="4" y="76"/>
                  <a:pt x="7" y="72"/>
                  <a:pt x="10" y="66"/>
                </a:cubicBezTo>
                <a:cubicBezTo>
                  <a:pt x="12" y="63"/>
                  <a:pt x="14" y="59"/>
                  <a:pt x="15" y="54"/>
                </a:cubicBezTo>
                <a:cubicBezTo>
                  <a:pt x="21" y="39"/>
                  <a:pt x="14" y="32"/>
                  <a:pt x="9" y="27"/>
                </a:cubicBezTo>
                <a:cubicBezTo>
                  <a:pt x="6" y="24"/>
                  <a:pt x="6" y="24"/>
                  <a:pt x="6" y="24"/>
                </a:cubicBezTo>
                <a:cubicBezTo>
                  <a:pt x="28" y="5"/>
                  <a:pt x="28" y="5"/>
                  <a:pt x="28" y="5"/>
                </a:cubicBezTo>
                <a:cubicBezTo>
                  <a:pt x="29" y="7"/>
                  <a:pt x="29" y="7"/>
                  <a:pt x="29" y="7"/>
                </a:cubicBezTo>
                <a:cubicBezTo>
                  <a:pt x="31" y="10"/>
                  <a:pt x="35" y="14"/>
                  <a:pt x="41" y="14"/>
                </a:cubicBezTo>
                <a:cubicBezTo>
                  <a:pt x="46" y="14"/>
                  <a:pt x="49" y="11"/>
                  <a:pt x="53" y="7"/>
                </a:cubicBezTo>
                <a:cubicBezTo>
                  <a:pt x="54" y="6"/>
                  <a:pt x="54" y="6"/>
                  <a:pt x="54" y="6"/>
                </a:cubicBezTo>
                <a:cubicBezTo>
                  <a:pt x="55" y="7"/>
                  <a:pt x="55" y="7"/>
                  <a:pt x="55" y="7"/>
                </a:cubicBezTo>
                <a:cubicBezTo>
                  <a:pt x="59" y="11"/>
                  <a:pt x="62" y="14"/>
                  <a:pt x="67" y="14"/>
                </a:cubicBezTo>
                <a:cubicBezTo>
                  <a:pt x="73" y="14"/>
                  <a:pt x="77" y="10"/>
                  <a:pt x="79" y="7"/>
                </a:cubicBezTo>
                <a:cubicBezTo>
                  <a:pt x="80" y="5"/>
                  <a:pt x="80" y="5"/>
                  <a:pt x="80" y="5"/>
                </a:cubicBezTo>
                <a:cubicBezTo>
                  <a:pt x="102" y="24"/>
                  <a:pt x="102" y="24"/>
                  <a:pt x="102" y="24"/>
                </a:cubicBezTo>
                <a:cubicBezTo>
                  <a:pt x="99" y="27"/>
                  <a:pt x="99" y="27"/>
                  <a:pt x="99" y="27"/>
                </a:cubicBezTo>
                <a:cubicBezTo>
                  <a:pt x="94" y="32"/>
                  <a:pt x="87" y="39"/>
                  <a:pt x="93" y="54"/>
                </a:cubicBezTo>
                <a:cubicBezTo>
                  <a:pt x="94" y="59"/>
                  <a:pt x="96" y="63"/>
                  <a:pt x="98" y="66"/>
                </a:cubicBezTo>
                <a:cubicBezTo>
                  <a:pt x="101" y="72"/>
                  <a:pt x="104" y="76"/>
                  <a:pt x="104" y="81"/>
                </a:cubicBezTo>
                <a:cubicBezTo>
                  <a:pt x="104" y="89"/>
                  <a:pt x="101" y="96"/>
                  <a:pt x="97" y="101"/>
                </a:cubicBezTo>
                <a:cubicBezTo>
                  <a:pt x="92" y="107"/>
                  <a:pt x="85" y="111"/>
                  <a:pt x="76" y="113"/>
                </a:cubicBezTo>
                <a:cubicBezTo>
                  <a:pt x="64" y="116"/>
                  <a:pt x="61" y="118"/>
                  <a:pt x="55" y="122"/>
                </a:cubicBezTo>
                <a:cubicBezTo>
                  <a:pt x="54" y="123"/>
                  <a:pt x="54" y="123"/>
                  <a:pt x="54" y="123"/>
                </a:cubicBezTo>
                <a:lnTo>
                  <a:pt x="53" y="1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3" name="组合 192"/>
          <p:cNvGrpSpPr/>
          <p:nvPr/>
        </p:nvGrpSpPr>
        <p:grpSpPr>
          <a:xfrm>
            <a:off x="7310438" y="3187701"/>
            <a:ext cx="450850" cy="481013"/>
            <a:chOff x="7310438" y="3187701"/>
            <a:chExt cx="450850" cy="481013"/>
          </a:xfrm>
          <a:solidFill>
            <a:schemeClr val="accent1"/>
          </a:solidFill>
        </p:grpSpPr>
        <p:sp>
          <p:nvSpPr>
            <p:cNvPr id="81" name="Freeform 81"/>
            <p:cNvSpPr>
              <a:spLocks noEditPoints="1"/>
            </p:cNvSpPr>
            <p:nvPr/>
          </p:nvSpPr>
          <p:spPr bwMode="auto">
            <a:xfrm>
              <a:off x="7310438" y="3187701"/>
              <a:ext cx="450850" cy="481013"/>
            </a:xfrm>
            <a:custGeom>
              <a:avLst/>
              <a:gdLst>
                <a:gd name="T0" fmla="*/ 114 w 120"/>
                <a:gd name="T1" fmla="*/ 0 h 128"/>
                <a:gd name="T2" fmla="*/ 6 w 120"/>
                <a:gd name="T3" fmla="*/ 0 h 128"/>
                <a:gd name="T4" fmla="*/ 0 w 120"/>
                <a:gd name="T5" fmla="*/ 6 h 128"/>
                <a:gd name="T6" fmla="*/ 0 w 120"/>
                <a:gd name="T7" fmla="*/ 115 h 128"/>
                <a:gd name="T8" fmla="*/ 6 w 120"/>
                <a:gd name="T9" fmla="*/ 121 h 128"/>
                <a:gd name="T10" fmla="*/ 15 w 120"/>
                <a:gd name="T11" fmla="*/ 121 h 128"/>
                <a:gd name="T12" fmla="*/ 15 w 120"/>
                <a:gd name="T13" fmla="*/ 122 h 128"/>
                <a:gd name="T14" fmla="*/ 21 w 120"/>
                <a:gd name="T15" fmla="*/ 128 h 128"/>
                <a:gd name="T16" fmla="*/ 35 w 120"/>
                <a:gd name="T17" fmla="*/ 128 h 128"/>
                <a:gd name="T18" fmla="*/ 41 w 120"/>
                <a:gd name="T19" fmla="*/ 122 h 128"/>
                <a:gd name="T20" fmla="*/ 41 w 120"/>
                <a:gd name="T21" fmla="*/ 121 h 128"/>
                <a:gd name="T22" fmla="*/ 79 w 120"/>
                <a:gd name="T23" fmla="*/ 121 h 128"/>
                <a:gd name="T24" fmla="*/ 79 w 120"/>
                <a:gd name="T25" fmla="*/ 122 h 128"/>
                <a:gd name="T26" fmla="*/ 85 w 120"/>
                <a:gd name="T27" fmla="*/ 128 h 128"/>
                <a:gd name="T28" fmla="*/ 99 w 120"/>
                <a:gd name="T29" fmla="*/ 128 h 128"/>
                <a:gd name="T30" fmla="*/ 105 w 120"/>
                <a:gd name="T31" fmla="*/ 122 h 128"/>
                <a:gd name="T32" fmla="*/ 105 w 120"/>
                <a:gd name="T33" fmla="*/ 121 h 128"/>
                <a:gd name="T34" fmla="*/ 114 w 120"/>
                <a:gd name="T35" fmla="*/ 121 h 128"/>
                <a:gd name="T36" fmla="*/ 120 w 120"/>
                <a:gd name="T37" fmla="*/ 115 h 128"/>
                <a:gd name="T38" fmla="*/ 120 w 120"/>
                <a:gd name="T39" fmla="*/ 6 h 128"/>
                <a:gd name="T40" fmla="*/ 114 w 120"/>
                <a:gd name="T41" fmla="*/ 0 h 128"/>
                <a:gd name="T42" fmla="*/ 116 w 120"/>
                <a:gd name="T43" fmla="*/ 116 h 128"/>
                <a:gd name="T44" fmla="*/ 101 w 120"/>
                <a:gd name="T45" fmla="*/ 116 h 128"/>
                <a:gd name="T46" fmla="*/ 101 w 120"/>
                <a:gd name="T47" fmla="*/ 123 h 128"/>
                <a:gd name="T48" fmla="*/ 83 w 120"/>
                <a:gd name="T49" fmla="*/ 123 h 128"/>
                <a:gd name="T50" fmla="*/ 83 w 120"/>
                <a:gd name="T51" fmla="*/ 116 h 128"/>
                <a:gd name="T52" fmla="*/ 37 w 120"/>
                <a:gd name="T53" fmla="*/ 116 h 128"/>
                <a:gd name="T54" fmla="*/ 37 w 120"/>
                <a:gd name="T55" fmla="*/ 123 h 128"/>
                <a:gd name="T56" fmla="*/ 19 w 120"/>
                <a:gd name="T57" fmla="*/ 123 h 128"/>
                <a:gd name="T58" fmla="*/ 19 w 120"/>
                <a:gd name="T59" fmla="*/ 116 h 128"/>
                <a:gd name="T60" fmla="*/ 4 w 120"/>
                <a:gd name="T61" fmla="*/ 116 h 128"/>
                <a:gd name="T62" fmla="*/ 4 w 120"/>
                <a:gd name="T63" fmla="*/ 5 h 128"/>
                <a:gd name="T64" fmla="*/ 116 w 120"/>
                <a:gd name="T65" fmla="*/ 5 h 128"/>
                <a:gd name="T66" fmla="*/ 116 w 120"/>
                <a:gd name="T67" fmla="*/ 11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0" h="128">
                  <a:moveTo>
                    <a:pt x="11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2" y="121"/>
                    <a:pt x="6" y="121"/>
                  </a:cubicBezTo>
                  <a:cubicBezTo>
                    <a:pt x="15" y="121"/>
                    <a:pt x="15" y="121"/>
                    <a:pt x="15" y="121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5"/>
                    <a:pt x="17" y="128"/>
                    <a:pt x="21" y="128"/>
                  </a:cubicBezTo>
                  <a:cubicBezTo>
                    <a:pt x="35" y="128"/>
                    <a:pt x="35" y="128"/>
                    <a:pt x="35" y="128"/>
                  </a:cubicBezTo>
                  <a:cubicBezTo>
                    <a:pt x="39" y="128"/>
                    <a:pt x="41" y="125"/>
                    <a:pt x="41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5"/>
                    <a:pt x="81" y="128"/>
                    <a:pt x="85" y="128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103" y="128"/>
                    <a:pt x="105" y="125"/>
                    <a:pt x="105" y="122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14" y="121"/>
                    <a:pt x="114" y="121"/>
                    <a:pt x="114" y="121"/>
                  </a:cubicBezTo>
                  <a:cubicBezTo>
                    <a:pt x="118" y="121"/>
                    <a:pt x="120" y="118"/>
                    <a:pt x="120" y="115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3"/>
                    <a:pt x="118" y="0"/>
                    <a:pt x="114" y="0"/>
                  </a:cubicBezTo>
                  <a:close/>
                  <a:moveTo>
                    <a:pt x="116" y="116"/>
                  </a:moveTo>
                  <a:cubicBezTo>
                    <a:pt x="101" y="116"/>
                    <a:pt x="101" y="116"/>
                    <a:pt x="101" y="116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83" y="123"/>
                    <a:pt x="83" y="123"/>
                    <a:pt x="83" y="123"/>
                  </a:cubicBezTo>
                  <a:cubicBezTo>
                    <a:pt x="83" y="116"/>
                    <a:pt x="83" y="116"/>
                    <a:pt x="83" y="116"/>
                  </a:cubicBezTo>
                  <a:cubicBezTo>
                    <a:pt x="37" y="116"/>
                    <a:pt x="37" y="116"/>
                    <a:pt x="37" y="116"/>
                  </a:cubicBezTo>
                  <a:cubicBezTo>
                    <a:pt x="37" y="123"/>
                    <a:pt x="37" y="123"/>
                    <a:pt x="37" y="123"/>
                  </a:cubicBezTo>
                  <a:cubicBezTo>
                    <a:pt x="19" y="123"/>
                    <a:pt x="19" y="123"/>
                    <a:pt x="19" y="123"/>
                  </a:cubicBezTo>
                  <a:cubicBezTo>
                    <a:pt x="19" y="116"/>
                    <a:pt x="19" y="116"/>
                    <a:pt x="19" y="116"/>
                  </a:cubicBezTo>
                  <a:cubicBezTo>
                    <a:pt x="4" y="116"/>
                    <a:pt x="4" y="116"/>
                    <a:pt x="4" y="11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116" y="5"/>
                    <a:pt x="116" y="5"/>
                    <a:pt x="116" y="5"/>
                  </a:cubicBez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82"/>
            <p:cNvSpPr>
              <a:spLocks noEditPoints="1"/>
            </p:cNvSpPr>
            <p:nvPr/>
          </p:nvSpPr>
          <p:spPr bwMode="auto">
            <a:xfrm>
              <a:off x="7373938" y="3252788"/>
              <a:ext cx="323850" cy="322263"/>
            </a:xfrm>
            <a:custGeom>
              <a:avLst/>
              <a:gdLst>
                <a:gd name="T0" fmla="*/ 6 w 86"/>
                <a:gd name="T1" fmla="*/ 86 h 86"/>
                <a:gd name="T2" fmla="*/ 80 w 86"/>
                <a:gd name="T3" fmla="*/ 86 h 86"/>
                <a:gd name="T4" fmla="*/ 86 w 86"/>
                <a:gd name="T5" fmla="*/ 80 h 86"/>
                <a:gd name="T6" fmla="*/ 86 w 86"/>
                <a:gd name="T7" fmla="*/ 6 h 86"/>
                <a:gd name="T8" fmla="*/ 80 w 86"/>
                <a:gd name="T9" fmla="*/ 0 h 86"/>
                <a:gd name="T10" fmla="*/ 6 w 86"/>
                <a:gd name="T11" fmla="*/ 0 h 86"/>
                <a:gd name="T12" fmla="*/ 0 w 86"/>
                <a:gd name="T13" fmla="*/ 6 h 86"/>
                <a:gd name="T14" fmla="*/ 0 w 86"/>
                <a:gd name="T15" fmla="*/ 80 h 86"/>
                <a:gd name="T16" fmla="*/ 6 w 86"/>
                <a:gd name="T17" fmla="*/ 86 h 86"/>
                <a:gd name="T18" fmla="*/ 4 w 86"/>
                <a:gd name="T19" fmla="*/ 4 h 86"/>
                <a:gd name="T20" fmla="*/ 82 w 86"/>
                <a:gd name="T21" fmla="*/ 4 h 86"/>
                <a:gd name="T22" fmla="*/ 82 w 86"/>
                <a:gd name="T23" fmla="*/ 81 h 86"/>
                <a:gd name="T24" fmla="*/ 4 w 86"/>
                <a:gd name="T25" fmla="*/ 81 h 86"/>
                <a:gd name="T26" fmla="*/ 4 w 86"/>
                <a:gd name="T27" fmla="*/ 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" h="86">
                  <a:moveTo>
                    <a:pt x="6" y="86"/>
                  </a:moveTo>
                  <a:cubicBezTo>
                    <a:pt x="80" y="86"/>
                    <a:pt x="80" y="86"/>
                    <a:pt x="80" y="86"/>
                  </a:cubicBezTo>
                  <a:cubicBezTo>
                    <a:pt x="83" y="86"/>
                    <a:pt x="86" y="83"/>
                    <a:pt x="86" y="80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3"/>
                    <a:pt x="83" y="0"/>
                    <a:pt x="8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3"/>
                    <a:pt x="3" y="86"/>
                    <a:pt x="6" y="86"/>
                  </a:cubicBezTo>
                  <a:close/>
                  <a:moveTo>
                    <a:pt x="4" y="4"/>
                  </a:moveTo>
                  <a:cubicBezTo>
                    <a:pt x="82" y="4"/>
                    <a:pt x="82" y="4"/>
                    <a:pt x="82" y="4"/>
                  </a:cubicBezTo>
                  <a:cubicBezTo>
                    <a:pt x="82" y="81"/>
                    <a:pt x="82" y="81"/>
                    <a:pt x="82" y="81"/>
                  </a:cubicBezTo>
                  <a:cubicBezTo>
                    <a:pt x="4" y="81"/>
                    <a:pt x="4" y="81"/>
                    <a:pt x="4" y="81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83"/>
            <p:cNvSpPr>
              <a:spLocks noEditPoints="1"/>
            </p:cNvSpPr>
            <p:nvPr/>
          </p:nvSpPr>
          <p:spPr bwMode="auto">
            <a:xfrm>
              <a:off x="7434263" y="3327401"/>
              <a:ext cx="195263" cy="184150"/>
            </a:xfrm>
            <a:custGeom>
              <a:avLst/>
              <a:gdLst>
                <a:gd name="T0" fmla="*/ 27 w 52"/>
                <a:gd name="T1" fmla="*/ 0 h 49"/>
                <a:gd name="T2" fmla="*/ 10 w 52"/>
                <a:gd name="T3" fmla="*/ 7 h 49"/>
                <a:gd name="T4" fmla="*/ 10 w 52"/>
                <a:gd name="T5" fmla="*/ 42 h 49"/>
                <a:gd name="T6" fmla="*/ 27 w 52"/>
                <a:gd name="T7" fmla="*/ 49 h 49"/>
                <a:gd name="T8" fmla="*/ 44 w 52"/>
                <a:gd name="T9" fmla="*/ 42 h 49"/>
                <a:gd name="T10" fmla="*/ 52 w 52"/>
                <a:gd name="T11" fmla="*/ 24 h 49"/>
                <a:gd name="T12" fmla="*/ 44 w 52"/>
                <a:gd name="T13" fmla="*/ 7 h 49"/>
                <a:gd name="T14" fmla="*/ 27 w 52"/>
                <a:gd name="T15" fmla="*/ 0 h 49"/>
                <a:gd name="T16" fmla="*/ 16 w 52"/>
                <a:gd name="T17" fmla="*/ 8 h 49"/>
                <a:gd name="T18" fmla="*/ 38 w 52"/>
                <a:gd name="T19" fmla="*/ 8 h 49"/>
                <a:gd name="T20" fmla="*/ 39 w 52"/>
                <a:gd name="T21" fmla="*/ 9 h 49"/>
                <a:gd name="T22" fmla="*/ 27 w 52"/>
                <a:gd name="T23" fmla="*/ 21 h 49"/>
                <a:gd name="T24" fmla="*/ 15 w 52"/>
                <a:gd name="T25" fmla="*/ 9 h 49"/>
                <a:gd name="T26" fmla="*/ 16 w 52"/>
                <a:gd name="T27" fmla="*/ 8 h 49"/>
                <a:gd name="T28" fmla="*/ 10 w 52"/>
                <a:gd name="T29" fmla="*/ 35 h 49"/>
                <a:gd name="T30" fmla="*/ 10 w 52"/>
                <a:gd name="T31" fmla="*/ 13 h 49"/>
                <a:gd name="T32" fmla="*/ 11 w 52"/>
                <a:gd name="T33" fmla="*/ 12 h 49"/>
                <a:gd name="T34" fmla="*/ 24 w 52"/>
                <a:gd name="T35" fmla="*/ 24 h 49"/>
                <a:gd name="T36" fmla="*/ 11 w 52"/>
                <a:gd name="T37" fmla="*/ 37 h 49"/>
                <a:gd name="T38" fmla="*/ 10 w 52"/>
                <a:gd name="T39" fmla="*/ 35 h 49"/>
                <a:gd name="T40" fmla="*/ 38 w 52"/>
                <a:gd name="T41" fmla="*/ 41 h 49"/>
                <a:gd name="T42" fmla="*/ 27 w 52"/>
                <a:gd name="T43" fmla="*/ 44 h 49"/>
                <a:gd name="T44" fmla="*/ 16 w 52"/>
                <a:gd name="T45" fmla="*/ 41 h 49"/>
                <a:gd name="T46" fmla="*/ 15 w 52"/>
                <a:gd name="T47" fmla="*/ 40 h 49"/>
                <a:gd name="T48" fmla="*/ 27 w 52"/>
                <a:gd name="T49" fmla="*/ 28 h 49"/>
                <a:gd name="T50" fmla="*/ 39 w 52"/>
                <a:gd name="T51" fmla="*/ 40 h 49"/>
                <a:gd name="T52" fmla="*/ 38 w 52"/>
                <a:gd name="T53" fmla="*/ 41 h 49"/>
                <a:gd name="T54" fmla="*/ 44 w 52"/>
                <a:gd name="T55" fmla="*/ 35 h 49"/>
                <a:gd name="T56" fmla="*/ 43 w 52"/>
                <a:gd name="T57" fmla="*/ 37 h 49"/>
                <a:gd name="T58" fmla="*/ 30 w 52"/>
                <a:gd name="T59" fmla="*/ 24 h 49"/>
                <a:gd name="T60" fmla="*/ 43 w 52"/>
                <a:gd name="T61" fmla="*/ 12 h 49"/>
                <a:gd name="T62" fmla="*/ 44 w 52"/>
                <a:gd name="T63" fmla="*/ 13 h 49"/>
                <a:gd name="T64" fmla="*/ 44 w 52"/>
                <a:gd name="T65" fmla="*/ 3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" h="49">
                  <a:moveTo>
                    <a:pt x="27" y="0"/>
                  </a:moveTo>
                  <a:cubicBezTo>
                    <a:pt x="20" y="0"/>
                    <a:pt x="14" y="2"/>
                    <a:pt x="10" y="7"/>
                  </a:cubicBezTo>
                  <a:cubicBezTo>
                    <a:pt x="0" y="17"/>
                    <a:pt x="0" y="32"/>
                    <a:pt x="10" y="42"/>
                  </a:cubicBezTo>
                  <a:cubicBezTo>
                    <a:pt x="14" y="46"/>
                    <a:pt x="20" y="49"/>
                    <a:pt x="27" y="49"/>
                  </a:cubicBezTo>
                  <a:cubicBezTo>
                    <a:pt x="34" y="49"/>
                    <a:pt x="40" y="46"/>
                    <a:pt x="44" y="42"/>
                  </a:cubicBezTo>
                  <a:cubicBezTo>
                    <a:pt x="49" y="37"/>
                    <a:pt x="52" y="31"/>
                    <a:pt x="52" y="24"/>
                  </a:cubicBezTo>
                  <a:cubicBezTo>
                    <a:pt x="52" y="18"/>
                    <a:pt x="49" y="12"/>
                    <a:pt x="44" y="7"/>
                  </a:cubicBezTo>
                  <a:cubicBezTo>
                    <a:pt x="40" y="2"/>
                    <a:pt x="34" y="0"/>
                    <a:pt x="27" y="0"/>
                  </a:cubicBezTo>
                  <a:close/>
                  <a:moveTo>
                    <a:pt x="16" y="8"/>
                  </a:moveTo>
                  <a:cubicBezTo>
                    <a:pt x="23" y="3"/>
                    <a:pt x="31" y="3"/>
                    <a:pt x="38" y="8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15" y="9"/>
                    <a:pt x="15" y="9"/>
                    <a:pt x="15" y="9"/>
                  </a:cubicBezTo>
                  <a:lnTo>
                    <a:pt x="16" y="8"/>
                  </a:lnTo>
                  <a:close/>
                  <a:moveTo>
                    <a:pt x="10" y="35"/>
                  </a:moveTo>
                  <a:cubicBezTo>
                    <a:pt x="6" y="29"/>
                    <a:pt x="6" y="20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11" y="37"/>
                    <a:pt x="11" y="37"/>
                    <a:pt x="11" y="37"/>
                  </a:cubicBezTo>
                  <a:lnTo>
                    <a:pt x="10" y="35"/>
                  </a:lnTo>
                  <a:close/>
                  <a:moveTo>
                    <a:pt x="38" y="41"/>
                  </a:moveTo>
                  <a:cubicBezTo>
                    <a:pt x="35" y="43"/>
                    <a:pt x="31" y="44"/>
                    <a:pt x="27" y="44"/>
                  </a:cubicBezTo>
                  <a:cubicBezTo>
                    <a:pt x="23" y="44"/>
                    <a:pt x="19" y="43"/>
                    <a:pt x="16" y="41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39" y="40"/>
                    <a:pt x="39" y="40"/>
                    <a:pt x="39" y="40"/>
                  </a:cubicBezTo>
                  <a:lnTo>
                    <a:pt x="38" y="41"/>
                  </a:lnTo>
                  <a:close/>
                  <a:moveTo>
                    <a:pt x="44" y="35"/>
                  </a:moveTo>
                  <a:cubicBezTo>
                    <a:pt x="43" y="37"/>
                    <a:pt x="43" y="37"/>
                    <a:pt x="43" y="37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8" y="20"/>
                    <a:pt x="48" y="29"/>
                    <a:pt x="44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6338888" y="3187701"/>
            <a:ext cx="490538" cy="485775"/>
            <a:chOff x="6338888" y="3187701"/>
            <a:chExt cx="490538" cy="485775"/>
          </a:xfrm>
          <a:solidFill>
            <a:schemeClr val="accent1"/>
          </a:solidFill>
        </p:grpSpPr>
        <p:sp>
          <p:nvSpPr>
            <p:cNvPr id="84" name="Freeform 84"/>
            <p:cNvSpPr>
              <a:spLocks noEditPoints="1"/>
            </p:cNvSpPr>
            <p:nvPr/>
          </p:nvSpPr>
          <p:spPr bwMode="auto">
            <a:xfrm>
              <a:off x="6338888" y="3187701"/>
              <a:ext cx="490538" cy="485775"/>
            </a:xfrm>
            <a:custGeom>
              <a:avLst/>
              <a:gdLst>
                <a:gd name="T0" fmla="*/ 111 w 131"/>
                <a:gd name="T1" fmla="*/ 15 h 129"/>
                <a:gd name="T2" fmla="*/ 77 w 131"/>
                <a:gd name="T3" fmla="*/ 0 h 129"/>
                <a:gd name="T4" fmla="*/ 56 w 131"/>
                <a:gd name="T5" fmla="*/ 8 h 129"/>
                <a:gd name="T6" fmla="*/ 56 w 131"/>
                <a:gd name="T7" fmla="*/ 54 h 129"/>
                <a:gd name="T8" fmla="*/ 57 w 131"/>
                <a:gd name="T9" fmla="*/ 55 h 129"/>
                <a:gd name="T10" fmla="*/ 56 w 131"/>
                <a:gd name="T11" fmla="*/ 56 h 129"/>
                <a:gd name="T12" fmla="*/ 2 w 131"/>
                <a:gd name="T13" fmla="*/ 110 h 129"/>
                <a:gd name="T14" fmla="*/ 0 w 131"/>
                <a:gd name="T15" fmla="*/ 114 h 129"/>
                <a:gd name="T16" fmla="*/ 2 w 131"/>
                <a:gd name="T17" fmla="*/ 118 h 129"/>
                <a:gd name="T18" fmla="*/ 7 w 131"/>
                <a:gd name="T19" fmla="*/ 124 h 129"/>
                <a:gd name="T20" fmla="*/ 16 w 131"/>
                <a:gd name="T21" fmla="*/ 124 h 129"/>
                <a:gd name="T22" fmla="*/ 17 w 131"/>
                <a:gd name="T23" fmla="*/ 123 h 129"/>
                <a:gd name="T24" fmla="*/ 20 w 131"/>
                <a:gd name="T25" fmla="*/ 126 h 129"/>
                <a:gd name="T26" fmla="*/ 29 w 131"/>
                <a:gd name="T27" fmla="*/ 126 h 129"/>
                <a:gd name="T28" fmla="*/ 39 w 131"/>
                <a:gd name="T29" fmla="*/ 116 h 129"/>
                <a:gd name="T30" fmla="*/ 39 w 131"/>
                <a:gd name="T31" fmla="*/ 107 h 129"/>
                <a:gd name="T32" fmla="*/ 36 w 131"/>
                <a:gd name="T33" fmla="*/ 104 h 129"/>
                <a:gd name="T34" fmla="*/ 70 w 131"/>
                <a:gd name="T35" fmla="*/ 69 h 129"/>
                <a:gd name="T36" fmla="*/ 71 w 131"/>
                <a:gd name="T37" fmla="*/ 70 h 129"/>
                <a:gd name="T38" fmla="*/ 97 w 131"/>
                <a:gd name="T39" fmla="*/ 78 h 129"/>
                <a:gd name="T40" fmla="*/ 97 w 131"/>
                <a:gd name="T41" fmla="*/ 78 h 129"/>
                <a:gd name="T42" fmla="*/ 118 w 131"/>
                <a:gd name="T43" fmla="*/ 70 h 129"/>
                <a:gd name="T44" fmla="*/ 111 w 131"/>
                <a:gd name="T45" fmla="*/ 15 h 129"/>
                <a:gd name="T46" fmla="*/ 29 w 131"/>
                <a:gd name="T47" fmla="*/ 104 h 129"/>
                <a:gd name="T48" fmla="*/ 37 w 131"/>
                <a:gd name="T49" fmla="*/ 112 h 129"/>
                <a:gd name="T50" fmla="*/ 25 w 131"/>
                <a:gd name="T51" fmla="*/ 124 h 129"/>
                <a:gd name="T52" fmla="*/ 17 w 131"/>
                <a:gd name="T53" fmla="*/ 116 h 129"/>
                <a:gd name="T54" fmla="*/ 11 w 131"/>
                <a:gd name="T55" fmla="*/ 121 h 129"/>
                <a:gd name="T56" fmla="*/ 4 w 131"/>
                <a:gd name="T57" fmla="*/ 114 h 129"/>
                <a:gd name="T58" fmla="*/ 59 w 131"/>
                <a:gd name="T59" fmla="*/ 59 h 129"/>
                <a:gd name="T60" fmla="*/ 60 w 131"/>
                <a:gd name="T61" fmla="*/ 60 h 129"/>
                <a:gd name="T62" fmla="*/ 63 w 131"/>
                <a:gd name="T63" fmla="*/ 63 h 129"/>
                <a:gd name="T64" fmla="*/ 66 w 131"/>
                <a:gd name="T65" fmla="*/ 65 h 129"/>
                <a:gd name="T66" fmla="*/ 67 w 131"/>
                <a:gd name="T67" fmla="*/ 66 h 129"/>
                <a:gd name="T68" fmla="*/ 29 w 131"/>
                <a:gd name="T69" fmla="*/ 104 h 129"/>
                <a:gd name="T70" fmla="*/ 114 w 131"/>
                <a:gd name="T71" fmla="*/ 67 h 129"/>
                <a:gd name="T72" fmla="*/ 97 w 131"/>
                <a:gd name="T73" fmla="*/ 73 h 129"/>
                <a:gd name="T74" fmla="*/ 92 w 131"/>
                <a:gd name="T75" fmla="*/ 73 h 129"/>
                <a:gd name="T76" fmla="*/ 79 w 131"/>
                <a:gd name="T77" fmla="*/ 69 h 129"/>
                <a:gd name="T78" fmla="*/ 66 w 131"/>
                <a:gd name="T79" fmla="*/ 60 h 129"/>
                <a:gd name="T80" fmla="*/ 57 w 131"/>
                <a:gd name="T81" fmla="*/ 47 h 129"/>
                <a:gd name="T82" fmla="*/ 53 w 131"/>
                <a:gd name="T83" fmla="*/ 33 h 129"/>
                <a:gd name="T84" fmla="*/ 59 w 131"/>
                <a:gd name="T85" fmla="*/ 11 h 129"/>
                <a:gd name="T86" fmla="*/ 81 w 131"/>
                <a:gd name="T87" fmla="*/ 5 h 129"/>
                <a:gd name="T88" fmla="*/ 94 w 131"/>
                <a:gd name="T89" fmla="*/ 9 h 129"/>
                <a:gd name="T90" fmla="*/ 107 w 131"/>
                <a:gd name="T91" fmla="*/ 18 h 129"/>
                <a:gd name="T92" fmla="*/ 117 w 131"/>
                <a:gd name="T93" fmla="*/ 31 h 129"/>
                <a:gd name="T94" fmla="*/ 121 w 131"/>
                <a:gd name="T95" fmla="*/ 45 h 129"/>
                <a:gd name="T96" fmla="*/ 114 w 131"/>
                <a:gd name="T97" fmla="*/ 67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1" h="129">
                  <a:moveTo>
                    <a:pt x="111" y="15"/>
                  </a:moveTo>
                  <a:cubicBezTo>
                    <a:pt x="101" y="6"/>
                    <a:pt x="89" y="0"/>
                    <a:pt x="77" y="0"/>
                  </a:cubicBezTo>
                  <a:cubicBezTo>
                    <a:pt x="68" y="0"/>
                    <a:pt x="61" y="3"/>
                    <a:pt x="56" y="8"/>
                  </a:cubicBezTo>
                  <a:cubicBezTo>
                    <a:pt x="45" y="19"/>
                    <a:pt x="45" y="38"/>
                    <a:pt x="56" y="54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2" y="110"/>
                    <a:pt x="2" y="110"/>
                    <a:pt x="2" y="110"/>
                  </a:cubicBezTo>
                  <a:cubicBezTo>
                    <a:pt x="1" y="111"/>
                    <a:pt x="0" y="113"/>
                    <a:pt x="0" y="114"/>
                  </a:cubicBezTo>
                  <a:cubicBezTo>
                    <a:pt x="0" y="116"/>
                    <a:pt x="1" y="117"/>
                    <a:pt x="2" y="118"/>
                  </a:cubicBezTo>
                  <a:cubicBezTo>
                    <a:pt x="7" y="124"/>
                    <a:pt x="7" y="124"/>
                    <a:pt x="7" y="124"/>
                  </a:cubicBezTo>
                  <a:cubicBezTo>
                    <a:pt x="10" y="126"/>
                    <a:pt x="13" y="126"/>
                    <a:pt x="16" y="124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3" y="129"/>
                    <a:pt x="27" y="129"/>
                    <a:pt x="29" y="126"/>
                  </a:cubicBezTo>
                  <a:cubicBezTo>
                    <a:pt x="39" y="116"/>
                    <a:pt x="39" y="116"/>
                    <a:pt x="39" y="116"/>
                  </a:cubicBezTo>
                  <a:cubicBezTo>
                    <a:pt x="42" y="113"/>
                    <a:pt x="42" y="110"/>
                    <a:pt x="39" y="107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9" y="75"/>
                    <a:pt x="88" y="78"/>
                    <a:pt x="97" y="78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105" y="78"/>
                    <a:pt x="112" y="75"/>
                    <a:pt x="118" y="70"/>
                  </a:cubicBezTo>
                  <a:cubicBezTo>
                    <a:pt x="131" y="57"/>
                    <a:pt x="128" y="32"/>
                    <a:pt x="111" y="15"/>
                  </a:cubicBezTo>
                  <a:close/>
                  <a:moveTo>
                    <a:pt x="29" y="104"/>
                  </a:moveTo>
                  <a:cubicBezTo>
                    <a:pt x="37" y="112"/>
                    <a:pt x="37" y="112"/>
                    <a:pt x="37" y="112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17" y="116"/>
                    <a:pt x="17" y="116"/>
                    <a:pt x="17" y="116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4" y="114"/>
                    <a:pt x="4" y="114"/>
                    <a:pt x="4" y="114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1" y="61"/>
                    <a:pt x="62" y="62"/>
                    <a:pt x="63" y="63"/>
                  </a:cubicBezTo>
                  <a:cubicBezTo>
                    <a:pt x="64" y="64"/>
                    <a:pt x="65" y="64"/>
                    <a:pt x="66" y="65"/>
                  </a:cubicBezTo>
                  <a:cubicBezTo>
                    <a:pt x="67" y="66"/>
                    <a:pt x="67" y="66"/>
                    <a:pt x="67" y="66"/>
                  </a:cubicBezTo>
                  <a:lnTo>
                    <a:pt x="29" y="104"/>
                  </a:lnTo>
                  <a:close/>
                  <a:moveTo>
                    <a:pt x="114" y="67"/>
                  </a:moveTo>
                  <a:cubicBezTo>
                    <a:pt x="110" y="71"/>
                    <a:pt x="104" y="73"/>
                    <a:pt x="97" y="73"/>
                  </a:cubicBezTo>
                  <a:cubicBezTo>
                    <a:pt x="95" y="73"/>
                    <a:pt x="94" y="73"/>
                    <a:pt x="92" y="73"/>
                  </a:cubicBezTo>
                  <a:cubicBezTo>
                    <a:pt x="88" y="73"/>
                    <a:pt x="83" y="71"/>
                    <a:pt x="79" y="69"/>
                  </a:cubicBezTo>
                  <a:cubicBezTo>
                    <a:pt x="74" y="67"/>
                    <a:pt x="70" y="63"/>
                    <a:pt x="66" y="60"/>
                  </a:cubicBezTo>
                  <a:cubicBezTo>
                    <a:pt x="62" y="56"/>
                    <a:pt x="59" y="51"/>
                    <a:pt x="57" y="47"/>
                  </a:cubicBezTo>
                  <a:cubicBezTo>
                    <a:pt x="55" y="42"/>
                    <a:pt x="53" y="38"/>
                    <a:pt x="53" y="33"/>
                  </a:cubicBezTo>
                  <a:cubicBezTo>
                    <a:pt x="51" y="24"/>
                    <a:pt x="54" y="17"/>
                    <a:pt x="59" y="11"/>
                  </a:cubicBezTo>
                  <a:cubicBezTo>
                    <a:pt x="64" y="6"/>
                    <a:pt x="72" y="4"/>
                    <a:pt x="81" y="5"/>
                  </a:cubicBezTo>
                  <a:cubicBezTo>
                    <a:pt x="86" y="5"/>
                    <a:pt x="90" y="7"/>
                    <a:pt x="94" y="9"/>
                  </a:cubicBezTo>
                  <a:cubicBezTo>
                    <a:pt x="99" y="11"/>
                    <a:pt x="103" y="15"/>
                    <a:pt x="107" y="18"/>
                  </a:cubicBezTo>
                  <a:cubicBezTo>
                    <a:pt x="111" y="22"/>
                    <a:pt x="114" y="27"/>
                    <a:pt x="117" y="31"/>
                  </a:cubicBezTo>
                  <a:cubicBezTo>
                    <a:pt x="119" y="36"/>
                    <a:pt x="120" y="40"/>
                    <a:pt x="121" y="45"/>
                  </a:cubicBezTo>
                  <a:cubicBezTo>
                    <a:pt x="122" y="54"/>
                    <a:pt x="120" y="61"/>
                    <a:pt x="11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85"/>
            <p:cNvSpPr>
              <a:spLocks noEditPoints="1"/>
            </p:cNvSpPr>
            <p:nvPr/>
          </p:nvSpPr>
          <p:spPr bwMode="auto">
            <a:xfrm>
              <a:off x="6650038" y="3275013"/>
              <a:ext cx="74613" cy="74613"/>
            </a:xfrm>
            <a:custGeom>
              <a:avLst/>
              <a:gdLst>
                <a:gd name="T0" fmla="*/ 10 w 20"/>
                <a:gd name="T1" fmla="*/ 0 h 20"/>
                <a:gd name="T2" fmla="*/ 3 w 20"/>
                <a:gd name="T3" fmla="*/ 3 h 20"/>
                <a:gd name="T4" fmla="*/ 3 w 20"/>
                <a:gd name="T5" fmla="*/ 16 h 20"/>
                <a:gd name="T6" fmla="*/ 17 w 20"/>
                <a:gd name="T7" fmla="*/ 16 h 20"/>
                <a:gd name="T8" fmla="*/ 20 w 20"/>
                <a:gd name="T9" fmla="*/ 10 h 20"/>
                <a:gd name="T10" fmla="*/ 17 w 20"/>
                <a:gd name="T11" fmla="*/ 3 h 20"/>
                <a:gd name="T12" fmla="*/ 10 w 20"/>
                <a:gd name="T13" fmla="*/ 0 h 20"/>
                <a:gd name="T14" fmla="*/ 14 w 20"/>
                <a:gd name="T15" fmla="*/ 13 h 20"/>
                <a:gd name="T16" fmla="*/ 10 w 20"/>
                <a:gd name="T17" fmla="*/ 15 h 20"/>
                <a:gd name="T18" fmla="*/ 7 w 20"/>
                <a:gd name="T19" fmla="*/ 13 h 20"/>
                <a:gd name="T20" fmla="*/ 5 w 20"/>
                <a:gd name="T21" fmla="*/ 10 h 20"/>
                <a:gd name="T22" fmla="*/ 7 w 20"/>
                <a:gd name="T23" fmla="*/ 6 h 20"/>
                <a:gd name="T24" fmla="*/ 14 w 20"/>
                <a:gd name="T25" fmla="*/ 6 h 20"/>
                <a:gd name="T26" fmla="*/ 15 w 20"/>
                <a:gd name="T27" fmla="*/ 10 h 20"/>
                <a:gd name="T28" fmla="*/ 14 w 20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8" y="0"/>
                    <a:pt x="5" y="1"/>
                    <a:pt x="3" y="3"/>
                  </a:cubicBezTo>
                  <a:cubicBezTo>
                    <a:pt x="0" y="6"/>
                    <a:pt x="0" y="13"/>
                    <a:pt x="3" y="16"/>
                  </a:cubicBezTo>
                  <a:cubicBezTo>
                    <a:pt x="7" y="20"/>
                    <a:pt x="13" y="20"/>
                    <a:pt x="17" y="16"/>
                  </a:cubicBezTo>
                  <a:cubicBezTo>
                    <a:pt x="19" y="15"/>
                    <a:pt x="20" y="12"/>
                    <a:pt x="20" y="10"/>
                  </a:cubicBezTo>
                  <a:cubicBezTo>
                    <a:pt x="20" y="7"/>
                    <a:pt x="19" y="4"/>
                    <a:pt x="17" y="3"/>
                  </a:cubicBezTo>
                  <a:cubicBezTo>
                    <a:pt x="15" y="1"/>
                    <a:pt x="13" y="0"/>
                    <a:pt x="10" y="0"/>
                  </a:cubicBezTo>
                  <a:close/>
                  <a:moveTo>
                    <a:pt x="14" y="13"/>
                  </a:moveTo>
                  <a:cubicBezTo>
                    <a:pt x="13" y="14"/>
                    <a:pt x="12" y="15"/>
                    <a:pt x="10" y="15"/>
                  </a:cubicBezTo>
                  <a:cubicBezTo>
                    <a:pt x="9" y="15"/>
                    <a:pt x="8" y="14"/>
                    <a:pt x="7" y="13"/>
                  </a:cubicBezTo>
                  <a:cubicBezTo>
                    <a:pt x="6" y="12"/>
                    <a:pt x="5" y="11"/>
                    <a:pt x="5" y="10"/>
                  </a:cubicBezTo>
                  <a:cubicBezTo>
                    <a:pt x="5" y="8"/>
                    <a:pt x="6" y="7"/>
                    <a:pt x="7" y="6"/>
                  </a:cubicBezTo>
                  <a:cubicBezTo>
                    <a:pt x="9" y="4"/>
                    <a:pt x="12" y="4"/>
                    <a:pt x="14" y="6"/>
                  </a:cubicBezTo>
                  <a:cubicBezTo>
                    <a:pt x="15" y="7"/>
                    <a:pt x="15" y="8"/>
                    <a:pt x="15" y="10"/>
                  </a:cubicBezTo>
                  <a:cubicBezTo>
                    <a:pt x="15" y="11"/>
                    <a:pt x="15" y="12"/>
                    <a:pt x="1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5376863" y="3192463"/>
            <a:ext cx="473075" cy="481013"/>
            <a:chOff x="5376863" y="3192463"/>
            <a:chExt cx="473075" cy="481013"/>
          </a:xfrm>
          <a:solidFill>
            <a:schemeClr val="accent1"/>
          </a:solidFill>
        </p:grpSpPr>
        <p:sp>
          <p:nvSpPr>
            <p:cNvPr id="86" name="Freeform 86"/>
            <p:cNvSpPr>
              <a:spLocks noEditPoints="1"/>
            </p:cNvSpPr>
            <p:nvPr/>
          </p:nvSpPr>
          <p:spPr bwMode="auto">
            <a:xfrm>
              <a:off x="5376863" y="3192463"/>
              <a:ext cx="473075" cy="481013"/>
            </a:xfrm>
            <a:custGeom>
              <a:avLst/>
              <a:gdLst>
                <a:gd name="T0" fmla="*/ 114 w 126"/>
                <a:gd name="T1" fmla="*/ 13 h 128"/>
                <a:gd name="T2" fmla="*/ 84 w 126"/>
                <a:gd name="T3" fmla="*/ 0 h 128"/>
                <a:gd name="T4" fmla="*/ 53 w 126"/>
                <a:gd name="T5" fmla="*/ 13 h 128"/>
                <a:gd name="T6" fmla="*/ 41 w 126"/>
                <a:gd name="T7" fmla="*/ 44 h 128"/>
                <a:gd name="T8" fmla="*/ 43 w 126"/>
                <a:gd name="T9" fmla="*/ 57 h 128"/>
                <a:gd name="T10" fmla="*/ 43 w 126"/>
                <a:gd name="T11" fmla="*/ 58 h 128"/>
                <a:gd name="T12" fmla="*/ 0 w 126"/>
                <a:gd name="T13" fmla="*/ 102 h 128"/>
                <a:gd name="T14" fmla="*/ 0 w 126"/>
                <a:gd name="T15" fmla="*/ 103 h 128"/>
                <a:gd name="T16" fmla="*/ 0 w 126"/>
                <a:gd name="T17" fmla="*/ 103 h 128"/>
                <a:gd name="T18" fmla="*/ 0 w 126"/>
                <a:gd name="T19" fmla="*/ 124 h 128"/>
                <a:gd name="T20" fmla="*/ 0 w 126"/>
                <a:gd name="T21" fmla="*/ 126 h 128"/>
                <a:gd name="T22" fmla="*/ 2 w 126"/>
                <a:gd name="T23" fmla="*/ 126 h 128"/>
                <a:gd name="T24" fmla="*/ 2 w 126"/>
                <a:gd name="T25" fmla="*/ 128 h 128"/>
                <a:gd name="T26" fmla="*/ 2 w 126"/>
                <a:gd name="T27" fmla="*/ 126 h 128"/>
                <a:gd name="T28" fmla="*/ 31 w 126"/>
                <a:gd name="T29" fmla="*/ 125 h 128"/>
                <a:gd name="T30" fmla="*/ 32 w 126"/>
                <a:gd name="T31" fmla="*/ 125 h 128"/>
                <a:gd name="T32" fmla="*/ 33 w 126"/>
                <a:gd name="T33" fmla="*/ 123 h 128"/>
                <a:gd name="T34" fmla="*/ 33 w 126"/>
                <a:gd name="T35" fmla="*/ 113 h 128"/>
                <a:gd name="T36" fmla="*/ 43 w 126"/>
                <a:gd name="T37" fmla="*/ 113 h 128"/>
                <a:gd name="T38" fmla="*/ 43 w 126"/>
                <a:gd name="T39" fmla="*/ 113 h 128"/>
                <a:gd name="T40" fmla="*/ 44 w 126"/>
                <a:gd name="T41" fmla="*/ 112 h 128"/>
                <a:gd name="T42" fmla="*/ 45 w 126"/>
                <a:gd name="T43" fmla="*/ 111 h 128"/>
                <a:gd name="T44" fmla="*/ 45 w 126"/>
                <a:gd name="T45" fmla="*/ 111 h 128"/>
                <a:gd name="T46" fmla="*/ 45 w 126"/>
                <a:gd name="T47" fmla="*/ 101 h 128"/>
                <a:gd name="T48" fmla="*/ 55 w 126"/>
                <a:gd name="T49" fmla="*/ 101 h 128"/>
                <a:gd name="T50" fmla="*/ 55 w 126"/>
                <a:gd name="T51" fmla="*/ 101 h 128"/>
                <a:gd name="T52" fmla="*/ 56 w 126"/>
                <a:gd name="T53" fmla="*/ 100 h 128"/>
                <a:gd name="T54" fmla="*/ 70 w 126"/>
                <a:gd name="T55" fmla="*/ 86 h 128"/>
                <a:gd name="T56" fmla="*/ 71 w 126"/>
                <a:gd name="T57" fmla="*/ 86 h 128"/>
                <a:gd name="T58" fmla="*/ 84 w 126"/>
                <a:gd name="T59" fmla="*/ 88 h 128"/>
                <a:gd name="T60" fmla="*/ 114 w 126"/>
                <a:gd name="T61" fmla="*/ 75 h 128"/>
                <a:gd name="T62" fmla="*/ 126 w 126"/>
                <a:gd name="T63" fmla="*/ 44 h 128"/>
                <a:gd name="T64" fmla="*/ 114 w 126"/>
                <a:gd name="T65" fmla="*/ 13 h 128"/>
                <a:gd name="T66" fmla="*/ 54 w 126"/>
                <a:gd name="T67" fmla="*/ 96 h 128"/>
                <a:gd name="T68" fmla="*/ 43 w 126"/>
                <a:gd name="T69" fmla="*/ 96 h 128"/>
                <a:gd name="T70" fmla="*/ 41 w 126"/>
                <a:gd name="T71" fmla="*/ 96 h 128"/>
                <a:gd name="T72" fmla="*/ 41 w 126"/>
                <a:gd name="T73" fmla="*/ 98 h 128"/>
                <a:gd name="T74" fmla="*/ 41 w 126"/>
                <a:gd name="T75" fmla="*/ 108 h 128"/>
                <a:gd name="T76" fmla="*/ 31 w 126"/>
                <a:gd name="T77" fmla="*/ 108 h 128"/>
                <a:gd name="T78" fmla="*/ 29 w 126"/>
                <a:gd name="T79" fmla="*/ 109 h 128"/>
                <a:gd name="T80" fmla="*/ 29 w 126"/>
                <a:gd name="T81" fmla="*/ 111 h 128"/>
                <a:gd name="T82" fmla="*/ 29 w 126"/>
                <a:gd name="T83" fmla="*/ 121 h 128"/>
                <a:gd name="T84" fmla="*/ 4 w 126"/>
                <a:gd name="T85" fmla="*/ 122 h 128"/>
                <a:gd name="T86" fmla="*/ 4 w 126"/>
                <a:gd name="T87" fmla="*/ 104 h 128"/>
                <a:gd name="T88" fmla="*/ 45 w 126"/>
                <a:gd name="T89" fmla="*/ 62 h 128"/>
                <a:gd name="T90" fmla="*/ 46 w 126"/>
                <a:gd name="T91" fmla="*/ 64 h 128"/>
                <a:gd name="T92" fmla="*/ 54 w 126"/>
                <a:gd name="T93" fmla="*/ 75 h 128"/>
                <a:gd name="T94" fmla="*/ 64 w 126"/>
                <a:gd name="T95" fmla="*/ 83 h 128"/>
                <a:gd name="T96" fmla="*/ 66 w 126"/>
                <a:gd name="T97" fmla="*/ 84 h 128"/>
                <a:gd name="T98" fmla="*/ 54 w 126"/>
                <a:gd name="T99" fmla="*/ 96 h 128"/>
                <a:gd name="T100" fmla="*/ 111 w 126"/>
                <a:gd name="T101" fmla="*/ 72 h 128"/>
                <a:gd name="T102" fmla="*/ 84 w 126"/>
                <a:gd name="T103" fmla="*/ 83 h 128"/>
                <a:gd name="T104" fmla="*/ 57 w 126"/>
                <a:gd name="T105" fmla="*/ 72 h 128"/>
                <a:gd name="T106" fmla="*/ 46 w 126"/>
                <a:gd name="T107" fmla="*/ 44 h 128"/>
                <a:gd name="T108" fmla="*/ 57 w 126"/>
                <a:gd name="T109" fmla="*/ 16 h 128"/>
                <a:gd name="T110" fmla="*/ 84 w 126"/>
                <a:gd name="T111" fmla="*/ 4 h 128"/>
                <a:gd name="T112" fmla="*/ 110 w 126"/>
                <a:gd name="T113" fmla="*/ 16 h 128"/>
                <a:gd name="T114" fmla="*/ 122 w 126"/>
                <a:gd name="T115" fmla="*/ 44 h 128"/>
                <a:gd name="T116" fmla="*/ 111 w 126"/>
                <a:gd name="T117" fmla="*/ 7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6" h="128">
                  <a:moveTo>
                    <a:pt x="114" y="13"/>
                  </a:moveTo>
                  <a:cubicBezTo>
                    <a:pt x="106" y="4"/>
                    <a:pt x="95" y="0"/>
                    <a:pt x="84" y="0"/>
                  </a:cubicBezTo>
                  <a:cubicBezTo>
                    <a:pt x="72" y="0"/>
                    <a:pt x="62" y="4"/>
                    <a:pt x="53" y="13"/>
                  </a:cubicBezTo>
                  <a:cubicBezTo>
                    <a:pt x="45" y="21"/>
                    <a:pt x="41" y="32"/>
                    <a:pt x="41" y="44"/>
                  </a:cubicBezTo>
                  <a:cubicBezTo>
                    <a:pt x="41" y="48"/>
                    <a:pt x="42" y="53"/>
                    <a:pt x="43" y="57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5"/>
                    <a:pt x="0" y="125"/>
                    <a:pt x="0" y="126"/>
                  </a:cubicBezTo>
                  <a:cubicBezTo>
                    <a:pt x="1" y="126"/>
                    <a:pt x="1" y="126"/>
                    <a:pt x="2" y="126"/>
                  </a:cubicBezTo>
                  <a:cubicBezTo>
                    <a:pt x="2" y="128"/>
                    <a:pt x="2" y="128"/>
                    <a:pt x="2" y="128"/>
                  </a:cubicBezTo>
                  <a:cubicBezTo>
                    <a:pt x="2" y="126"/>
                    <a:pt x="2" y="126"/>
                    <a:pt x="2" y="126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5"/>
                    <a:pt x="32" y="125"/>
                    <a:pt x="32" y="125"/>
                  </a:cubicBezTo>
                  <a:cubicBezTo>
                    <a:pt x="33" y="124"/>
                    <a:pt x="33" y="124"/>
                    <a:pt x="33" y="123"/>
                  </a:cubicBezTo>
                  <a:cubicBezTo>
                    <a:pt x="33" y="113"/>
                    <a:pt x="33" y="113"/>
                    <a:pt x="33" y="113"/>
                  </a:cubicBezTo>
                  <a:cubicBezTo>
                    <a:pt x="43" y="113"/>
                    <a:pt x="43" y="113"/>
                    <a:pt x="43" y="113"/>
                  </a:cubicBezTo>
                  <a:cubicBezTo>
                    <a:pt x="43" y="113"/>
                    <a:pt x="43" y="113"/>
                    <a:pt x="43" y="113"/>
                  </a:cubicBezTo>
                  <a:cubicBezTo>
                    <a:pt x="43" y="113"/>
                    <a:pt x="44" y="113"/>
                    <a:pt x="44" y="112"/>
                  </a:cubicBezTo>
                  <a:cubicBezTo>
                    <a:pt x="45" y="112"/>
                    <a:pt x="45" y="111"/>
                    <a:pt x="45" y="111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6" y="101"/>
                    <a:pt x="56" y="100"/>
                    <a:pt x="56" y="100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71" y="86"/>
                    <a:pt x="71" y="86"/>
                    <a:pt x="71" y="86"/>
                  </a:cubicBezTo>
                  <a:cubicBezTo>
                    <a:pt x="75" y="87"/>
                    <a:pt x="79" y="88"/>
                    <a:pt x="84" y="88"/>
                  </a:cubicBezTo>
                  <a:cubicBezTo>
                    <a:pt x="95" y="88"/>
                    <a:pt x="106" y="83"/>
                    <a:pt x="114" y="75"/>
                  </a:cubicBezTo>
                  <a:cubicBezTo>
                    <a:pt x="122" y="67"/>
                    <a:pt x="126" y="56"/>
                    <a:pt x="126" y="44"/>
                  </a:cubicBezTo>
                  <a:cubicBezTo>
                    <a:pt x="126" y="32"/>
                    <a:pt x="122" y="21"/>
                    <a:pt x="114" y="13"/>
                  </a:cubicBezTo>
                  <a:close/>
                  <a:moveTo>
                    <a:pt x="54" y="96"/>
                  </a:moveTo>
                  <a:cubicBezTo>
                    <a:pt x="43" y="96"/>
                    <a:pt x="43" y="96"/>
                    <a:pt x="43" y="96"/>
                  </a:cubicBezTo>
                  <a:cubicBezTo>
                    <a:pt x="42" y="96"/>
                    <a:pt x="42" y="96"/>
                    <a:pt x="41" y="96"/>
                  </a:cubicBezTo>
                  <a:cubicBezTo>
                    <a:pt x="41" y="97"/>
                    <a:pt x="41" y="98"/>
                    <a:pt x="41" y="98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31" y="108"/>
                    <a:pt x="31" y="108"/>
                    <a:pt x="31" y="108"/>
                  </a:cubicBezTo>
                  <a:cubicBezTo>
                    <a:pt x="30" y="108"/>
                    <a:pt x="30" y="108"/>
                    <a:pt x="29" y="109"/>
                  </a:cubicBezTo>
                  <a:cubicBezTo>
                    <a:pt x="29" y="109"/>
                    <a:pt x="29" y="110"/>
                    <a:pt x="29" y="111"/>
                  </a:cubicBezTo>
                  <a:cubicBezTo>
                    <a:pt x="29" y="121"/>
                    <a:pt x="29" y="121"/>
                    <a:pt x="29" y="121"/>
                  </a:cubicBezTo>
                  <a:cubicBezTo>
                    <a:pt x="4" y="122"/>
                    <a:pt x="4" y="122"/>
                    <a:pt x="4" y="122"/>
                  </a:cubicBezTo>
                  <a:cubicBezTo>
                    <a:pt x="4" y="104"/>
                    <a:pt x="4" y="104"/>
                    <a:pt x="4" y="10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48" y="68"/>
                    <a:pt x="50" y="72"/>
                    <a:pt x="54" y="75"/>
                  </a:cubicBezTo>
                  <a:cubicBezTo>
                    <a:pt x="57" y="78"/>
                    <a:pt x="60" y="81"/>
                    <a:pt x="64" y="83"/>
                  </a:cubicBezTo>
                  <a:cubicBezTo>
                    <a:pt x="66" y="84"/>
                    <a:pt x="66" y="84"/>
                    <a:pt x="66" y="84"/>
                  </a:cubicBezTo>
                  <a:lnTo>
                    <a:pt x="54" y="96"/>
                  </a:lnTo>
                  <a:close/>
                  <a:moveTo>
                    <a:pt x="111" y="72"/>
                  </a:moveTo>
                  <a:cubicBezTo>
                    <a:pt x="103" y="79"/>
                    <a:pt x="94" y="83"/>
                    <a:pt x="84" y="83"/>
                  </a:cubicBezTo>
                  <a:cubicBezTo>
                    <a:pt x="73" y="83"/>
                    <a:pt x="64" y="79"/>
                    <a:pt x="57" y="72"/>
                  </a:cubicBezTo>
                  <a:cubicBezTo>
                    <a:pt x="50" y="64"/>
                    <a:pt x="46" y="54"/>
                    <a:pt x="46" y="44"/>
                  </a:cubicBezTo>
                  <a:cubicBezTo>
                    <a:pt x="46" y="33"/>
                    <a:pt x="49" y="23"/>
                    <a:pt x="57" y="16"/>
                  </a:cubicBezTo>
                  <a:cubicBezTo>
                    <a:pt x="64" y="9"/>
                    <a:pt x="73" y="4"/>
                    <a:pt x="84" y="4"/>
                  </a:cubicBezTo>
                  <a:cubicBezTo>
                    <a:pt x="94" y="4"/>
                    <a:pt x="103" y="9"/>
                    <a:pt x="110" y="16"/>
                  </a:cubicBezTo>
                  <a:cubicBezTo>
                    <a:pt x="118" y="23"/>
                    <a:pt x="122" y="33"/>
                    <a:pt x="122" y="44"/>
                  </a:cubicBezTo>
                  <a:cubicBezTo>
                    <a:pt x="122" y="54"/>
                    <a:pt x="118" y="64"/>
                    <a:pt x="111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87"/>
            <p:cNvSpPr>
              <a:spLocks noEditPoints="1"/>
            </p:cNvSpPr>
            <p:nvPr/>
          </p:nvSpPr>
          <p:spPr bwMode="auto">
            <a:xfrm>
              <a:off x="5699125" y="3271838"/>
              <a:ext cx="79375" cy="74613"/>
            </a:xfrm>
            <a:custGeom>
              <a:avLst/>
              <a:gdLst>
                <a:gd name="T0" fmla="*/ 11 w 21"/>
                <a:gd name="T1" fmla="*/ 0 h 20"/>
                <a:gd name="T2" fmla="*/ 4 w 21"/>
                <a:gd name="T3" fmla="*/ 2 h 20"/>
                <a:gd name="T4" fmla="*/ 4 w 21"/>
                <a:gd name="T5" fmla="*/ 17 h 20"/>
                <a:gd name="T6" fmla="*/ 17 w 21"/>
                <a:gd name="T7" fmla="*/ 17 h 20"/>
                <a:gd name="T8" fmla="*/ 17 w 21"/>
                <a:gd name="T9" fmla="*/ 2 h 20"/>
                <a:gd name="T10" fmla="*/ 11 w 21"/>
                <a:gd name="T11" fmla="*/ 0 h 20"/>
                <a:gd name="T12" fmla="*/ 14 w 21"/>
                <a:gd name="T13" fmla="*/ 13 h 20"/>
                <a:gd name="T14" fmla="*/ 11 w 21"/>
                <a:gd name="T15" fmla="*/ 15 h 20"/>
                <a:gd name="T16" fmla="*/ 7 w 21"/>
                <a:gd name="T17" fmla="*/ 13 h 20"/>
                <a:gd name="T18" fmla="*/ 7 w 21"/>
                <a:gd name="T19" fmla="*/ 6 h 20"/>
                <a:gd name="T20" fmla="*/ 14 w 21"/>
                <a:gd name="T21" fmla="*/ 6 h 20"/>
                <a:gd name="T22" fmla="*/ 14 w 21"/>
                <a:gd name="T2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20">
                  <a:moveTo>
                    <a:pt x="11" y="0"/>
                  </a:moveTo>
                  <a:cubicBezTo>
                    <a:pt x="8" y="0"/>
                    <a:pt x="6" y="1"/>
                    <a:pt x="4" y="2"/>
                  </a:cubicBezTo>
                  <a:cubicBezTo>
                    <a:pt x="0" y="6"/>
                    <a:pt x="0" y="13"/>
                    <a:pt x="4" y="17"/>
                  </a:cubicBezTo>
                  <a:cubicBezTo>
                    <a:pt x="7" y="20"/>
                    <a:pt x="14" y="20"/>
                    <a:pt x="17" y="17"/>
                  </a:cubicBezTo>
                  <a:cubicBezTo>
                    <a:pt x="21" y="13"/>
                    <a:pt x="21" y="6"/>
                    <a:pt x="17" y="2"/>
                  </a:cubicBezTo>
                  <a:cubicBezTo>
                    <a:pt x="16" y="1"/>
                    <a:pt x="13" y="0"/>
                    <a:pt x="11" y="0"/>
                  </a:cubicBezTo>
                  <a:close/>
                  <a:moveTo>
                    <a:pt x="14" y="13"/>
                  </a:moveTo>
                  <a:cubicBezTo>
                    <a:pt x="13" y="14"/>
                    <a:pt x="12" y="15"/>
                    <a:pt x="11" y="15"/>
                  </a:cubicBezTo>
                  <a:cubicBezTo>
                    <a:pt x="9" y="15"/>
                    <a:pt x="8" y="14"/>
                    <a:pt x="7" y="13"/>
                  </a:cubicBezTo>
                  <a:cubicBezTo>
                    <a:pt x="5" y="11"/>
                    <a:pt x="5" y="8"/>
                    <a:pt x="7" y="6"/>
                  </a:cubicBezTo>
                  <a:cubicBezTo>
                    <a:pt x="9" y="4"/>
                    <a:pt x="12" y="4"/>
                    <a:pt x="14" y="6"/>
                  </a:cubicBezTo>
                  <a:cubicBezTo>
                    <a:pt x="16" y="8"/>
                    <a:pt x="16" y="11"/>
                    <a:pt x="1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4491038" y="3187701"/>
            <a:ext cx="322263" cy="481013"/>
            <a:chOff x="4491038" y="3187701"/>
            <a:chExt cx="322263" cy="481013"/>
          </a:xfrm>
          <a:solidFill>
            <a:schemeClr val="accent1"/>
          </a:solidFill>
        </p:grpSpPr>
        <p:sp>
          <p:nvSpPr>
            <p:cNvPr id="88" name="Freeform 88"/>
            <p:cNvSpPr>
              <a:spLocks noEditPoints="1"/>
            </p:cNvSpPr>
            <p:nvPr/>
          </p:nvSpPr>
          <p:spPr bwMode="auto">
            <a:xfrm>
              <a:off x="4603750" y="3443288"/>
              <a:ext cx="96838" cy="142875"/>
            </a:xfrm>
            <a:custGeom>
              <a:avLst/>
              <a:gdLst>
                <a:gd name="T0" fmla="*/ 13 w 26"/>
                <a:gd name="T1" fmla="*/ 0 h 38"/>
                <a:gd name="T2" fmla="*/ 0 w 26"/>
                <a:gd name="T3" fmla="*/ 13 h 38"/>
                <a:gd name="T4" fmla="*/ 1 w 26"/>
                <a:gd name="T5" fmla="*/ 20 h 38"/>
                <a:gd name="T6" fmla="*/ 3 w 26"/>
                <a:gd name="T7" fmla="*/ 22 h 38"/>
                <a:gd name="T8" fmla="*/ 3 w 26"/>
                <a:gd name="T9" fmla="*/ 23 h 38"/>
                <a:gd name="T10" fmla="*/ 3 w 26"/>
                <a:gd name="T11" fmla="*/ 28 h 38"/>
                <a:gd name="T12" fmla="*/ 13 w 26"/>
                <a:gd name="T13" fmla="*/ 38 h 38"/>
                <a:gd name="T14" fmla="*/ 23 w 26"/>
                <a:gd name="T15" fmla="*/ 28 h 38"/>
                <a:gd name="T16" fmla="*/ 23 w 26"/>
                <a:gd name="T17" fmla="*/ 23 h 38"/>
                <a:gd name="T18" fmla="*/ 23 w 26"/>
                <a:gd name="T19" fmla="*/ 22 h 38"/>
                <a:gd name="T20" fmla="*/ 25 w 26"/>
                <a:gd name="T21" fmla="*/ 20 h 38"/>
                <a:gd name="T22" fmla="*/ 26 w 26"/>
                <a:gd name="T23" fmla="*/ 13 h 38"/>
                <a:gd name="T24" fmla="*/ 13 w 26"/>
                <a:gd name="T25" fmla="*/ 0 h 38"/>
                <a:gd name="T26" fmla="*/ 18 w 26"/>
                <a:gd name="T27" fmla="*/ 21 h 38"/>
                <a:gd name="T28" fmla="*/ 18 w 26"/>
                <a:gd name="T29" fmla="*/ 28 h 38"/>
                <a:gd name="T30" fmla="*/ 13 w 26"/>
                <a:gd name="T31" fmla="*/ 33 h 38"/>
                <a:gd name="T32" fmla="*/ 8 w 26"/>
                <a:gd name="T33" fmla="*/ 28 h 38"/>
                <a:gd name="T34" fmla="*/ 8 w 26"/>
                <a:gd name="T35" fmla="*/ 21 h 38"/>
                <a:gd name="T36" fmla="*/ 4 w 26"/>
                <a:gd name="T37" fmla="*/ 13 h 38"/>
                <a:gd name="T38" fmla="*/ 13 w 26"/>
                <a:gd name="T39" fmla="*/ 5 h 38"/>
                <a:gd name="T40" fmla="*/ 22 w 26"/>
                <a:gd name="T41" fmla="*/ 13 h 38"/>
                <a:gd name="T42" fmla="*/ 18 w 26"/>
                <a:gd name="T43" fmla="*/ 2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8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0" y="18"/>
                    <a:pt x="1" y="20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33"/>
                    <a:pt x="8" y="38"/>
                    <a:pt x="13" y="38"/>
                  </a:cubicBezTo>
                  <a:cubicBezTo>
                    <a:pt x="18" y="38"/>
                    <a:pt x="23" y="33"/>
                    <a:pt x="23" y="2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4" y="22"/>
                    <a:pt x="24" y="21"/>
                    <a:pt x="25" y="20"/>
                  </a:cubicBezTo>
                  <a:cubicBezTo>
                    <a:pt x="26" y="18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8" y="21"/>
                  </a:moveTo>
                  <a:cubicBezTo>
                    <a:pt x="18" y="28"/>
                    <a:pt x="18" y="28"/>
                    <a:pt x="18" y="28"/>
                  </a:cubicBezTo>
                  <a:cubicBezTo>
                    <a:pt x="18" y="31"/>
                    <a:pt x="16" y="33"/>
                    <a:pt x="13" y="33"/>
                  </a:cubicBezTo>
                  <a:cubicBezTo>
                    <a:pt x="10" y="33"/>
                    <a:pt x="8" y="31"/>
                    <a:pt x="8" y="28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6" y="19"/>
                    <a:pt x="4" y="16"/>
                    <a:pt x="4" y="13"/>
                  </a:cubicBezTo>
                  <a:cubicBezTo>
                    <a:pt x="4" y="9"/>
                    <a:pt x="8" y="5"/>
                    <a:pt x="13" y="5"/>
                  </a:cubicBezTo>
                  <a:cubicBezTo>
                    <a:pt x="18" y="5"/>
                    <a:pt x="22" y="9"/>
                    <a:pt x="22" y="13"/>
                  </a:cubicBezTo>
                  <a:cubicBezTo>
                    <a:pt x="22" y="16"/>
                    <a:pt x="20" y="19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89"/>
            <p:cNvSpPr>
              <a:spLocks noEditPoints="1"/>
            </p:cNvSpPr>
            <p:nvPr/>
          </p:nvSpPr>
          <p:spPr bwMode="auto">
            <a:xfrm>
              <a:off x="4491038" y="3187701"/>
              <a:ext cx="322263" cy="481013"/>
            </a:xfrm>
            <a:custGeom>
              <a:avLst/>
              <a:gdLst>
                <a:gd name="T0" fmla="*/ 43 w 86"/>
                <a:gd name="T1" fmla="*/ 42 h 128"/>
                <a:gd name="T2" fmla="*/ 21 w 86"/>
                <a:gd name="T3" fmla="*/ 48 h 128"/>
                <a:gd name="T4" fmla="*/ 19 w 86"/>
                <a:gd name="T5" fmla="*/ 49 h 128"/>
                <a:gd name="T6" fmla="*/ 19 w 86"/>
                <a:gd name="T7" fmla="*/ 28 h 128"/>
                <a:gd name="T8" fmla="*/ 43 w 86"/>
                <a:gd name="T9" fmla="*/ 5 h 128"/>
                <a:gd name="T10" fmla="*/ 67 w 86"/>
                <a:gd name="T11" fmla="*/ 28 h 128"/>
                <a:gd name="T12" fmla="*/ 67 w 86"/>
                <a:gd name="T13" fmla="*/ 33 h 128"/>
                <a:gd name="T14" fmla="*/ 69 w 86"/>
                <a:gd name="T15" fmla="*/ 35 h 128"/>
                <a:gd name="T16" fmla="*/ 71 w 86"/>
                <a:gd name="T17" fmla="*/ 33 h 128"/>
                <a:gd name="T18" fmla="*/ 71 w 86"/>
                <a:gd name="T19" fmla="*/ 28 h 128"/>
                <a:gd name="T20" fmla="*/ 43 w 86"/>
                <a:gd name="T21" fmla="*/ 0 h 128"/>
                <a:gd name="T22" fmla="*/ 15 w 86"/>
                <a:gd name="T23" fmla="*/ 28 h 128"/>
                <a:gd name="T24" fmla="*/ 15 w 86"/>
                <a:gd name="T25" fmla="*/ 52 h 128"/>
                <a:gd name="T26" fmla="*/ 14 w 86"/>
                <a:gd name="T27" fmla="*/ 53 h 128"/>
                <a:gd name="T28" fmla="*/ 0 w 86"/>
                <a:gd name="T29" fmla="*/ 85 h 128"/>
                <a:gd name="T30" fmla="*/ 43 w 86"/>
                <a:gd name="T31" fmla="*/ 128 h 128"/>
                <a:gd name="T32" fmla="*/ 86 w 86"/>
                <a:gd name="T33" fmla="*/ 85 h 128"/>
                <a:gd name="T34" fmla="*/ 43 w 86"/>
                <a:gd name="T35" fmla="*/ 42 h 128"/>
                <a:gd name="T36" fmla="*/ 70 w 86"/>
                <a:gd name="T37" fmla="*/ 112 h 128"/>
                <a:gd name="T38" fmla="*/ 58 w 86"/>
                <a:gd name="T39" fmla="*/ 120 h 128"/>
                <a:gd name="T40" fmla="*/ 43 w 86"/>
                <a:gd name="T41" fmla="*/ 123 h 128"/>
                <a:gd name="T42" fmla="*/ 28 w 86"/>
                <a:gd name="T43" fmla="*/ 120 h 128"/>
                <a:gd name="T44" fmla="*/ 16 w 86"/>
                <a:gd name="T45" fmla="*/ 112 h 128"/>
                <a:gd name="T46" fmla="*/ 8 w 86"/>
                <a:gd name="T47" fmla="*/ 100 h 128"/>
                <a:gd name="T48" fmla="*/ 4 w 86"/>
                <a:gd name="T49" fmla="*/ 85 h 128"/>
                <a:gd name="T50" fmla="*/ 8 w 86"/>
                <a:gd name="T51" fmla="*/ 70 h 128"/>
                <a:gd name="T52" fmla="*/ 16 w 86"/>
                <a:gd name="T53" fmla="*/ 58 h 128"/>
                <a:gd name="T54" fmla="*/ 28 w 86"/>
                <a:gd name="T55" fmla="*/ 49 h 128"/>
                <a:gd name="T56" fmla="*/ 58 w 86"/>
                <a:gd name="T57" fmla="*/ 49 h 128"/>
                <a:gd name="T58" fmla="*/ 70 w 86"/>
                <a:gd name="T59" fmla="*/ 58 h 128"/>
                <a:gd name="T60" fmla="*/ 78 w 86"/>
                <a:gd name="T61" fmla="*/ 70 h 128"/>
                <a:gd name="T62" fmla="*/ 82 w 86"/>
                <a:gd name="T63" fmla="*/ 85 h 128"/>
                <a:gd name="T64" fmla="*/ 78 w 86"/>
                <a:gd name="T65" fmla="*/ 100 h 128"/>
                <a:gd name="T66" fmla="*/ 70 w 86"/>
                <a:gd name="T67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6" h="128">
                  <a:moveTo>
                    <a:pt x="43" y="42"/>
                  </a:moveTo>
                  <a:cubicBezTo>
                    <a:pt x="35" y="42"/>
                    <a:pt x="28" y="44"/>
                    <a:pt x="21" y="48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15"/>
                    <a:pt x="30" y="5"/>
                    <a:pt x="43" y="5"/>
                  </a:cubicBezTo>
                  <a:cubicBezTo>
                    <a:pt x="56" y="5"/>
                    <a:pt x="67" y="15"/>
                    <a:pt x="67" y="28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7" y="34"/>
                    <a:pt x="68" y="35"/>
                    <a:pt x="69" y="35"/>
                  </a:cubicBezTo>
                  <a:cubicBezTo>
                    <a:pt x="70" y="35"/>
                    <a:pt x="71" y="34"/>
                    <a:pt x="71" y="33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13"/>
                    <a:pt x="59" y="0"/>
                    <a:pt x="43" y="0"/>
                  </a:cubicBezTo>
                  <a:cubicBezTo>
                    <a:pt x="27" y="0"/>
                    <a:pt x="15" y="13"/>
                    <a:pt x="15" y="28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5" y="61"/>
                    <a:pt x="0" y="73"/>
                    <a:pt x="0" y="85"/>
                  </a:cubicBezTo>
                  <a:cubicBezTo>
                    <a:pt x="0" y="109"/>
                    <a:pt x="19" y="128"/>
                    <a:pt x="43" y="128"/>
                  </a:cubicBezTo>
                  <a:cubicBezTo>
                    <a:pt x="67" y="128"/>
                    <a:pt x="86" y="109"/>
                    <a:pt x="86" y="85"/>
                  </a:cubicBezTo>
                  <a:cubicBezTo>
                    <a:pt x="86" y="61"/>
                    <a:pt x="67" y="42"/>
                    <a:pt x="43" y="42"/>
                  </a:cubicBezTo>
                  <a:close/>
                  <a:moveTo>
                    <a:pt x="70" y="112"/>
                  </a:moveTo>
                  <a:cubicBezTo>
                    <a:pt x="67" y="116"/>
                    <a:pt x="63" y="118"/>
                    <a:pt x="58" y="120"/>
                  </a:cubicBezTo>
                  <a:cubicBezTo>
                    <a:pt x="53" y="122"/>
                    <a:pt x="48" y="123"/>
                    <a:pt x="43" y="123"/>
                  </a:cubicBezTo>
                  <a:cubicBezTo>
                    <a:pt x="38" y="123"/>
                    <a:pt x="33" y="122"/>
                    <a:pt x="28" y="120"/>
                  </a:cubicBezTo>
                  <a:cubicBezTo>
                    <a:pt x="23" y="118"/>
                    <a:pt x="19" y="116"/>
                    <a:pt x="16" y="112"/>
                  </a:cubicBezTo>
                  <a:cubicBezTo>
                    <a:pt x="12" y="109"/>
                    <a:pt x="9" y="105"/>
                    <a:pt x="8" y="100"/>
                  </a:cubicBezTo>
                  <a:cubicBezTo>
                    <a:pt x="6" y="95"/>
                    <a:pt x="4" y="90"/>
                    <a:pt x="4" y="85"/>
                  </a:cubicBezTo>
                  <a:cubicBezTo>
                    <a:pt x="4" y="80"/>
                    <a:pt x="6" y="75"/>
                    <a:pt x="8" y="70"/>
                  </a:cubicBezTo>
                  <a:cubicBezTo>
                    <a:pt x="9" y="65"/>
                    <a:pt x="12" y="61"/>
                    <a:pt x="16" y="58"/>
                  </a:cubicBezTo>
                  <a:cubicBezTo>
                    <a:pt x="19" y="54"/>
                    <a:pt x="23" y="51"/>
                    <a:pt x="28" y="49"/>
                  </a:cubicBezTo>
                  <a:cubicBezTo>
                    <a:pt x="37" y="45"/>
                    <a:pt x="49" y="45"/>
                    <a:pt x="58" y="49"/>
                  </a:cubicBezTo>
                  <a:cubicBezTo>
                    <a:pt x="63" y="51"/>
                    <a:pt x="67" y="54"/>
                    <a:pt x="70" y="58"/>
                  </a:cubicBezTo>
                  <a:cubicBezTo>
                    <a:pt x="74" y="61"/>
                    <a:pt x="77" y="65"/>
                    <a:pt x="78" y="70"/>
                  </a:cubicBezTo>
                  <a:cubicBezTo>
                    <a:pt x="80" y="75"/>
                    <a:pt x="82" y="80"/>
                    <a:pt x="82" y="85"/>
                  </a:cubicBezTo>
                  <a:cubicBezTo>
                    <a:pt x="82" y="90"/>
                    <a:pt x="80" y="95"/>
                    <a:pt x="78" y="100"/>
                  </a:cubicBezTo>
                  <a:cubicBezTo>
                    <a:pt x="77" y="105"/>
                    <a:pt x="74" y="109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3530600" y="3187701"/>
            <a:ext cx="322263" cy="481013"/>
            <a:chOff x="3530600" y="3187701"/>
            <a:chExt cx="322263" cy="481013"/>
          </a:xfrm>
          <a:solidFill>
            <a:schemeClr val="accent1"/>
          </a:solidFill>
        </p:grpSpPr>
        <p:sp>
          <p:nvSpPr>
            <p:cNvPr id="90" name="Freeform 90"/>
            <p:cNvSpPr>
              <a:spLocks noEditPoints="1"/>
            </p:cNvSpPr>
            <p:nvPr/>
          </p:nvSpPr>
          <p:spPr bwMode="auto">
            <a:xfrm>
              <a:off x="3641725" y="3443288"/>
              <a:ext cx="98425" cy="142875"/>
            </a:xfrm>
            <a:custGeom>
              <a:avLst/>
              <a:gdLst>
                <a:gd name="T0" fmla="*/ 13 w 26"/>
                <a:gd name="T1" fmla="*/ 0 h 38"/>
                <a:gd name="T2" fmla="*/ 0 w 26"/>
                <a:gd name="T3" fmla="*/ 13 h 38"/>
                <a:gd name="T4" fmla="*/ 1 w 26"/>
                <a:gd name="T5" fmla="*/ 20 h 38"/>
                <a:gd name="T6" fmla="*/ 3 w 26"/>
                <a:gd name="T7" fmla="*/ 22 h 38"/>
                <a:gd name="T8" fmla="*/ 3 w 26"/>
                <a:gd name="T9" fmla="*/ 23 h 38"/>
                <a:gd name="T10" fmla="*/ 3 w 26"/>
                <a:gd name="T11" fmla="*/ 28 h 38"/>
                <a:gd name="T12" fmla="*/ 13 w 26"/>
                <a:gd name="T13" fmla="*/ 38 h 38"/>
                <a:gd name="T14" fmla="*/ 23 w 26"/>
                <a:gd name="T15" fmla="*/ 28 h 38"/>
                <a:gd name="T16" fmla="*/ 23 w 26"/>
                <a:gd name="T17" fmla="*/ 23 h 38"/>
                <a:gd name="T18" fmla="*/ 23 w 26"/>
                <a:gd name="T19" fmla="*/ 22 h 38"/>
                <a:gd name="T20" fmla="*/ 25 w 26"/>
                <a:gd name="T21" fmla="*/ 20 h 38"/>
                <a:gd name="T22" fmla="*/ 26 w 26"/>
                <a:gd name="T23" fmla="*/ 13 h 38"/>
                <a:gd name="T24" fmla="*/ 13 w 26"/>
                <a:gd name="T25" fmla="*/ 0 h 38"/>
                <a:gd name="T26" fmla="*/ 18 w 26"/>
                <a:gd name="T27" fmla="*/ 21 h 38"/>
                <a:gd name="T28" fmla="*/ 18 w 26"/>
                <a:gd name="T29" fmla="*/ 28 h 38"/>
                <a:gd name="T30" fmla="*/ 13 w 26"/>
                <a:gd name="T31" fmla="*/ 33 h 38"/>
                <a:gd name="T32" fmla="*/ 8 w 26"/>
                <a:gd name="T33" fmla="*/ 28 h 38"/>
                <a:gd name="T34" fmla="*/ 8 w 26"/>
                <a:gd name="T35" fmla="*/ 21 h 38"/>
                <a:gd name="T36" fmla="*/ 4 w 26"/>
                <a:gd name="T37" fmla="*/ 13 h 38"/>
                <a:gd name="T38" fmla="*/ 13 w 26"/>
                <a:gd name="T39" fmla="*/ 5 h 38"/>
                <a:gd name="T40" fmla="*/ 22 w 26"/>
                <a:gd name="T41" fmla="*/ 13 h 38"/>
                <a:gd name="T42" fmla="*/ 18 w 26"/>
                <a:gd name="T43" fmla="*/ 2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8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6"/>
                    <a:pt x="0" y="18"/>
                    <a:pt x="1" y="20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33"/>
                    <a:pt x="8" y="38"/>
                    <a:pt x="13" y="38"/>
                  </a:cubicBezTo>
                  <a:cubicBezTo>
                    <a:pt x="18" y="38"/>
                    <a:pt x="23" y="33"/>
                    <a:pt x="23" y="2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4" y="22"/>
                    <a:pt x="24" y="21"/>
                    <a:pt x="25" y="20"/>
                  </a:cubicBezTo>
                  <a:cubicBezTo>
                    <a:pt x="26" y="18"/>
                    <a:pt x="26" y="16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8" y="21"/>
                  </a:moveTo>
                  <a:cubicBezTo>
                    <a:pt x="18" y="28"/>
                    <a:pt x="18" y="28"/>
                    <a:pt x="18" y="28"/>
                  </a:cubicBezTo>
                  <a:cubicBezTo>
                    <a:pt x="18" y="31"/>
                    <a:pt x="16" y="33"/>
                    <a:pt x="13" y="33"/>
                  </a:cubicBezTo>
                  <a:cubicBezTo>
                    <a:pt x="10" y="33"/>
                    <a:pt x="8" y="31"/>
                    <a:pt x="8" y="28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6" y="19"/>
                    <a:pt x="4" y="16"/>
                    <a:pt x="4" y="13"/>
                  </a:cubicBezTo>
                  <a:cubicBezTo>
                    <a:pt x="4" y="9"/>
                    <a:pt x="8" y="5"/>
                    <a:pt x="13" y="5"/>
                  </a:cubicBezTo>
                  <a:cubicBezTo>
                    <a:pt x="18" y="5"/>
                    <a:pt x="22" y="9"/>
                    <a:pt x="22" y="13"/>
                  </a:cubicBezTo>
                  <a:cubicBezTo>
                    <a:pt x="22" y="16"/>
                    <a:pt x="20" y="19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91"/>
            <p:cNvSpPr>
              <a:spLocks noEditPoints="1"/>
            </p:cNvSpPr>
            <p:nvPr/>
          </p:nvSpPr>
          <p:spPr bwMode="auto">
            <a:xfrm>
              <a:off x="3530600" y="3187701"/>
              <a:ext cx="322263" cy="481013"/>
            </a:xfrm>
            <a:custGeom>
              <a:avLst/>
              <a:gdLst>
                <a:gd name="T0" fmla="*/ 72 w 86"/>
                <a:gd name="T1" fmla="*/ 53 h 128"/>
                <a:gd name="T2" fmla="*/ 71 w 86"/>
                <a:gd name="T3" fmla="*/ 53 h 128"/>
                <a:gd name="T4" fmla="*/ 71 w 86"/>
                <a:gd name="T5" fmla="*/ 28 h 128"/>
                <a:gd name="T6" fmla="*/ 43 w 86"/>
                <a:gd name="T7" fmla="*/ 0 h 128"/>
                <a:gd name="T8" fmla="*/ 15 w 86"/>
                <a:gd name="T9" fmla="*/ 28 h 128"/>
                <a:gd name="T10" fmla="*/ 15 w 86"/>
                <a:gd name="T11" fmla="*/ 52 h 128"/>
                <a:gd name="T12" fmla="*/ 14 w 86"/>
                <a:gd name="T13" fmla="*/ 53 h 128"/>
                <a:gd name="T14" fmla="*/ 0 w 86"/>
                <a:gd name="T15" fmla="*/ 85 h 128"/>
                <a:gd name="T16" fmla="*/ 43 w 86"/>
                <a:gd name="T17" fmla="*/ 128 h 128"/>
                <a:gd name="T18" fmla="*/ 86 w 86"/>
                <a:gd name="T19" fmla="*/ 85 h 128"/>
                <a:gd name="T20" fmla="*/ 72 w 86"/>
                <a:gd name="T21" fmla="*/ 53 h 128"/>
                <a:gd name="T22" fmla="*/ 19 w 86"/>
                <a:gd name="T23" fmla="*/ 28 h 128"/>
                <a:gd name="T24" fmla="*/ 43 w 86"/>
                <a:gd name="T25" fmla="*/ 5 h 128"/>
                <a:gd name="T26" fmla="*/ 67 w 86"/>
                <a:gd name="T27" fmla="*/ 28 h 128"/>
                <a:gd name="T28" fmla="*/ 67 w 86"/>
                <a:gd name="T29" fmla="*/ 49 h 128"/>
                <a:gd name="T30" fmla="*/ 65 w 86"/>
                <a:gd name="T31" fmla="*/ 48 h 128"/>
                <a:gd name="T32" fmla="*/ 22 w 86"/>
                <a:gd name="T33" fmla="*/ 48 h 128"/>
                <a:gd name="T34" fmla="*/ 19 w 86"/>
                <a:gd name="T35" fmla="*/ 49 h 128"/>
                <a:gd name="T36" fmla="*/ 19 w 86"/>
                <a:gd name="T37" fmla="*/ 28 h 128"/>
                <a:gd name="T38" fmla="*/ 70 w 86"/>
                <a:gd name="T39" fmla="*/ 112 h 128"/>
                <a:gd name="T40" fmla="*/ 58 w 86"/>
                <a:gd name="T41" fmla="*/ 120 h 128"/>
                <a:gd name="T42" fmla="*/ 43 w 86"/>
                <a:gd name="T43" fmla="*/ 123 h 128"/>
                <a:gd name="T44" fmla="*/ 28 w 86"/>
                <a:gd name="T45" fmla="*/ 120 h 128"/>
                <a:gd name="T46" fmla="*/ 16 w 86"/>
                <a:gd name="T47" fmla="*/ 112 h 128"/>
                <a:gd name="T48" fmla="*/ 8 w 86"/>
                <a:gd name="T49" fmla="*/ 100 h 128"/>
                <a:gd name="T50" fmla="*/ 4 w 86"/>
                <a:gd name="T51" fmla="*/ 85 h 128"/>
                <a:gd name="T52" fmla="*/ 8 w 86"/>
                <a:gd name="T53" fmla="*/ 70 h 128"/>
                <a:gd name="T54" fmla="*/ 16 w 86"/>
                <a:gd name="T55" fmla="*/ 58 h 128"/>
                <a:gd name="T56" fmla="*/ 28 w 86"/>
                <a:gd name="T57" fmla="*/ 49 h 128"/>
                <a:gd name="T58" fmla="*/ 58 w 86"/>
                <a:gd name="T59" fmla="*/ 49 h 128"/>
                <a:gd name="T60" fmla="*/ 70 w 86"/>
                <a:gd name="T61" fmla="*/ 58 h 128"/>
                <a:gd name="T62" fmla="*/ 78 w 86"/>
                <a:gd name="T63" fmla="*/ 70 h 128"/>
                <a:gd name="T64" fmla="*/ 82 w 86"/>
                <a:gd name="T65" fmla="*/ 85 h 128"/>
                <a:gd name="T66" fmla="*/ 78 w 86"/>
                <a:gd name="T67" fmla="*/ 100 h 128"/>
                <a:gd name="T68" fmla="*/ 70 w 86"/>
                <a:gd name="T69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" h="128">
                  <a:moveTo>
                    <a:pt x="72" y="53"/>
                  </a:moveTo>
                  <a:cubicBezTo>
                    <a:pt x="71" y="53"/>
                    <a:pt x="71" y="53"/>
                    <a:pt x="71" y="53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13"/>
                    <a:pt x="59" y="0"/>
                    <a:pt x="43" y="0"/>
                  </a:cubicBezTo>
                  <a:cubicBezTo>
                    <a:pt x="28" y="0"/>
                    <a:pt x="15" y="13"/>
                    <a:pt x="15" y="28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5" y="61"/>
                    <a:pt x="0" y="73"/>
                    <a:pt x="0" y="85"/>
                  </a:cubicBezTo>
                  <a:cubicBezTo>
                    <a:pt x="0" y="109"/>
                    <a:pt x="19" y="128"/>
                    <a:pt x="43" y="128"/>
                  </a:cubicBezTo>
                  <a:cubicBezTo>
                    <a:pt x="67" y="128"/>
                    <a:pt x="86" y="109"/>
                    <a:pt x="86" y="85"/>
                  </a:cubicBezTo>
                  <a:cubicBezTo>
                    <a:pt x="86" y="73"/>
                    <a:pt x="81" y="61"/>
                    <a:pt x="72" y="53"/>
                  </a:cubicBezTo>
                  <a:close/>
                  <a:moveTo>
                    <a:pt x="19" y="28"/>
                  </a:moveTo>
                  <a:cubicBezTo>
                    <a:pt x="19" y="15"/>
                    <a:pt x="30" y="5"/>
                    <a:pt x="43" y="5"/>
                  </a:cubicBezTo>
                  <a:cubicBezTo>
                    <a:pt x="56" y="5"/>
                    <a:pt x="67" y="15"/>
                    <a:pt x="67" y="28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52" y="40"/>
                    <a:pt x="35" y="40"/>
                    <a:pt x="22" y="48"/>
                  </a:cubicBezTo>
                  <a:cubicBezTo>
                    <a:pt x="19" y="49"/>
                    <a:pt x="19" y="49"/>
                    <a:pt x="19" y="49"/>
                  </a:cubicBezTo>
                  <a:lnTo>
                    <a:pt x="19" y="28"/>
                  </a:lnTo>
                  <a:close/>
                  <a:moveTo>
                    <a:pt x="70" y="112"/>
                  </a:moveTo>
                  <a:cubicBezTo>
                    <a:pt x="67" y="116"/>
                    <a:pt x="63" y="118"/>
                    <a:pt x="58" y="120"/>
                  </a:cubicBezTo>
                  <a:cubicBezTo>
                    <a:pt x="53" y="122"/>
                    <a:pt x="48" y="123"/>
                    <a:pt x="43" y="123"/>
                  </a:cubicBezTo>
                  <a:cubicBezTo>
                    <a:pt x="38" y="123"/>
                    <a:pt x="33" y="122"/>
                    <a:pt x="28" y="120"/>
                  </a:cubicBezTo>
                  <a:cubicBezTo>
                    <a:pt x="23" y="118"/>
                    <a:pt x="19" y="116"/>
                    <a:pt x="16" y="112"/>
                  </a:cubicBezTo>
                  <a:cubicBezTo>
                    <a:pt x="12" y="109"/>
                    <a:pt x="9" y="105"/>
                    <a:pt x="8" y="100"/>
                  </a:cubicBezTo>
                  <a:cubicBezTo>
                    <a:pt x="6" y="95"/>
                    <a:pt x="4" y="90"/>
                    <a:pt x="4" y="85"/>
                  </a:cubicBezTo>
                  <a:cubicBezTo>
                    <a:pt x="4" y="80"/>
                    <a:pt x="6" y="75"/>
                    <a:pt x="8" y="70"/>
                  </a:cubicBezTo>
                  <a:cubicBezTo>
                    <a:pt x="9" y="65"/>
                    <a:pt x="12" y="61"/>
                    <a:pt x="16" y="58"/>
                  </a:cubicBezTo>
                  <a:cubicBezTo>
                    <a:pt x="19" y="54"/>
                    <a:pt x="23" y="51"/>
                    <a:pt x="28" y="49"/>
                  </a:cubicBezTo>
                  <a:cubicBezTo>
                    <a:pt x="37" y="45"/>
                    <a:pt x="49" y="45"/>
                    <a:pt x="58" y="49"/>
                  </a:cubicBezTo>
                  <a:cubicBezTo>
                    <a:pt x="63" y="51"/>
                    <a:pt x="67" y="54"/>
                    <a:pt x="70" y="58"/>
                  </a:cubicBezTo>
                  <a:cubicBezTo>
                    <a:pt x="74" y="61"/>
                    <a:pt x="77" y="65"/>
                    <a:pt x="78" y="70"/>
                  </a:cubicBezTo>
                  <a:cubicBezTo>
                    <a:pt x="80" y="75"/>
                    <a:pt x="82" y="80"/>
                    <a:pt x="82" y="85"/>
                  </a:cubicBezTo>
                  <a:cubicBezTo>
                    <a:pt x="82" y="90"/>
                    <a:pt x="80" y="95"/>
                    <a:pt x="78" y="100"/>
                  </a:cubicBezTo>
                  <a:cubicBezTo>
                    <a:pt x="77" y="105"/>
                    <a:pt x="74" y="109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2554288" y="3187701"/>
            <a:ext cx="352425" cy="481013"/>
            <a:chOff x="2554288" y="3187701"/>
            <a:chExt cx="352425" cy="481013"/>
          </a:xfrm>
          <a:solidFill>
            <a:schemeClr val="accent1"/>
          </a:solidFill>
        </p:grpSpPr>
        <p:sp>
          <p:nvSpPr>
            <p:cNvPr id="92" name="Freeform 92"/>
            <p:cNvSpPr>
              <a:spLocks noEditPoints="1"/>
            </p:cNvSpPr>
            <p:nvPr/>
          </p:nvSpPr>
          <p:spPr bwMode="auto">
            <a:xfrm>
              <a:off x="2681288" y="3451226"/>
              <a:ext cx="98425" cy="142875"/>
            </a:xfrm>
            <a:custGeom>
              <a:avLst/>
              <a:gdLst>
                <a:gd name="T0" fmla="*/ 3 w 26"/>
                <a:gd name="T1" fmla="*/ 23 h 38"/>
                <a:gd name="T2" fmla="*/ 3 w 26"/>
                <a:gd name="T3" fmla="*/ 23 h 38"/>
                <a:gd name="T4" fmla="*/ 3 w 26"/>
                <a:gd name="T5" fmla="*/ 28 h 38"/>
                <a:gd name="T6" fmla="*/ 13 w 26"/>
                <a:gd name="T7" fmla="*/ 38 h 38"/>
                <a:gd name="T8" fmla="*/ 23 w 26"/>
                <a:gd name="T9" fmla="*/ 28 h 38"/>
                <a:gd name="T10" fmla="*/ 23 w 26"/>
                <a:gd name="T11" fmla="*/ 23 h 38"/>
                <a:gd name="T12" fmla="*/ 23 w 26"/>
                <a:gd name="T13" fmla="*/ 23 h 38"/>
                <a:gd name="T14" fmla="*/ 25 w 26"/>
                <a:gd name="T15" fmla="*/ 21 h 38"/>
                <a:gd name="T16" fmla="*/ 26 w 26"/>
                <a:gd name="T17" fmla="*/ 14 h 38"/>
                <a:gd name="T18" fmla="*/ 13 w 26"/>
                <a:gd name="T19" fmla="*/ 0 h 38"/>
                <a:gd name="T20" fmla="*/ 0 w 26"/>
                <a:gd name="T21" fmla="*/ 14 h 38"/>
                <a:gd name="T22" fmla="*/ 1 w 26"/>
                <a:gd name="T23" fmla="*/ 21 h 38"/>
                <a:gd name="T24" fmla="*/ 3 w 26"/>
                <a:gd name="T25" fmla="*/ 23 h 38"/>
                <a:gd name="T26" fmla="*/ 13 w 26"/>
                <a:gd name="T27" fmla="*/ 5 h 38"/>
                <a:gd name="T28" fmla="*/ 22 w 26"/>
                <a:gd name="T29" fmla="*/ 14 h 38"/>
                <a:gd name="T30" fmla="*/ 18 w 26"/>
                <a:gd name="T31" fmla="*/ 21 h 38"/>
                <a:gd name="T32" fmla="*/ 18 w 26"/>
                <a:gd name="T33" fmla="*/ 28 h 38"/>
                <a:gd name="T34" fmla="*/ 13 w 26"/>
                <a:gd name="T35" fmla="*/ 34 h 38"/>
                <a:gd name="T36" fmla="*/ 8 w 26"/>
                <a:gd name="T37" fmla="*/ 28 h 38"/>
                <a:gd name="T38" fmla="*/ 8 w 26"/>
                <a:gd name="T39" fmla="*/ 21 h 38"/>
                <a:gd name="T40" fmla="*/ 4 w 26"/>
                <a:gd name="T41" fmla="*/ 14 h 38"/>
                <a:gd name="T42" fmla="*/ 13 w 26"/>
                <a:gd name="T43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8">
                  <a:moveTo>
                    <a:pt x="3" y="23"/>
                  </a:moveTo>
                  <a:cubicBezTo>
                    <a:pt x="3" y="23"/>
                    <a:pt x="3" y="23"/>
                    <a:pt x="3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34"/>
                    <a:pt x="8" y="38"/>
                    <a:pt x="13" y="38"/>
                  </a:cubicBezTo>
                  <a:cubicBezTo>
                    <a:pt x="18" y="38"/>
                    <a:pt x="23" y="34"/>
                    <a:pt x="23" y="2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4" y="22"/>
                    <a:pt x="24" y="21"/>
                    <a:pt x="25" y="21"/>
                  </a:cubicBezTo>
                  <a:cubicBezTo>
                    <a:pt x="26" y="19"/>
                    <a:pt x="26" y="16"/>
                    <a:pt x="26" y="14"/>
                  </a:cubicBezTo>
                  <a:cubicBezTo>
                    <a:pt x="26" y="6"/>
                    <a:pt x="20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6"/>
                    <a:pt x="0" y="19"/>
                    <a:pt x="1" y="21"/>
                  </a:cubicBezTo>
                  <a:cubicBezTo>
                    <a:pt x="2" y="21"/>
                    <a:pt x="2" y="22"/>
                    <a:pt x="3" y="23"/>
                  </a:cubicBezTo>
                  <a:close/>
                  <a:moveTo>
                    <a:pt x="13" y="5"/>
                  </a:moveTo>
                  <a:cubicBezTo>
                    <a:pt x="18" y="5"/>
                    <a:pt x="22" y="9"/>
                    <a:pt x="22" y="14"/>
                  </a:cubicBezTo>
                  <a:cubicBezTo>
                    <a:pt x="22" y="17"/>
                    <a:pt x="20" y="19"/>
                    <a:pt x="18" y="2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31"/>
                    <a:pt x="16" y="34"/>
                    <a:pt x="13" y="34"/>
                  </a:cubicBezTo>
                  <a:cubicBezTo>
                    <a:pt x="10" y="34"/>
                    <a:pt x="8" y="31"/>
                    <a:pt x="8" y="28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6" y="19"/>
                    <a:pt x="4" y="17"/>
                    <a:pt x="4" y="14"/>
                  </a:cubicBezTo>
                  <a:cubicBezTo>
                    <a:pt x="4" y="9"/>
                    <a:pt x="8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Freeform 93"/>
            <p:cNvSpPr>
              <a:spLocks noEditPoints="1"/>
            </p:cNvSpPr>
            <p:nvPr/>
          </p:nvSpPr>
          <p:spPr bwMode="auto">
            <a:xfrm>
              <a:off x="2554288" y="3187701"/>
              <a:ext cx="352425" cy="481013"/>
            </a:xfrm>
            <a:custGeom>
              <a:avLst/>
              <a:gdLst>
                <a:gd name="T0" fmla="*/ 88 w 94"/>
                <a:gd name="T1" fmla="*/ 49 h 128"/>
                <a:gd name="T2" fmla="*/ 23 w 94"/>
                <a:gd name="T3" fmla="*/ 49 h 128"/>
                <a:gd name="T4" fmla="*/ 23 w 94"/>
                <a:gd name="T5" fmla="*/ 28 h 128"/>
                <a:gd name="T6" fmla="*/ 47 w 94"/>
                <a:gd name="T7" fmla="*/ 5 h 128"/>
                <a:gd name="T8" fmla="*/ 71 w 94"/>
                <a:gd name="T9" fmla="*/ 28 h 128"/>
                <a:gd name="T10" fmla="*/ 71 w 94"/>
                <a:gd name="T11" fmla="*/ 33 h 128"/>
                <a:gd name="T12" fmla="*/ 73 w 94"/>
                <a:gd name="T13" fmla="*/ 35 h 128"/>
                <a:gd name="T14" fmla="*/ 75 w 94"/>
                <a:gd name="T15" fmla="*/ 33 h 128"/>
                <a:gd name="T16" fmla="*/ 75 w 94"/>
                <a:gd name="T17" fmla="*/ 28 h 128"/>
                <a:gd name="T18" fmla="*/ 47 w 94"/>
                <a:gd name="T19" fmla="*/ 0 h 128"/>
                <a:gd name="T20" fmla="*/ 19 w 94"/>
                <a:gd name="T21" fmla="*/ 28 h 128"/>
                <a:gd name="T22" fmla="*/ 19 w 94"/>
                <a:gd name="T23" fmla="*/ 49 h 128"/>
                <a:gd name="T24" fmla="*/ 6 w 94"/>
                <a:gd name="T25" fmla="*/ 49 h 128"/>
                <a:gd name="T26" fmla="*/ 0 w 94"/>
                <a:gd name="T27" fmla="*/ 55 h 128"/>
                <a:gd name="T28" fmla="*/ 0 w 94"/>
                <a:gd name="T29" fmla="*/ 122 h 128"/>
                <a:gd name="T30" fmla="*/ 6 w 94"/>
                <a:gd name="T31" fmla="*/ 128 h 128"/>
                <a:gd name="T32" fmla="*/ 88 w 94"/>
                <a:gd name="T33" fmla="*/ 128 h 128"/>
                <a:gd name="T34" fmla="*/ 94 w 94"/>
                <a:gd name="T35" fmla="*/ 122 h 128"/>
                <a:gd name="T36" fmla="*/ 94 w 94"/>
                <a:gd name="T37" fmla="*/ 55 h 128"/>
                <a:gd name="T38" fmla="*/ 88 w 94"/>
                <a:gd name="T39" fmla="*/ 49 h 128"/>
                <a:gd name="T40" fmla="*/ 89 w 94"/>
                <a:gd name="T41" fmla="*/ 123 h 128"/>
                <a:gd name="T42" fmla="*/ 5 w 94"/>
                <a:gd name="T43" fmla="*/ 123 h 128"/>
                <a:gd name="T44" fmla="*/ 5 w 94"/>
                <a:gd name="T45" fmla="*/ 54 h 128"/>
                <a:gd name="T46" fmla="*/ 89 w 94"/>
                <a:gd name="T47" fmla="*/ 54 h 128"/>
                <a:gd name="T48" fmla="*/ 89 w 94"/>
                <a:gd name="T4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" h="128">
                  <a:moveTo>
                    <a:pt x="88" y="49"/>
                  </a:moveTo>
                  <a:cubicBezTo>
                    <a:pt x="23" y="49"/>
                    <a:pt x="23" y="49"/>
                    <a:pt x="23" y="4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15"/>
                    <a:pt x="34" y="5"/>
                    <a:pt x="47" y="5"/>
                  </a:cubicBezTo>
                  <a:cubicBezTo>
                    <a:pt x="60" y="5"/>
                    <a:pt x="71" y="15"/>
                    <a:pt x="71" y="28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1" y="34"/>
                    <a:pt x="72" y="35"/>
                    <a:pt x="73" y="35"/>
                  </a:cubicBezTo>
                  <a:cubicBezTo>
                    <a:pt x="74" y="35"/>
                    <a:pt x="75" y="34"/>
                    <a:pt x="75" y="33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13"/>
                    <a:pt x="63" y="0"/>
                    <a:pt x="47" y="0"/>
                  </a:cubicBezTo>
                  <a:cubicBezTo>
                    <a:pt x="31" y="0"/>
                    <a:pt x="19" y="13"/>
                    <a:pt x="19" y="28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3" y="49"/>
                    <a:pt x="0" y="52"/>
                    <a:pt x="0" y="5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2"/>
                    <a:pt x="91" y="49"/>
                    <a:pt x="88" y="49"/>
                  </a:cubicBez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89" y="54"/>
                    <a:pt x="89" y="54"/>
                    <a:pt x="89" y="5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1592263" y="3187701"/>
            <a:ext cx="354013" cy="481013"/>
            <a:chOff x="1592263" y="3187701"/>
            <a:chExt cx="354013" cy="481013"/>
          </a:xfrm>
          <a:solidFill>
            <a:schemeClr val="accent1"/>
          </a:solidFill>
        </p:grpSpPr>
        <p:sp>
          <p:nvSpPr>
            <p:cNvPr id="94" name="Freeform 94"/>
            <p:cNvSpPr>
              <a:spLocks noEditPoints="1"/>
            </p:cNvSpPr>
            <p:nvPr/>
          </p:nvSpPr>
          <p:spPr bwMode="auto">
            <a:xfrm>
              <a:off x="1592263" y="3187701"/>
              <a:ext cx="354013" cy="481013"/>
            </a:xfrm>
            <a:custGeom>
              <a:avLst/>
              <a:gdLst>
                <a:gd name="T0" fmla="*/ 88 w 94"/>
                <a:gd name="T1" fmla="*/ 49 h 128"/>
                <a:gd name="T2" fmla="*/ 75 w 94"/>
                <a:gd name="T3" fmla="*/ 49 h 128"/>
                <a:gd name="T4" fmla="*/ 75 w 94"/>
                <a:gd name="T5" fmla="*/ 28 h 128"/>
                <a:gd name="T6" fmla="*/ 47 w 94"/>
                <a:gd name="T7" fmla="*/ 0 h 128"/>
                <a:gd name="T8" fmla="*/ 19 w 94"/>
                <a:gd name="T9" fmla="*/ 28 h 128"/>
                <a:gd name="T10" fmla="*/ 19 w 94"/>
                <a:gd name="T11" fmla="*/ 49 h 128"/>
                <a:gd name="T12" fmla="*/ 6 w 94"/>
                <a:gd name="T13" fmla="*/ 49 h 128"/>
                <a:gd name="T14" fmla="*/ 0 w 94"/>
                <a:gd name="T15" fmla="*/ 55 h 128"/>
                <a:gd name="T16" fmla="*/ 0 w 94"/>
                <a:gd name="T17" fmla="*/ 122 h 128"/>
                <a:gd name="T18" fmla="*/ 6 w 94"/>
                <a:gd name="T19" fmla="*/ 128 h 128"/>
                <a:gd name="T20" fmla="*/ 88 w 94"/>
                <a:gd name="T21" fmla="*/ 128 h 128"/>
                <a:gd name="T22" fmla="*/ 94 w 94"/>
                <a:gd name="T23" fmla="*/ 122 h 128"/>
                <a:gd name="T24" fmla="*/ 94 w 94"/>
                <a:gd name="T25" fmla="*/ 55 h 128"/>
                <a:gd name="T26" fmla="*/ 88 w 94"/>
                <a:gd name="T27" fmla="*/ 49 h 128"/>
                <a:gd name="T28" fmla="*/ 23 w 94"/>
                <a:gd name="T29" fmla="*/ 28 h 128"/>
                <a:gd name="T30" fmla="*/ 47 w 94"/>
                <a:gd name="T31" fmla="*/ 5 h 128"/>
                <a:gd name="T32" fmla="*/ 71 w 94"/>
                <a:gd name="T33" fmla="*/ 28 h 128"/>
                <a:gd name="T34" fmla="*/ 71 w 94"/>
                <a:gd name="T35" fmla="*/ 49 h 128"/>
                <a:gd name="T36" fmla="*/ 23 w 94"/>
                <a:gd name="T37" fmla="*/ 49 h 128"/>
                <a:gd name="T38" fmla="*/ 23 w 94"/>
                <a:gd name="T39" fmla="*/ 28 h 128"/>
                <a:gd name="T40" fmla="*/ 89 w 94"/>
                <a:gd name="T41" fmla="*/ 123 h 128"/>
                <a:gd name="T42" fmla="*/ 5 w 94"/>
                <a:gd name="T43" fmla="*/ 123 h 128"/>
                <a:gd name="T44" fmla="*/ 5 w 94"/>
                <a:gd name="T45" fmla="*/ 54 h 128"/>
                <a:gd name="T46" fmla="*/ 89 w 94"/>
                <a:gd name="T47" fmla="*/ 54 h 128"/>
                <a:gd name="T48" fmla="*/ 89 w 94"/>
                <a:gd name="T4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" h="128">
                  <a:moveTo>
                    <a:pt x="88" y="49"/>
                  </a:moveTo>
                  <a:cubicBezTo>
                    <a:pt x="75" y="49"/>
                    <a:pt x="75" y="49"/>
                    <a:pt x="75" y="4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13"/>
                    <a:pt x="63" y="0"/>
                    <a:pt x="47" y="0"/>
                  </a:cubicBezTo>
                  <a:cubicBezTo>
                    <a:pt x="31" y="0"/>
                    <a:pt x="19" y="13"/>
                    <a:pt x="19" y="28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3" y="49"/>
                    <a:pt x="0" y="52"/>
                    <a:pt x="0" y="5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2"/>
                    <a:pt x="91" y="49"/>
                    <a:pt x="88" y="49"/>
                  </a:cubicBezTo>
                  <a:close/>
                  <a:moveTo>
                    <a:pt x="23" y="28"/>
                  </a:moveTo>
                  <a:cubicBezTo>
                    <a:pt x="23" y="15"/>
                    <a:pt x="34" y="5"/>
                    <a:pt x="47" y="5"/>
                  </a:cubicBezTo>
                  <a:cubicBezTo>
                    <a:pt x="60" y="5"/>
                    <a:pt x="71" y="15"/>
                    <a:pt x="71" y="28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23" y="49"/>
                    <a:pt x="23" y="49"/>
                    <a:pt x="23" y="49"/>
                  </a:cubicBezTo>
                  <a:lnTo>
                    <a:pt x="23" y="28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89" y="54"/>
                    <a:pt x="89" y="54"/>
                    <a:pt x="89" y="5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Freeform 95"/>
            <p:cNvSpPr>
              <a:spLocks noEditPoints="1"/>
            </p:cNvSpPr>
            <p:nvPr/>
          </p:nvSpPr>
          <p:spPr bwMode="auto">
            <a:xfrm>
              <a:off x="1720850" y="3451226"/>
              <a:ext cx="96838" cy="142875"/>
            </a:xfrm>
            <a:custGeom>
              <a:avLst/>
              <a:gdLst>
                <a:gd name="T0" fmla="*/ 3 w 26"/>
                <a:gd name="T1" fmla="*/ 23 h 38"/>
                <a:gd name="T2" fmla="*/ 3 w 26"/>
                <a:gd name="T3" fmla="*/ 23 h 38"/>
                <a:gd name="T4" fmla="*/ 3 w 26"/>
                <a:gd name="T5" fmla="*/ 28 h 38"/>
                <a:gd name="T6" fmla="*/ 13 w 26"/>
                <a:gd name="T7" fmla="*/ 38 h 38"/>
                <a:gd name="T8" fmla="*/ 23 w 26"/>
                <a:gd name="T9" fmla="*/ 28 h 38"/>
                <a:gd name="T10" fmla="*/ 23 w 26"/>
                <a:gd name="T11" fmla="*/ 23 h 38"/>
                <a:gd name="T12" fmla="*/ 23 w 26"/>
                <a:gd name="T13" fmla="*/ 23 h 38"/>
                <a:gd name="T14" fmla="*/ 25 w 26"/>
                <a:gd name="T15" fmla="*/ 21 h 38"/>
                <a:gd name="T16" fmla="*/ 26 w 26"/>
                <a:gd name="T17" fmla="*/ 14 h 38"/>
                <a:gd name="T18" fmla="*/ 13 w 26"/>
                <a:gd name="T19" fmla="*/ 0 h 38"/>
                <a:gd name="T20" fmla="*/ 0 w 26"/>
                <a:gd name="T21" fmla="*/ 14 h 38"/>
                <a:gd name="T22" fmla="*/ 1 w 26"/>
                <a:gd name="T23" fmla="*/ 21 h 38"/>
                <a:gd name="T24" fmla="*/ 3 w 26"/>
                <a:gd name="T25" fmla="*/ 23 h 38"/>
                <a:gd name="T26" fmla="*/ 13 w 26"/>
                <a:gd name="T27" fmla="*/ 5 h 38"/>
                <a:gd name="T28" fmla="*/ 22 w 26"/>
                <a:gd name="T29" fmla="*/ 14 h 38"/>
                <a:gd name="T30" fmla="*/ 18 w 26"/>
                <a:gd name="T31" fmla="*/ 21 h 38"/>
                <a:gd name="T32" fmla="*/ 18 w 26"/>
                <a:gd name="T33" fmla="*/ 28 h 38"/>
                <a:gd name="T34" fmla="*/ 13 w 26"/>
                <a:gd name="T35" fmla="*/ 34 h 38"/>
                <a:gd name="T36" fmla="*/ 8 w 26"/>
                <a:gd name="T37" fmla="*/ 28 h 38"/>
                <a:gd name="T38" fmla="*/ 8 w 26"/>
                <a:gd name="T39" fmla="*/ 21 h 38"/>
                <a:gd name="T40" fmla="*/ 4 w 26"/>
                <a:gd name="T41" fmla="*/ 14 h 38"/>
                <a:gd name="T42" fmla="*/ 13 w 26"/>
                <a:gd name="T43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8">
                  <a:moveTo>
                    <a:pt x="3" y="23"/>
                  </a:moveTo>
                  <a:cubicBezTo>
                    <a:pt x="3" y="23"/>
                    <a:pt x="3" y="23"/>
                    <a:pt x="3" y="2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34"/>
                    <a:pt x="8" y="38"/>
                    <a:pt x="13" y="38"/>
                  </a:cubicBezTo>
                  <a:cubicBezTo>
                    <a:pt x="18" y="38"/>
                    <a:pt x="23" y="34"/>
                    <a:pt x="23" y="2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4" y="22"/>
                    <a:pt x="24" y="21"/>
                    <a:pt x="25" y="21"/>
                  </a:cubicBezTo>
                  <a:cubicBezTo>
                    <a:pt x="26" y="19"/>
                    <a:pt x="26" y="16"/>
                    <a:pt x="26" y="14"/>
                  </a:cubicBezTo>
                  <a:cubicBezTo>
                    <a:pt x="26" y="6"/>
                    <a:pt x="20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6"/>
                    <a:pt x="0" y="19"/>
                    <a:pt x="1" y="21"/>
                  </a:cubicBezTo>
                  <a:cubicBezTo>
                    <a:pt x="2" y="21"/>
                    <a:pt x="2" y="22"/>
                    <a:pt x="3" y="23"/>
                  </a:cubicBezTo>
                  <a:close/>
                  <a:moveTo>
                    <a:pt x="13" y="5"/>
                  </a:moveTo>
                  <a:cubicBezTo>
                    <a:pt x="18" y="5"/>
                    <a:pt x="22" y="9"/>
                    <a:pt x="22" y="14"/>
                  </a:cubicBezTo>
                  <a:cubicBezTo>
                    <a:pt x="22" y="17"/>
                    <a:pt x="20" y="19"/>
                    <a:pt x="18" y="2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31"/>
                    <a:pt x="16" y="34"/>
                    <a:pt x="13" y="34"/>
                  </a:cubicBezTo>
                  <a:cubicBezTo>
                    <a:pt x="10" y="34"/>
                    <a:pt x="8" y="31"/>
                    <a:pt x="8" y="28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6" y="19"/>
                    <a:pt x="4" y="17"/>
                    <a:pt x="4" y="14"/>
                  </a:cubicBezTo>
                  <a:cubicBezTo>
                    <a:pt x="4" y="9"/>
                    <a:pt x="8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568325" y="3241676"/>
            <a:ext cx="479425" cy="374650"/>
            <a:chOff x="568325" y="3241676"/>
            <a:chExt cx="479425" cy="374650"/>
          </a:xfrm>
          <a:solidFill>
            <a:schemeClr val="accent1"/>
          </a:solidFill>
        </p:grpSpPr>
        <p:sp>
          <p:nvSpPr>
            <p:cNvPr id="96" name="Freeform 96"/>
            <p:cNvSpPr>
              <a:spLocks noEditPoints="1"/>
            </p:cNvSpPr>
            <p:nvPr/>
          </p:nvSpPr>
          <p:spPr bwMode="auto">
            <a:xfrm>
              <a:off x="568325" y="3241676"/>
              <a:ext cx="479425" cy="374650"/>
            </a:xfrm>
            <a:custGeom>
              <a:avLst/>
              <a:gdLst>
                <a:gd name="T0" fmla="*/ 122 w 128"/>
                <a:gd name="T1" fmla="*/ 14 h 100"/>
                <a:gd name="T2" fmla="*/ 89 w 128"/>
                <a:gd name="T3" fmla="*/ 14 h 100"/>
                <a:gd name="T4" fmla="*/ 89 w 128"/>
                <a:gd name="T5" fmla="*/ 6 h 100"/>
                <a:gd name="T6" fmla="*/ 83 w 128"/>
                <a:gd name="T7" fmla="*/ 0 h 100"/>
                <a:gd name="T8" fmla="*/ 45 w 128"/>
                <a:gd name="T9" fmla="*/ 0 h 100"/>
                <a:gd name="T10" fmla="*/ 39 w 128"/>
                <a:gd name="T11" fmla="*/ 6 h 100"/>
                <a:gd name="T12" fmla="*/ 39 w 128"/>
                <a:gd name="T13" fmla="*/ 14 h 100"/>
                <a:gd name="T14" fmla="*/ 6 w 128"/>
                <a:gd name="T15" fmla="*/ 14 h 100"/>
                <a:gd name="T16" fmla="*/ 0 w 128"/>
                <a:gd name="T17" fmla="*/ 20 h 100"/>
                <a:gd name="T18" fmla="*/ 0 w 128"/>
                <a:gd name="T19" fmla="*/ 94 h 100"/>
                <a:gd name="T20" fmla="*/ 6 w 128"/>
                <a:gd name="T21" fmla="*/ 100 h 100"/>
                <a:gd name="T22" fmla="*/ 122 w 128"/>
                <a:gd name="T23" fmla="*/ 100 h 100"/>
                <a:gd name="T24" fmla="*/ 128 w 128"/>
                <a:gd name="T25" fmla="*/ 94 h 100"/>
                <a:gd name="T26" fmla="*/ 128 w 128"/>
                <a:gd name="T27" fmla="*/ 20 h 100"/>
                <a:gd name="T28" fmla="*/ 122 w 128"/>
                <a:gd name="T29" fmla="*/ 14 h 100"/>
                <a:gd name="T30" fmla="*/ 44 w 128"/>
                <a:gd name="T31" fmla="*/ 4 h 100"/>
                <a:gd name="T32" fmla="*/ 84 w 128"/>
                <a:gd name="T33" fmla="*/ 4 h 100"/>
                <a:gd name="T34" fmla="*/ 84 w 128"/>
                <a:gd name="T35" fmla="*/ 14 h 100"/>
                <a:gd name="T36" fmla="*/ 44 w 128"/>
                <a:gd name="T37" fmla="*/ 14 h 100"/>
                <a:gd name="T38" fmla="*/ 44 w 128"/>
                <a:gd name="T39" fmla="*/ 4 h 100"/>
                <a:gd name="T40" fmla="*/ 123 w 128"/>
                <a:gd name="T41" fmla="*/ 96 h 100"/>
                <a:gd name="T42" fmla="*/ 5 w 128"/>
                <a:gd name="T43" fmla="*/ 96 h 100"/>
                <a:gd name="T44" fmla="*/ 5 w 128"/>
                <a:gd name="T45" fmla="*/ 19 h 100"/>
                <a:gd name="T46" fmla="*/ 123 w 128"/>
                <a:gd name="T47" fmla="*/ 19 h 100"/>
                <a:gd name="T48" fmla="*/ 123 w 128"/>
                <a:gd name="T49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00">
                  <a:moveTo>
                    <a:pt x="122" y="14"/>
                  </a:moveTo>
                  <a:cubicBezTo>
                    <a:pt x="89" y="14"/>
                    <a:pt x="89" y="14"/>
                    <a:pt x="89" y="14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2"/>
                    <a:pt x="86" y="0"/>
                    <a:pt x="83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39" y="2"/>
                    <a:pt x="39" y="6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7"/>
                    <a:pt x="0" y="20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8"/>
                    <a:pt x="3" y="100"/>
                    <a:pt x="6" y="100"/>
                  </a:cubicBezTo>
                  <a:cubicBezTo>
                    <a:pt x="122" y="100"/>
                    <a:pt x="122" y="100"/>
                    <a:pt x="122" y="100"/>
                  </a:cubicBezTo>
                  <a:cubicBezTo>
                    <a:pt x="125" y="100"/>
                    <a:pt x="128" y="98"/>
                    <a:pt x="128" y="94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17"/>
                    <a:pt x="125" y="14"/>
                    <a:pt x="122" y="14"/>
                  </a:cubicBezTo>
                  <a:close/>
                  <a:moveTo>
                    <a:pt x="44" y="4"/>
                  </a:moveTo>
                  <a:cubicBezTo>
                    <a:pt x="84" y="4"/>
                    <a:pt x="84" y="4"/>
                    <a:pt x="84" y="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44" y="14"/>
                    <a:pt x="44" y="14"/>
                    <a:pt x="44" y="14"/>
                  </a:cubicBezTo>
                  <a:lnTo>
                    <a:pt x="44" y="4"/>
                  </a:lnTo>
                  <a:close/>
                  <a:moveTo>
                    <a:pt x="123" y="96"/>
                  </a:moveTo>
                  <a:cubicBezTo>
                    <a:pt x="5" y="96"/>
                    <a:pt x="5" y="96"/>
                    <a:pt x="5" y="96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23" y="19"/>
                    <a:pt x="123" y="19"/>
                    <a:pt x="123" y="19"/>
                  </a:cubicBezTo>
                  <a:lnTo>
                    <a:pt x="12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Freeform 97"/>
            <p:cNvSpPr/>
            <p:nvPr/>
          </p:nvSpPr>
          <p:spPr bwMode="auto">
            <a:xfrm>
              <a:off x="646113" y="3384551"/>
              <a:ext cx="323850" cy="17463"/>
            </a:xfrm>
            <a:custGeom>
              <a:avLst/>
              <a:gdLst>
                <a:gd name="T0" fmla="*/ 2 w 86"/>
                <a:gd name="T1" fmla="*/ 5 h 5"/>
                <a:gd name="T2" fmla="*/ 84 w 86"/>
                <a:gd name="T3" fmla="*/ 5 h 5"/>
                <a:gd name="T4" fmla="*/ 86 w 86"/>
                <a:gd name="T5" fmla="*/ 2 h 5"/>
                <a:gd name="T6" fmla="*/ 84 w 86"/>
                <a:gd name="T7" fmla="*/ 0 h 5"/>
                <a:gd name="T8" fmla="*/ 2 w 86"/>
                <a:gd name="T9" fmla="*/ 0 h 5"/>
                <a:gd name="T10" fmla="*/ 0 w 86"/>
                <a:gd name="T11" fmla="*/ 2 h 5"/>
                <a:gd name="T12" fmla="*/ 2 w 86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5">
                  <a:moveTo>
                    <a:pt x="2" y="5"/>
                  </a:moveTo>
                  <a:cubicBezTo>
                    <a:pt x="84" y="5"/>
                    <a:pt x="84" y="5"/>
                    <a:pt x="84" y="5"/>
                  </a:cubicBezTo>
                  <a:cubicBezTo>
                    <a:pt x="85" y="5"/>
                    <a:pt x="86" y="4"/>
                    <a:pt x="86" y="2"/>
                  </a:cubicBezTo>
                  <a:cubicBezTo>
                    <a:pt x="86" y="1"/>
                    <a:pt x="85" y="0"/>
                    <a:pt x="8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Freeform 98"/>
            <p:cNvSpPr/>
            <p:nvPr/>
          </p:nvSpPr>
          <p:spPr bwMode="auto">
            <a:xfrm>
              <a:off x="646113" y="3455988"/>
              <a:ext cx="323850" cy="14288"/>
            </a:xfrm>
            <a:custGeom>
              <a:avLst/>
              <a:gdLst>
                <a:gd name="T0" fmla="*/ 2 w 86"/>
                <a:gd name="T1" fmla="*/ 4 h 4"/>
                <a:gd name="T2" fmla="*/ 84 w 86"/>
                <a:gd name="T3" fmla="*/ 4 h 4"/>
                <a:gd name="T4" fmla="*/ 86 w 86"/>
                <a:gd name="T5" fmla="*/ 2 h 4"/>
                <a:gd name="T6" fmla="*/ 84 w 86"/>
                <a:gd name="T7" fmla="*/ 0 h 4"/>
                <a:gd name="T8" fmla="*/ 2 w 86"/>
                <a:gd name="T9" fmla="*/ 0 h 4"/>
                <a:gd name="T10" fmla="*/ 0 w 86"/>
                <a:gd name="T11" fmla="*/ 2 h 4"/>
                <a:gd name="T12" fmla="*/ 2 w 8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4">
                  <a:moveTo>
                    <a:pt x="2" y="4"/>
                  </a:moveTo>
                  <a:cubicBezTo>
                    <a:pt x="84" y="4"/>
                    <a:pt x="84" y="4"/>
                    <a:pt x="84" y="4"/>
                  </a:cubicBezTo>
                  <a:cubicBezTo>
                    <a:pt x="85" y="4"/>
                    <a:pt x="86" y="3"/>
                    <a:pt x="86" y="2"/>
                  </a:cubicBezTo>
                  <a:cubicBezTo>
                    <a:pt x="86" y="1"/>
                    <a:pt x="85" y="0"/>
                    <a:pt x="8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Freeform 99"/>
            <p:cNvSpPr/>
            <p:nvPr/>
          </p:nvSpPr>
          <p:spPr bwMode="auto">
            <a:xfrm>
              <a:off x="646113" y="3522663"/>
              <a:ext cx="323850" cy="19050"/>
            </a:xfrm>
            <a:custGeom>
              <a:avLst/>
              <a:gdLst>
                <a:gd name="T0" fmla="*/ 2 w 86"/>
                <a:gd name="T1" fmla="*/ 5 h 5"/>
                <a:gd name="T2" fmla="*/ 84 w 86"/>
                <a:gd name="T3" fmla="*/ 5 h 5"/>
                <a:gd name="T4" fmla="*/ 86 w 86"/>
                <a:gd name="T5" fmla="*/ 2 h 5"/>
                <a:gd name="T6" fmla="*/ 84 w 86"/>
                <a:gd name="T7" fmla="*/ 0 h 5"/>
                <a:gd name="T8" fmla="*/ 2 w 86"/>
                <a:gd name="T9" fmla="*/ 0 h 5"/>
                <a:gd name="T10" fmla="*/ 0 w 86"/>
                <a:gd name="T11" fmla="*/ 2 h 5"/>
                <a:gd name="T12" fmla="*/ 2 w 86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5">
                  <a:moveTo>
                    <a:pt x="2" y="5"/>
                  </a:moveTo>
                  <a:cubicBezTo>
                    <a:pt x="84" y="5"/>
                    <a:pt x="84" y="5"/>
                    <a:pt x="84" y="5"/>
                  </a:cubicBezTo>
                  <a:cubicBezTo>
                    <a:pt x="85" y="5"/>
                    <a:pt x="86" y="4"/>
                    <a:pt x="86" y="2"/>
                  </a:cubicBezTo>
                  <a:cubicBezTo>
                    <a:pt x="86" y="1"/>
                    <a:pt x="85" y="0"/>
                    <a:pt x="8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11139488" y="2249488"/>
            <a:ext cx="481013" cy="434975"/>
            <a:chOff x="11139488" y="2249488"/>
            <a:chExt cx="481013" cy="434975"/>
          </a:xfrm>
          <a:solidFill>
            <a:schemeClr val="accent1"/>
          </a:solidFill>
        </p:grpSpPr>
        <p:sp>
          <p:nvSpPr>
            <p:cNvPr id="100" name="Freeform 100"/>
            <p:cNvSpPr>
              <a:spLocks noEditPoints="1"/>
            </p:cNvSpPr>
            <p:nvPr/>
          </p:nvSpPr>
          <p:spPr bwMode="auto">
            <a:xfrm>
              <a:off x="11139488" y="2249488"/>
              <a:ext cx="481013" cy="434975"/>
            </a:xfrm>
            <a:custGeom>
              <a:avLst/>
              <a:gdLst>
                <a:gd name="T0" fmla="*/ 122 w 128"/>
                <a:gd name="T1" fmla="*/ 52 h 116"/>
                <a:gd name="T2" fmla="*/ 103 w 128"/>
                <a:gd name="T3" fmla="*/ 52 h 116"/>
                <a:gd name="T4" fmla="*/ 103 w 128"/>
                <a:gd name="T5" fmla="*/ 29 h 116"/>
                <a:gd name="T6" fmla="*/ 103 w 128"/>
                <a:gd name="T7" fmla="*/ 28 h 116"/>
                <a:gd name="T8" fmla="*/ 75 w 128"/>
                <a:gd name="T9" fmla="*/ 0 h 116"/>
                <a:gd name="T10" fmla="*/ 74 w 128"/>
                <a:gd name="T11" fmla="*/ 0 h 116"/>
                <a:gd name="T12" fmla="*/ 31 w 128"/>
                <a:gd name="T13" fmla="*/ 0 h 116"/>
                <a:gd name="T14" fmla="*/ 25 w 128"/>
                <a:gd name="T15" fmla="*/ 6 h 116"/>
                <a:gd name="T16" fmla="*/ 25 w 128"/>
                <a:gd name="T17" fmla="*/ 52 h 116"/>
                <a:gd name="T18" fmla="*/ 6 w 128"/>
                <a:gd name="T19" fmla="*/ 52 h 116"/>
                <a:gd name="T20" fmla="*/ 0 w 128"/>
                <a:gd name="T21" fmla="*/ 58 h 116"/>
                <a:gd name="T22" fmla="*/ 0 w 128"/>
                <a:gd name="T23" fmla="*/ 110 h 116"/>
                <a:gd name="T24" fmla="*/ 6 w 128"/>
                <a:gd name="T25" fmla="*/ 116 h 116"/>
                <a:gd name="T26" fmla="*/ 122 w 128"/>
                <a:gd name="T27" fmla="*/ 116 h 116"/>
                <a:gd name="T28" fmla="*/ 128 w 128"/>
                <a:gd name="T29" fmla="*/ 110 h 116"/>
                <a:gd name="T30" fmla="*/ 128 w 128"/>
                <a:gd name="T31" fmla="*/ 58 h 116"/>
                <a:gd name="T32" fmla="*/ 122 w 128"/>
                <a:gd name="T33" fmla="*/ 52 h 116"/>
                <a:gd name="T34" fmla="*/ 74 w 128"/>
                <a:gd name="T35" fmla="*/ 5 h 116"/>
                <a:gd name="T36" fmla="*/ 98 w 128"/>
                <a:gd name="T37" fmla="*/ 29 h 116"/>
                <a:gd name="T38" fmla="*/ 74 w 128"/>
                <a:gd name="T39" fmla="*/ 29 h 116"/>
                <a:gd name="T40" fmla="*/ 74 w 128"/>
                <a:gd name="T41" fmla="*/ 5 h 116"/>
                <a:gd name="T42" fmla="*/ 29 w 128"/>
                <a:gd name="T43" fmla="*/ 4 h 116"/>
                <a:gd name="T44" fmla="*/ 69 w 128"/>
                <a:gd name="T45" fmla="*/ 4 h 116"/>
                <a:gd name="T46" fmla="*/ 69 w 128"/>
                <a:gd name="T47" fmla="*/ 28 h 116"/>
                <a:gd name="T48" fmla="*/ 75 w 128"/>
                <a:gd name="T49" fmla="*/ 34 h 116"/>
                <a:gd name="T50" fmla="*/ 99 w 128"/>
                <a:gd name="T51" fmla="*/ 34 h 116"/>
                <a:gd name="T52" fmla="*/ 99 w 128"/>
                <a:gd name="T53" fmla="*/ 67 h 116"/>
                <a:gd name="T54" fmla="*/ 29 w 128"/>
                <a:gd name="T55" fmla="*/ 67 h 116"/>
                <a:gd name="T56" fmla="*/ 29 w 128"/>
                <a:gd name="T57" fmla="*/ 4 h 116"/>
                <a:gd name="T58" fmla="*/ 123 w 128"/>
                <a:gd name="T59" fmla="*/ 112 h 116"/>
                <a:gd name="T60" fmla="*/ 5 w 128"/>
                <a:gd name="T61" fmla="*/ 112 h 116"/>
                <a:gd name="T62" fmla="*/ 5 w 128"/>
                <a:gd name="T63" fmla="*/ 57 h 116"/>
                <a:gd name="T64" fmla="*/ 25 w 128"/>
                <a:gd name="T65" fmla="*/ 57 h 116"/>
                <a:gd name="T66" fmla="*/ 25 w 128"/>
                <a:gd name="T67" fmla="*/ 72 h 116"/>
                <a:gd name="T68" fmla="*/ 103 w 128"/>
                <a:gd name="T69" fmla="*/ 72 h 116"/>
                <a:gd name="T70" fmla="*/ 103 w 128"/>
                <a:gd name="T71" fmla="*/ 57 h 116"/>
                <a:gd name="T72" fmla="*/ 123 w 128"/>
                <a:gd name="T73" fmla="*/ 57 h 116"/>
                <a:gd name="T74" fmla="*/ 123 w 128"/>
                <a:gd name="T75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" h="116">
                  <a:moveTo>
                    <a:pt x="122" y="52"/>
                  </a:moveTo>
                  <a:cubicBezTo>
                    <a:pt x="103" y="52"/>
                    <a:pt x="103" y="52"/>
                    <a:pt x="103" y="52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29"/>
                    <a:pt x="103" y="28"/>
                    <a:pt x="103" y="2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7" y="0"/>
                    <a:pt x="25" y="2"/>
                    <a:pt x="25" y="6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3" y="52"/>
                    <a:pt x="0" y="55"/>
                    <a:pt x="0" y="5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4"/>
                    <a:pt x="3" y="116"/>
                    <a:pt x="6" y="116"/>
                  </a:cubicBezTo>
                  <a:cubicBezTo>
                    <a:pt x="122" y="116"/>
                    <a:pt x="122" y="116"/>
                    <a:pt x="122" y="116"/>
                  </a:cubicBezTo>
                  <a:cubicBezTo>
                    <a:pt x="125" y="116"/>
                    <a:pt x="128" y="114"/>
                    <a:pt x="128" y="110"/>
                  </a:cubicBezTo>
                  <a:cubicBezTo>
                    <a:pt x="128" y="58"/>
                    <a:pt x="128" y="58"/>
                    <a:pt x="128" y="58"/>
                  </a:cubicBezTo>
                  <a:cubicBezTo>
                    <a:pt x="128" y="55"/>
                    <a:pt x="125" y="52"/>
                    <a:pt x="122" y="52"/>
                  </a:cubicBezTo>
                  <a:close/>
                  <a:moveTo>
                    <a:pt x="74" y="5"/>
                  </a:moveTo>
                  <a:cubicBezTo>
                    <a:pt x="98" y="29"/>
                    <a:pt x="98" y="29"/>
                    <a:pt x="98" y="29"/>
                  </a:cubicBezTo>
                  <a:cubicBezTo>
                    <a:pt x="74" y="29"/>
                    <a:pt x="74" y="29"/>
                    <a:pt x="74" y="29"/>
                  </a:cubicBezTo>
                  <a:lnTo>
                    <a:pt x="74" y="5"/>
                  </a:lnTo>
                  <a:close/>
                  <a:moveTo>
                    <a:pt x="29" y="4"/>
                  </a:moveTo>
                  <a:cubicBezTo>
                    <a:pt x="69" y="4"/>
                    <a:pt x="69" y="4"/>
                    <a:pt x="69" y="4"/>
                  </a:cubicBezTo>
                  <a:cubicBezTo>
                    <a:pt x="69" y="28"/>
                    <a:pt x="69" y="28"/>
                    <a:pt x="69" y="28"/>
                  </a:cubicBezTo>
                  <a:cubicBezTo>
                    <a:pt x="69" y="31"/>
                    <a:pt x="72" y="34"/>
                    <a:pt x="75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67"/>
                    <a:pt x="99" y="67"/>
                    <a:pt x="99" y="67"/>
                  </a:cubicBezTo>
                  <a:cubicBezTo>
                    <a:pt x="29" y="67"/>
                    <a:pt x="29" y="67"/>
                    <a:pt x="29" y="67"/>
                  </a:cubicBezTo>
                  <a:lnTo>
                    <a:pt x="29" y="4"/>
                  </a:lnTo>
                  <a:close/>
                  <a:moveTo>
                    <a:pt x="123" y="112"/>
                  </a:moveTo>
                  <a:cubicBezTo>
                    <a:pt x="5" y="112"/>
                    <a:pt x="5" y="112"/>
                    <a:pt x="5" y="112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103" y="72"/>
                    <a:pt x="103" y="72"/>
                    <a:pt x="103" y="72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23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1" name="Freeform 101"/>
            <p:cNvSpPr/>
            <p:nvPr/>
          </p:nvSpPr>
          <p:spPr bwMode="auto">
            <a:xfrm>
              <a:off x="11233150" y="2613026"/>
              <a:ext cx="293688" cy="15875"/>
            </a:xfrm>
            <a:custGeom>
              <a:avLst/>
              <a:gdLst>
                <a:gd name="T0" fmla="*/ 76 w 78"/>
                <a:gd name="T1" fmla="*/ 0 h 4"/>
                <a:gd name="T2" fmla="*/ 2 w 78"/>
                <a:gd name="T3" fmla="*/ 0 h 4"/>
                <a:gd name="T4" fmla="*/ 0 w 78"/>
                <a:gd name="T5" fmla="*/ 2 h 4"/>
                <a:gd name="T6" fmla="*/ 2 w 78"/>
                <a:gd name="T7" fmla="*/ 4 h 4"/>
                <a:gd name="T8" fmla="*/ 76 w 78"/>
                <a:gd name="T9" fmla="*/ 4 h 4"/>
                <a:gd name="T10" fmla="*/ 78 w 78"/>
                <a:gd name="T11" fmla="*/ 2 h 4"/>
                <a:gd name="T12" fmla="*/ 76 w 7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4">
                  <a:moveTo>
                    <a:pt x="7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77" y="4"/>
                    <a:pt x="78" y="3"/>
                    <a:pt x="78" y="2"/>
                  </a:cubicBezTo>
                  <a:cubicBezTo>
                    <a:pt x="78" y="1"/>
                    <a:pt x="7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10179050" y="2227263"/>
            <a:ext cx="481013" cy="479425"/>
            <a:chOff x="10179050" y="2227263"/>
            <a:chExt cx="481013" cy="479425"/>
          </a:xfrm>
          <a:solidFill>
            <a:schemeClr val="accent1"/>
          </a:solidFill>
        </p:grpSpPr>
        <p:sp>
          <p:nvSpPr>
            <p:cNvPr id="102" name="Freeform 102"/>
            <p:cNvSpPr>
              <a:spLocks noEditPoints="1"/>
            </p:cNvSpPr>
            <p:nvPr/>
          </p:nvSpPr>
          <p:spPr bwMode="auto">
            <a:xfrm>
              <a:off x="10179050" y="2227263"/>
              <a:ext cx="481013" cy="479425"/>
            </a:xfrm>
            <a:custGeom>
              <a:avLst/>
              <a:gdLst>
                <a:gd name="T0" fmla="*/ 122 w 128"/>
                <a:gd name="T1" fmla="*/ 0 h 128"/>
                <a:gd name="T2" fmla="*/ 6 w 128"/>
                <a:gd name="T3" fmla="*/ 0 h 128"/>
                <a:gd name="T4" fmla="*/ 0 w 128"/>
                <a:gd name="T5" fmla="*/ 6 h 128"/>
                <a:gd name="T6" fmla="*/ 0 w 128"/>
                <a:gd name="T7" fmla="*/ 122 h 128"/>
                <a:gd name="T8" fmla="*/ 6 w 128"/>
                <a:gd name="T9" fmla="*/ 128 h 128"/>
                <a:gd name="T10" fmla="*/ 122 w 128"/>
                <a:gd name="T11" fmla="*/ 128 h 128"/>
                <a:gd name="T12" fmla="*/ 128 w 128"/>
                <a:gd name="T13" fmla="*/ 122 h 128"/>
                <a:gd name="T14" fmla="*/ 128 w 128"/>
                <a:gd name="T15" fmla="*/ 6 h 128"/>
                <a:gd name="T16" fmla="*/ 122 w 128"/>
                <a:gd name="T17" fmla="*/ 0 h 128"/>
                <a:gd name="T18" fmla="*/ 123 w 128"/>
                <a:gd name="T19" fmla="*/ 123 h 128"/>
                <a:gd name="T20" fmla="*/ 5 w 128"/>
                <a:gd name="T21" fmla="*/ 123 h 128"/>
                <a:gd name="T22" fmla="*/ 5 w 128"/>
                <a:gd name="T23" fmla="*/ 66 h 128"/>
                <a:gd name="T24" fmla="*/ 123 w 128"/>
                <a:gd name="T25" fmla="*/ 66 h 128"/>
                <a:gd name="T26" fmla="*/ 123 w 128"/>
                <a:gd name="T27" fmla="*/ 123 h 128"/>
                <a:gd name="T28" fmla="*/ 123 w 128"/>
                <a:gd name="T29" fmla="*/ 62 h 128"/>
                <a:gd name="T30" fmla="*/ 5 w 128"/>
                <a:gd name="T31" fmla="*/ 62 h 128"/>
                <a:gd name="T32" fmla="*/ 5 w 128"/>
                <a:gd name="T33" fmla="*/ 5 h 128"/>
                <a:gd name="T34" fmla="*/ 123 w 128"/>
                <a:gd name="T35" fmla="*/ 5 h 128"/>
                <a:gd name="T36" fmla="*/ 123 w 128"/>
                <a:gd name="T37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128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123"/>
                  </a:lnTo>
                  <a:close/>
                  <a:moveTo>
                    <a:pt x="123" y="62"/>
                  </a:moveTo>
                  <a:cubicBezTo>
                    <a:pt x="5" y="62"/>
                    <a:pt x="5" y="62"/>
                    <a:pt x="5" y="6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3" name="Freeform 103"/>
            <p:cNvSpPr/>
            <p:nvPr/>
          </p:nvSpPr>
          <p:spPr bwMode="auto">
            <a:xfrm>
              <a:off x="10355263" y="2335213"/>
              <a:ext cx="127000" cy="46038"/>
            </a:xfrm>
            <a:custGeom>
              <a:avLst/>
              <a:gdLst>
                <a:gd name="T0" fmla="*/ 6 w 34"/>
                <a:gd name="T1" fmla="*/ 12 h 12"/>
                <a:gd name="T2" fmla="*/ 28 w 34"/>
                <a:gd name="T3" fmla="*/ 12 h 12"/>
                <a:gd name="T4" fmla="*/ 34 w 34"/>
                <a:gd name="T5" fmla="*/ 6 h 12"/>
                <a:gd name="T6" fmla="*/ 34 w 34"/>
                <a:gd name="T7" fmla="*/ 3 h 12"/>
                <a:gd name="T8" fmla="*/ 32 w 34"/>
                <a:gd name="T9" fmla="*/ 0 h 12"/>
                <a:gd name="T10" fmla="*/ 30 w 34"/>
                <a:gd name="T11" fmla="*/ 3 h 12"/>
                <a:gd name="T12" fmla="*/ 30 w 34"/>
                <a:gd name="T13" fmla="*/ 8 h 12"/>
                <a:gd name="T14" fmla="*/ 4 w 34"/>
                <a:gd name="T15" fmla="*/ 8 h 12"/>
                <a:gd name="T16" fmla="*/ 4 w 34"/>
                <a:gd name="T17" fmla="*/ 3 h 12"/>
                <a:gd name="T18" fmla="*/ 2 w 34"/>
                <a:gd name="T19" fmla="*/ 0 h 12"/>
                <a:gd name="T20" fmla="*/ 0 w 34"/>
                <a:gd name="T21" fmla="*/ 3 h 12"/>
                <a:gd name="T22" fmla="*/ 0 w 34"/>
                <a:gd name="T23" fmla="*/ 6 h 12"/>
                <a:gd name="T24" fmla="*/ 6 w 34"/>
                <a:gd name="T2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12">
                  <a:moveTo>
                    <a:pt x="6" y="12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31" y="12"/>
                    <a:pt x="34" y="10"/>
                    <a:pt x="34" y="6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31" y="0"/>
                    <a:pt x="30" y="1"/>
                    <a:pt x="30" y="3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4" name="Freeform 104"/>
            <p:cNvSpPr/>
            <p:nvPr/>
          </p:nvSpPr>
          <p:spPr bwMode="auto">
            <a:xfrm>
              <a:off x="10355263" y="2568576"/>
              <a:ext cx="127000" cy="44450"/>
            </a:xfrm>
            <a:custGeom>
              <a:avLst/>
              <a:gdLst>
                <a:gd name="T0" fmla="*/ 6 w 34"/>
                <a:gd name="T1" fmla="*/ 12 h 12"/>
                <a:gd name="T2" fmla="*/ 28 w 34"/>
                <a:gd name="T3" fmla="*/ 12 h 12"/>
                <a:gd name="T4" fmla="*/ 34 w 34"/>
                <a:gd name="T5" fmla="*/ 6 h 12"/>
                <a:gd name="T6" fmla="*/ 34 w 34"/>
                <a:gd name="T7" fmla="*/ 2 h 12"/>
                <a:gd name="T8" fmla="*/ 32 w 34"/>
                <a:gd name="T9" fmla="*/ 0 h 12"/>
                <a:gd name="T10" fmla="*/ 30 w 34"/>
                <a:gd name="T11" fmla="*/ 2 h 12"/>
                <a:gd name="T12" fmla="*/ 30 w 34"/>
                <a:gd name="T13" fmla="*/ 7 h 12"/>
                <a:gd name="T14" fmla="*/ 4 w 34"/>
                <a:gd name="T15" fmla="*/ 7 h 12"/>
                <a:gd name="T16" fmla="*/ 4 w 34"/>
                <a:gd name="T17" fmla="*/ 2 h 12"/>
                <a:gd name="T18" fmla="*/ 2 w 34"/>
                <a:gd name="T19" fmla="*/ 0 h 12"/>
                <a:gd name="T20" fmla="*/ 0 w 34"/>
                <a:gd name="T21" fmla="*/ 2 h 12"/>
                <a:gd name="T22" fmla="*/ 0 w 34"/>
                <a:gd name="T23" fmla="*/ 6 h 12"/>
                <a:gd name="T24" fmla="*/ 6 w 34"/>
                <a:gd name="T2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12">
                  <a:moveTo>
                    <a:pt x="6" y="12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31" y="12"/>
                    <a:pt x="34" y="9"/>
                    <a:pt x="34" y="6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31" y="0"/>
                    <a:pt x="30" y="1"/>
                    <a:pt x="30" y="2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9217025" y="2227263"/>
            <a:ext cx="481013" cy="479425"/>
            <a:chOff x="9217025" y="2227263"/>
            <a:chExt cx="481013" cy="479425"/>
          </a:xfrm>
          <a:solidFill>
            <a:schemeClr val="accent1"/>
          </a:solidFill>
        </p:grpSpPr>
        <p:sp>
          <p:nvSpPr>
            <p:cNvPr id="105" name="Freeform 105"/>
            <p:cNvSpPr/>
            <p:nvPr/>
          </p:nvSpPr>
          <p:spPr bwMode="auto">
            <a:xfrm>
              <a:off x="9217025" y="2227263"/>
              <a:ext cx="481013" cy="479425"/>
            </a:xfrm>
            <a:custGeom>
              <a:avLst/>
              <a:gdLst>
                <a:gd name="T0" fmla="*/ 126 w 128"/>
                <a:gd name="T1" fmla="*/ 123 h 128"/>
                <a:gd name="T2" fmla="*/ 5 w 128"/>
                <a:gd name="T3" fmla="*/ 123 h 128"/>
                <a:gd name="T4" fmla="*/ 5 w 128"/>
                <a:gd name="T5" fmla="*/ 2 h 128"/>
                <a:gd name="T6" fmla="*/ 2 w 128"/>
                <a:gd name="T7" fmla="*/ 0 h 128"/>
                <a:gd name="T8" fmla="*/ 0 w 128"/>
                <a:gd name="T9" fmla="*/ 2 h 128"/>
                <a:gd name="T10" fmla="*/ 0 w 128"/>
                <a:gd name="T11" fmla="*/ 126 h 128"/>
                <a:gd name="T12" fmla="*/ 2 w 128"/>
                <a:gd name="T13" fmla="*/ 128 h 128"/>
                <a:gd name="T14" fmla="*/ 126 w 128"/>
                <a:gd name="T15" fmla="*/ 128 h 128"/>
                <a:gd name="T16" fmla="*/ 128 w 128"/>
                <a:gd name="T17" fmla="*/ 126 h 128"/>
                <a:gd name="T18" fmla="*/ 126 w 128"/>
                <a:gd name="T1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126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8"/>
                    <a:pt x="128" y="127"/>
                    <a:pt x="128" y="126"/>
                  </a:cubicBezTo>
                  <a:cubicBezTo>
                    <a:pt x="128" y="124"/>
                    <a:pt x="127" y="123"/>
                    <a:pt x="126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6" name="Freeform 106"/>
            <p:cNvSpPr/>
            <p:nvPr/>
          </p:nvSpPr>
          <p:spPr bwMode="auto">
            <a:xfrm>
              <a:off x="9274175" y="2316163"/>
              <a:ext cx="423863" cy="274638"/>
            </a:xfrm>
            <a:custGeom>
              <a:avLst/>
              <a:gdLst>
                <a:gd name="T0" fmla="*/ 2 w 113"/>
                <a:gd name="T1" fmla="*/ 49 h 73"/>
                <a:gd name="T2" fmla="*/ 16 w 113"/>
                <a:gd name="T3" fmla="*/ 49 h 73"/>
                <a:gd name="T4" fmla="*/ 35 w 113"/>
                <a:gd name="T5" fmla="*/ 72 h 73"/>
                <a:gd name="T6" fmla="*/ 39 w 113"/>
                <a:gd name="T7" fmla="*/ 72 h 73"/>
                <a:gd name="T8" fmla="*/ 93 w 113"/>
                <a:gd name="T9" fmla="*/ 6 h 73"/>
                <a:gd name="T10" fmla="*/ 109 w 113"/>
                <a:gd name="T11" fmla="*/ 25 h 73"/>
                <a:gd name="T12" fmla="*/ 111 w 113"/>
                <a:gd name="T13" fmla="*/ 26 h 73"/>
                <a:gd name="T14" fmla="*/ 113 w 113"/>
                <a:gd name="T15" fmla="*/ 23 h 73"/>
                <a:gd name="T16" fmla="*/ 112 w 113"/>
                <a:gd name="T17" fmla="*/ 22 h 73"/>
                <a:gd name="T18" fmla="*/ 95 w 113"/>
                <a:gd name="T19" fmla="*/ 1 h 73"/>
                <a:gd name="T20" fmla="*/ 91 w 113"/>
                <a:gd name="T21" fmla="*/ 1 h 73"/>
                <a:gd name="T22" fmla="*/ 37 w 113"/>
                <a:gd name="T23" fmla="*/ 67 h 73"/>
                <a:gd name="T24" fmla="*/ 19 w 113"/>
                <a:gd name="T25" fmla="*/ 45 h 73"/>
                <a:gd name="T26" fmla="*/ 17 w 113"/>
                <a:gd name="T27" fmla="*/ 44 h 73"/>
                <a:gd name="T28" fmla="*/ 2 w 113"/>
                <a:gd name="T29" fmla="*/ 44 h 73"/>
                <a:gd name="T30" fmla="*/ 0 w 113"/>
                <a:gd name="T31" fmla="*/ 46 h 73"/>
                <a:gd name="T32" fmla="*/ 2 w 113"/>
                <a:gd name="T3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3" h="73">
                  <a:moveTo>
                    <a:pt x="2" y="49"/>
                  </a:moveTo>
                  <a:cubicBezTo>
                    <a:pt x="16" y="49"/>
                    <a:pt x="16" y="49"/>
                    <a:pt x="16" y="49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6" y="73"/>
                    <a:pt x="38" y="73"/>
                    <a:pt x="39" y="72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10" y="26"/>
                    <a:pt x="111" y="26"/>
                  </a:cubicBezTo>
                  <a:cubicBezTo>
                    <a:pt x="112" y="26"/>
                    <a:pt x="113" y="25"/>
                    <a:pt x="113" y="23"/>
                  </a:cubicBezTo>
                  <a:cubicBezTo>
                    <a:pt x="113" y="23"/>
                    <a:pt x="112" y="22"/>
                    <a:pt x="112" y="22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4" y="0"/>
                    <a:pt x="92" y="0"/>
                    <a:pt x="91" y="1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8" y="44"/>
                    <a:pt x="17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5"/>
                    <a:pt x="0" y="46"/>
                  </a:cubicBezTo>
                  <a:cubicBezTo>
                    <a:pt x="0" y="48"/>
                    <a:pt x="1" y="49"/>
                    <a:pt x="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7" name="Freeform 107"/>
          <p:cNvSpPr>
            <a:spLocks noEditPoints="1"/>
          </p:cNvSpPr>
          <p:nvPr/>
        </p:nvSpPr>
        <p:spPr bwMode="auto">
          <a:xfrm>
            <a:off x="8256588" y="2305051"/>
            <a:ext cx="481013" cy="323850"/>
          </a:xfrm>
          <a:custGeom>
            <a:avLst/>
            <a:gdLst>
              <a:gd name="T0" fmla="*/ 126 w 128"/>
              <a:gd name="T1" fmla="*/ 82 h 86"/>
              <a:gd name="T2" fmla="*/ 118 w 128"/>
              <a:gd name="T3" fmla="*/ 82 h 86"/>
              <a:gd name="T4" fmla="*/ 118 w 128"/>
              <a:gd name="T5" fmla="*/ 6 h 86"/>
              <a:gd name="T6" fmla="*/ 112 w 128"/>
              <a:gd name="T7" fmla="*/ 0 h 86"/>
              <a:gd name="T8" fmla="*/ 105 w 128"/>
              <a:gd name="T9" fmla="*/ 0 h 86"/>
              <a:gd name="T10" fmla="*/ 99 w 128"/>
              <a:gd name="T11" fmla="*/ 6 h 86"/>
              <a:gd name="T12" fmla="*/ 99 w 128"/>
              <a:gd name="T13" fmla="*/ 82 h 86"/>
              <a:gd name="T14" fmla="*/ 89 w 128"/>
              <a:gd name="T15" fmla="*/ 82 h 86"/>
              <a:gd name="T16" fmla="*/ 89 w 128"/>
              <a:gd name="T17" fmla="*/ 28 h 86"/>
              <a:gd name="T18" fmla="*/ 83 w 128"/>
              <a:gd name="T19" fmla="*/ 22 h 86"/>
              <a:gd name="T20" fmla="*/ 75 w 128"/>
              <a:gd name="T21" fmla="*/ 22 h 86"/>
              <a:gd name="T22" fmla="*/ 69 w 128"/>
              <a:gd name="T23" fmla="*/ 28 h 86"/>
              <a:gd name="T24" fmla="*/ 69 w 128"/>
              <a:gd name="T25" fmla="*/ 82 h 86"/>
              <a:gd name="T26" fmla="*/ 59 w 128"/>
              <a:gd name="T27" fmla="*/ 82 h 86"/>
              <a:gd name="T28" fmla="*/ 59 w 128"/>
              <a:gd name="T29" fmla="*/ 50 h 86"/>
              <a:gd name="T30" fmla="*/ 53 w 128"/>
              <a:gd name="T31" fmla="*/ 44 h 86"/>
              <a:gd name="T32" fmla="*/ 45 w 128"/>
              <a:gd name="T33" fmla="*/ 44 h 86"/>
              <a:gd name="T34" fmla="*/ 39 w 128"/>
              <a:gd name="T35" fmla="*/ 50 h 86"/>
              <a:gd name="T36" fmla="*/ 39 w 128"/>
              <a:gd name="T37" fmla="*/ 82 h 86"/>
              <a:gd name="T38" fmla="*/ 29 w 128"/>
              <a:gd name="T39" fmla="*/ 82 h 86"/>
              <a:gd name="T40" fmla="*/ 29 w 128"/>
              <a:gd name="T41" fmla="*/ 73 h 86"/>
              <a:gd name="T42" fmla="*/ 23 w 128"/>
              <a:gd name="T43" fmla="*/ 67 h 86"/>
              <a:gd name="T44" fmla="*/ 16 w 128"/>
              <a:gd name="T45" fmla="*/ 67 h 86"/>
              <a:gd name="T46" fmla="*/ 10 w 128"/>
              <a:gd name="T47" fmla="*/ 73 h 86"/>
              <a:gd name="T48" fmla="*/ 10 w 128"/>
              <a:gd name="T49" fmla="*/ 82 h 86"/>
              <a:gd name="T50" fmla="*/ 2 w 128"/>
              <a:gd name="T51" fmla="*/ 82 h 86"/>
              <a:gd name="T52" fmla="*/ 0 w 128"/>
              <a:gd name="T53" fmla="*/ 84 h 86"/>
              <a:gd name="T54" fmla="*/ 2 w 128"/>
              <a:gd name="T55" fmla="*/ 86 h 86"/>
              <a:gd name="T56" fmla="*/ 126 w 128"/>
              <a:gd name="T57" fmla="*/ 86 h 86"/>
              <a:gd name="T58" fmla="*/ 128 w 128"/>
              <a:gd name="T59" fmla="*/ 84 h 86"/>
              <a:gd name="T60" fmla="*/ 126 w 128"/>
              <a:gd name="T61" fmla="*/ 82 h 86"/>
              <a:gd name="T62" fmla="*/ 25 w 128"/>
              <a:gd name="T63" fmla="*/ 82 h 86"/>
              <a:gd name="T64" fmla="*/ 14 w 128"/>
              <a:gd name="T65" fmla="*/ 82 h 86"/>
              <a:gd name="T66" fmla="*/ 14 w 128"/>
              <a:gd name="T67" fmla="*/ 71 h 86"/>
              <a:gd name="T68" fmla="*/ 25 w 128"/>
              <a:gd name="T69" fmla="*/ 71 h 86"/>
              <a:gd name="T70" fmla="*/ 25 w 128"/>
              <a:gd name="T71" fmla="*/ 82 h 86"/>
              <a:gd name="T72" fmla="*/ 54 w 128"/>
              <a:gd name="T73" fmla="*/ 82 h 86"/>
              <a:gd name="T74" fmla="*/ 44 w 128"/>
              <a:gd name="T75" fmla="*/ 82 h 86"/>
              <a:gd name="T76" fmla="*/ 44 w 128"/>
              <a:gd name="T77" fmla="*/ 49 h 86"/>
              <a:gd name="T78" fmla="*/ 54 w 128"/>
              <a:gd name="T79" fmla="*/ 49 h 86"/>
              <a:gd name="T80" fmla="*/ 54 w 128"/>
              <a:gd name="T81" fmla="*/ 82 h 86"/>
              <a:gd name="T82" fmla="*/ 84 w 128"/>
              <a:gd name="T83" fmla="*/ 82 h 86"/>
              <a:gd name="T84" fmla="*/ 74 w 128"/>
              <a:gd name="T85" fmla="*/ 82 h 86"/>
              <a:gd name="T86" fmla="*/ 74 w 128"/>
              <a:gd name="T87" fmla="*/ 27 h 86"/>
              <a:gd name="T88" fmla="*/ 84 w 128"/>
              <a:gd name="T89" fmla="*/ 27 h 86"/>
              <a:gd name="T90" fmla="*/ 84 w 128"/>
              <a:gd name="T91" fmla="*/ 82 h 86"/>
              <a:gd name="T92" fmla="*/ 114 w 128"/>
              <a:gd name="T93" fmla="*/ 82 h 86"/>
              <a:gd name="T94" fmla="*/ 103 w 128"/>
              <a:gd name="T95" fmla="*/ 82 h 86"/>
              <a:gd name="T96" fmla="*/ 103 w 128"/>
              <a:gd name="T97" fmla="*/ 4 h 86"/>
              <a:gd name="T98" fmla="*/ 114 w 128"/>
              <a:gd name="T99" fmla="*/ 4 h 86"/>
              <a:gd name="T100" fmla="*/ 114 w 128"/>
              <a:gd name="T101" fmla="*/ 82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8" h="86">
                <a:moveTo>
                  <a:pt x="126" y="82"/>
                </a:moveTo>
                <a:cubicBezTo>
                  <a:pt x="118" y="82"/>
                  <a:pt x="118" y="82"/>
                  <a:pt x="118" y="82"/>
                </a:cubicBezTo>
                <a:cubicBezTo>
                  <a:pt x="118" y="6"/>
                  <a:pt x="118" y="6"/>
                  <a:pt x="118" y="6"/>
                </a:cubicBezTo>
                <a:cubicBezTo>
                  <a:pt x="118" y="3"/>
                  <a:pt x="116" y="0"/>
                  <a:pt x="112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01" y="0"/>
                  <a:pt x="99" y="3"/>
                  <a:pt x="99" y="6"/>
                </a:cubicBezTo>
                <a:cubicBezTo>
                  <a:pt x="99" y="82"/>
                  <a:pt x="99" y="82"/>
                  <a:pt x="99" y="82"/>
                </a:cubicBezTo>
                <a:cubicBezTo>
                  <a:pt x="89" y="82"/>
                  <a:pt x="89" y="82"/>
                  <a:pt x="89" y="82"/>
                </a:cubicBezTo>
                <a:cubicBezTo>
                  <a:pt x="89" y="28"/>
                  <a:pt x="89" y="28"/>
                  <a:pt x="89" y="28"/>
                </a:cubicBezTo>
                <a:cubicBezTo>
                  <a:pt x="89" y="25"/>
                  <a:pt x="86" y="22"/>
                  <a:pt x="83" y="22"/>
                </a:cubicBezTo>
                <a:cubicBezTo>
                  <a:pt x="75" y="22"/>
                  <a:pt x="75" y="22"/>
                  <a:pt x="75" y="22"/>
                </a:cubicBezTo>
                <a:cubicBezTo>
                  <a:pt x="72" y="22"/>
                  <a:pt x="69" y="25"/>
                  <a:pt x="69" y="28"/>
                </a:cubicBezTo>
                <a:cubicBezTo>
                  <a:pt x="69" y="82"/>
                  <a:pt x="69" y="82"/>
                  <a:pt x="69" y="82"/>
                </a:cubicBezTo>
                <a:cubicBezTo>
                  <a:pt x="59" y="82"/>
                  <a:pt x="59" y="82"/>
                  <a:pt x="59" y="82"/>
                </a:cubicBezTo>
                <a:cubicBezTo>
                  <a:pt x="59" y="50"/>
                  <a:pt x="59" y="50"/>
                  <a:pt x="59" y="50"/>
                </a:cubicBezTo>
                <a:cubicBezTo>
                  <a:pt x="59" y="47"/>
                  <a:pt x="56" y="44"/>
                  <a:pt x="53" y="44"/>
                </a:cubicBezTo>
                <a:cubicBezTo>
                  <a:pt x="45" y="44"/>
                  <a:pt x="45" y="44"/>
                  <a:pt x="45" y="44"/>
                </a:cubicBezTo>
                <a:cubicBezTo>
                  <a:pt x="42" y="44"/>
                  <a:pt x="39" y="47"/>
                  <a:pt x="39" y="50"/>
                </a:cubicBezTo>
                <a:cubicBezTo>
                  <a:pt x="39" y="82"/>
                  <a:pt x="39" y="82"/>
                  <a:pt x="39" y="82"/>
                </a:cubicBezTo>
                <a:cubicBezTo>
                  <a:pt x="29" y="82"/>
                  <a:pt x="29" y="82"/>
                  <a:pt x="29" y="82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69"/>
                  <a:pt x="27" y="67"/>
                  <a:pt x="23" y="67"/>
                </a:cubicBezTo>
                <a:cubicBezTo>
                  <a:pt x="16" y="67"/>
                  <a:pt x="16" y="67"/>
                  <a:pt x="16" y="67"/>
                </a:cubicBezTo>
                <a:cubicBezTo>
                  <a:pt x="13" y="67"/>
                  <a:pt x="10" y="69"/>
                  <a:pt x="10" y="73"/>
                </a:cubicBezTo>
                <a:cubicBezTo>
                  <a:pt x="10" y="82"/>
                  <a:pt x="10" y="82"/>
                  <a:pt x="10" y="82"/>
                </a:cubicBezTo>
                <a:cubicBezTo>
                  <a:pt x="2" y="82"/>
                  <a:pt x="2" y="82"/>
                  <a:pt x="2" y="82"/>
                </a:cubicBezTo>
                <a:cubicBezTo>
                  <a:pt x="1" y="82"/>
                  <a:pt x="0" y="83"/>
                  <a:pt x="0" y="84"/>
                </a:cubicBezTo>
                <a:cubicBezTo>
                  <a:pt x="0" y="85"/>
                  <a:pt x="1" y="86"/>
                  <a:pt x="2" y="86"/>
                </a:cubicBezTo>
                <a:cubicBezTo>
                  <a:pt x="126" y="86"/>
                  <a:pt x="126" y="86"/>
                  <a:pt x="126" y="86"/>
                </a:cubicBezTo>
                <a:cubicBezTo>
                  <a:pt x="127" y="86"/>
                  <a:pt x="128" y="85"/>
                  <a:pt x="128" y="84"/>
                </a:cubicBezTo>
                <a:cubicBezTo>
                  <a:pt x="128" y="83"/>
                  <a:pt x="127" y="82"/>
                  <a:pt x="126" y="82"/>
                </a:cubicBezTo>
                <a:close/>
                <a:moveTo>
                  <a:pt x="25" y="82"/>
                </a:moveTo>
                <a:cubicBezTo>
                  <a:pt x="14" y="82"/>
                  <a:pt x="14" y="82"/>
                  <a:pt x="14" y="82"/>
                </a:cubicBezTo>
                <a:cubicBezTo>
                  <a:pt x="14" y="71"/>
                  <a:pt x="14" y="71"/>
                  <a:pt x="14" y="71"/>
                </a:cubicBezTo>
                <a:cubicBezTo>
                  <a:pt x="25" y="71"/>
                  <a:pt x="25" y="71"/>
                  <a:pt x="25" y="71"/>
                </a:cubicBezTo>
                <a:lnTo>
                  <a:pt x="25" y="82"/>
                </a:lnTo>
                <a:close/>
                <a:moveTo>
                  <a:pt x="54" y="82"/>
                </a:moveTo>
                <a:cubicBezTo>
                  <a:pt x="44" y="82"/>
                  <a:pt x="44" y="82"/>
                  <a:pt x="44" y="82"/>
                </a:cubicBezTo>
                <a:cubicBezTo>
                  <a:pt x="44" y="49"/>
                  <a:pt x="44" y="49"/>
                  <a:pt x="44" y="49"/>
                </a:cubicBezTo>
                <a:cubicBezTo>
                  <a:pt x="54" y="49"/>
                  <a:pt x="54" y="49"/>
                  <a:pt x="54" y="49"/>
                </a:cubicBezTo>
                <a:lnTo>
                  <a:pt x="54" y="82"/>
                </a:lnTo>
                <a:close/>
                <a:moveTo>
                  <a:pt x="84" y="82"/>
                </a:moveTo>
                <a:cubicBezTo>
                  <a:pt x="74" y="82"/>
                  <a:pt x="74" y="82"/>
                  <a:pt x="74" y="82"/>
                </a:cubicBezTo>
                <a:cubicBezTo>
                  <a:pt x="74" y="27"/>
                  <a:pt x="74" y="27"/>
                  <a:pt x="74" y="27"/>
                </a:cubicBezTo>
                <a:cubicBezTo>
                  <a:pt x="84" y="27"/>
                  <a:pt x="84" y="27"/>
                  <a:pt x="84" y="27"/>
                </a:cubicBezTo>
                <a:lnTo>
                  <a:pt x="84" y="82"/>
                </a:lnTo>
                <a:close/>
                <a:moveTo>
                  <a:pt x="114" y="82"/>
                </a:moveTo>
                <a:cubicBezTo>
                  <a:pt x="103" y="82"/>
                  <a:pt x="103" y="82"/>
                  <a:pt x="103" y="82"/>
                </a:cubicBezTo>
                <a:cubicBezTo>
                  <a:pt x="103" y="4"/>
                  <a:pt x="103" y="4"/>
                  <a:pt x="103" y="4"/>
                </a:cubicBezTo>
                <a:cubicBezTo>
                  <a:pt x="114" y="4"/>
                  <a:pt x="114" y="4"/>
                  <a:pt x="114" y="4"/>
                </a:cubicBezTo>
                <a:lnTo>
                  <a:pt x="114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Freeform 108"/>
          <p:cNvSpPr>
            <a:spLocks noEditPoints="1"/>
          </p:cNvSpPr>
          <p:nvPr/>
        </p:nvSpPr>
        <p:spPr bwMode="auto">
          <a:xfrm>
            <a:off x="7296150" y="2320926"/>
            <a:ext cx="479425" cy="292100"/>
          </a:xfrm>
          <a:custGeom>
            <a:avLst/>
            <a:gdLst>
              <a:gd name="T0" fmla="*/ 126 w 128"/>
              <a:gd name="T1" fmla="*/ 74 h 78"/>
              <a:gd name="T2" fmla="*/ 114 w 128"/>
              <a:gd name="T3" fmla="*/ 74 h 78"/>
              <a:gd name="T4" fmla="*/ 114 w 128"/>
              <a:gd name="T5" fmla="*/ 50 h 78"/>
              <a:gd name="T6" fmla="*/ 108 w 128"/>
              <a:gd name="T7" fmla="*/ 44 h 78"/>
              <a:gd name="T8" fmla="*/ 94 w 128"/>
              <a:gd name="T9" fmla="*/ 44 h 78"/>
              <a:gd name="T10" fmla="*/ 88 w 128"/>
              <a:gd name="T11" fmla="*/ 50 h 78"/>
              <a:gd name="T12" fmla="*/ 88 w 128"/>
              <a:gd name="T13" fmla="*/ 74 h 78"/>
              <a:gd name="T14" fmla="*/ 77 w 128"/>
              <a:gd name="T15" fmla="*/ 74 h 78"/>
              <a:gd name="T16" fmla="*/ 77 w 128"/>
              <a:gd name="T17" fmla="*/ 6 h 78"/>
              <a:gd name="T18" fmla="*/ 71 w 128"/>
              <a:gd name="T19" fmla="*/ 0 h 78"/>
              <a:gd name="T20" fmla="*/ 57 w 128"/>
              <a:gd name="T21" fmla="*/ 0 h 78"/>
              <a:gd name="T22" fmla="*/ 51 w 128"/>
              <a:gd name="T23" fmla="*/ 6 h 78"/>
              <a:gd name="T24" fmla="*/ 51 w 128"/>
              <a:gd name="T25" fmla="*/ 74 h 78"/>
              <a:gd name="T26" fmla="*/ 40 w 128"/>
              <a:gd name="T27" fmla="*/ 74 h 78"/>
              <a:gd name="T28" fmla="*/ 40 w 128"/>
              <a:gd name="T29" fmla="*/ 35 h 78"/>
              <a:gd name="T30" fmla="*/ 34 w 128"/>
              <a:gd name="T31" fmla="*/ 29 h 78"/>
              <a:gd name="T32" fmla="*/ 20 w 128"/>
              <a:gd name="T33" fmla="*/ 29 h 78"/>
              <a:gd name="T34" fmla="*/ 14 w 128"/>
              <a:gd name="T35" fmla="*/ 35 h 78"/>
              <a:gd name="T36" fmla="*/ 14 w 128"/>
              <a:gd name="T37" fmla="*/ 74 h 78"/>
              <a:gd name="T38" fmla="*/ 2 w 128"/>
              <a:gd name="T39" fmla="*/ 74 h 78"/>
              <a:gd name="T40" fmla="*/ 0 w 128"/>
              <a:gd name="T41" fmla="*/ 76 h 78"/>
              <a:gd name="T42" fmla="*/ 2 w 128"/>
              <a:gd name="T43" fmla="*/ 78 h 78"/>
              <a:gd name="T44" fmla="*/ 126 w 128"/>
              <a:gd name="T45" fmla="*/ 78 h 78"/>
              <a:gd name="T46" fmla="*/ 128 w 128"/>
              <a:gd name="T47" fmla="*/ 76 h 78"/>
              <a:gd name="T48" fmla="*/ 126 w 128"/>
              <a:gd name="T49" fmla="*/ 74 h 78"/>
              <a:gd name="T50" fmla="*/ 36 w 128"/>
              <a:gd name="T51" fmla="*/ 74 h 78"/>
              <a:gd name="T52" fmla="*/ 18 w 128"/>
              <a:gd name="T53" fmla="*/ 74 h 78"/>
              <a:gd name="T54" fmla="*/ 18 w 128"/>
              <a:gd name="T55" fmla="*/ 34 h 78"/>
              <a:gd name="T56" fmla="*/ 36 w 128"/>
              <a:gd name="T57" fmla="*/ 34 h 78"/>
              <a:gd name="T58" fmla="*/ 36 w 128"/>
              <a:gd name="T59" fmla="*/ 74 h 78"/>
              <a:gd name="T60" fmla="*/ 73 w 128"/>
              <a:gd name="T61" fmla="*/ 74 h 78"/>
              <a:gd name="T62" fmla="*/ 55 w 128"/>
              <a:gd name="T63" fmla="*/ 74 h 78"/>
              <a:gd name="T64" fmla="*/ 55 w 128"/>
              <a:gd name="T65" fmla="*/ 4 h 78"/>
              <a:gd name="T66" fmla="*/ 73 w 128"/>
              <a:gd name="T67" fmla="*/ 4 h 78"/>
              <a:gd name="T68" fmla="*/ 73 w 128"/>
              <a:gd name="T69" fmla="*/ 74 h 78"/>
              <a:gd name="T70" fmla="*/ 110 w 128"/>
              <a:gd name="T71" fmla="*/ 74 h 78"/>
              <a:gd name="T72" fmla="*/ 92 w 128"/>
              <a:gd name="T73" fmla="*/ 74 h 78"/>
              <a:gd name="T74" fmla="*/ 92 w 128"/>
              <a:gd name="T75" fmla="*/ 49 h 78"/>
              <a:gd name="T76" fmla="*/ 110 w 128"/>
              <a:gd name="T77" fmla="*/ 49 h 78"/>
              <a:gd name="T78" fmla="*/ 110 w 128"/>
              <a:gd name="T79" fmla="*/ 74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" h="78">
                <a:moveTo>
                  <a:pt x="126" y="74"/>
                </a:moveTo>
                <a:cubicBezTo>
                  <a:pt x="114" y="74"/>
                  <a:pt x="114" y="74"/>
                  <a:pt x="114" y="74"/>
                </a:cubicBezTo>
                <a:cubicBezTo>
                  <a:pt x="114" y="50"/>
                  <a:pt x="114" y="50"/>
                  <a:pt x="114" y="50"/>
                </a:cubicBezTo>
                <a:cubicBezTo>
                  <a:pt x="114" y="47"/>
                  <a:pt x="112" y="44"/>
                  <a:pt x="108" y="44"/>
                </a:cubicBezTo>
                <a:cubicBezTo>
                  <a:pt x="94" y="44"/>
                  <a:pt x="94" y="44"/>
                  <a:pt x="94" y="44"/>
                </a:cubicBezTo>
                <a:cubicBezTo>
                  <a:pt x="90" y="44"/>
                  <a:pt x="88" y="47"/>
                  <a:pt x="88" y="50"/>
                </a:cubicBezTo>
                <a:cubicBezTo>
                  <a:pt x="88" y="74"/>
                  <a:pt x="88" y="74"/>
                  <a:pt x="88" y="74"/>
                </a:cubicBezTo>
                <a:cubicBezTo>
                  <a:pt x="77" y="74"/>
                  <a:pt x="77" y="74"/>
                  <a:pt x="77" y="74"/>
                </a:cubicBezTo>
                <a:cubicBezTo>
                  <a:pt x="77" y="6"/>
                  <a:pt x="77" y="6"/>
                  <a:pt x="77" y="6"/>
                </a:cubicBezTo>
                <a:cubicBezTo>
                  <a:pt x="77" y="2"/>
                  <a:pt x="75" y="0"/>
                  <a:pt x="71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3" y="0"/>
                  <a:pt x="51" y="2"/>
                  <a:pt x="51" y="6"/>
                </a:cubicBezTo>
                <a:cubicBezTo>
                  <a:pt x="51" y="74"/>
                  <a:pt x="51" y="74"/>
                  <a:pt x="51" y="74"/>
                </a:cubicBezTo>
                <a:cubicBezTo>
                  <a:pt x="40" y="74"/>
                  <a:pt x="40" y="74"/>
                  <a:pt x="40" y="74"/>
                </a:cubicBezTo>
                <a:cubicBezTo>
                  <a:pt x="40" y="35"/>
                  <a:pt x="40" y="35"/>
                  <a:pt x="40" y="35"/>
                </a:cubicBezTo>
                <a:cubicBezTo>
                  <a:pt x="40" y="32"/>
                  <a:pt x="38" y="29"/>
                  <a:pt x="34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6" y="29"/>
                  <a:pt x="14" y="32"/>
                  <a:pt x="14" y="35"/>
                </a:cubicBezTo>
                <a:cubicBezTo>
                  <a:pt x="14" y="74"/>
                  <a:pt x="14" y="74"/>
                  <a:pt x="14" y="74"/>
                </a:cubicBezTo>
                <a:cubicBezTo>
                  <a:pt x="2" y="74"/>
                  <a:pt x="2" y="74"/>
                  <a:pt x="2" y="74"/>
                </a:cubicBezTo>
                <a:cubicBezTo>
                  <a:pt x="1" y="74"/>
                  <a:pt x="0" y="75"/>
                  <a:pt x="0" y="76"/>
                </a:cubicBezTo>
                <a:cubicBezTo>
                  <a:pt x="0" y="77"/>
                  <a:pt x="1" y="78"/>
                  <a:pt x="2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7" y="78"/>
                  <a:pt x="128" y="77"/>
                  <a:pt x="128" y="76"/>
                </a:cubicBezTo>
                <a:cubicBezTo>
                  <a:pt x="128" y="75"/>
                  <a:pt x="127" y="74"/>
                  <a:pt x="126" y="74"/>
                </a:cubicBezTo>
                <a:close/>
                <a:moveTo>
                  <a:pt x="36" y="74"/>
                </a:moveTo>
                <a:cubicBezTo>
                  <a:pt x="18" y="74"/>
                  <a:pt x="18" y="74"/>
                  <a:pt x="18" y="74"/>
                </a:cubicBezTo>
                <a:cubicBezTo>
                  <a:pt x="18" y="34"/>
                  <a:pt x="18" y="34"/>
                  <a:pt x="18" y="34"/>
                </a:cubicBezTo>
                <a:cubicBezTo>
                  <a:pt x="36" y="34"/>
                  <a:pt x="36" y="34"/>
                  <a:pt x="36" y="34"/>
                </a:cubicBezTo>
                <a:lnTo>
                  <a:pt x="36" y="74"/>
                </a:lnTo>
                <a:close/>
                <a:moveTo>
                  <a:pt x="73" y="74"/>
                </a:moveTo>
                <a:cubicBezTo>
                  <a:pt x="55" y="74"/>
                  <a:pt x="55" y="74"/>
                  <a:pt x="55" y="74"/>
                </a:cubicBezTo>
                <a:cubicBezTo>
                  <a:pt x="55" y="4"/>
                  <a:pt x="55" y="4"/>
                  <a:pt x="55" y="4"/>
                </a:cubicBezTo>
                <a:cubicBezTo>
                  <a:pt x="73" y="4"/>
                  <a:pt x="73" y="4"/>
                  <a:pt x="73" y="4"/>
                </a:cubicBezTo>
                <a:lnTo>
                  <a:pt x="73" y="74"/>
                </a:lnTo>
                <a:close/>
                <a:moveTo>
                  <a:pt x="110" y="74"/>
                </a:moveTo>
                <a:cubicBezTo>
                  <a:pt x="92" y="74"/>
                  <a:pt x="92" y="74"/>
                  <a:pt x="92" y="74"/>
                </a:cubicBezTo>
                <a:cubicBezTo>
                  <a:pt x="92" y="49"/>
                  <a:pt x="92" y="49"/>
                  <a:pt x="92" y="49"/>
                </a:cubicBezTo>
                <a:cubicBezTo>
                  <a:pt x="110" y="49"/>
                  <a:pt x="110" y="49"/>
                  <a:pt x="110" y="49"/>
                </a:cubicBezTo>
                <a:lnTo>
                  <a:pt x="110" y="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6334125" y="2227263"/>
            <a:ext cx="481013" cy="479425"/>
            <a:chOff x="6334125" y="2227263"/>
            <a:chExt cx="481013" cy="479425"/>
          </a:xfrm>
          <a:solidFill>
            <a:schemeClr val="accent1"/>
          </a:solidFill>
        </p:grpSpPr>
        <p:sp>
          <p:nvSpPr>
            <p:cNvPr id="109" name="Freeform 109"/>
            <p:cNvSpPr>
              <a:spLocks noEditPoints="1"/>
            </p:cNvSpPr>
            <p:nvPr/>
          </p:nvSpPr>
          <p:spPr bwMode="auto">
            <a:xfrm>
              <a:off x="6334125" y="2227263"/>
              <a:ext cx="454025" cy="479425"/>
            </a:xfrm>
            <a:custGeom>
              <a:avLst/>
              <a:gdLst>
                <a:gd name="T0" fmla="*/ 66 w 121"/>
                <a:gd name="T1" fmla="*/ 0 h 128"/>
                <a:gd name="T2" fmla="*/ 64 w 121"/>
                <a:gd name="T3" fmla="*/ 0 h 128"/>
                <a:gd name="T4" fmla="*/ 9 w 121"/>
                <a:gd name="T5" fmla="*/ 32 h 128"/>
                <a:gd name="T6" fmla="*/ 0 w 121"/>
                <a:gd name="T7" fmla="*/ 64 h 128"/>
                <a:gd name="T8" fmla="*/ 64 w 121"/>
                <a:gd name="T9" fmla="*/ 128 h 128"/>
                <a:gd name="T10" fmla="*/ 119 w 121"/>
                <a:gd name="T11" fmla="*/ 96 h 128"/>
                <a:gd name="T12" fmla="*/ 121 w 121"/>
                <a:gd name="T13" fmla="*/ 94 h 128"/>
                <a:gd name="T14" fmla="*/ 66 w 121"/>
                <a:gd name="T15" fmla="*/ 63 h 128"/>
                <a:gd name="T16" fmla="*/ 66 w 121"/>
                <a:gd name="T17" fmla="*/ 0 h 128"/>
                <a:gd name="T18" fmla="*/ 114 w 121"/>
                <a:gd name="T19" fmla="*/ 96 h 128"/>
                <a:gd name="T20" fmla="*/ 113 w 121"/>
                <a:gd name="T21" fmla="*/ 97 h 128"/>
                <a:gd name="T22" fmla="*/ 94 w 121"/>
                <a:gd name="T23" fmla="*/ 115 h 128"/>
                <a:gd name="T24" fmla="*/ 80 w 121"/>
                <a:gd name="T25" fmla="*/ 121 h 128"/>
                <a:gd name="T26" fmla="*/ 64 w 121"/>
                <a:gd name="T27" fmla="*/ 123 h 128"/>
                <a:gd name="T28" fmla="*/ 41 w 121"/>
                <a:gd name="T29" fmla="*/ 119 h 128"/>
                <a:gd name="T30" fmla="*/ 22 w 121"/>
                <a:gd name="T31" fmla="*/ 106 h 128"/>
                <a:gd name="T32" fmla="*/ 9 w 121"/>
                <a:gd name="T33" fmla="*/ 87 h 128"/>
                <a:gd name="T34" fmla="*/ 5 w 121"/>
                <a:gd name="T35" fmla="*/ 64 h 128"/>
                <a:gd name="T36" fmla="*/ 7 w 121"/>
                <a:gd name="T37" fmla="*/ 48 h 128"/>
                <a:gd name="T38" fmla="*/ 12 w 121"/>
                <a:gd name="T39" fmla="*/ 34 h 128"/>
                <a:gd name="T40" fmla="*/ 34 w 121"/>
                <a:gd name="T41" fmla="*/ 13 h 128"/>
                <a:gd name="T42" fmla="*/ 48 w 121"/>
                <a:gd name="T43" fmla="*/ 7 h 128"/>
                <a:gd name="T44" fmla="*/ 60 w 121"/>
                <a:gd name="T45" fmla="*/ 5 h 128"/>
                <a:gd name="T46" fmla="*/ 62 w 121"/>
                <a:gd name="T47" fmla="*/ 5 h 128"/>
                <a:gd name="T48" fmla="*/ 62 w 121"/>
                <a:gd name="T49" fmla="*/ 64 h 128"/>
                <a:gd name="T50" fmla="*/ 63 w 121"/>
                <a:gd name="T51" fmla="*/ 66 h 128"/>
                <a:gd name="T52" fmla="*/ 64 w 121"/>
                <a:gd name="T53" fmla="*/ 67 h 128"/>
                <a:gd name="T54" fmla="*/ 114 w 121"/>
                <a:gd name="T55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1" h="128">
                  <a:moveTo>
                    <a:pt x="66" y="0"/>
                  </a:moveTo>
                  <a:cubicBezTo>
                    <a:pt x="66" y="0"/>
                    <a:pt x="65" y="0"/>
                    <a:pt x="64" y="0"/>
                  </a:cubicBezTo>
                  <a:cubicBezTo>
                    <a:pt x="41" y="0"/>
                    <a:pt x="20" y="12"/>
                    <a:pt x="9" y="32"/>
                  </a:cubicBezTo>
                  <a:cubicBezTo>
                    <a:pt x="3" y="42"/>
                    <a:pt x="0" y="53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87" y="128"/>
                    <a:pt x="108" y="116"/>
                    <a:pt x="119" y="96"/>
                  </a:cubicBezTo>
                  <a:cubicBezTo>
                    <a:pt x="120" y="95"/>
                    <a:pt x="120" y="95"/>
                    <a:pt x="121" y="94"/>
                  </a:cubicBezTo>
                  <a:cubicBezTo>
                    <a:pt x="66" y="63"/>
                    <a:pt x="66" y="63"/>
                    <a:pt x="66" y="63"/>
                  </a:cubicBezTo>
                  <a:lnTo>
                    <a:pt x="66" y="0"/>
                  </a:lnTo>
                  <a:close/>
                  <a:moveTo>
                    <a:pt x="114" y="96"/>
                  </a:moveTo>
                  <a:cubicBezTo>
                    <a:pt x="113" y="97"/>
                    <a:pt x="113" y="97"/>
                    <a:pt x="113" y="97"/>
                  </a:cubicBezTo>
                  <a:cubicBezTo>
                    <a:pt x="109" y="104"/>
                    <a:pt x="102" y="111"/>
                    <a:pt x="94" y="115"/>
                  </a:cubicBezTo>
                  <a:cubicBezTo>
                    <a:pt x="90" y="118"/>
                    <a:pt x="85" y="120"/>
                    <a:pt x="80" y="121"/>
                  </a:cubicBezTo>
                  <a:cubicBezTo>
                    <a:pt x="75" y="123"/>
                    <a:pt x="69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1"/>
                    <a:pt x="22" y="106"/>
                  </a:cubicBezTo>
                  <a:cubicBezTo>
                    <a:pt x="16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9"/>
                    <a:pt x="5" y="53"/>
                    <a:pt x="7" y="48"/>
                  </a:cubicBezTo>
                  <a:cubicBezTo>
                    <a:pt x="8" y="43"/>
                    <a:pt x="10" y="39"/>
                    <a:pt x="12" y="34"/>
                  </a:cubicBezTo>
                  <a:cubicBezTo>
                    <a:pt x="18" y="25"/>
                    <a:pt x="25" y="18"/>
                    <a:pt x="34" y="13"/>
                  </a:cubicBezTo>
                  <a:cubicBezTo>
                    <a:pt x="38" y="10"/>
                    <a:pt x="43" y="8"/>
                    <a:pt x="48" y="7"/>
                  </a:cubicBezTo>
                  <a:cubicBezTo>
                    <a:pt x="52" y="6"/>
                    <a:pt x="56" y="5"/>
                    <a:pt x="60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65"/>
                    <a:pt x="62" y="66"/>
                    <a:pt x="63" y="66"/>
                  </a:cubicBezTo>
                  <a:cubicBezTo>
                    <a:pt x="64" y="67"/>
                    <a:pt x="64" y="67"/>
                    <a:pt x="64" y="67"/>
                  </a:cubicBezTo>
                  <a:lnTo>
                    <a:pt x="114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0" name="Freeform 110"/>
            <p:cNvSpPr/>
            <p:nvPr/>
          </p:nvSpPr>
          <p:spPr bwMode="auto">
            <a:xfrm>
              <a:off x="6623050" y="2233613"/>
              <a:ext cx="192088" cy="304800"/>
            </a:xfrm>
            <a:custGeom>
              <a:avLst/>
              <a:gdLst>
                <a:gd name="T0" fmla="*/ 3 w 51"/>
                <a:gd name="T1" fmla="*/ 0 h 81"/>
                <a:gd name="T2" fmla="*/ 2 w 51"/>
                <a:gd name="T3" fmla="*/ 0 h 81"/>
                <a:gd name="T4" fmla="*/ 0 w 51"/>
                <a:gd name="T5" fmla="*/ 2 h 81"/>
                <a:gd name="T6" fmla="*/ 1 w 51"/>
                <a:gd name="T7" fmla="*/ 4 h 81"/>
                <a:gd name="T8" fmla="*/ 10 w 51"/>
                <a:gd name="T9" fmla="*/ 7 h 81"/>
                <a:gd name="T10" fmla="*/ 29 w 51"/>
                <a:gd name="T11" fmla="*/ 20 h 81"/>
                <a:gd name="T12" fmla="*/ 42 w 51"/>
                <a:gd name="T13" fmla="*/ 39 h 81"/>
                <a:gd name="T14" fmla="*/ 46 w 51"/>
                <a:gd name="T15" fmla="*/ 62 h 81"/>
                <a:gd name="T16" fmla="*/ 44 w 51"/>
                <a:gd name="T17" fmla="*/ 78 h 81"/>
                <a:gd name="T18" fmla="*/ 44 w 51"/>
                <a:gd name="T19" fmla="*/ 78 h 81"/>
                <a:gd name="T20" fmla="*/ 44 w 51"/>
                <a:gd name="T21" fmla="*/ 79 h 81"/>
                <a:gd name="T22" fmla="*/ 46 w 51"/>
                <a:gd name="T23" fmla="*/ 81 h 81"/>
                <a:gd name="T24" fmla="*/ 49 w 51"/>
                <a:gd name="T25" fmla="*/ 80 h 81"/>
                <a:gd name="T26" fmla="*/ 51 w 51"/>
                <a:gd name="T27" fmla="*/ 62 h 81"/>
                <a:gd name="T28" fmla="*/ 3 w 51"/>
                <a:gd name="T29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81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4" y="5"/>
                    <a:pt x="7" y="6"/>
                    <a:pt x="10" y="7"/>
                  </a:cubicBezTo>
                  <a:cubicBezTo>
                    <a:pt x="17" y="10"/>
                    <a:pt x="24" y="14"/>
                    <a:pt x="29" y="20"/>
                  </a:cubicBezTo>
                  <a:cubicBezTo>
                    <a:pt x="34" y="25"/>
                    <a:pt x="39" y="32"/>
                    <a:pt x="42" y="39"/>
                  </a:cubicBezTo>
                  <a:cubicBezTo>
                    <a:pt x="45" y="46"/>
                    <a:pt x="46" y="54"/>
                    <a:pt x="46" y="62"/>
                  </a:cubicBezTo>
                  <a:cubicBezTo>
                    <a:pt x="46" y="67"/>
                    <a:pt x="46" y="73"/>
                    <a:pt x="44" y="78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80"/>
                    <a:pt x="45" y="81"/>
                    <a:pt x="46" y="81"/>
                  </a:cubicBezTo>
                  <a:cubicBezTo>
                    <a:pt x="47" y="81"/>
                    <a:pt x="48" y="81"/>
                    <a:pt x="49" y="80"/>
                  </a:cubicBezTo>
                  <a:cubicBezTo>
                    <a:pt x="50" y="74"/>
                    <a:pt x="51" y="68"/>
                    <a:pt x="51" y="62"/>
                  </a:cubicBezTo>
                  <a:cubicBezTo>
                    <a:pt x="51" y="33"/>
                    <a:pt x="31" y="7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1" name="Freeform 111"/>
          <p:cNvSpPr>
            <a:spLocks noEditPoints="1"/>
          </p:cNvSpPr>
          <p:nvPr/>
        </p:nvSpPr>
        <p:spPr bwMode="auto">
          <a:xfrm>
            <a:off x="5365750" y="2227263"/>
            <a:ext cx="495300" cy="479425"/>
          </a:xfrm>
          <a:custGeom>
            <a:avLst/>
            <a:gdLst>
              <a:gd name="T0" fmla="*/ 98 w 132"/>
              <a:gd name="T1" fmla="*/ 9 h 128"/>
              <a:gd name="T2" fmla="*/ 11 w 132"/>
              <a:gd name="T3" fmla="*/ 32 h 128"/>
              <a:gd name="T4" fmla="*/ 34 w 132"/>
              <a:gd name="T5" fmla="*/ 119 h 128"/>
              <a:gd name="T6" fmla="*/ 121 w 132"/>
              <a:gd name="T7" fmla="*/ 96 h 128"/>
              <a:gd name="T8" fmla="*/ 125 w 132"/>
              <a:gd name="T9" fmla="*/ 55 h 128"/>
              <a:gd name="T10" fmla="*/ 125 w 132"/>
              <a:gd name="T11" fmla="*/ 65 h 128"/>
              <a:gd name="T12" fmla="*/ 97 w 132"/>
              <a:gd name="T13" fmla="*/ 79 h 128"/>
              <a:gd name="T14" fmla="*/ 125 w 132"/>
              <a:gd name="T15" fmla="*/ 55 h 128"/>
              <a:gd name="T16" fmla="*/ 123 w 132"/>
              <a:gd name="T17" fmla="*/ 46 h 128"/>
              <a:gd name="T18" fmla="*/ 93 w 132"/>
              <a:gd name="T19" fmla="*/ 77 h 128"/>
              <a:gd name="T20" fmla="*/ 119 w 132"/>
              <a:gd name="T21" fmla="*/ 36 h 128"/>
              <a:gd name="T22" fmla="*/ 111 w 132"/>
              <a:gd name="T23" fmla="*/ 25 h 128"/>
              <a:gd name="T24" fmla="*/ 116 w 132"/>
              <a:gd name="T25" fmla="*/ 31 h 128"/>
              <a:gd name="T26" fmla="*/ 79 w 132"/>
              <a:gd name="T27" fmla="*/ 69 h 128"/>
              <a:gd name="T28" fmla="*/ 110 w 132"/>
              <a:gd name="T29" fmla="*/ 24 h 128"/>
              <a:gd name="T30" fmla="*/ 68 w 132"/>
              <a:gd name="T31" fmla="*/ 5 h 128"/>
              <a:gd name="T32" fmla="*/ 77 w 132"/>
              <a:gd name="T33" fmla="*/ 6 h 128"/>
              <a:gd name="T34" fmla="*/ 68 w 132"/>
              <a:gd name="T35" fmla="*/ 17 h 128"/>
              <a:gd name="T36" fmla="*/ 68 w 132"/>
              <a:gd name="T37" fmla="*/ 24 h 128"/>
              <a:gd name="T38" fmla="*/ 85 w 132"/>
              <a:gd name="T39" fmla="*/ 8 h 128"/>
              <a:gd name="T40" fmla="*/ 95 w 132"/>
              <a:gd name="T41" fmla="*/ 12 h 128"/>
              <a:gd name="T42" fmla="*/ 68 w 132"/>
              <a:gd name="T43" fmla="*/ 24 h 128"/>
              <a:gd name="T44" fmla="*/ 99 w 132"/>
              <a:gd name="T45" fmla="*/ 14 h 128"/>
              <a:gd name="T46" fmla="*/ 106 w 132"/>
              <a:gd name="T47" fmla="*/ 20 h 128"/>
              <a:gd name="T48" fmla="*/ 68 w 132"/>
              <a:gd name="T49" fmla="*/ 59 h 128"/>
              <a:gd name="T50" fmla="*/ 115 w 132"/>
              <a:gd name="T51" fmla="*/ 97 h 128"/>
              <a:gd name="T52" fmla="*/ 95 w 132"/>
              <a:gd name="T53" fmla="*/ 116 h 128"/>
              <a:gd name="T54" fmla="*/ 51 w 132"/>
              <a:gd name="T55" fmla="*/ 121 h 128"/>
              <a:gd name="T56" fmla="*/ 19 w 132"/>
              <a:gd name="T57" fmla="*/ 100 h 128"/>
              <a:gd name="T58" fmla="*/ 7 w 132"/>
              <a:gd name="T59" fmla="*/ 57 h 128"/>
              <a:gd name="T60" fmla="*/ 24 w 132"/>
              <a:gd name="T61" fmla="*/ 22 h 128"/>
              <a:gd name="T62" fmla="*/ 62 w 132"/>
              <a:gd name="T63" fmla="*/ 5 h 128"/>
              <a:gd name="T64" fmla="*/ 64 w 132"/>
              <a:gd name="T65" fmla="*/ 64 h 128"/>
              <a:gd name="T66" fmla="*/ 116 w 132"/>
              <a:gd name="T67" fmla="*/ 96 h 128"/>
              <a:gd name="T68" fmla="*/ 119 w 132"/>
              <a:gd name="T69" fmla="*/ 92 h 128"/>
              <a:gd name="T70" fmla="*/ 125 w 132"/>
              <a:gd name="T71" fmla="*/ 72 h 128"/>
              <a:gd name="T72" fmla="*/ 119 w 132"/>
              <a:gd name="T73" fmla="*/ 9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2" h="128">
                <a:moveTo>
                  <a:pt x="128" y="47"/>
                </a:moveTo>
                <a:cubicBezTo>
                  <a:pt x="123" y="31"/>
                  <a:pt x="113" y="17"/>
                  <a:pt x="98" y="9"/>
                </a:cubicBezTo>
                <a:cubicBezTo>
                  <a:pt x="88" y="3"/>
                  <a:pt x="77" y="0"/>
                  <a:pt x="66" y="0"/>
                </a:cubicBezTo>
                <a:cubicBezTo>
                  <a:pt x="43" y="0"/>
                  <a:pt x="22" y="12"/>
                  <a:pt x="11" y="32"/>
                </a:cubicBezTo>
                <a:cubicBezTo>
                  <a:pt x="2" y="47"/>
                  <a:pt x="0" y="64"/>
                  <a:pt x="4" y="81"/>
                </a:cubicBezTo>
                <a:cubicBezTo>
                  <a:pt x="9" y="97"/>
                  <a:pt x="19" y="111"/>
                  <a:pt x="34" y="119"/>
                </a:cubicBezTo>
                <a:cubicBezTo>
                  <a:pt x="44" y="125"/>
                  <a:pt x="55" y="128"/>
                  <a:pt x="66" y="128"/>
                </a:cubicBezTo>
                <a:cubicBezTo>
                  <a:pt x="89" y="128"/>
                  <a:pt x="110" y="116"/>
                  <a:pt x="121" y="96"/>
                </a:cubicBezTo>
                <a:cubicBezTo>
                  <a:pt x="130" y="81"/>
                  <a:pt x="132" y="64"/>
                  <a:pt x="128" y="47"/>
                </a:cubicBezTo>
                <a:close/>
                <a:moveTo>
                  <a:pt x="125" y="55"/>
                </a:moveTo>
                <a:cubicBezTo>
                  <a:pt x="125" y="58"/>
                  <a:pt x="125" y="61"/>
                  <a:pt x="125" y="65"/>
                </a:cubicBezTo>
                <a:cubicBezTo>
                  <a:pt x="125" y="65"/>
                  <a:pt x="125" y="65"/>
                  <a:pt x="125" y="65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97" y="79"/>
                  <a:pt x="97" y="79"/>
                  <a:pt x="97" y="79"/>
                </a:cubicBezTo>
                <a:cubicBezTo>
                  <a:pt x="124" y="52"/>
                  <a:pt x="124" y="52"/>
                  <a:pt x="124" y="52"/>
                </a:cubicBezTo>
                <a:lnTo>
                  <a:pt x="125" y="55"/>
                </a:lnTo>
                <a:close/>
                <a:moveTo>
                  <a:pt x="120" y="38"/>
                </a:moveTo>
                <a:cubicBezTo>
                  <a:pt x="121" y="41"/>
                  <a:pt x="122" y="43"/>
                  <a:pt x="123" y="46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93" y="77"/>
                  <a:pt x="93" y="77"/>
                  <a:pt x="93" y="77"/>
                </a:cubicBezTo>
                <a:cubicBezTo>
                  <a:pt x="84" y="71"/>
                  <a:pt x="84" y="71"/>
                  <a:pt x="84" y="71"/>
                </a:cubicBezTo>
                <a:cubicBezTo>
                  <a:pt x="119" y="36"/>
                  <a:pt x="119" y="36"/>
                  <a:pt x="119" y="36"/>
                </a:cubicBezTo>
                <a:lnTo>
                  <a:pt x="120" y="38"/>
                </a:lnTo>
                <a:close/>
                <a:moveTo>
                  <a:pt x="111" y="25"/>
                </a:moveTo>
                <a:cubicBezTo>
                  <a:pt x="112" y="26"/>
                  <a:pt x="113" y="27"/>
                  <a:pt x="113" y="28"/>
                </a:cubicBezTo>
                <a:cubicBezTo>
                  <a:pt x="114" y="29"/>
                  <a:pt x="115" y="30"/>
                  <a:pt x="116" y="31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79" y="69"/>
                  <a:pt x="79" y="69"/>
                  <a:pt x="79" y="69"/>
                </a:cubicBezTo>
                <a:cubicBezTo>
                  <a:pt x="70" y="64"/>
                  <a:pt x="70" y="64"/>
                  <a:pt x="70" y="64"/>
                </a:cubicBezTo>
                <a:cubicBezTo>
                  <a:pt x="110" y="24"/>
                  <a:pt x="110" y="24"/>
                  <a:pt x="110" y="24"/>
                </a:cubicBezTo>
                <a:lnTo>
                  <a:pt x="111" y="25"/>
                </a:lnTo>
                <a:close/>
                <a:moveTo>
                  <a:pt x="68" y="5"/>
                </a:moveTo>
                <a:cubicBezTo>
                  <a:pt x="70" y="5"/>
                  <a:pt x="70" y="5"/>
                  <a:pt x="70" y="5"/>
                </a:cubicBezTo>
                <a:cubicBezTo>
                  <a:pt x="72" y="5"/>
                  <a:pt x="75" y="5"/>
                  <a:pt x="77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68" y="17"/>
                  <a:pt x="68" y="17"/>
                  <a:pt x="68" y="17"/>
                </a:cubicBezTo>
                <a:lnTo>
                  <a:pt x="68" y="5"/>
                </a:lnTo>
                <a:close/>
                <a:moveTo>
                  <a:pt x="68" y="24"/>
                </a:moveTo>
                <a:cubicBezTo>
                  <a:pt x="85" y="8"/>
                  <a:pt x="85" y="8"/>
                  <a:pt x="85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8" y="9"/>
                  <a:pt x="91" y="10"/>
                  <a:pt x="93" y="11"/>
                </a:cubicBezTo>
                <a:cubicBezTo>
                  <a:pt x="95" y="12"/>
                  <a:pt x="95" y="12"/>
                  <a:pt x="95" y="12"/>
                </a:cubicBezTo>
                <a:cubicBezTo>
                  <a:pt x="68" y="38"/>
                  <a:pt x="68" y="38"/>
                  <a:pt x="68" y="38"/>
                </a:cubicBezTo>
                <a:lnTo>
                  <a:pt x="68" y="24"/>
                </a:lnTo>
                <a:close/>
                <a:moveTo>
                  <a:pt x="68" y="45"/>
                </a:moveTo>
                <a:cubicBezTo>
                  <a:pt x="99" y="14"/>
                  <a:pt x="99" y="14"/>
                  <a:pt x="99" y="14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2" y="17"/>
                  <a:pt x="104" y="18"/>
                  <a:pt x="106" y="20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68" y="59"/>
                  <a:pt x="68" y="59"/>
                  <a:pt x="68" y="59"/>
                </a:cubicBezTo>
                <a:lnTo>
                  <a:pt x="68" y="45"/>
                </a:lnTo>
                <a:close/>
                <a:moveTo>
                  <a:pt x="115" y="97"/>
                </a:moveTo>
                <a:cubicBezTo>
                  <a:pt x="113" y="100"/>
                  <a:pt x="111" y="104"/>
                  <a:pt x="108" y="106"/>
                </a:cubicBezTo>
                <a:cubicBezTo>
                  <a:pt x="104" y="110"/>
                  <a:pt x="100" y="113"/>
                  <a:pt x="95" y="116"/>
                </a:cubicBezTo>
                <a:cubicBezTo>
                  <a:pt x="86" y="121"/>
                  <a:pt x="76" y="123"/>
                  <a:pt x="66" y="123"/>
                </a:cubicBezTo>
                <a:cubicBezTo>
                  <a:pt x="61" y="123"/>
                  <a:pt x="56" y="123"/>
                  <a:pt x="51" y="121"/>
                </a:cubicBezTo>
                <a:cubicBezTo>
                  <a:pt x="46" y="120"/>
                  <a:pt x="41" y="118"/>
                  <a:pt x="36" y="115"/>
                </a:cubicBezTo>
                <a:cubicBezTo>
                  <a:pt x="29" y="111"/>
                  <a:pt x="23" y="106"/>
                  <a:pt x="19" y="100"/>
                </a:cubicBezTo>
                <a:cubicBezTo>
                  <a:pt x="14" y="94"/>
                  <a:pt x="11" y="87"/>
                  <a:pt x="9" y="79"/>
                </a:cubicBezTo>
                <a:cubicBezTo>
                  <a:pt x="7" y="72"/>
                  <a:pt x="6" y="64"/>
                  <a:pt x="7" y="57"/>
                </a:cubicBezTo>
                <a:cubicBezTo>
                  <a:pt x="8" y="49"/>
                  <a:pt x="11" y="41"/>
                  <a:pt x="15" y="34"/>
                </a:cubicBezTo>
                <a:cubicBezTo>
                  <a:pt x="17" y="30"/>
                  <a:pt x="21" y="25"/>
                  <a:pt x="24" y="22"/>
                </a:cubicBezTo>
                <a:cubicBezTo>
                  <a:pt x="28" y="18"/>
                  <a:pt x="32" y="15"/>
                  <a:pt x="37" y="12"/>
                </a:cubicBezTo>
                <a:cubicBezTo>
                  <a:pt x="44" y="8"/>
                  <a:pt x="53" y="5"/>
                  <a:pt x="62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65"/>
                  <a:pt x="64" y="66"/>
                  <a:pt x="65" y="66"/>
                </a:cubicBezTo>
                <a:cubicBezTo>
                  <a:pt x="116" y="96"/>
                  <a:pt x="116" y="96"/>
                  <a:pt x="116" y="96"/>
                </a:cubicBezTo>
                <a:lnTo>
                  <a:pt x="115" y="97"/>
                </a:lnTo>
                <a:close/>
                <a:moveTo>
                  <a:pt x="119" y="92"/>
                </a:moveTo>
                <a:cubicBezTo>
                  <a:pt x="110" y="87"/>
                  <a:pt x="110" y="87"/>
                  <a:pt x="110" y="87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3" y="81"/>
                  <a:pt x="121" y="86"/>
                  <a:pt x="119" y="90"/>
                </a:cubicBezTo>
                <a:lnTo>
                  <a:pt x="119" y="9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4581525" y="2227263"/>
            <a:ext cx="142875" cy="479425"/>
            <a:chOff x="4581525" y="2227263"/>
            <a:chExt cx="142875" cy="479425"/>
          </a:xfrm>
          <a:solidFill>
            <a:schemeClr val="accent1"/>
          </a:solidFill>
        </p:grpSpPr>
        <p:sp>
          <p:nvSpPr>
            <p:cNvPr id="112" name="Freeform 112"/>
            <p:cNvSpPr>
              <a:spLocks noEditPoints="1"/>
            </p:cNvSpPr>
            <p:nvPr/>
          </p:nvSpPr>
          <p:spPr bwMode="auto">
            <a:xfrm>
              <a:off x="4581525" y="2373313"/>
              <a:ext cx="142875" cy="333375"/>
            </a:xfrm>
            <a:custGeom>
              <a:avLst/>
              <a:gdLst>
                <a:gd name="T0" fmla="*/ 38 w 38"/>
                <a:gd name="T1" fmla="*/ 70 h 89"/>
                <a:gd name="T2" fmla="*/ 28 w 38"/>
                <a:gd name="T3" fmla="*/ 2 h 89"/>
                <a:gd name="T4" fmla="*/ 26 w 38"/>
                <a:gd name="T5" fmla="*/ 0 h 89"/>
                <a:gd name="T6" fmla="*/ 12 w 38"/>
                <a:gd name="T7" fmla="*/ 0 h 89"/>
                <a:gd name="T8" fmla="*/ 10 w 38"/>
                <a:gd name="T9" fmla="*/ 2 h 89"/>
                <a:gd name="T10" fmla="*/ 0 w 38"/>
                <a:gd name="T11" fmla="*/ 70 h 89"/>
                <a:gd name="T12" fmla="*/ 0 w 38"/>
                <a:gd name="T13" fmla="*/ 70 h 89"/>
                <a:gd name="T14" fmla="*/ 1 w 38"/>
                <a:gd name="T15" fmla="*/ 72 h 89"/>
                <a:gd name="T16" fmla="*/ 1 w 38"/>
                <a:gd name="T17" fmla="*/ 72 h 89"/>
                <a:gd name="T18" fmla="*/ 17 w 38"/>
                <a:gd name="T19" fmla="*/ 88 h 89"/>
                <a:gd name="T20" fmla="*/ 21 w 38"/>
                <a:gd name="T21" fmla="*/ 88 h 89"/>
                <a:gd name="T22" fmla="*/ 37 w 38"/>
                <a:gd name="T23" fmla="*/ 72 h 89"/>
                <a:gd name="T24" fmla="*/ 38 w 38"/>
                <a:gd name="T25" fmla="*/ 70 h 89"/>
                <a:gd name="T26" fmla="*/ 38 w 38"/>
                <a:gd name="T27" fmla="*/ 70 h 89"/>
                <a:gd name="T28" fmla="*/ 19 w 38"/>
                <a:gd name="T29" fmla="*/ 83 h 89"/>
                <a:gd name="T30" fmla="*/ 5 w 38"/>
                <a:gd name="T31" fmla="*/ 69 h 89"/>
                <a:gd name="T32" fmla="*/ 14 w 38"/>
                <a:gd name="T33" fmla="*/ 5 h 89"/>
                <a:gd name="T34" fmla="*/ 24 w 38"/>
                <a:gd name="T35" fmla="*/ 5 h 89"/>
                <a:gd name="T36" fmla="*/ 33 w 38"/>
                <a:gd name="T37" fmla="*/ 69 h 89"/>
                <a:gd name="T38" fmla="*/ 19 w 38"/>
                <a:gd name="T39" fmla="*/ 8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8" h="89">
                  <a:moveTo>
                    <a:pt x="38" y="70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7" y="0"/>
                    <a:pt x="26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0" y="1"/>
                    <a:pt x="10" y="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1"/>
                    <a:pt x="0" y="71"/>
                    <a:pt x="1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8" y="89"/>
                    <a:pt x="20" y="89"/>
                    <a:pt x="21" y="88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8" y="71"/>
                    <a:pt x="38" y="71"/>
                    <a:pt x="38" y="70"/>
                  </a:cubicBezTo>
                  <a:cubicBezTo>
                    <a:pt x="38" y="70"/>
                    <a:pt x="38" y="70"/>
                    <a:pt x="38" y="70"/>
                  </a:cubicBezTo>
                  <a:close/>
                  <a:moveTo>
                    <a:pt x="19" y="83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33" y="69"/>
                    <a:pt x="33" y="69"/>
                    <a:pt x="33" y="69"/>
                  </a:cubicBezTo>
                  <a:lnTo>
                    <a:pt x="19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Freeform 113"/>
            <p:cNvSpPr>
              <a:spLocks noEditPoints="1"/>
            </p:cNvSpPr>
            <p:nvPr/>
          </p:nvSpPr>
          <p:spPr bwMode="auto">
            <a:xfrm>
              <a:off x="4600575" y="2227263"/>
              <a:ext cx="104775" cy="104775"/>
            </a:xfrm>
            <a:custGeom>
              <a:avLst/>
              <a:gdLst>
                <a:gd name="T0" fmla="*/ 9 w 28"/>
                <a:gd name="T1" fmla="*/ 27 h 28"/>
                <a:gd name="T2" fmla="*/ 10 w 28"/>
                <a:gd name="T3" fmla="*/ 28 h 28"/>
                <a:gd name="T4" fmla="*/ 18 w 28"/>
                <a:gd name="T5" fmla="*/ 28 h 28"/>
                <a:gd name="T6" fmla="*/ 19 w 28"/>
                <a:gd name="T7" fmla="*/ 27 h 28"/>
                <a:gd name="T8" fmla="*/ 27 w 28"/>
                <a:gd name="T9" fmla="*/ 19 h 28"/>
                <a:gd name="T10" fmla="*/ 28 w 28"/>
                <a:gd name="T11" fmla="*/ 18 h 28"/>
                <a:gd name="T12" fmla="*/ 28 w 28"/>
                <a:gd name="T13" fmla="*/ 2 h 28"/>
                <a:gd name="T14" fmla="*/ 26 w 28"/>
                <a:gd name="T15" fmla="*/ 0 h 28"/>
                <a:gd name="T16" fmla="*/ 2 w 28"/>
                <a:gd name="T17" fmla="*/ 0 h 28"/>
                <a:gd name="T18" fmla="*/ 0 w 28"/>
                <a:gd name="T19" fmla="*/ 2 h 28"/>
                <a:gd name="T20" fmla="*/ 0 w 28"/>
                <a:gd name="T21" fmla="*/ 18 h 28"/>
                <a:gd name="T22" fmla="*/ 1 w 28"/>
                <a:gd name="T23" fmla="*/ 19 h 28"/>
                <a:gd name="T24" fmla="*/ 9 w 28"/>
                <a:gd name="T25" fmla="*/ 27 h 28"/>
                <a:gd name="T26" fmla="*/ 4 w 28"/>
                <a:gd name="T27" fmla="*/ 5 h 28"/>
                <a:gd name="T28" fmla="*/ 23 w 28"/>
                <a:gd name="T29" fmla="*/ 5 h 28"/>
                <a:gd name="T30" fmla="*/ 23 w 28"/>
                <a:gd name="T31" fmla="*/ 17 h 28"/>
                <a:gd name="T32" fmla="*/ 17 w 28"/>
                <a:gd name="T33" fmla="*/ 24 h 28"/>
                <a:gd name="T34" fmla="*/ 11 w 28"/>
                <a:gd name="T35" fmla="*/ 24 h 28"/>
                <a:gd name="T36" fmla="*/ 4 w 28"/>
                <a:gd name="T37" fmla="*/ 17 h 28"/>
                <a:gd name="T38" fmla="*/ 4 w 28"/>
                <a:gd name="T39" fmla="*/ 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" h="28">
                  <a:moveTo>
                    <a:pt x="9" y="27"/>
                  </a:moveTo>
                  <a:cubicBezTo>
                    <a:pt x="9" y="28"/>
                    <a:pt x="10" y="28"/>
                    <a:pt x="10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8"/>
                    <a:pt x="19" y="2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19"/>
                    <a:pt x="28" y="18"/>
                    <a:pt x="28" y="18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7" y="0"/>
                    <a:pt x="2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lnTo>
                    <a:pt x="9" y="27"/>
                  </a:lnTo>
                  <a:close/>
                  <a:moveTo>
                    <a:pt x="4" y="5"/>
                  </a:moveTo>
                  <a:cubicBezTo>
                    <a:pt x="23" y="5"/>
                    <a:pt x="23" y="5"/>
                    <a:pt x="23" y="5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4" name="Freeform 114"/>
          <p:cNvSpPr>
            <a:spLocks noEditPoints="1"/>
          </p:cNvSpPr>
          <p:nvPr/>
        </p:nvSpPr>
        <p:spPr bwMode="auto">
          <a:xfrm>
            <a:off x="3503613" y="2227263"/>
            <a:ext cx="374650" cy="479425"/>
          </a:xfrm>
          <a:custGeom>
            <a:avLst/>
            <a:gdLst>
              <a:gd name="T0" fmla="*/ 100 w 100"/>
              <a:gd name="T1" fmla="*/ 6 h 128"/>
              <a:gd name="T2" fmla="*/ 94 w 100"/>
              <a:gd name="T3" fmla="*/ 0 h 128"/>
              <a:gd name="T4" fmla="*/ 6 w 100"/>
              <a:gd name="T5" fmla="*/ 0 h 128"/>
              <a:gd name="T6" fmla="*/ 0 w 100"/>
              <a:gd name="T7" fmla="*/ 6 h 128"/>
              <a:gd name="T8" fmla="*/ 0 w 100"/>
              <a:gd name="T9" fmla="*/ 122 h 128"/>
              <a:gd name="T10" fmla="*/ 6 w 100"/>
              <a:gd name="T11" fmla="*/ 128 h 128"/>
              <a:gd name="T12" fmla="*/ 94 w 100"/>
              <a:gd name="T13" fmla="*/ 128 h 128"/>
              <a:gd name="T14" fmla="*/ 100 w 100"/>
              <a:gd name="T15" fmla="*/ 122 h 128"/>
              <a:gd name="T16" fmla="*/ 100 w 100"/>
              <a:gd name="T17" fmla="*/ 6 h 128"/>
              <a:gd name="T18" fmla="*/ 14 w 100"/>
              <a:gd name="T19" fmla="*/ 123 h 128"/>
              <a:gd name="T20" fmla="*/ 4 w 100"/>
              <a:gd name="T21" fmla="*/ 123 h 128"/>
              <a:gd name="T22" fmla="*/ 4 w 100"/>
              <a:gd name="T23" fmla="*/ 5 h 128"/>
              <a:gd name="T24" fmla="*/ 14 w 100"/>
              <a:gd name="T25" fmla="*/ 5 h 128"/>
              <a:gd name="T26" fmla="*/ 14 w 100"/>
              <a:gd name="T27" fmla="*/ 123 h 128"/>
              <a:gd name="T28" fmla="*/ 74 w 100"/>
              <a:gd name="T29" fmla="*/ 123 h 128"/>
              <a:gd name="T30" fmla="*/ 19 w 100"/>
              <a:gd name="T31" fmla="*/ 123 h 128"/>
              <a:gd name="T32" fmla="*/ 19 w 100"/>
              <a:gd name="T33" fmla="*/ 5 h 128"/>
              <a:gd name="T34" fmla="*/ 74 w 100"/>
              <a:gd name="T35" fmla="*/ 5 h 128"/>
              <a:gd name="T36" fmla="*/ 74 w 100"/>
              <a:gd name="T37" fmla="*/ 123 h 128"/>
              <a:gd name="T38" fmla="*/ 96 w 100"/>
              <a:gd name="T39" fmla="*/ 123 h 128"/>
              <a:gd name="T40" fmla="*/ 78 w 100"/>
              <a:gd name="T41" fmla="*/ 123 h 128"/>
              <a:gd name="T42" fmla="*/ 78 w 100"/>
              <a:gd name="T43" fmla="*/ 71 h 128"/>
              <a:gd name="T44" fmla="*/ 96 w 100"/>
              <a:gd name="T45" fmla="*/ 71 h 128"/>
              <a:gd name="T46" fmla="*/ 96 w 100"/>
              <a:gd name="T47" fmla="*/ 123 h 128"/>
              <a:gd name="T48" fmla="*/ 96 w 100"/>
              <a:gd name="T49" fmla="*/ 67 h 128"/>
              <a:gd name="T50" fmla="*/ 78 w 100"/>
              <a:gd name="T51" fmla="*/ 67 h 128"/>
              <a:gd name="T52" fmla="*/ 78 w 100"/>
              <a:gd name="T53" fmla="*/ 49 h 128"/>
              <a:gd name="T54" fmla="*/ 96 w 100"/>
              <a:gd name="T55" fmla="*/ 49 h 128"/>
              <a:gd name="T56" fmla="*/ 96 w 100"/>
              <a:gd name="T57" fmla="*/ 67 h 128"/>
              <a:gd name="T58" fmla="*/ 96 w 100"/>
              <a:gd name="T59" fmla="*/ 44 h 128"/>
              <a:gd name="T60" fmla="*/ 78 w 100"/>
              <a:gd name="T61" fmla="*/ 44 h 128"/>
              <a:gd name="T62" fmla="*/ 78 w 100"/>
              <a:gd name="T63" fmla="*/ 27 h 128"/>
              <a:gd name="T64" fmla="*/ 96 w 100"/>
              <a:gd name="T65" fmla="*/ 27 h 128"/>
              <a:gd name="T66" fmla="*/ 96 w 100"/>
              <a:gd name="T67" fmla="*/ 44 h 128"/>
              <a:gd name="T68" fmla="*/ 96 w 100"/>
              <a:gd name="T69" fmla="*/ 22 h 128"/>
              <a:gd name="T70" fmla="*/ 78 w 100"/>
              <a:gd name="T71" fmla="*/ 22 h 128"/>
              <a:gd name="T72" fmla="*/ 78 w 100"/>
              <a:gd name="T73" fmla="*/ 5 h 128"/>
              <a:gd name="T74" fmla="*/ 96 w 100"/>
              <a:gd name="T75" fmla="*/ 5 h 128"/>
              <a:gd name="T76" fmla="*/ 96 w 100"/>
              <a:gd name="T77" fmla="*/ 2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0" h="128">
                <a:moveTo>
                  <a:pt x="100" y="6"/>
                </a:moveTo>
                <a:cubicBezTo>
                  <a:pt x="100" y="3"/>
                  <a:pt x="98" y="0"/>
                  <a:pt x="94" y="0"/>
                </a:cubicBez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3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2" y="128"/>
                  <a:pt x="6" y="128"/>
                </a:cubicBezTo>
                <a:cubicBezTo>
                  <a:pt x="94" y="128"/>
                  <a:pt x="94" y="128"/>
                  <a:pt x="94" y="128"/>
                </a:cubicBezTo>
                <a:cubicBezTo>
                  <a:pt x="98" y="128"/>
                  <a:pt x="100" y="125"/>
                  <a:pt x="100" y="122"/>
                </a:cubicBezTo>
                <a:lnTo>
                  <a:pt x="100" y="6"/>
                </a:lnTo>
                <a:close/>
                <a:moveTo>
                  <a:pt x="14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4" y="5"/>
                  <a:pt x="4" y="5"/>
                  <a:pt x="4" y="5"/>
                </a:cubicBezTo>
                <a:cubicBezTo>
                  <a:pt x="14" y="5"/>
                  <a:pt x="14" y="5"/>
                  <a:pt x="14" y="5"/>
                </a:cubicBezTo>
                <a:lnTo>
                  <a:pt x="14" y="123"/>
                </a:lnTo>
                <a:close/>
                <a:moveTo>
                  <a:pt x="74" y="123"/>
                </a:moveTo>
                <a:cubicBezTo>
                  <a:pt x="19" y="123"/>
                  <a:pt x="19" y="123"/>
                  <a:pt x="19" y="123"/>
                </a:cubicBezTo>
                <a:cubicBezTo>
                  <a:pt x="19" y="5"/>
                  <a:pt x="19" y="5"/>
                  <a:pt x="19" y="5"/>
                </a:cubicBezTo>
                <a:cubicBezTo>
                  <a:pt x="74" y="5"/>
                  <a:pt x="74" y="5"/>
                  <a:pt x="74" y="5"/>
                </a:cubicBezTo>
                <a:lnTo>
                  <a:pt x="74" y="123"/>
                </a:lnTo>
                <a:close/>
                <a:moveTo>
                  <a:pt x="96" y="123"/>
                </a:moveTo>
                <a:cubicBezTo>
                  <a:pt x="78" y="123"/>
                  <a:pt x="78" y="123"/>
                  <a:pt x="78" y="123"/>
                </a:cubicBezTo>
                <a:cubicBezTo>
                  <a:pt x="78" y="71"/>
                  <a:pt x="78" y="71"/>
                  <a:pt x="78" y="71"/>
                </a:cubicBezTo>
                <a:cubicBezTo>
                  <a:pt x="96" y="71"/>
                  <a:pt x="96" y="71"/>
                  <a:pt x="96" y="71"/>
                </a:cubicBezTo>
                <a:lnTo>
                  <a:pt x="96" y="123"/>
                </a:lnTo>
                <a:close/>
                <a:moveTo>
                  <a:pt x="96" y="67"/>
                </a:moveTo>
                <a:cubicBezTo>
                  <a:pt x="78" y="67"/>
                  <a:pt x="78" y="67"/>
                  <a:pt x="78" y="67"/>
                </a:cubicBezTo>
                <a:cubicBezTo>
                  <a:pt x="78" y="49"/>
                  <a:pt x="78" y="49"/>
                  <a:pt x="78" y="49"/>
                </a:cubicBezTo>
                <a:cubicBezTo>
                  <a:pt x="96" y="49"/>
                  <a:pt x="96" y="49"/>
                  <a:pt x="96" y="49"/>
                </a:cubicBezTo>
                <a:lnTo>
                  <a:pt x="96" y="67"/>
                </a:lnTo>
                <a:close/>
                <a:moveTo>
                  <a:pt x="96" y="44"/>
                </a:moveTo>
                <a:cubicBezTo>
                  <a:pt x="78" y="44"/>
                  <a:pt x="78" y="44"/>
                  <a:pt x="78" y="44"/>
                </a:cubicBezTo>
                <a:cubicBezTo>
                  <a:pt x="78" y="27"/>
                  <a:pt x="78" y="27"/>
                  <a:pt x="78" y="27"/>
                </a:cubicBezTo>
                <a:cubicBezTo>
                  <a:pt x="96" y="27"/>
                  <a:pt x="96" y="27"/>
                  <a:pt x="96" y="27"/>
                </a:cubicBezTo>
                <a:lnTo>
                  <a:pt x="96" y="44"/>
                </a:lnTo>
                <a:close/>
                <a:moveTo>
                  <a:pt x="96" y="22"/>
                </a:moveTo>
                <a:cubicBezTo>
                  <a:pt x="78" y="22"/>
                  <a:pt x="78" y="22"/>
                  <a:pt x="78" y="22"/>
                </a:cubicBezTo>
                <a:cubicBezTo>
                  <a:pt x="78" y="5"/>
                  <a:pt x="78" y="5"/>
                  <a:pt x="78" y="5"/>
                </a:cubicBezTo>
                <a:cubicBezTo>
                  <a:pt x="96" y="5"/>
                  <a:pt x="96" y="5"/>
                  <a:pt x="96" y="5"/>
                </a:cubicBezTo>
                <a:lnTo>
                  <a:pt x="96" y="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9" name="组合 198"/>
          <p:cNvGrpSpPr/>
          <p:nvPr/>
        </p:nvGrpSpPr>
        <p:grpSpPr>
          <a:xfrm>
            <a:off x="2489200" y="2290763"/>
            <a:ext cx="481013" cy="352425"/>
            <a:chOff x="2489200" y="2290763"/>
            <a:chExt cx="481013" cy="352425"/>
          </a:xfrm>
          <a:solidFill>
            <a:schemeClr val="accent1"/>
          </a:solidFill>
        </p:grpSpPr>
        <p:sp>
          <p:nvSpPr>
            <p:cNvPr id="115" name="Freeform 115"/>
            <p:cNvSpPr>
              <a:spLocks noEditPoints="1"/>
            </p:cNvSpPr>
            <p:nvPr/>
          </p:nvSpPr>
          <p:spPr bwMode="auto">
            <a:xfrm>
              <a:off x="2489200" y="2290763"/>
              <a:ext cx="481013" cy="352425"/>
            </a:xfrm>
            <a:custGeom>
              <a:avLst/>
              <a:gdLst>
                <a:gd name="T0" fmla="*/ 122 w 128"/>
                <a:gd name="T1" fmla="*/ 15 h 94"/>
                <a:gd name="T2" fmla="*/ 77 w 128"/>
                <a:gd name="T3" fmla="*/ 15 h 94"/>
                <a:gd name="T4" fmla="*/ 77 w 128"/>
                <a:gd name="T5" fmla="*/ 6 h 94"/>
                <a:gd name="T6" fmla="*/ 71 w 128"/>
                <a:gd name="T7" fmla="*/ 0 h 94"/>
                <a:gd name="T8" fmla="*/ 57 w 128"/>
                <a:gd name="T9" fmla="*/ 0 h 94"/>
                <a:gd name="T10" fmla="*/ 51 w 128"/>
                <a:gd name="T11" fmla="*/ 6 h 94"/>
                <a:gd name="T12" fmla="*/ 51 w 128"/>
                <a:gd name="T13" fmla="*/ 15 h 94"/>
                <a:gd name="T14" fmla="*/ 6 w 128"/>
                <a:gd name="T15" fmla="*/ 15 h 94"/>
                <a:gd name="T16" fmla="*/ 0 w 128"/>
                <a:gd name="T17" fmla="*/ 21 h 94"/>
                <a:gd name="T18" fmla="*/ 0 w 128"/>
                <a:gd name="T19" fmla="*/ 88 h 94"/>
                <a:gd name="T20" fmla="*/ 6 w 128"/>
                <a:gd name="T21" fmla="*/ 94 h 94"/>
                <a:gd name="T22" fmla="*/ 122 w 128"/>
                <a:gd name="T23" fmla="*/ 94 h 94"/>
                <a:gd name="T24" fmla="*/ 128 w 128"/>
                <a:gd name="T25" fmla="*/ 88 h 94"/>
                <a:gd name="T26" fmla="*/ 128 w 128"/>
                <a:gd name="T27" fmla="*/ 21 h 94"/>
                <a:gd name="T28" fmla="*/ 122 w 128"/>
                <a:gd name="T29" fmla="*/ 15 h 94"/>
                <a:gd name="T30" fmla="*/ 55 w 128"/>
                <a:gd name="T31" fmla="*/ 5 h 94"/>
                <a:gd name="T32" fmla="*/ 73 w 128"/>
                <a:gd name="T33" fmla="*/ 5 h 94"/>
                <a:gd name="T34" fmla="*/ 73 w 128"/>
                <a:gd name="T35" fmla="*/ 15 h 94"/>
                <a:gd name="T36" fmla="*/ 55 w 128"/>
                <a:gd name="T37" fmla="*/ 15 h 94"/>
                <a:gd name="T38" fmla="*/ 55 w 128"/>
                <a:gd name="T39" fmla="*/ 5 h 94"/>
                <a:gd name="T40" fmla="*/ 123 w 128"/>
                <a:gd name="T41" fmla="*/ 89 h 94"/>
                <a:gd name="T42" fmla="*/ 5 w 128"/>
                <a:gd name="T43" fmla="*/ 89 h 94"/>
                <a:gd name="T44" fmla="*/ 5 w 128"/>
                <a:gd name="T45" fmla="*/ 20 h 94"/>
                <a:gd name="T46" fmla="*/ 123 w 128"/>
                <a:gd name="T47" fmla="*/ 20 h 94"/>
                <a:gd name="T48" fmla="*/ 123 w 128"/>
                <a:gd name="T49" fmla="*/ 8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94">
                  <a:moveTo>
                    <a:pt x="122" y="15"/>
                  </a:moveTo>
                  <a:cubicBezTo>
                    <a:pt x="77" y="15"/>
                    <a:pt x="77" y="15"/>
                    <a:pt x="77" y="1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5" y="0"/>
                    <a:pt x="71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3" y="0"/>
                    <a:pt x="51" y="3"/>
                    <a:pt x="51" y="6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3" y="15"/>
                    <a:pt x="0" y="18"/>
                    <a:pt x="0" y="21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1"/>
                    <a:pt x="3" y="94"/>
                    <a:pt x="6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5" y="94"/>
                    <a:pt x="128" y="91"/>
                    <a:pt x="128" y="88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8"/>
                    <a:pt x="125" y="15"/>
                    <a:pt x="122" y="15"/>
                  </a:cubicBezTo>
                  <a:close/>
                  <a:moveTo>
                    <a:pt x="55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55" y="15"/>
                    <a:pt x="55" y="15"/>
                    <a:pt x="55" y="15"/>
                  </a:cubicBezTo>
                  <a:lnTo>
                    <a:pt x="55" y="5"/>
                  </a:lnTo>
                  <a:close/>
                  <a:moveTo>
                    <a:pt x="123" y="89"/>
                  </a:moveTo>
                  <a:cubicBezTo>
                    <a:pt x="5" y="89"/>
                    <a:pt x="5" y="89"/>
                    <a:pt x="5" y="89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Freeform 116"/>
            <p:cNvSpPr>
              <a:spLocks noEditPoints="1"/>
            </p:cNvSpPr>
            <p:nvPr/>
          </p:nvSpPr>
          <p:spPr bwMode="auto">
            <a:xfrm>
              <a:off x="2560638" y="2417763"/>
              <a:ext cx="153988" cy="153988"/>
            </a:xfrm>
            <a:custGeom>
              <a:avLst/>
              <a:gdLst>
                <a:gd name="T0" fmla="*/ 6 w 41"/>
                <a:gd name="T1" fmla="*/ 41 h 41"/>
                <a:gd name="T2" fmla="*/ 35 w 41"/>
                <a:gd name="T3" fmla="*/ 41 h 41"/>
                <a:gd name="T4" fmla="*/ 41 w 41"/>
                <a:gd name="T5" fmla="*/ 35 h 41"/>
                <a:gd name="T6" fmla="*/ 41 w 41"/>
                <a:gd name="T7" fmla="*/ 6 h 41"/>
                <a:gd name="T8" fmla="*/ 35 w 41"/>
                <a:gd name="T9" fmla="*/ 0 h 41"/>
                <a:gd name="T10" fmla="*/ 6 w 41"/>
                <a:gd name="T11" fmla="*/ 0 h 41"/>
                <a:gd name="T12" fmla="*/ 0 w 41"/>
                <a:gd name="T13" fmla="*/ 6 h 41"/>
                <a:gd name="T14" fmla="*/ 0 w 41"/>
                <a:gd name="T15" fmla="*/ 35 h 41"/>
                <a:gd name="T16" fmla="*/ 6 w 41"/>
                <a:gd name="T17" fmla="*/ 41 h 41"/>
                <a:gd name="T18" fmla="*/ 4 w 41"/>
                <a:gd name="T19" fmla="*/ 4 h 41"/>
                <a:gd name="T20" fmla="*/ 37 w 41"/>
                <a:gd name="T21" fmla="*/ 4 h 41"/>
                <a:gd name="T22" fmla="*/ 37 w 41"/>
                <a:gd name="T23" fmla="*/ 37 h 41"/>
                <a:gd name="T24" fmla="*/ 4 w 41"/>
                <a:gd name="T25" fmla="*/ 37 h 41"/>
                <a:gd name="T26" fmla="*/ 4 w 41"/>
                <a:gd name="T27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1">
                  <a:moveTo>
                    <a:pt x="6" y="41"/>
                  </a:moveTo>
                  <a:cubicBezTo>
                    <a:pt x="35" y="41"/>
                    <a:pt x="35" y="41"/>
                    <a:pt x="35" y="41"/>
                  </a:cubicBezTo>
                  <a:cubicBezTo>
                    <a:pt x="38" y="41"/>
                    <a:pt x="41" y="39"/>
                    <a:pt x="41" y="3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2"/>
                    <a:pt x="38" y="0"/>
                    <a:pt x="3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2" y="41"/>
                    <a:pt x="6" y="41"/>
                  </a:cubicBezTo>
                  <a:close/>
                  <a:moveTo>
                    <a:pt x="4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4" y="37"/>
                    <a:pt x="4" y="37"/>
                    <a:pt x="4" y="37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7" name="Freeform 117"/>
            <p:cNvSpPr/>
            <p:nvPr/>
          </p:nvSpPr>
          <p:spPr bwMode="auto">
            <a:xfrm>
              <a:off x="2767013" y="2428876"/>
              <a:ext cx="60325" cy="19050"/>
            </a:xfrm>
            <a:custGeom>
              <a:avLst/>
              <a:gdLst>
                <a:gd name="T0" fmla="*/ 2 w 16"/>
                <a:gd name="T1" fmla="*/ 5 h 5"/>
                <a:gd name="T2" fmla="*/ 14 w 16"/>
                <a:gd name="T3" fmla="*/ 5 h 5"/>
                <a:gd name="T4" fmla="*/ 16 w 16"/>
                <a:gd name="T5" fmla="*/ 3 h 5"/>
                <a:gd name="T6" fmla="*/ 14 w 16"/>
                <a:gd name="T7" fmla="*/ 0 h 5"/>
                <a:gd name="T8" fmla="*/ 2 w 16"/>
                <a:gd name="T9" fmla="*/ 0 h 5"/>
                <a:gd name="T10" fmla="*/ 0 w 16"/>
                <a:gd name="T11" fmla="*/ 3 h 5"/>
                <a:gd name="T12" fmla="*/ 2 w 16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">
                  <a:moveTo>
                    <a:pt x="2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5" y="5"/>
                    <a:pt x="16" y="4"/>
                    <a:pt x="16" y="3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8" name="Freeform 118"/>
            <p:cNvSpPr/>
            <p:nvPr/>
          </p:nvSpPr>
          <p:spPr bwMode="auto">
            <a:xfrm>
              <a:off x="2767013" y="2486026"/>
              <a:ext cx="131763" cy="19050"/>
            </a:xfrm>
            <a:custGeom>
              <a:avLst/>
              <a:gdLst>
                <a:gd name="T0" fmla="*/ 2 w 35"/>
                <a:gd name="T1" fmla="*/ 5 h 5"/>
                <a:gd name="T2" fmla="*/ 33 w 35"/>
                <a:gd name="T3" fmla="*/ 5 h 5"/>
                <a:gd name="T4" fmla="*/ 35 w 35"/>
                <a:gd name="T5" fmla="*/ 2 h 5"/>
                <a:gd name="T6" fmla="*/ 33 w 35"/>
                <a:gd name="T7" fmla="*/ 0 h 5"/>
                <a:gd name="T8" fmla="*/ 2 w 35"/>
                <a:gd name="T9" fmla="*/ 0 h 5"/>
                <a:gd name="T10" fmla="*/ 0 w 35"/>
                <a:gd name="T11" fmla="*/ 2 h 5"/>
                <a:gd name="T12" fmla="*/ 2 w 3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5">
                  <a:moveTo>
                    <a:pt x="2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5" y="4"/>
                    <a:pt x="35" y="2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Freeform 119"/>
            <p:cNvSpPr/>
            <p:nvPr/>
          </p:nvSpPr>
          <p:spPr bwMode="auto">
            <a:xfrm>
              <a:off x="2767013" y="2541588"/>
              <a:ext cx="131763" cy="19050"/>
            </a:xfrm>
            <a:custGeom>
              <a:avLst/>
              <a:gdLst>
                <a:gd name="T0" fmla="*/ 2 w 35"/>
                <a:gd name="T1" fmla="*/ 5 h 5"/>
                <a:gd name="T2" fmla="*/ 33 w 35"/>
                <a:gd name="T3" fmla="*/ 5 h 5"/>
                <a:gd name="T4" fmla="*/ 35 w 35"/>
                <a:gd name="T5" fmla="*/ 2 h 5"/>
                <a:gd name="T6" fmla="*/ 33 w 35"/>
                <a:gd name="T7" fmla="*/ 0 h 5"/>
                <a:gd name="T8" fmla="*/ 2 w 35"/>
                <a:gd name="T9" fmla="*/ 0 h 5"/>
                <a:gd name="T10" fmla="*/ 0 w 35"/>
                <a:gd name="T11" fmla="*/ 2 h 5"/>
                <a:gd name="T12" fmla="*/ 2 w 3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5">
                  <a:moveTo>
                    <a:pt x="2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5" y="4"/>
                    <a:pt x="35" y="2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1603375" y="2227263"/>
            <a:ext cx="330200" cy="479425"/>
            <a:chOff x="1603375" y="2227263"/>
            <a:chExt cx="330200" cy="479425"/>
          </a:xfrm>
          <a:solidFill>
            <a:schemeClr val="accent1"/>
          </a:solidFill>
        </p:grpSpPr>
        <p:sp>
          <p:nvSpPr>
            <p:cNvPr id="120" name="Freeform 120"/>
            <p:cNvSpPr>
              <a:spLocks noEditPoints="1"/>
            </p:cNvSpPr>
            <p:nvPr/>
          </p:nvSpPr>
          <p:spPr bwMode="auto">
            <a:xfrm>
              <a:off x="1603375" y="2227263"/>
              <a:ext cx="330200" cy="479425"/>
            </a:xfrm>
            <a:custGeom>
              <a:avLst/>
              <a:gdLst>
                <a:gd name="T0" fmla="*/ 82 w 88"/>
                <a:gd name="T1" fmla="*/ 0 h 128"/>
                <a:gd name="T2" fmla="*/ 6 w 88"/>
                <a:gd name="T3" fmla="*/ 0 h 128"/>
                <a:gd name="T4" fmla="*/ 0 w 88"/>
                <a:gd name="T5" fmla="*/ 6 h 128"/>
                <a:gd name="T6" fmla="*/ 0 w 88"/>
                <a:gd name="T7" fmla="*/ 122 h 128"/>
                <a:gd name="T8" fmla="*/ 6 w 88"/>
                <a:gd name="T9" fmla="*/ 128 h 128"/>
                <a:gd name="T10" fmla="*/ 82 w 88"/>
                <a:gd name="T11" fmla="*/ 128 h 128"/>
                <a:gd name="T12" fmla="*/ 88 w 88"/>
                <a:gd name="T13" fmla="*/ 122 h 128"/>
                <a:gd name="T14" fmla="*/ 88 w 88"/>
                <a:gd name="T15" fmla="*/ 6 h 128"/>
                <a:gd name="T16" fmla="*/ 82 w 88"/>
                <a:gd name="T17" fmla="*/ 0 h 128"/>
                <a:gd name="T18" fmla="*/ 83 w 88"/>
                <a:gd name="T19" fmla="*/ 123 h 128"/>
                <a:gd name="T20" fmla="*/ 5 w 88"/>
                <a:gd name="T21" fmla="*/ 123 h 128"/>
                <a:gd name="T22" fmla="*/ 5 w 88"/>
                <a:gd name="T23" fmla="*/ 5 h 128"/>
                <a:gd name="T24" fmla="*/ 83 w 88"/>
                <a:gd name="T25" fmla="*/ 5 h 128"/>
                <a:gd name="T26" fmla="*/ 83 w 88"/>
                <a:gd name="T2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28">
                  <a:moveTo>
                    <a:pt x="8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5" y="128"/>
                    <a:pt x="88" y="125"/>
                    <a:pt x="88" y="122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3"/>
                    <a:pt x="85" y="0"/>
                    <a:pt x="82" y="0"/>
                  </a:cubicBezTo>
                  <a:close/>
                  <a:moveTo>
                    <a:pt x="8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83" y="5"/>
                    <a:pt x="83" y="5"/>
                    <a:pt x="83" y="5"/>
                  </a:cubicBezTo>
                  <a:lnTo>
                    <a:pt x="83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1" name="Oval 121"/>
            <p:cNvSpPr>
              <a:spLocks noChangeArrowheads="1"/>
            </p:cNvSpPr>
            <p:nvPr/>
          </p:nvSpPr>
          <p:spPr bwMode="auto">
            <a:xfrm>
              <a:off x="1679575" y="2455863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" name="Oval 122"/>
            <p:cNvSpPr>
              <a:spLocks noChangeArrowheads="1"/>
            </p:cNvSpPr>
            <p:nvPr/>
          </p:nvSpPr>
          <p:spPr bwMode="auto">
            <a:xfrm>
              <a:off x="1754188" y="2455863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3" name="Oval 123"/>
            <p:cNvSpPr>
              <a:spLocks noChangeArrowheads="1"/>
            </p:cNvSpPr>
            <p:nvPr/>
          </p:nvSpPr>
          <p:spPr bwMode="auto">
            <a:xfrm>
              <a:off x="1828800" y="2455863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4" name="Oval 124"/>
            <p:cNvSpPr>
              <a:spLocks noChangeArrowheads="1"/>
            </p:cNvSpPr>
            <p:nvPr/>
          </p:nvSpPr>
          <p:spPr bwMode="auto">
            <a:xfrm>
              <a:off x="1679575" y="2530476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5" name="Oval 125"/>
            <p:cNvSpPr>
              <a:spLocks noChangeArrowheads="1"/>
            </p:cNvSpPr>
            <p:nvPr/>
          </p:nvSpPr>
          <p:spPr bwMode="auto">
            <a:xfrm>
              <a:off x="1754188" y="2530476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" name="Oval 126"/>
            <p:cNvSpPr>
              <a:spLocks noChangeArrowheads="1"/>
            </p:cNvSpPr>
            <p:nvPr/>
          </p:nvSpPr>
          <p:spPr bwMode="auto">
            <a:xfrm>
              <a:off x="1828800" y="2530476"/>
              <a:ext cx="30163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7" name="Oval 127"/>
            <p:cNvSpPr>
              <a:spLocks noChangeArrowheads="1"/>
            </p:cNvSpPr>
            <p:nvPr/>
          </p:nvSpPr>
          <p:spPr bwMode="auto">
            <a:xfrm>
              <a:off x="1679575" y="2606676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8" name="Oval 128"/>
            <p:cNvSpPr>
              <a:spLocks noChangeArrowheads="1"/>
            </p:cNvSpPr>
            <p:nvPr/>
          </p:nvSpPr>
          <p:spPr bwMode="auto">
            <a:xfrm>
              <a:off x="1754188" y="2606676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9" name="Oval 129"/>
            <p:cNvSpPr>
              <a:spLocks noChangeArrowheads="1"/>
            </p:cNvSpPr>
            <p:nvPr/>
          </p:nvSpPr>
          <p:spPr bwMode="auto">
            <a:xfrm>
              <a:off x="1828800" y="2606676"/>
              <a:ext cx="30163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0" name="Freeform 130"/>
            <p:cNvSpPr>
              <a:spLocks noEditPoints="1"/>
            </p:cNvSpPr>
            <p:nvPr/>
          </p:nvSpPr>
          <p:spPr bwMode="auto">
            <a:xfrm>
              <a:off x="1668463" y="2301876"/>
              <a:ext cx="201613" cy="71438"/>
            </a:xfrm>
            <a:custGeom>
              <a:avLst/>
              <a:gdLst>
                <a:gd name="T0" fmla="*/ 9 w 54"/>
                <a:gd name="T1" fmla="*/ 19 h 19"/>
                <a:gd name="T2" fmla="*/ 45 w 54"/>
                <a:gd name="T3" fmla="*/ 19 h 19"/>
                <a:gd name="T4" fmla="*/ 54 w 54"/>
                <a:gd name="T5" fmla="*/ 10 h 19"/>
                <a:gd name="T6" fmla="*/ 45 w 54"/>
                <a:gd name="T7" fmla="*/ 0 h 19"/>
                <a:gd name="T8" fmla="*/ 9 w 54"/>
                <a:gd name="T9" fmla="*/ 0 h 19"/>
                <a:gd name="T10" fmla="*/ 0 w 54"/>
                <a:gd name="T11" fmla="*/ 10 h 19"/>
                <a:gd name="T12" fmla="*/ 9 w 54"/>
                <a:gd name="T13" fmla="*/ 19 h 19"/>
                <a:gd name="T14" fmla="*/ 9 w 54"/>
                <a:gd name="T15" fmla="*/ 5 h 19"/>
                <a:gd name="T16" fmla="*/ 45 w 54"/>
                <a:gd name="T17" fmla="*/ 5 h 19"/>
                <a:gd name="T18" fmla="*/ 50 w 54"/>
                <a:gd name="T19" fmla="*/ 10 h 19"/>
                <a:gd name="T20" fmla="*/ 45 w 54"/>
                <a:gd name="T21" fmla="*/ 15 h 19"/>
                <a:gd name="T22" fmla="*/ 9 w 54"/>
                <a:gd name="T23" fmla="*/ 15 h 19"/>
                <a:gd name="T24" fmla="*/ 4 w 54"/>
                <a:gd name="T25" fmla="*/ 10 h 19"/>
                <a:gd name="T26" fmla="*/ 9 w 54"/>
                <a:gd name="T2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19">
                  <a:moveTo>
                    <a:pt x="9" y="19"/>
                  </a:moveTo>
                  <a:cubicBezTo>
                    <a:pt x="45" y="19"/>
                    <a:pt x="45" y="19"/>
                    <a:pt x="45" y="19"/>
                  </a:cubicBezTo>
                  <a:cubicBezTo>
                    <a:pt x="50" y="19"/>
                    <a:pt x="54" y="15"/>
                    <a:pt x="54" y="10"/>
                  </a:cubicBezTo>
                  <a:cubicBezTo>
                    <a:pt x="54" y="4"/>
                    <a:pt x="50" y="0"/>
                    <a:pt x="4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19"/>
                    <a:pt x="9" y="19"/>
                  </a:cubicBezTo>
                  <a:close/>
                  <a:moveTo>
                    <a:pt x="9" y="5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7" y="5"/>
                    <a:pt x="50" y="7"/>
                    <a:pt x="50" y="10"/>
                  </a:cubicBezTo>
                  <a:cubicBezTo>
                    <a:pt x="50" y="13"/>
                    <a:pt x="47" y="15"/>
                    <a:pt x="45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6" y="15"/>
                    <a:pt x="4" y="13"/>
                    <a:pt x="4" y="10"/>
                  </a:cubicBezTo>
                  <a:cubicBezTo>
                    <a:pt x="4" y="7"/>
                    <a:pt x="6" y="5"/>
                    <a:pt x="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31" name="Freeform 131"/>
          <p:cNvSpPr>
            <a:spLocks noEditPoints="1"/>
          </p:cNvSpPr>
          <p:nvPr/>
        </p:nvSpPr>
        <p:spPr bwMode="auto">
          <a:xfrm>
            <a:off x="568325" y="2279651"/>
            <a:ext cx="479425" cy="374650"/>
          </a:xfrm>
          <a:custGeom>
            <a:avLst/>
            <a:gdLst>
              <a:gd name="T0" fmla="*/ 128 w 128"/>
              <a:gd name="T1" fmla="*/ 20 h 100"/>
              <a:gd name="T2" fmla="*/ 122 w 128"/>
              <a:gd name="T3" fmla="*/ 14 h 100"/>
              <a:gd name="T4" fmla="*/ 89 w 128"/>
              <a:gd name="T5" fmla="*/ 14 h 100"/>
              <a:gd name="T6" fmla="*/ 89 w 128"/>
              <a:gd name="T7" fmla="*/ 6 h 100"/>
              <a:gd name="T8" fmla="*/ 83 w 128"/>
              <a:gd name="T9" fmla="*/ 0 h 100"/>
              <a:gd name="T10" fmla="*/ 45 w 128"/>
              <a:gd name="T11" fmla="*/ 0 h 100"/>
              <a:gd name="T12" fmla="*/ 39 w 128"/>
              <a:gd name="T13" fmla="*/ 6 h 100"/>
              <a:gd name="T14" fmla="*/ 39 w 128"/>
              <a:gd name="T15" fmla="*/ 14 h 100"/>
              <a:gd name="T16" fmla="*/ 6 w 128"/>
              <a:gd name="T17" fmla="*/ 14 h 100"/>
              <a:gd name="T18" fmla="*/ 0 w 128"/>
              <a:gd name="T19" fmla="*/ 20 h 100"/>
              <a:gd name="T20" fmla="*/ 0 w 128"/>
              <a:gd name="T21" fmla="*/ 94 h 100"/>
              <a:gd name="T22" fmla="*/ 6 w 128"/>
              <a:gd name="T23" fmla="*/ 100 h 100"/>
              <a:gd name="T24" fmla="*/ 122 w 128"/>
              <a:gd name="T25" fmla="*/ 100 h 100"/>
              <a:gd name="T26" fmla="*/ 128 w 128"/>
              <a:gd name="T27" fmla="*/ 94 h 100"/>
              <a:gd name="T28" fmla="*/ 128 w 128"/>
              <a:gd name="T29" fmla="*/ 20 h 100"/>
              <a:gd name="T30" fmla="*/ 44 w 128"/>
              <a:gd name="T31" fmla="*/ 4 h 100"/>
              <a:gd name="T32" fmla="*/ 84 w 128"/>
              <a:gd name="T33" fmla="*/ 4 h 100"/>
              <a:gd name="T34" fmla="*/ 84 w 128"/>
              <a:gd name="T35" fmla="*/ 14 h 100"/>
              <a:gd name="T36" fmla="*/ 44 w 128"/>
              <a:gd name="T37" fmla="*/ 14 h 100"/>
              <a:gd name="T38" fmla="*/ 44 w 128"/>
              <a:gd name="T39" fmla="*/ 4 h 100"/>
              <a:gd name="T40" fmla="*/ 123 w 128"/>
              <a:gd name="T41" fmla="*/ 96 h 100"/>
              <a:gd name="T42" fmla="*/ 5 w 128"/>
              <a:gd name="T43" fmla="*/ 96 h 100"/>
              <a:gd name="T44" fmla="*/ 5 w 128"/>
              <a:gd name="T45" fmla="*/ 19 h 100"/>
              <a:gd name="T46" fmla="*/ 123 w 128"/>
              <a:gd name="T47" fmla="*/ 19 h 100"/>
              <a:gd name="T48" fmla="*/ 123 w 128"/>
              <a:gd name="T49" fmla="*/ 96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" h="100">
                <a:moveTo>
                  <a:pt x="128" y="20"/>
                </a:moveTo>
                <a:cubicBezTo>
                  <a:pt x="128" y="17"/>
                  <a:pt x="125" y="14"/>
                  <a:pt x="122" y="14"/>
                </a:cubicBezTo>
                <a:cubicBezTo>
                  <a:pt x="89" y="14"/>
                  <a:pt x="89" y="14"/>
                  <a:pt x="89" y="14"/>
                </a:cubicBezTo>
                <a:cubicBezTo>
                  <a:pt x="89" y="6"/>
                  <a:pt x="89" y="6"/>
                  <a:pt x="89" y="6"/>
                </a:cubicBezTo>
                <a:cubicBezTo>
                  <a:pt x="89" y="2"/>
                  <a:pt x="86" y="0"/>
                  <a:pt x="83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2" y="0"/>
                  <a:pt x="39" y="2"/>
                  <a:pt x="39" y="6"/>
                </a:cubicBezTo>
                <a:cubicBezTo>
                  <a:pt x="39" y="14"/>
                  <a:pt x="39" y="14"/>
                  <a:pt x="39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3" y="14"/>
                  <a:pt x="0" y="17"/>
                  <a:pt x="0" y="20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8"/>
                  <a:pt x="3" y="100"/>
                  <a:pt x="6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5" y="100"/>
                  <a:pt x="128" y="98"/>
                  <a:pt x="128" y="94"/>
                </a:cubicBezTo>
                <a:lnTo>
                  <a:pt x="128" y="20"/>
                </a:lnTo>
                <a:close/>
                <a:moveTo>
                  <a:pt x="44" y="4"/>
                </a:moveTo>
                <a:cubicBezTo>
                  <a:pt x="84" y="4"/>
                  <a:pt x="84" y="4"/>
                  <a:pt x="84" y="4"/>
                </a:cubicBezTo>
                <a:cubicBezTo>
                  <a:pt x="84" y="14"/>
                  <a:pt x="84" y="14"/>
                  <a:pt x="84" y="14"/>
                </a:cubicBezTo>
                <a:cubicBezTo>
                  <a:pt x="44" y="14"/>
                  <a:pt x="44" y="14"/>
                  <a:pt x="44" y="14"/>
                </a:cubicBezTo>
                <a:lnTo>
                  <a:pt x="44" y="4"/>
                </a:lnTo>
                <a:close/>
                <a:moveTo>
                  <a:pt x="123" y="96"/>
                </a:moveTo>
                <a:cubicBezTo>
                  <a:pt x="5" y="96"/>
                  <a:pt x="5" y="96"/>
                  <a:pt x="5" y="96"/>
                </a:cubicBezTo>
                <a:cubicBezTo>
                  <a:pt x="5" y="19"/>
                  <a:pt x="5" y="19"/>
                  <a:pt x="5" y="19"/>
                </a:cubicBezTo>
                <a:cubicBezTo>
                  <a:pt x="123" y="19"/>
                  <a:pt x="123" y="19"/>
                  <a:pt x="123" y="19"/>
                </a:cubicBezTo>
                <a:lnTo>
                  <a:pt x="123" y="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1" name="组合 200"/>
          <p:cNvGrpSpPr/>
          <p:nvPr/>
        </p:nvGrpSpPr>
        <p:grpSpPr>
          <a:xfrm>
            <a:off x="11139488" y="1312863"/>
            <a:ext cx="481013" cy="379413"/>
            <a:chOff x="11139488" y="1312863"/>
            <a:chExt cx="481013" cy="379413"/>
          </a:xfrm>
          <a:solidFill>
            <a:schemeClr val="accent1"/>
          </a:solidFill>
        </p:grpSpPr>
        <p:sp>
          <p:nvSpPr>
            <p:cNvPr id="132" name="Freeform 132"/>
            <p:cNvSpPr>
              <a:spLocks noEditPoints="1"/>
            </p:cNvSpPr>
            <p:nvPr/>
          </p:nvSpPr>
          <p:spPr bwMode="auto">
            <a:xfrm>
              <a:off x="11139488" y="1312863"/>
              <a:ext cx="481013" cy="379413"/>
            </a:xfrm>
            <a:custGeom>
              <a:avLst/>
              <a:gdLst>
                <a:gd name="T0" fmla="*/ 122 w 128"/>
                <a:gd name="T1" fmla="*/ 15 h 101"/>
                <a:gd name="T2" fmla="*/ 61 w 128"/>
                <a:gd name="T3" fmla="*/ 15 h 101"/>
                <a:gd name="T4" fmla="*/ 45 w 128"/>
                <a:gd name="T5" fmla="*/ 2 h 101"/>
                <a:gd name="T6" fmla="*/ 40 w 128"/>
                <a:gd name="T7" fmla="*/ 0 h 101"/>
                <a:gd name="T8" fmla="*/ 6 w 128"/>
                <a:gd name="T9" fmla="*/ 0 h 101"/>
                <a:gd name="T10" fmla="*/ 0 w 128"/>
                <a:gd name="T11" fmla="*/ 6 h 101"/>
                <a:gd name="T12" fmla="*/ 0 w 128"/>
                <a:gd name="T13" fmla="*/ 95 h 101"/>
                <a:gd name="T14" fmla="*/ 6 w 128"/>
                <a:gd name="T15" fmla="*/ 101 h 101"/>
                <a:gd name="T16" fmla="*/ 122 w 128"/>
                <a:gd name="T17" fmla="*/ 101 h 101"/>
                <a:gd name="T18" fmla="*/ 128 w 128"/>
                <a:gd name="T19" fmla="*/ 95 h 101"/>
                <a:gd name="T20" fmla="*/ 128 w 128"/>
                <a:gd name="T21" fmla="*/ 21 h 101"/>
                <a:gd name="T22" fmla="*/ 122 w 128"/>
                <a:gd name="T23" fmla="*/ 15 h 101"/>
                <a:gd name="T24" fmla="*/ 123 w 128"/>
                <a:gd name="T25" fmla="*/ 97 h 101"/>
                <a:gd name="T26" fmla="*/ 5 w 128"/>
                <a:gd name="T27" fmla="*/ 97 h 101"/>
                <a:gd name="T28" fmla="*/ 5 w 128"/>
                <a:gd name="T29" fmla="*/ 5 h 101"/>
                <a:gd name="T30" fmla="*/ 41 w 128"/>
                <a:gd name="T31" fmla="*/ 5 h 101"/>
                <a:gd name="T32" fmla="*/ 42 w 128"/>
                <a:gd name="T33" fmla="*/ 5 h 101"/>
                <a:gd name="T34" fmla="*/ 60 w 128"/>
                <a:gd name="T35" fmla="*/ 20 h 101"/>
                <a:gd name="T36" fmla="*/ 123 w 128"/>
                <a:gd name="T37" fmla="*/ 20 h 101"/>
                <a:gd name="T38" fmla="*/ 123 w 128"/>
                <a:gd name="T39" fmla="*/ 9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8" h="101">
                  <a:moveTo>
                    <a:pt x="122" y="15"/>
                  </a:moveTo>
                  <a:cubicBezTo>
                    <a:pt x="61" y="15"/>
                    <a:pt x="61" y="15"/>
                    <a:pt x="61" y="15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3" y="1"/>
                    <a:pt x="42" y="0"/>
                    <a:pt x="4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1"/>
                    <a:pt x="6" y="101"/>
                  </a:cubicBezTo>
                  <a:cubicBezTo>
                    <a:pt x="122" y="101"/>
                    <a:pt x="122" y="101"/>
                    <a:pt x="122" y="101"/>
                  </a:cubicBezTo>
                  <a:cubicBezTo>
                    <a:pt x="125" y="101"/>
                    <a:pt x="128" y="99"/>
                    <a:pt x="128" y="9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8"/>
                    <a:pt x="125" y="15"/>
                    <a:pt x="122" y="15"/>
                  </a:cubicBezTo>
                  <a:close/>
                  <a:moveTo>
                    <a:pt x="123" y="97"/>
                  </a:moveTo>
                  <a:cubicBezTo>
                    <a:pt x="5" y="97"/>
                    <a:pt x="5" y="97"/>
                    <a:pt x="5" y="9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" name="Freeform 133"/>
            <p:cNvSpPr/>
            <p:nvPr/>
          </p:nvSpPr>
          <p:spPr bwMode="auto">
            <a:xfrm>
              <a:off x="11309350" y="1490663"/>
              <a:ext cx="134938" cy="96838"/>
            </a:xfrm>
            <a:custGeom>
              <a:avLst/>
              <a:gdLst>
                <a:gd name="T0" fmla="*/ 4 w 36"/>
                <a:gd name="T1" fmla="*/ 11 h 26"/>
                <a:gd name="T2" fmla="*/ 2 w 36"/>
                <a:gd name="T3" fmla="*/ 11 h 26"/>
                <a:gd name="T4" fmla="*/ 1 w 36"/>
                <a:gd name="T5" fmla="*/ 11 h 26"/>
                <a:gd name="T6" fmla="*/ 1 w 36"/>
                <a:gd name="T7" fmla="*/ 15 h 26"/>
                <a:gd name="T8" fmla="*/ 11 w 36"/>
                <a:gd name="T9" fmla="*/ 25 h 26"/>
                <a:gd name="T10" fmla="*/ 15 w 36"/>
                <a:gd name="T11" fmla="*/ 25 h 26"/>
                <a:gd name="T12" fmla="*/ 36 w 36"/>
                <a:gd name="T13" fmla="*/ 4 h 26"/>
                <a:gd name="T14" fmla="*/ 36 w 36"/>
                <a:gd name="T15" fmla="*/ 1 h 26"/>
                <a:gd name="T16" fmla="*/ 32 w 36"/>
                <a:gd name="T17" fmla="*/ 1 h 26"/>
                <a:gd name="T18" fmla="*/ 13 w 36"/>
                <a:gd name="T19" fmla="*/ 20 h 26"/>
                <a:gd name="T20" fmla="*/ 4 w 36"/>
                <a:gd name="T21" fmla="*/ 1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26">
                  <a:moveTo>
                    <a:pt x="4" y="11"/>
                  </a:moveTo>
                  <a:cubicBezTo>
                    <a:pt x="4" y="11"/>
                    <a:pt x="3" y="11"/>
                    <a:pt x="2" y="11"/>
                  </a:cubicBezTo>
                  <a:cubicBezTo>
                    <a:pt x="2" y="11"/>
                    <a:pt x="1" y="11"/>
                    <a:pt x="1" y="11"/>
                  </a:cubicBezTo>
                  <a:cubicBezTo>
                    <a:pt x="0" y="12"/>
                    <a:pt x="0" y="14"/>
                    <a:pt x="1" y="1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2" y="26"/>
                    <a:pt x="14" y="26"/>
                    <a:pt x="15" y="2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3"/>
                    <a:pt x="36" y="2"/>
                    <a:pt x="36" y="1"/>
                  </a:cubicBezTo>
                  <a:cubicBezTo>
                    <a:pt x="35" y="0"/>
                    <a:pt x="33" y="0"/>
                    <a:pt x="32" y="1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10179050" y="1312863"/>
            <a:ext cx="481013" cy="379413"/>
            <a:chOff x="10179050" y="1312863"/>
            <a:chExt cx="481013" cy="379413"/>
          </a:xfrm>
          <a:solidFill>
            <a:schemeClr val="accent1"/>
          </a:solidFill>
        </p:grpSpPr>
        <p:sp>
          <p:nvSpPr>
            <p:cNvPr id="134" name="Freeform 134"/>
            <p:cNvSpPr>
              <a:spLocks noEditPoints="1"/>
            </p:cNvSpPr>
            <p:nvPr/>
          </p:nvSpPr>
          <p:spPr bwMode="auto">
            <a:xfrm>
              <a:off x="10179050" y="1312863"/>
              <a:ext cx="481013" cy="379413"/>
            </a:xfrm>
            <a:custGeom>
              <a:avLst/>
              <a:gdLst>
                <a:gd name="T0" fmla="*/ 122 w 128"/>
                <a:gd name="T1" fmla="*/ 15 h 101"/>
                <a:gd name="T2" fmla="*/ 62 w 128"/>
                <a:gd name="T3" fmla="*/ 15 h 101"/>
                <a:gd name="T4" fmla="*/ 45 w 128"/>
                <a:gd name="T5" fmla="*/ 2 h 101"/>
                <a:gd name="T6" fmla="*/ 40 w 128"/>
                <a:gd name="T7" fmla="*/ 0 h 101"/>
                <a:gd name="T8" fmla="*/ 6 w 128"/>
                <a:gd name="T9" fmla="*/ 0 h 101"/>
                <a:gd name="T10" fmla="*/ 0 w 128"/>
                <a:gd name="T11" fmla="*/ 6 h 101"/>
                <a:gd name="T12" fmla="*/ 0 w 128"/>
                <a:gd name="T13" fmla="*/ 95 h 101"/>
                <a:gd name="T14" fmla="*/ 6 w 128"/>
                <a:gd name="T15" fmla="*/ 101 h 101"/>
                <a:gd name="T16" fmla="*/ 122 w 128"/>
                <a:gd name="T17" fmla="*/ 101 h 101"/>
                <a:gd name="T18" fmla="*/ 128 w 128"/>
                <a:gd name="T19" fmla="*/ 95 h 101"/>
                <a:gd name="T20" fmla="*/ 128 w 128"/>
                <a:gd name="T21" fmla="*/ 21 h 101"/>
                <a:gd name="T22" fmla="*/ 122 w 128"/>
                <a:gd name="T23" fmla="*/ 15 h 101"/>
                <a:gd name="T24" fmla="*/ 123 w 128"/>
                <a:gd name="T25" fmla="*/ 97 h 101"/>
                <a:gd name="T26" fmla="*/ 5 w 128"/>
                <a:gd name="T27" fmla="*/ 97 h 101"/>
                <a:gd name="T28" fmla="*/ 5 w 128"/>
                <a:gd name="T29" fmla="*/ 5 h 101"/>
                <a:gd name="T30" fmla="*/ 41 w 128"/>
                <a:gd name="T31" fmla="*/ 5 h 101"/>
                <a:gd name="T32" fmla="*/ 42 w 128"/>
                <a:gd name="T33" fmla="*/ 5 h 101"/>
                <a:gd name="T34" fmla="*/ 60 w 128"/>
                <a:gd name="T35" fmla="*/ 20 h 101"/>
                <a:gd name="T36" fmla="*/ 123 w 128"/>
                <a:gd name="T37" fmla="*/ 20 h 101"/>
                <a:gd name="T38" fmla="*/ 123 w 128"/>
                <a:gd name="T39" fmla="*/ 9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8" h="101">
                  <a:moveTo>
                    <a:pt x="122" y="15"/>
                  </a:moveTo>
                  <a:cubicBezTo>
                    <a:pt x="62" y="15"/>
                    <a:pt x="62" y="15"/>
                    <a:pt x="62" y="15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3" y="1"/>
                    <a:pt x="42" y="0"/>
                    <a:pt x="4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1"/>
                    <a:pt x="6" y="101"/>
                  </a:cubicBezTo>
                  <a:cubicBezTo>
                    <a:pt x="122" y="101"/>
                    <a:pt x="122" y="101"/>
                    <a:pt x="122" y="101"/>
                  </a:cubicBezTo>
                  <a:cubicBezTo>
                    <a:pt x="125" y="101"/>
                    <a:pt x="128" y="99"/>
                    <a:pt x="128" y="9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8"/>
                    <a:pt x="125" y="15"/>
                    <a:pt x="122" y="15"/>
                  </a:cubicBezTo>
                  <a:close/>
                  <a:moveTo>
                    <a:pt x="123" y="97"/>
                  </a:moveTo>
                  <a:cubicBezTo>
                    <a:pt x="5" y="97"/>
                    <a:pt x="5" y="97"/>
                    <a:pt x="5" y="9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Freeform 135"/>
            <p:cNvSpPr/>
            <p:nvPr/>
          </p:nvSpPr>
          <p:spPr bwMode="auto">
            <a:xfrm>
              <a:off x="10369550" y="1490663"/>
              <a:ext cx="98425" cy="96838"/>
            </a:xfrm>
            <a:custGeom>
              <a:avLst/>
              <a:gdLst>
                <a:gd name="T0" fmla="*/ 1 w 26"/>
                <a:gd name="T1" fmla="*/ 1 h 26"/>
                <a:gd name="T2" fmla="*/ 1 w 26"/>
                <a:gd name="T3" fmla="*/ 4 h 26"/>
                <a:gd name="T4" fmla="*/ 10 w 26"/>
                <a:gd name="T5" fmla="*/ 13 h 26"/>
                <a:gd name="T6" fmla="*/ 1 w 26"/>
                <a:gd name="T7" fmla="*/ 22 h 26"/>
                <a:gd name="T8" fmla="*/ 1 w 26"/>
                <a:gd name="T9" fmla="*/ 25 h 26"/>
                <a:gd name="T10" fmla="*/ 4 w 26"/>
                <a:gd name="T11" fmla="*/ 25 h 26"/>
                <a:gd name="T12" fmla="*/ 13 w 26"/>
                <a:gd name="T13" fmla="*/ 16 h 26"/>
                <a:gd name="T14" fmla="*/ 22 w 26"/>
                <a:gd name="T15" fmla="*/ 25 h 26"/>
                <a:gd name="T16" fmla="*/ 25 w 26"/>
                <a:gd name="T17" fmla="*/ 25 h 26"/>
                <a:gd name="T18" fmla="*/ 25 w 26"/>
                <a:gd name="T19" fmla="*/ 22 h 26"/>
                <a:gd name="T20" fmla="*/ 16 w 26"/>
                <a:gd name="T21" fmla="*/ 13 h 26"/>
                <a:gd name="T22" fmla="*/ 25 w 26"/>
                <a:gd name="T23" fmla="*/ 4 h 26"/>
                <a:gd name="T24" fmla="*/ 25 w 26"/>
                <a:gd name="T25" fmla="*/ 1 h 26"/>
                <a:gd name="T26" fmla="*/ 22 w 26"/>
                <a:gd name="T27" fmla="*/ 1 h 26"/>
                <a:gd name="T28" fmla="*/ 13 w 26"/>
                <a:gd name="T29" fmla="*/ 10 h 26"/>
                <a:gd name="T30" fmla="*/ 4 w 26"/>
                <a:gd name="T31" fmla="*/ 1 h 26"/>
                <a:gd name="T32" fmla="*/ 1 w 26"/>
                <a:gd name="T33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" h="26">
                  <a:moveTo>
                    <a:pt x="1" y="1"/>
                  </a:moveTo>
                  <a:cubicBezTo>
                    <a:pt x="0" y="2"/>
                    <a:pt x="0" y="3"/>
                    <a:pt x="1" y="4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3"/>
                    <a:pt x="0" y="24"/>
                    <a:pt x="1" y="25"/>
                  </a:cubicBezTo>
                  <a:cubicBezTo>
                    <a:pt x="2" y="26"/>
                    <a:pt x="3" y="26"/>
                    <a:pt x="4" y="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3" y="26"/>
                    <a:pt x="24" y="26"/>
                    <a:pt x="25" y="25"/>
                  </a:cubicBezTo>
                  <a:cubicBezTo>
                    <a:pt x="26" y="24"/>
                    <a:pt x="26" y="23"/>
                    <a:pt x="25" y="2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6" y="3"/>
                    <a:pt x="26" y="2"/>
                    <a:pt x="25" y="1"/>
                  </a:cubicBezTo>
                  <a:cubicBezTo>
                    <a:pt x="24" y="0"/>
                    <a:pt x="23" y="0"/>
                    <a:pt x="22" y="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9217025" y="1312863"/>
            <a:ext cx="481013" cy="379413"/>
            <a:chOff x="9217025" y="1312863"/>
            <a:chExt cx="481013" cy="379413"/>
          </a:xfrm>
          <a:solidFill>
            <a:schemeClr val="accent1"/>
          </a:solidFill>
        </p:grpSpPr>
        <p:sp>
          <p:nvSpPr>
            <p:cNvPr id="136" name="Freeform 136"/>
            <p:cNvSpPr>
              <a:spLocks noEditPoints="1"/>
            </p:cNvSpPr>
            <p:nvPr/>
          </p:nvSpPr>
          <p:spPr bwMode="auto">
            <a:xfrm>
              <a:off x="9217025" y="1312863"/>
              <a:ext cx="481013" cy="379413"/>
            </a:xfrm>
            <a:custGeom>
              <a:avLst/>
              <a:gdLst>
                <a:gd name="T0" fmla="*/ 122 w 128"/>
                <a:gd name="T1" fmla="*/ 15 h 101"/>
                <a:gd name="T2" fmla="*/ 62 w 128"/>
                <a:gd name="T3" fmla="*/ 15 h 101"/>
                <a:gd name="T4" fmla="*/ 45 w 128"/>
                <a:gd name="T5" fmla="*/ 2 h 101"/>
                <a:gd name="T6" fmla="*/ 40 w 128"/>
                <a:gd name="T7" fmla="*/ 0 h 101"/>
                <a:gd name="T8" fmla="*/ 6 w 128"/>
                <a:gd name="T9" fmla="*/ 0 h 101"/>
                <a:gd name="T10" fmla="*/ 0 w 128"/>
                <a:gd name="T11" fmla="*/ 6 h 101"/>
                <a:gd name="T12" fmla="*/ 0 w 128"/>
                <a:gd name="T13" fmla="*/ 95 h 101"/>
                <a:gd name="T14" fmla="*/ 6 w 128"/>
                <a:gd name="T15" fmla="*/ 101 h 101"/>
                <a:gd name="T16" fmla="*/ 122 w 128"/>
                <a:gd name="T17" fmla="*/ 101 h 101"/>
                <a:gd name="T18" fmla="*/ 128 w 128"/>
                <a:gd name="T19" fmla="*/ 95 h 101"/>
                <a:gd name="T20" fmla="*/ 128 w 128"/>
                <a:gd name="T21" fmla="*/ 21 h 101"/>
                <a:gd name="T22" fmla="*/ 122 w 128"/>
                <a:gd name="T23" fmla="*/ 15 h 101"/>
                <a:gd name="T24" fmla="*/ 123 w 128"/>
                <a:gd name="T25" fmla="*/ 97 h 101"/>
                <a:gd name="T26" fmla="*/ 5 w 128"/>
                <a:gd name="T27" fmla="*/ 97 h 101"/>
                <a:gd name="T28" fmla="*/ 5 w 128"/>
                <a:gd name="T29" fmla="*/ 5 h 101"/>
                <a:gd name="T30" fmla="*/ 41 w 128"/>
                <a:gd name="T31" fmla="*/ 5 h 101"/>
                <a:gd name="T32" fmla="*/ 42 w 128"/>
                <a:gd name="T33" fmla="*/ 5 h 101"/>
                <a:gd name="T34" fmla="*/ 60 w 128"/>
                <a:gd name="T35" fmla="*/ 20 h 101"/>
                <a:gd name="T36" fmla="*/ 123 w 128"/>
                <a:gd name="T37" fmla="*/ 20 h 101"/>
                <a:gd name="T38" fmla="*/ 123 w 128"/>
                <a:gd name="T39" fmla="*/ 9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8" h="101">
                  <a:moveTo>
                    <a:pt x="122" y="15"/>
                  </a:moveTo>
                  <a:cubicBezTo>
                    <a:pt x="62" y="15"/>
                    <a:pt x="62" y="15"/>
                    <a:pt x="62" y="15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3" y="1"/>
                    <a:pt x="42" y="0"/>
                    <a:pt x="4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9"/>
                    <a:pt x="3" y="101"/>
                    <a:pt x="6" y="101"/>
                  </a:cubicBezTo>
                  <a:cubicBezTo>
                    <a:pt x="122" y="101"/>
                    <a:pt x="122" y="101"/>
                    <a:pt x="122" y="101"/>
                  </a:cubicBezTo>
                  <a:cubicBezTo>
                    <a:pt x="125" y="101"/>
                    <a:pt x="128" y="99"/>
                    <a:pt x="128" y="95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8" y="18"/>
                    <a:pt x="125" y="15"/>
                    <a:pt x="122" y="15"/>
                  </a:cubicBezTo>
                  <a:close/>
                  <a:moveTo>
                    <a:pt x="123" y="97"/>
                  </a:moveTo>
                  <a:cubicBezTo>
                    <a:pt x="5" y="97"/>
                    <a:pt x="5" y="97"/>
                    <a:pt x="5" y="9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123" y="20"/>
                    <a:pt x="123" y="20"/>
                    <a:pt x="123" y="20"/>
                  </a:cubicBezTo>
                  <a:lnTo>
                    <a:pt x="123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7" name="Freeform 137"/>
            <p:cNvSpPr/>
            <p:nvPr/>
          </p:nvSpPr>
          <p:spPr bwMode="auto">
            <a:xfrm>
              <a:off x="9394825" y="1531938"/>
              <a:ext cx="127000" cy="14288"/>
            </a:xfrm>
            <a:custGeom>
              <a:avLst/>
              <a:gdLst>
                <a:gd name="T0" fmla="*/ 0 w 34"/>
                <a:gd name="T1" fmla="*/ 2 h 4"/>
                <a:gd name="T2" fmla="*/ 2 w 34"/>
                <a:gd name="T3" fmla="*/ 4 h 4"/>
                <a:gd name="T4" fmla="*/ 32 w 34"/>
                <a:gd name="T5" fmla="*/ 4 h 4"/>
                <a:gd name="T6" fmla="*/ 34 w 34"/>
                <a:gd name="T7" fmla="*/ 2 h 4"/>
                <a:gd name="T8" fmla="*/ 32 w 34"/>
                <a:gd name="T9" fmla="*/ 0 h 4"/>
                <a:gd name="T10" fmla="*/ 2 w 34"/>
                <a:gd name="T11" fmla="*/ 0 h 4"/>
                <a:gd name="T12" fmla="*/ 0 w 3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8256588" y="1317626"/>
            <a:ext cx="481013" cy="374650"/>
            <a:chOff x="8256588" y="1317626"/>
            <a:chExt cx="481013" cy="374650"/>
          </a:xfrm>
          <a:solidFill>
            <a:schemeClr val="accent1"/>
          </a:solidFill>
        </p:grpSpPr>
        <p:sp>
          <p:nvSpPr>
            <p:cNvPr id="138" name="Freeform 138"/>
            <p:cNvSpPr>
              <a:spLocks noEditPoints="1"/>
            </p:cNvSpPr>
            <p:nvPr/>
          </p:nvSpPr>
          <p:spPr bwMode="auto">
            <a:xfrm>
              <a:off x="8256588" y="1317626"/>
              <a:ext cx="481013" cy="374650"/>
            </a:xfrm>
            <a:custGeom>
              <a:avLst/>
              <a:gdLst>
                <a:gd name="T0" fmla="*/ 122 w 128"/>
                <a:gd name="T1" fmla="*/ 14 h 100"/>
                <a:gd name="T2" fmla="*/ 62 w 128"/>
                <a:gd name="T3" fmla="*/ 14 h 100"/>
                <a:gd name="T4" fmla="*/ 45 w 128"/>
                <a:gd name="T5" fmla="*/ 1 h 100"/>
                <a:gd name="T6" fmla="*/ 40 w 128"/>
                <a:gd name="T7" fmla="*/ 0 h 100"/>
                <a:gd name="T8" fmla="*/ 6 w 128"/>
                <a:gd name="T9" fmla="*/ 0 h 100"/>
                <a:gd name="T10" fmla="*/ 0 w 128"/>
                <a:gd name="T11" fmla="*/ 6 h 100"/>
                <a:gd name="T12" fmla="*/ 0 w 128"/>
                <a:gd name="T13" fmla="*/ 94 h 100"/>
                <a:gd name="T14" fmla="*/ 6 w 128"/>
                <a:gd name="T15" fmla="*/ 100 h 100"/>
                <a:gd name="T16" fmla="*/ 122 w 128"/>
                <a:gd name="T17" fmla="*/ 100 h 100"/>
                <a:gd name="T18" fmla="*/ 128 w 128"/>
                <a:gd name="T19" fmla="*/ 94 h 100"/>
                <a:gd name="T20" fmla="*/ 128 w 128"/>
                <a:gd name="T21" fmla="*/ 20 h 100"/>
                <a:gd name="T22" fmla="*/ 122 w 128"/>
                <a:gd name="T23" fmla="*/ 14 h 100"/>
                <a:gd name="T24" fmla="*/ 123 w 128"/>
                <a:gd name="T25" fmla="*/ 96 h 100"/>
                <a:gd name="T26" fmla="*/ 5 w 128"/>
                <a:gd name="T27" fmla="*/ 96 h 100"/>
                <a:gd name="T28" fmla="*/ 5 w 128"/>
                <a:gd name="T29" fmla="*/ 4 h 100"/>
                <a:gd name="T30" fmla="*/ 41 w 128"/>
                <a:gd name="T31" fmla="*/ 4 h 100"/>
                <a:gd name="T32" fmla="*/ 42 w 128"/>
                <a:gd name="T33" fmla="*/ 5 h 100"/>
                <a:gd name="T34" fmla="*/ 60 w 128"/>
                <a:gd name="T35" fmla="*/ 19 h 100"/>
                <a:gd name="T36" fmla="*/ 123 w 128"/>
                <a:gd name="T37" fmla="*/ 19 h 100"/>
                <a:gd name="T38" fmla="*/ 123 w 128"/>
                <a:gd name="T39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8" h="100">
                  <a:moveTo>
                    <a:pt x="122" y="14"/>
                  </a:moveTo>
                  <a:cubicBezTo>
                    <a:pt x="62" y="14"/>
                    <a:pt x="62" y="14"/>
                    <a:pt x="62" y="14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3" y="0"/>
                    <a:pt x="42" y="0"/>
                    <a:pt x="4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8"/>
                    <a:pt x="3" y="100"/>
                    <a:pt x="6" y="100"/>
                  </a:cubicBezTo>
                  <a:cubicBezTo>
                    <a:pt x="122" y="100"/>
                    <a:pt x="122" y="100"/>
                    <a:pt x="122" y="100"/>
                  </a:cubicBezTo>
                  <a:cubicBezTo>
                    <a:pt x="125" y="100"/>
                    <a:pt x="128" y="98"/>
                    <a:pt x="128" y="94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17"/>
                    <a:pt x="125" y="14"/>
                    <a:pt x="122" y="14"/>
                  </a:cubicBezTo>
                  <a:close/>
                  <a:moveTo>
                    <a:pt x="123" y="96"/>
                  </a:moveTo>
                  <a:cubicBezTo>
                    <a:pt x="5" y="96"/>
                    <a:pt x="5" y="96"/>
                    <a:pt x="5" y="9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123" y="19"/>
                    <a:pt x="123" y="19"/>
                    <a:pt x="123" y="19"/>
                  </a:cubicBezTo>
                  <a:lnTo>
                    <a:pt x="12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9" name="Freeform 139"/>
            <p:cNvSpPr/>
            <p:nvPr/>
          </p:nvSpPr>
          <p:spPr bwMode="auto">
            <a:xfrm>
              <a:off x="8432800" y="1474788"/>
              <a:ext cx="128588" cy="131763"/>
            </a:xfrm>
            <a:custGeom>
              <a:avLst/>
              <a:gdLst>
                <a:gd name="T0" fmla="*/ 0 w 34"/>
                <a:gd name="T1" fmla="*/ 17 h 35"/>
                <a:gd name="T2" fmla="*/ 2 w 34"/>
                <a:gd name="T3" fmla="*/ 20 h 35"/>
                <a:gd name="T4" fmla="*/ 15 w 34"/>
                <a:gd name="T5" fmla="*/ 20 h 35"/>
                <a:gd name="T6" fmla="*/ 15 w 34"/>
                <a:gd name="T7" fmla="*/ 32 h 35"/>
                <a:gd name="T8" fmla="*/ 17 w 34"/>
                <a:gd name="T9" fmla="*/ 35 h 35"/>
                <a:gd name="T10" fmla="*/ 19 w 34"/>
                <a:gd name="T11" fmla="*/ 32 h 35"/>
                <a:gd name="T12" fmla="*/ 19 w 34"/>
                <a:gd name="T13" fmla="*/ 20 h 35"/>
                <a:gd name="T14" fmla="*/ 32 w 34"/>
                <a:gd name="T15" fmla="*/ 20 h 35"/>
                <a:gd name="T16" fmla="*/ 34 w 34"/>
                <a:gd name="T17" fmla="*/ 17 h 35"/>
                <a:gd name="T18" fmla="*/ 32 w 34"/>
                <a:gd name="T19" fmla="*/ 15 h 35"/>
                <a:gd name="T20" fmla="*/ 19 w 34"/>
                <a:gd name="T21" fmla="*/ 15 h 35"/>
                <a:gd name="T22" fmla="*/ 19 w 34"/>
                <a:gd name="T23" fmla="*/ 2 h 35"/>
                <a:gd name="T24" fmla="*/ 17 w 34"/>
                <a:gd name="T25" fmla="*/ 0 h 35"/>
                <a:gd name="T26" fmla="*/ 15 w 34"/>
                <a:gd name="T27" fmla="*/ 2 h 35"/>
                <a:gd name="T28" fmla="*/ 15 w 34"/>
                <a:gd name="T29" fmla="*/ 15 h 35"/>
                <a:gd name="T30" fmla="*/ 2 w 34"/>
                <a:gd name="T31" fmla="*/ 15 h 35"/>
                <a:gd name="T32" fmla="*/ 0 w 34"/>
                <a:gd name="T33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35">
                  <a:moveTo>
                    <a:pt x="0" y="17"/>
                  </a:moveTo>
                  <a:cubicBezTo>
                    <a:pt x="0" y="19"/>
                    <a:pt x="1" y="20"/>
                    <a:pt x="2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3"/>
                    <a:pt x="16" y="35"/>
                    <a:pt x="17" y="35"/>
                  </a:cubicBezTo>
                  <a:cubicBezTo>
                    <a:pt x="18" y="35"/>
                    <a:pt x="19" y="33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20"/>
                    <a:pt x="34" y="19"/>
                    <a:pt x="34" y="17"/>
                  </a:cubicBezTo>
                  <a:cubicBezTo>
                    <a:pt x="34" y="16"/>
                    <a:pt x="33" y="15"/>
                    <a:pt x="32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1"/>
                    <a:pt x="15" y="2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0" y="16"/>
                    <a:pt x="0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40" name="Freeform 140"/>
          <p:cNvSpPr>
            <a:spLocks noEditPoints="1"/>
          </p:cNvSpPr>
          <p:nvPr/>
        </p:nvSpPr>
        <p:spPr bwMode="auto">
          <a:xfrm>
            <a:off x="7296150" y="1317626"/>
            <a:ext cx="479425" cy="374650"/>
          </a:xfrm>
          <a:custGeom>
            <a:avLst/>
            <a:gdLst>
              <a:gd name="T0" fmla="*/ 128 w 128"/>
              <a:gd name="T1" fmla="*/ 20 h 100"/>
              <a:gd name="T2" fmla="*/ 122 w 128"/>
              <a:gd name="T3" fmla="*/ 14 h 100"/>
              <a:gd name="T4" fmla="*/ 62 w 128"/>
              <a:gd name="T5" fmla="*/ 14 h 100"/>
              <a:gd name="T6" fmla="*/ 45 w 128"/>
              <a:gd name="T7" fmla="*/ 1 h 100"/>
              <a:gd name="T8" fmla="*/ 40 w 128"/>
              <a:gd name="T9" fmla="*/ 0 h 100"/>
              <a:gd name="T10" fmla="*/ 6 w 128"/>
              <a:gd name="T11" fmla="*/ 0 h 100"/>
              <a:gd name="T12" fmla="*/ 0 w 128"/>
              <a:gd name="T13" fmla="*/ 6 h 100"/>
              <a:gd name="T14" fmla="*/ 0 w 128"/>
              <a:gd name="T15" fmla="*/ 94 h 100"/>
              <a:gd name="T16" fmla="*/ 6 w 128"/>
              <a:gd name="T17" fmla="*/ 100 h 100"/>
              <a:gd name="T18" fmla="*/ 122 w 128"/>
              <a:gd name="T19" fmla="*/ 100 h 100"/>
              <a:gd name="T20" fmla="*/ 128 w 128"/>
              <a:gd name="T21" fmla="*/ 94 h 100"/>
              <a:gd name="T22" fmla="*/ 128 w 128"/>
              <a:gd name="T23" fmla="*/ 20 h 100"/>
              <a:gd name="T24" fmla="*/ 123 w 128"/>
              <a:gd name="T25" fmla="*/ 96 h 100"/>
              <a:gd name="T26" fmla="*/ 5 w 128"/>
              <a:gd name="T27" fmla="*/ 96 h 100"/>
              <a:gd name="T28" fmla="*/ 5 w 128"/>
              <a:gd name="T29" fmla="*/ 4 h 100"/>
              <a:gd name="T30" fmla="*/ 41 w 128"/>
              <a:gd name="T31" fmla="*/ 4 h 100"/>
              <a:gd name="T32" fmla="*/ 42 w 128"/>
              <a:gd name="T33" fmla="*/ 5 h 100"/>
              <a:gd name="T34" fmla="*/ 60 w 128"/>
              <a:gd name="T35" fmla="*/ 19 h 100"/>
              <a:gd name="T36" fmla="*/ 123 w 128"/>
              <a:gd name="T37" fmla="*/ 19 h 100"/>
              <a:gd name="T38" fmla="*/ 123 w 128"/>
              <a:gd name="T39" fmla="*/ 96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8" h="100">
                <a:moveTo>
                  <a:pt x="128" y="20"/>
                </a:moveTo>
                <a:cubicBezTo>
                  <a:pt x="128" y="17"/>
                  <a:pt x="125" y="14"/>
                  <a:pt x="12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45" y="1"/>
                  <a:pt x="45" y="1"/>
                  <a:pt x="45" y="1"/>
                </a:cubicBezTo>
                <a:cubicBezTo>
                  <a:pt x="43" y="0"/>
                  <a:pt x="42" y="0"/>
                  <a:pt x="40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8"/>
                  <a:pt x="3" y="100"/>
                  <a:pt x="6" y="100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5" y="100"/>
                  <a:pt x="128" y="98"/>
                  <a:pt x="128" y="94"/>
                </a:cubicBezTo>
                <a:lnTo>
                  <a:pt x="128" y="20"/>
                </a:lnTo>
                <a:close/>
                <a:moveTo>
                  <a:pt x="123" y="96"/>
                </a:moveTo>
                <a:cubicBezTo>
                  <a:pt x="5" y="96"/>
                  <a:pt x="5" y="96"/>
                  <a:pt x="5" y="96"/>
                </a:cubicBezTo>
                <a:cubicBezTo>
                  <a:pt x="5" y="4"/>
                  <a:pt x="5" y="4"/>
                  <a:pt x="5" y="4"/>
                </a:cubicBezTo>
                <a:cubicBezTo>
                  <a:pt x="41" y="4"/>
                  <a:pt x="41" y="4"/>
                  <a:pt x="41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60" y="19"/>
                  <a:pt x="60" y="19"/>
                  <a:pt x="60" y="19"/>
                </a:cubicBezTo>
                <a:cubicBezTo>
                  <a:pt x="123" y="19"/>
                  <a:pt x="123" y="19"/>
                  <a:pt x="123" y="19"/>
                </a:cubicBezTo>
                <a:lnTo>
                  <a:pt x="123" y="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1" name="Freeform 141"/>
          <p:cNvSpPr>
            <a:spLocks noEditPoints="1"/>
          </p:cNvSpPr>
          <p:nvPr/>
        </p:nvSpPr>
        <p:spPr bwMode="auto">
          <a:xfrm>
            <a:off x="6334125" y="1312863"/>
            <a:ext cx="481013" cy="379413"/>
          </a:xfrm>
          <a:custGeom>
            <a:avLst/>
            <a:gdLst>
              <a:gd name="T0" fmla="*/ 128 w 128"/>
              <a:gd name="T1" fmla="*/ 21 h 101"/>
              <a:gd name="T2" fmla="*/ 122 w 128"/>
              <a:gd name="T3" fmla="*/ 15 h 101"/>
              <a:gd name="T4" fmla="*/ 69 w 128"/>
              <a:gd name="T5" fmla="*/ 15 h 101"/>
              <a:gd name="T6" fmla="*/ 52 w 128"/>
              <a:gd name="T7" fmla="*/ 2 h 101"/>
              <a:gd name="T8" fmla="*/ 48 w 128"/>
              <a:gd name="T9" fmla="*/ 0 h 101"/>
              <a:gd name="T10" fmla="*/ 6 w 128"/>
              <a:gd name="T11" fmla="*/ 0 h 101"/>
              <a:gd name="T12" fmla="*/ 0 w 128"/>
              <a:gd name="T13" fmla="*/ 6 h 101"/>
              <a:gd name="T14" fmla="*/ 0 w 128"/>
              <a:gd name="T15" fmla="*/ 95 h 101"/>
              <a:gd name="T16" fmla="*/ 6 w 128"/>
              <a:gd name="T17" fmla="*/ 101 h 101"/>
              <a:gd name="T18" fmla="*/ 122 w 128"/>
              <a:gd name="T19" fmla="*/ 101 h 101"/>
              <a:gd name="T20" fmla="*/ 128 w 128"/>
              <a:gd name="T21" fmla="*/ 95 h 101"/>
              <a:gd name="T22" fmla="*/ 128 w 128"/>
              <a:gd name="T23" fmla="*/ 21 h 101"/>
              <a:gd name="T24" fmla="*/ 5 w 128"/>
              <a:gd name="T25" fmla="*/ 5 h 101"/>
              <a:gd name="T26" fmla="*/ 48 w 128"/>
              <a:gd name="T27" fmla="*/ 5 h 101"/>
              <a:gd name="T28" fmla="*/ 60 w 128"/>
              <a:gd name="T29" fmla="*/ 15 h 101"/>
              <a:gd name="T30" fmla="*/ 5 w 128"/>
              <a:gd name="T31" fmla="*/ 15 h 101"/>
              <a:gd name="T32" fmla="*/ 5 w 128"/>
              <a:gd name="T33" fmla="*/ 5 h 101"/>
              <a:gd name="T34" fmla="*/ 123 w 128"/>
              <a:gd name="T35" fmla="*/ 97 h 101"/>
              <a:gd name="T36" fmla="*/ 5 w 128"/>
              <a:gd name="T37" fmla="*/ 97 h 101"/>
              <a:gd name="T38" fmla="*/ 5 w 128"/>
              <a:gd name="T39" fmla="*/ 20 h 101"/>
              <a:gd name="T40" fmla="*/ 123 w 128"/>
              <a:gd name="T41" fmla="*/ 20 h 101"/>
              <a:gd name="T42" fmla="*/ 123 w 128"/>
              <a:gd name="T43" fmla="*/ 9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" h="101">
                <a:moveTo>
                  <a:pt x="128" y="21"/>
                </a:moveTo>
                <a:cubicBezTo>
                  <a:pt x="128" y="18"/>
                  <a:pt x="125" y="15"/>
                  <a:pt x="122" y="15"/>
                </a:cubicBezTo>
                <a:cubicBezTo>
                  <a:pt x="69" y="15"/>
                  <a:pt x="69" y="15"/>
                  <a:pt x="69" y="15"/>
                </a:cubicBezTo>
                <a:cubicBezTo>
                  <a:pt x="52" y="2"/>
                  <a:pt x="52" y="2"/>
                  <a:pt x="52" y="2"/>
                </a:cubicBezTo>
                <a:cubicBezTo>
                  <a:pt x="51" y="1"/>
                  <a:pt x="49" y="0"/>
                  <a:pt x="48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9"/>
                  <a:pt x="3" y="101"/>
                  <a:pt x="6" y="101"/>
                </a:cubicBezTo>
                <a:cubicBezTo>
                  <a:pt x="122" y="101"/>
                  <a:pt x="122" y="101"/>
                  <a:pt x="122" y="101"/>
                </a:cubicBezTo>
                <a:cubicBezTo>
                  <a:pt x="125" y="101"/>
                  <a:pt x="128" y="99"/>
                  <a:pt x="128" y="95"/>
                </a:cubicBezTo>
                <a:lnTo>
                  <a:pt x="128" y="21"/>
                </a:lnTo>
                <a:close/>
                <a:moveTo>
                  <a:pt x="5" y="5"/>
                </a:moveTo>
                <a:cubicBezTo>
                  <a:pt x="48" y="5"/>
                  <a:pt x="48" y="5"/>
                  <a:pt x="48" y="5"/>
                </a:cubicBezTo>
                <a:cubicBezTo>
                  <a:pt x="60" y="15"/>
                  <a:pt x="60" y="15"/>
                  <a:pt x="60" y="15"/>
                </a:cubicBezTo>
                <a:cubicBezTo>
                  <a:pt x="5" y="15"/>
                  <a:pt x="5" y="15"/>
                  <a:pt x="5" y="15"/>
                </a:cubicBezTo>
                <a:lnTo>
                  <a:pt x="5" y="5"/>
                </a:lnTo>
                <a:close/>
                <a:moveTo>
                  <a:pt x="123" y="97"/>
                </a:moveTo>
                <a:cubicBezTo>
                  <a:pt x="5" y="97"/>
                  <a:pt x="5" y="97"/>
                  <a:pt x="5" y="97"/>
                </a:cubicBezTo>
                <a:cubicBezTo>
                  <a:pt x="5" y="20"/>
                  <a:pt x="5" y="20"/>
                  <a:pt x="5" y="20"/>
                </a:cubicBezTo>
                <a:cubicBezTo>
                  <a:pt x="123" y="20"/>
                  <a:pt x="123" y="20"/>
                  <a:pt x="123" y="20"/>
                </a:cubicBezTo>
                <a:lnTo>
                  <a:pt x="123" y="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5" name="组合 204"/>
          <p:cNvGrpSpPr/>
          <p:nvPr/>
        </p:nvGrpSpPr>
        <p:grpSpPr>
          <a:xfrm>
            <a:off x="5426075" y="1265238"/>
            <a:ext cx="374650" cy="481013"/>
            <a:chOff x="5426075" y="1265238"/>
            <a:chExt cx="374650" cy="481013"/>
          </a:xfrm>
          <a:solidFill>
            <a:schemeClr val="accent1"/>
          </a:solidFill>
        </p:grpSpPr>
        <p:sp>
          <p:nvSpPr>
            <p:cNvPr id="142" name="Freeform 142"/>
            <p:cNvSpPr/>
            <p:nvPr/>
          </p:nvSpPr>
          <p:spPr bwMode="auto">
            <a:xfrm>
              <a:off x="5530850" y="1485901"/>
              <a:ext cx="165100" cy="117475"/>
            </a:xfrm>
            <a:custGeom>
              <a:avLst/>
              <a:gdLst>
                <a:gd name="T0" fmla="*/ 40 w 44"/>
                <a:gd name="T1" fmla="*/ 1 h 31"/>
                <a:gd name="T2" fmla="*/ 15 w 44"/>
                <a:gd name="T3" fmla="*/ 26 h 31"/>
                <a:gd name="T4" fmla="*/ 4 w 44"/>
                <a:gd name="T5" fmla="*/ 14 h 31"/>
                <a:gd name="T6" fmla="*/ 1 w 44"/>
                <a:gd name="T7" fmla="*/ 14 h 31"/>
                <a:gd name="T8" fmla="*/ 1 w 44"/>
                <a:gd name="T9" fmla="*/ 17 h 31"/>
                <a:gd name="T10" fmla="*/ 13 w 44"/>
                <a:gd name="T11" fmla="*/ 29 h 31"/>
                <a:gd name="T12" fmla="*/ 14 w 44"/>
                <a:gd name="T13" fmla="*/ 30 h 31"/>
                <a:gd name="T14" fmla="*/ 17 w 44"/>
                <a:gd name="T15" fmla="*/ 30 h 31"/>
                <a:gd name="T16" fmla="*/ 43 w 44"/>
                <a:gd name="T17" fmla="*/ 4 h 31"/>
                <a:gd name="T18" fmla="*/ 44 w 44"/>
                <a:gd name="T19" fmla="*/ 3 h 31"/>
                <a:gd name="T20" fmla="*/ 43 w 44"/>
                <a:gd name="T21" fmla="*/ 1 h 31"/>
                <a:gd name="T22" fmla="*/ 40 w 44"/>
                <a:gd name="T23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31">
                  <a:moveTo>
                    <a:pt x="40" y="1"/>
                  </a:moveTo>
                  <a:cubicBezTo>
                    <a:pt x="15" y="26"/>
                    <a:pt x="15" y="26"/>
                    <a:pt x="15" y="2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3"/>
                    <a:pt x="2" y="13"/>
                    <a:pt x="1" y="14"/>
                  </a:cubicBezTo>
                  <a:cubicBezTo>
                    <a:pt x="0" y="15"/>
                    <a:pt x="0" y="17"/>
                    <a:pt x="1" y="17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6" y="31"/>
                    <a:pt x="17" y="3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4" y="4"/>
                    <a:pt x="44" y="3"/>
                    <a:pt x="44" y="3"/>
                  </a:cubicBezTo>
                  <a:cubicBezTo>
                    <a:pt x="44" y="2"/>
                    <a:pt x="44" y="1"/>
                    <a:pt x="43" y="1"/>
                  </a:cubicBezTo>
                  <a:cubicBezTo>
                    <a:pt x="43" y="0"/>
                    <a:pt x="41" y="0"/>
                    <a:pt x="4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3" name="Freeform 143"/>
            <p:cNvSpPr>
              <a:spLocks noEditPoints="1"/>
            </p:cNvSpPr>
            <p:nvPr/>
          </p:nvSpPr>
          <p:spPr bwMode="auto">
            <a:xfrm>
              <a:off x="5426075" y="1265238"/>
              <a:ext cx="374650" cy="481013"/>
            </a:xfrm>
            <a:custGeom>
              <a:avLst/>
              <a:gdLst>
                <a:gd name="T0" fmla="*/ 95 w 100"/>
                <a:gd name="T1" fmla="*/ 0 h 128"/>
                <a:gd name="T2" fmla="*/ 6 w 100"/>
                <a:gd name="T3" fmla="*/ 0 h 128"/>
                <a:gd name="T4" fmla="*/ 0 w 100"/>
                <a:gd name="T5" fmla="*/ 6 h 128"/>
                <a:gd name="T6" fmla="*/ 0 w 100"/>
                <a:gd name="T7" fmla="*/ 122 h 128"/>
                <a:gd name="T8" fmla="*/ 6 w 100"/>
                <a:gd name="T9" fmla="*/ 128 h 128"/>
                <a:gd name="T10" fmla="*/ 95 w 100"/>
                <a:gd name="T11" fmla="*/ 128 h 128"/>
                <a:gd name="T12" fmla="*/ 100 w 100"/>
                <a:gd name="T13" fmla="*/ 122 h 128"/>
                <a:gd name="T14" fmla="*/ 100 w 100"/>
                <a:gd name="T15" fmla="*/ 6 h 128"/>
                <a:gd name="T16" fmla="*/ 95 w 100"/>
                <a:gd name="T17" fmla="*/ 0 h 128"/>
                <a:gd name="T18" fmla="*/ 76 w 100"/>
                <a:gd name="T19" fmla="*/ 4 h 128"/>
                <a:gd name="T20" fmla="*/ 71 w 100"/>
                <a:gd name="T21" fmla="*/ 15 h 128"/>
                <a:gd name="T22" fmla="*/ 29 w 100"/>
                <a:gd name="T23" fmla="*/ 15 h 128"/>
                <a:gd name="T24" fmla="*/ 24 w 100"/>
                <a:gd name="T25" fmla="*/ 4 h 128"/>
                <a:gd name="T26" fmla="*/ 76 w 100"/>
                <a:gd name="T27" fmla="*/ 4 h 128"/>
                <a:gd name="T28" fmla="*/ 96 w 100"/>
                <a:gd name="T29" fmla="*/ 123 h 128"/>
                <a:gd name="T30" fmla="*/ 4 w 100"/>
                <a:gd name="T31" fmla="*/ 123 h 128"/>
                <a:gd name="T32" fmla="*/ 4 w 100"/>
                <a:gd name="T33" fmla="*/ 4 h 128"/>
                <a:gd name="T34" fmla="*/ 19 w 100"/>
                <a:gd name="T35" fmla="*/ 4 h 128"/>
                <a:gd name="T36" fmla="*/ 26 w 100"/>
                <a:gd name="T37" fmla="*/ 18 h 128"/>
                <a:gd name="T38" fmla="*/ 28 w 100"/>
                <a:gd name="T39" fmla="*/ 19 h 128"/>
                <a:gd name="T40" fmla="*/ 72 w 100"/>
                <a:gd name="T41" fmla="*/ 19 h 128"/>
                <a:gd name="T42" fmla="*/ 74 w 100"/>
                <a:gd name="T43" fmla="*/ 18 h 128"/>
                <a:gd name="T44" fmla="*/ 81 w 100"/>
                <a:gd name="T45" fmla="*/ 4 h 128"/>
                <a:gd name="T46" fmla="*/ 96 w 100"/>
                <a:gd name="T47" fmla="*/ 4 h 128"/>
                <a:gd name="T48" fmla="*/ 96 w 100"/>
                <a:gd name="T4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128">
                  <a:moveTo>
                    <a:pt x="9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98" y="128"/>
                    <a:pt x="100" y="125"/>
                    <a:pt x="100" y="122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2"/>
                    <a:pt x="98" y="0"/>
                    <a:pt x="95" y="0"/>
                  </a:cubicBezTo>
                  <a:close/>
                  <a:moveTo>
                    <a:pt x="76" y="4"/>
                  </a:moveTo>
                  <a:cubicBezTo>
                    <a:pt x="71" y="15"/>
                    <a:pt x="71" y="15"/>
                    <a:pt x="71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4" y="4"/>
                    <a:pt x="24" y="4"/>
                    <a:pt x="24" y="4"/>
                  </a:cubicBezTo>
                  <a:lnTo>
                    <a:pt x="76" y="4"/>
                  </a:lnTo>
                  <a:close/>
                  <a:moveTo>
                    <a:pt x="96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9"/>
                    <a:pt x="27" y="19"/>
                    <a:pt x="28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4" y="19"/>
                    <a:pt x="74" y="18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96" y="4"/>
                    <a:pt x="96" y="4"/>
                    <a:pt x="96" y="4"/>
                  </a:cubicBezTo>
                  <a:lnTo>
                    <a:pt x="9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4464050" y="1265238"/>
            <a:ext cx="376238" cy="481013"/>
            <a:chOff x="4464050" y="1265238"/>
            <a:chExt cx="376238" cy="481013"/>
          </a:xfrm>
          <a:solidFill>
            <a:schemeClr val="accent1"/>
          </a:solidFill>
        </p:grpSpPr>
        <p:sp>
          <p:nvSpPr>
            <p:cNvPr id="144" name="Freeform 144"/>
            <p:cNvSpPr/>
            <p:nvPr/>
          </p:nvSpPr>
          <p:spPr bwMode="auto">
            <a:xfrm>
              <a:off x="4592638" y="1490663"/>
              <a:ext cx="119063" cy="115888"/>
            </a:xfrm>
            <a:custGeom>
              <a:avLst/>
              <a:gdLst>
                <a:gd name="T0" fmla="*/ 31 w 32"/>
                <a:gd name="T1" fmla="*/ 0 h 31"/>
                <a:gd name="T2" fmla="*/ 28 w 32"/>
                <a:gd name="T3" fmla="*/ 0 h 31"/>
                <a:gd name="T4" fmla="*/ 16 w 32"/>
                <a:gd name="T5" fmla="*/ 12 h 31"/>
                <a:gd name="T6" fmla="*/ 4 w 32"/>
                <a:gd name="T7" fmla="*/ 0 h 31"/>
                <a:gd name="T8" fmla="*/ 1 w 32"/>
                <a:gd name="T9" fmla="*/ 0 h 31"/>
                <a:gd name="T10" fmla="*/ 1 w 32"/>
                <a:gd name="T11" fmla="*/ 4 h 31"/>
                <a:gd name="T12" fmla="*/ 13 w 32"/>
                <a:gd name="T13" fmla="*/ 15 h 31"/>
                <a:gd name="T14" fmla="*/ 1 w 32"/>
                <a:gd name="T15" fmla="*/ 27 h 31"/>
                <a:gd name="T16" fmla="*/ 1 w 32"/>
                <a:gd name="T17" fmla="*/ 30 h 31"/>
                <a:gd name="T18" fmla="*/ 4 w 32"/>
                <a:gd name="T19" fmla="*/ 30 h 31"/>
                <a:gd name="T20" fmla="*/ 16 w 32"/>
                <a:gd name="T21" fmla="*/ 18 h 31"/>
                <a:gd name="T22" fmla="*/ 28 w 32"/>
                <a:gd name="T23" fmla="*/ 30 h 31"/>
                <a:gd name="T24" fmla="*/ 31 w 32"/>
                <a:gd name="T25" fmla="*/ 30 h 31"/>
                <a:gd name="T26" fmla="*/ 31 w 32"/>
                <a:gd name="T27" fmla="*/ 27 h 31"/>
                <a:gd name="T28" fmla="*/ 19 w 32"/>
                <a:gd name="T29" fmla="*/ 15 h 31"/>
                <a:gd name="T30" fmla="*/ 31 w 32"/>
                <a:gd name="T31" fmla="*/ 4 h 31"/>
                <a:gd name="T32" fmla="*/ 31 w 32"/>
                <a:gd name="T3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31">
                  <a:moveTo>
                    <a:pt x="31" y="0"/>
                  </a:moveTo>
                  <a:cubicBezTo>
                    <a:pt x="30" y="0"/>
                    <a:pt x="28" y="0"/>
                    <a:pt x="28" y="0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1"/>
                    <a:pt x="0" y="3"/>
                    <a:pt x="1" y="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9"/>
                    <a:pt x="1" y="30"/>
                  </a:cubicBezTo>
                  <a:cubicBezTo>
                    <a:pt x="2" y="31"/>
                    <a:pt x="4" y="31"/>
                    <a:pt x="4" y="30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1"/>
                    <a:pt x="30" y="31"/>
                    <a:pt x="31" y="30"/>
                  </a:cubicBezTo>
                  <a:cubicBezTo>
                    <a:pt x="32" y="29"/>
                    <a:pt x="32" y="28"/>
                    <a:pt x="31" y="27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2" y="3"/>
                    <a:pt x="32" y="1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5" name="Freeform 145"/>
            <p:cNvSpPr>
              <a:spLocks noEditPoints="1"/>
            </p:cNvSpPr>
            <p:nvPr/>
          </p:nvSpPr>
          <p:spPr bwMode="auto">
            <a:xfrm>
              <a:off x="4464050" y="1265238"/>
              <a:ext cx="376238" cy="481013"/>
            </a:xfrm>
            <a:custGeom>
              <a:avLst/>
              <a:gdLst>
                <a:gd name="T0" fmla="*/ 95 w 100"/>
                <a:gd name="T1" fmla="*/ 0 h 128"/>
                <a:gd name="T2" fmla="*/ 6 w 100"/>
                <a:gd name="T3" fmla="*/ 0 h 128"/>
                <a:gd name="T4" fmla="*/ 0 w 100"/>
                <a:gd name="T5" fmla="*/ 6 h 128"/>
                <a:gd name="T6" fmla="*/ 0 w 100"/>
                <a:gd name="T7" fmla="*/ 122 h 128"/>
                <a:gd name="T8" fmla="*/ 6 w 100"/>
                <a:gd name="T9" fmla="*/ 128 h 128"/>
                <a:gd name="T10" fmla="*/ 95 w 100"/>
                <a:gd name="T11" fmla="*/ 128 h 128"/>
                <a:gd name="T12" fmla="*/ 100 w 100"/>
                <a:gd name="T13" fmla="*/ 122 h 128"/>
                <a:gd name="T14" fmla="*/ 100 w 100"/>
                <a:gd name="T15" fmla="*/ 6 h 128"/>
                <a:gd name="T16" fmla="*/ 95 w 100"/>
                <a:gd name="T17" fmla="*/ 0 h 128"/>
                <a:gd name="T18" fmla="*/ 76 w 100"/>
                <a:gd name="T19" fmla="*/ 4 h 128"/>
                <a:gd name="T20" fmla="*/ 71 w 100"/>
                <a:gd name="T21" fmla="*/ 15 h 128"/>
                <a:gd name="T22" fmla="*/ 29 w 100"/>
                <a:gd name="T23" fmla="*/ 15 h 128"/>
                <a:gd name="T24" fmla="*/ 24 w 100"/>
                <a:gd name="T25" fmla="*/ 4 h 128"/>
                <a:gd name="T26" fmla="*/ 76 w 100"/>
                <a:gd name="T27" fmla="*/ 4 h 128"/>
                <a:gd name="T28" fmla="*/ 96 w 100"/>
                <a:gd name="T29" fmla="*/ 123 h 128"/>
                <a:gd name="T30" fmla="*/ 4 w 100"/>
                <a:gd name="T31" fmla="*/ 123 h 128"/>
                <a:gd name="T32" fmla="*/ 4 w 100"/>
                <a:gd name="T33" fmla="*/ 4 h 128"/>
                <a:gd name="T34" fmla="*/ 19 w 100"/>
                <a:gd name="T35" fmla="*/ 4 h 128"/>
                <a:gd name="T36" fmla="*/ 26 w 100"/>
                <a:gd name="T37" fmla="*/ 18 h 128"/>
                <a:gd name="T38" fmla="*/ 28 w 100"/>
                <a:gd name="T39" fmla="*/ 19 h 128"/>
                <a:gd name="T40" fmla="*/ 72 w 100"/>
                <a:gd name="T41" fmla="*/ 19 h 128"/>
                <a:gd name="T42" fmla="*/ 74 w 100"/>
                <a:gd name="T43" fmla="*/ 18 h 128"/>
                <a:gd name="T44" fmla="*/ 81 w 100"/>
                <a:gd name="T45" fmla="*/ 4 h 128"/>
                <a:gd name="T46" fmla="*/ 96 w 100"/>
                <a:gd name="T47" fmla="*/ 4 h 128"/>
                <a:gd name="T48" fmla="*/ 96 w 100"/>
                <a:gd name="T4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128">
                  <a:moveTo>
                    <a:pt x="9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98" y="128"/>
                    <a:pt x="100" y="125"/>
                    <a:pt x="100" y="122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2"/>
                    <a:pt x="98" y="0"/>
                    <a:pt x="95" y="0"/>
                  </a:cubicBezTo>
                  <a:close/>
                  <a:moveTo>
                    <a:pt x="76" y="4"/>
                  </a:moveTo>
                  <a:cubicBezTo>
                    <a:pt x="71" y="15"/>
                    <a:pt x="71" y="15"/>
                    <a:pt x="71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4" y="4"/>
                    <a:pt x="24" y="4"/>
                    <a:pt x="24" y="4"/>
                  </a:cubicBezTo>
                  <a:lnTo>
                    <a:pt x="76" y="4"/>
                  </a:lnTo>
                  <a:close/>
                  <a:moveTo>
                    <a:pt x="96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9"/>
                    <a:pt x="27" y="19"/>
                    <a:pt x="28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4" y="19"/>
                    <a:pt x="74" y="18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96" y="4"/>
                    <a:pt x="96" y="4"/>
                    <a:pt x="96" y="4"/>
                  </a:cubicBezTo>
                  <a:lnTo>
                    <a:pt x="9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3503613" y="1265238"/>
            <a:ext cx="374650" cy="481013"/>
            <a:chOff x="3503613" y="1265238"/>
            <a:chExt cx="374650" cy="481013"/>
          </a:xfrm>
          <a:solidFill>
            <a:schemeClr val="accent1"/>
          </a:solidFill>
        </p:grpSpPr>
        <p:sp>
          <p:nvSpPr>
            <p:cNvPr id="146" name="Freeform 146"/>
            <p:cNvSpPr/>
            <p:nvPr/>
          </p:nvSpPr>
          <p:spPr bwMode="auto">
            <a:xfrm>
              <a:off x="3613150" y="1538288"/>
              <a:ext cx="157163" cy="15875"/>
            </a:xfrm>
            <a:custGeom>
              <a:avLst/>
              <a:gdLst>
                <a:gd name="T0" fmla="*/ 40 w 42"/>
                <a:gd name="T1" fmla="*/ 0 h 4"/>
                <a:gd name="T2" fmla="*/ 2 w 42"/>
                <a:gd name="T3" fmla="*/ 0 h 4"/>
                <a:gd name="T4" fmla="*/ 0 w 42"/>
                <a:gd name="T5" fmla="*/ 2 h 4"/>
                <a:gd name="T6" fmla="*/ 2 w 42"/>
                <a:gd name="T7" fmla="*/ 4 h 4"/>
                <a:gd name="T8" fmla="*/ 40 w 42"/>
                <a:gd name="T9" fmla="*/ 4 h 4"/>
                <a:gd name="T10" fmla="*/ 42 w 42"/>
                <a:gd name="T11" fmla="*/ 2 h 4"/>
                <a:gd name="T12" fmla="*/ 40 w 4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">
                  <a:moveTo>
                    <a:pt x="4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4"/>
                    <a:pt x="42" y="3"/>
                    <a:pt x="42" y="2"/>
                  </a:cubicBezTo>
                  <a:cubicBezTo>
                    <a:pt x="42" y="1"/>
                    <a:pt x="41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7" name="Freeform 147"/>
            <p:cNvSpPr>
              <a:spLocks noEditPoints="1"/>
            </p:cNvSpPr>
            <p:nvPr/>
          </p:nvSpPr>
          <p:spPr bwMode="auto">
            <a:xfrm>
              <a:off x="3503613" y="1265238"/>
              <a:ext cx="374650" cy="481013"/>
            </a:xfrm>
            <a:custGeom>
              <a:avLst/>
              <a:gdLst>
                <a:gd name="T0" fmla="*/ 95 w 100"/>
                <a:gd name="T1" fmla="*/ 0 h 128"/>
                <a:gd name="T2" fmla="*/ 6 w 100"/>
                <a:gd name="T3" fmla="*/ 0 h 128"/>
                <a:gd name="T4" fmla="*/ 0 w 100"/>
                <a:gd name="T5" fmla="*/ 6 h 128"/>
                <a:gd name="T6" fmla="*/ 0 w 100"/>
                <a:gd name="T7" fmla="*/ 122 h 128"/>
                <a:gd name="T8" fmla="*/ 6 w 100"/>
                <a:gd name="T9" fmla="*/ 128 h 128"/>
                <a:gd name="T10" fmla="*/ 95 w 100"/>
                <a:gd name="T11" fmla="*/ 128 h 128"/>
                <a:gd name="T12" fmla="*/ 100 w 100"/>
                <a:gd name="T13" fmla="*/ 122 h 128"/>
                <a:gd name="T14" fmla="*/ 100 w 100"/>
                <a:gd name="T15" fmla="*/ 6 h 128"/>
                <a:gd name="T16" fmla="*/ 95 w 100"/>
                <a:gd name="T17" fmla="*/ 0 h 128"/>
                <a:gd name="T18" fmla="*/ 76 w 100"/>
                <a:gd name="T19" fmla="*/ 4 h 128"/>
                <a:gd name="T20" fmla="*/ 71 w 100"/>
                <a:gd name="T21" fmla="*/ 15 h 128"/>
                <a:gd name="T22" fmla="*/ 29 w 100"/>
                <a:gd name="T23" fmla="*/ 15 h 128"/>
                <a:gd name="T24" fmla="*/ 24 w 100"/>
                <a:gd name="T25" fmla="*/ 4 h 128"/>
                <a:gd name="T26" fmla="*/ 76 w 100"/>
                <a:gd name="T27" fmla="*/ 4 h 128"/>
                <a:gd name="T28" fmla="*/ 96 w 100"/>
                <a:gd name="T29" fmla="*/ 123 h 128"/>
                <a:gd name="T30" fmla="*/ 4 w 100"/>
                <a:gd name="T31" fmla="*/ 123 h 128"/>
                <a:gd name="T32" fmla="*/ 4 w 100"/>
                <a:gd name="T33" fmla="*/ 4 h 128"/>
                <a:gd name="T34" fmla="*/ 19 w 100"/>
                <a:gd name="T35" fmla="*/ 4 h 128"/>
                <a:gd name="T36" fmla="*/ 26 w 100"/>
                <a:gd name="T37" fmla="*/ 18 h 128"/>
                <a:gd name="T38" fmla="*/ 28 w 100"/>
                <a:gd name="T39" fmla="*/ 19 h 128"/>
                <a:gd name="T40" fmla="*/ 72 w 100"/>
                <a:gd name="T41" fmla="*/ 19 h 128"/>
                <a:gd name="T42" fmla="*/ 74 w 100"/>
                <a:gd name="T43" fmla="*/ 18 h 128"/>
                <a:gd name="T44" fmla="*/ 81 w 100"/>
                <a:gd name="T45" fmla="*/ 4 h 128"/>
                <a:gd name="T46" fmla="*/ 96 w 100"/>
                <a:gd name="T47" fmla="*/ 4 h 128"/>
                <a:gd name="T48" fmla="*/ 96 w 100"/>
                <a:gd name="T4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128">
                  <a:moveTo>
                    <a:pt x="9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98" y="128"/>
                    <a:pt x="100" y="125"/>
                    <a:pt x="100" y="122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2"/>
                    <a:pt x="98" y="0"/>
                    <a:pt x="95" y="0"/>
                  </a:cubicBezTo>
                  <a:close/>
                  <a:moveTo>
                    <a:pt x="76" y="4"/>
                  </a:moveTo>
                  <a:cubicBezTo>
                    <a:pt x="71" y="15"/>
                    <a:pt x="71" y="15"/>
                    <a:pt x="71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4" y="4"/>
                    <a:pt x="24" y="4"/>
                    <a:pt x="24" y="4"/>
                  </a:cubicBezTo>
                  <a:lnTo>
                    <a:pt x="76" y="4"/>
                  </a:lnTo>
                  <a:close/>
                  <a:moveTo>
                    <a:pt x="96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9"/>
                    <a:pt x="27" y="19"/>
                    <a:pt x="28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4" y="19"/>
                    <a:pt x="74" y="18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96" y="4"/>
                    <a:pt x="96" y="4"/>
                    <a:pt x="96" y="4"/>
                  </a:cubicBezTo>
                  <a:lnTo>
                    <a:pt x="9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2543175" y="1265238"/>
            <a:ext cx="374650" cy="481013"/>
            <a:chOff x="2543175" y="1265238"/>
            <a:chExt cx="374650" cy="481013"/>
          </a:xfrm>
          <a:solidFill>
            <a:schemeClr val="accent1"/>
          </a:solidFill>
        </p:grpSpPr>
        <p:sp>
          <p:nvSpPr>
            <p:cNvPr id="148" name="Freeform 148"/>
            <p:cNvSpPr/>
            <p:nvPr/>
          </p:nvSpPr>
          <p:spPr bwMode="auto">
            <a:xfrm>
              <a:off x="2651125" y="1466851"/>
              <a:ext cx="157163" cy="158750"/>
            </a:xfrm>
            <a:custGeom>
              <a:avLst/>
              <a:gdLst>
                <a:gd name="T0" fmla="*/ 40 w 42"/>
                <a:gd name="T1" fmla="*/ 19 h 42"/>
                <a:gd name="T2" fmla="*/ 23 w 42"/>
                <a:gd name="T3" fmla="*/ 19 h 42"/>
                <a:gd name="T4" fmla="*/ 23 w 42"/>
                <a:gd name="T5" fmla="*/ 3 h 42"/>
                <a:gd name="T6" fmla="*/ 21 w 42"/>
                <a:gd name="T7" fmla="*/ 0 h 42"/>
                <a:gd name="T8" fmla="*/ 19 w 42"/>
                <a:gd name="T9" fmla="*/ 3 h 42"/>
                <a:gd name="T10" fmla="*/ 19 w 42"/>
                <a:gd name="T11" fmla="*/ 19 h 42"/>
                <a:gd name="T12" fmla="*/ 2 w 42"/>
                <a:gd name="T13" fmla="*/ 19 h 42"/>
                <a:gd name="T14" fmla="*/ 0 w 42"/>
                <a:gd name="T15" fmla="*/ 21 h 42"/>
                <a:gd name="T16" fmla="*/ 2 w 42"/>
                <a:gd name="T17" fmla="*/ 23 h 42"/>
                <a:gd name="T18" fmla="*/ 19 w 42"/>
                <a:gd name="T19" fmla="*/ 23 h 42"/>
                <a:gd name="T20" fmla="*/ 19 w 42"/>
                <a:gd name="T21" fmla="*/ 40 h 42"/>
                <a:gd name="T22" fmla="*/ 21 w 42"/>
                <a:gd name="T23" fmla="*/ 42 h 42"/>
                <a:gd name="T24" fmla="*/ 23 w 42"/>
                <a:gd name="T25" fmla="*/ 40 h 42"/>
                <a:gd name="T26" fmla="*/ 23 w 42"/>
                <a:gd name="T27" fmla="*/ 23 h 42"/>
                <a:gd name="T28" fmla="*/ 40 w 42"/>
                <a:gd name="T29" fmla="*/ 23 h 42"/>
                <a:gd name="T30" fmla="*/ 42 w 42"/>
                <a:gd name="T31" fmla="*/ 21 h 42"/>
                <a:gd name="T32" fmla="*/ 40 w 42"/>
                <a:gd name="T33" fmla="*/ 1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42">
                  <a:moveTo>
                    <a:pt x="40" y="19"/>
                  </a:moveTo>
                  <a:cubicBezTo>
                    <a:pt x="23" y="19"/>
                    <a:pt x="23" y="19"/>
                    <a:pt x="23" y="19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20" y="0"/>
                    <a:pt x="19" y="1"/>
                    <a:pt x="19" y="3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0" y="20"/>
                    <a:pt x="0" y="21"/>
                  </a:cubicBezTo>
                  <a:cubicBezTo>
                    <a:pt x="0" y="22"/>
                    <a:pt x="1" y="23"/>
                    <a:pt x="2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1"/>
                    <a:pt x="20" y="42"/>
                    <a:pt x="21" y="42"/>
                  </a:cubicBezTo>
                  <a:cubicBezTo>
                    <a:pt x="22" y="42"/>
                    <a:pt x="23" y="41"/>
                    <a:pt x="23" y="4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1" y="23"/>
                    <a:pt x="42" y="22"/>
                    <a:pt x="42" y="21"/>
                  </a:cubicBezTo>
                  <a:cubicBezTo>
                    <a:pt x="42" y="20"/>
                    <a:pt x="41" y="19"/>
                    <a:pt x="4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9" name="Freeform 149"/>
            <p:cNvSpPr>
              <a:spLocks noEditPoints="1"/>
            </p:cNvSpPr>
            <p:nvPr/>
          </p:nvSpPr>
          <p:spPr bwMode="auto">
            <a:xfrm>
              <a:off x="2543175" y="1265238"/>
              <a:ext cx="374650" cy="481013"/>
            </a:xfrm>
            <a:custGeom>
              <a:avLst/>
              <a:gdLst>
                <a:gd name="T0" fmla="*/ 95 w 100"/>
                <a:gd name="T1" fmla="*/ 0 h 128"/>
                <a:gd name="T2" fmla="*/ 6 w 100"/>
                <a:gd name="T3" fmla="*/ 0 h 128"/>
                <a:gd name="T4" fmla="*/ 0 w 100"/>
                <a:gd name="T5" fmla="*/ 6 h 128"/>
                <a:gd name="T6" fmla="*/ 0 w 100"/>
                <a:gd name="T7" fmla="*/ 122 h 128"/>
                <a:gd name="T8" fmla="*/ 6 w 100"/>
                <a:gd name="T9" fmla="*/ 128 h 128"/>
                <a:gd name="T10" fmla="*/ 95 w 100"/>
                <a:gd name="T11" fmla="*/ 128 h 128"/>
                <a:gd name="T12" fmla="*/ 100 w 100"/>
                <a:gd name="T13" fmla="*/ 122 h 128"/>
                <a:gd name="T14" fmla="*/ 100 w 100"/>
                <a:gd name="T15" fmla="*/ 6 h 128"/>
                <a:gd name="T16" fmla="*/ 95 w 100"/>
                <a:gd name="T17" fmla="*/ 0 h 128"/>
                <a:gd name="T18" fmla="*/ 76 w 100"/>
                <a:gd name="T19" fmla="*/ 4 h 128"/>
                <a:gd name="T20" fmla="*/ 71 w 100"/>
                <a:gd name="T21" fmla="*/ 15 h 128"/>
                <a:gd name="T22" fmla="*/ 29 w 100"/>
                <a:gd name="T23" fmla="*/ 15 h 128"/>
                <a:gd name="T24" fmla="*/ 24 w 100"/>
                <a:gd name="T25" fmla="*/ 4 h 128"/>
                <a:gd name="T26" fmla="*/ 76 w 100"/>
                <a:gd name="T27" fmla="*/ 4 h 128"/>
                <a:gd name="T28" fmla="*/ 96 w 100"/>
                <a:gd name="T29" fmla="*/ 123 h 128"/>
                <a:gd name="T30" fmla="*/ 4 w 100"/>
                <a:gd name="T31" fmla="*/ 123 h 128"/>
                <a:gd name="T32" fmla="*/ 4 w 100"/>
                <a:gd name="T33" fmla="*/ 4 h 128"/>
                <a:gd name="T34" fmla="*/ 19 w 100"/>
                <a:gd name="T35" fmla="*/ 4 h 128"/>
                <a:gd name="T36" fmla="*/ 26 w 100"/>
                <a:gd name="T37" fmla="*/ 18 h 128"/>
                <a:gd name="T38" fmla="*/ 28 w 100"/>
                <a:gd name="T39" fmla="*/ 19 h 128"/>
                <a:gd name="T40" fmla="*/ 72 w 100"/>
                <a:gd name="T41" fmla="*/ 19 h 128"/>
                <a:gd name="T42" fmla="*/ 74 w 100"/>
                <a:gd name="T43" fmla="*/ 18 h 128"/>
                <a:gd name="T44" fmla="*/ 81 w 100"/>
                <a:gd name="T45" fmla="*/ 4 h 128"/>
                <a:gd name="T46" fmla="*/ 96 w 100"/>
                <a:gd name="T47" fmla="*/ 4 h 128"/>
                <a:gd name="T48" fmla="*/ 96 w 100"/>
                <a:gd name="T4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0" h="128">
                  <a:moveTo>
                    <a:pt x="9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2" y="128"/>
                    <a:pt x="6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98" y="128"/>
                    <a:pt x="100" y="125"/>
                    <a:pt x="100" y="122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2"/>
                    <a:pt x="98" y="0"/>
                    <a:pt x="95" y="0"/>
                  </a:cubicBezTo>
                  <a:close/>
                  <a:moveTo>
                    <a:pt x="76" y="4"/>
                  </a:moveTo>
                  <a:cubicBezTo>
                    <a:pt x="71" y="15"/>
                    <a:pt x="71" y="15"/>
                    <a:pt x="71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4" y="4"/>
                    <a:pt x="24" y="4"/>
                    <a:pt x="24" y="4"/>
                  </a:cubicBezTo>
                  <a:lnTo>
                    <a:pt x="76" y="4"/>
                  </a:lnTo>
                  <a:close/>
                  <a:moveTo>
                    <a:pt x="96" y="123"/>
                  </a:moveTo>
                  <a:cubicBezTo>
                    <a:pt x="4" y="123"/>
                    <a:pt x="4" y="123"/>
                    <a:pt x="4" y="12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9"/>
                    <a:pt x="27" y="19"/>
                    <a:pt x="28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4" y="19"/>
                    <a:pt x="74" y="18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96" y="4"/>
                    <a:pt x="96" y="4"/>
                    <a:pt x="96" y="4"/>
                  </a:cubicBezTo>
                  <a:lnTo>
                    <a:pt x="9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50" name="Freeform 150"/>
          <p:cNvSpPr>
            <a:spLocks noEditPoints="1"/>
          </p:cNvSpPr>
          <p:nvPr/>
        </p:nvSpPr>
        <p:spPr bwMode="auto">
          <a:xfrm>
            <a:off x="1581150" y="1265238"/>
            <a:ext cx="376238" cy="481013"/>
          </a:xfrm>
          <a:custGeom>
            <a:avLst/>
            <a:gdLst>
              <a:gd name="T0" fmla="*/ 95 w 100"/>
              <a:gd name="T1" fmla="*/ 0 h 128"/>
              <a:gd name="T2" fmla="*/ 6 w 100"/>
              <a:gd name="T3" fmla="*/ 0 h 128"/>
              <a:gd name="T4" fmla="*/ 0 w 100"/>
              <a:gd name="T5" fmla="*/ 6 h 128"/>
              <a:gd name="T6" fmla="*/ 0 w 100"/>
              <a:gd name="T7" fmla="*/ 122 h 128"/>
              <a:gd name="T8" fmla="*/ 6 w 100"/>
              <a:gd name="T9" fmla="*/ 128 h 128"/>
              <a:gd name="T10" fmla="*/ 95 w 100"/>
              <a:gd name="T11" fmla="*/ 128 h 128"/>
              <a:gd name="T12" fmla="*/ 100 w 100"/>
              <a:gd name="T13" fmla="*/ 122 h 128"/>
              <a:gd name="T14" fmla="*/ 100 w 100"/>
              <a:gd name="T15" fmla="*/ 6 h 128"/>
              <a:gd name="T16" fmla="*/ 95 w 100"/>
              <a:gd name="T17" fmla="*/ 0 h 128"/>
              <a:gd name="T18" fmla="*/ 76 w 100"/>
              <a:gd name="T19" fmla="*/ 4 h 128"/>
              <a:gd name="T20" fmla="*/ 71 w 100"/>
              <a:gd name="T21" fmla="*/ 15 h 128"/>
              <a:gd name="T22" fmla="*/ 29 w 100"/>
              <a:gd name="T23" fmla="*/ 15 h 128"/>
              <a:gd name="T24" fmla="*/ 24 w 100"/>
              <a:gd name="T25" fmla="*/ 4 h 128"/>
              <a:gd name="T26" fmla="*/ 76 w 100"/>
              <a:gd name="T27" fmla="*/ 4 h 128"/>
              <a:gd name="T28" fmla="*/ 96 w 100"/>
              <a:gd name="T29" fmla="*/ 123 h 128"/>
              <a:gd name="T30" fmla="*/ 4 w 100"/>
              <a:gd name="T31" fmla="*/ 123 h 128"/>
              <a:gd name="T32" fmla="*/ 4 w 100"/>
              <a:gd name="T33" fmla="*/ 4 h 128"/>
              <a:gd name="T34" fmla="*/ 19 w 100"/>
              <a:gd name="T35" fmla="*/ 4 h 128"/>
              <a:gd name="T36" fmla="*/ 26 w 100"/>
              <a:gd name="T37" fmla="*/ 18 h 128"/>
              <a:gd name="T38" fmla="*/ 28 w 100"/>
              <a:gd name="T39" fmla="*/ 19 h 128"/>
              <a:gd name="T40" fmla="*/ 72 w 100"/>
              <a:gd name="T41" fmla="*/ 19 h 128"/>
              <a:gd name="T42" fmla="*/ 74 w 100"/>
              <a:gd name="T43" fmla="*/ 18 h 128"/>
              <a:gd name="T44" fmla="*/ 81 w 100"/>
              <a:gd name="T45" fmla="*/ 4 h 128"/>
              <a:gd name="T46" fmla="*/ 96 w 100"/>
              <a:gd name="T47" fmla="*/ 4 h 128"/>
              <a:gd name="T48" fmla="*/ 96 w 100"/>
              <a:gd name="T49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0" h="128">
                <a:moveTo>
                  <a:pt x="95" y="0"/>
                </a:move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2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2" y="128"/>
                  <a:pt x="6" y="128"/>
                </a:cubicBezTo>
                <a:cubicBezTo>
                  <a:pt x="95" y="128"/>
                  <a:pt x="95" y="128"/>
                  <a:pt x="95" y="128"/>
                </a:cubicBezTo>
                <a:cubicBezTo>
                  <a:pt x="98" y="128"/>
                  <a:pt x="100" y="125"/>
                  <a:pt x="100" y="122"/>
                </a:cubicBezTo>
                <a:cubicBezTo>
                  <a:pt x="100" y="6"/>
                  <a:pt x="100" y="6"/>
                  <a:pt x="100" y="6"/>
                </a:cubicBezTo>
                <a:cubicBezTo>
                  <a:pt x="100" y="2"/>
                  <a:pt x="98" y="0"/>
                  <a:pt x="95" y="0"/>
                </a:cubicBezTo>
                <a:close/>
                <a:moveTo>
                  <a:pt x="76" y="4"/>
                </a:moveTo>
                <a:cubicBezTo>
                  <a:pt x="71" y="15"/>
                  <a:pt x="71" y="15"/>
                  <a:pt x="71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4" y="4"/>
                  <a:pt x="24" y="4"/>
                  <a:pt x="24" y="4"/>
                </a:cubicBezTo>
                <a:lnTo>
                  <a:pt x="76" y="4"/>
                </a:lnTo>
                <a:close/>
                <a:moveTo>
                  <a:pt x="96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4" y="4"/>
                  <a:pt x="4" y="4"/>
                  <a:pt x="4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9"/>
                  <a:pt x="27" y="19"/>
                  <a:pt x="28" y="19"/>
                </a:cubicBezTo>
                <a:cubicBezTo>
                  <a:pt x="72" y="19"/>
                  <a:pt x="72" y="19"/>
                  <a:pt x="72" y="19"/>
                </a:cubicBezTo>
                <a:cubicBezTo>
                  <a:pt x="73" y="19"/>
                  <a:pt x="74" y="19"/>
                  <a:pt x="74" y="18"/>
                </a:cubicBezTo>
                <a:cubicBezTo>
                  <a:pt x="81" y="4"/>
                  <a:pt x="81" y="4"/>
                  <a:pt x="81" y="4"/>
                </a:cubicBezTo>
                <a:cubicBezTo>
                  <a:pt x="96" y="4"/>
                  <a:pt x="96" y="4"/>
                  <a:pt x="96" y="4"/>
                </a:cubicBezTo>
                <a:lnTo>
                  <a:pt x="96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1" name="Freeform 151"/>
          <p:cNvSpPr/>
          <p:nvPr/>
        </p:nvSpPr>
        <p:spPr bwMode="auto">
          <a:xfrm>
            <a:off x="1663700" y="1466851"/>
            <a:ext cx="104775" cy="15875"/>
          </a:xfrm>
          <a:custGeom>
            <a:avLst/>
            <a:gdLst>
              <a:gd name="T0" fmla="*/ 2 w 28"/>
              <a:gd name="T1" fmla="*/ 4 h 4"/>
              <a:gd name="T2" fmla="*/ 26 w 28"/>
              <a:gd name="T3" fmla="*/ 4 h 4"/>
              <a:gd name="T4" fmla="*/ 28 w 28"/>
              <a:gd name="T5" fmla="*/ 2 h 4"/>
              <a:gd name="T6" fmla="*/ 26 w 28"/>
              <a:gd name="T7" fmla="*/ 0 h 4"/>
              <a:gd name="T8" fmla="*/ 2 w 28"/>
              <a:gd name="T9" fmla="*/ 0 h 4"/>
              <a:gd name="T10" fmla="*/ 0 w 28"/>
              <a:gd name="T11" fmla="*/ 2 h 4"/>
              <a:gd name="T12" fmla="*/ 2 w 28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" h="4">
                <a:moveTo>
                  <a:pt x="2" y="4"/>
                </a:moveTo>
                <a:cubicBezTo>
                  <a:pt x="26" y="4"/>
                  <a:pt x="26" y="4"/>
                  <a:pt x="26" y="4"/>
                </a:cubicBezTo>
                <a:cubicBezTo>
                  <a:pt x="27" y="4"/>
                  <a:pt x="28" y="3"/>
                  <a:pt x="28" y="2"/>
                </a:cubicBezTo>
                <a:cubicBezTo>
                  <a:pt x="28" y="1"/>
                  <a:pt x="27" y="0"/>
                  <a:pt x="26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2" name="Freeform 152"/>
          <p:cNvSpPr/>
          <p:nvPr/>
        </p:nvSpPr>
        <p:spPr bwMode="auto">
          <a:xfrm>
            <a:off x="1663700" y="1535113"/>
            <a:ext cx="211138" cy="19050"/>
          </a:xfrm>
          <a:custGeom>
            <a:avLst/>
            <a:gdLst>
              <a:gd name="T0" fmla="*/ 54 w 56"/>
              <a:gd name="T1" fmla="*/ 0 h 5"/>
              <a:gd name="T2" fmla="*/ 2 w 56"/>
              <a:gd name="T3" fmla="*/ 0 h 5"/>
              <a:gd name="T4" fmla="*/ 0 w 56"/>
              <a:gd name="T5" fmla="*/ 3 h 5"/>
              <a:gd name="T6" fmla="*/ 2 w 56"/>
              <a:gd name="T7" fmla="*/ 5 h 5"/>
              <a:gd name="T8" fmla="*/ 54 w 56"/>
              <a:gd name="T9" fmla="*/ 5 h 5"/>
              <a:gd name="T10" fmla="*/ 56 w 56"/>
              <a:gd name="T11" fmla="*/ 3 h 5"/>
              <a:gd name="T12" fmla="*/ 54 w 56"/>
              <a:gd name="T1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" h="5">
                <a:moveTo>
                  <a:pt x="5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5" y="5"/>
                  <a:pt x="56" y="4"/>
                  <a:pt x="56" y="3"/>
                </a:cubicBezTo>
                <a:cubicBezTo>
                  <a:pt x="56" y="1"/>
                  <a:pt x="55" y="0"/>
                  <a:pt x="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3" name="Freeform 153"/>
          <p:cNvSpPr/>
          <p:nvPr/>
        </p:nvSpPr>
        <p:spPr bwMode="auto">
          <a:xfrm>
            <a:off x="1663700" y="1606551"/>
            <a:ext cx="211138" cy="14288"/>
          </a:xfrm>
          <a:custGeom>
            <a:avLst/>
            <a:gdLst>
              <a:gd name="T0" fmla="*/ 54 w 56"/>
              <a:gd name="T1" fmla="*/ 0 h 4"/>
              <a:gd name="T2" fmla="*/ 2 w 56"/>
              <a:gd name="T3" fmla="*/ 0 h 4"/>
              <a:gd name="T4" fmla="*/ 0 w 56"/>
              <a:gd name="T5" fmla="*/ 2 h 4"/>
              <a:gd name="T6" fmla="*/ 2 w 56"/>
              <a:gd name="T7" fmla="*/ 4 h 4"/>
              <a:gd name="T8" fmla="*/ 54 w 56"/>
              <a:gd name="T9" fmla="*/ 4 h 4"/>
              <a:gd name="T10" fmla="*/ 56 w 56"/>
              <a:gd name="T11" fmla="*/ 2 h 4"/>
              <a:gd name="T12" fmla="*/ 54 w 5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" h="4">
                <a:moveTo>
                  <a:pt x="5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54" y="4"/>
                  <a:pt x="54" y="4"/>
                  <a:pt x="54" y="4"/>
                </a:cubicBezTo>
                <a:cubicBezTo>
                  <a:pt x="55" y="4"/>
                  <a:pt x="56" y="3"/>
                  <a:pt x="56" y="2"/>
                </a:cubicBezTo>
                <a:cubicBezTo>
                  <a:pt x="56" y="1"/>
                  <a:pt x="55" y="0"/>
                  <a:pt x="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4" name="Freeform 154"/>
          <p:cNvSpPr>
            <a:spLocks noEditPoints="1"/>
          </p:cNvSpPr>
          <p:nvPr/>
        </p:nvSpPr>
        <p:spPr bwMode="auto">
          <a:xfrm>
            <a:off x="620713" y="1265238"/>
            <a:ext cx="374650" cy="481013"/>
          </a:xfrm>
          <a:custGeom>
            <a:avLst/>
            <a:gdLst>
              <a:gd name="T0" fmla="*/ 100 w 100"/>
              <a:gd name="T1" fmla="*/ 6 h 128"/>
              <a:gd name="T2" fmla="*/ 95 w 100"/>
              <a:gd name="T3" fmla="*/ 0 h 128"/>
              <a:gd name="T4" fmla="*/ 6 w 100"/>
              <a:gd name="T5" fmla="*/ 0 h 128"/>
              <a:gd name="T6" fmla="*/ 0 w 100"/>
              <a:gd name="T7" fmla="*/ 6 h 128"/>
              <a:gd name="T8" fmla="*/ 0 w 100"/>
              <a:gd name="T9" fmla="*/ 122 h 128"/>
              <a:gd name="T10" fmla="*/ 6 w 100"/>
              <a:gd name="T11" fmla="*/ 128 h 128"/>
              <a:gd name="T12" fmla="*/ 95 w 100"/>
              <a:gd name="T13" fmla="*/ 128 h 128"/>
              <a:gd name="T14" fmla="*/ 100 w 100"/>
              <a:gd name="T15" fmla="*/ 122 h 128"/>
              <a:gd name="T16" fmla="*/ 100 w 100"/>
              <a:gd name="T17" fmla="*/ 6 h 128"/>
              <a:gd name="T18" fmla="*/ 76 w 100"/>
              <a:gd name="T19" fmla="*/ 4 h 128"/>
              <a:gd name="T20" fmla="*/ 71 w 100"/>
              <a:gd name="T21" fmla="*/ 15 h 128"/>
              <a:gd name="T22" fmla="*/ 29 w 100"/>
              <a:gd name="T23" fmla="*/ 15 h 128"/>
              <a:gd name="T24" fmla="*/ 24 w 100"/>
              <a:gd name="T25" fmla="*/ 4 h 128"/>
              <a:gd name="T26" fmla="*/ 76 w 100"/>
              <a:gd name="T27" fmla="*/ 4 h 128"/>
              <a:gd name="T28" fmla="*/ 96 w 100"/>
              <a:gd name="T29" fmla="*/ 123 h 128"/>
              <a:gd name="T30" fmla="*/ 4 w 100"/>
              <a:gd name="T31" fmla="*/ 123 h 128"/>
              <a:gd name="T32" fmla="*/ 4 w 100"/>
              <a:gd name="T33" fmla="*/ 4 h 128"/>
              <a:gd name="T34" fmla="*/ 19 w 100"/>
              <a:gd name="T35" fmla="*/ 4 h 128"/>
              <a:gd name="T36" fmla="*/ 26 w 100"/>
              <a:gd name="T37" fmla="*/ 18 h 128"/>
              <a:gd name="T38" fmla="*/ 28 w 100"/>
              <a:gd name="T39" fmla="*/ 19 h 128"/>
              <a:gd name="T40" fmla="*/ 72 w 100"/>
              <a:gd name="T41" fmla="*/ 19 h 128"/>
              <a:gd name="T42" fmla="*/ 74 w 100"/>
              <a:gd name="T43" fmla="*/ 18 h 128"/>
              <a:gd name="T44" fmla="*/ 81 w 100"/>
              <a:gd name="T45" fmla="*/ 4 h 128"/>
              <a:gd name="T46" fmla="*/ 96 w 100"/>
              <a:gd name="T47" fmla="*/ 4 h 128"/>
              <a:gd name="T48" fmla="*/ 96 w 100"/>
              <a:gd name="T49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0" h="128">
                <a:moveTo>
                  <a:pt x="100" y="6"/>
                </a:moveTo>
                <a:cubicBezTo>
                  <a:pt x="100" y="2"/>
                  <a:pt x="98" y="0"/>
                  <a:pt x="95" y="0"/>
                </a:cubicBez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2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2" y="128"/>
                  <a:pt x="6" y="128"/>
                </a:cubicBezTo>
                <a:cubicBezTo>
                  <a:pt x="95" y="128"/>
                  <a:pt x="95" y="128"/>
                  <a:pt x="95" y="128"/>
                </a:cubicBezTo>
                <a:cubicBezTo>
                  <a:pt x="98" y="128"/>
                  <a:pt x="100" y="125"/>
                  <a:pt x="100" y="122"/>
                </a:cubicBezTo>
                <a:lnTo>
                  <a:pt x="100" y="6"/>
                </a:lnTo>
                <a:close/>
                <a:moveTo>
                  <a:pt x="76" y="4"/>
                </a:moveTo>
                <a:cubicBezTo>
                  <a:pt x="71" y="15"/>
                  <a:pt x="71" y="15"/>
                  <a:pt x="71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4" y="4"/>
                  <a:pt x="24" y="4"/>
                  <a:pt x="24" y="4"/>
                </a:cubicBezTo>
                <a:lnTo>
                  <a:pt x="76" y="4"/>
                </a:lnTo>
                <a:close/>
                <a:moveTo>
                  <a:pt x="96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4" y="4"/>
                  <a:pt x="4" y="4"/>
                  <a:pt x="4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9"/>
                  <a:pt x="27" y="19"/>
                  <a:pt x="28" y="19"/>
                </a:cubicBezTo>
                <a:cubicBezTo>
                  <a:pt x="72" y="19"/>
                  <a:pt x="72" y="19"/>
                  <a:pt x="72" y="19"/>
                </a:cubicBezTo>
                <a:cubicBezTo>
                  <a:pt x="73" y="19"/>
                  <a:pt x="74" y="19"/>
                  <a:pt x="74" y="18"/>
                </a:cubicBezTo>
                <a:cubicBezTo>
                  <a:pt x="81" y="4"/>
                  <a:pt x="81" y="4"/>
                  <a:pt x="81" y="4"/>
                </a:cubicBezTo>
                <a:cubicBezTo>
                  <a:pt x="96" y="4"/>
                  <a:pt x="96" y="4"/>
                  <a:pt x="96" y="4"/>
                </a:cubicBezTo>
                <a:lnTo>
                  <a:pt x="96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11202988" y="303213"/>
            <a:ext cx="354013" cy="481013"/>
            <a:chOff x="11202988" y="303213"/>
            <a:chExt cx="354013" cy="481013"/>
          </a:xfrm>
          <a:solidFill>
            <a:schemeClr val="accent1"/>
          </a:solidFill>
        </p:grpSpPr>
        <p:sp>
          <p:nvSpPr>
            <p:cNvPr id="155" name="Freeform 155"/>
            <p:cNvSpPr>
              <a:spLocks noEditPoints="1"/>
            </p:cNvSpPr>
            <p:nvPr/>
          </p:nvSpPr>
          <p:spPr bwMode="auto">
            <a:xfrm>
              <a:off x="11202988" y="303213"/>
              <a:ext cx="354013" cy="481013"/>
            </a:xfrm>
            <a:custGeom>
              <a:avLst/>
              <a:gdLst>
                <a:gd name="T0" fmla="*/ 93 w 94"/>
                <a:gd name="T1" fmla="*/ 28 h 128"/>
                <a:gd name="T2" fmla="*/ 66 w 94"/>
                <a:gd name="T3" fmla="*/ 0 h 128"/>
                <a:gd name="T4" fmla="*/ 64 w 94"/>
                <a:gd name="T5" fmla="*/ 0 h 128"/>
                <a:gd name="T6" fmla="*/ 6 w 94"/>
                <a:gd name="T7" fmla="*/ 0 h 128"/>
                <a:gd name="T8" fmla="*/ 0 w 94"/>
                <a:gd name="T9" fmla="*/ 6 h 128"/>
                <a:gd name="T10" fmla="*/ 0 w 94"/>
                <a:gd name="T11" fmla="*/ 122 h 128"/>
                <a:gd name="T12" fmla="*/ 6 w 94"/>
                <a:gd name="T13" fmla="*/ 128 h 128"/>
                <a:gd name="T14" fmla="*/ 88 w 94"/>
                <a:gd name="T15" fmla="*/ 128 h 128"/>
                <a:gd name="T16" fmla="*/ 94 w 94"/>
                <a:gd name="T17" fmla="*/ 122 h 128"/>
                <a:gd name="T18" fmla="*/ 94 w 94"/>
                <a:gd name="T19" fmla="*/ 29 h 128"/>
                <a:gd name="T20" fmla="*/ 93 w 94"/>
                <a:gd name="T21" fmla="*/ 28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3" y="28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3" y="28"/>
                    <a:pt x="93" y="28"/>
                  </a:cubicBez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156"/>
            <p:cNvSpPr/>
            <p:nvPr/>
          </p:nvSpPr>
          <p:spPr bwMode="auto">
            <a:xfrm>
              <a:off x="11372850" y="479426"/>
              <a:ext cx="14288" cy="71438"/>
            </a:xfrm>
            <a:custGeom>
              <a:avLst/>
              <a:gdLst>
                <a:gd name="T0" fmla="*/ 2 w 4"/>
                <a:gd name="T1" fmla="*/ 19 h 19"/>
                <a:gd name="T2" fmla="*/ 4 w 4"/>
                <a:gd name="T3" fmla="*/ 17 h 19"/>
                <a:gd name="T4" fmla="*/ 4 w 4"/>
                <a:gd name="T5" fmla="*/ 2 h 19"/>
                <a:gd name="T6" fmla="*/ 2 w 4"/>
                <a:gd name="T7" fmla="*/ 0 h 19"/>
                <a:gd name="T8" fmla="*/ 0 w 4"/>
                <a:gd name="T9" fmla="*/ 2 h 19"/>
                <a:gd name="T10" fmla="*/ 0 w 4"/>
                <a:gd name="T11" fmla="*/ 17 h 19"/>
                <a:gd name="T12" fmla="*/ 2 w 4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9">
                  <a:moveTo>
                    <a:pt x="2" y="19"/>
                  </a:moveTo>
                  <a:cubicBezTo>
                    <a:pt x="3" y="19"/>
                    <a:pt x="4" y="18"/>
                    <a:pt x="4" y="1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157"/>
            <p:cNvSpPr>
              <a:spLocks noEditPoints="1"/>
            </p:cNvSpPr>
            <p:nvPr/>
          </p:nvSpPr>
          <p:spPr bwMode="auto">
            <a:xfrm>
              <a:off x="11342688" y="595313"/>
              <a:ext cx="74613" cy="101600"/>
            </a:xfrm>
            <a:custGeom>
              <a:avLst/>
              <a:gdLst>
                <a:gd name="T0" fmla="*/ 12 w 20"/>
                <a:gd name="T1" fmla="*/ 1 h 27"/>
                <a:gd name="T2" fmla="*/ 10 w 20"/>
                <a:gd name="T3" fmla="*/ 0 h 27"/>
                <a:gd name="T4" fmla="*/ 8 w 20"/>
                <a:gd name="T5" fmla="*/ 1 h 27"/>
                <a:gd name="T6" fmla="*/ 2 w 20"/>
                <a:gd name="T7" fmla="*/ 12 h 27"/>
                <a:gd name="T8" fmla="*/ 0 w 20"/>
                <a:gd name="T9" fmla="*/ 17 h 27"/>
                <a:gd name="T10" fmla="*/ 10 w 20"/>
                <a:gd name="T11" fmla="*/ 27 h 27"/>
                <a:gd name="T12" fmla="*/ 20 w 20"/>
                <a:gd name="T13" fmla="*/ 17 h 27"/>
                <a:gd name="T14" fmla="*/ 18 w 20"/>
                <a:gd name="T15" fmla="*/ 13 h 27"/>
                <a:gd name="T16" fmla="*/ 12 w 20"/>
                <a:gd name="T17" fmla="*/ 1 h 27"/>
                <a:gd name="T18" fmla="*/ 10 w 20"/>
                <a:gd name="T19" fmla="*/ 22 h 27"/>
                <a:gd name="T20" fmla="*/ 5 w 20"/>
                <a:gd name="T21" fmla="*/ 17 h 27"/>
                <a:gd name="T22" fmla="*/ 6 w 20"/>
                <a:gd name="T23" fmla="*/ 15 h 27"/>
                <a:gd name="T24" fmla="*/ 10 w 20"/>
                <a:gd name="T25" fmla="*/ 7 h 27"/>
                <a:gd name="T26" fmla="*/ 15 w 20"/>
                <a:gd name="T27" fmla="*/ 15 h 27"/>
                <a:gd name="T28" fmla="*/ 15 w 20"/>
                <a:gd name="T29" fmla="*/ 17 h 27"/>
                <a:gd name="T30" fmla="*/ 10 w 20"/>
                <a:gd name="T31" fmla="*/ 2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27">
                  <a:moveTo>
                    <a:pt x="12" y="1"/>
                  </a:move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4"/>
                    <a:pt x="0" y="16"/>
                    <a:pt x="0" y="17"/>
                  </a:cubicBezTo>
                  <a:cubicBezTo>
                    <a:pt x="0" y="23"/>
                    <a:pt x="5" y="27"/>
                    <a:pt x="10" y="27"/>
                  </a:cubicBezTo>
                  <a:cubicBezTo>
                    <a:pt x="15" y="27"/>
                    <a:pt x="20" y="23"/>
                    <a:pt x="20" y="17"/>
                  </a:cubicBezTo>
                  <a:cubicBezTo>
                    <a:pt x="20" y="16"/>
                    <a:pt x="19" y="14"/>
                    <a:pt x="18" y="13"/>
                  </a:cubicBezTo>
                  <a:lnTo>
                    <a:pt x="12" y="1"/>
                  </a:lnTo>
                  <a:close/>
                  <a:moveTo>
                    <a:pt x="10" y="22"/>
                  </a:moveTo>
                  <a:cubicBezTo>
                    <a:pt x="7" y="22"/>
                    <a:pt x="5" y="20"/>
                    <a:pt x="5" y="17"/>
                  </a:cubicBezTo>
                  <a:cubicBezTo>
                    <a:pt x="5" y="16"/>
                    <a:pt x="5" y="16"/>
                    <a:pt x="6" y="15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5" y="17"/>
                  </a:cubicBezTo>
                  <a:cubicBezTo>
                    <a:pt x="15" y="20"/>
                    <a:pt x="13" y="22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7" name="组合 216"/>
          <p:cNvGrpSpPr/>
          <p:nvPr/>
        </p:nvGrpSpPr>
        <p:grpSpPr>
          <a:xfrm>
            <a:off x="10242550" y="303213"/>
            <a:ext cx="352425" cy="481013"/>
            <a:chOff x="10242550" y="303213"/>
            <a:chExt cx="352425" cy="481013"/>
          </a:xfrm>
          <a:solidFill>
            <a:schemeClr val="accent1"/>
          </a:solidFill>
        </p:grpSpPr>
        <p:sp>
          <p:nvSpPr>
            <p:cNvPr id="158" name="Freeform 158"/>
            <p:cNvSpPr>
              <a:spLocks noEditPoints="1"/>
            </p:cNvSpPr>
            <p:nvPr/>
          </p:nvSpPr>
          <p:spPr bwMode="auto">
            <a:xfrm>
              <a:off x="10242550" y="303213"/>
              <a:ext cx="352425" cy="481013"/>
            </a:xfrm>
            <a:custGeom>
              <a:avLst/>
              <a:gdLst>
                <a:gd name="T0" fmla="*/ 93 w 94"/>
                <a:gd name="T1" fmla="*/ 28 h 128"/>
                <a:gd name="T2" fmla="*/ 66 w 94"/>
                <a:gd name="T3" fmla="*/ 0 h 128"/>
                <a:gd name="T4" fmla="*/ 64 w 94"/>
                <a:gd name="T5" fmla="*/ 0 h 128"/>
                <a:gd name="T6" fmla="*/ 6 w 94"/>
                <a:gd name="T7" fmla="*/ 0 h 128"/>
                <a:gd name="T8" fmla="*/ 0 w 94"/>
                <a:gd name="T9" fmla="*/ 6 h 128"/>
                <a:gd name="T10" fmla="*/ 0 w 94"/>
                <a:gd name="T11" fmla="*/ 122 h 128"/>
                <a:gd name="T12" fmla="*/ 6 w 94"/>
                <a:gd name="T13" fmla="*/ 128 h 128"/>
                <a:gd name="T14" fmla="*/ 88 w 94"/>
                <a:gd name="T15" fmla="*/ 128 h 128"/>
                <a:gd name="T16" fmla="*/ 94 w 94"/>
                <a:gd name="T17" fmla="*/ 122 h 128"/>
                <a:gd name="T18" fmla="*/ 94 w 94"/>
                <a:gd name="T19" fmla="*/ 29 h 128"/>
                <a:gd name="T20" fmla="*/ 93 w 94"/>
                <a:gd name="T21" fmla="*/ 28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3" y="28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3" y="28"/>
                    <a:pt x="93" y="28"/>
                  </a:cubicBez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159"/>
            <p:cNvSpPr>
              <a:spLocks noEditPoints="1"/>
            </p:cNvSpPr>
            <p:nvPr/>
          </p:nvSpPr>
          <p:spPr bwMode="auto">
            <a:xfrm>
              <a:off x="10355263" y="504826"/>
              <a:ext cx="142875" cy="177800"/>
            </a:xfrm>
            <a:custGeom>
              <a:avLst/>
              <a:gdLst>
                <a:gd name="T0" fmla="*/ 4 w 38"/>
                <a:gd name="T1" fmla="*/ 0 h 47"/>
                <a:gd name="T2" fmla="*/ 0 w 38"/>
                <a:gd name="T3" fmla="*/ 3 h 47"/>
                <a:gd name="T4" fmla="*/ 0 w 38"/>
                <a:gd name="T5" fmla="*/ 44 h 47"/>
                <a:gd name="T6" fmla="*/ 4 w 38"/>
                <a:gd name="T7" fmla="*/ 47 h 47"/>
                <a:gd name="T8" fmla="*/ 6 w 38"/>
                <a:gd name="T9" fmla="*/ 47 h 47"/>
                <a:gd name="T10" fmla="*/ 37 w 38"/>
                <a:gd name="T11" fmla="*/ 26 h 47"/>
                <a:gd name="T12" fmla="*/ 38 w 38"/>
                <a:gd name="T13" fmla="*/ 23 h 47"/>
                <a:gd name="T14" fmla="*/ 37 w 38"/>
                <a:gd name="T15" fmla="*/ 21 h 47"/>
                <a:gd name="T16" fmla="*/ 6 w 38"/>
                <a:gd name="T17" fmla="*/ 0 h 47"/>
                <a:gd name="T18" fmla="*/ 4 w 38"/>
                <a:gd name="T19" fmla="*/ 0 h 47"/>
                <a:gd name="T20" fmla="*/ 5 w 38"/>
                <a:gd name="T21" fmla="*/ 42 h 47"/>
                <a:gd name="T22" fmla="*/ 5 w 38"/>
                <a:gd name="T23" fmla="*/ 5 h 47"/>
                <a:gd name="T24" fmla="*/ 33 w 38"/>
                <a:gd name="T25" fmla="*/ 23 h 47"/>
                <a:gd name="T26" fmla="*/ 5 w 38"/>
                <a:gd name="T27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47"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7"/>
                    <a:pt x="4" y="47"/>
                  </a:cubicBezTo>
                  <a:cubicBezTo>
                    <a:pt x="5" y="47"/>
                    <a:pt x="5" y="47"/>
                    <a:pt x="6" y="47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6"/>
                    <a:pt x="38" y="25"/>
                    <a:pt x="38" y="23"/>
                  </a:cubicBezTo>
                  <a:cubicBezTo>
                    <a:pt x="38" y="22"/>
                    <a:pt x="38" y="21"/>
                    <a:pt x="37" y="2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lose/>
                  <a:moveTo>
                    <a:pt x="5" y="42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33" y="23"/>
                    <a:pt x="33" y="23"/>
                    <a:pt x="33" y="23"/>
                  </a:cubicBezTo>
                  <a:lnTo>
                    <a:pt x="5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9282113" y="303213"/>
            <a:ext cx="352425" cy="481013"/>
            <a:chOff x="9282113" y="303213"/>
            <a:chExt cx="352425" cy="481013"/>
          </a:xfrm>
          <a:solidFill>
            <a:schemeClr val="accent1"/>
          </a:solidFill>
        </p:grpSpPr>
        <p:sp>
          <p:nvSpPr>
            <p:cNvPr id="160" name="Freeform 160"/>
            <p:cNvSpPr>
              <a:spLocks noEditPoints="1"/>
            </p:cNvSpPr>
            <p:nvPr/>
          </p:nvSpPr>
          <p:spPr bwMode="auto">
            <a:xfrm>
              <a:off x="9282113" y="303213"/>
              <a:ext cx="352425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1" name="Freeform 161"/>
            <p:cNvSpPr>
              <a:spLocks noEditPoints="1"/>
            </p:cNvSpPr>
            <p:nvPr/>
          </p:nvSpPr>
          <p:spPr bwMode="auto">
            <a:xfrm>
              <a:off x="9348788" y="468313"/>
              <a:ext cx="217488" cy="250825"/>
            </a:xfrm>
            <a:custGeom>
              <a:avLst/>
              <a:gdLst>
                <a:gd name="T0" fmla="*/ 29 w 58"/>
                <a:gd name="T1" fmla="*/ 44 h 67"/>
                <a:gd name="T2" fmla="*/ 27 w 58"/>
                <a:gd name="T3" fmla="*/ 43 h 67"/>
                <a:gd name="T4" fmla="*/ 19 w 58"/>
                <a:gd name="T5" fmla="*/ 41 h 67"/>
                <a:gd name="T6" fmla="*/ 15 w 58"/>
                <a:gd name="T7" fmla="*/ 42 h 67"/>
                <a:gd name="T8" fmla="*/ 4 w 58"/>
                <a:gd name="T9" fmla="*/ 47 h 67"/>
                <a:gd name="T10" fmla="*/ 1 w 58"/>
                <a:gd name="T11" fmla="*/ 57 h 67"/>
                <a:gd name="T12" fmla="*/ 16 w 58"/>
                <a:gd name="T13" fmla="*/ 67 h 67"/>
                <a:gd name="T14" fmla="*/ 19 w 58"/>
                <a:gd name="T15" fmla="*/ 67 h 67"/>
                <a:gd name="T16" fmla="*/ 30 w 58"/>
                <a:gd name="T17" fmla="*/ 61 h 67"/>
                <a:gd name="T18" fmla="*/ 34 w 58"/>
                <a:gd name="T19" fmla="*/ 53 h 67"/>
                <a:gd name="T20" fmla="*/ 34 w 58"/>
                <a:gd name="T21" fmla="*/ 28 h 67"/>
                <a:gd name="T22" fmla="*/ 58 w 58"/>
                <a:gd name="T23" fmla="*/ 21 h 67"/>
                <a:gd name="T24" fmla="*/ 29 w 58"/>
                <a:gd name="T25" fmla="*/ 0 h 67"/>
                <a:gd name="T26" fmla="*/ 29 w 58"/>
                <a:gd name="T27" fmla="*/ 44 h 67"/>
                <a:gd name="T28" fmla="*/ 27 w 58"/>
                <a:gd name="T29" fmla="*/ 58 h 67"/>
                <a:gd name="T30" fmla="*/ 19 w 58"/>
                <a:gd name="T31" fmla="*/ 62 h 67"/>
                <a:gd name="T32" fmla="*/ 16 w 58"/>
                <a:gd name="T33" fmla="*/ 63 h 67"/>
                <a:gd name="T34" fmla="*/ 5 w 58"/>
                <a:gd name="T35" fmla="*/ 56 h 67"/>
                <a:gd name="T36" fmla="*/ 8 w 58"/>
                <a:gd name="T37" fmla="*/ 50 h 67"/>
                <a:gd name="T38" fmla="*/ 16 w 58"/>
                <a:gd name="T39" fmla="*/ 46 h 67"/>
                <a:gd name="T40" fmla="*/ 19 w 58"/>
                <a:gd name="T41" fmla="*/ 46 h 67"/>
                <a:gd name="T42" fmla="*/ 29 w 58"/>
                <a:gd name="T43" fmla="*/ 52 h 67"/>
                <a:gd name="T44" fmla="*/ 27 w 58"/>
                <a:gd name="T45" fmla="*/ 58 h 67"/>
                <a:gd name="T46" fmla="*/ 34 w 58"/>
                <a:gd name="T47" fmla="*/ 9 h 67"/>
                <a:gd name="T48" fmla="*/ 48 w 58"/>
                <a:gd name="T49" fmla="*/ 19 h 67"/>
                <a:gd name="T50" fmla="*/ 34 w 58"/>
                <a:gd name="T51" fmla="*/ 23 h 67"/>
                <a:gd name="T52" fmla="*/ 34 w 58"/>
                <a:gd name="T53" fmla="*/ 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8" h="67">
                  <a:moveTo>
                    <a:pt x="29" y="44"/>
                  </a:moveTo>
                  <a:cubicBezTo>
                    <a:pt x="27" y="43"/>
                    <a:pt x="27" y="43"/>
                    <a:pt x="27" y="43"/>
                  </a:cubicBezTo>
                  <a:cubicBezTo>
                    <a:pt x="25" y="42"/>
                    <a:pt x="22" y="41"/>
                    <a:pt x="19" y="41"/>
                  </a:cubicBezTo>
                  <a:cubicBezTo>
                    <a:pt x="17" y="41"/>
                    <a:pt x="16" y="41"/>
                    <a:pt x="15" y="42"/>
                  </a:cubicBezTo>
                  <a:cubicBezTo>
                    <a:pt x="11" y="42"/>
                    <a:pt x="7" y="44"/>
                    <a:pt x="4" y="47"/>
                  </a:cubicBezTo>
                  <a:cubicBezTo>
                    <a:pt x="1" y="50"/>
                    <a:pt x="0" y="54"/>
                    <a:pt x="1" y="57"/>
                  </a:cubicBezTo>
                  <a:cubicBezTo>
                    <a:pt x="2" y="63"/>
                    <a:pt x="8" y="67"/>
                    <a:pt x="16" y="67"/>
                  </a:cubicBezTo>
                  <a:cubicBezTo>
                    <a:pt x="17" y="67"/>
                    <a:pt x="18" y="67"/>
                    <a:pt x="19" y="67"/>
                  </a:cubicBezTo>
                  <a:cubicBezTo>
                    <a:pt x="24" y="66"/>
                    <a:pt x="27" y="64"/>
                    <a:pt x="30" y="61"/>
                  </a:cubicBezTo>
                  <a:cubicBezTo>
                    <a:pt x="32" y="59"/>
                    <a:pt x="34" y="56"/>
                    <a:pt x="34" y="53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29" y="44"/>
                  </a:lnTo>
                  <a:close/>
                  <a:moveTo>
                    <a:pt x="27" y="58"/>
                  </a:moveTo>
                  <a:cubicBezTo>
                    <a:pt x="25" y="60"/>
                    <a:pt x="22" y="62"/>
                    <a:pt x="19" y="62"/>
                  </a:cubicBezTo>
                  <a:cubicBezTo>
                    <a:pt x="18" y="63"/>
                    <a:pt x="17" y="63"/>
                    <a:pt x="16" y="63"/>
                  </a:cubicBezTo>
                  <a:cubicBezTo>
                    <a:pt x="10" y="63"/>
                    <a:pt x="6" y="60"/>
                    <a:pt x="5" y="56"/>
                  </a:cubicBezTo>
                  <a:cubicBezTo>
                    <a:pt x="5" y="54"/>
                    <a:pt x="6" y="51"/>
                    <a:pt x="8" y="50"/>
                  </a:cubicBezTo>
                  <a:cubicBezTo>
                    <a:pt x="9" y="48"/>
                    <a:pt x="12" y="47"/>
                    <a:pt x="16" y="46"/>
                  </a:cubicBezTo>
                  <a:cubicBezTo>
                    <a:pt x="17" y="46"/>
                    <a:pt x="18" y="46"/>
                    <a:pt x="19" y="46"/>
                  </a:cubicBezTo>
                  <a:cubicBezTo>
                    <a:pt x="24" y="46"/>
                    <a:pt x="28" y="48"/>
                    <a:pt x="29" y="52"/>
                  </a:cubicBezTo>
                  <a:cubicBezTo>
                    <a:pt x="29" y="55"/>
                    <a:pt x="28" y="57"/>
                    <a:pt x="27" y="58"/>
                  </a:cubicBezTo>
                  <a:close/>
                  <a:moveTo>
                    <a:pt x="34" y="9"/>
                  </a:moveTo>
                  <a:cubicBezTo>
                    <a:pt x="48" y="19"/>
                    <a:pt x="48" y="19"/>
                    <a:pt x="48" y="19"/>
                  </a:cubicBezTo>
                  <a:cubicBezTo>
                    <a:pt x="34" y="23"/>
                    <a:pt x="34" y="23"/>
                    <a:pt x="34" y="23"/>
                  </a:cubicBezTo>
                  <a:lnTo>
                    <a:pt x="34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8320088" y="303213"/>
            <a:ext cx="354013" cy="481013"/>
            <a:chOff x="8320088" y="303213"/>
            <a:chExt cx="354013" cy="481013"/>
          </a:xfrm>
          <a:solidFill>
            <a:schemeClr val="accent1"/>
          </a:solidFill>
        </p:grpSpPr>
        <p:sp>
          <p:nvSpPr>
            <p:cNvPr id="162" name="Freeform 162"/>
            <p:cNvSpPr>
              <a:spLocks noEditPoints="1"/>
            </p:cNvSpPr>
            <p:nvPr/>
          </p:nvSpPr>
          <p:spPr bwMode="auto">
            <a:xfrm>
              <a:off x="8320088" y="303213"/>
              <a:ext cx="354013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3" name="Freeform 163"/>
            <p:cNvSpPr>
              <a:spLocks noEditPoints="1"/>
            </p:cNvSpPr>
            <p:nvPr/>
          </p:nvSpPr>
          <p:spPr bwMode="auto">
            <a:xfrm>
              <a:off x="8377238" y="528638"/>
              <a:ext cx="239713" cy="138113"/>
            </a:xfrm>
            <a:custGeom>
              <a:avLst/>
              <a:gdLst>
                <a:gd name="T0" fmla="*/ 34 w 64"/>
                <a:gd name="T1" fmla="*/ 2 h 37"/>
                <a:gd name="T2" fmla="*/ 26 w 64"/>
                <a:gd name="T3" fmla="*/ 13 h 37"/>
                <a:gd name="T4" fmla="*/ 24 w 64"/>
                <a:gd name="T5" fmla="*/ 10 h 37"/>
                <a:gd name="T6" fmla="*/ 20 w 64"/>
                <a:gd name="T7" fmla="*/ 8 h 37"/>
                <a:gd name="T8" fmla="*/ 16 w 64"/>
                <a:gd name="T9" fmla="*/ 10 h 37"/>
                <a:gd name="T10" fmla="*/ 1 w 64"/>
                <a:gd name="T11" fmla="*/ 29 h 37"/>
                <a:gd name="T12" fmla="*/ 0 w 64"/>
                <a:gd name="T13" fmla="*/ 32 h 37"/>
                <a:gd name="T14" fmla="*/ 5 w 64"/>
                <a:gd name="T15" fmla="*/ 37 h 37"/>
                <a:gd name="T16" fmla="*/ 59 w 64"/>
                <a:gd name="T17" fmla="*/ 37 h 37"/>
                <a:gd name="T18" fmla="*/ 64 w 64"/>
                <a:gd name="T19" fmla="*/ 32 h 37"/>
                <a:gd name="T20" fmla="*/ 63 w 64"/>
                <a:gd name="T21" fmla="*/ 29 h 37"/>
                <a:gd name="T22" fmla="*/ 42 w 64"/>
                <a:gd name="T23" fmla="*/ 2 h 37"/>
                <a:gd name="T24" fmla="*/ 34 w 64"/>
                <a:gd name="T25" fmla="*/ 2 h 37"/>
                <a:gd name="T26" fmla="*/ 5 w 64"/>
                <a:gd name="T27" fmla="*/ 32 h 37"/>
                <a:gd name="T28" fmla="*/ 20 w 64"/>
                <a:gd name="T29" fmla="*/ 13 h 37"/>
                <a:gd name="T30" fmla="*/ 26 w 64"/>
                <a:gd name="T31" fmla="*/ 20 h 37"/>
                <a:gd name="T32" fmla="*/ 38 w 64"/>
                <a:gd name="T33" fmla="*/ 5 h 37"/>
                <a:gd name="T34" fmla="*/ 60 w 64"/>
                <a:gd name="T35" fmla="*/ 32 h 37"/>
                <a:gd name="T36" fmla="*/ 5 w 64"/>
                <a:gd name="T37" fmla="*/ 3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37">
                  <a:moveTo>
                    <a:pt x="34" y="2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9" y="8"/>
                    <a:pt x="17" y="9"/>
                    <a:pt x="16" y="10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30"/>
                    <a:pt x="0" y="31"/>
                    <a:pt x="0" y="32"/>
                  </a:cubicBezTo>
                  <a:cubicBezTo>
                    <a:pt x="0" y="34"/>
                    <a:pt x="2" y="37"/>
                    <a:pt x="5" y="37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62" y="37"/>
                    <a:pt x="64" y="34"/>
                    <a:pt x="64" y="32"/>
                  </a:cubicBezTo>
                  <a:cubicBezTo>
                    <a:pt x="64" y="31"/>
                    <a:pt x="64" y="30"/>
                    <a:pt x="63" y="29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0" y="0"/>
                    <a:pt x="36" y="0"/>
                    <a:pt x="34" y="2"/>
                  </a:cubicBezTo>
                  <a:close/>
                  <a:moveTo>
                    <a:pt x="5" y="32"/>
                  </a:moveTo>
                  <a:cubicBezTo>
                    <a:pt x="20" y="13"/>
                    <a:pt x="20" y="13"/>
                    <a:pt x="20" y="1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5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7359650" y="303213"/>
            <a:ext cx="352425" cy="481013"/>
            <a:chOff x="7359650" y="303213"/>
            <a:chExt cx="352425" cy="481013"/>
          </a:xfrm>
          <a:solidFill>
            <a:schemeClr val="accent1"/>
          </a:solidFill>
        </p:grpSpPr>
        <p:sp>
          <p:nvSpPr>
            <p:cNvPr id="164" name="Freeform 164"/>
            <p:cNvSpPr>
              <a:spLocks noEditPoints="1"/>
            </p:cNvSpPr>
            <p:nvPr/>
          </p:nvSpPr>
          <p:spPr bwMode="auto">
            <a:xfrm>
              <a:off x="7359650" y="303213"/>
              <a:ext cx="352425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88 w 94"/>
                <a:gd name="T23" fmla="*/ 29 h 128"/>
                <a:gd name="T24" fmla="*/ 64 w 94"/>
                <a:gd name="T25" fmla="*/ 29 h 128"/>
                <a:gd name="T26" fmla="*/ 64 w 94"/>
                <a:gd name="T27" fmla="*/ 5 h 128"/>
                <a:gd name="T28" fmla="*/ 88 w 94"/>
                <a:gd name="T29" fmla="*/ 29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88" y="29"/>
                  </a:moveTo>
                  <a:cubicBezTo>
                    <a:pt x="64" y="29"/>
                    <a:pt x="64" y="29"/>
                    <a:pt x="64" y="29"/>
                  </a:cubicBezTo>
                  <a:cubicBezTo>
                    <a:pt x="64" y="5"/>
                    <a:pt x="64" y="5"/>
                    <a:pt x="64" y="5"/>
                  </a:cubicBezTo>
                  <a:lnTo>
                    <a:pt x="88" y="29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5" name="Freeform 165"/>
            <p:cNvSpPr/>
            <p:nvPr/>
          </p:nvSpPr>
          <p:spPr bwMode="auto">
            <a:xfrm>
              <a:off x="7431088" y="512763"/>
              <a:ext cx="104775" cy="19050"/>
            </a:xfrm>
            <a:custGeom>
              <a:avLst/>
              <a:gdLst>
                <a:gd name="T0" fmla="*/ 2 w 28"/>
                <a:gd name="T1" fmla="*/ 5 h 5"/>
                <a:gd name="T2" fmla="*/ 26 w 28"/>
                <a:gd name="T3" fmla="*/ 5 h 5"/>
                <a:gd name="T4" fmla="*/ 28 w 28"/>
                <a:gd name="T5" fmla="*/ 3 h 5"/>
                <a:gd name="T6" fmla="*/ 26 w 28"/>
                <a:gd name="T7" fmla="*/ 0 h 5"/>
                <a:gd name="T8" fmla="*/ 2 w 28"/>
                <a:gd name="T9" fmla="*/ 0 h 5"/>
                <a:gd name="T10" fmla="*/ 0 w 28"/>
                <a:gd name="T11" fmla="*/ 3 h 5"/>
                <a:gd name="T12" fmla="*/ 2 w 2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">
                  <a:moveTo>
                    <a:pt x="2" y="5"/>
                  </a:moveTo>
                  <a:cubicBezTo>
                    <a:pt x="26" y="5"/>
                    <a:pt x="26" y="5"/>
                    <a:pt x="26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28" y="1"/>
                    <a:pt x="27" y="0"/>
                    <a:pt x="2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6" name="Freeform 166"/>
            <p:cNvSpPr/>
            <p:nvPr/>
          </p:nvSpPr>
          <p:spPr bwMode="auto">
            <a:xfrm>
              <a:off x="7431088" y="584201"/>
              <a:ext cx="209550" cy="19050"/>
            </a:xfrm>
            <a:custGeom>
              <a:avLst/>
              <a:gdLst>
                <a:gd name="T0" fmla="*/ 0 w 56"/>
                <a:gd name="T1" fmla="*/ 2 h 5"/>
                <a:gd name="T2" fmla="*/ 2 w 56"/>
                <a:gd name="T3" fmla="*/ 5 h 5"/>
                <a:gd name="T4" fmla="*/ 54 w 56"/>
                <a:gd name="T5" fmla="*/ 5 h 5"/>
                <a:gd name="T6" fmla="*/ 56 w 56"/>
                <a:gd name="T7" fmla="*/ 2 h 5"/>
                <a:gd name="T8" fmla="*/ 54 w 56"/>
                <a:gd name="T9" fmla="*/ 0 h 5"/>
                <a:gd name="T10" fmla="*/ 2 w 56"/>
                <a:gd name="T11" fmla="*/ 0 h 5"/>
                <a:gd name="T12" fmla="*/ 0 w 56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">
                  <a:moveTo>
                    <a:pt x="0" y="2"/>
                  </a:moveTo>
                  <a:cubicBezTo>
                    <a:pt x="0" y="4"/>
                    <a:pt x="1" y="5"/>
                    <a:pt x="2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5" y="5"/>
                    <a:pt x="56" y="4"/>
                    <a:pt x="56" y="2"/>
                  </a:cubicBezTo>
                  <a:cubicBezTo>
                    <a:pt x="56" y="1"/>
                    <a:pt x="55" y="0"/>
                    <a:pt x="5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7" name="Freeform 167"/>
            <p:cNvSpPr/>
            <p:nvPr/>
          </p:nvSpPr>
          <p:spPr bwMode="auto">
            <a:xfrm>
              <a:off x="7431088" y="655638"/>
              <a:ext cx="209550" cy="15875"/>
            </a:xfrm>
            <a:custGeom>
              <a:avLst/>
              <a:gdLst>
                <a:gd name="T0" fmla="*/ 54 w 56"/>
                <a:gd name="T1" fmla="*/ 0 h 4"/>
                <a:gd name="T2" fmla="*/ 2 w 56"/>
                <a:gd name="T3" fmla="*/ 0 h 4"/>
                <a:gd name="T4" fmla="*/ 0 w 56"/>
                <a:gd name="T5" fmla="*/ 2 h 4"/>
                <a:gd name="T6" fmla="*/ 2 w 56"/>
                <a:gd name="T7" fmla="*/ 4 h 4"/>
                <a:gd name="T8" fmla="*/ 54 w 56"/>
                <a:gd name="T9" fmla="*/ 4 h 4"/>
                <a:gd name="T10" fmla="*/ 56 w 56"/>
                <a:gd name="T11" fmla="*/ 2 h 4"/>
                <a:gd name="T12" fmla="*/ 54 w 5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">
                  <a:moveTo>
                    <a:pt x="5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4"/>
                    <a:pt x="56" y="3"/>
                    <a:pt x="56" y="2"/>
                  </a:cubicBezTo>
                  <a:cubicBezTo>
                    <a:pt x="56" y="1"/>
                    <a:pt x="55" y="0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3" name="组合 212"/>
          <p:cNvGrpSpPr/>
          <p:nvPr/>
        </p:nvGrpSpPr>
        <p:grpSpPr>
          <a:xfrm>
            <a:off x="6397625" y="303213"/>
            <a:ext cx="354013" cy="481013"/>
            <a:chOff x="6397625" y="303213"/>
            <a:chExt cx="354013" cy="481013"/>
          </a:xfrm>
          <a:solidFill>
            <a:schemeClr val="accent1"/>
          </a:solidFill>
        </p:grpSpPr>
        <p:sp>
          <p:nvSpPr>
            <p:cNvPr id="168" name="Freeform 168"/>
            <p:cNvSpPr>
              <a:spLocks noEditPoints="1"/>
            </p:cNvSpPr>
            <p:nvPr/>
          </p:nvSpPr>
          <p:spPr bwMode="auto">
            <a:xfrm>
              <a:off x="6397625" y="303213"/>
              <a:ext cx="354013" cy="481013"/>
            </a:xfrm>
            <a:custGeom>
              <a:avLst/>
              <a:gdLst>
                <a:gd name="T0" fmla="*/ 94 w 94"/>
                <a:gd name="T1" fmla="*/ 30 h 128"/>
                <a:gd name="T2" fmla="*/ 93 w 94"/>
                <a:gd name="T3" fmla="*/ 28 h 128"/>
                <a:gd name="T4" fmla="*/ 66 w 94"/>
                <a:gd name="T5" fmla="*/ 1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30 h 128"/>
                <a:gd name="T22" fmla="*/ 64 w 94"/>
                <a:gd name="T23" fmla="*/ 6 h 128"/>
                <a:gd name="T24" fmla="*/ 88 w 94"/>
                <a:gd name="T25" fmla="*/ 30 h 128"/>
                <a:gd name="T26" fmla="*/ 64 w 94"/>
                <a:gd name="T27" fmla="*/ 30 h 128"/>
                <a:gd name="T28" fmla="*/ 64 w 94"/>
                <a:gd name="T29" fmla="*/ 6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5 h 128"/>
                <a:gd name="T36" fmla="*/ 60 w 94"/>
                <a:gd name="T37" fmla="*/ 5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30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30"/>
                  </a:lnTo>
                  <a:close/>
                  <a:moveTo>
                    <a:pt x="64" y="6"/>
                  </a:moveTo>
                  <a:cubicBezTo>
                    <a:pt x="88" y="30"/>
                    <a:pt x="88" y="30"/>
                    <a:pt x="88" y="30"/>
                  </a:cubicBezTo>
                  <a:cubicBezTo>
                    <a:pt x="64" y="30"/>
                    <a:pt x="64" y="30"/>
                    <a:pt x="64" y="30"/>
                  </a:cubicBezTo>
                  <a:lnTo>
                    <a:pt x="64" y="6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2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9" name="Freeform 169"/>
            <p:cNvSpPr/>
            <p:nvPr/>
          </p:nvSpPr>
          <p:spPr bwMode="auto">
            <a:xfrm>
              <a:off x="6491288" y="542926"/>
              <a:ext cx="166688" cy="115888"/>
            </a:xfrm>
            <a:custGeom>
              <a:avLst/>
              <a:gdLst>
                <a:gd name="T0" fmla="*/ 15 w 44"/>
                <a:gd name="T1" fmla="*/ 26 h 31"/>
                <a:gd name="T2" fmla="*/ 4 w 44"/>
                <a:gd name="T3" fmla="*/ 14 h 31"/>
                <a:gd name="T4" fmla="*/ 1 w 44"/>
                <a:gd name="T5" fmla="*/ 14 h 31"/>
                <a:gd name="T6" fmla="*/ 1 w 44"/>
                <a:gd name="T7" fmla="*/ 17 h 31"/>
                <a:gd name="T8" fmla="*/ 13 w 44"/>
                <a:gd name="T9" fmla="*/ 30 h 31"/>
                <a:gd name="T10" fmla="*/ 14 w 44"/>
                <a:gd name="T11" fmla="*/ 30 h 31"/>
                <a:gd name="T12" fmla="*/ 17 w 44"/>
                <a:gd name="T13" fmla="*/ 30 h 31"/>
                <a:gd name="T14" fmla="*/ 43 w 44"/>
                <a:gd name="T15" fmla="*/ 4 h 31"/>
                <a:gd name="T16" fmla="*/ 43 w 44"/>
                <a:gd name="T17" fmla="*/ 1 h 31"/>
                <a:gd name="T18" fmla="*/ 40 w 44"/>
                <a:gd name="T19" fmla="*/ 1 h 31"/>
                <a:gd name="T20" fmla="*/ 15 w 44"/>
                <a:gd name="T21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1">
                  <a:moveTo>
                    <a:pt x="15" y="26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3" y="13"/>
                    <a:pt x="2" y="13"/>
                    <a:pt x="1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6" y="31"/>
                    <a:pt x="17" y="3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4" y="3"/>
                    <a:pt x="44" y="2"/>
                    <a:pt x="43" y="1"/>
                  </a:cubicBezTo>
                  <a:cubicBezTo>
                    <a:pt x="42" y="0"/>
                    <a:pt x="41" y="0"/>
                    <a:pt x="40" y="1"/>
                  </a:cubicBezTo>
                  <a:lnTo>
                    <a:pt x="15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437188" y="303213"/>
            <a:ext cx="352425" cy="481013"/>
            <a:chOff x="5437188" y="303213"/>
            <a:chExt cx="352425" cy="481013"/>
          </a:xfrm>
          <a:solidFill>
            <a:schemeClr val="accent1"/>
          </a:solidFill>
        </p:grpSpPr>
        <p:sp>
          <p:nvSpPr>
            <p:cNvPr id="170" name="Freeform 170"/>
            <p:cNvSpPr>
              <a:spLocks noEditPoints="1"/>
            </p:cNvSpPr>
            <p:nvPr/>
          </p:nvSpPr>
          <p:spPr bwMode="auto">
            <a:xfrm>
              <a:off x="5437188" y="303213"/>
              <a:ext cx="352425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1" name="Freeform 171"/>
            <p:cNvSpPr/>
            <p:nvPr/>
          </p:nvSpPr>
          <p:spPr bwMode="auto">
            <a:xfrm>
              <a:off x="5553075" y="542926"/>
              <a:ext cx="120650" cy="115888"/>
            </a:xfrm>
            <a:custGeom>
              <a:avLst/>
              <a:gdLst>
                <a:gd name="T0" fmla="*/ 31 w 32"/>
                <a:gd name="T1" fmla="*/ 1 h 31"/>
                <a:gd name="T2" fmla="*/ 28 w 32"/>
                <a:gd name="T3" fmla="*/ 1 h 31"/>
                <a:gd name="T4" fmla="*/ 16 w 32"/>
                <a:gd name="T5" fmla="*/ 12 h 31"/>
                <a:gd name="T6" fmla="*/ 4 w 32"/>
                <a:gd name="T7" fmla="*/ 1 h 31"/>
                <a:gd name="T8" fmla="*/ 1 w 32"/>
                <a:gd name="T9" fmla="*/ 1 h 31"/>
                <a:gd name="T10" fmla="*/ 1 w 32"/>
                <a:gd name="T11" fmla="*/ 4 h 31"/>
                <a:gd name="T12" fmla="*/ 13 w 32"/>
                <a:gd name="T13" fmla="*/ 15 h 31"/>
                <a:gd name="T14" fmla="*/ 1 w 32"/>
                <a:gd name="T15" fmla="*/ 27 h 31"/>
                <a:gd name="T16" fmla="*/ 1 w 32"/>
                <a:gd name="T17" fmla="*/ 30 h 31"/>
                <a:gd name="T18" fmla="*/ 4 w 32"/>
                <a:gd name="T19" fmla="*/ 30 h 31"/>
                <a:gd name="T20" fmla="*/ 16 w 32"/>
                <a:gd name="T21" fmla="*/ 19 h 31"/>
                <a:gd name="T22" fmla="*/ 28 w 32"/>
                <a:gd name="T23" fmla="*/ 30 h 31"/>
                <a:gd name="T24" fmla="*/ 29 w 32"/>
                <a:gd name="T25" fmla="*/ 31 h 31"/>
                <a:gd name="T26" fmla="*/ 31 w 32"/>
                <a:gd name="T27" fmla="*/ 30 h 31"/>
                <a:gd name="T28" fmla="*/ 31 w 32"/>
                <a:gd name="T29" fmla="*/ 27 h 31"/>
                <a:gd name="T30" fmla="*/ 19 w 32"/>
                <a:gd name="T31" fmla="*/ 15 h 31"/>
                <a:gd name="T32" fmla="*/ 31 w 32"/>
                <a:gd name="T33" fmla="*/ 4 h 31"/>
                <a:gd name="T34" fmla="*/ 31 w 32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1">
                  <a:moveTo>
                    <a:pt x="31" y="1"/>
                  </a:moveTo>
                  <a:cubicBezTo>
                    <a:pt x="30" y="0"/>
                    <a:pt x="28" y="0"/>
                    <a:pt x="28" y="1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1"/>
                    <a:pt x="0" y="3"/>
                    <a:pt x="1" y="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9"/>
                    <a:pt x="1" y="30"/>
                  </a:cubicBezTo>
                  <a:cubicBezTo>
                    <a:pt x="2" y="31"/>
                    <a:pt x="4" y="31"/>
                    <a:pt x="4" y="3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9" y="31"/>
                    <a:pt x="29" y="31"/>
                  </a:cubicBezTo>
                  <a:cubicBezTo>
                    <a:pt x="30" y="31"/>
                    <a:pt x="30" y="30"/>
                    <a:pt x="31" y="30"/>
                  </a:cubicBezTo>
                  <a:cubicBezTo>
                    <a:pt x="32" y="29"/>
                    <a:pt x="32" y="28"/>
                    <a:pt x="31" y="27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2" y="3"/>
                    <a:pt x="32" y="1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4476750" y="303213"/>
            <a:ext cx="352425" cy="481013"/>
            <a:chOff x="4476750" y="303213"/>
            <a:chExt cx="352425" cy="481013"/>
          </a:xfrm>
          <a:solidFill>
            <a:schemeClr val="accent1"/>
          </a:solidFill>
        </p:grpSpPr>
        <p:sp>
          <p:nvSpPr>
            <p:cNvPr id="172" name="Freeform 172"/>
            <p:cNvSpPr>
              <a:spLocks noEditPoints="1"/>
            </p:cNvSpPr>
            <p:nvPr/>
          </p:nvSpPr>
          <p:spPr bwMode="auto">
            <a:xfrm>
              <a:off x="4476750" y="303213"/>
              <a:ext cx="352425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3" name="Freeform 173"/>
            <p:cNvSpPr/>
            <p:nvPr/>
          </p:nvSpPr>
          <p:spPr bwMode="auto">
            <a:xfrm>
              <a:off x="4573588" y="592138"/>
              <a:ext cx="157163" cy="19050"/>
            </a:xfrm>
            <a:custGeom>
              <a:avLst/>
              <a:gdLst>
                <a:gd name="T0" fmla="*/ 0 w 42"/>
                <a:gd name="T1" fmla="*/ 2 h 5"/>
                <a:gd name="T2" fmla="*/ 2 w 42"/>
                <a:gd name="T3" fmla="*/ 5 h 5"/>
                <a:gd name="T4" fmla="*/ 40 w 42"/>
                <a:gd name="T5" fmla="*/ 5 h 5"/>
                <a:gd name="T6" fmla="*/ 42 w 42"/>
                <a:gd name="T7" fmla="*/ 2 h 5"/>
                <a:gd name="T8" fmla="*/ 40 w 42"/>
                <a:gd name="T9" fmla="*/ 0 h 5"/>
                <a:gd name="T10" fmla="*/ 2 w 42"/>
                <a:gd name="T11" fmla="*/ 0 h 5"/>
                <a:gd name="T12" fmla="*/ 0 w 42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5">
                  <a:moveTo>
                    <a:pt x="0" y="2"/>
                  </a:moveTo>
                  <a:cubicBezTo>
                    <a:pt x="0" y="4"/>
                    <a:pt x="1" y="5"/>
                    <a:pt x="2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1" y="5"/>
                    <a:pt x="42" y="4"/>
                    <a:pt x="42" y="2"/>
                  </a:cubicBezTo>
                  <a:cubicBezTo>
                    <a:pt x="42" y="1"/>
                    <a:pt x="41" y="0"/>
                    <a:pt x="4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3514725" y="303213"/>
            <a:ext cx="352425" cy="481013"/>
            <a:chOff x="3514725" y="303213"/>
            <a:chExt cx="352425" cy="481013"/>
          </a:xfrm>
          <a:solidFill>
            <a:schemeClr val="accent1"/>
          </a:solidFill>
        </p:grpSpPr>
        <p:sp>
          <p:nvSpPr>
            <p:cNvPr id="174" name="Freeform 174"/>
            <p:cNvSpPr>
              <a:spLocks noEditPoints="1"/>
            </p:cNvSpPr>
            <p:nvPr/>
          </p:nvSpPr>
          <p:spPr bwMode="auto">
            <a:xfrm>
              <a:off x="3514725" y="303213"/>
              <a:ext cx="352425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5" name="Freeform 175"/>
            <p:cNvSpPr/>
            <p:nvPr/>
          </p:nvSpPr>
          <p:spPr bwMode="auto">
            <a:xfrm>
              <a:off x="3613150" y="520701"/>
              <a:ext cx="157163" cy="157163"/>
            </a:xfrm>
            <a:custGeom>
              <a:avLst/>
              <a:gdLst>
                <a:gd name="T0" fmla="*/ 23 w 42"/>
                <a:gd name="T1" fmla="*/ 3 h 42"/>
                <a:gd name="T2" fmla="*/ 21 w 42"/>
                <a:gd name="T3" fmla="*/ 0 h 42"/>
                <a:gd name="T4" fmla="*/ 19 w 42"/>
                <a:gd name="T5" fmla="*/ 3 h 42"/>
                <a:gd name="T6" fmla="*/ 19 w 42"/>
                <a:gd name="T7" fmla="*/ 19 h 42"/>
                <a:gd name="T8" fmla="*/ 2 w 42"/>
                <a:gd name="T9" fmla="*/ 19 h 42"/>
                <a:gd name="T10" fmla="*/ 0 w 42"/>
                <a:gd name="T11" fmla="*/ 21 h 42"/>
                <a:gd name="T12" fmla="*/ 2 w 42"/>
                <a:gd name="T13" fmla="*/ 24 h 42"/>
                <a:gd name="T14" fmla="*/ 19 w 42"/>
                <a:gd name="T15" fmla="*/ 24 h 42"/>
                <a:gd name="T16" fmla="*/ 19 w 42"/>
                <a:gd name="T17" fmla="*/ 40 h 42"/>
                <a:gd name="T18" fmla="*/ 21 w 42"/>
                <a:gd name="T19" fmla="*/ 42 h 42"/>
                <a:gd name="T20" fmla="*/ 23 w 42"/>
                <a:gd name="T21" fmla="*/ 40 h 42"/>
                <a:gd name="T22" fmla="*/ 23 w 42"/>
                <a:gd name="T23" fmla="*/ 24 h 42"/>
                <a:gd name="T24" fmla="*/ 40 w 42"/>
                <a:gd name="T25" fmla="*/ 24 h 42"/>
                <a:gd name="T26" fmla="*/ 42 w 42"/>
                <a:gd name="T27" fmla="*/ 21 h 42"/>
                <a:gd name="T28" fmla="*/ 40 w 42"/>
                <a:gd name="T29" fmla="*/ 19 h 42"/>
                <a:gd name="T30" fmla="*/ 23 w 42"/>
                <a:gd name="T31" fmla="*/ 19 h 42"/>
                <a:gd name="T32" fmla="*/ 23 w 42"/>
                <a:gd name="T33" fmla="*/ 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42">
                  <a:moveTo>
                    <a:pt x="23" y="3"/>
                  </a:moveTo>
                  <a:cubicBezTo>
                    <a:pt x="23" y="1"/>
                    <a:pt x="22" y="0"/>
                    <a:pt x="21" y="0"/>
                  </a:cubicBezTo>
                  <a:cubicBezTo>
                    <a:pt x="20" y="0"/>
                    <a:pt x="19" y="1"/>
                    <a:pt x="19" y="3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0" y="20"/>
                    <a:pt x="0" y="21"/>
                  </a:cubicBezTo>
                  <a:cubicBezTo>
                    <a:pt x="0" y="23"/>
                    <a:pt x="1" y="24"/>
                    <a:pt x="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1"/>
                    <a:pt x="20" y="42"/>
                    <a:pt x="21" y="42"/>
                  </a:cubicBezTo>
                  <a:cubicBezTo>
                    <a:pt x="22" y="42"/>
                    <a:pt x="23" y="41"/>
                    <a:pt x="23" y="40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2" y="23"/>
                    <a:pt x="42" y="21"/>
                  </a:cubicBezTo>
                  <a:cubicBezTo>
                    <a:pt x="42" y="20"/>
                    <a:pt x="41" y="19"/>
                    <a:pt x="40" y="19"/>
                  </a:cubicBezTo>
                  <a:cubicBezTo>
                    <a:pt x="23" y="19"/>
                    <a:pt x="23" y="19"/>
                    <a:pt x="23" y="19"/>
                  </a:cubicBezTo>
                  <a:lnTo>
                    <a:pt x="23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2554288" y="303213"/>
            <a:ext cx="352425" cy="481013"/>
            <a:chOff x="2554288" y="303213"/>
            <a:chExt cx="352425" cy="481013"/>
          </a:xfrm>
          <a:solidFill>
            <a:schemeClr val="accent1"/>
          </a:solidFill>
        </p:grpSpPr>
        <p:sp>
          <p:nvSpPr>
            <p:cNvPr id="176" name="Freeform 176"/>
            <p:cNvSpPr>
              <a:spLocks noEditPoints="1"/>
            </p:cNvSpPr>
            <p:nvPr/>
          </p:nvSpPr>
          <p:spPr bwMode="auto">
            <a:xfrm>
              <a:off x="2554288" y="303213"/>
              <a:ext cx="352425" cy="481013"/>
            </a:xfrm>
            <a:custGeom>
              <a:avLst/>
              <a:gdLst>
                <a:gd name="T0" fmla="*/ 94 w 94"/>
                <a:gd name="T1" fmla="*/ 29 h 128"/>
                <a:gd name="T2" fmla="*/ 93 w 94"/>
                <a:gd name="T3" fmla="*/ 28 h 128"/>
                <a:gd name="T4" fmla="*/ 66 w 94"/>
                <a:gd name="T5" fmla="*/ 0 h 128"/>
                <a:gd name="T6" fmla="*/ 64 w 94"/>
                <a:gd name="T7" fmla="*/ 0 h 128"/>
                <a:gd name="T8" fmla="*/ 6 w 94"/>
                <a:gd name="T9" fmla="*/ 0 h 128"/>
                <a:gd name="T10" fmla="*/ 0 w 94"/>
                <a:gd name="T11" fmla="*/ 6 h 128"/>
                <a:gd name="T12" fmla="*/ 0 w 94"/>
                <a:gd name="T13" fmla="*/ 122 h 128"/>
                <a:gd name="T14" fmla="*/ 6 w 94"/>
                <a:gd name="T15" fmla="*/ 128 h 128"/>
                <a:gd name="T16" fmla="*/ 88 w 94"/>
                <a:gd name="T17" fmla="*/ 128 h 128"/>
                <a:gd name="T18" fmla="*/ 94 w 94"/>
                <a:gd name="T19" fmla="*/ 122 h 128"/>
                <a:gd name="T20" fmla="*/ 94 w 94"/>
                <a:gd name="T21" fmla="*/ 29 h 128"/>
                <a:gd name="T22" fmla="*/ 64 w 94"/>
                <a:gd name="T23" fmla="*/ 5 h 128"/>
                <a:gd name="T24" fmla="*/ 88 w 94"/>
                <a:gd name="T25" fmla="*/ 29 h 128"/>
                <a:gd name="T26" fmla="*/ 64 w 94"/>
                <a:gd name="T27" fmla="*/ 29 h 128"/>
                <a:gd name="T28" fmla="*/ 64 w 94"/>
                <a:gd name="T29" fmla="*/ 5 h 128"/>
                <a:gd name="T30" fmla="*/ 89 w 94"/>
                <a:gd name="T31" fmla="*/ 123 h 128"/>
                <a:gd name="T32" fmla="*/ 5 w 94"/>
                <a:gd name="T33" fmla="*/ 123 h 128"/>
                <a:gd name="T34" fmla="*/ 5 w 94"/>
                <a:gd name="T35" fmla="*/ 4 h 128"/>
                <a:gd name="T36" fmla="*/ 60 w 94"/>
                <a:gd name="T37" fmla="*/ 4 h 128"/>
                <a:gd name="T38" fmla="*/ 60 w 94"/>
                <a:gd name="T39" fmla="*/ 28 h 128"/>
                <a:gd name="T40" fmla="*/ 66 w 94"/>
                <a:gd name="T41" fmla="*/ 34 h 128"/>
                <a:gd name="T42" fmla="*/ 89 w 94"/>
                <a:gd name="T43" fmla="*/ 34 h 128"/>
                <a:gd name="T44" fmla="*/ 89 w 94"/>
                <a:gd name="T4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" h="128">
                  <a:moveTo>
                    <a:pt x="94" y="29"/>
                  </a:moveTo>
                  <a:cubicBezTo>
                    <a:pt x="94" y="29"/>
                    <a:pt x="93" y="28"/>
                    <a:pt x="93" y="28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1" y="128"/>
                    <a:pt x="94" y="125"/>
                    <a:pt x="94" y="122"/>
                  </a:cubicBezTo>
                  <a:lnTo>
                    <a:pt x="94" y="29"/>
                  </a:lnTo>
                  <a:close/>
                  <a:moveTo>
                    <a:pt x="64" y="5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4" y="5"/>
                  </a:lnTo>
                  <a:close/>
                  <a:moveTo>
                    <a:pt x="8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31"/>
                    <a:pt x="62" y="34"/>
                    <a:pt x="66" y="34"/>
                  </a:cubicBezTo>
                  <a:cubicBezTo>
                    <a:pt x="89" y="34"/>
                    <a:pt x="89" y="34"/>
                    <a:pt x="89" y="34"/>
                  </a:cubicBezTo>
                  <a:lnTo>
                    <a:pt x="8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7" name="Freeform 177"/>
            <p:cNvSpPr/>
            <p:nvPr/>
          </p:nvSpPr>
          <p:spPr bwMode="auto">
            <a:xfrm>
              <a:off x="2636838" y="482601"/>
              <a:ext cx="171450" cy="230188"/>
            </a:xfrm>
            <a:custGeom>
              <a:avLst/>
              <a:gdLst>
                <a:gd name="T0" fmla="*/ 25 w 46"/>
                <a:gd name="T1" fmla="*/ 53 h 61"/>
                <a:gd name="T2" fmla="*/ 25 w 46"/>
                <a:gd name="T3" fmla="*/ 2 h 61"/>
                <a:gd name="T4" fmla="*/ 23 w 46"/>
                <a:gd name="T5" fmla="*/ 0 h 61"/>
                <a:gd name="T6" fmla="*/ 20 w 46"/>
                <a:gd name="T7" fmla="*/ 2 h 61"/>
                <a:gd name="T8" fmla="*/ 20 w 46"/>
                <a:gd name="T9" fmla="*/ 53 h 61"/>
                <a:gd name="T10" fmla="*/ 3 w 46"/>
                <a:gd name="T11" fmla="*/ 36 h 61"/>
                <a:gd name="T12" fmla="*/ 2 w 46"/>
                <a:gd name="T13" fmla="*/ 36 h 61"/>
                <a:gd name="T14" fmla="*/ 0 w 46"/>
                <a:gd name="T15" fmla="*/ 36 h 61"/>
                <a:gd name="T16" fmla="*/ 0 w 46"/>
                <a:gd name="T17" fmla="*/ 38 h 61"/>
                <a:gd name="T18" fmla="*/ 0 w 46"/>
                <a:gd name="T19" fmla="*/ 40 h 61"/>
                <a:gd name="T20" fmla="*/ 21 w 46"/>
                <a:gd name="T21" fmla="*/ 61 h 61"/>
                <a:gd name="T22" fmla="*/ 24 w 46"/>
                <a:gd name="T23" fmla="*/ 61 h 61"/>
                <a:gd name="T24" fmla="*/ 45 w 46"/>
                <a:gd name="T25" fmla="*/ 40 h 61"/>
                <a:gd name="T26" fmla="*/ 46 w 46"/>
                <a:gd name="T27" fmla="*/ 38 h 61"/>
                <a:gd name="T28" fmla="*/ 45 w 46"/>
                <a:gd name="T29" fmla="*/ 36 h 61"/>
                <a:gd name="T30" fmla="*/ 42 w 46"/>
                <a:gd name="T31" fmla="*/ 36 h 61"/>
                <a:gd name="T32" fmla="*/ 25 w 46"/>
                <a:gd name="T33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1">
                  <a:moveTo>
                    <a:pt x="25" y="53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22" y="0"/>
                    <a:pt x="20" y="1"/>
                    <a:pt x="20" y="2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1" y="36"/>
                    <a:pt x="1" y="36"/>
                    <a:pt x="0" y="36"/>
                  </a:cubicBezTo>
                  <a:cubicBezTo>
                    <a:pt x="0" y="37"/>
                    <a:pt x="0" y="37"/>
                    <a:pt x="0" y="38"/>
                  </a:cubicBezTo>
                  <a:cubicBezTo>
                    <a:pt x="0" y="39"/>
                    <a:pt x="0" y="39"/>
                    <a:pt x="0" y="40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2" y="61"/>
                    <a:pt x="24" y="61"/>
                    <a:pt x="24" y="6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6" y="39"/>
                    <a:pt x="46" y="39"/>
                    <a:pt x="46" y="38"/>
                  </a:cubicBezTo>
                  <a:cubicBezTo>
                    <a:pt x="46" y="37"/>
                    <a:pt x="46" y="37"/>
                    <a:pt x="45" y="36"/>
                  </a:cubicBezTo>
                  <a:cubicBezTo>
                    <a:pt x="44" y="35"/>
                    <a:pt x="43" y="35"/>
                    <a:pt x="42" y="36"/>
                  </a:cubicBezTo>
                  <a:lnTo>
                    <a:pt x="25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8" name="Freeform 178"/>
          <p:cNvSpPr>
            <a:spLocks noEditPoints="1"/>
          </p:cNvSpPr>
          <p:nvPr/>
        </p:nvSpPr>
        <p:spPr bwMode="auto">
          <a:xfrm>
            <a:off x="1633538" y="303213"/>
            <a:ext cx="323850" cy="423863"/>
          </a:xfrm>
          <a:custGeom>
            <a:avLst/>
            <a:gdLst>
              <a:gd name="T0" fmla="*/ 86 w 86"/>
              <a:gd name="T1" fmla="*/ 29 h 113"/>
              <a:gd name="T2" fmla="*/ 86 w 86"/>
              <a:gd name="T3" fmla="*/ 28 h 113"/>
              <a:gd name="T4" fmla="*/ 58 w 86"/>
              <a:gd name="T5" fmla="*/ 0 h 113"/>
              <a:gd name="T6" fmla="*/ 57 w 86"/>
              <a:gd name="T7" fmla="*/ 0 h 113"/>
              <a:gd name="T8" fmla="*/ 6 w 86"/>
              <a:gd name="T9" fmla="*/ 0 h 113"/>
              <a:gd name="T10" fmla="*/ 0 w 86"/>
              <a:gd name="T11" fmla="*/ 6 h 113"/>
              <a:gd name="T12" fmla="*/ 0 w 86"/>
              <a:gd name="T13" fmla="*/ 107 h 113"/>
              <a:gd name="T14" fmla="*/ 6 w 86"/>
              <a:gd name="T15" fmla="*/ 113 h 113"/>
              <a:gd name="T16" fmla="*/ 81 w 86"/>
              <a:gd name="T17" fmla="*/ 113 h 113"/>
              <a:gd name="T18" fmla="*/ 86 w 86"/>
              <a:gd name="T19" fmla="*/ 107 h 113"/>
              <a:gd name="T20" fmla="*/ 86 w 86"/>
              <a:gd name="T21" fmla="*/ 29 h 113"/>
              <a:gd name="T22" fmla="*/ 57 w 86"/>
              <a:gd name="T23" fmla="*/ 5 h 113"/>
              <a:gd name="T24" fmla="*/ 81 w 86"/>
              <a:gd name="T25" fmla="*/ 29 h 113"/>
              <a:gd name="T26" fmla="*/ 57 w 86"/>
              <a:gd name="T27" fmla="*/ 29 h 113"/>
              <a:gd name="T28" fmla="*/ 57 w 86"/>
              <a:gd name="T29" fmla="*/ 5 h 113"/>
              <a:gd name="T30" fmla="*/ 82 w 86"/>
              <a:gd name="T31" fmla="*/ 108 h 113"/>
              <a:gd name="T32" fmla="*/ 5 w 86"/>
              <a:gd name="T33" fmla="*/ 108 h 113"/>
              <a:gd name="T34" fmla="*/ 5 w 86"/>
              <a:gd name="T35" fmla="*/ 4 h 113"/>
              <a:gd name="T36" fmla="*/ 52 w 86"/>
              <a:gd name="T37" fmla="*/ 4 h 113"/>
              <a:gd name="T38" fmla="*/ 52 w 86"/>
              <a:gd name="T39" fmla="*/ 28 h 113"/>
              <a:gd name="T40" fmla="*/ 58 w 86"/>
              <a:gd name="T41" fmla="*/ 34 h 113"/>
              <a:gd name="T42" fmla="*/ 82 w 86"/>
              <a:gd name="T43" fmla="*/ 34 h 113"/>
              <a:gd name="T44" fmla="*/ 82 w 86"/>
              <a:gd name="T45" fmla="*/ 108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6" h="113">
                <a:moveTo>
                  <a:pt x="86" y="29"/>
                </a:moveTo>
                <a:cubicBezTo>
                  <a:pt x="86" y="29"/>
                  <a:pt x="86" y="28"/>
                  <a:pt x="86" y="28"/>
                </a:cubicBezTo>
                <a:cubicBezTo>
                  <a:pt x="58" y="0"/>
                  <a:pt x="58" y="0"/>
                  <a:pt x="58" y="0"/>
                </a:cubicBezTo>
                <a:cubicBezTo>
                  <a:pt x="58" y="0"/>
                  <a:pt x="57" y="0"/>
                  <a:pt x="57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0"/>
                  <a:pt x="3" y="113"/>
                  <a:pt x="6" y="113"/>
                </a:cubicBezTo>
                <a:cubicBezTo>
                  <a:pt x="81" y="113"/>
                  <a:pt x="81" y="113"/>
                  <a:pt x="81" y="113"/>
                </a:cubicBezTo>
                <a:cubicBezTo>
                  <a:pt x="84" y="113"/>
                  <a:pt x="86" y="110"/>
                  <a:pt x="86" y="107"/>
                </a:cubicBezTo>
                <a:lnTo>
                  <a:pt x="86" y="29"/>
                </a:lnTo>
                <a:close/>
                <a:moveTo>
                  <a:pt x="57" y="5"/>
                </a:moveTo>
                <a:cubicBezTo>
                  <a:pt x="81" y="29"/>
                  <a:pt x="81" y="29"/>
                  <a:pt x="81" y="29"/>
                </a:cubicBezTo>
                <a:cubicBezTo>
                  <a:pt x="57" y="29"/>
                  <a:pt x="57" y="29"/>
                  <a:pt x="57" y="29"/>
                </a:cubicBezTo>
                <a:lnTo>
                  <a:pt x="57" y="5"/>
                </a:lnTo>
                <a:close/>
                <a:moveTo>
                  <a:pt x="82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4"/>
                  <a:pt x="5" y="4"/>
                  <a:pt x="5" y="4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8"/>
                  <a:pt x="52" y="28"/>
                  <a:pt x="52" y="28"/>
                </a:cubicBezTo>
                <a:cubicBezTo>
                  <a:pt x="52" y="31"/>
                  <a:pt x="55" y="34"/>
                  <a:pt x="58" y="34"/>
                </a:cubicBezTo>
                <a:cubicBezTo>
                  <a:pt x="82" y="34"/>
                  <a:pt x="82" y="34"/>
                  <a:pt x="82" y="34"/>
                </a:cubicBezTo>
                <a:lnTo>
                  <a:pt x="82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9" name="Freeform 179"/>
          <p:cNvSpPr/>
          <p:nvPr/>
        </p:nvSpPr>
        <p:spPr bwMode="auto">
          <a:xfrm>
            <a:off x="1581150" y="358776"/>
            <a:ext cx="323850" cy="425450"/>
          </a:xfrm>
          <a:custGeom>
            <a:avLst/>
            <a:gdLst>
              <a:gd name="T0" fmla="*/ 83 w 86"/>
              <a:gd name="T1" fmla="*/ 108 h 113"/>
              <a:gd name="T2" fmla="*/ 4 w 86"/>
              <a:gd name="T3" fmla="*/ 108 h 113"/>
              <a:gd name="T4" fmla="*/ 4 w 86"/>
              <a:gd name="T5" fmla="*/ 2 h 113"/>
              <a:gd name="T6" fmla="*/ 2 w 86"/>
              <a:gd name="T7" fmla="*/ 0 h 113"/>
              <a:gd name="T8" fmla="*/ 0 w 86"/>
              <a:gd name="T9" fmla="*/ 2 h 113"/>
              <a:gd name="T10" fmla="*/ 0 w 86"/>
              <a:gd name="T11" fmla="*/ 107 h 113"/>
              <a:gd name="T12" fmla="*/ 6 w 86"/>
              <a:gd name="T13" fmla="*/ 113 h 113"/>
              <a:gd name="T14" fmla="*/ 83 w 86"/>
              <a:gd name="T15" fmla="*/ 113 h 113"/>
              <a:gd name="T16" fmla="*/ 86 w 86"/>
              <a:gd name="T17" fmla="*/ 110 h 113"/>
              <a:gd name="T18" fmla="*/ 83 w 86"/>
              <a:gd name="T19" fmla="*/ 108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" h="113">
                <a:moveTo>
                  <a:pt x="83" y="108"/>
                </a:moveTo>
                <a:cubicBezTo>
                  <a:pt x="4" y="108"/>
                  <a:pt x="4" y="108"/>
                  <a:pt x="4" y="108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0"/>
                  <a:pt x="2" y="113"/>
                  <a:pt x="6" y="113"/>
                </a:cubicBezTo>
                <a:cubicBezTo>
                  <a:pt x="83" y="113"/>
                  <a:pt x="83" y="113"/>
                  <a:pt x="83" y="113"/>
                </a:cubicBezTo>
                <a:cubicBezTo>
                  <a:pt x="85" y="113"/>
                  <a:pt x="86" y="112"/>
                  <a:pt x="86" y="110"/>
                </a:cubicBezTo>
                <a:cubicBezTo>
                  <a:pt x="86" y="109"/>
                  <a:pt x="85" y="108"/>
                  <a:pt x="83" y="1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0" name="Freeform 180"/>
          <p:cNvSpPr>
            <a:spLocks noEditPoints="1"/>
          </p:cNvSpPr>
          <p:nvPr/>
        </p:nvSpPr>
        <p:spPr bwMode="auto">
          <a:xfrm>
            <a:off x="631825" y="303213"/>
            <a:ext cx="352425" cy="481013"/>
          </a:xfrm>
          <a:custGeom>
            <a:avLst/>
            <a:gdLst>
              <a:gd name="T0" fmla="*/ 94 w 94"/>
              <a:gd name="T1" fmla="*/ 29 h 128"/>
              <a:gd name="T2" fmla="*/ 93 w 94"/>
              <a:gd name="T3" fmla="*/ 28 h 128"/>
              <a:gd name="T4" fmla="*/ 66 w 94"/>
              <a:gd name="T5" fmla="*/ 0 h 128"/>
              <a:gd name="T6" fmla="*/ 64 w 94"/>
              <a:gd name="T7" fmla="*/ 0 h 128"/>
              <a:gd name="T8" fmla="*/ 6 w 94"/>
              <a:gd name="T9" fmla="*/ 0 h 128"/>
              <a:gd name="T10" fmla="*/ 0 w 94"/>
              <a:gd name="T11" fmla="*/ 6 h 128"/>
              <a:gd name="T12" fmla="*/ 0 w 94"/>
              <a:gd name="T13" fmla="*/ 122 h 128"/>
              <a:gd name="T14" fmla="*/ 6 w 94"/>
              <a:gd name="T15" fmla="*/ 128 h 128"/>
              <a:gd name="T16" fmla="*/ 88 w 94"/>
              <a:gd name="T17" fmla="*/ 128 h 128"/>
              <a:gd name="T18" fmla="*/ 94 w 94"/>
              <a:gd name="T19" fmla="*/ 122 h 128"/>
              <a:gd name="T20" fmla="*/ 94 w 94"/>
              <a:gd name="T21" fmla="*/ 29 h 128"/>
              <a:gd name="T22" fmla="*/ 64 w 94"/>
              <a:gd name="T23" fmla="*/ 5 h 128"/>
              <a:gd name="T24" fmla="*/ 88 w 94"/>
              <a:gd name="T25" fmla="*/ 29 h 128"/>
              <a:gd name="T26" fmla="*/ 64 w 94"/>
              <a:gd name="T27" fmla="*/ 29 h 128"/>
              <a:gd name="T28" fmla="*/ 64 w 94"/>
              <a:gd name="T29" fmla="*/ 5 h 128"/>
              <a:gd name="T30" fmla="*/ 89 w 94"/>
              <a:gd name="T31" fmla="*/ 123 h 128"/>
              <a:gd name="T32" fmla="*/ 5 w 94"/>
              <a:gd name="T33" fmla="*/ 123 h 128"/>
              <a:gd name="T34" fmla="*/ 5 w 94"/>
              <a:gd name="T35" fmla="*/ 4 h 128"/>
              <a:gd name="T36" fmla="*/ 60 w 94"/>
              <a:gd name="T37" fmla="*/ 4 h 128"/>
              <a:gd name="T38" fmla="*/ 60 w 94"/>
              <a:gd name="T39" fmla="*/ 28 h 128"/>
              <a:gd name="T40" fmla="*/ 66 w 94"/>
              <a:gd name="T41" fmla="*/ 34 h 128"/>
              <a:gd name="T42" fmla="*/ 89 w 94"/>
              <a:gd name="T43" fmla="*/ 34 h 128"/>
              <a:gd name="T44" fmla="*/ 89 w 94"/>
              <a:gd name="T4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4" h="128">
                <a:moveTo>
                  <a:pt x="94" y="29"/>
                </a:moveTo>
                <a:cubicBezTo>
                  <a:pt x="94" y="29"/>
                  <a:pt x="93" y="28"/>
                  <a:pt x="93" y="28"/>
                </a:cubicBezTo>
                <a:cubicBezTo>
                  <a:pt x="66" y="0"/>
                  <a:pt x="66" y="0"/>
                  <a:pt x="66" y="0"/>
                </a:cubicBezTo>
                <a:cubicBezTo>
                  <a:pt x="65" y="0"/>
                  <a:pt x="65" y="0"/>
                  <a:pt x="64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6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88" y="128"/>
                  <a:pt x="88" y="128"/>
                  <a:pt x="88" y="128"/>
                </a:cubicBezTo>
                <a:cubicBezTo>
                  <a:pt x="91" y="128"/>
                  <a:pt x="94" y="125"/>
                  <a:pt x="94" y="122"/>
                </a:cubicBezTo>
                <a:lnTo>
                  <a:pt x="94" y="29"/>
                </a:lnTo>
                <a:close/>
                <a:moveTo>
                  <a:pt x="64" y="5"/>
                </a:moveTo>
                <a:cubicBezTo>
                  <a:pt x="88" y="29"/>
                  <a:pt x="88" y="29"/>
                  <a:pt x="88" y="29"/>
                </a:cubicBezTo>
                <a:cubicBezTo>
                  <a:pt x="64" y="29"/>
                  <a:pt x="64" y="29"/>
                  <a:pt x="64" y="29"/>
                </a:cubicBezTo>
                <a:lnTo>
                  <a:pt x="64" y="5"/>
                </a:lnTo>
                <a:close/>
                <a:moveTo>
                  <a:pt x="89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4"/>
                  <a:pt x="5" y="4"/>
                  <a:pt x="5" y="4"/>
                </a:cubicBezTo>
                <a:cubicBezTo>
                  <a:pt x="60" y="4"/>
                  <a:pt x="60" y="4"/>
                  <a:pt x="60" y="4"/>
                </a:cubicBezTo>
                <a:cubicBezTo>
                  <a:pt x="60" y="28"/>
                  <a:pt x="60" y="28"/>
                  <a:pt x="60" y="28"/>
                </a:cubicBezTo>
                <a:cubicBezTo>
                  <a:pt x="60" y="31"/>
                  <a:pt x="62" y="34"/>
                  <a:pt x="66" y="34"/>
                </a:cubicBezTo>
                <a:cubicBezTo>
                  <a:pt x="89" y="34"/>
                  <a:pt x="89" y="34"/>
                  <a:pt x="89" y="34"/>
                </a:cubicBezTo>
                <a:lnTo>
                  <a:pt x="89" y="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568325" y="782638"/>
            <a:ext cx="11052175" cy="5292725"/>
            <a:chOff x="358" y="493"/>
            <a:chExt cx="6962" cy="3334"/>
          </a:xfrm>
          <a:solidFill>
            <a:schemeClr val="accent1"/>
          </a:solidFill>
        </p:grpSpPr>
        <p:sp>
          <p:nvSpPr>
            <p:cNvPr id="5" name="Freeform 5"/>
            <p:cNvSpPr>
              <a:spLocks noEditPoints="1"/>
            </p:cNvSpPr>
            <p:nvPr/>
          </p:nvSpPr>
          <p:spPr bwMode="auto">
            <a:xfrm>
              <a:off x="7017" y="3540"/>
              <a:ext cx="303" cy="270"/>
            </a:xfrm>
            <a:custGeom>
              <a:avLst/>
              <a:gdLst>
                <a:gd name="T0" fmla="*/ 128 w 128"/>
                <a:gd name="T1" fmla="*/ 73 h 114"/>
                <a:gd name="T2" fmla="*/ 128 w 128"/>
                <a:gd name="T3" fmla="*/ 13 h 114"/>
                <a:gd name="T4" fmla="*/ 127 w 128"/>
                <a:gd name="T5" fmla="*/ 12 h 114"/>
                <a:gd name="T6" fmla="*/ 116 w 128"/>
                <a:gd name="T7" fmla="*/ 1 h 114"/>
                <a:gd name="T8" fmla="*/ 115 w 128"/>
                <a:gd name="T9" fmla="*/ 0 h 114"/>
                <a:gd name="T10" fmla="*/ 71 w 128"/>
                <a:gd name="T11" fmla="*/ 0 h 114"/>
                <a:gd name="T12" fmla="*/ 69 w 128"/>
                <a:gd name="T13" fmla="*/ 1 h 114"/>
                <a:gd name="T14" fmla="*/ 60 w 128"/>
                <a:gd name="T15" fmla="*/ 10 h 114"/>
                <a:gd name="T16" fmla="*/ 42 w 128"/>
                <a:gd name="T17" fmla="*/ 10 h 114"/>
                <a:gd name="T18" fmla="*/ 42 w 128"/>
                <a:gd name="T19" fmla="*/ 8 h 114"/>
                <a:gd name="T20" fmla="*/ 36 w 128"/>
                <a:gd name="T21" fmla="*/ 2 h 114"/>
                <a:gd name="T22" fmla="*/ 6 w 128"/>
                <a:gd name="T23" fmla="*/ 2 h 114"/>
                <a:gd name="T24" fmla="*/ 0 w 128"/>
                <a:gd name="T25" fmla="*/ 8 h 114"/>
                <a:gd name="T26" fmla="*/ 0 w 128"/>
                <a:gd name="T27" fmla="*/ 68 h 114"/>
                <a:gd name="T28" fmla="*/ 6 w 128"/>
                <a:gd name="T29" fmla="*/ 74 h 114"/>
                <a:gd name="T30" fmla="*/ 36 w 128"/>
                <a:gd name="T31" fmla="*/ 74 h 114"/>
                <a:gd name="T32" fmla="*/ 42 w 128"/>
                <a:gd name="T33" fmla="*/ 68 h 114"/>
                <a:gd name="T34" fmla="*/ 42 w 128"/>
                <a:gd name="T35" fmla="*/ 66 h 114"/>
                <a:gd name="T36" fmla="*/ 43 w 128"/>
                <a:gd name="T37" fmla="*/ 66 h 114"/>
                <a:gd name="T38" fmla="*/ 47 w 128"/>
                <a:gd name="T39" fmla="*/ 66 h 114"/>
                <a:gd name="T40" fmla="*/ 59 w 128"/>
                <a:gd name="T41" fmla="*/ 71 h 114"/>
                <a:gd name="T42" fmla="*/ 62 w 128"/>
                <a:gd name="T43" fmla="*/ 74 h 114"/>
                <a:gd name="T44" fmla="*/ 78 w 128"/>
                <a:gd name="T45" fmla="*/ 113 h 114"/>
                <a:gd name="T46" fmla="*/ 81 w 128"/>
                <a:gd name="T47" fmla="*/ 114 h 114"/>
                <a:gd name="T48" fmla="*/ 99 w 128"/>
                <a:gd name="T49" fmla="*/ 114 h 114"/>
                <a:gd name="T50" fmla="*/ 101 w 128"/>
                <a:gd name="T51" fmla="*/ 112 h 114"/>
                <a:gd name="T52" fmla="*/ 101 w 128"/>
                <a:gd name="T53" fmla="*/ 101 h 114"/>
                <a:gd name="T54" fmla="*/ 101 w 128"/>
                <a:gd name="T55" fmla="*/ 101 h 114"/>
                <a:gd name="T56" fmla="*/ 98 w 128"/>
                <a:gd name="T57" fmla="*/ 92 h 114"/>
                <a:gd name="T58" fmla="*/ 98 w 128"/>
                <a:gd name="T59" fmla="*/ 81 h 114"/>
                <a:gd name="T60" fmla="*/ 117 w 128"/>
                <a:gd name="T61" fmla="*/ 81 h 114"/>
                <a:gd name="T62" fmla="*/ 118 w 128"/>
                <a:gd name="T63" fmla="*/ 81 h 114"/>
                <a:gd name="T64" fmla="*/ 127 w 128"/>
                <a:gd name="T65" fmla="*/ 75 h 114"/>
                <a:gd name="T66" fmla="*/ 128 w 128"/>
                <a:gd name="T67" fmla="*/ 73 h 114"/>
                <a:gd name="T68" fmla="*/ 37 w 128"/>
                <a:gd name="T69" fmla="*/ 69 h 114"/>
                <a:gd name="T70" fmla="*/ 5 w 128"/>
                <a:gd name="T71" fmla="*/ 69 h 114"/>
                <a:gd name="T72" fmla="*/ 5 w 128"/>
                <a:gd name="T73" fmla="*/ 7 h 114"/>
                <a:gd name="T74" fmla="*/ 37 w 128"/>
                <a:gd name="T75" fmla="*/ 7 h 114"/>
                <a:gd name="T76" fmla="*/ 37 w 128"/>
                <a:gd name="T77" fmla="*/ 69 h 114"/>
                <a:gd name="T78" fmla="*/ 116 w 128"/>
                <a:gd name="T79" fmla="*/ 76 h 114"/>
                <a:gd name="T80" fmla="*/ 94 w 128"/>
                <a:gd name="T81" fmla="*/ 76 h 114"/>
                <a:gd name="T82" fmla="*/ 94 w 128"/>
                <a:gd name="T83" fmla="*/ 92 h 114"/>
                <a:gd name="T84" fmla="*/ 96 w 128"/>
                <a:gd name="T85" fmla="*/ 102 h 114"/>
                <a:gd name="T86" fmla="*/ 96 w 128"/>
                <a:gd name="T87" fmla="*/ 109 h 114"/>
                <a:gd name="T88" fmla="*/ 82 w 128"/>
                <a:gd name="T89" fmla="*/ 109 h 114"/>
                <a:gd name="T90" fmla="*/ 66 w 128"/>
                <a:gd name="T91" fmla="*/ 72 h 114"/>
                <a:gd name="T92" fmla="*/ 63 w 128"/>
                <a:gd name="T93" fmla="*/ 67 h 114"/>
                <a:gd name="T94" fmla="*/ 47 w 128"/>
                <a:gd name="T95" fmla="*/ 61 h 114"/>
                <a:gd name="T96" fmla="*/ 42 w 128"/>
                <a:gd name="T97" fmla="*/ 61 h 114"/>
                <a:gd name="T98" fmla="*/ 42 w 128"/>
                <a:gd name="T99" fmla="*/ 15 h 114"/>
                <a:gd name="T100" fmla="*/ 62 w 128"/>
                <a:gd name="T101" fmla="*/ 15 h 114"/>
                <a:gd name="T102" fmla="*/ 72 w 128"/>
                <a:gd name="T103" fmla="*/ 5 h 114"/>
                <a:gd name="T104" fmla="*/ 114 w 128"/>
                <a:gd name="T105" fmla="*/ 5 h 114"/>
                <a:gd name="T106" fmla="*/ 123 w 128"/>
                <a:gd name="T107" fmla="*/ 14 h 114"/>
                <a:gd name="T108" fmla="*/ 123 w 128"/>
                <a:gd name="T109" fmla="*/ 72 h 114"/>
                <a:gd name="T110" fmla="*/ 116 w 128"/>
                <a:gd name="T111" fmla="*/ 7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8" h="114">
                  <a:moveTo>
                    <a:pt x="128" y="73"/>
                  </a:moveTo>
                  <a:cubicBezTo>
                    <a:pt x="128" y="13"/>
                    <a:pt x="128" y="13"/>
                    <a:pt x="128" y="13"/>
                  </a:cubicBezTo>
                  <a:cubicBezTo>
                    <a:pt x="128" y="13"/>
                    <a:pt x="128" y="12"/>
                    <a:pt x="127" y="12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6" y="0"/>
                    <a:pt x="115" y="0"/>
                    <a:pt x="115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0" y="0"/>
                    <a:pt x="70" y="0"/>
                    <a:pt x="69" y="1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5"/>
                    <a:pt x="39" y="2"/>
                    <a:pt x="3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1"/>
                    <a:pt x="3" y="74"/>
                    <a:pt x="6" y="7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9" y="74"/>
                    <a:pt x="42" y="71"/>
                    <a:pt x="42" y="68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5" y="66"/>
                    <a:pt x="47" y="66"/>
                    <a:pt x="47" y="66"/>
                  </a:cubicBezTo>
                  <a:cubicBezTo>
                    <a:pt x="52" y="66"/>
                    <a:pt x="56" y="67"/>
                    <a:pt x="59" y="71"/>
                  </a:cubicBezTo>
                  <a:cubicBezTo>
                    <a:pt x="60" y="72"/>
                    <a:pt x="61" y="73"/>
                    <a:pt x="62" y="7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79" y="113"/>
                    <a:pt x="80" y="114"/>
                    <a:pt x="81" y="114"/>
                  </a:cubicBezTo>
                  <a:cubicBezTo>
                    <a:pt x="99" y="114"/>
                    <a:pt x="99" y="114"/>
                    <a:pt x="99" y="114"/>
                  </a:cubicBezTo>
                  <a:cubicBezTo>
                    <a:pt x="100" y="114"/>
                    <a:pt x="101" y="113"/>
                    <a:pt x="101" y="112"/>
                  </a:cubicBezTo>
                  <a:cubicBezTo>
                    <a:pt x="101" y="101"/>
                    <a:pt x="101" y="101"/>
                    <a:pt x="101" y="101"/>
                  </a:cubicBezTo>
                  <a:cubicBezTo>
                    <a:pt x="101" y="101"/>
                    <a:pt x="101" y="101"/>
                    <a:pt x="101" y="101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8" y="81"/>
                    <a:pt x="98" y="81"/>
                    <a:pt x="98" y="81"/>
                  </a:cubicBezTo>
                  <a:cubicBezTo>
                    <a:pt x="117" y="81"/>
                    <a:pt x="117" y="81"/>
                    <a:pt x="117" y="81"/>
                  </a:cubicBezTo>
                  <a:cubicBezTo>
                    <a:pt x="117" y="81"/>
                    <a:pt x="118" y="81"/>
                    <a:pt x="118" y="81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7" y="75"/>
                    <a:pt x="128" y="74"/>
                    <a:pt x="128" y="73"/>
                  </a:cubicBezTo>
                  <a:close/>
                  <a:moveTo>
                    <a:pt x="37" y="69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37" y="7"/>
                    <a:pt x="37" y="7"/>
                    <a:pt x="37" y="7"/>
                  </a:cubicBezTo>
                  <a:lnTo>
                    <a:pt x="37" y="69"/>
                  </a:lnTo>
                  <a:close/>
                  <a:moveTo>
                    <a:pt x="116" y="76"/>
                  </a:moveTo>
                  <a:cubicBezTo>
                    <a:pt x="94" y="76"/>
                    <a:pt x="94" y="76"/>
                    <a:pt x="94" y="76"/>
                  </a:cubicBezTo>
                  <a:cubicBezTo>
                    <a:pt x="94" y="92"/>
                    <a:pt x="94" y="92"/>
                    <a:pt x="94" y="92"/>
                  </a:cubicBezTo>
                  <a:cubicBezTo>
                    <a:pt x="96" y="102"/>
                    <a:pt x="96" y="102"/>
                    <a:pt x="96" y="102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65" y="71"/>
                    <a:pt x="64" y="69"/>
                    <a:pt x="63" y="67"/>
                  </a:cubicBezTo>
                  <a:cubicBezTo>
                    <a:pt x="58" y="63"/>
                    <a:pt x="53" y="61"/>
                    <a:pt x="47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123" y="72"/>
                    <a:pt x="123" y="72"/>
                    <a:pt x="123" y="72"/>
                  </a:cubicBezTo>
                  <a:lnTo>
                    <a:pt x="116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6412" y="3540"/>
              <a:ext cx="303" cy="270"/>
            </a:xfrm>
            <a:custGeom>
              <a:avLst/>
              <a:gdLst>
                <a:gd name="T0" fmla="*/ 128 w 128"/>
                <a:gd name="T1" fmla="*/ 101 h 114"/>
                <a:gd name="T2" fmla="*/ 128 w 128"/>
                <a:gd name="T3" fmla="*/ 41 h 114"/>
                <a:gd name="T4" fmla="*/ 127 w 128"/>
                <a:gd name="T5" fmla="*/ 39 h 114"/>
                <a:gd name="T6" fmla="*/ 118 w 128"/>
                <a:gd name="T7" fmla="*/ 34 h 114"/>
                <a:gd name="T8" fmla="*/ 117 w 128"/>
                <a:gd name="T9" fmla="*/ 33 h 114"/>
                <a:gd name="T10" fmla="*/ 98 w 128"/>
                <a:gd name="T11" fmla="*/ 33 h 114"/>
                <a:gd name="T12" fmla="*/ 98 w 128"/>
                <a:gd name="T13" fmla="*/ 22 h 114"/>
                <a:gd name="T14" fmla="*/ 101 w 128"/>
                <a:gd name="T15" fmla="*/ 13 h 114"/>
                <a:gd name="T16" fmla="*/ 101 w 128"/>
                <a:gd name="T17" fmla="*/ 13 h 114"/>
                <a:gd name="T18" fmla="*/ 101 w 128"/>
                <a:gd name="T19" fmla="*/ 2 h 114"/>
                <a:gd name="T20" fmla="*/ 99 w 128"/>
                <a:gd name="T21" fmla="*/ 0 h 114"/>
                <a:gd name="T22" fmla="*/ 81 w 128"/>
                <a:gd name="T23" fmla="*/ 0 h 114"/>
                <a:gd name="T24" fmla="*/ 78 w 128"/>
                <a:gd name="T25" fmla="*/ 1 h 114"/>
                <a:gd name="T26" fmla="*/ 62 w 128"/>
                <a:gd name="T27" fmla="*/ 39 h 114"/>
                <a:gd name="T28" fmla="*/ 59 w 128"/>
                <a:gd name="T29" fmla="*/ 43 h 114"/>
                <a:gd name="T30" fmla="*/ 47 w 128"/>
                <a:gd name="T31" fmla="*/ 48 h 114"/>
                <a:gd name="T32" fmla="*/ 42 w 128"/>
                <a:gd name="T33" fmla="*/ 48 h 114"/>
                <a:gd name="T34" fmla="*/ 42 w 128"/>
                <a:gd name="T35" fmla="*/ 46 h 114"/>
                <a:gd name="T36" fmla="*/ 36 w 128"/>
                <a:gd name="T37" fmla="*/ 40 h 114"/>
                <a:gd name="T38" fmla="*/ 6 w 128"/>
                <a:gd name="T39" fmla="*/ 40 h 114"/>
                <a:gd name="T40" fmla="*/ 0 w 128"/>
                <a:gd name="T41" fmla="*/ 46 h 114"/>
                <a:gd name="T42" fmla="*/ 0 w 128"/>
                <a:gd name="T43" fmla="*/ 106 h 114"/>
                <a:gd name="T44" fmla="*/ 6 w 128"/>
                <a:gd name="T45" fmla="*/ 112 h 114"/>
                <a:gd name="T46" fmla="*/ 36 w 128"/>
                <a:gd name="T47" fmla="*/ 112 h 114"/>
                <a:gd name="T48" fmla="*/ 42 w 128"/>
                <a:gd name="T49" fmla="*/ 106 h 114"/>
                <a:gd name="T50" fmla="*/ 42 w 128"/>
                <a:gd name="T51" fmla="*/ 104 h 114"/>
                <a:gd name="T52" fmla="*/ 60 w 128"/>
                <a:gd name="T53" fmla="*/ 104 h 114"/>
                <a:gd name="T54" fmla="*/ 69 w 128"/>
                <a:gd name="T55" fmla="*/ 113 h 114"/>
                <a:gd name="T56" fmla="*/ 71 w 128"/>
                <a:gd name="T57" fmla="*/ 114 h 114"/>
                <a:gd name="T58" fmla="*/ 115 w 128"/>
                <a:gd name="T59" fmla="*/ 114 h 114"/>
                <a:gd name="T60" fmla="*/ 116 w 128"/>
                <a:gd name="T61" fmla="*/ 113 h 114"/>
                <a:gd name="T62" fmla="*/ 127 w 128"/>
                <a:gd name="T63" fmla="*/ 102 h 114"/>
                <a:gd name="T64" fmla="*/ 128 w 128"/>
                <a:gd name="T65" fmla="*/ 101 h 114"/>
                <a:gd name="T66" fmla="*/ 37 w 128"/>
                <a:gd name="T67" fmla="*/ 107 h 114"/>
                <a:gd name="T68" fmla="*/ 5 w 128"/>
                <a:gd name="T69" fmla="*/ 107 h 114"/>
                <a:gd name="T70" fmla="*/ 5 w 128"/>
                <a:gd name="T71" fmla="*/ 45 h 114"/>
                <a:gd name="T72" fmla="*/ 37 w 128"/>
                <a:gd name="T73" fmla="*/ 45 h 114"/>
                <a:gd name="T74" fmla="*/ 37 w 128"/>
                <a:gd name="T75" fmla="*/ 107 h 114"/>
                <a:gd name="T76" fmla="*/ 123 w 128"/>
                <a:gd name="T77" fmla="*/ 43 h 114"/>
                <a:gd name="T78" fmla="*/ 123 w 128"/>
                <a:gd name="T79" fmla="*/ 100 h 114"/>
                <a:gd name="T80" fmla="*/ 114 w 128"/>
                <a:gd name="T81" fmla="*/ 109 h 114"/>
                <a:gd name="T82" fmla="*/ 72 w 128"/>
                <a:gd name="T83" fmla="*/ 109 h 114"/>
                <a:gd name="T84" fmla="*/ 62 w 128"/>
                <a:gd name="T85" fmla="*/ 99 h 114"/>
                <a:gd name="T86" fmla="*/ 42 w 128"/>
                <a:gd name="T87" fmla="*/ 99 h 114"/>
                <a:gd name="T88" fmla="*/ 42 w 128"/>
                <a:gd name="T89" fmla="*/ 53 h 114"/>
                <a:gd name="T90" fmla="*/ 47 w 128"/>
                <a:gd name="T91" fmla="*/ 53 h 114"/>
                <a:gd name="T92" fmla="*/ 63 w 128"/>
                <a:gd name="T93" fmla="*/ 47 h 114"/>
                <a:gd name="T94" fmla="*/ 66 w 128"/>
                <a:gd name="T95" fmla="*/ 42 h 114"/>
                <a:gd name="T96" fmla="*/ 82 w 128"/>
                <a:gd name="T97" fmla="*/ 5 h 114"/>
                <a:gd name="T98" fmla="*/ 96 w 128"/>
                <a:gd name="T99" fmla="*/ 5 h 114"/>
                <a:gd name="T100" fmla="*/ 96 w 128"/>
                <a:gd name="T101" fmla="*/ 13 h 114"/>
                <a:gd name="T102" fmla="*/ 94 w 128"/>
                <a:gd name="T103" fmla="*/ 22 h 114"/>
                <a:gd name="T104" fmla="*/ 94 w 128"/>
                <a:gd name="T105" fmla="*/ 38 h 114"/>
                <a:gd name="T106" fmla="*/ 116 w 128"/>
                <a:gd name="T107" fmla="*/ 38 h 114"/>
                <a:gd name="T108" fmla="*/ 123 w 128"/>
                <a:gd name="T109" fmla="*/ 42 h 114"/>
                <a:gd name="T110" fmla="*/ 123 w 128"/>
                <a:gd name="T111" fmla="*/ 4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8" h="114">
                  <a:moveTo>
                    <a:pt x="128" y="101"/>
                  </a:moveTo>
                  <a:cubicBezTo>
                    <a:pt x="128" y="41"/>
                    <a:pt x="128" y="41"/>
                    <a:pt x="128" y="41"/>
                  </a:cubicBezTo>
                  <a:cubicBezTo>
                    <a:pt x="128" y="40"/>
                    <a:pt x="127" y="39"/>
                    <a:pt x="127" y="39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98" y="33"/>
                    <a:pt x="98" y="33"/>
                    <a:pt x="98" y="33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101" y="13"/>
                    <a:pt x="101" y="13"/>
                    <a:pt x="101" y="13"/>
                  </a:cubicBezTo>
                  <a:cubicBezTo>
                    <a:pt x="101" y="13"/>
                    <a:pt x="101" y="13"/>
                    <a:pt x="101" y="13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1"/>
                    <a:pt x="100" y="0"/>
                    <a:pt x="99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0" y="0"/>
                    <a:pt x="79" y="1"/>
                    <a:pt x="78" y="1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1" y="41"/>
                    <a:pt x="60" y="42"/>
                    <a:pt x="59" y="43"/>
                  </a:cubicBezTo>
                  <a:cubicBezTo>
                    <a:pt x="56" y="47"/>
                    <a:pt x="52" y="48"/>
                    <a:pt x="47" y="48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2" y="43"/>
                    <a:pt x="39" y="40"/>
                    <a:pt x="3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3" y="40"/>
                    <a:pt x="0" y="43"/>
                    <a:pt x="0" y="4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9"/>
                    <a:pt x="3" y="112"/>
                    <a:pt x="6" y="112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9" y="112"/>
                    <a:pt x="42" y="109"/>
                    <a:pt x="42" y="106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70" y="114"/>
                    <a:pt x="70" y="114"/>
                    <a:pt x="71" y="114"/>
                  </a:cubicBezTo>
                  <a:cubicBezTo>
                    <a:pt x="115" y="114"/>
                    <a:pt x="115" y="114"/>
                    <a:pt x="115" y="114"/>
                  </a:cubicBezTo>
                  <a:cubicBezTo>
                    <a:pt x="115" y="114"/>
                    <a:pt x="116" y="114"/>
                    <a:pt x="116" y="113"/>
                  </a:cubicBezTo>
                  <a:cubicBezTo>
                    <a:pt x="127" y="102"/>
                    <a:pt x="127" y="102"/>
                    <a:pt x="127" y="102"/>
                  </a:cubicBezTo>
                  <a:cubicBezTo>
                    <a:pt x="128" y="102"/>
                    <a:pt x="128" y="101"/>
                    <a:pt x="128" y="101"/>
                  </a:cubicBezTo>
                  <a:close/>
                  <a:moveTo>
                    <a:pt x="37" y="107"/>
                  </a:moveTo>
                  <a:cubicBezTo>
                    <a:pt x="5" y="107"/>
                    <a:pt x="5" y="107"/>
                    <a:pt x="5" y="107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37" y="45"/>
                    <a:pt x="37" y="45"/>
                    <a:pt x="37" y="45"/>
                  </a:cubicBezTo>
                  <a:lnTo>
                    <a:pt x="37" y="107"/>
                  </a:lnTo>
                  <a:close/>
                  <a:moveTo>
                    <a:pt x="123" y="43"/>
                  </a:moveTo>
                  <a:cubicBezTo>
                    <a:pt x="123" y="100"/>
                    <a:pt x="123" y="100"/>
                    <a:pt x="123" y="100"/>
                  </a:cubicBezTo>
                  <a:cubicBezTo>
                    <a:pt x="114" y="109"/>
                    <a:pt x="114" y="109"/>
                    <a:pt x="114" y="109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53" y="53"/>
                    <a:pt x="58" y="51"/>
                    <a:pt x="63" y="47"/>
                  </a:cubicBezTo>
                  <a:cubicBezTo>
                    <a:pt x="64" y="45"/>
                    <a:pt x="65" y="43"/>
                    <a:pt x="66" y="42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116" y="38"/>
                    <a:pt x="116" y="38"/>
                    <a:pt x="116" y="38"/>
                  </a:cubicBezTo>
                  <a:cubicBezTo>
                    <a:pt x="123" y="42"/>
                    <a:pt x="123" y="42"/>
                    <a:pt x="123" y="42"/>
                  </a:cubicBezTo>
                  <a:lnTo>
                    <a:pt x="123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5937" y="3775"/>
              <a:ext cx="42" cy="45"/>
            </a:xfrm>
            <a:custGeom>
              <a:avLst/>
              <a:gdLst>
                <a:gd name="T0" fmla="*/ 9 w 18"/>
                <a:gd name="T1" fmla="*/ 0 h 19"/>
                <a:gd name="T2" fmla="*/ 0 w 18"/>
                <a:gd name="T3" fmla="*/ 9 h 19"/>
                <a:gd name="T4" fmla="*/ 9 w 18"/>
                <a:gd name="T5" fmla="*/ 19 h 19"/>
                <a:gd name="T6" fmla="*/ 18 w 18"/>
                <a:gd name="T7" fmla="*/ 9 h 19"/>
                <a:gd name="T8" fmla="*/ 9 w 18"/>
                <a:gd name="T9" fmla="*/ 0 h 19"/>
                <a:gd name="T10" fmla="*/ 9 w 18"/>
                <a:gd name="T11" fmla="*/ 14 h 19"/>
                <a:gd name="T12" fmla="*/ 4 w 18"/>
                <a:gd name="T13" fmla="*/ 9 h 19"/>
                <a:gd name="T14" fmla="*/ 9 w 18"/>
                <a:gd name="T15" fmla="*/ 4 h 19"/>
                <a:gd name="T16" fmla="*/ 14 w 18"/>
                <a:gd name="T17" fmla="*/ 9 h 19"/>
                <a:gd name="T18" fmla="*/ 9 w 18"/>
                <a:gd name="T19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9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9" y="19"/>
                  </a:cubicBezTo>
                  <a:cubicBezTo>
                    <a:pt x="14" y="19"/>
                    <a:pt x="18" y="15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  <a:close/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7"/>
                    <a:pt x="6" y="4"/>
                    <a:pt x="9" y="4"/>
                  </a:cubicBezTo>
                  <a:cubicBezTo>
                    <a:pt x="12" y="4"/>
                    <a:pt x="14" y="7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5854" y="3618"/>
              <a:ext cx="208" cy="41"/>
            </a:xfrm>
            <a:custGeom>
              <a:avLst/>
              <a:gdLst>
                <a:gd name="T0" fmla="*/ 87 w 88"/>
                <a:gd name="T1" fmla="*/ 12 h 17"/>
                <a:gd name="T2" fmla="*/ 87 w 88"/>
                <a:gd name="T3" fmla="*/ 12 h 17"/>
                <a:gd name="T4" fmla="*/ 44 w 88"/>
                <a:gd name="T5" fmla="*/ 0 h 17"/>
                <a:gd name="T6" fmla="*/ 1 w 88"/>
                <a:gd name="T7" fmla="*/ 12 h 17"/>
                <a:gd name="T8" fmla="*/ 0 w 88"/>
                <a:gd name="T9" fmla="*/ 14 h 17"/>
                <a:gd name="T10" fmla="*/ 3 w 88"/>
                <a:gd name="T11" fmla="*/ 16 h 17"/>
                <a:gd name="T12" fmla="*/ 14 w 88"/>
                <a:gd name="T13" fmla="*/ 10 h 17"/>
                <a:gd name="T14" fmla="*/ 44 w 88"/>
                <a:gd name="T15" fmla="*/ 4 h 17"/>
                <a:gd name="T16" fmla="*/ 74 w 88"/>
                <a:gd name="T17" fmla="*/ 10 h 17"/>
                <a:gd name="T18" fmla="*/ 84 w 88"/>
                <a:gd name="T19" fmla="*/ 16 h 17"/>
                <a:gd name="T20" fmla="*/ 88 w 88"/>
                <a:gd name="T21" fmla="*/ 14 h 17"/>
                <a:gd name="T22" fmla="*/ 87 w 88"/>
                <a:gd name="T23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8" h="17"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74" y="4"/>
                    <a:pt x="59" y="0"/>
                    <a:pt x="44" y="0"/>
                  </a:cubicBezTo>
                  <a:cubicBezTo>
                    <a:pt x="29" y="0"/>
                    <a:pt x="14" y="4"/>
                    <a:pt x="1" y="12"/>
                  </a:cubicBezTo>
                  <a:cubicBezTo>
                    <a:pt x="0" y="12"/>
                    <a:pt x="0" y="13"/>
                    <a:pt x="0" y="14"/>
                  </a:cubicBezTo>
                  <a:cubicBezTo>
                    <a:pt x="0" y="16"/>
                    <a:pt x="2" y="17"/>
                    <a:pt x="3" y="16"/>
                  </a:cubicBezTo>
                  <a:cubicBezTo>
                    <a:pt x="7" y="14"/>
                    <a:pt x="10" y="12"/>
                    <a:pt x="14" y="10"/>
                  </a:cubicBezTo>
                  <a:cubicBezTo>
                    <a:pt x="23" y="6"/>
                    <a:pt x="34" y="4"/>
                    <a:pt x="44" y="4"/>
                  </a:cubicBezTo>
                  <a:cubicBezTo>
                    <a:pt x="54" y="4"/>
                    <a:pt x="65" y="6"/>
                    <a:pt x="74" y="10"/>
                  </a:cubicBezTo>
                  <a:cubicBezTo>
                    <a:pt x="78" y="12"/>
                    <a:pt x="81" y="14"/>
                    <a:pt x="84" y="16"/>
                  </a:cubicBezTo>
                  <a:cubicBezTo>
                    <a:pt x="86" y="17"/>
                    <a:pt x="88" y="16"/>
                    <a:pt x="88" y="14"/>
                  </a:cubicBezTo>
                  <a:cubicBezTo>
                    <a:pt x="88" y="13"/>
                    <a:pt x="88" y="13"/>
                    <a:pt x="8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5806" y="3531"/>
              <a:ext cx="303" cy="54"/>
            </a:xfrm>
            <a:custGeom>
              <a:avLst/>
              <a:gdLst>
                <a:gd name="T0" fmla="*/ 127 w 128"/>
                <a:gd name="T1" fmla="*/ 18 h 23"/>
                <a:gd name="T2" fmla="*/ 64 w 128"/>
                <a:gd name="T3" fmla="*/ 0 h 23"/>
                <a:gd name="T4" fmla="*/ 1 w 128"/>
                <a:gd name="T5" fmla="*/ 18 h 23"/>
                <a:gd name="T6" fmla="*/ 1 w 128"/>
                <a:gd name="T7" fmla="*/ 18 h 23"/>
                <a:gd name="T8" fmla="*/ 1 w 128"/>
                <a:gd name="T9" fmla="*/ 18 h 23"/>
                <a:gd name="T10" fmla="*/ 0 w 128"/>
                <a:gd name="T11" fmla="*/ 20 h 23"/>
                <a:gd name="T12" fmla="*/ 4 w 128"/>
                <a:gd name="T13" fmla="*/ 22 h 23"/>
                <a:gd name="T14" fmla="*/ 20 w 128"/>
                <a:gd name="T15" fmla="*/ 14 h 23"/>
                <a:gd name="T16" fmla="*/ 64 w 128"/>
                <a:gd name="T17" fmla="*/ 5 h 23"/>
                <a:gd name="T18" fmla="*/ 108 w 128"/>
                <a:gd name="T19" fmla="*/ 14 h 23"/>
                <a:gd name="T20" fmla="*/ 124 w 128"/>
                <a:gd name="T21" fmla="*/ 22 h 23"/>
                <a:gd name="T22" fmla="*/ 128 w 128"/>
                <a:gd name="T23" fmla="*/ 20 h 23"/>
                <a:gd name="T24" fmla="*/ 127 w 128"/>
                <a:gd name="T25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23">
                  <a:moveTo>
                    <a:pt x="127" y="18"/>
                  </a:moveTo>
                  <a:cubicBezTo>
                    <a:pt x="108" y="7"/>
                    <a:pt x="86" y="0"/>
                    <a:pt x="64" y="0"/>
                  </a:cubicBezTo>
                  <a:cubicBezTo>
                    <a:pt x="42" y="0"/>
                    <a:pt x="20" y="7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9"/>
                    <a:pt x="0" y="20"/>
                    <a:pt x="0" y="20"/>
                  </a:cubicBezTo>
                  <a:cubicBezTo>
                    <a:pt x="0" y="22"/>
                    <a:pt x="2" y="23"/>
                    <a:pt x="4" y="22"/>
                  </a:cubicBezTo>
                  <a:cubicBezTo>
                    <a:pt x="9" y="19"/>
                    <a:pt x="14" y="16"/>
                    <a:pt x="20" y="14"/>
                  </a:cubicBezTo>
                  <a:cubicBezTo>
                    <a:pt x="34" y="8"/>
                    <a:pt x="49" y="5"/>
                    <a:pt x="64" y="5"/>
                  </a:cubicBezTo>
                  <a:cubicBezTo>
                    <a:pt x="79" y="5"/>
                    <a:pt x="94" y="8"/>
                    <a:pt x="108" y="14"/>
                  </a:cubicBezTo>
                  <a:cubicBezTo>
                    <a:pt x="114" y="16"/>
                    <a:pt x="119" y="19"/>
                    <a:pt x="124" y="22"/>
                  </a:cubicBezTo>
                  <a:cubicBezTo>
                    <a:pt x="126" y="23"/>
                    <a:pt x="128" y="22"/>
                    <a:pt x="128" y="20"/>
                  </a:cubicBezTo>
                  <a:cubicBezTo>
                    <a:pt x="128" y="20"/>
                    <a:pt x="128" y="19"/>
                    <a:pt x="12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899" y="3704"/>
              <a:ext cx="118" cy="28"/>
            </a:xfrm>
            <a:custGeom>
              <a:avLst/>
              <a:gdLst>
                <a:gd name="T0" fmla="*/ 49 w 50"/>
                <a:gd name="T1" fmla="*/ 7 h 12"/>
                <a:gd name="T2" fmla="*/ 25 w 50"/>
                <a:gd name="T3" fmla="*/ 0 h 12"/>
                <a:gd name="T4" fmla="*/ 1 w 50"/>
                <a:gd name="T5" fmla="*/ 7 h 12"/>
                <a:gd name="T6" fmla="*/ 0 w 50"/>
                <a:gd name="T7" fmla="*/ 9 h 12"/>
                <a:gd name="T8" fmla="*/ 4 w 50"/>
                <a:gd name="T9" fmla="*/ 11 h 12"/>
                <a:gd name="T10" fmla="*/ 9 w 50"/>
                <a:gd name="T11" fmla="*/ 8 h 12"/>
                <a:gd name="T12" fmla="*/ 25 w 50"/>
                <a:gd name="T13" fmla="*/ 5 h 12"/>
                <a:gd name="T14" fmla="*/ 41 w 50"/>
                <a:gd name="T15" fmla="*/ 8 h 12"/>
                <a:gd name="T16" fmla="*/ 46 w 50"/>
                <a:gd name="T17" fmla="*/ 11 h 12"/>
                <a:gd name="T18" fmla="*/ 50 w 50"/>
                <a:gd name="T19" fmla="*/ 9 h 12"/>
                <a:gd name="T20" fmla="*/ 49 w 50"/>
                <a:gd name="T21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12">
                  <a:moveTo>
                    <a:pt x="49" y="7"/>
                  </a:moveTo>
                  <a:cubicBezTo>
                    <a:pt x="42" y="2"/>
                    <a:pt x="33" y="0"/>
                    <a:pt x="25" y="0"/>
                  </a:cubicBezTo>
                  <a:cubicBezTo>
                    <a:pt x="17" y="0"/>
                    <a:pt x="8" y="2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11"/>
                    <a:pt x="2" y="12"/>
                    <a:pt x="4" y="11"/>
                  </a:cubicBezTo>
                  <a:cubicBezTo>
                    <a:pt x="5" y="10"/>
                    <a:pt x="7" y="9"/>
                    <a:pt x="9" y="8"/>
                  </a:cubicBezTo>
                  <a:cubicBezTo>
                    <a:pt x="14" y="6"/>
                    <a:pt x="19" y="5"/>
                    <a:pt x="25" y="5"/>
                  </a:cubicBezTo>
                  <a:cubicBezTo>
                    <a:pt x="31" y="5"/>
                    <a:pt x="36" y="6"/>
                    <a:pt x="41" y="8"/>
                  </a:cubicBezTo>
                  <a:cubicBezTo>
                    <a:pt x="43" y="9"/>
                    <a:pt x="45" y="10"/>
                    <a:pt x="46" y="11"/>
                  </a:cubicBezTo>
                  <a:cubicBezTo>
                    <a:pt x="48" y="12"/>
                    <a:pt x="50" y="11"/>
                    <a:pt x="50" y="9"/>
                  </a:cubicBezTo>
                  <a:cubicBezTo>
                    <a:pt x="50" y="8"/>
                    <a:pt x="50" y="7"/>
                    <a:pt x="49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5201" y="3763"/>
              <a:ext cx="64" cy="64"/>
            </a:xfrm>
            <a:custGeom>
              <a:avLst/>
              <a:gdLst>
                <a:gd name="T0" fmla="*/ 13 w 27"/>
                <a:gd name="T1" fmla="*/ 0 h 27"/>
                <a:gd name="T2" fmla="*/ 0 w 27"/>
                <a:gd name="T3" fmla="*/ 14 h 27"/>
                <a:gd name="T4" fmla="*/ 13 w 27"/>
                <a:gd name="T5" fmla="*/ 27 h 27"/>
                <a:gd name="T6" fmla="*/ 27 w 27"/>
                <a:gd name="T7" fmla="*/ 14 h 27"/>
                <a:gd name="T8" fmla="*/ 13 w 27"/>
                <a:gd name="T9" fmla="*/ 0 h 27"/>
                <a:gd name="T10" fmla="*/ 13 w 27"/>
                <a:gd name="T11" fmla="*/ 22 h 27"/>
                <a:gd name="T12" fmla="*/ 5 w 27"/>
                <a:gd name="T13" fmla="*/ 14 h 27"/>
                <a:gd name="T14" fmla="*/ 13 w 27"/>
                <a:gd name="T15" fmla="*/ 5 h 27"/>
                <a:gd name="T16" fmla="*/ 22 w 27"/>
                <a:gd name="T17" fmla="*/ 14 h 27"/>
                <a:gd name="T18" fmla="*/ 13 w 27"/>
                <a:gd name="T19" fmla="*/ 2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13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3" y="27"/>
                  </a:cubicBezTo>
                  <a:cubicBezTo>
                    <a:pt x="21" y="27"/>
                    <a:pt x="27" y="21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lose/>
                  <a:moveTo>
                    <a:pt x="13" y="22"/>
                  </a:moveTo>
                  <a:cubicBezTo>
                    <a:pt x="9" y="22"/>
                    <a:pt x="5" y="18"/>
                    <a:pt x="5" y="14"/>
                  </a:cubicBezTo>
                  <a:cubicBezTo>
                    <a:pt x="5" y="9"/>
                    <a:pt x="9" y="5"/>
                    <a:pt x="13" y="5"/>
                  </a:cubicBezTo>
                  <a:cubicBezTo>
                    <a:pt x="18" y="5"/>
                    <a:pt x="22" y="9"/>
                    <a:pt x="22" y="14"/>
                  </a:cubicBezTo>
                  <a:cubicBezTo>
                    <a:pt x="22" y="18"/>
                    <a:pt x="18" y="22"/>
                    <a:pt x="13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5201" y="3644"/>
              <a:ext cx="182" cy="183"/>
            </a:xfrm>
            <a:custGeom>
              <a:avLst/>
              <a:gdLst>
                <a:gd name="T0" fmla="*/ 13 w 77"/>
                <a:gd name="T1" fmla="*/ 0 h 77"/>
                <a:gd name="T2" fmla="*/ 2 w 77"/>
                <a:gd name="T3" fmla="*/ 0 h 77"/>
                <a:gd name="T4" fmla="*/ 0 w 77"/>
                <a:gd name="T5" fmla="*/ 2 h 77"/>
                <a:gd name="T6" fmla="*/ 0 w 77"/>
                <a:gd name="T7" fmla="*/ 24 h 77"/>
                <a:gd name="T8" fmla="*/ 2 w 77"/>
                <a:gd name="T9" fmla="*/ 26 h 77"/>
                <a:gd name="T10" fmla="*/ 13 w 77"/>
                <a:gd name="T11" fmla="*/ 26 h 77"/>
                <a:gd name="T12" fmla="*/ 40 w 77"/>
                <a:gd name="T13" fmla="*/ 37 h 77"/>
                <a:gd name="T14" fmla="*/ 51 w 77"/>
                <a:gd name="T15" fmla="*/ 64 h 77"/>
                <a:gd name="T16" fmla="*/ 51 w 77"/>
                <a:gd name="T17" fmla="*/ 75 h 77"/>
                <a:gd name="T18" fmla="*/ 53 w 77"/>
                <a:gd name="T19" fmla="*/ 77 h 77"/>
                <a:gd name="T20" fmla="*/ 75 w 77"/>
                <a:gd name="T21" fmla="*/ 77 h 77"/>
                <a:gd name="T22" fmla="*/ 77 w 77"/>
                <a:gd name="T23" fmla="*/ 75 h 77"/>
                <a:gd name="T24" fmla="*/ 77 w 77"/>
                <a:gd name="T25" fmla="*/ 64 h 77"/>
                <a:gd name="T26" fmla="*/ 13 w 77"/>
                <a:gd name="T27" fmla="*/ 0 h 77"/>
                <a:gd name="T28" fmla="*/ 73 w 77"/>
                <a:gd name="T29" fmla="*/ 64 h 77"/>
                <a:gd name="T30" fmla="*/ 73 w 77"/>
                <a:gd name="T31" fmla="*/ 72 h 77"/>
                <a:gd name="T32" fmla="*/ 55 w 77"/>
                <a:gd name="T33" fmla="*/ 72 h 77"/>
                <a:gd name="T34" fmla="*/ 55 w 77"/>
                <a:gd name="T35" fmla="*/ 64 h 77"/>
                <a:gd name="T36" fmla="*/ 43 w 77"/>
                <a:gd name="T37" fmla="*/ 34 h 77"/>
                <a:gd name="T38" fmla="*/ 13 w 77"/>
                <a:gd name="T39" fmla="*/ 22 h 77"/>
                <a:gd name="T40" fmla="*/ 5 w 77"/>
                <a:gd name="T41" fmla="*/ 22 h 77"/>
                <a:gd name="T42" fmla="*/ 5 w 77"/>
                <a:gd name="T43" fmla="*/ 4 h 77"/>
                <a:gd name="T44" fmla="*/ 13 w 77"/>
                <a:gd name="T45" fmla="*/ 4 h 77"/>
                <a:gd name="T46" fmla="*/ 37 w 77"/>
                <a:gd name="T47" fmla="*/ 9 h 77"/>
                <a:gd name="T48" fmla="*/ 55 w 77"/>
                <a:gd name="T49" fmla="*/ 22 h 77"/>
                <a:gd name="T50" fmla="*/ 68 w 77"/>
                <a:gd name="T51" fmla="*/ 40 h 77"/>
                <a:gd name="T52" fmla="*/ 73 w 77"/>
                <a:gd name="T53" fmla="*/ 6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7" h="77">
                  <a:moveTo>
                    <a:pt x="1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23" y="26"/>
                    <a:pt x="33" y="30"/>
                    <a:pt x="40" y="37"/>
                  </a:cubicBezTo>
                  <a:cubicBezTo>
                    <a:pt x="47" y="44"/>
                    <a:pt x="51" y="54"/>
                    <a:pt x="51" y="64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1" y="76"/>
                    <a:pt x="52" y="77"/>
                    <a:pt x="53" y="77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6" y="77"/>
                    <a:pt x="77" y="76"/>
                    <a:pt x="77" y="75"/>
                  </a:cubicBezTo>
                  <a:cubicBezTo>
                    <a:pt x="77" y="64"/>
                    <a:pt x="77" y="64"/>
                    <a:pt x="77" y="64"/>
                  </a:cubicBezTo>
                  <a:cubicBezTo>
                    <a:pt x="77" y="28"/>
                    <a:pt x="49" y="0"/>
                    <a:pt x="13" y="0"/>
                  </a:cubicBezTo>
                  <a:close/>
                  <a:moveTo>
                    <a:pt x="73" y="64"/>
                  </a:moveTo>
                  <a:cubicBezTo>
                    <a:pt x="73" y="72"/>
                    <a:pt x="73" y="72"/>
                    <a:pt x="73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55" y="52"/>
                    <a:pt x="51" y="42"/>
                    <a:pt x="43" y="34"/>
                  </a:cubicBezTo>
                  <a:cubicBezTo>
                    <a:pt x="35" y="26"/>
                    <a:pt x="25" y="22"/>
                    <a:pt x="1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1" y="4"/>
                    <a:pt x="29" y="6"/>
                    <a:pt x="37" y="9"/>
                  </a:cubicBezTo>
                  <a:cubicBezTo>
                    <a:pt x="44" y="12"/>
                    <a:pt x="50" y="16"/>
                    <a:pt x="55" y="22"/>
                  </a:cubicBezTo>
                  <a:cubicBezTo>
                    <a:pt x="61" y="27"/>
                    <a:pt x="65" y="33"/>
                    <a:pt x="68" y="40"/>
                  </a:cubicBezTo>
                  <a:cubicBezTo>
                    <a:pt x="71" y="48"/>
                    <a:pt x="73" y="56"/>
                    <a:pt x="73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5201" y="3524"/>
              <a:ext cx="303" cy="303"/>
            </a:xfrm>
            <a:custGeom>
              <a:avLst/>
              <a:gdLst>
                <a:gd name="T0" fmla="*/ 13 w 128"/>
                <a:gd name="T1" fmla="*/ 0 h 128"/>
                <a:gd name="T2" fmla="*/ 2 w 128"/>
                <a:gd name="T3" fmla="*/ 0 h 128"/>
                <a:gd name="T4" fmla="*/ 0 w 128"/>
                <a:gd name="T5" fmla="*/ 2 h 128"/>
                <a:gd name="T6" fmla="*/ 0 w 128"/>
                <a:gd name="T7" fmla="*/ 25 h 128"/>
                <a:gd name="T8" fmla="*/ 2 w 128"/>
                <a:gd name="T9" fmla="*/ 27 h 128"/>
                <a:gd name="T10" fmla="*/ 13 w 128"/>
                <a:gd name="T11" fmla="*/ 27 h 128"/>
                <a:gd name="T12" fmla="*/ 48 w 128"/>
                <a:gd name="T13" fmla="*/ 34 h 128"/>
                <a:gd name="T14" fmla="*/ 62 w 128"/>
                <a:gd name="T15" fmla="*/ 42 h 128"/>
                <a:gd name="T16" fmla="*/ 75 w 128"/>
                <a:gd name="T17" fmla="*/ 53 h 128"/>
                <a:gd name="T18" fmla="*/ 86 w 128"/>
                <a:gd name="T19" fmla="*/ 66 h 128"/>
                <a:gd name="T20" fmla="*/ 94 w 128"/>
                <a:gd name="T21" fmla="*/ 80 h 128"/>
                <a:gd name="T22" fmla="*/ 101 w 128"/>
                <a:gd name="T23" fmla="*/ 115 h 128"/>
                <a:gd name="T24" fmla="*/ 101 w 128"/>
                <a:gd name="T25" fmla="*/ 126 h 128"/>
                <a:gd name="T26" fmla="*/ 103 w 128"/>
                <a:gd name="T27" fmla="*/ 128 h 128"/>
                <a:gd name="T28" fmla="*/ 126 w 128"/>
                <a:gd name="T29" fmla="*/ 128 h 128"/>
                <a:gd name="T30" fmla="*/ 128 w 128"/>
                <a:gd name="T31" fmla="*/ 126 h 128"/>
                <a:gd name="T32" fmla="*/ 128 w 128"/>
                <a:gd name="T33" fmla="*/ 115 h 128"/>
                <a:gd name="T34" fmla="*/ 13 w 128"/>
                <a:gd name="T35" fmla="*/ 0 h 128"/>
                <a:gd name="T36" fmla="*/ 123 w 128"/>
                <a:gd name="T37" fmla="*/ 123 h 128"/>
                <a:gd name="T38" fmla="*/ 106 w 128"/>
                <a:gd name="T39" fmla="*/ 123 h 128"/>
                <a:gd name="T40" fmla="*/ 106 w 128"/>
                <a:gd name="T41" fmla="*/ 115 h 128"/>
                <a:gd name="T42" fmla="*/ 99 w 128"/>
                <a:gd name="T43" fmla="*/ 79 h 128"/>
                <a:gd name="T44" fmla="*/ 90 w 128"/>
                <a:gd name="T45" fmla="*/ 63 h 128"/>
                <a:gd name="T46" fmla="*/ 79 w 128"/>
                <a:gd name="T47" fmla="*/ 49 h 128"/>
                <a:gd name="T48" fmla="*/ 65 w 128"/>
                <a:gd name="T49" fmla="*/ 38 h 128"/>
                <a:gd name="T50" fmla="*/ 49 w 128"/>
                <a:gd name="T51" fmla="*/ 30 h 128"/>
                <a:gd name="T52" fmla="*/ 13 w 128"/>
                <a:gd name="T53" fmla="*/ 22 h 128"/>
                <a:gd name="T54" fmla="*/ 5 w 128"/>
                <a:gd name="T55" fmla="*/ 22 h 128"/>
                <a:gd name="T56" fmla="*/ 5 w 128"/>
                <a:gd name="T57" fmla="*/ 5 h 128"/>
                <a:gd name="T58" fmla="*/ 13 w 128"/>
                <a:gd name="T59" fmla="*/ 5 h 128"/>
                <a:gd name="T60" fmla="*/ 56 w 128"/>
                <a:gd name="T61" fmla="*/ 13 h 128"/>
                <a:gd name="T62" fmla="*/ 75 w 128"/>
                <a:gd name="T63" fmla="*/ 23 h 128"/>
                <a:gd name="T64" fmla="*/ 91 w 128"/>
                <a:gd name="T65" fmla="*/ 37 h 128"/>
                <a:gd name="T66" fmla="*/ 105 w 128"/>
                <a:gd name="T67" fmla="*/ 53 h 128"/>
                <a:gd name="T68" fmla="*/ 115 w 128"/>
                <a:gd name="T69" fmla="*/ 72 h 128"/>
                <a:gd name="T70" fmla="*/ 123 w 128"/>
                <a:gd name="T71" fmla="*/ 115 h 128"/>
                <a:gd name="T72" fmla="*/ 123 w 128"/>
                <a:gd name="T73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128">
                  <a:moveTo>
                    <a:pt x="1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25" y="27"/>
                    <a:pt x="37" y="29"/>
                    <a:pt x="48" y="34"/>
                  </a:cubicBezTo>
                  <a:cubicBezTo>
                    <a:pt x="53" y="36"/>
                    <a:pt x="58" y="39"/>
                    <a:pt x="62" y="42"/>
                  </a:cubicBezTo>
                  <a:cubicBezTo>
                    <a:pt x="67" y="45"/>
                    <a:pt x="71" y="49"/>
                    <a:pt x="75" y="53"/>
                  </a:cubicBezTo>
                  <a:cubicBezTo>
                    <a:pt x="79" y="57"/>
                    <a:pt x="83" y="61"/>
                    <a:pt x="86" y="66"/>
                  </a:cubicBezTo>
                  <a:cubicBezTo>
                    <a:pt x="89" y="70"/>
                    <a:pt x="92" y="75"/>
                    <a:pt x="94" y="80"/>
                  </a:cubicBezTo>
                  <a:cubicBezTo>
                    <a:pt x="99" y="91"/>
                    <a:pt x="101" y="103"/>
                    <a:pt x="101" y="115"/>
                  </a:cubicBezTo>
                  <a:cubicBezTo>
                    <a:pt x="101" y="126"/>
                    <a:pt x="101" y="126"/>
                    <a:pt x="101" y="126"/>
                  </a:cubicBezTo>
                  <a:cubicBezTo>
                    <a:pt x="101" y="127"/>
                    <a:pt x="102" y="128"/>
                    <a:pt x="103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8"/>
                    <a:pt x="128" y="127"/>
                    <a:pt x="128" y="126"/>
                  </a:cubicBezTo>
                  <a:cubicBezTo>
                    <a:pt x="128" y="115"/>
                    <a:pt x="128" y="115"/>
                    <a:pt x="128" y="115"/>
                  </a:cubicBezTo>
                  <a:cubicBezTo>
                    <a:pt x="128" y="51"/>
                    <a:pt x="77" y="0"/>
                    <a:pt x="13" y="0"/>
                  </a:cubicBezTo>
                  <a:close/>
                  <a:moveTo>
                    <a:pt x="123" y="123"/>
                  </a:moveTo>
                  <a:cubicBezTo>
                    <a:pt x="106" y="123"/>
                    <a:pt x="106" y="123"/>
                    <a:pt x="106" y="123"/>
                  </a:cubicBezTo>
                  <a:cubicBezTo>
                    <a:pt x="106" y="115"/>
                    <a:pt x="106" y="115"/>
                    <a:pt x="106" y="115"/>
                  </a:cubicBezTo>
                  <a:cubicBezTo>
                    <a:pt x="106" y="102"/>
                    <a:pt x="103" y="90"/>
                    <a:pt x="99" y="79"/>
                  </a:cubicBezTo>
                  <a:cubicBezTo>
                    <a:pt x="96" y="73"/>
                    <a:pt x="93" y="68"/>
                    <a:pt x="90" y="63"/>
                  </a:cubicBezTo>
                  <a:cubicBezTo>
                    <a:pt x="87" y="58"/>
                    <a:pt x="83" y="53"/>
                    <a:pt x="79" y="49"/>
                  </a:cubicBezTo>
                  <a:cubicBezTo>
                    <a:pt x="75" y="45"/>
                    <a:pt x="70" y="41"/>
                    <a:pt x="65" y="38"/>
                  </a:cubicBezTo>
                  <a:cubicBezTo>
                    <a:pt x="60" y="35"/>
                    <a:pt x="55" y="32"/>
                    <a:pt x="49" y="30"/>
                  </a:cubicBezTo>
                  <a:cubicBezTo>
                    <a:pt x="38" y="25"/>
                    <a:pt x="26" y="22"/>
                    <a:pt x="1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28" y="5"/>
                    <a:pt x="43" y="7"/>
                    <a:pt x="56" y="13"/>
                  </a:cubicBezTo>
                  <a:cubicBezTo>
                    <a:pt x="63" y="16"/>
                    <a:pt x="69" y="19"/>
                    <a:pt x="75" y="23"/>
                  </a:cubicBezTo>
                  <a:cubicBezTo>
                    <a:pt x="81" y="27"/>
                    <a:pt x="86" y="32"/>
                    <a:pt x="91" y="37"/>
                  </a:cubicBezTo>
                  <a:cubicBezTo>
                    <a:pt x="96" y="42"/>
                    <a:pt x="101" y="47"/>
                    <a:pt x="105" y="53"/>
                  </a:cubicBezTo>
                  <a:cubicBezTo>
                    <a:pt x="109" y="59"/>
                    <a:pt x="112" y="65"/>
                    <a:pt x="115" y="72"/>
                  </a:cubicBezTo>
                  <a:cubicBezTo>
                    <a:pt x="121" y="85"/>
                    <a:pt x="123" y="100"/>
                    <a:pt x="123" y="115"/>
                  </a:cubicBezTo>
                  <a:lnTo>
                    <a:pt x="123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14"/>
            <p:cNvSpPr>
              <a:spLocks noEditPoints="1"/>
            </p:cNvSpPr>
            <p:nvPr/>
          </p:nvSpPr>
          <p:spPr bwMode="auto">
            <a:xfrm>
              <a:off x="4671" y="3706"/>
              <a:ext cx="152" cy="45"/>
            </a:xfrm>
            <a:custGeom>
              <a:avLst/>
              <a:gdLst>
                <a:gd name="T0" fmla="*/ 54 w 64"/>
                <a:gd name="T1" fmla="*/ 0 h 19"/>
                <a:gd name="T2" fmla="*/ 10 w 64"/>
                <a:gd name="T3" fmla="*/ 0 h 19"/>
                <a:gd name="T4" fmla="*/ 0 w 64"/>
                <a:gd name="T5" fmla="*/ 9 h 19"/>
                <a:gd name="T6" fmla="*/ 10 w 64"/>
                <a:gd name="T7" fmla="*/ 19 h 19"/>
                <a:gd name="T8" fmla="*/ 54 w 64"/>
                <a:gd name="T9" fmla="*/ 19 h 19"/>
                <a:gd name="T10" fmla="*/ 64 w 64"/>
                <a:gd name="T11" fmla="*/ 9 h 19"/>
                <a:gd name="T12" fmla="*/ 54 w 64"/>
                <a:gd name="T13" fmla="*/ 0 h 19"/>
                <a:gd name="T14" fmla="*/ 54 w 64"/>
                <a:gd name="T15" fmla="*/ 14 h 19"/>
                <a:gd name="T16" fmla="*/ 10 w 64"/>
                <a:gd name="T17" fmla="*/ 14 h 19"/>
                <a:gd name="T18" fmla="*/ 4 w 64"/>
                <a:gd name="T19" fmla="*/ 9 h 19"/>
                <a:gd name="T20" fmla="*/ 10 w 64"/>
                <a:gd name="T21" fmla="*/ 4 h 19"/>
                <a:gd name="T22" fmla="*/ 54 w 64"/>
                <a:gd name="T23" fmla="*/ 4 h 19"/>
                <a:gd name="T24" fmla="*/ 60 w 64"/>
                <a:gd name="T25" fmla="*/ 9 h 19"/>
                <a:gd name="T26" fmla="*/ 54 w 64"/>
                <a:gd name="T27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" h="19">
                  <a:moveTo>
                    <a:pt x="5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10" y="19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60" y="19"/>
                    <a:pt x="64" y="15"/>
                    <a:pt x="64" y="9"/>
                  </a:cubicBezTo>
                  <a:cubicBezTo>
                    <a:pt x="64" y="4"/>
                    <a:pt x="60" y="0"/>
                    <a:pt x="54" y="0"/>
                  </a:cubicBezTo>
                  <a:close/>
                  <a:moveTo>
                    <a:pt x="54" y="14"/>
                  </a:moveTo>
                  <a:cubicBezTo>
                    <a:pt x="10" y="14"/>
                    <a:pt x="10" y="14"/>
                    <a:pt x="10" y="14"/>
                  </a:cubicBezTo>
                  <a:cubicBezTo>
                    <a:pt x="7" y="14"/>
                    <a:pt x="4" y="12"/>
                    <a:pt x="4" y="9"/>
                  </a:cubicBezTo>
                  <a:cubicBezTo>
                    <a:pt x="4" y="6"/>
                    <a:pt x="7" y="4"/>
                    <a:pt x="10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7" y="4"/>
                    <a:pt x="60" y="6"/>
                    <a:pt x="60" y="9"/>
                  </a:cubicBezTo>
                  <a:cubicBezTo>
                    <a:pt x="60" y="12"/>
                    <a:pt x="57" y="14"/>
                    <a:pt x="5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4596" y="3524"/>
              <a:ext cx="302" cy="303"/>
            </a:xfrm>
            <a:custGeom>
              <a:avLst/>
              <a:gdLst>
                <a:gd name="T0" fmla="*/ 120 w 128"/>
                <a:gd name="T1" fmla="*/ 46 h 128"/>
                <a:gd name="T2" fmla="*/ 110 w 128"/>
                <a:gd name="T3" fmla="*/ 46 h 128"/>
                <a:gd name="T4" fmla="*/ 106 w 128"/>
                <a:gd name="T5" fmla="*/ 43 h 128"/>
                <a:gd name="T6" fmla="*/ 106 w 128"/>
                <a:gd name="T7" fmla="*/ 40 h 128"/>
                <a:gd name="T8" fmla="*/ 94 w 128"/>
                <a:gd name="T9" fmla="*/ 12 h 128"/>
                <a:gd name="T10" fmla="*/ 66 w 128"/>
                <a:gd name="T11" fmla="*/ 0 h 128"/>
                <a:gd name="T12" fmla="*/ 40 w 128"/>
                <a:gd name="T13" fmla="*/ 0 h 128"/>
                <a:gd name="T14" fmla="*/ 12 w 128"/>
                <a:gd name="T15" fmla="*/ 12 h 128"/>
                <a:gd name="T16" fmla="*/ 0 w 128"/>
                <a:gd name="T17" fmla="*/ 40 h 128"/>
                <a:gd name="T18" fmla="*/ 0 w 128"/>
                <a:gd name="T19" fmla="*/ 88 h 128"/>
                <a:gd name="T20" fmla="*/ 12 w 128"/>
                <a:gd name="T21" fmla="*/ 116 h 128"/>
                <a:gd name="T22" fmla="*/ 40 w 128"/>
                <a:gd name="T23" fmla="*/ 128 h 128"/>
                <a:gd name="T24" fmla="*/ 88 w 128"/>
                <a:gd name="T25" fmla="*/ 128 h 128"/>
                <a:gd name="T26" fmla="*/ 116 w 128"/>
                <a:gd name="T27" fmla="*/ 116 h 128"/>
                <a:gd name="T28" fmla="*/ 128 w 128"/>
                <a:gd name="T29" fmla="*/ 88 h 128"/>
                <a:gd name="T30" fmla="*/ 128 w 128"/>
                <a:gd name="T31" fmla="*/ 55 h 128"/>
                <a:gd name="T32" fmla="*/ 120 w 128"/>
                <a:gd name="T33" fmla="*/ 46 h 128"/>
                <a:gd name="T34" fmla="*/ 123 w 128"/>
                <a:gd name="T35" fmla="*/ 88 h 128"/>
                <a:gd name="T36" fmla="*/ 113 w 128"/>
                <a:gd name="T37" fmla="*/ 113 h 128"/>
                <a:gd name="T38" fmla="*/ 88 w 128"/>
                <a:gd name="T39" fmla="*/ 123 h 128"/>
                <a:gd name="T40" fmla="*/ 40 w 128"/>
                <a:gd name="T41" fmla="*/ 123 h 128"/>
                <a:gd name="T42" fmla="*/ 15 w 128"/>
                <a:gd name="T43" fmla="*/ 113 h 128"/>
                <a:gd name="T44" fmla="*/ 5 w 128"/>
                <a:gd name="T45" fmla="*/ 88 h 128"/>
                <a:gd name="T46" fmla="*/ 5 w 128"/>
                <a:gd name="T47" fmla="*/ 40 h 128"/>
                <a:gd name="T48" fmla="*/ 40 w 128"/>
                <a:gd name="T49" fmla="*/ 5 h 128"/>
                <a:gd name="T50" fmla="*/ 66 w 128"/>
                <a:gd name="T51" fmla="*/ 5 h 128"/>
                <a:gd name="T52" fmla="*/ 101 w 128"/>
                <a:gd name="T53" fmla="*/ 40 h 128"/>
                <a:gd name="T54" fmla="*/ 101 w 128"/>
                <a:gd name="T55" fmla="*/ 43 h 128"/>
                <a:gd name="T56" fmla="*/ 110 w 128"/>
                <a:gd name="T57" fmla="*/ 51 h 128"/>
                <a:gd name="T58" fmla="*/ 120 w 128"/>
                <a:gd name="T59" fmla="*/ 51 h 128"/>
                <a:gd name="T60" fmla="*/ 123 w 128"/>
                <a:gd name="T61" fmla="*/ 55 h 128"/>
                <a:gd name="T62" fmla="*/ 123 w 128"/>
                <a:gd name="T63" fmla="*/ 8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0" y="46"/>
                  </a:moveTo>
                  <a:cubicBezTo>
                    <a:pt x="110" y="46"/>
                    <a:pt x="110" y="46"/>
                    <a:pt x="110" y="46"/>
                  </a:cubicBezTo>
                  <a:cubicBezTo>
                    <a:pt x="107" y="46"/>
                    <a:pt x="106" y="45"/>
                    <a:pt x="106" y="43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29"/>
                    <a:pt x="102" y="19"/>
                    <a:pt x="94" y="12"/>
                  </a:cubicBezTo>
                  <a:cubicBezTo>
                    <a:pt x="87" y="4"/>
                    <a:pt x="77" y="0"/>
                    <a:pt x="6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9"/>
                    <a:pt x="4" y="109"/>
                    <a:pt x="12" y="116"/>
                  </a:cubicBezTo>
                  <a:cubicBezTo>
                    <a:pt x="19" y="124"/>
                    <a:pt x="29" y="128"/>
                    <a:pt x="40" y="128"/>
                  </a:cubicBezTo>
                  <a:cubicBezTo>
                    <a:pt x="88" y="128"/>
                    <a:pt x="88" y="128"/>
                    <a:pt x="88" y="128"/>
                  </a:cubicBezTo>
                  <a:cubicBezTo>
                    <a:pt x="99" y="128"/>
                    <a:pt x="109" y="124"/>
                    <a:pt x="116" y="116"/>
                  </a:cubicBezTo>
                  <a:cubicBezTo>
                    <a:pt x="124" y="109"/>
                    <a:pt x="128" y="99"/>
                    <a:pt x="128" y="88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0"/>
                    <a:pt x="124" y="46"/>
                    <a:pt x="120" y="46"/>
                  </a:cubicBezTo>
                  <a:close/>
                  <a:moveTo>
                    <a:pt x="123" y="88"/>
                  </a:moveTo>
                  <a:cubicBezTo>
                    <a:pt x="123" y="98"/>
                    <a:pt x="120" y="106"/>
                    <a:pt x="113" y="113"/>
                  </a:cubicBezTo>
                  <a:cubicBezTo>
                    <a:pt x="106" y="120"/>
                    <a:pt x="98" y="123"/>
                    <a:pt x="88" y="123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30" y="123"/>
                    <a:pt x="22" y="120"/>
                    <a:pt x="15" y="113"/>
                  </a:cubicBezTo>
                  <a:cubicBezTo>
                    <a:pt x="8" y="106"/>
                    <a:pt x="5" y="98"/>
                    <a:pt x="5" y="8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20"/>
                    <a:pt x="20" y="5"/>
                    <a:pt x="40" y="5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85" y="5"/>
                    <a:pt x="101" y="20"/>
                    <a:pt x="101" y="40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01" y="47"/>
                    <a:pt x="105" y="51"/>
                    <a:pt x="110" y="51"/>
                  </a:cubicBezTo>
                  <a:cubicBezTo>
                    <a:pt x="120" y="51"/>
                    <a:pt x="120" y="51"/>
                    <a:pt x="120" y="51"/>
                  </a:cubicBezTo>
                  <a:cubicBezTo>
                    <a:pt x="122" y="51"/>
                    <a:pt x="123" y="53"/>
                    <a:pt x="123" y="55"/>
                  </a:cubicBezTo>
                  <a:lnTo>
                    <a:pt x="123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16"/>
            <p:cNvSpPr>
              <a:spLocks noEditPoints="1"/>
            </p:cNvSpPr>
            <p:nvPr/>
          </p:nvSpPr>
          <p:spPr bwMode="auto">
            <a:xfrm>
              <a:off x="4671" y="3599"/>
              <a:ext cx="100" cy="45"/>
            </a:xfrm>
            <a:custGeom>
              <a:avLst/>
              <a:gdLst>
                <a:gd name="T0" fmla="*/ 10 w 42"/>
                <a:gd name="T1" fmla="*/ 19 h 19"/>
                <a:gd name="T2" fmla="*/ 32 w 42"/>
                <a:gd name="T3" fmla="*/ 19 h 19"/>
                <a:gd name="T4" fmla="*/ 42 w 42"/>
                <a:gd name="T5" fmla="*/ 9 h 19"/>
                <a:gd name="T6" fmla="*/ 32 w 42"/>
                <a:gd name="T7" fmla="*/ 0 h 19"/>
                <a:gd name="T8" fmla="*/ 10 w 42"/>
                <a:gd name="T9" fmla="*/ 0 h 19"/>
                <a:gd name="T10" fmla="*/ 0 w 42"/>
                <a:gd name="T11" fmla="*/ 9 h 19"/>
                <a:gd name="T12" fmla="*/ 10 w 42"/>
                <a:gd name="T13" fmla="*/ 19 h 19"/>
                <a:gd name="T14" fmla="*/ 10 w 42"/>
                <a:gd name="T15" fmla="*/ 4 h 19"/>
                <a:gd name="T16" fmla="*/ 32 w 42"/>
                <a:gd name="T17" fmla="*/ 4 h 19"/>
                <a:gd name="T18" fmla="*/ 37 w 42"/>
                <a:gd name="T19" fmla="*/ 9 h 19"/>
                <a:gd name="T20" fmla="*/ 32 w 42"/>
                <a:gd name="T21" fmla="*/ 14 h 19"/>
                <a:gd name="T22" fmla="*/ 10 w 42"/>
                <a:gd name="T23" fmla="*/ 14 h 19"/>
                <a:gd name="T24" fmla="*/ 4 w 42"/>
                <a:gd name="T25" fmla="*/ 9 h 19"/>
                <a:gd name="T26" fmla="*/ 10 w 42"/>
                <a:gd name="T2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19">
                  <a:moveTo>
                    <a:pt x="10" y="19"/>
                  </a:moveTo>
                  <a:cubicBezTo>
                    <a:pt x="32" y="19"/>
                    <a:pt x="32" y="19"/>
                    <a:pt x="32" y="19"/>
                  </a:cubicBezTo>
                  <a:cubicBezTo>
                    <a:pt x="37" y="19"/>
                    <a:pt x="42" y="15"/>
                    <a:pt x="42" y="9"/>
                  </a:cubicBezTo>
                  <a:cubicBezTo>
                    <a:pt x="42" y="4"/>
                    <a:pt x="37" y="0"/>
                    <a:pt x="3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10" y="19"/>
                  </a:cubicBezTo>
                  <a:close/>
                  <a:moveTo>
                    <a:pt x="10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5" y="4"/>
                    <a:pt x="37" y="6"/>
                    <a:pt x="37" y="9"/>
                  </a:cubicBezTo>
                  <a:cubicBezTo>
                    <a:pt x="37" y="12"/>
                    <a:pt x="35" y="14"/>
                    <a:pt x="3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7" y="14"/>
                    <a:pt x="4" y="12"/>
                    <a:pt x="4" y="9"/>
                  </a:cubicBezTo>
                  <a:cubicBezTo>
                    <a:pt x="4" y="6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Freeform 17"/>
            <p:cNvSpPr>
              <a:spLocks noEditPoints="1"/>
            </p:cNvSpPr>
            <p:nvPr/>
          </p:nvSpPr>
          <p:spPr bwMode="auto">
            <a:xfrm>
              <a:off x="4021" y="3524"/>
              <a:ext cx="241" cy="303"/>
            </a:xfrm>
            <a:custGeom>
              <a:avLst/>
              <a:gdLst>
                <a:gd name="T0" fmla="*/ 1 w 102"/>
                <a:gd name="T1" fmla="*/ 34 h 128"/>
                <a:gd name="T2" fmla="*/ 55 w 102"/>
                <a:gd name="T3" fmla="*/ 113 h 128"/>
                <a:gd name="T4" fmla="*/ 96 w 102"/>
                <a:gd name="T5" fmla="*/ 128 h 128"/>
                <a:gd name="T6" fmla="*/ 99 w 102"/>
                <a:gd name="T7" fmla="*/ 128 h 128"/>
                <a:gd name="T8" fmla="*/ 102 w 102"/>
                <a:gd name="T9" fmla="*/ 81 h 128"/>
                <a:gd name="T10" fmla="*/ 49 w 102"/>
                <a:gd name="T11" fmla="*/ 2 h 128"/>
                <a:gd name="T12" fmla="*/ 47 w 102"/>
                <a:gd name="T13" fmla="*/ 1 h 128"/>
                <a:gd name="T14" fmla="*/ 17 w 102"/>
                <a:gd name="T15" fmla="*/ 7 h 128"/>
                <a:gd name="T16" fmla="*/ 55 w 102"/>
                <a:gd name="T17" fmla="*/ 107 h 128"/>
                <a:gd name="T18" fmla="*/ 16 w 102"/>
                <a:gd name="T19" fmla="*/ 48 h 128"/>
                <a:gd name="T20" fmla="*/ 28 w 102"/>
                <a:gd name="T21" fmla="*/ 29 h 128"/>
                <a:gd name="T22" fmla="*/ 59 w 102"/>
                <a:gd name="T23" fmla="*/ 73 h 128"/>
                <a:gd name="T24" fmla="*/ 56 w 102"/>
                <a:gd name="T25" fmla="*/ 106 h 128"/>
                <a:gd name="T26" fmla="*/ 95 w 102"/>
                <a:gd name="T27" fmla="*/ 123 h 128"/>
                <a:gd name="T28" fmla="*/ 87 w 102"/>
                <a:gd name="T29" fmla="*/ 119 h 128"/>
                <a:gd name="T30" fmla="*/ 95 w 102"/>
                <a:gd name="T31" fmla="*/ 114 h 128"/>
                <a:gd name="T32" fmla="*/ 95 w 102"/>
                <a:gd name="T33" fmla="*/ 123 h 128"/>
                <a:gd name="T34" fmla="*/ 94 w 102"/>
                <a:gd name="T35" fmla="*/ 108 h 128"/>
                <a:gd name="T36" fmla="*/ 82 w 102"/>
                <a:gd name="T37" fmla="*/ 116 h 128"/>
                <a:gd name="T38" fmla="*/ 59 w 102"/>
                <a:gd name="T39" fmla="*/ 110 h 128"/>
                <a:gd name="T40" fmla="*/ 68 w 102"/>
                <a:gd name="T41" fmla="*/ 84 h 128"/>
                <a:gd name="T42" fmla="*/ 70 w 102"/>
                <a:gd name="T43" fmla="*/ 83 h 128"/>
                <a:gd name="T44" fmla="*/ 97 w 102"/>
                <a:gd name="T45" fmla="*/ 84 h 128"/>
                <a:gd name="T46" fmla="*/ 56 w 102"/>
                <a:gd name="T47" fmla="*/ 21 h 128"/>
                <a:gd name="T48" fmla="*/ 94 w 102"/>
                <a:gd name="T49" fmla="*/ 80 h 128"/>
                <a:gd name="T50" fmla="*/ 80 w 102"/>
                <a:gd name="T51" fmla="*/ 82 h 128"/>
                <a:gd name="T52" fmla="*/ 33 w 102"/>
                <a:gd name="T53" fmla="*/ 26 h 128"/>
                <a:gd name="T54" fmla="*/ 45 w 102"/>
                <a:gd name="T55" fmla="*/ 21 h 128"/>
                <a:gd name="T56" fmla="*/ 33 w 102"/>
                <a:gd name="T57" fmla="*/ 5 h 128"/>
                <a:gd name="T58" fmla="*/ 45 w 102"/>
                <a:gd name="T59" fmla="*/ 5 h 128"/>
                <a:gd name="T60" fmla="*/ 50 w 102"/>
                <a:gd name="T61" fmla="*/ 16 h 128"/>
                <a:gd name="T62" fmla="*/ 14 w 102"/>
                <a:gd name="T63" fmla="*/ 41 h 128"/>
                <a:gd name="T64" fmla="*/ 5 w 102"/>
                <a:gd name="T65" fmla="*/ 32 h 128"/>
                <a:gd name="T66" fmla="*/ 10 w 102"/>
                <a:gd name="T67" fmla="*/ 21 h 128"/>
                <a:gd name="T68" fmla="*/ 33 w 102"/>
                <a:gd name="T69" fmla="*/ 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28">
                  <a:moveTo>
                    <a:pt x="0" y="32"/>
                  </a:moveTo>
                  <a:cubicBezTo>
                    <a:pt x="0" y="33"/>
                    <a:pt x="0" y="33"/>
                    <a:pt x="1" y="34"/>
                  </a:cubicBezTo>
                  <a:cubicBezTo>
                    <a:pt x="53" y="112"/>
                    <a:pt x="53" y="112"/>
                    <a:pt x="53" y="112"/>
                  </a:cubicBezTo>
                  <a:cubicBezTo>
                    <a:pt x="54" y="113"/>
                    <a:pt x="54" y="113"/>
                    <a:pt x="55" y="11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8" y="128"/>
                    <a:pt x="98" y="128"/>
                    <a:pt x="99" y="128"/>
                  </a:cubicBezTo>
                  <a:cubicBezTo>
                    <a:pt x="99" y="127"/>
                    <a:pt x="100" y="126"/>
                    <a:pt x="100" y="126"/>
                  </a:cubicBezTo>
                  <a:cubicBezTo>
                    <a:pt x="102" y="81"/>
                    <a:pt x="102" y="81"/>
                    <a:pt x="102" y="81"/>
                  </a:cubicBezTo>
                  <a:cubicBezTo>
                    <a:pt x="102" y="81"/>
                    <a:pt x="102" y="80"/>
                    <a:pt x="101" y="80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4" y="0"/>
                    <a:pt x="42" y="0"/>
                    <a:pt x="40" y="0"/>
                  </a:cubicBezTo>
                  <a:cubicBezTo>
                    <a:pt x="32" y="0"/>
                    <a:pt x="24" y="2"/>
                    <a:pt x="17" y="7"/>
                  </a:cubicBezTo>
                  <a:cubicBezTo>
                    <a:pt x="9" y="13"/>
                    <a:pt x="3" y="22"/>
                    <a:pt x="0" y="32"/>
                  </a:cubicBezTo>
                  <a:close/>
                  <a:moveTo>
                    <a:pt x="55" y="107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7" y="44"/>
                    <a:pt x="18" y="41"/>
                    <a:pt x="20" y="38"/>
                  </a:cubicBezTo>
                  <a:cubicBezTo>
                    <a:pt x="22" y="35"/>
                    <a:pt x="25" y="32"/>
                    <a:pt x="28" y="29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63" y="79"/>
                    <a:pt x="64" y="86"/>
                    <a:pt x="63" y="93"/>
                  </a:cubicBezTo>
                  <a:cubicBezTo>
                    <a:pt x="62" y="98"/>
                    <a:pt x="60" y="102"/>
                    <a:pt x="56" y="106"/>
                  </a:cubicBezTo>
                  <a:lnTo>
                    <a:pt x="55" y="107"/>
                  </a:lnTo>
                  <a:close/>
                  <a:moveTo>
                    <a:pt x="95" y="123"/>
                  </a:moveTo>
                  <a:cubicBezTo>
                    <a:pt x="87" y="120"/>
                    <a:pt x="87" y="120"/>
                    <a:pt x="87" y="120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6" y="117"/>
                    <a:pt x="87" y="115"/>
                    <a:pt x="89" y="113"/>
                  </a:cubicBezTo>
                  <a:cubicBezTo>
                    <a:pt x="91" y="112"/>
                    <a:pt x="93" y="112"/>
                    <a:pt x="95" y="114"/>
                  </a:cubicBezTo>
                  <a:cubicBezTo>
                    <a:pt x="96" y="114"/>
                    <a:pt x="96" y="114"/>
                    <a:pt x="96" y="114"/>
                  </a:cubicBezTo>
                  <a:lnTo>
                    <a:pt x="95" y="123"/>
                  </a:lnTo>
                  <a:close/>
                  <a:moveTo>
                    <a:pt x="96" y="109"/>
                  </a:moveTo>
                  <a:cubicBezTo>
                    <a:pt x="94" y="108"/>
                    <a:pt x="94" y="108"/>
                    <a:pt x="94" y="108"/>
                  </a:cubicBezTo>
                  <a:cubicBezTo>
                    <a:pt x="91" y="107"/>
                    <a:pt x="89" y="108"/>
                    <a:pt x="86" y="109"/>
                  </a:cubicBezTo>
                  <a:cubicBezTo>
                    <a:pt x="84" y="111"/>
                    <a:pt x="82" y="113"/>
                    <a:pt x="82" y="116"/>
                  </a:cubicBezTo>
                  <a:cubicBezTo>
                    <a:pt x="82" y="118"/>
                    <a:pt x="82" y="118"/>
                    <a:pt x="82" y="11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66" y="102"/>
                    <a:pt x="69" y="93"/>
                    <a:pt x="68" y="84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70" y="83"/>
                    <a:pt x="70" y="83"/>
                    <a:pt x="70" y="83"/>
                  </a:cubicBezTo>
                  <a:cubicBezTo>
                    <a:pt x="78" y="87"/>
                    <a:pt x="87" y="88"/>
                    <a:pt x="95" y="85"/>
                  </a:cubicBezTo>
                  <a:cubicBezTo>
                    <a:pt x="97" y="84"/>
                    <a:pt x="97" y="84"/>
                    <a:pt x="97" y="84"/>
                  </a:cubicBezTo>
                  <a:lnTo>
                    <a:pt x="96" y="109"/>
                  </a:lnTo>
                  <a:close/>
                  <a:moveTo>
                    <a:pt x="56" y="21"/>
                  </a:moveTo>
                  <a:cubicBezTo>
                    <a:pt x="96" y="80"/>
                    <a:pt x="96" y="80"/>
                    <a:pt x="96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1" y="82"/>
                    <a:pt x="88" y="82"/>
                    <a:pt x="85" y="82"/>
                  </a:cubicBezTo>
                  <a:cubicBezTo>
                    <a:pt x="83" y="82"/>
                    <a:pt x="81" y="82"/>
                    <a:pt x="80" y="82"/>
                  </a:cubicBezTo>
                  <a:cubicBezTo>
                    <a:pt x="73" y="80"/>
                    <a:pt x="67" y="76"/>
                    <a:pt x="63" y="71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8" y="23"/>
                    <a:pt x="41" y="22"/>
                    <a:pt x="45" y="21"/>
                  </a:cubicBezTo>
                  <a:cubicBezTo>
                    <a:pt x="48" y="21"/>
                    <a:pt x="52" y="21"/>
                    <a:pt x="56" y="21"/>
                  </a:cubicBezTo>
                  <a:close/>
                  <a:moveTo>
                    <a:pt x="33" y="5"/>
                  </a:moveTo>
                  <a:cubicBezTo>
                    <a:pt x="37" y="4"/>
                    <a:pt x="41" y="4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3" y="16"/>
                    <a:pt x="35" y="19"/>
                    <a:pt x="28" y="23"/>
                  </a:cubicBezTo>
                  <a:cubicBezTo>
                    <a:pt x="22" y="28"/>
                    <a:pt x="17" y="34"/>
                    <a:pt x="14" y="41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6" y="28"/>
                    <a:pt x="8" y="24"/>
                    <a:pt x="10" y="21"/>
                  </a:cubicBezTo>
                  <a:cubicBezTo>
                    <a:pt x="12" y="17"/>
                    <a:pt x="16" y="13"/>
                    <a:pt x="20" y="11"/>
                  </a:cubicBezTo>
                  <a:cubicBezTo>
                    <a:pt x="24" y="8"/>
                    <a:pt x="29" y="6"/>
                    <a:pt x="3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18"/>
            <p:cNvSpPr>
              <a:spLocks noEditPoints="1"/>
            </p:cNvSpPr>
            <p:nvPr/>
          </p:nvSpPr>
          <p:spPr bwMode="auto">
            <a:xfrm>
              <a:off x="3411" y="3524"/>
              <a:ext cx="250" cy="303"/>
            </a:xfrm>
            <a:custGeom>
              <a:avLst/>
              <a:gdLst>
                <a:gd name="T0" fmla="*/ 106 w 106"/>
                <a:gd name="T1" fmla="*/ 125 h 128"/>
                <a:gd name="T2" fmla="*/ 55 w 106"/>
                <a:gd name="T3" fmla="*/ 1 h 128"/>
                <a:gd name="T4" fmla="*/ 53 w 106"/>
                <a:gd name="T5" fmla="*/ 0 h 128"/>
                <a:gd name="T6" fmla="*/ 51 w 106"/>
                <a:gd name="T7" fmla="*/ 1 h 128"/>
                <a:gd name="T8" fmla="*/ 0 w 106"/>
                <a:gd name="T9" fmla="*/ 125 h 128"/>
                <a:gd name="T10" fmla="*/ 0 w 106"/>
                <a:gd name="T11" fmla="*/ 126 h 128"/>
                <a:gd name="T12" fmla="*/ 2 w 106"/>
                <a:gd name="T13" fmla="*/ 128 h 128"/>
                <a:gd name="T14" fmla="*/ 104 w 106"/>
                <a:gd name="T15" fmla="*/ 128 h 128"/>
                <a:gd name="T16" fmla="*/ 106 w 106"/>
                <a:gd name="T17" fmla="*/ 126 h 128"/>
                <a:gd name="T18" fmla="*/ 106 w 106"/>
                <a:gd name="T19" fmla="*/ 125 h 128"/>
                <a:gd name="T20" fmla="*/ 55 w 106"/>
                <a:gd name="T21" fmla="*/ 123 h 128"/>
                <a:gd name="T22" fmla="*/ 55 w 106"/>
                <a:gd name="T23" fmla="*/ 109 h 128"/>
                <a:gd name="T24" fmla="*/ 78 w 106"/>
                <a:gd name="T25" fmla="*/ 97 h 128"/>
                <a:gd name="T26" fmla="*/ 80 w 106"/>
                <a:gd name="T27" fmla="*/ 96 h 128"/>
                <a:gd name="T28" fmla="*/ 79 w 106"/>
                <a:gd name="T29" fmla="*/ 94 h 128"/>
                <a:gd name="T30" fmla="*/ 76 w 106"/>
                <a:gd name="T31" fmla="*/ 93 h 128"/>
                <a:gd name="T32" fmla="*/ 55 w 106"/>
                <a:gd name="T33" fmla="*/ 104 h 128"/>
                <a:gd name="T34" fmla="*/ 55 w 106"/>
                <a:gd name="T35" fmla="*/ 93 h 128"/>
                <a:gd name="T36" fmla="*/ 69 w 106"/>
                <a:gd name="T37" fmla="*/ 86 h 128"/>
                <a:gd name="T38" fmla="*/ 70 w 106"/>
                <a:gd name="T39" fmla="*/ 85 h 128"/>
                <a:gd name="T40" fmla="*/ 70 w 106"/>
                <a:gd name="T41" fmla="*/ 83 h 128"/>
                <a:gd name="T42" fmla="*/ 67 w 106"/>
                <a:gd name="T43" fmla="*/ 82 h 128"/>
                <a:gd name="T44" fmla="*/ 55 w 106"/>
                <a:gd name="T45" fmla="*/ 88 h 128"/>
                <a:gd name="T46" fmla="*/ 55 w 106"/>
                <a:gd name="T47" fmla="*/ 78 h 128"/>
                <a:gd name="T48" fmla="*/ 53 w 106"/>
                <a:gd name="T49" fmla="*/ 76 h 128"/>
                <a:gd name="T50" fmla="*/ 51 w 106"/>
                <a:gd name="T51" fmla="*/ 78 h 128"/>
                <a:gd name="T52" fmla="*/ 51 w 106"/>
                <a:gd name="T53" fmla="*/ 99 h 128"/>
                <a:gd name="T54" fmla="*/ 38 w 106"/>
                <a:gd name="T55" fmla="*/ 91 h 128"/>
                <a:gd name="T56" fmla="*/ 35 w 106"/>
                <a:gd name="T57" fmla="*/ 91 h 128"/>
                <a:gd name="T58" fmla="*/ 35 w 106"/>
                <a:gd name="T59" fmla="*/ 93 h 128"/>
                <a:gd name="T60" fmla="*/ 36 w 106"/>
                <a:gd name="T61" fmla="*/ 94 h 128"/>
                <a:gd name="T62" fmla="*/ 51 w 106"/>
                <a:gd name="T63" fmla="*/ 105 h 128"/>
                <a:gd name="T64" fmla="*/ 51 w 106"/>
                <a:gd name="T65" fmla="*/ 123 h 128"/>
                <a:gd name="T66" fmla="*/ 5 w 106"/>
                <a:gd name="T67" fmla="*/ 123 h 128"/>
                <a:gd name="T68" fmla="*/ 53 w 106"/>
                <a:gd name="T69" fmla="*/ 8 h 128"/>
                <a:gd name="T70" fmla="*/ 100 w 106"/>
                <a:gd name="T71" fmla="*/ 123 h 128"/>
                <a:gd name="T72" fmla="*/ 55 w 106"/>
                <a:gd name="T73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6" h="128">
                  <a:moveTo>
                    <a:pt x="106" y="125"/>
                  </a:move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4" y="0"/>
                    <a:pt x="53" y="0"/>
                  </a:cubicBezTo>
                  <a:cubicBezTo>
                    <a:pt x="52" y="0"/>
                    <a:pt x="51" y="1"/>
                    <a:pt x="51" y="1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125"/>
                    <a:pt x="0" y="125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5" y="128"/>
                    <a:pt x="106" y="127"/>
                    <a:pt x="106" y="126"/>
                  </a:cubicBezTo>
                  <a:cubicBezTo>
                    <a:pt x="106" y="125"/>
                    <a:pt x="106" y="125"/>
                    <a:pt x="106" y="125"/>
                  </a:cubicBezTo>
                  <a:close/>
                  <a:moveTo>
                    <a:pt x="55" y="123"/>
                  </a:moveTo>
                  <a:cubicBezTo>
                    <a:pt x="55" y="109"/>
                    <a:pt x="55" y="109"/>
                    <a:pt x="55" y="109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9" y="97"/>
                    <a:pt x="79" y="96"/>
                    <a:pt x="80" y="96"/>
                  </a:cubicBezTo>
                  <a:cubicBezTo>
                    <a:pt x="80" y="95"/>
                    <a:pt x="80" y="95"/>
                    <a:pt x="79" y="94"/>
                  </a:cubicBezTo>
                  <a:cubicBezTo>
                    <a:pt x="79" y="93"/>
                    <a:pt x="77" y="92"/>
                    <a:pt x="76" y="93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69" y="86"/>
                    <a:pt x="70" y="85"/>
                    <a:pt x="70" y="85"/>
                  </a:cubicBezTo>
                  <a:cubicBezTo>
                    <a:pt x="70" y="84"/>
                    <a:pt x="70" y="84"/>
                    <a:pt x="70" y="83"/>
                  </a:cubicBezTo>
                  <a:cubicBezTo>
                    <a:pt x="69" y="82"/>
                    <a:pt x="68" y="81"/>
                    <a:pt x="67" y="82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55" y="77"/>
                    <a:pt x="54" y="76"/>
                    <a:pt x="53" y="76"/>
                  </a:cubicBezTo>
                  <a:cubicBezTo>
                    <a:pt x="52" y="76"/>
                    <a:pt x="51" y="77"/>
                    <a:pt x="51" y="78"/>
                  </a:cubicBezTo>
                  <a:cubicBezTo>
                    <a:pt x="51" y="99"/>
                    <a:pt x="51" y="99"/>
                    <a:pt x="51" y="99"/>
                  </a:cubicBezTo>
                  <a:cubicBezTo>
                    <a:pt x="38" y="91"/>
                    <a:pt x="38" y="91"/>
                    <a:pt x="38" y="91"/>
                  </a:cubicBezTo>
                  <a:cubicBezTo>
                    <a:pt x="37" y="90"/>
                    <a:pt x="36" y="90"/>
                    <a:pt x="35" y="91"/>
                  </a:cubicBezTo>
                  <a:cubicBezTo>
                    <a:pt x="35" y="92"/>
                    <a:pt x="35" y="92"/>
                    <a:pt x="35" y="93"/>
                  </a:cubicBezTo>
                  <a:cubicBezTo>
                    <a:pt x="35" y="93"/>
                    <a:pt x="35" y="94"/>
                    <a:pt x="36" y="94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100" y="123"/>
                    <a:pt x="100" y="123"/>
                    <a:pt x="100" y="123"/>
                  </a:cubicBezTo>
                  <a:lnTo>
                    <a:pt x="55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779" y="3524"/>
              <a:ext cx="303" cy="303"/>
            </a:xfrm>
            <a:custGeom>
              <a:avLst/>
              <a:gdLst>
                <a:gd name="T0" fmla="*/ 2 w 128"/>
                <a:gd name="T1" fmla="*/ 0 h 128"/>
                <a:gd name="T2" fmla="*/ 0 w 128"/>
                <a:gd name="T3" fmla="*/ 126 h 128"/>
                <a:gd name="T4" fmla="*/ 126 w 128"/>
                <a:gd name="T5" fmla="*/ 128 h 128"/>
                <a:gd name="T6" fmla="*/ 128 w 128"/>
                <a:gd name="T7" fmla="*/ 2 h 128"/>
                <a:gd name="T8" fmla="*/ 66 w 128"/>
                <a:gd name="T9" fmla="*/ 5 h 128"/>
                <a:gd name="T10" fmla="*/ 66 w 128"/>
                <a:gd name="T11" fmla="*/ 17 h 128"/>
                <a:gd name="T12" fmla="*/ 66 w 128"/>
                <a:gd name="T13" fmla="*/ 23 h 128"/>
                <a:gd name="T14" fmla="*/ 99 w 128"/>
                <a:gd name="T15" fmla="*/ 5 h 128"/>
                <a:gd name="T16" fmla="*/ 66 w 128"/>
                <a:gd name="T17" fmla="*/ 23 h 128"/>
                <a:gd name="T18" fmla="*/ 106 w 128"/>
                <a:gd name="T19" fmla="*/ 5 h 128"/>
                <a:gd name="T20" fmla="*/ 66 w 128"/>
                <a:gd name="T21" fmla="*/ 59 h 128"/>
                <a:gd name="T22" fmla="*/ 5 w 128"/>
                <a:gd name="T23" fmla="*/ 66 h 128"/>
                <a:gd name="T24" fmla="*/ 5 w 128"/>
                <a:gd name="T25" fmla="*/ 78 h 128"/>
                <a:gd name="T26" fmla="*/ 5 w 128"/>
                <a:gd name="T27" fmla="*/ 85 h 128"/>
                <a:gd name="T28" fmla="*/ 20 w 128"/>
                <a:gd name="T29" fmla="*/ 66 h 128"/>
                <a:gd name="T30" fmla="*/ 38 w 128"/>
                <a:gd name="T31" fmla="*/ 66 h 128"/>
                <a:gd name="T32" fmla="*/ 5 w 128"/>
                <a:gd name="T33" fmla="*/ 85 h 128"/>
                <a:gd name="T34" fmla="*/ 44 w 128"/>
                <a:gd name="T35" fmla="*/ 66 h 128"/>
                <a:gd name="T36" fmla="*/ 5 w 128"/>
                <a:gd name="T37" fmla="*/ 120 h 128"/>
                <a:gd name="T38" fmla="*/ 62 w 128"/>
                <a:gd name="T39" fmla="*/ 123 h 128"/>
                <a:gd name="T40" fmla="*/ 62 w 128"/>
                <a:gd name="T41" fmla="*/ 111 h 128"/>
                <a:gd name="T42" fmla="*/ 62 w 128"/>
                <a:gd name="T43" fmla="*/ 105 h 128"/>
                <a:gd name="T44" fmla="*/ 29 w 128"/>
                <a:gd name="T45" fmla="*/ 123 h 128"/>
                <a:gd name="T46" fmla="*/ 62 w 128"/>
                <a:gd name="T47" fmla="*/ 105 h 128"/>
                <a:gd name="T48" fmla="*/ 22 w 128"/>
                <a:gd name="T49" fmla="*/ 123 h 128"/>
                <a:gd name="T50" fmla="*/ 62 w 128"/>
                <a:gd name="T51" fmla="*/ 69 h 128"/>
                <a:gd name="T52" fmla="*/ 62 w 128"/>
                <a:gd name="T53" fmla="*/ 62 h 128"/>
                <a:gd name="T54" fmla="*/ 5 w 128"/>
                <a:gd name="T55" fmla="*/ 5 h 128"/>
                <a:gd name="T56" fmla="*/ 62 w 128"/>
                <a:gd name="T57" fmla="*/ 62 h 128"/>
                <a:gd name="T58" fmla="*/ 66 w 128"/>
                <a:gd name="T59" fmla="*/ 123 h 128"/>
                <a:gd name="T60" fmla="*/ 123 w 128"/>
                <a:gd name="T61" fmla="*/ 66 h 128"/>
                <a:gd name="T62" fmla="*/ 123 w 128"/>
                <a:gd name="T63" fmla="*/ 62 h 128"/>
                <a:gd name="T64" fmla="*/ 123 w 128"/>
                <a:gd name="T65" fmla="*/ 50 h 128"/>
                <a:gd name="T66" fmla="*/ 123 w 128"/>
                <a:gd name="T67" fmla="*/ 43 h 128"/>
                <a:gd name="T68" fmla="*/ 90 w 128"/>
                <a:gd name="T69" fmla="*/ 62 h 128"/>
                <a:gd name="T70" fmla="*/ 123 w 128"/>
                <a:gd name="T71" fmla="*/ 43 h 128"/>
                <a:gd name="T72" fmla="*/ 84 w 128"/>
                <a:gd name="T73" fmla="*/ 62 h 128"/>
                <a:gd name="T74" fmla="*/ 123 w 128"/>
                <a:gd name="T75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" h="128">
                  <a:moveTo>
                    <a:pt x="1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8"/>
                    <a:pt x="128" y="127"/>
                    <a:pt x="128" y="126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  <a:moveTo>
                    <a:pt x="66" y="5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66" y="17"/>
                    <a:pt x="66" y="17"/>
                    <a:pt x="66" y="17"/>
                  </a:cubicBezTo>
                  <a:lnTo>
                    <a:pt x="66" y="5"/>
                  </a:lnTo>
                  <a:close/>
                  <a:moveTo>
                    <a:pt x="66" y="23"/>
                  </a:moveTo>
                  <a:cubicBezTo>
                    <a:pt x="85" y="5"/>
                    <a:pt x="85" y="5"/>
                    <a:pt x="85" y="5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66" y="38"/>
                    <a:pt x="66" y="38"/>
                    <a:pt x="66" y="38"/>
                  </a:cubicBezTo>
                  <a:lnTo>
                    <a:pt x="66" y="23"/>
                  </a:lnTo>
                  <a:close/>
                  <a:moveTo>
                    <a:pt x="66" y="44"/>
                  </a:moveTo>
                  <a:cubicBezTo>
                    <a:pt x="106" y="5"/>
                    <a:pt x="106" y="5"/>
                    <a:pt x="106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66" y="59"/>
                    <a:pt x="66" y="59"/>
                    <a:pt x="66" y="59"/>
                  </a:cubicBezTo>
                  <a:lnTo>
                    <a:pt x="66" y="44"/>
                  </a:lnTo>
                  <a:close/>
                  <a:moveTo>
                    <a:pt x="5" y="66"/>
                  </a:moveTo>
                  <a:cubicBezTo>
                    <a:pt x="17" y="66"/>
                    <a:pt x="17" y="66"/>
                    <a:pt x="17" y="66"/>
                  </a:cubicBezTo>
                  <a:cubicBezTo>
                    <a:pt x="5" y="78"/>
                    <a:pt x="5" y="78"/>
                    <a:pt x="5" y="78"/>
                  </a:cubicBezTo>
                  <a:lnTo>
                    <a:pt x="5" y="66"/>
                  </a:lnTo>
                  <a:close/>
                  <a:moveTo>
                    <a:pt x="5" y="85"/>
                  </a:moveTo>
                  <a:cubicBezTo>
                    <a:pt x="21" y="68"/>
                    <a:pt x="21" y="68"/>
                    <a:pt x="21" y="68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5" y="99"/>
                    <a:pt x="5" y="99"/>
                    <a:pt x="5" y="99"/>
                  </a:cubicBezTo>
                  <a:lnTo>
                    <a:pt x="5" y="85"/>
                  </a:lnTo>
                  <a:close/>
                  <a:moveTo>
                    <a:pt x="5" y="106"/>
                  </a:moveTo>
                  <a:cubicBezTo>
                    <a:pt x="44" y="66"/>
                    <a:pt x="44" y="66"/>
                    <a:pt x="44" y="66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5" y="120"/>
                    <a:pt x="5" y="120"/>
                    <a:pt x="5" y="120"/>
                  </a:cubicBezTo>
                  <a:lnTo>
                    <a:pt x="5" y="106"/>
                  </a:lnTo>
                  <a:close/>
                  <a:moveTo>
                    <a:pt x="62" y="123"/>
                  </a:moveTo>
                  <a:cubicBezTo>
                    <a:pt x="50" y="123"/>
                    <a:pt x="50" y="123"/>
                    <a:pt x="50" y="123"/>
                  </a:cubicBezTo>
                  <a:cubicBezTo>
                    <a:pt x="62" y="111"/>
                    <a:pt x="62" y="111"/>
                    <a:pt x="62" y="111"/>
                  </a:cubicBezTo>
                  <a:lnTo>
                    <a:pt x="62" y="123"/>
                  </a:lnTo>
                  <a:close/>
                  <a:moveTo>
                    <a:pt x="62" y="105"/>
                  </a:moveTo>
                  <a:cubicBezTo>
                    <a:pt x="43" y="123"/>
                    <a:pt x="43" y="123"/>
                    <a:pt x="43" y="123"/>
                  </a:cubicBezTo>
                  <a:cubicBezTo>
                    <a:pt x="29" y="123"/>
                    <a:pt x="29" y="123"/>
                    <a:pt x="29" y="123"/>
                  </a:cubicBezTo>
                  <a:cubicBezTo>
                    <a:pt x="62" y="90"/>
                    <a:pt x="62" y="90"/>
                    <a:pt x="62" y="90"/>
                  </a:cubicBezTo>
                  <a:lnTo>
                    <a:pt x="62" y="105"/>
                  </a:lnTo>
                  <a:close/>
                  <a:moveTo>
                    <a:pt x="62" y="84"/>
                  </a:moveTo>
                  <a:cubicBezTo>
                    <a:pt x="22" y="123"/>
                    <a:pt x="22" y="123"/>
                    <a:pt x="22" y="123"/>
                  </a:cubicBezTo>
                  <a:cubicBezTo>
                    <a:pt x="8" y="123"/>
                    <a:pt x="8" y="123"/>
                    <a:pt x="8" y="123"/>
                  </a:cubicBezTo>
                  <a:cubicBezTo>
                    <a:pt x="62" y="69"/>
                    <a:pt x="62" y="69"/>
                    <a:pt x="62" y="69"/>
                  </a:cubicBezTo>
                  <a:lnTo>
                    <a:pt x="62" y="84"/>
                  </a:lnTo>
                  <a:close/>
                  <a:moveTo>
                    <a:pt x="62" y="62"/>
                  </a:moveTo>
                  <a:cubicBezTo>
                    <a:pt x="5" y="62"/>
                    <a:pt x="5" y="62"/>
                    <a:pt x="5" y="6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2" y="5"/>
                    <a:pt x="62" y="5"/>
                    <a:pt x="62" y="5"/>
                  </a:cubicBezTo>
                  <a:lnTo>
                    <a:pt x="62" y="62"/>
                  </a:lnTo>
                  <a:close/>
                  <a:moveTo>
                    <a:pt x="123" y="123"/>
                  </a:moveTo>
                  <a:cubicBezTo>
                    <a:pt x="66" y="123"/>
                    <a:pt x="66" y="123"/>
                    <a:pt x="66" y="123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123"/>
                  </a:lnTo>
                  <a:close/>
                  <a:moveTo>
                    <a:pt x="123" y="62"/>
                  </a:moveTo>
                  <a:cubicBezTo>
                    <a:pt x="111" y="62"/>
                    <a:pt x="111" y="62"/>
                    <a:pt x="111" y="62"/>
                  </a:cubicBezTo>
                  <a:cubicBezTo>
                    <a:pt x="123" y="50"/>
                    <a:pt x="123" y="50"/>
                    <a:pt x="123" y="50"/>
                  </a:cubicBezTo>
                  <a:lnTo>
                    <a:pt x="123" y="62"/>
                  </a:lnTo>
                  <a:close/>
                  <a:moveTo>
                    <a:pt x="123" y="43"/>
                  </a:moveTo>
                  <a:cubicBezTo>
                    <a:pt x="105" y="62"/>
                    <a:pt x="105" y="62"/>
                    <a:pt x="105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123" y="29"/>
                    <a:pt x="123" y="29"/>
                    <a:pt x="123" y="29"/>
                  </a:cubicBezTo>
                  <a:lnTo>
                    <a:pt x="123" y="43"/>
                  </a:lnTo>
                  <a:close/>
                  <a:moveTo>
                    <a:pt x="123" y="22"/>
                  </a:moveTo>
                  <a:cubicBezTo>
                    <a:pt x="84" y="62"/>
                    <a:pt x="84" y="62"/>
                    <a:pt x="84" y="62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123" y="8"/>
                    <a:pt x="123" y="8"/>
                    <a:pt x="123" y="8"/>
                  </a:cubicBezTo>
                  <a:lnTo>
                    <a:pt x="12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Freeform 20"/>
            <p:cNvSpPr>
              <a:spLocks noEditPoints="1"/>
            </p:cNvSpPr>
            <p:nvPr/>
          </p:nvSpPr>
          <p:spPr bwMode="auto">
            <a:xfrm>
              <a:off x="2342" y="3606"/>
              <a:ext cx="135" cy="138"/>
            </a:xfrm>
            <a:custGeom>
              <a:avLst/>
              <a:gdLst>
                <a:gd name="T0" fmla="*/ 28 w 57"/>
                <a:gd name="T1" fmla="*/ 0 h 58"/>
                <a:gd name="T2" fmla="*/ 0 w 57"/>
                <a:gd name="T3" fmla="*/ 29 h 58"/>
                <a:gd name="T4" fmla="*/ 28 w 57"/>
                <a:gd name="T5" fmla="*/ 58 h 58"/>
                <a:gd name="T6" fmla="*/ 57 w 57"/>
                <a:gd name="T7" fmla="*/ 29 h 58"/>
                <a:gd name="T8" fmla="*/ 28 w 57"/>
                <a:gd name="T9" fmla="*/ 0 h 58"/>
                <a:gd name="T10" fmla="*/ 45 w 57"/>
                <a:gd name="T11" fmla="*/ 46 h 58"/>
                <a:gd name="T12" fmla="*/ 28 w 57"/>
                <a:gd name="T13" fmla="*/ 53 h 58"/>
                <a:gd name="T14" fmla="*/ 11 w 57"/>
                <a:gd name="T15" fmla="*/ 46 h 58"/>
                <a:gd name="T16" fmla="*/ 4 w 57"/>
                <a:gd name="T17" fmla="*/ 29 h 58"/>
                <a:gd name="T18" fmla="*/ 11 w 57"/>
                <a:gd name="T19" fmla="*/ 12 h 58"/>
                <a:gd name="T20" fmla="*/ 28 w 57"/>
                <a:gd name="T21" fmla="*/ 5 h 58"/>
                <a:gd name="T22" fmla="*/ 45 w 57"/>
                <a:gd name="T23" fmla="*/ 12 h 58"/>
                <a:gd name="T24" fmla="*/ 52 w 57"/>
                <a:gd name="T25" fmla="*/ 29 h 58"/>
                <a:gd name="T26" fmla="*/ 45 w 57"/>
                <a:gd name="T27" fmla="*/ 4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58">
                  <a:moveTo>
                    <a:pt x="28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8" y="58"/>
                  </a:cubicBezTo>
                  <a:cubicBezTo>
                    <a:pt x="44" y="58"/>
                    <a:pt x="57" y="45"/>
                    <a:pt x="57" y="29"/>
                  </a:cubicBezTo>
                  <a:cubicBezTo>
                    <a:pt x="57" y="13"/>
                    <a:pt x="44" y="0"/>
                    <a:pt x="28" y="0"/>
                  </a:cubicBezTo>
                  <a:close/>
                  <a:moveTo>
                    <a:pt x="45" y="46"/>
                  </a:moveTo>
                  <a:cubicBezTo>
                    <a:pt x="41" y="51"/>
                    <a:pt x="35" y="53"/>
                    <a:pt x="28" y="53"/>
                  </a:cubicBezTo>
                  <a:cubicBezTo>
                    <a:pt x="22" y="53"/>
                    <a:pt x="16" y="51"/>
                    <a:pt x="11" y="46"/>
                  </a:cubicBezTo>
                  <a:cubicBezTo>
                    <a:pt x="7" y="42"/>
                    <a:pt x="4" y="35"/>
                    <a:pt x="4" y="29"/>
                  </a:cubicBezTo>
                  <a:cubicBezTo>
                    <a:pt x="4" y="23"/>
                    <a:pt x="7" y="17"/>
                    <a:pt x="11" y="12"/>
                  </a:cubicBezTo>
                  <a:cubicBezTo>
                    <a:pt x="16" y="7"/>
                    <a:pt x="22" y="5"/>
                    <a:pt x="28" y="5"/>
                  </a:cubicBezTo>
                  <a:cubicBezTo>
                    <a:pt x="35" y="5"/>
                    <a:pt x="41" y="7"/>
                    <a:pt x="45" y="12"/>
                  </a:cubicBezTo>
                  <a:cubicBezTo>
                    <a:pt x="50" y="17"/>
                    <a:pt x="52" y="23"/>
                    <a:pt x="52" y="29"/>
                  </a:cubicBezTo>
                  <a:cubicBezTo>
                    <a:pt x="52" y="35"/>
                    <a:pt x="50" y="42"/>
                    <a:pt x="45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Freeform 21"/>
            <p:cNvSpPr>
              <a:spLocks noEditPoints="1"/>
            </p:cNvSpPr>
            <p:nvPr/>
          </p:nvSpPr>
          <p:spPr bwMode="auto">
            <a:xfrm>
              <a:off x="2174" y="3606"/>
              <a:ext cx="135" cy="138"/>
            </a:xfrm>
            <a:custGeom>
              <a:avLst/>
              <a:gdLst>
                <a:gd name="T0" fmla="*/ 29 w 57"/>
                <a:gd name="T1" fmla="*/ 0 h 58"/>
                <a:gd name="T2" fmla="*/ 0 w 57"/>
                <a:gd name="T3" fmla="*/ 29 h 58"/>
                <a:gd name="T4" fmla="*/ 29 w 57"/>
                <a:gd name="T5" fmla="*/ 58 h 58"/>
                <a:gd name="T6" fmla="*/ 57 w 57"/>
                <a:gd name="T7" fmla="*/ 29 h 58"/>
                <a:gd name="T8" fmla="*/ 29 w 57"/>
                <a:gd name="T9" fmla="*/ 0 h 58"/>
                <a:gd name="T10" fmla="*/ 5 w 57"/>
                <a:gd name="T11" fmla="*/ 25 h 58"/>
                <a:gd name="T12" fmla="*/ 12 w 57"/>
                <a:gd name="T13" fmla="*/ 12 h 58"/>
                <a:gd name="T14" fmla="*/ 25 w 57"/>
                <a:gd name="T15" fmla="*/ 5 h 58"/>
                <a:gd name="T16" fmla="*/ 29 w 57"/>
                <a:gd name="T17" fmla="*/ 4 h 58"/>
                <a:gd name="T18" fmla="*/ 4 w 57"/>
                <a:gd name="T19" fmla="*/ 29 h 58"/>
                <a:gd name="T20" fmla="*/ 5 w 57"/>
                <a:gd name="T21" fmla="*/ 25 h 58"/>
                <a:gd name="T22" fmla="*/ 9 w 57"/>
                <a:gd name="T23" fmla="*/ 43 h 58"/>
                <a:gd name="T24" fmla="*/ 5 w 57"/>
                <a:gd name="T25" fmla="*/ 36 h 58"/>
                <a:gd name="T26" fmla="*/ 5 w 57"/>
                <a:gd name="T27" fmla="*/ 35 h 58"/>
                <a:gd name="T28" fmla="*/ 34 w 57"/>
                <a:gd name="T29" fmla="*/ 6 h 58"/>
                <a:gd name="T30" fmla="*/ 35 w 57"/>
                <a:gd name="T31" fmla="*/ 6 h 58"/>
                <a:gd name="T32" fmla="*/ 43 w 57"/>
                <a:gd name="T33" fmla="*/ 9 h 58"/>
                <a:gd name="T34" fmla="*/ 44 w 57"/>
                <a:gd name="T35" fmla="*/ 10 h 58"/>
                <a:gd name="T36" fmla="*/ 10 w 57"/>
                <a:gd name="T37" fmla="*/ 44 h 58"/>
                <a:gd name="T38" fmla="*/ 9 w 57"/>
                <a:gd name="T39" fmla="*/ 43 h 58"/>
                <a:gd name="T40" fmla="*/ 52 w 57"/>
                <a:gd name="T41" fmla="*/ 33 h 58"/>
                <a:gd name="T42" fmla="*/ 46 w 57"/>
                <a:gd name="T43" fmla="*/ 46 h 58"/>
                <a:gd name="T44" fmla="*/ 33 w 57"/>
                <a:gd name="T45" fmla="*/ 53 h 58"/>
                <a:gd name="T46" fmla="*/ 28 w 57"/>
                <a:gd name="T47" fmla="*/ 54 h 58"/>
                <a:gd name="T48" fmla="*/ 53 w 57"/>
                <a:gd name="T49" fmla="*/ 29 h 58"/>
                <a:gd name="T50" fmla="*/ 52 w 57"/>
                <a:gd name="T51" fmla="*/ 33 h 58"/>
                <a:gd name="T52" fmla="*/ 52 w 57"/>
                <a:gd name="T53" fmla="*/ 23 h 58"/>
                <a:gd name="T54" fmla="*/ 23 w 57"/>
                <a:gd name="T55" fmla="*/ 52 h 58"/>
                <a:gd name="T56" fmla="*/ 22 w 57"/>
                <a:gd name="T57" fmla="*/ 52 h 58"/>
                <a:gd name="T58" fmla="*/ 15 w 57"/>
                <a:gd name="T59" fmla="*/ 49 h 58"/>
                <a:gd name="T60" fmla="*/ 13 w 57"/>
                <a:gd name="T61" fmla="*/ 48 h 58"/>
                <a:gd name="T62" fmla="*/ 47 w 57"/>
                <a:gd name="T63" fmla="*/ 14 h 58"/>
                <a:gd name="T64" fmla="*/ 48 w 57"/>
                <a:gd name="T65" fmla="*/ 15 h 58"/>
                <a:gd name="T66" fmla="*/ 52 w 57"/>
                <a:gd name="T67" fmla="*/ 2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4" y="58"/>
                    <a:pt x="57" y="45"/>
                    <a:pt x="57" y="29"/>
                  </a:cubicBezTo>
                  <a:cubicBezTo>
                    <a:pt x="57" y="13"/>
                    <a:pt x="44" y="0"/>
                    <a:pt x="29" y="0"/>
                  </a:cubicBezTo>
                  <a:close/>
                  <a:moveTo>
                    <a:pt x="5" y="25"/>
                  </a:moveTo>
                  <a:cubicBezTo>
                    <a:pt x="6" y="20"/>
                    <a:pt x="8" y="16"/>
                    <a:pt x="12" y="12"/>
                  </a:cubicBezTo>
                  <a:cubicBezTo>
                    <a:pt x="15" y="8"/>
                    <a:pt x="20" y="6"/>
                    <a:pt x="25" y="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4" y="29"/>
                    <a:pt x="4" y="29"/>
                    <a:pt x="4" y="29"/>
                  </a:cubicBezTo>
                  <a:lnTo>
                    <a:pt x="5" y="25"/>
                  </a:lnTo>
                  <a:close/>
                  <a:moveTo>
                    <a:pt x="9" y="43"/>
                  </a:moveTo>
                  <a:cubicBezTo>
                    <a:pt x="7" y="41"/>
                    <a:pt x="6" y="38"/>
                    <a:pt x="5" y="36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8" y="7"/>
                    <a:pt x="40" y="8"/>
                    <a:pt x="43" y="9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9" y="43"/>
                  </a:lnTo>
                  <a:close/>
                  <a:moveTo>
                    <a:pt x="52" y="33"/>
                  </a:moveTo>
                  <a:cubicBezTo>
                    <a:pt x="52" y="38"/>
                    <a:pt x="49" y="43"/>
                    <a:pt x="46" y="46"/>
                  </a:cubicBezTo>
                  <a:cubicBezTo>
                    <a:pt x="42" y="50"/>
                    <a:pt x="38" y="52"/>
                    <a:pt x="33" y="53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53" y="29"/>
                    <a:pt x="53" y="29"/>
                    <a:pt x="53" y="29"/>
                  </a:cubicBezTo>
                  <a:lnTo>
                    <a:pt x="52" y="33"/>
                  </a:lnTo>
                  <a:close/>
                  <a:moveTo>
                    <a:pt x="52" y="23"/>
                  </a:moveTo>
                  <a:cubicBezTo>
                    <a:pt x="23" y="52"/>
                    <a:pt x="23" y="52"/>
                    <a:pt x="23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19" y="51"/>
                    <a:pt x="17" y="50"/>
                    <a:pt x="15" y="49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50" y="17"/>
                    <a:pt x="51" y="20"/>
                    <a:pt x="52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22"/>
            <p:cNvSpPr>
              <a:spLocks noEditPoints="1"/>
            </p:cNvSpPr>
            <p:nvPr/>
          </p:nvSpPr>
          <p:spPr bwMode="auto">
            <a:xfrm>
              <a:off x="1628" y="3524"/>
              <a:ext cx="189" cy="303"/>
            </a:xfrm>
            <a:custGeom>
              <a:avLst/>
              <a:gdLst>
                <a:gd name="T0" fmla="*/ 79 w 80"/>
                <a:gd name="T1" fmla="*/ 121 h 128"/>
                <a:gd name="T2" fmla="*/ 80 w 80"/>
                <a:gd name="T3" fmla="*/ 119 h 128"/>
                <a:gd name="T4" fmla="*/ 80 w 80"/>
                <a:gd name="T5" fmla="*/ 100 h 128"/>
                <a:gd name="T6" fmla="*/ 77 w 80"/>
                <a:gd name="T7" fmla="*/ 98 h 128"/>
                <a:gd name="T8" fmla="*/ 59 w 80"/>
                <a:gd name="T9" fmla="*/ 103 h 128"/>
                <a:gd name="T10" fmla="*/ 51 w 80"/>
                <a:gd name="T11" fmla="*/ 101 h 128"/>
                <a:gd name="T12" fmla="*/ 48 w 80"/>
                <a:gd name="T13" fmla="*/ 98 h 128"/>
                <a:gd name="T14" fmla="*/ 47 w 80"/>
                <a:gd name="T15" fmla="*/ 85 h 128"/>
                <a:gd name="T16" fmla="*/ 47 w 80"/>
                <a:gd name="T17" fmla="*/ 55 h 128"/>
                <a:gd name="T18" fmla="*/ 74 w 80"/>
                <a:gd name="T19" fmla="*/ 55 h 128"/>
                <a:gd name="T20" fmla="*/ 76 w 80"/>
                <a:gd name="T21" fmla="*/ 53 h 128"/>
                <a:gd name="T22" fmla="*/ 76 w 80"/>
                <a:gd name="T23" fmla="*/ 34 h 128"/>
                <a:gd name="T24" fmla="*/ 74 w 80"/>
                <a:gd name="T25" fmla="*/ 31 h 128"/>
                <a:gd name="T26" fmla="*/ 47 w 80"/>
                <a:gd name="T27" fmla="*/ 31 h 128"/>
                <a:gd name="T28" fmla="*/ 47 w 80"/>
                <a:gd name="T29" fmla="*/ 2 h 128"/>
                <a:gd name="T30" fmla="*/ 44 w 80"/>
                <a:gd name="T31" fmla="*/ 0 h 128"/>
                <a:gd name="T32" fmla="*/ 27 w 80"/>
                <a:gd name="T33" fmla="*/ 0 h 128"/>
                <a:gd name="T34" fmla="*/ 25 w 80"/>
                <a:gd name="T35" fmla="*/ 2 h 128"/>
                <a:gd name="T36" fmla="*/ 21 w 80"/>
                <a:gd name="T37" fmla="*/ 17 h 128"/>
                <a:gd name="T38" fmla="*/ 13 w 80"/>
                <a:gd name="T39" fmla="*/ 27 h 128"/>
                <a:gd name="T40" fmla="*/ 1 w 80"/>
                <a:gd name="T41" fmla="*/ 33 h 128"/>
                <a:gd name="T42" fmla="*/ 0 w 80"/>
                <a:gd name="T43" fmla="*/ 35 h 128"/>
                <a:gd name="T44" fmla="*/ 0 w 80"/>
                <a:gd name="T45" fmla="*/ 53 h 128"/>
                <a:gd name="T46" fmla="*/ 2 w 80"/>
                <a:gd name="T47" fmla="*/ 55 h 128"/>
                <a:gd name="T48" fmla="*/ 13 w 80"/>
                <a:gd name="T49" fmla="*/ 55 h 128"/>
                <a:gd name="T50" fmla="*/ 13 w 80"/>
                <a:gd name="T51" fmla="*/ 96 h 128"/>
                <a:gd name="T52" fmla="*/ 15 w 80"/>
                <a:gd name="T53" fmla="*/ 110 h 128"/>
                <a:gd name="T54" fmla="*/ 22 w 80"/>
                <a:gd name="T55" fmla="*/ 119 h 128"/>
                <a:gd name="T56" fmla="*/ 34 w 80"/>
                <a:gd name="T57" fmla="*/ 126 h 128"/>
                <a:gd name="T58" fmla="*/ 50 w 80"/>
                <a:gd name="T59" fmla="*/ 128 h 128"/>
                <a:gd name="T60" fmla="*/ 64 w 80"/>
                <a:gd name="T61" fmla="*/ 126 h 128"/>
                <a:gd name="T62" fmla="*/ 78 w 80"/>
                <a:gd name="T63" fmla="*/ 121 h 128"/>
                <a:gd name="T64" fmla="*/ 79 w 80"/>
                <a:gd name="T65" fmla="*/ 121 h 128"/>
                <a:gd name="T66" fmla="*/ 76 w 80"/>
                <a:gd name="T67" fmla="*/ 118 h 128"/>
                <a:gd name="T68" fmla="*/ 75 w 80"/>
                <a:gd name="T69" fmla="*/ 118 h 128"/>
                <a:gd name="T70" fmla="*/ 63 w 80"/>
                <a:gd name="T71" fmla="*/ 122 h 128"/>
                <a:gd name="T72" fmla="*/ 50 w 80"/>
                <a:gd name="T73" fmla="*/ 123 h 128"/>
                <a:gd name="T74" fmla="*/ 35 w 80"/>
                <a:gd name="T75" fmla="*/ 121 h 128"/>
                <a:gd name="T76" fmla="*/ 25 w 80"/>
                <a:gd name="T77" fmla="*/ 116 h 128"/>
                <a:gd name="T78" fmla="*/ 19 w 80"/>
                <a:gd name="T79" fmla="*/ 108 h 128"/>
                <a:gd name="T80" fmla="*/ 18 w 80"/>
                <a:gd name="T81" fmla="*/ 96 h 128"/>
                <a:gd name="T82" fmla="*/ 18 w 80"/>
                <a:gd name="T83" fmla="*/ 51 h 128"/>
                <a:gd name="T84" fmla="*/ 4 w 80"/>
                <a:gd name="T85" fmla="*/ 51 h 128"/>
                <a:gd name="T86" fmla="*/ 4 w 80"/>
                <a:gd name="T87" fmla="*/ 37 h 128"/>
                <a:gd name="T88" fmla="*/ 5 w 80"/>
                <a:gd name="T89" fmla="*/ 37 h 128"/>
                <a:gd name="T90" fmla="*/ 16 w 80"/>
                <a:gd name="T91" fmla="*/ 30 h 128"/>
                <a:gd name="T92" fmla="*/ 25 w 80"/>
                <a:gd name="T93" fmla="*/ 19 h 128"/>
                <a:gd name="T94" fmla="*/ 29 w 80"/>
                <a:gd name="T95" fmla="*/ 6 h 128"/>
                <a:gd name="T96" fmla="*/ 29 w 80"/>
                <a:gd name="T97" fmla="*/ 5 h 128"/>
                <a:gd name="T98" fmla="*/ 42 w 80"/>
                <a:gd name="T99" fmla="*/ 5 h 128"/>
                <a:gd name="T100" fmla="*/ 42 w 80"/>
                <a:gd name="T101" fmla="*/ 36 h 128"/>
                <a:gd name="T102" fmla="*/ 72 w 80"/>
                <a:gd name="T103" fmla="*/ 36 h 128"/>
                <a:gd name="T104" fmla="*/ 72 w 80"/>
                <a:gd name="T105" fmla="*/ 51 h 128"/>
                <a:gd name="T106" fmla="*/ 42 w 80"/>
                <a:gd name="T107" fmla="*/ 51 h 128"/>
                <a:gd name="T108" fmla="*/ 42 w 80"/>
                <a:gd name="T109" fmla="*/ 85 h 128"/>
                <a:gd name="T110" fmla="*/ 43 w 80"/>
                <a:gd name="T111" fmla="*/ 99 h 128"/>
                <a:gd name="T112" fmla="*/ 49 w 80"/>
                <a:gd name="T113" fmla="*/ 105 h 128"/>
                <a:gd name="T114" fmla="*/ 74 w 80"/>
                <a:gd name="T115" fmla="*/ 105 h 128"/>
                <a:gd name="T116" fmla="*/ 76 w 80"/>
                <a:gd name="T117" fmla="*/ 104 h 128"/>
                <a:gd name="T118" fmla="*/ 76 w 80"/>
                <a:gd name="T119" fmla="*/ 11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0" h="128">
                  <a:moveTo>
                    <a:pt x="79" y="121"/>
                  </a:moveTo>
                  <a:cubicBezTo>
                    <a:pt x="80" y="121"/>
                    <a:pt x="80" y="120"/>
                    <a:pt x="80" y="119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98"/>
                    <a:pt x="78" y="97"/>
                    <a:pt x="77" y="98"/>
                  </a:cubicBezTo>
                  <a:cubicBezTo>
                    <a:pt x="71" y="101"/>
                    <a:pt x="65" y="103"/>
                    <a:pt x="59" y="103"/>
                  </a:cubicBezTo>
                  <a:cubicBezTo>
                    <a:pt x="56" y="103"/>
                    <a:pt x="53" y="103"/>
                    <a:pt x="51" y="101"/>
                  </a:cubicBezTo>
                  <a:cubicBezTo>
                    <a:pt x="49" y="100"/>
                    <a:pt x="48" y="99"/>
                    <a:pt x="48" y="98"/>
                  </a:cubicBezTo>
                  <a:cubicBezTo>
                    <a:pt x="47" y="96"/>
                    <a:pt x="47" y="93"/>
                    <a:pt x="47" y="85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6" y="54"/>
                    <a:pt x="76" y="53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76" y="32"/>
                    <a:pt x="75" y="31"/>
                    <a:pt x="74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5" y="1"/>
                    <a:pt x="25" y="2"/>
                  </a:cubicBezTo>
                  <a:cubicBezTo>
                    <a:pt x="24" y="8"/>
                    <a:pt x="23" y="13"/>
                    <a:pt x="21" y="17"/>
                  </a:cubicBezTo>
                  <a:cubicBezTo>
                    <a:pt x="19" y="21"/>
                    <a:pt x="16" y="24"/>
                    <a:pt x="13" y="27"/>
                  </a:cubicBezTo>
                  <a:cubicBezTo>
                    <a:pt x="10" y="30"/>
                    <a:pt x="6" y="32"/>
                    <a:pt x="1" y="33"/>
                  </a:cubicBezTo>
                  <a:cubicBezTo>
                    <a:pt x="0" y="33"/>
                    <a:pt x="0" y="34"/>
                    <a:pt x="0" y="3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4"/>
                    <a:pt x="1" y="55"/>
                    <a:pt x="2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102"/>
                    <a:pt x="14" y="107"/>
                    <a:pt x="15" y="110"/>
                  </a:cubicBezTo>
                  <a:cubicBezTo>
                    <a:pt x="16" y="113"/>
                    <a:pt x="19" y="116"/>
                    <a:pt x="22" y="119"/>
                  </a:cubicBezTo>
                  <a:cubicBezTo>
                    <a:pt x="25" y="122"/>
                    <a:pt x="29" y="124"/>
                    <a:pt x="34" y="126"/>
                  </a:cubicBezTo>
                  <a:cubicBezTo>
                    <a:pt x="39" y="127"/>
                    <a:pt x="44" y="128"/>
                    <a:pt x="50" y="128"/>
                  </a:cubicBezTo>
                  <a:cubicBezTo>
                    <a:pt x="55" y="128"/>
                    <a:pt x="60" y="127"/>
                    <a:pt x="64" y="126"/>
                  </a:cubicBezTo>
                  <a:cubicBezTo>
                    <a:pt x="68" y="125"/>
                    <a:pt x="73" y="124"/>
                    <a:pt x="78" y="121"/>
                  </a:cubicBezTo>
                  <a:lnTo>
                    <a:pt x="79" y="121"/>
                  </a:lnTo>
                  <a:close/>
                  <a:moveTo>
                    <a:pt x="76" y="118"/>
                  </a:moveTo>
                  <a:cubicBezTo>
                    <a:pt x="75" y="118"/>
                    <a:pt x="75" y="118"/>
                    <a:pt x="75" y="118"/>
                  </a:cubicBezTo>
                  <a:cubicBezTo>
                    <a:pt x="71" y="120"/>
                    <a:pt x="67" y="121"/>
                    <a:pt x="63" y="122"/>
                  </a:cubicBezTo>
                  <a:cubicBezTo>
                    <a:pt x="59" y="123"/>
                    <a:pt x="54" y="123"/>
                    <a:pt x="50" y="123"/>
                  </a:cubicBezTo>
                  <a:cubicBezTo>
                    <a:pt x="44" y="123"/>
                    <a:pt x="40" y="123"/>
                    <a:pt x="35" y="121"/>
                  </a:cubicBezTo>
                  <a:cubicBezTo>
                    <a:pt x="31" y="120"/>
                    <a:pt x="28" y="118"/>
                    <a:pt x="25" y="116"/>
                  </a:cubicBezTo>
                  <a:cubicBezTo>
                    <a:pt x="22" y="113"/>
                    <a:pt x="20" y="111"/>
                    <a:pt x="19" y="108"/>
                  </a:cubicBezTo>
                  <a:cubicBezTo>
                    <a:pt x="18" y="106"/>
                    <a:pt x="18" y="102"/>
                    <a:pt x="18" y="96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9" y="35"/>
                    <a:pt x="13" y="33"/>
                    <a:pt x="16" y="30"/>
                  </a:cubicBezTo>
                  <a:cubicBezTo>
                    <a:pt x="20" y="27"/>
                    <a:pt x="22" y="23"/>
                    <a:pt x="25" y="19"/>
                  </a:cubicBezTo>
                  <a:cubicBezTo>
                    <a:pt x="27" y="15"/>
                    <a:pt x="28" y="11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2" y="85"/>
                    <a:pt x="42" y="85"/>
                    <a:pt x="42" y="85"/>
                  </a:cubicBezTo>
                  <a:cubicBezTo>
                    <a:pt x="42" y="88"/>
                    <a:pt x="42" y="96"/>
                    <a:pt x="43" y="99"/>
                  </a:cubicBezTo>
                  <a:cubicBezTo>
                    <a:pt x="44" y="102"/>
                    <a:pt x="46" y="104"/>
                    <a:pt x="49" y="105"/>
                  </a:cubicBezTo>
                  <a:cubicBezTo>
                    <a:pt x="56" y="109"/>
                    <a:pt x="65" y="109"/>
                    <a:pt x="74" y="105"/>
                  </a:cubicBezTo>
                  <a:cubicBezTo>
                    <a:pt x="76" y="104"/>
                    <a:pt x="76" y="104"/>
                    <a:pt x="76" y="104"/>
                  </a:cubicBezTo>
                  <a:lnTo>
                    <a:pt x="76" y="1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23"/>
            <p:cNvSpPr>
              <a:spLocks noEditPoints="1"/>
            </p:cNvSpPr>
            <p:nvPr/>
          </p:nvSpPr>
          <p:spPr bwMode="auto">
            <a:xfrm>
              <a:off x="970" y="3580"/>
              <a:ext cx="123" cy="159"/>
            </a:xfrm>
            <a:custGeom>
              <a:avLst/>
              <a:gdLst>
                <a:gd name="T0" fmla="*/ 52 w 52"/>
                <a:gd name="T1" fmla="*/ 27 h 67"/>
                <a:gd name="T2" fmla="*/ 51 w 52"/>
                <a:gd name="T3" fmla="*/ 26 h 67"/>
                <a:gd name="T4" fmla="*/ 37 w 52"/>
                <a:gd name="T5" fmla="*/ 2 h 67"/>
                <a:gd name="T6" fmla="*/ 35 w 52"/>
                <a:gd name="T7" fmla="*/ 0 h 67"/>
                <a:gd name="T8" fmla="*/ 10 w 52"/>
                <a:gd name="T9" fmla="*/ 0 h 67"/>
                <a:gd name="T10" fmla="*/ 7 w 52"/>
                <a:gd name="T11" fmla="*/ 3 h 67"/>
                <a:gd name="T12" fmla="*/ 8 w 52"/>
                <a:gd name="T13" fmla="*/ 4 h 67"/>
                <a:gd name="T14" fmla="*/ 21 w 52"/>
                <a:gd name="T15" fmla="*/ 27 h 67"/>
                <a:gd name="T16" fmla="*/ 1 w 52"/>
                <a:gd name="T17" fmla="*/ 64 h 67"/>
                <a:gd name="T18" fmla="*/ 0 w 52"/>
                <a:gd name="T19" fmla="*/ 65 h 67"/>
                <a:gd name="T20" fmla="*/ 3 w 52"/>
                <a:gd name="T21" fmla="*/ 67 h 67"/>
                <a:gd name="T22" fmla="*/ 28 w 52"/>
                <a:gd name="T23" fmla="*/ 67 h 67"/>
                <a:gd name="T24" fmla="*/ 30 w 52"/>
                <a:gd name="T25" fmla="*/ 66 h 67"/>
                <a:gd name="T26" fmla="*/ 52 w 52"/>
                <a:gd name="T27" fmla="*/ 28 h 67"/>
                <a:gd name="T28" fmla="*/ 52 w 52"/>
                <a:gd name="T29" fmla="*/ 27 h 67"/>
                <a:gd name="T30" fmla="*/ 27 w 52"/>
                <a:gd name="T31" fmla="*/ 63 h 67"/>
                <a:gd name="T32" fmla="*/ 6 w 52"/>
                <a:gd name="T33" fmla="*/ 63 h 67"/>
                <a:gd name="T34" fmla="*/ 26 w 52"/>
                <a:gd name="T35" fmla="*/ 29 h 67"/>
                <a:gd name="T36" fmla="*/ 26 w 52"/>
                <a:gd name="T37" fmla="*/ 27 h 67"/>
                <a:gd name="T38" fmla="*/ 26 w 52"/>
                <a:gd name="T39" fmla="*/ 26 h 67"/>
                <a:gd name="T40" fmla="*/ 26 w 52"/>
                <a:gd name="T41" fmla="*/ 26 h 67"/>
                <a:gd name="T42" fmla="*/ 14 w 52"/>
                <a:gd name="T43" fmla="*/ 5 h 67"/>
                <a:gd name="T44" fmla="*/ 34 w 52"/>
                <a:gd name="T45" fmla="*/ 5 h 67"/>
                <a:gd name="T46" fmla="*/ 47 w 52"/>
                <a:gd name="T47" fmla="*/ 27 h 67"/>
                <a:gd name="T48" fmla="*/ 27 w 52"/>
                <a:gd name="T49" fmla="*/ 6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" h="67">
                  <a:moveTo>
                    <a:pt x="52" y="27"/>
                  </a:moveTo>
                  <a:cubicBezTo>
                    <a:pt x="52" y="27"/>
                    <a:pt x="52" y="27"/>
                    <a:pt x="51" y="26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1"/>
                    <a:pt x="36" y="0"/>
                    <a:pt x="35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7" y="1"/>
                    <a:pt x="7" y="3"/>
                  </a:cubicBezTo>
                  <a:cubicBezTo>
                    <a:pt x="7" y="3"/>
                    <a:pt x="7" y="4"/>
                    <a:pt x="8" y="4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4"/>
                    <a:pt x="0" y="64"/>
                    <a:pt x="0" y="65"/>
                  </a:cubicBezTo>
                  <a:cubicBezTo>
                    <a:pt x="0" y="66"/>
                    <a:pt x="1" y="67"/>
                    <a:pt x="3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9" y="67"/>
                    <a:pt x="30" y="67"/>
                    <a:pt x="30" y="66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28"/>
                    <a:pt x="52" y="28"/>
                    <a:pt x="52" y="27"/>
                  </a:cubicBezTo>
                  <a:close/>
                  <a:moveTo>
                    <a:pt x="27" y="63"/>
                  </a:moveTo>
                  <a:cubicBezTo>
                    <a:pt x="6" y="63"/>
                    <a:pt x="6" y="63"/>
                    <a:pt x="6" y="63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8"/>
                    <a:pt x="26" y="28"/>
                    <a:pt x="26" y="27"/>
                  </a:cubicBezTo>
                  <a:cubicBezTo>
                    <a:pt x="26" y="27"/>
                    <a:pt x="26" y="27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47" y="27"/>
                    <a:pt x="47" y="27"/>
                    <a:pt x="47" y="27"/>
                  </a:cubicBezTo>
                  <a:lnTo>
                    <a:pt x="27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24"/>
            <p:cNvSpPr>
              <a:spLocks noEditPoints="1"/>
            </p:cNvSpPr>
            <p:nvPr/>
          </p:nvSpPr>
          <p:spPr bwMode="auto">
            <a:xfrm>
              <a:off x="1088" y="3524"/>
              <a:ext cx="171" cy="303"/>
            </a:xfrm>
            <a:custGeom>
              <a:avLst/>
              <a:gdLst>
                <a:gd name="T0" fmla="*/ 72 w 72"/>
                <a:gd name="T1" fmla="*/ 2 h 128"/>
                <a:gd name="T2" fmla="*/ 69 w 72"/>
                <a:gd name="T3" fmla="*/ 0 h 128"/>
                <a:gd name="T4" fmla="*/ 44 w 72"/>
                <a:gd name="T5" fmla="*/ 0 h 128"/>
                <a:gd name="T6" fmla="*/ 42 w 72"/>
                <a:gd name="T7" fmla="*/ 1 h 128"/>
                <a:gd name="T8" fmla="*/ 0 w 72"/>
                <a:gd name="T9" fmla="*/ 75 h 128"/>
                <a:gd name="T10" fmla="*/ 0 w 72"/>
                <a:gd name="T11" fmla="*/ 76 h 128"/>
                <a:gd name="T12" fmla="*/ 0 w 72"/>
                <a:gd name="T13" fmla="*/ 77 h 128"/>
                <a:gd name="T14" fmla="*/ 28 w 72"/>
                <a:gd name="T15" fmla="*/ 127 h 128"/>
                <a:gd name="T16" fmla="*/ 28 w 72"/>
                <a:gd name="T17" fmla="*/ 127 h 128"/>
                <a:gd name="T18" fmla="*/ 29 w 72"/>
                <a:gd name="T19" fmla="*/ 128 h 128"/>
                <a:gd name="T20" fmla="*/ 55 w 72"/>
                <a:gd name="T21" fmla="*/ 128 h 128"/>
                <a:gd name="T22" fmla="*/ 57 w 72"/>
                <a:gd name="T23" fmla="*/ 126 h 128"/>
                <a:gd name="T24" fmla="*/ 57 w 72"/>
                <a:gd name="T25" fmla="*/ 125 h 128"/>
                <a:gd name="T26" fmla="*/ 56 w 72"/>
                <a:gd name="T27" fmla="*/ 124 h 128"/>
                <a:gd name="T28" fmla="*/ 57 w 72"/>
                <a:gd name="T29" fmla="*/ 124 h 128"/>
                <a:gd name="T30" fmla="*/ 30 w 72"/>
                <a:gd name="T31" fmla="*/ 76 h 128"/>
                <a:gd name="T32" fmla="*/ 71 w 72"/>
                <a:gd name="T33" fmla="*/ 3 h 128"/>
                <a:gd name="T34" fmla="*/ 72 w 72"/>
                <a:gd name="T35" fmla="*/ 2 h 128"/>
                <a:gd name="T36" fmla="*/ 25 w 72"/>
                <a:gd name="T37" fmla="*/ 75 h 128"/>
                <a:gd name="T38" fmla="*/ 25 w 72"/>
                <a:gd name="T39" fmla="*/ 76 h 128"/>
                <a:gd name="T40" fmla="*/ 26 w 72"/>
                <a:gd name="T41" fmla="*/ 77 h 128"/>
                <a:gd name="T42" fmla="*/ 26 w 72"/>
                <a:gd name="T43" fmla="*/ 78 h 128"/>
                <a:gd name="T44" fmla="*/ 51 w 72"/>
                <a:gd name="T45" fmla="*/ 123 h 128"/>
                <a:gd name="T46" fmla="*/ 31 w 72"/>
                <a:gd name="T47" fmla="*/ 123 h 128"/>
                <a:gd name="T48" fmla="*/ 4 w 72"/>
                <a:gd name="T49" fmla="*/ 76 h 128"/>
                <a:gd name="T50" fmla="*/ 45 w 72"/>
                <a:gd name="T51" fmla="*/ 5 h 128"/>
                <a:gd name="T52" fmla="*/ 66 w 72"/>
                <a:gd name="T53" fmla="*/ 5 h 128"/>
                <a:gd name="T54" fmla="*/ 25 w 72"/>
                <a:gd name="T55" fmla="*/ 7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128">
                  <a:moveTo>
                    <a:pt x="72" y="2"/>
                  </a:moveTo>
                  <a:cubicBezTo>
                    <a:pt x="72" y="1"/>
                    <a:pt x="71" y="0"/>
                    <a:pt x="6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3" y="0"/>
                    <a:pt x="42" y="0"/>
                    <a:pt x="42" y="1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6"/>
                    <a:pt x="0" y="76"/>
                  </a:cubicBezTo>
                  <a:cubicBezTo>
                    <a:pt x="0" y="76"/>
                    <a:pt x="0" y="77"/>
                    <a:pt x="0" y="77"/>
                  </a:cubicBezTo>
                  <a:cubicBezTo>
                    <a:pt x="28" y="127"/>
                    <a:pt x="28" y="127"/>
                    <a:pt x="28" y="127"/>
                  </a:cubicBezTo>
                  <a:cubicBezTo>
                    <a:pt x="28" y="127"/>
                    <a:pt x="28" y="127"/>
                    <a:pt x="28" y="127"/>
                  </a:cubicBezTo>
                  <a:cubicBezTo>
                    <a:pt x="28" y="128"/>
                    <a:pt x="29" y="128"/>
                    <a:pt x="29" y="128"/>
                  </a:cubicBezTo>
                  <a:cubicBezTo>
                    <a:pt x="55" y="128"/>
                    <a:pt x="55" y="128"/>
                    <a:pt x="55" y="128"/>
                  </a:cubicBezTo>
                  <a:cubicBezTo>
                    <a:pt x="56" y="128"/>
                    <a:pt x="57" y="127"/>
                    <a:pt x="57" y="126"/>
                  </a:cubicBezTo>
                  <a:cubicBezTo>
                    <a:pt x="57" y="125"/>
                    <a:pt x="57" y="125"/>
                    <a:pt x="57" y="12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72" y="3"/>
                    <a:pt x="72" y="3"/>
                    <a:pt x="72" y="2"/>
                  </a:cubicBezTo>
                  <a:close/>
                  <a:moveTo>
                    <a:pt x="25" y="75"/>
                  </a:moveTo>
                  <a:cubicBezTo>
                    <a:pt x="25" y="75"/>
                    <a:pt x="25" y="76"/>
                    <a:pt x="25" y="76"/>
                  </a:cubicBezTo>
                  <a:cubicBezTo>
                    <a:pt x="25" y="76"/>
                    <a:pt x="25" y="77"/>
                    <a:pt x="26" y="77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31" y="123"/>
                    <a:pt x="31" y="123"/>
                    <a:pt x="31" y="123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66" y="5"/>
                    <a:pt x="66" y="5"/>
                    <a:pt x="66" y="5"/>
                  </a:cubicBezTo>
                  <a:lnTo>
                    <a:pt x="25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362" y="3621"/>
              <a:ext cx="71" cy="206"/>
            </a:xfrm>
            <a:custGeom>
              <a:avLst/>
              <a:gdLst>
                <a:gd name="T0" fmla="*/ 28 w 30"/>
                <a:gd name="T1" fmla="*/ 0 h 87"/>
                <a:gd name="T2" fmla="*/ 3 w 30"/>
                <a:gd name="T3" fmla="*/ 0 h 87"/>
                <a:gd name="T4" fmla="*/ 0 w 30"/>
                <a:gd name="T5" fmla="*/ 2 h 87"/>
                <a:gd name="T6" fmla="*/ 0 w 30"/>
                <a:gd name="T7" fmla="*/ 85 h 87"/>
                <a:gd name="T8" fmla="*/ 3 w 30"/>
                <a:gd name="T9" fmla="*/ 87 h 87"/>
                <a:gd name="T10" fmla="*/ 28 w 30"/>
                <a:gd name="T11" fmla="*/ 87 h 87"/>
                <a:gd name="T12" fmla="*/ 30 w 30"/>
                <a:gd name="T13" fmla="*/ 85 h 87"/>
                <a:gd name="T14" fmla="*/ 30 w 30"/>
                <a:gd name="T15" fmla="*/ 2 h 87"/>
                <a:gd name="T16" fmla="*/ 28 w 30"/>
                <a:gd name="T17" fmla="*/ 0 h 87"/>
                <a:gd name="T18" fmla="*/ 26 w 30"/>
                <a:gd name="T19" fmla="*/ 82 h 87"/>
                <a:gd name="T20" fmla="*/ 5 w 30"/>
                <a:gd name="T21" fmla="*/ 82 h 87"/>
                <a:gd name="T22" fmla="*/ 5 w 30"/>
                <a:gd name="T23" fmla="*/ 5 h 87"/>
                <a:gd name="T24" fmla="*/ 26 w 30"/>
                <a:gd name="T25" fmla="*/ 5 h 87"/>
                <a:gd name="T26" fmla="*/ 26 w 30"/>
                <a:gd name="T27" fmla="*/ 8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87">
                  <a:moveTo>
                    <a:pt x="2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3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9" y="87"/>
                    <a:pt x="30" y="86"/>
                    <a:pt x="30" y="85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0"/>
                    <a:pt x="28" y="0"/>
                  </a:cubicBezTo>
                  <a:close/>
                  <a:moveTo>
                    <a:pt x="26" y="82"/>
                  </a:moveTo>
                  <a:cubicBezTo>
                    <a:pt x="5" y="82"/>
                    <a:pt x="5" y="82"/>
                    <a:pt x="5" y="8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6" y="5"/>
                    <a:pt x="26" y="5"/>
                    <a:pt x="26" y="5"/>
                  </a:cubicBezTo>
                  <a:lnTo>
                    <a:pt x="26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358" y="3524"/>
              <a:ext cx="82" cy="82"/>
            </a:xfrm>
            <a:custGeom>
              <a:avLst/>
              <a:gdLst>
                <a:gd name="T0" fmla="*/ 17 w 35"/>
                <a:gd name="T1" fmla="*/ 0 h 35"/>
                <a:gd name="T2" fmla="*/ 0 w 35"/>
                <a:gd name="T3" fmla="*/ 17 h 35"/>
                <a:gd name="T4" fmla="*/ 17 w 35"/>
                <a:gd name="T5" fmla="*/ 35 h 35"/>
                <a:gd name="T6" fmla="*/ 35 w 35"/>
                <a:gd name="T7" fmla="*/ 17 h 35"/>
                <a:gd name="T8" fmla="*/ 17 w 35"/>
                <a:gd name="T9" fmla="*/ 0 h 35"/>
                <a:gd name="T10" fmla="*/ 17 w 35"/>
                <a:gd name="T11" fmla="*/ 30 h 35"/>
                <a:gd name="T12" fmla="*/ 5 w 35"/>
                <a:gd name="T13" fmla="*/ 17 h 35"/>
                <a:gd name="T14" fmla="*/ 17 w 35"/>
                <a:gd name="T15" fmla="*/ 5 h 35"/>
                <a:gd name="T16" fmla="*/ 30 w 35"/>
                <a:gd name="T17" fmla="*/ 17 h 35"/>
                <a:gd name="T18" fmla="*/ 17 w 35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35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5"/>
                    <a:pt x="17" y="35"/>
                  </a:cubicBezTo>
                  <a:cubicBezTo>
                    <a:pt x="27" y="35"/>
                    <a:pt x="35" y="27"/>
                    <a:pt x="35" y="17"/>
                  </a:cubicBezTo>
                  <a:cubicBezTo>
                    <a:pt x="35" y="8"/>
                    <a:pt x="27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5" y="25"/>
                    <a:pt x="5" y="17"/>
                  </a:cubicBezTo>
                  <a:cubicBezTo>
                    <a:pt x="5" y="10"/>
                    <a:pt x="10" y="5"/>
                    <a:pt x="17" y="5"/>
                  </a:cubicBezTo>
                  <a:cubicBezTo>
                    <a:pt x="24" y="5"/>
                    <a:pt x="30" y="10"/>
                    <a:pt x="30" y="17"/>
                  </a:cubicBezTo>
                  <a:cubicBezTo>
                    <a:pt x="30" y="25"/>
                    <a:pt x="24" y="30"/>
                    <a:pt x="1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27"/>
            <p:cNvSpPr>
              <a:spLocks noEditPoints="1"/>
            </p:cNvSpPr>
            <p:nvPr/>
          </p:nvSpPr>
          <p:spPr bwMode="auto">
            <a:xfrm>
              <a:off x="462" y="3616"/>
              <a:ext cx="198" cy="211"/>
            </a:xfrm>
            <a:custGeom>
              <a:avLst/>
              <a:gdLst>
                <a:gd name="T0" fmla="*/ 82 w 84"/>
                <a:gd name="T1" fmla="*/ 19 h 89"/>
                <a:gd name="T2" fmla="*/ 75 w 84"/>
                <a:gd name="T3" fmla="*/ 8 h 89"/>
                <a:gd name="T4" fmla="*/ 52 w 84"/>
                <a:gd name="T5" fmla="*/ 0 h 89"/>
                <a:gd name="T6" fmla="*/ 32 w 84"/>
                <a:gd name="T7" fmla="*/ 7 h 89"/>
                <a:gd name="T8" fmla="*/ 29 w 84"/>
                <a:gd name="T9" fmla="*/ 9 h 89"/>
                <a:gd name="T10" fmla="*/ 29 w 84"/>
                <a:gd name="T11" fmla="*/ 5 h 89"/>
                <a:gd name="T12" fmla="*/ 27 w 84"/>
                <a:gd name="T13" fmla="*/ 2 h 89"/>
                <a:gd name="T14" fmla="*/ 3 w 84"/>
                <a:gd name="T15" fmla="*/ 2 h 89"/>
                <a:gd name="T16" fmla="*/ 0 w 84"/>
                <a:gd name="T17" fmla="*/ 4 h 89"/>
                <a:gd name="T18" fmla="*/ 0 w 84"/>
                <a:gd name="T19" fmla="*/ 87 h 89"/>
                <a:gd name="T20" fmla="*/ 3 w 84"/>
                <a:gd name="T21" fmla="*/ 89 h 89"/>
                <a:gd name="T22" fmla="*/ 27 w 84"/>
                <a:gd name="T23" fmla="*/ 89 h 89"/>
                <a:gd name="T24" fmla="*/ 29 w 84"/>
                <a:gd name="T25" fmla="*/ 87 h 89"/>
                <a:gd name="T26" fmla="*/ 29 w 84"/>
                <a:gd name="T27" fmla="*/ 44 h 89"/>
                <a:gd name="T28" fmla="*/ 33 w 84"/>
                <a:gd name="T29" fmla="*/ 31 h 89"/>
                <a:gd name="T30" fmla="*/ 42 w 84"/>
                <a:gd name="T31" fmla="*/ 27 h 89"/>
                <a:gd name="T32" fmla="*/ 54 w 84"/>
                <a:gd name="T33" fmla="*/ 44 h 89"/>
                <a:gd name="T34" fmla="*/ 54 w 84"/>
                <a:gd name="T35" fmla="*/ 87 h 89"/>
                <a:gd name="T36" fmla="*/ 56 w 84"/>
                <a:gd name="T37" fmla="*/ 89 h 89"/>
                <a:gd name="T38" fmla="*/ 82 w 84"/>
                <a:gd name="T39" fmla="*/ 89 h 89"/>
                <a:gd name="T40" fmla="*/ 84 w 84"/>
                <a:gd name="T41" fmla="*/ 87 h 89"/>
                <a:gd name="T42" fmla="*/ 84 w 84"/>
                <a:gd name="T43" fmla="*/ 35 h 89"/>
                <a:gd name="T44" fmla="*/ 82 w 84"/>
                <a:gd name="T45" fmla="*/ 19 h 89"/>
                <a:gd name="T46" fmla="*/ 79 w 84"/>
                <a:gd name="T47" fmla="*/ 84 h 89"/>
                <a:gd name="T48" fmla="*/ 59 w 84"/>
                <a:gd name="T49" fmla="*/ 84 h 89"/>
                <a:gd name="T50" fmla="*/ 59 w 84"/>
                <a:gd name="T51" fmla="*/ 44 h 89"/>
                <a:gd name="T52" fmla="*/ 55 w 84"/>
                <a:gd name="T53" fmla="*/ 29 h 89"/>
                <a:gd name="T54" fmla="*/ 42 w 84"/>
                <a:gd name="T55" fmla="*/ 23 h 89"/>
                <a:gd name="T56" fmla="*/ 29 w 84"/>
                <a:gd name="T57" fmla="*/ 29 h 89"/>
                <a:gd name="T58" fmla="*/ 25 w 84"/>
                <a:gd name="T59" fmla="*/ 44 h 89"/>
                <a:gd name="T60" fmla="*/ 25 w 84"/>
                <a:gd name="T61" fmla="*/ 84 h 89"/>
                <a:gd name="T62" fmla="*/ 5 w 84"/>
                <a:gd name="T63" fmla="*/ 84 h 89"/>
                <a:gd name="T64" fmla="*/ 5 w 84"/>
                <a:gd name="T65" fmla="*/ 7 h 89"/>
                <a:gd name="T66" fmla="*/ 25 w 84"/>
                <a:gd name="T67" fmla="*/ 7 h 89"/>
                <a:gd name="T68" fmla="*/ 25 w 84"/>
                <a:gd name="T69" fmla="*/ 16 h 89"/>
                <a:gd name="T70" fmla="*/ 27 w 84"/>
                <a:gd name="T71" fmla="*/ 18 h 89"/>
                <a:gd name="T72" fmla="*/ 29 w 84"/>
                <a:gd name="T73" fmla="*/ 17 h 89"/>
                <a:gd name="T74" fmla="*/ 52 w 84"/>
                <a:gd name="T75" fmla="*/ 4 h 89"/>
                <a:gd name="T76" fmla="*/ 72 w 84"/>
                <a:gd name="T77" fmla="*/ 12 h 89"/>
                <a:gd name="T78" fmla="*/ 79 w 84"/>
                <a:gd name="T79" fmla="*/ 35 h 89"/>
                <a:gd name="T80" fmla="*/ 79 w 84"/>
                <a:gd name="T81" fmla="*/ 8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4" h="89">
                  <a:moveTo>
                    <a:pt x="82" y="19"/>
                  </a:moveTo>
                  <a:cubicBezTo>
                    <a:pt x="80" y="15"/>
                    <a:pt x="78" y="11"/>
                    <a:pt x="75" y="8"/>
                  </a:cubicBezTo>
                  <a:cubicBezTo>
                    <a:pt x="69" y="3"/>
                    <a:pt x="61" y="0"/>
                    <a:pt x="52" y="0"/>
                  </a:cubicBezTo>
                  <a:cubicBezTo>
                    <a:pt x="44" y="0"/>
                    <a:pt x="37" y="2"/>
                    <a:pt x="32" y="7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3"/>
                    <a:pt x="28" y="2"/>
                    <a:pt x="27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88"/>
                    <a:pt x="1" y="89"/>
                    <a:pt x="3" y="89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28" y="89"/>
                    <a:pt x="29" y="88"/>
                    <a:pt x="29" y="87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38"/>
                    <a:pt x="30" y="34"/>
                    <a:pt x="33" y="31"/>
                  </a:cubicBezTo>
                  <a:cubicBezTo>
                    <a:pt x="35" y="29"/>
                    <a:pt x="38" y="27"/>
                    <a:pt x="42" y="27"/>
                  </a:cubicBezTo>
                  <a:cubicBezTo>
                    <a:pt x="45" y="27"/>
                    <a:pt x="54" y="27"/>
                    <a:pt x="54" y="44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8"/>
                    <a:pt x="55" y="89"/>
                    <a:pt x="56" y="89"/>
                  </a:cubicBezTo>
                  <a:cubicBezTo>
                    <a:pt x="82" y="89"/>
                    <a:pt x="82" y="89"/>
                    <a:pt x="82" y="89"/>
                  </a:cubicBezTo>
                  <a:cubicBezTo>
                    <a:pt x="83" y="89"/>
                    <a:pt x="84" y="88"/>
                    <a:pt x="84" y="87"/>
                  </a:cubicBezTo>
                  <a:cubicBezTo>
                    <a:pt x="84" y="35"/>
                    <a:pt x="84" y="35"/>
                    <a:pt x="84" y="35"/>
                  </a:cubicBezTo>
                  <a:cubicBezTo>
                    <a:pt x="84" y="29"/>
                    <a:pt x="83" y="24"/>
                    <a:pt x="82" y="19"/>
                  </a:cubicBezTo>
                  <a:close/>
                  <a:moveTo>
                    <a:pt x="79" y="84"/>
                  </a:moveTo>
                  <a:cubicBezTo>
                    <a:pt x="59" y="84"/>
                    <a:pt x="59" y="84"/>
                    <a:pt x="59" y="8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9" y="37"/>
                    <a:pt x="57" y="32"/>
                    <a:pt x="55" y="29"/>
                  </a:cubicBezTo>
                  <a:cubicBezTo>
                    <a:pt x="52" y="25"/>
                    <a:pt x="48" y="23"/>
                    <a:pt x="42" y="23"/>
                  </a:cubicBezTo>
                  <a:cubicBezTo>
                    <a:pt x="37" y="23"/>
                    <a:pt x="32" y="25"/>
                    <a:pt x="29" y="29"/>
                  </a:cubicBezTo>
                  <a:cubicBezTo>
                    <a:pt x="26" y="32"/>
                    <a:pt x="25" y="37"/>
                    <a:pt x="25" y="4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7"/>
                    <a:pt x="26" y="18"/>
                    <a:pt x="27" y="18"/>
                  </a:cubicBezTo>
                  <a:cubicBezTo>
                    <a:pt x="28" y="18"/>
                    <a:pt x="29" y="17"/>
                    <a:pt x="29" y="17"/>
                  </a:cubicBezTo>
                  <a:cubicBezTo>
                    <a:pt x="29" y="16"/>
                    <a:pt x="36" y="4"/>
                    <a:pt x="52" y="4"/>
                  </a:cubicBezTo>
                  <a:cubicBezTo>
                    <a:pt x="60" y="4"/>
                    <a:pt x="67" y="7"/>
                    <a:pt x="72" y="12"/>
                  </a:cubicBezTo>
                  <a:cubicBezTo>
                    <a:pt x="77" y="17"/>
                    <a:pt x="79" y="25"/>
                    <a:pt x="79" y="35"/>
                  </a:cubicBezTo>
                  <a:lnTo>
                    <a:pt x="79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7240" y="2922"/>
              <a:ext cx="80" cy="83"/>
            </a:xfrm>
            <a:custGeom>
              <a:avLst/>
              <a:gdLst>
                <a:gd name="T0" fmla="*/ 32 w 34"/>
                <a:gd name="T1" fmla="*/ 15 h 35"/>
                <a:gd name="T2" fmla="*/ 19 w 34"/>
                <a:gd name="T3" fmla="*/ 15 h 35"/>
                <a:gd name="T4" fmla="*/ 19 w 34"/>
                <a:gd name="T5" fmla="*/ 3 h 35"/>
                <a:gd name="T6" fmla="*/ 17 w 34"/>
                <a:gd name="T7" fmla="*/ 0 h 35"/>
                <a:gd name="T8" fmla="*/ 15 w 34"/>
                <a:gd name="T9" fmla="*/ 3 h 35"/>
                <a:gd name="T10" fmla="*/ 15 w 34"/>
                <a:gd name="T11" fmla="*/ 15 h 35"/>
                <a:gd name="T12" fmla="*/ 2 w 34"/>
                <a:gd name="T13" fmla="*/ 15 h 35"/>
                <a:gd name="T14" fmla="*/ 0 w 34"/>
                <a:gd name="T15" fmla="*/ 18 h 35"/>
                <a:gd name="T16" fmla="*/ 2 w 34"/>
                <a:gd name="T17" fmla="*/ 20 h 35"/>
                <a:gd name="T18" fmla="*/ 15 w 34"/>
                <a:gd name="T19" fmla="*/ 20 h 35"/>
                <a:gd name="T20" fmla="*/ 15 w 34"/>
                <a:gd name="T21" fmla="*/ 32 h 35"/>
                <a:gd name="T22" fmla="*/ 17 w 34"/>
                <a:gd name="T23" fmla="*/ 35 h 35"/>
                <a:gd name="T24" fmla="*/ 19 w 34"/>
                <a:gd name="T25" fmla="*/ 32 h 35"/>
                <a:gd name="T26" fmla="*/ 19 w 34"/>
                <a:gd name="T27" fmla="*/ 20 h 35"/>
                <a:gd name="T28" fmla="*/ 32 w 34"/>
                <a:gd name="T29" fmla="*/ 20 h 35"/>
                <a:gd name="T30" fmla="*/ 34 w 34"/>
                <a:gd name="T31" fmla="*/ 18 h 35"/>
                <a:gd name="T32" fmla="*/ 32 w 34"/>
                <a:gd name="T33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35">
                  <a:moveTo>
                    <a:pt x="32" y="15"/>
                  </a:moveTo>
                  <a:cubicBezTo>
                    <a:pt x="19" y="15"/>
                    <a:pt x="19" y="15"/>
                    <a:pt x="19" y="1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1"/>
                    <a:pt x="15" y="3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4"/>
                    <a:pt x="16" y="35"/>
                    <a:pt x="17" y="35"/>
                  </a:cubicBezTo>
                  <a:cubicBezTo>
                    <a:pt x="18" y="35"/>
                    <a:pt x="19" y="34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20"/>
                    <a:pt x="34" y="19"/>
                    <a:pt x="34" y="18"/>
                  </a:cubicBezTo>
                  <a:cubicBezTo>
                    <a:pt x="34" y="16"/>
                    <a:pt x="33" y="15"/>
                    <a:pt x="3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7017" y="2922"/>
              <a:ext cx="197" cy="294"/>
            </a:xfrm>
            <a:custGeom>
              <a:avLst/>
              <a:gdLst>
                <a:gd name="T0" fmla="*/ 81 w 83"/>
                <a:gd name="T1" fmla="*/ 0 h 124"/>
                <a:gd name="T2" fmla="*/ 46 w 83"/>
                <a:gd name="T3" fmla="*/ 0 h 124"/>
                <a:gd name="T4" fmla="*/ 15 w 83"/>
                <a:gd name="T5" fmla="*/ 28 h 124"/>
                <a:gd name="T6" fmla="*/ 46 w 83"/>
                <a:gd name="T7" fmla="*/ 56 h 124"/>
                <a:gd name="T8" fmla="*/ 50 w 83"/>
                <a:gd name="T9" fmla="*/ 56 h 124"/>
                <a:gd name="T10" fmla="*/ 52 w 83"/>
                <a:gd name="T11" fmla="*/ 55 h 124"/>
                <a:gd name="T12" fmla="*/ 52 w 83"/>
                <a:gd name="T13" fmla="*/ 58 h 124"/>
                <a:gd name="T14" fmla="*/ 51 w 83"/>
                <a:gd name="T15" fmla="*/ 63 h 124"/>
                <a:gd name="T16" fmla="*/ 51 w 83"/>
                <a:gd name="T17" fmla="*/ 67 h 124"/>
                <a:gd name="T18" fmla="*/ 52 w 83"/>
                <a:gd name="T19" fmla="*/ 69 h 124"/>
                <a:gd name="T20" fmla="*/ 50 w 83"/>
                <a:gd name="T21" fmla="*/ 69 h 124"/>
                <a:gd name="T22" fmla="*/ 38 w 83"/>
                <a:gd name="T23" fmla="*/ 68 h 124"/>
                <a:gd name="T24" fmla="*/ 0 w 83"/>
                <a:gd name="T25" fmla="*/ 96 h 124"/>
                <a:gd name="T26" fmla="*/ 38 w 83"/>
                <a:gd name="T27" fmla="*/ 124 h 124"/>
                <a:gd name="T28" fmla="*/ 77 w 83"/>
                <a:gd name="T29" fmla="*/ 96 h 124"/>
                <a:gd name="T30" fmla="*/ 61 w 83"/>
                <a:gd name="T31" fmla="*/ 73 h 124"/>
                <a:gd name="T32" fmla="*/ 55 w 83"/>
                <a:gd name="T33" fmla="*/ 63 h 124"/>
                <a:gd name="T34" fmla="*/ 61 w 83"/>
                <a:gd name="T35" fmla="*/ 53 h 124"/>
                <a:gd name="T36" fmla="*/ 78 w 83"/>
                <a:gd name="T37" fmla="*/ 28 h 124"/>
                <a:gd name="T38" fmla="*/ 68 w 83"/>
                <a:gd name="T39" fmla="*/ 8 h 124"/>
                <a:gd name="T40" fmla="*/ 64 w 83"/>
                <a:gd name="T41" fmla="*/ 5 h 124"/>
                <a:gd name="T42" fmla="*/ 81 w 83"/>
                <a:gd name="T43" fmla="*/ 5 h 124"/>
                <a:gd name="T44" fmla="*/ 83 w 83"/>
                <a:gd name="T45" fmla="*/ 3 h 124"/>
                <a:gd name="T46" fmla="*/ 81 w 83"/>
                <a:gd name="T47" fmla="*/ 0 h 124"/>
                <a:gd name="T48" fmla="*/ 63 w 83"/>
                <a:gd name="T49" fmla="*/ 80 h 124"/>
                <a:gd name="T50" fmla="*/ 70 w 83"/>
                <a:gd name="T51" fmla="*/ 88 h 124"/>
                <a:gd name="T52" fmla="*/ 72 w 83"/>
                <a:gd name="T53" fmla="*/ 96 h 124"/>
                <a:gd name="T54" fmla="*/ 70 w 83"/>
                <a:gd name="T55" fmla="*/ 104 h 124"/>
                <a:gd name="T56" fmla="*/ 63 w 83"/>
                <a:gd name="T57" fmla="*/ 111 h 124"/>
                <a:gd name="T58" fmla="*/ 52 w 83"/>
                <a:gd name="T59" fmla="*/ 116 h 124"/>
                <a:gd name="T60" fmla="*/ 38 w 83"/>
                <a:gd name="T61" fmla="*/ 118 h 124"/>
                <a:gd name="T62" fmla="*/ 24 w 83"/>
                <a:gd name="T63" fmla="*/ 116 h 124"/>
                <a:gd name="T64" fmla="*/ 13 w 83"/>
                <a:gd name="T65" fmla="*/ 111 h 124"/>
                <a:gd name="T66" fmla="*/ 7 w 83"/>
                <a:gd name="T67" fmla="*/ 104 h 124"/>
                <a:gd name="T68" fmla="*/ 4 w 83"/>
                <a:gd name="T69" fmla="*/ 96 h 124"/>
                <a:gd name="T70" fmla="*/ 7 w 83"/>
                <a:gd name="T71" fmla="*/ 88 h 124"/>
                <a:gd name="T72" fmla="*/ 13 w 83"/>
                <a:gd name="T73" fmla="*/ 80 h 124"/>
                <a:gd name="T74" fmla="*/ 24 w 83"/>
                <a:gd name="T75" fmla="*/ 75 h 124"/>
                <a:gd name="T76" fmla="*/ 52 w 83"/>
                <a:gd name="T77" fmla="*/ 75 h 124"/>
                <a:gd name="T78" fmla="*/ 63 w 83"/>
                <a:gd name="T79" fmla="*/ 80 h 124"/>
                <a:gd name="T80" fmla="*/ 66 w 83"/>
                <a:gd name="T81" fmla="*/ 12 h 124"/>
                <a:gd name="T82" fmla="*/ 74 w 83"/>
                <a:gd name="T83" fmla="*/ 28 h 124"/>
                <a:gd name="T84" fmla="*/ 66 w 83"/>
                <a:gd name="T85" fmla="*/ 44 h 124"/>
                <a:gd name="T86" fmla="*/ 61 w 83"/>
                <a:gd name="T87" fmla="*/ 48 h 124"/>
                <a:gd name="T88" fmla="*/ 59 w 83"/>
                <a:gd name="T89" fmla="*/ 49 h 124"/>
                <a:gd name="T90" fmla="*/ 57 w 83"/>
                <a:gd name="T91" fmla="*/ 49 h 124"/>
                <a:gd name="T92" fmla="*/ 46 w 83"/>
                <a:gd name="T93" fmla="*/ 51 h 124"/>
                <a:gd name="T94" fmla="*/ 36 w 83"/>
                <a:gd name="T95" fmla="*/ 49 h 124"/>
                <a:gd name="T96" fmla="*/ 27 w 83"/>
                <a:gd name="T97" fmla="*/ 44 h 124"/>
                <a:gd name="T98" fmla="*/ 19 w 83"/>
                <a:gd name="T99" fmla="*/ 28 h 124"/>
                <a:gd name="T100" fmla="*/ 27 w 83"/>
                <a:gd name="T101" fmla="*/ 12 h 124"/>
                <a:gd name="T102" fmla="*/ 36 w 83"/>
                <a:gd name="T103" fmla="*/ 7 h 124"/>
                <a:gd name="T104" fmla="*/ 57 w 83"/>
                <a:gd name="T105" fmla="*/ 7 h 124"/>
                <a:gd name="T106" fmla="*/ 66 w 83"/>
                <a:gd name="T107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3" h="124">
                  <a:moveTo>
                    <a:pt x="81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29" y="0"/>
                    <a:pt x="15" y="13"/>
                    <a:pt x="15" y="28"/>
                  </a:cubicBezTo>
                  <a:cubicBezTo>
                    <a:pt x="15" y="43"/>
                    <a:pt x="29" y="56"/>
                    <a:pt x="46" y="56"/>
                  </a:cubicBezTo>
                  <a:cubicBezTo>
                    <a:pt x="48" y="56"/>
                    <a:pt x="49" y="56"/>
                    <a:pt x="50" y="56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1" y="59"/>
                    <a:pt x="51" y="61"/>
                    <a:pt x="51" y="63"/>
                  </a:cubicBezTo>
                  <a:cubicBezTo>
                    <a:pt x="51" y="64"/>
                    <a:pt x="51" y="66"/>
                    <a:pt x="51" y="67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46" y="68"/>
                    <a:pt x="42" y="68"/>
                    <a:pt x="38" y="68"/>
                  </a:cubicBezTo>
                  <a:cubicBezTo>
                    <a:pt x="17" y="68"/>
                    <a:pt x="0" y="80"/>
                    <a:pt x="0" y="96"/>
                  </a:cubicBezTo>
                  <a:cubicBezTo>
                    <a:pt x="0" y="111"/>
                    <a:pt x="17" y="124"/>
                    <a:pt x="38" y="124"/>
                  </a:cubicBezTo>
                  <a:cubicBezTo>
                    <a:pt x="60" y="124"/>
                    <a:pt x="77" y="111"/>
                    <a:pt x="77" y="96"/>
                  </a:cubicBezTo>
                  <a:cubicBezTo>
                    <a:pt x="77" y="87"/>
                    <a:pt x="71" y="78"/>
                    <a:pt x="61" y="73"/>
                  </a:cubicBezTo>
                  <a:cubicBezTo>
                    <a:pt x="57" y="71"/>
                    <a:pt x="55" y="67"/>
                    <a:pt x="55" y="63"/>
                  </a:cubicBezTo>
                  <a:cubicBezTo>
                    <a:pt x="55" y="59"/>
                    <a:pt x="58" y="55"/>
                    <a:pt x="61" y="53"/>
                  </a:cubicBezTo>
                  <a:cubicBezTo>
                    <a:pt x="72" y="48"/>
                    <a:pt x="78" y="38"/>
                    <a:pt x="78" y="28"/>
                  </a:cubicBezTo>
                  <a:cubicBezTo>
                    <a:pt x="78" y="20"/>
                    <a:pt x="74" y="13"/>
                    <a:pt x="68" y="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2" y="5"/>
                    <a:pt x="83" y="4"/>
                    <a:pt x="83" y="3"/>
                  </a:cubicBezTo>
                  <a:cubicBezTo>
                    <a:pt x="83" y="1"/>
                    <a:pt x="82" y="0"/>
                    <a:pt x="81" y="0"/>
                  </a:cubicBezTo>
                  <a:close/>
                  <a:moveTo>
                    <a:pt x="63" y="80"/>
                  </a:moveTo>
                  <a:cubicBezTo>
                    <a:pt x="66" y="82"/>
                    <a:pt x="69" y="85"/>
                    <a:pt x="70" y="88"/>
                  </a:cubicBezTo>
                  <a:cubicBezTo>
                    <a:pt x="72" y="90"/>
                    <a:pt x="72" y="93"/>
                    <a:pt x="72" y="96"/>
                  </a:cubicBezTo>
                  <a:cubicBezTo>
                    <a:pt x="72" y="98"/>
                    <a:pt x="72" y="101"/>
                    <a:pt x="70" y="104"/>
                  </a:cubicBezTo>
                  <a:cubicBezTo>
                    <a:pt x="69" y="106"/>
                    <a:pt x="66" y="109"/>
                    <a:pt x="63" y="111"/>
                  </a:cubicBezTo>
                  <a:cubicBezTo>
                    <a:pt x="60" y="113"/>
                    <a:pt x="56" y="115"/>
                    <a:pt x="52" y="116"/>
                  </a:cubicBezTo>
                  <a:cubicBezTo>
                    <a:pt x="48" y="118"/>
                    <a:pt x="43" y="118"/>
                    <a:pt x="38" y="118"/>
                  </a:cubicBezTo>
                  <a:cubicBezTo>
                    <a:pt x="34" y="118"/>
                    <a:pt x="29" y="118"/>
                    <a:pt x="24" y="116"/>
                  </a:cubicBezTo>
                  <a:cubicBezTo>
                    <a:pt x="20" y="115"/>
                    <a:pt x="17" y="113"/>
                    <a:pt x="13" y="111"/>
                  </a:cubicBezTo>
                  <a:cubicBezTo>
                    <a:pt x="10" y="109"/>
                    <a:pt x="8" y="106"/>
                    <a:pt x="7" y="104"/>
                  </a:cubicBezTo>
                  <a:cubicBezTo>
                    <a:pt x="5" y="101"/>
                    <a:pt x="4" y="98"/>
                    <a:pt x="4" y="96"/>
                  </a:cubicBezTo>
                  <a:cubicBezTo>
                    <a:pt x="4" y="93"/>
                    <a:pt x="5" y="90"/>
                    <a:pt x="7" y="88"/>
                  </a:cubicBezTo>
                  <a:cubicBezTo>
                    <a:pt x="8" y="85"/>
                    <a:pt x="10" y="82"/>
                    <a:pt x="13" y="80"/>
                  </a:cubicBezTo>
                  <a:cubicBezTo>
                    <a:pt x="17" y="78"/>
                    <a:pt x="20" y="76"/>
                    <a:pt x="24" y="75"/>
                  </a:cubicBezTo>
                  <a:cubicBezTo>
                    <a:pt x="33" y="72"/>
                    <a:pt x="44" y="72"/>
                    <a:pt x="52" y="75"/>
                  </a:cubicBezTo>
                  <a:cubicBezTo>
                    <a:pt x="56" y="76"/>
                    <a:pt x="60" y="78"/>
                    <a:pt x="63" y="80"/>
                  </a:cubicBezTo>
                  <a:close/>
                  <a:moveTo>
                    <a:pt x="66" y="12"/>
                  </a:moveTo>
                  <a:cubicBezTo>
                    <a:pt x="71" y="16"/>
                    <a:pt x="74" y="22"/>
                    <a:pt x="74" y="28"/>
                  </a:cubicBezTo>
                  <a:cubicBezTo>
                    <a:pt x="74" y="34"/>
                    <a:pt x="71" y="40"/>
                    <a:pt x="66" y="44"/>
                  </a:cubicBezTo>
                  <a:cubicBezTo>
                    <a:pt x="64" y="46"/>
                    <a:pt x="63" y="47"/>
                    <a:pt x="61" y="48"/>
                  </a:cubicBezTo>
                  <a:cubicBezTo>
                    <a:pt x="60" y="48"/>
                    <a:pt x="60" y="48"/>
                    <a:pt x="59" y="49"/>
                  </a:cubicBezTo>
                  <a:cubicBezTo>
                    <a:pt x="58" y="49"/>
                    <a:pt x="58" y="49"/>
                    <a:pt x="57" y="49"/>
                  </a:cubicBezTo>
                  <a:cubicBezTo>
                    <a:pt x="54" y="51"/>
                    <a:pt x="50" y="51"/>
                    <a:pt x="46" y="51"/>
                  </a:cubicBezTo>
                  <a:cubicBezTo>
                    <a:pt x="43" y="51"/>
                    <a:pt x="39" y="51"/>
                    <a:pt x="36" y="49"/>
                  </a:cubicBezTo>
                  <a:cubicBezTo>
                    <a:pt x="32" y="48"/>
                    <a:pt x="29" y="46"/>
                    <a:pt x="27" y="44"/>
                  </a:cubicBezTo>
                  <a:cubicBezTo>
                    <a:pt x="22" y="40"/>
                    <a:pt x="19" y="34"/>
                    <a:pt x="19" y="28"/>
                  </a:cubicBezTo>
                  <a:cubicBezTo>
                    <a:pt x="19" y="22"/>
                    <a:pt x="22" y="16"/>
                    <a:pt x="27" y="12"/>
                  </a:cubicBezTo>
                  <a:cubicBezTo>
                    <a:pt x="29" y="10"/>
                    <a:pt x="32" y="8"/>
                    <a:pt x="36" y="7"/>
                  </a:cubicBezTo>
                  <a:cubicBezTo>
                    <a:pt x="42" y="4"/>
                    <a:pt x="50" y="4"/>
                    <a:pt x="57" y="7"/>
                  </a:cubicBezTo>
                  <a:cubicBezTo>
                    <a:pt x="61" y="8"/>
                    <a:pt x="63" y="10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30"/>
            <p:cNvSpPr>
              <a:spLocks noEditPoints="1"/>
            </p:cNvSpPr>
            <p:nvPr/>
          </p:nvSpPr>
          <p:spPr bwMode="auto">
            <a:xfrm>
              <a:off x="6445" y="2918"/>
              <a:ext cx="236" cy="305"/>
            </a:xfrm>
            <a:custGeom>
              <a:avLst/>
              <a:gdLst>
                <a:gd name="T0" fmla="*/ 100 w 100"/>
                <a:gd name="T1" fmla="*/ 43 h 129"/>
                <a:gd name="T2" fmla="*/ 87 w 100"/>
                <a:gd name="T3" fmla="*/ 13 h 129"/>
                <a:gd name="T4" fmla="*/ 30 w 100"/>
                <a:gd name="T5" fmla="*/ 4 h 129"/>
                <a:gd name="T6" fmla="*/ 0 w 100"/>
                <a:gd name="T7" fmla="*/ 47 h 129"/>
                <a:gd name="T8" fmla="*/ 12 w 100"/>
                <a:gd name="T9" fmla="*/ 74 h 129"/>
                <a:gd name="T10" fmla="*/ 20 w 100"/>
                <a:gd name="T11" fmla="*/ 57 h 129"/>
                <a:gd name="T12" fmla="*/ 19 w 100"/>
                <a:gd name="T13" fmla="*/ 55 h 129"/>
                <a:gd name="T14" fmla="*/ 18 w 100"/>
                <a:gd name="T15" fmla="*/ 48 h 129"/>
                <a:gd name="T16" fmla="*/ 51 w 100"/>
                <a:gd name="T17" fmla="*/ 17 h 129"/>
                <a:gd name="T18" fmla="*/ 78 w 100"/>
                <a:gd name="T19" fmla="*/ 42 h 129"/>
                <a:gd name="T20" fmla="*/ 58 w 100"/>
                <a:gd name="T21" fmla="*/ 77 h 129"/>
                <a:gd name="T22" fmla="*/ 49 w 100"/>
                <a:gd name="T23" fmla="*/ 66 h 129"/>
                <a:gd name="T24" fmla="*/ 55 w 100"/>
                <a:gd name="T25" fmla="*/ 40 h 129"/>
                <a:gd name="T26" fmla="*/ 43 w 100"/>
                <a:gd name="T27" fmla="*/ 28 h 129"/>
                <a:gd name="T28" fmla="*/ 28 w 100"/>
                <a:gd name="T29" fmla="*/ 48 h 129"/>
                <a:gd name="T30" fmla="*/ 30 w 100"/>
                <a:gd name="T31" fmla="*/ 60 h 129"/>
                <a:gd name="T32" fmla="*/ 21 w 100"/>
                <a:gd name="T33" fmla="*/ 126 h 129"/>
                <a:gd name="T34" fmla="*/ 39 w 100"/>
                <a:gd name="T35" fmla="*/ 103 h 129"/>
                <a:gd name="T36" fmla="*/ 43 w 100"/>
                <a:gd name="T37" fmla="*/ 88 h 129"/>
                <a:gd name="T38" fmla="*/ 60 w 100"/>
                <a:gd name="T39" fmla="*/ 94 h 129"/>
                <a:gd name="T40" fmla="*/ 89 w 100"/>
                <a:gd name="T41" fmla="*/ 79 h 129"/>
                <a:gd name="T42" fmla="*/ 44 w 100"/>
                <a:gd name="T43" fmla="*/ 82 h 129"/>
                <a:gd name="T44" fmla="*/ 35 w 100"/>
                <a:gd name="T45" fmla="*/ 102 h 129"/>
                <a:gd name="T46" fmla="*/ 25 w 100"/>
                <a:gd name="T47" fmla="*/ 120 h 129"/>
                <a:gd name="T48" fmla="*/ 25 w 100"/>
                <a:gd name="T49" fmla="*/ 99 h 129"/>
                <a:gd name="T50" fmla="*/ 34 w 100"/>
                <a:gd name="T51" fmla="*/ 59 h 129"/>
                <a:gd name="T52" fmla="*/ 32 w 100"/>
                <a:gd name="T53" fmla="*/ 48 h 129"/>
                <a:gd name="T54" fmla="*/ 49 w 100"/>
                <a:gd name="T55" fmla="*/ 34 h 129"/>
                <a:gd name="T56" fmla="*/ 47 w 100"/>
                <a:gd name="T57" fmla="*/ 55 h 129"/>
                <a:gd name="T58" fmla="*/ 47 w 100"/>
                <a:gd name="T59" fmla="*/ 76 h 129"/>
                <a:gd name="T60" fmla="*/ 76 w 100"/>
                <a:gd name="T61" fmla="*/ 69 h 129"/>
                <a:gd name="T62" fmla="*/ 74 w 100"/>
                <a:gd name="T63" fmla="*/ 21 h 129"/>
                <a:gd name="T64" fmla="*/ 36 w 100"/>
                <a:gd name="T65" fmla="*/ 15 h 129"/>
                <a:gd name="T66" fmla="*/ 14 w 100"/>
                <a:gd name="T67" fmla="*/ 48 h 129"/>
                <a:gd name="T68" fmla="*/ 15 w 100"/>
                <a:gd name="T69" fmla="*/ 56 h 129"/>
                <a:gd name="T70" fmla="*/ 10 w 100"/>
                <a:gd name="T71" fmla="*/ 66 h 129"/>
                <a:gd name="T72" fmla="*/ 5 w 100"/>
                <a:gd name="T73" fmla="*/ 47 h 129"/>
                <a:gd name="T74" fmla="*/ 17 w 100"/>
                <a:gd name="T75" fmla="*/ 18 h 129"/>
                <a:gd name="T76" fmla="*/ 70 w 100"/>
                <a:gd name="T77" fmla="*/ 8 h 129"/>
                <a:gd name="T78" fmla="*/ 92 w 100"/>
                <a:gd name="T79" fmla="*/ 29 h 129"/>
                <a:gd name="T80" fmla="*/ 85 w 100"/>
                <a:gd name="T81" fmla="*/ 7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" h="129">
                  <a:moveTo>
                    <a:pt x="89" y="79"/>
                  </a:moveTo>
                  <a:cubicBezTo>
                    <a:pt x="96" y="70"/>
                    <a:pt x="100" y="57"/>
                    <a:pt x="100" y="43"/>
                  </a:cubicBezTo>
                  <a:cubicBezTo>
                    <a:pt x="100" y="37"/>
                    <a:pt x="99" y="32"/>
                    <a:pt x="97" y="27"/>
                  </a:cubicBezTo>
                  <a:cubicBezTo>
                    <a:pt x="94" y="22"/>
                    <a:pt x="91" y="17"/>
                    <a:pt x="87" y="13"/>
                  </a:cubicBezTo>
                  <a:cubicBezTo>
                    <a:pt x="78" y="5"/>
                    <a:pt x="66" y="0"/>
                    <a:pt x="53" y="0"/>
                  </a:cubicBezTo>
                  <a:cubicBezTo>
                    <a:pt x="45" y="0"/>
                    <a:pt x="37" y="1"/>
                    <a:pt x="30" y="4"/>
                  </a:cubicBezTo>
                  <a:cubicBezTo>
                    <a:pt x="24" y="7"/>
                    <a:pt x="18" y="11"/>
                    <a:pt x="13" y="15"/>
                  </a:cubicBezTo>
                  <a:cubicBezTo>
                    <a:pt x="5" y="24"/>
                    <a:pt x="0" y="35"/>
                    <a:pt x="0" y="47"/>
                  </a:cubicBezTo>
                  <a:cubicBezTo>
                    <a:pt x="0" y="53"/>
                    <a:pt x="1" y="59"/>
                    <a:pt x="4" y="64"/>
                  </a:cubicBezTo>
                  <a:cubicBezTo>
                    <a:pt x="6" y="68"/>
                    <a:pt x="9" y="72"/>
                    <a:pt x="12" y="74"/>
                  </a:cubicBezTo>
                  <a:cubicBezTo>
                    <a:pt x="14" y="75"/>
                    <a:pt x="15" y="74"/>
                    <a:pt x="16" y="73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7"/>
                    <a:pt x="20" y="56"/>
                    <a:pt x="20" y="56"/>
                  </a:cubicBezTo>
                  <a:cubicBezTo>
                    <a:pt x="20" y="56"/>
                    <a:pt x="20" y="56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3"/>
                    <a:pt x="18" y="51"/>
                    <a:pt x="18" y="48"/>
                  </a:cubicBezTo>
                  <a:cubicBezTo>
                    <a:pt x="18" y="40"/>
                    <a:pt x="22" y="32"/>
                    <a:pt x="27" y="26"/>
                  </a:cubicBezTo>
                  <a:cubicBezTo>
                    <a:pt x="33" y="20"/>
                    <a:pt x="41" y="17"/>
                    <a:pt x="51" y="17"/>
                  </a:cubicBezTo>
                  <a:cubicBezTo>
                    <a:pt x="59" y="17"/>
                    <a:pt x="66" y="19"/>
                    <a:pt x="71" y="24"/>
                  </a:cubicBezTo>
                  <a:cubicBezTo>
                    <a:pt x="76" y="28"/>
                    <a:pt x="78" y="34"/>
                    <a:pt x="78" y="42"/>
                  </a:cubicBezTo>
                  <a:cubicBezTo>
                    <a:pt x="78" y="51"/>
                    <a:pt x="76" y="60"/>
                    <a:pt x="72" y="67"/>
                  </a:cubicBezTo>
                  <a:cubicBezTo>
                    <a:pt x="67" y="75"/>
                    <a:pt x="62" y="77"/>
                    <a:pt x="58" y="77"/>
                  </a:cubicBezTo>
                  <a:cubicBezTo>
                    <a:pt x="55" y="77"/>
                    <a:pt x="52" y="76"/>
                    <a:pt x="51" y="74"/>
                  </a:cubicBezTo>
                  <a:cubicBezTo>
                    <a:pt x="49" y="72"/>
                    <a:pt x="48" y="69"/>
                    <a:pt x="49" y="66"/>
                  </a:cubicBezTo>
                  <a:cubicBezTo>
                    <a:pt x="50" y="63"/>
                    <a:pt x="51" y="60"/>
                    <a:pt x="52" y="57"/>
                  </a:cubicBezTo>
                  <a:cubicBezTo>
                    <a:pt x="54" y="51"/>
                    <a:pt x="55" y="45"/>
                    <a:pt x="55" y="40"/>
                  </a:cubicBezTo>
                  <a:cubicBezTo>
                    <a:pt x="55" y="37"/>
                    <a:pt x="54" y="34"/>
                    <a:pt x="52" y="32"/>
                  </a:cubicBezTo>
                  <a:cubicBezTo>
                    <a:pt x="50" y="29"/>
                    <a:pt x="47" y="28"/>
                    <a:pt x="43" y="28"/>
                  </a:cubicBezTo>
                  <a:cubicBezTo>
                    <a:pt x="39" y="28"/>
                    <a:pt x="35" y="30"/>
                    <a:pt x="32" y="34"/>
                  </a:cubicBezTo>
                  <a:cubicBezTo>
                    <a:pt x="29" y="37"/>
                    <a:pt x="28" y="43"/>
                    <a:pt x="28" y="48"/>
                  </a:cubicBezTo>
                  <a:cubicBezTo>
                    <a:pt x="28" y="53"/>
                    <a:pt x="29" y="57"/>
                    <a:pt x="30" y="59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1" y="98"/>
                    <a:pt x="21" y="98"/>
                    <a:pt x="21" y="98"/>
                  </a:cubicBezTo>
                  <a:cubicBezTo>
                    <a:pt x="18" y="108"/>
                    <a:pt x="21" y="123"/>
                    <a:pt x="21" y="126"/>
                  </a:cubicBezTo>
                  <a:cubicBezTo>
                    <a:pt x="22" y="128"/>
                    <a:pt x="24" y="129"/>
                    <a:pt x="25" y="127"/>
                  </a:cubicBezTo>
                  <a:cubicBezTo>
                    <a:pt x="25" y="127"/>
                    <a:pt x="36" y="114"/>
                    <a:pt x="39" y="103"/>
                  </a:cubicBezTo>
                  <a:cubicBezTo>
                    <a:pt x="40" y="101"/>
                    <a:pt x="42" y="95"/>
                    <a:pt x="43" y="90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9" y="92"/>
                    <a:pt x="54" y="94"/>
                    <a:pt x="60" y="94"/>
                  </a:cubicBezTo>
                  <a:cubicBezTo>
                    <a:pt x="65" y="94"/>
                    <a:pt x="71" y="92"/>
                    <a:pt x="76" y="90"/>
                  </a:cubicBezTo>
                  <a:cubicBezTo>
                    <a:pt x="81" y="87"/>
                    <a:pt x="85" y="84"/>
                    <a:pt x="89" y="79"/>
                  </a:cubicBezTo>
                  <a:close/>
                  <a:moveTo>
                    <a:pt x="60" y="89"/>
                  </a:moveTo>
                  <a:cubicBezTo>
                    <a:pt x="53" y="89"/>
                    <a:pt x="46" y="85"/>
                    <a:pt x="44" y="82"/>
                  </a:cubicBezTo>
                  <a:cubicBezTo>
                    <a:pt x="43" y="80"/>
                    <a:pt x="40" y="80"/>
                    <a:pt x="40" y="82"/>
                  </a:cubicBezTo>
                  <a:cubicBezTo>
                    <a:pt x="40" y="82"/>
                    <a:pt x="36" y="98"/>
                    <a:pt x="35" y="102"/>
                  </a:cubicBezTo>
                  <a:cubicBezTo>
                    <a:pt x="34" y="106"/>
                    <a:pt x="31" y="111"/>
                    <a:pt x="27" y="117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111"/>
                    <a:pt x="24" y="104"/>
                    <a:pt x="25" y="99"/>
                  </a:cubicBezTo>
                  <a:cubicBezTo>
                    <a:pt x="27" y="93"/>
                    <a:pt x="34" y="62"/>
                    <a:pt x="34" y="60"/>
                  </a:cubicBezTo>
                  <a:cubicBezTo>
                    <a:pt x="34" y="60"/>
                    <a:pt x="34" y="60"/>
                    <a:pt x="34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8"/>
                    <a:pt x="32" y="54"/>
                    <a:pt x="32" y="48"/>
                  </a:cubicBezTo>
                  <a:cubicBezTo>
                    <a:pt x="32" y="39"/>
                    <a:pt x="37" y="32"/>
                    <a:pt x="43" y="32"/>
                  </a:cubicBezTo>
                  <a:cubicBezTo>
                    <a:pt x="46" y="32"/>
                    <a:pt x="48" y="33"/>
                    <a:pt x="49" y="34"/>
                  </a:cubicBezTo>
                  <a:cubicBezTo>
                    <a:pt x="50" y="36"/>
                    <a:pt x="51" y="38"/>
                    <a:pt x="51" y="40"/>
                  </a:cubicBezTo>
                  <a:cubicBezTo>
                    <a:pt x="51" y="44"/>
                    <a:pt x="49" y="50"/>
                    <a:pt x="47" y="55"/>
                  </a:cubicBezTo>
                  <a:cubicBezTo>
                    <a:pt x="46" y="58"/>
                    <a:pt x="45" y="62"/>
                    <a:pt x="45" y="65"/>
                  </a:cubicBezTo>
                  <a:cubicBezTo>
                    <a:pt x="44" y="69"/>
                    <a:pt x="44" y="73"/>
                    <a:pt x="47" y="76"/>
                  </a:cubicBezTo>
                  <a:cubicBezTo>
                    <a:pt x="50" y="80"/>
                    <a:pt x="54" y="82"/>
                    <a:pt x="58" y="82"/>
                  </a:cubicBezTo>
                  <a:cubicBezTo>
                    <a:pt x="65" y="82"/>
                    <a:pt x="72" y="77"/>
                    <a:pt x="76" y="69"/>
                  </a:cubicBezTo>
                  <a:cubicBezTo>
                    <a:pt x="80" y="62"/>
                    <a:pt x="83" y="52"/>
                    <a:pt x="83" y="42"/>
                  </a:cubicBezTo>
                  <a:cubicBezTo>
                    <a:pt x="83" y="33"/>
                    <a:pt x="80" y="26"/>
                    <a:pt x="74" y="21"/>
                  </a:cubicBezTo>
                  <a:cubicBezTo>
                    <a:pt x="69" y="15"/>
                    <a:pt x="61" y="12"/>
                    <a:pt x="51" y="12"/>
                  </a:cubicBezTo>
                  <a:cubicBezTo>
                    <a:pt x="45" y="12"/>
                    <a:pt x="40" y="13"/>
                    <a:pt x="36" y="15"/>
                  </a:cubicBezTo>
                  <a:cubicBezTo>
                    <a:pt x="31" y="17"/>
                    <a:pt x="27" y="20"/>
                    <a:pt x="24" y="23"/>
                  </a:cubicBezTo>
                  <a:cubicBezTo>
                    <a:pt x="17" y="30"/>
                    <a:pt x="14" y="39"/>
                    <a:pt x="14" y="48"/>
                  </a:cubicBezTo>
                  <a:cubicBezTo>
                    <a:pt x="14" y="51"/>
                    <a:pt x="14" y="53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9" y="65"/>
                    <a:pt x="9" y="63"/>
                    <a:pt x="8" y="62"/>
                  </a:cubicBezTo>
                  <a:cubicBezTo>
                    <a:pt x="6" y="58"/>
                    <a:pt x="5" y="52"/>
                    <a:pt x="5" y="47"/>
                  </a:cubicBezTo>
                  <a:cubicBezTo>
                    <a:pt x="5" y="42"/>
                    <a:pt x="6" y="37"/>
                    <a:pt x="8" y="32"/>
                  </a:cubicBezTo>
                  <a:cubicBezTo>
                    <a:pt x="10" y="27"/>
                    <a:pt x="13" y="22"/>
                    <a:pt x="17" y="18"/>
                  </a:cubicBezTo>
                  <a:cubicBezTo>
                    <a:pt x="23" y="12"/>
                    <a:pt x="34" y="5"/>
                    <a:pt x="53" y="5"/>
                  </a:cubicBezTo>
                  <a:cubicBezTo>
                    <a:pt x="59" y="5"/>
                    <a:pt x="65" y="6"/>
                    <a:pt x="70" y="8"/>
                  </a:cubicBezTo>
                  <a:cubicBezTo>
                    <a:pt x="76" y="10"/>
                    <a:pt x="80" y="13"/>
                    <a:pt x="84" y="16"/>
                  </a:cubicBezTo>
                  <a:cubicBezTo>
                    <a:pt x="87" y="20"/>
                    <a:pt x="90" y="24"/>
                    <a:pt x="92" y="29"/>
                  </a:cubicBezTo>
                  <a:cubicBezTo>
                    <a:pt x="94" y="33"/>
                    <a:pt x="95" y="38"/>
                    <a:pt x="95" y="43"/>
                  </a:cubicBezTo>
                  <a:cubicBezTo>
                    <a:pt x="95" y="56"/>
                    <a:pt x="92" y="68"/>
                    <a:pt x="85" y="76"/>
                  </a:cubicBezTo>
                  <a:cubicBezTo>
                    <a:pt x="79" y="85"/>
                    <a:pt x="70" y="89"/>
                    <a:pt x="60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5806" y="2936"/>
              <a:ext cx="303" cy="266"/>
            </a:xfrm>
            <a:custGeom>
              <a:avLst/>
              <a:gdLst>
                <a:gd name="T0" fmla="*/ 121 w 128"/>
                <a:gd name="T1" fmla="*/ 49 h 112"/>
                <a:gd name="T2" fmla="*/ 122 w 128"/>
                <a:gd name="T3" fmla="*/ 6 h 112"/>
                <a:gd name="T4" fmla="*/ 107 w 128"/>
                <a:gd name="T5" fmla="*/ 0 h 112"/>
                <a:gd name="T6" fmla="*/ 70 w 128"/>
                <a:gd name="T7" fmla="*/ 31 h 112"/>
                <a:gd name="T8" fmla="*/ 73 w 128"/>
                <a:gd name="T9" fmla="*/ 34 h 112"/>
                <a:gd name="T10" fmla="*/ 87 w 128"/>
                <a:gd name="T11" fmla="*/ 33 h 112"/>
                <a:gd name="T12" fmla="*/ 80 w 128"/>
                <a:gd name="T13" fmla="*/ 57 h 112"/>
                <a:gd name="T14" fmla="*/ 70 w 128"/>
                <a:gd name="T15" fmla="*/ 69 h 112"/>
                <a:gd name="T16" fmla="*/ 64 w 128"/>
                <a:gd name="T17" fmla="*/ 51 h 112"/>
                <a:gd name="T18" fmla="*/ 53 w 128"/>
                <a:gd name="T19" fmla="*/ 7 h 112"/>
                <a:gd name="T20" fmla="*/ 19 w 128"/>
                <a:gd name="T21" fmla="*/ 13 h 112"/>
                <a:gd name="T22" fmla="*/ 0 w 128"/>
                <a:gd name="T23" fmla="*/ 31 h 112"/>
                <a:gd name="T24" fmla="*/ 6 w 128"/>
                <a:gd name="T25" fmla="*/ 40 h 112"/>
                <a:gd name="T26" fmla="*/ 18 w 128"/>
                <a:gd name="T27" fmla="*/ 35 h 112"/>
                <a:gd name="T28" fmla="*/ 19 w 128"/>
                <a:gd name="T29" fmla="*/ 35 h 112"/>
                <a:gd name="T30" fmla="*/ 27 w 128"/>
                <a:gd name="T31" fmla="*/ 53 h 112"/>
                <a:gd name="T32" fmla="*/ 58 w 128"/>
                <a:gd name="T33" fmla="*/ 112 h 112"/>
                <a:gd name="T34" fmla="*/ 102 w 128"/>
                <a:gd name="T35" fmla="*/ 78 h 112"/>
                <a:gd name="T36" fmla="*/ 42 w 128"/>
                <a:gd name="T37" fmla="*/ 88 h 112"/>
                <a:gd name="T38" fmla="*/ 26 w 128"/>
                <a:gd name="T39" fmla="*/ 37 h 112"/>
                <a:gd name="T40" fmla="*/ 17 w 128"/>
                <a:gd name="T41" fmla="*/ 30 h 112"/>
                <a:gd name="T42" fmla="*/ 9 w 128"/>
                <a:gd name="T43" fmla="*/ 35 h 112"/>
                <a:gd name="T44" fmla="*/ 6 w 128"/>
                <a:gd name="T45" fmla="*/ 30 h 112"/>
                <a:gd name="T46" fmla="*/ 39 w 128"/>
                <a:gd name="T47" fmla="*/ 6 h 112"/>
                <a:gd name="T48" fmla="*/ 54 w 128"/>
                <a:gd name="T49" fmla="*/ 24 h 112"/>
                <a:gd name="T50" fmla="*/ 64 w 128"/>
                <a:gd name="T51" fmla="*/ 67 h 112"/>
                <a:gd name="T52" fmla="*/ 84 w 128"/>
                <a:gd name="T53" fmla="*/ 60 h 112"/>
                <a:gd name="T54" fmla="*/ 90 w 128"/>
                <a:gd name="T55" fmla="*/ 30 h 112"/>
                <a:gd name="T56" fmla="*/ 79 w 128"/>
                <a:gd name="T57" fmla="*/ 27 h 112"/>
                <a:gd name="T58" fmla="*/ 78 w 128"/>
                <a:gd name="T59" fmla="*/ 25 h 112"/>
                <a:gd name="T60" fmla="*/ 107 w 128"/>
                <a:gd name="T61" fmla="*/ 4 h 112"/>
                <a:gd name="T62" fmla="*/ 119 w 128"/>
                <a:gd name="T63" fmla="*/ 9 h 112"/>
                <a:gd name="T64" fmla="*/ 99 w 128"/>
                <a:gd name="T65" fmla="*/ 75 h 112"/>
                <a:gd name="T66" fmla="*/ 58 w 128"/>
                <a:gd name="T67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8" h="112">
                  <a:moveTo>
                    <a:pt x="102" y="78"/>
                  </a:moveTo>
                  <a:cubicBezTo>
                    <a:pt x="110" y="67"/>
                    <a:pt x="117" y="58"/>
                    <a:pt x="121" y="49"/>
                  </a:cubicBezTo>
                  <a:cubicBezTo>
                    <a:pt x="125" y="41"/>
                    <a:pt x="128" y="33"/>
                    <a:pt x="128" y="27"/>
                  </a:cubicBezTo>
                  <a:cubicBezTo>
                    <a:pt x="128" y="17"/>
                    <a:pt x="126" y="10"/>
                    <a:pt x="122" y="6"/>
                  </a:cubicBezTo>
                  <a:cubicBezTo>
                    <a:pt x="119" y="2"/>
                    <a:pt x="114" y="0"/>
                    <a:pt x="108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98" y="0"/>
                    <a:pt x="90" y="3"/>
                    <a:pt x="84" y="9"/>
                  </a:cubicBezTo>
                  <a:cubicBezTo>
                    <a:pt x="78" y="15"/>
                    <a:pt x="73" y="22"/>
                    <a:pt x="70" y="31"/>
                  </a:cubicBezTo>
                  <a:cubicBezTo>
                    <a:pt x="70" y="31"/>
                    <a:pt x="70" y="32"/>
                    <a:pt x="70" y="32"/>
                  </a:cubicBezTo>
                  <a:cubicBezTo>
                    <a:pt x="70" y="34"/>
                    <a:pt x="72" y="35"/>
                    <a:pt x="73" y="34"/>
                  </a:cubicBezTo>
                  <a:cubicBezTo>
                    <a:pt x="74" y="34"/>
                    <a:pt x="80" y="31"/>
                    <a:pt x="82" y="31"/>
                  </a:cubicBezTo>
                  <a:cubicBezTo>
                    <a:pt x="84" y="31"/>
                    <a:pt x="86" y="32"/>
                    <a:pt x="87" y="33"/>
                  </a:cubicBezTo>
                  <a:cubicBezTo>
                    <a:pt x="88" y="34"/>
                    <a:pt x="88" y="37"/>
                    <a:pt x="88" y="39"/>
                  </a:cubicBezTo>
                  <a:cubicBezTo>
                    <a:pt x="88" y="43"/>
                    <a:pt x="85" y="49"/>
                    <a:pt x="80" y="57"/>
                  </a:cubicBezTo>
                  <a:cubicBezTo>
                    <a:pt x="75" y="65"/>
                    <a:pt x="72" y="67"/>
                    <a:pt x="71" y="68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70" y="68"/>
                    <a:pt x="70" y="68"/>
                    <a:pt x="70" y="68"/>
                  </a:cubicBezTo>
                  <a:cubicBezTo>
                    <a:pt x="68" y="67"/>
                    <a:pt x="66" y="63"/>
                    <a:pt x="64" y="51"/>
                  </a:cubicBezTo>
                  <a:cubicBezTo>
                    <a:pt x="63" y="47"/>
                    <a:pt x="61" y="38"/>
                    <a:pt x="59" y="23"/>
                  </a:cubicBezTo>
                  <a:cubicBezTo>
                    <a:pt x="57" y="16"/>
                    <a:pt x="55" y="11"/>
                    <a:pt x="53" y="7"/>
                  </a:cubicBezTo>
                  <a:cubicBezTo>
                    <a:pt x="49" y="3"/>
                    <a:pt x="44" y="1"/>
                    <a:pt x="38" y="1"/>
                  </a:cubicBezTo>
                  <a:cubicBezTo>
                    <a:pt x="34" y="2"/>
                    <a:pt x="27" y="6"/>
                    <a:pt x="19" y="13"/>
                  </a:cubicBezTo>
                  <a:cubicBezTo>
                    <a:pt x="13" y="18"/>
                    <a:pt x="1" y="29"/>
                    <a:pt x="1" y="29"/>
                  </a:cubicBezTo>
                  <a:cubicBezTo>
                    <a:pt x="0" y="30"/>
                    <a:pt x="0" y="30"/>
                    <a:pt x="0" y="31"/>
                  </a:cubicBezTo>
                  <a:cubicBezTo>
                    <a:pt x="0" y="31"/>
                    <a:pt x="0" y="32"/>
                    <a:pt x="1" y="32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7" y="41"/>
                    <a:pt x="8" y="41"/>
                    <a:pt x="9" y="40"/>
                  </a:cubicBezTo>
                  <a:cubicBezTo>
                    <a:pt x="15" y="36"/>
                    <a:pt x="18" y="35"/>
                    <a:pt x="18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1" y="37"/>
                    <a:pt x="23" y="40"/>
                  </a:cubicBezTo>
                  <a:cubicBezTo>
                    <a:pt x="24" y="43"/>
                    <a:pt x="26" y="47"/>
                    <a:pt x="27" y="53"/>
                  </a:cubicBezTo>
                  <a:cubicBezTo>
                    <a:pt x="37" y="90"/>
                    <a:pt x="37" y="90"/>
                    <a:pt x="37" y="90"/>
                  </a:cubicBezTo>
                  <a:cubicBezTo>
                    <a:pt x="43" y="105"/>
                    <a:pt x="50" y="112"/>
                    <a:pt x="58" y="112"/>
                  </a:cubicBezTo>
                  <a:cubicBezTo>
                    <a:pt x="64" y="112"/>
                    <a:pt x="71" y="109"/>
                    <a:pt x="79" y="103"/>
                  </a:cubicBezTo>
                  <a:cubicBezTo>
                    <a:pt x="86" y="97"/>
                    <a:pt x="94" y="89"/>
                    <a:pt x="102" y="78"/>
                  </a:cubicBezTo>
                  <a:close/>
                  <a:moveTo>
                    <a:pt x="58" y="108"/>
                  </a:moveTo>
                  <a:cubicBezTo>
                    <a:pt x="52" y="108"/>
                    <a:pt x="47" y="101"/>
                    <a:pt x="42" y="88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0" y="45"/>
                    <a:pt x="28" y="40"/>
                    <a:pt x="26" y="37"/>
                  </a:cubicBezTo>
                  <a:cubicBezTo>
                    <a:pt x="25" y="35"/>
                    <a:pt x="23" y="30"/>
                    <a:pt x="19" y="30"/>
                  </a:cubicBezTo>
                  <a:cubicBezTo>
                    <a:pt x="18" y="30"/>
                    <a:pt x="18" y="30"/>
                    <a:pt x="17" y="30"/>
                  </a:cubicBezTo>
                  <a:cubicBezTo>
                    <a:pt x="16" y="31"/>
                    <a:pt x="13" y="32"/>
                    <a:pt x="10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12" y="25"/>
                    <a:pt x="17" y="21"/>
                    <a:pt x="22" y="16"/>
                  </a:cubicBezTo>
                  <a:cubicBezTo>
                    <a:pt x="31" y="8"/>
                    <a:pt x="36" y="6"/>
                    <a:pt x="39" y="6"/>
                  </a:cubicBezTo>
                  <a:cubicBezTo>
                    <a:pt x="43" y="5"/>
                    <a:pt x="46" y="7"/>
                    <a:pt x="49" y="10"/>
                  </a:cubicBezTo>
                  <a:cubicBezTo>
                    <a:pt x="51" y="13"/>
                    <a:pt x="53" y="18"/>
                    <a:pt x="54" y="24"/>
                  </a:cubicBezTo>
                  <a:cubicBezTo>
                    <a:pt x="56" y="39"/>
                    <a:pt x="58" y="48"/>
                    <a:pt x="59" y="52"/>
                  </a:cubicBezTo>
                  <a:cubicBezTo>
                    <a:pt x="61" y="59"/>
                    <a:pt x="62" y="64"/>
                    <a:pt x="64" y="67"/>
                  </a:cubicBezTo>
                  <a:cubicBezTo>
                    <a:pt x="64" y="68"/>
                    <a:pt x="67" y="73"/>
                    <a:pt x="70" y="73"/>
                  </a:cubicBezTo>
                  <a:cubicBezTo>
                    <a:pt x="74" y="73"/>
                    <a:pt x="78" y="69"/>
                    <a:pt x="84" y="60"/>
                  </a:cubicBezTo>
                  <a:cubicBezTo>
                    <a:pt x="89" y="51"/>
                    <a:pt x="92" y="45"/>
                    <a:pt x="93" y="40"/>
                  </a:cubicBezTo>
                  <a:cubicBezTo>
                    <a:pt x="93" y="35"/>
                    <a:pt x="92" y="32"/>
                    <a:pt x="90" y="30"/>
                  </a:cubicBezTo>
                  <a:cubicBezTo>
                    <a:pt x="88" y="28"/>
                    <a:pt x="86" y="27"/>
                    <a:pt x="82" y="27"/>
                  </a:cubicBezTo>
                  <a:cubicBezTo>
                    <a:pt x="81" y="27"/>
                    <a:pt x="80" y="27"/>
                    <a:pt x="79" y="27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80" y="20"/>
                    <a:pt x="83" y="16"/>
                    <a:pt x="87" y="13"/>
                  </a:cubicBezTo>
                  <a:cubicBezTo>
                    <a:pt x="93" y="7"/>
                    <a:pt x="100" y="4"/>
                    <a:pt x="107" y="4"/>
                  </a:cubicBezTo>
                  <a:cubicBezTo>
                    <a:pt x="107" y="4"/>
                    <a:pt x="107" y="4"/>
                    <a:pt x="108" y="4"/>
                  </a:cubicBezTo>
                  <a:cubicBezTo>
                    <a:pt x="113" y="5"/>
                    <a:pt x="116" y="6"/>
                    <a:pt x="119" y="9"/>
                  </a:cubicBezTo>
                  <a:cubicBezTo>
                    <a:pt x="122" y="12"/>
                    <a:pt x="124" y="18"/>
                    <a:pt x="123" y="27"/>
                  </a:cubicBezTo>
                  <a:cubicBezTo>
                    <a:pt x="123" y="38"/>
                    <a:pt x="115" y="54"/>
                    <a:pt x="99" y="75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82" y="97"/>
                    <a:pt x="68" y="108"/>
                    <a:pt x="58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32"/>
            <p:cNvSpPr>
              <a:spLocks noEditPoints="1"/>
            </p:cNvSpPr>
            <p:nvPr/>
          </p:nvSpPr>
          <p:spPr bwMode="auto">
            <a:xfrm>
              <a:off x="5201" y="2960"/>
              <a:ext cx="303" cy="218"/>
            </a:xfrm>
            <a:custGeom>
              <a:avLst/>
              <a:gdLst>
                <a:gd name="T0" fmla="*/ 127 w 128"/>
                <a:gd name="T1" fmla="*/ 23 h 92"/>
                <a:gd name="T2" fmla="*/ 119 w 128"/>
                <a:gd name="T3" fmla="*/ 6 h 92"/>
                <a:gd name="T4" fmla="*/ 103 w 128"/>
                <a:gd name="T5" fmla="*/ 1 h 92"/>
                <a:gd name="T6" fmla="*/ 64 w 128"/>
                <a:gd name="T7" fmla="*/ 0 h 92"/>
                <a:gd name="T8" fmla="*/ 25 w 128"/>
                <a:gd name="T9" fmla="*/ 1 h 92"/>
                <a:gd name="T10" fmla="*/ 9 w 128"/>
                <a:gd name="T11" fmla="*/ 6 h 92"/>
                <a:gd name="T12" fmla="*/ 1 w 128"/>
                <a:gd name="T13" fmla="*/ 23 h 92"/>
                <a:gd name="T14" fmla="*/ 1 w 128"/>
                <a:gd name="T15" fmla="*/ 69 h 92"/>
                <a:gd name="T16" fmla="*/ 9 w 128"/>
                <a:gd name="T17" fmla="*/ 86 h 92"/>
                <a:gd name="T18" fmla="*/ 25 w 128"/>
                <a:gd name="T19" fmla="*/ 91 h 92"/>
                <a:gd name="T20" fmla="*/ 64 w 128"/>
                <a:gd name="T21" fmla="*/ 92 h 92"/>
                <a:gd name="T22" fmla="*/ 64 w 128"/>
                <a:gd name="T23" fmla="*/ 92 h 92"/>
                <a:gd name="T24" fmla="*/ 103 w 128"/>
                <a:gd name="T25" fmla="*/ 91 h 92"/>
                <a:gd name="T26" fmla="*/ 119 w 128"/>
                <a:gd name="T27" fmla="*/ 86 h 92"/>
                <a:gd name="T28" fmla="*/ 127 w 128"/>
                <a:gd name="T29" fmla="*/ 69 h 92"/>
                <a:gd name="T30" fmla="*/ 127 w 128"/>
                <a:gd name="T31" fmla="*/ 23 h 92"/>
                <a:gd name="T32" fmla="*/ 122 w 128"/>
                <a:gd name="T33" fmla="*/ 68 h 92"/>
                <a:gd name="T34" fmla="*/ 103 w 128"/>
                <a:gd name="T35" fmla="*/ 86 h 92"/>
                <a:gd name="T36" fmla="*/ 64 w 128"/>
                <a:gd name="T37" fmla="*/ 87 h 92"/>
                <a:gd name="T38" fmla="*/ 25 w 128"/>
                <a:gd name="T39" fmla="*/ 86 h 92"/>
                <a:gd name="T40" fmla="*/ 6 w 128"/>
                <a:gd name="T41" fmla="*/ 68 h 92"/>
                <a:gd name="T42" fmla="*/ 6 w 128"/>
                <a:gd name="T43" fmla="*/ 24 h 92"/>
                <a:gd name="T44" fmla="*/ 25 w 128"/>
                <a:gd name="T45" fmla="*/ 6 h 92"/>
                <a:gd name="T46" fmla="*/ 64 w 128"/>
                <a:gd name="T47" fmla="*/ 5 h 92"/>
                <a:gd name="T48" fmla="*/ 103 w 128"/>
                <a:gd name="T49" fmla="*/ 6 h 92"/>
                <a:gd name="T50" fmla="*/ 122 w 128"/>
                <a:gd name="T51" fmla="*/ 24 h 92"/>
                <a:gd name="T52" fmla="*/ 122 w 128"/>
                <a:gd name="T53" fmla="*/ 6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92">
                  <a:moveTo>
                    <a:pt x="127" y="23"/>
                  </a:moveTo>
                  <a:cubicBezTo>
                    <a:pt x="126" y="14"/>
                    <a:pt x="124" y="9"/>
                    <a:pt x="119" y="6"/>
                  </a:cubicBezTo>
                  <a:cubicBezTo>
                    <a:pt x="116" y="3"/>
                    <a:pt x="110" y="2"/>
                    <a:pt x="103" y="1"/>
                  </a:cubicBezTo>
                  <a:cubicBezTo>
                    <a:pt x="95" y="1"/>
                    <a:pt x="80" y="0"/>
                    <a:pt x="64" y="0"/>
                  </a:cubicBezTo>
                  <a:cubicBezTo>
                    <a:pt x="48" y="0"/>
                    <a:pt x="33" y="1"/>
                    <a:pt x="25" y="1"/>
                  </a:cubicBezTo>
                  <a:cubicBezTo>
                    <a:pt x="18" y="2"/>
                    <a:pt x="12" y="3"/>
                    <a:pt x="9" y="6"/>
                  </a:cubicBezTo>
                  <a:cubicBezTo>
                    <a:pt x="4" y="9"/>
                    <a:pt x="2" y="14"/>
                    <a:pt x="1" y="23"/>
                  </a:cubicBezTo>
                  <a:cubicBezTo>
                    <a:pt x="0" y="35"/>
                    <a:pt x="0" y="57"/>
                    <a:pt x="1" y="69"/>
                  </a:cubicBezTo>
                  <a:cubicBezTo>
                    <a:pt x="2" y="78"/>
                    <a:pt x="4" y="83"/>
                    <a:pt x="9" y="86"/>
                  </a:cubicBezTo>
                  <a:cubicBezTo>
                    <a:pt x="12" y="89"/>
                    <a:pt x="18" y="90"/>
                    <a:pt x="25" y="91"/>
                  </a:cubicBezTo>
                  <a:cubicBezTo>
                    <a:pt x="33" y="91"/>
                    <a:pt x="48" y="92"/>
                    <a:pt x="64" y="92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0" y="92"/>
                    <a:pt x="95" y="91"/>
                    <a:pt x="103" y="91"/>
                  </a:cubicBezTo>
                  <a:cubicBezTo>
                    <a:pt x="110" y="90"/>
                    <a:pt x="116" y="89"/>
                    <a:pt x="119" y="86"/>
                  </a:cubicBezTo>
                  <a:cubicBezTo>
                    <a:pt x="124" y="83"/>
                    <a:pt x="126" y="78"/>
                    <a:pt x="127" y="69"/>
                  </a:cubicBezTo>
                  <a:cubicBezTo>
                    <a:pt x="128" y="57"/>
                    <a:pt x="128" y="35"/>
                    <a:pt x="127" y="23"/>
                  </a:cubicBezTo>
                  <a:close/>
                  <a:moveTo>
                    <a:pt x="122" y="68"/>
                  </a:moveTo>
                  <a:cubicBezTo>
                    <a:pt x="121" y="83"/>
                    <a:pt x="115" y="85"/>
                    <a:pt x="103" y="86"/>
                  </a:cubicBezTo>
                  <a:cubicBezTo>
                    <a:pt x="94" y="87"/>
                    <a:pt x="80" y="87"/>
                    <a:pt x="64" y="87"/>
                  </a:cubicBezTo>
                  <a:cubicBezTo>
                    <a:pt x="48" y="87"/>
                    <a:pt x="34" y="87"/>
                    <a:pt x="25" y="86"/>
                  </a:cubicBezTo>
                  <a:cubicBezTo>
                    <a:pt x="13" y="85"/>
                    <a:pt x="7" y="83"/>
                    <a:pt x="6" y="68"/>
                  </a:cubicBezTo>
                  <a:cubicBezTo>
                    <a:pt x="4" y="56"/>
                    <a:pt x="4" y="36"/>
                    <a:pt x="6" y="24"/>
                  </a:cubicBezTo>
                  <a:cubicBezTo>
                    <a:pt x="7" y="9"/>
                    <a:pt x="13" y="7"/>
                    <a:pt x="25" y="6"/>
                  </a:cubicBezTo>
                  <a:cubicBezTo>
                    <a:pt x="34" y="5"/>
                    <a:pt x="48" y="5"/>
                    <a:pt x="64" y="5"/>
                  </a:cubicBezTo>
                  <a:cubicBezTo>
                    <a:pt x="80" y="5"/>
                    <a:pt x="94" y="5"/>
                    <a:pt x="103" y="6"/>
                  </a:cubicBezTo>
                  <a:cubicBezTo>
                    <a:pt x="115" y="7"/>
                    <a:pt x="121" y="9"/>
                    <a:pt x="122" y="24"/>
                  </a:cubicBezTo>
                  <a:cubicBezTo>
                    <a:pt x="124" y="36"/>
                    <a:pt x="124" y="56"/>
                    <a:pt x="122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33"/>
            <p:cNvSpPr>
              <a:spLocks noEditPoints="1"/>
            </p:cNvSpPr>
            <p:nvPr/>
          </p:nvSpPr>
          <p:spPr bwMode="auto">
            <a:xfrm>
              <a:off x="5317" y="3024"/>
              <a:ext cx="90" cy="92"/>
            </a:xfrm>
            <a:custGeom>
              <a:avLst/>
              <a:gdLst>
                <a:gd name="T0" fmla="*/ 37 w 38"/>
                <a:gd name="T1" fmla="*/ 17 h 39"/>
                <a:gd name="T2" fmla="*/ 4 w 38"/>
                <a:gd name="T3" fmla="*/ 0 h 39"/>
                <a:gd name="T4" fmla="*/ 3 w 38"/>
                <a:gd name="T5" fmla="*/ 0 h 39"/>
                <a:gd name="T6" fmla="*/ 0 w 38"/>
                <a:gd name="T7" fmla="*/ 2 h 39"/>
                <a:gd name="T8" fmla="*/ 0 w 38"/>
                <a:gd name="T9" fmla="*/ 36 h 39"/>
                <a:gd name="T10" fmla="*/ 4 w 38"/>
                <a:gd name="T11" fmla="*/ 38 h 39"/>
                <a:gd name="T12" fmla="*/ 37 w 38"/>
                <a:gd name="T13" fmla="*/ 21 h 39"/>
                <a:gd name="T14" fmla="*/ 38 w 38"/>
                <a:gd name="T15" fmla="*/ 19 h 39"/>
                <a:gd name="T16" fmla="*/ 37 w 38"/>
                <a:gd name="T17" fmla="*/ 17 h 39"/>
                <a:gd name="T18" fmla="*/ 5 w 38"/>
                <a:gd name="T19" fmla="*/ 32 h 39"/>
                <a:gd name="T20" fmla="*/ 5 w 38"/>
                <a:gd name="T21" fmla="*/ 6 h 39"/>
                <a:gd name="T22" fmla="*/ 31 w 38"/>
                <a:gd name="T23" fmla="*/ 19 h 39"/>
                <a:gd name="T24" fmla="*/ 5 w 38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9">
                  <a:moveTo>
                    <a:pt x="37" y="17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8"/>
                    <a:pt x="2" y="39"/>
                    <a:pt x="4" y="3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8" y="21"/>
                    <a:pt x="38" y="20"/>
                    <a:pt x="38" y="19"/>
                  </a:cubicBezTo>
                  <a:cubicBezTo>
                    <a:pt x="38" y="18"/>
                    <a:pt x="38" y="17"/>
                    <a:pt x="37" y="17"/>
                  </a:cubicBezTo>
                  <a:close/>
                  <a:moveTo>
                    <a:pt x="5" y="32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31" y="19"/>
                    <a:pt x="31" y="19"/>
                    <a:pt x="31" y="19"/>
                  </a:cubicBezTo>
                  <a:lnTo>
                    <a:pt x="5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34"/>
            <p:cNvSpPr>
              <a:spLocks noEditPoints="1"/>
            </p:cNvSpPr>
            <p:nvPr/>
          </p:nvSpPr>
          <p:spPr bwMode="auto">
            <a:xfrm>
              <a:off x="4615" y="3048"/>
              <a:ext cx="264" cy="173"/>
            </a:xfrm>
            <a:custGeom>
              <a:avLst/>
              <a:gdLst>
                <a:gd name="T0" fmla="*/ 106 w 112"/>
                <a:gd name="T1" fmla="*/ 0 h 73"/>
                <a:gd name="T2" fmla="*/ 6 w 112"/>
                <a:gd name="T3" fmla="*/ 0 h 73"/>
                <a:gd name="T4" fmla="*/ 0 w 112"/>
                <a:gd name="T5" fmla="*/ 6 h 73"/>
                <a:gd name="T6" fmla="*/ 0 w 112"/>
                <a:gd name="T7" fmla="*/ 67 h 73"/>
                <a:gd name="T8" fmla="*/ 6 w 112"/>
                <a:gd name="T9" fmla="*/ 73 h 73"/>
                <a:gd name="T10" fmla="*/ 106 w 112"/>
                <a:gd name="T11" fmla="*/ 73 h 73"/>
                <a:gd name="T12" fmla="*/ 112 w 112"/>
                <a:gd name="T13" fmla="*/ 67 h 73"/>
                <a:gd name="T14" fmla="*/ 112 w 112"/>
                <a:gd name="T15" fmla="*/ 6 h 73"/>
                <a:gd name="T16" fmla="*/ 106 w 112"/>
                <a:gd name="T17" fmla="*/ 0 h 73"/>
                <a:gd name="T18" fmla="*/ 107 w 112"/>
                <a:gd name="T19" fmla="*/ 68 h 73"/>
                <a:gd name="T20" fmla="*/ 5 w 112"/>
                <a:gd name="T21" fmla="*/ 68 h 73"/>
                <a:gd name="T22" fmla="*/ 5 w 112"/>
                <a:gd name="T23" fmla="*/ 5 h 73"/>
                <a:gd name="T24" fmla="*/ 107 w 112"/>
                <a:gd name="T25" fmla="*/ 5 h 73"/>
                <a:gd name="T26" fmla="*/ 107 w 112"/>
                <a:gd name="T27" fmla="*/ 6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2" h="73">
                  <a:moveTo>
                    <a:pt x="10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0"/>
                    <a:pt x="3" y="73"/>
                    <a:pt x="6" y="73"/>
                  </a:cubicBezTo>
                  <a:cubicBezTo>
                    <a:pt x="106" y="73"/>
                    <a:pt x="106" y="73"/>
                    <a:pt x="106" y="73"/>
                  </a:cubicBezTo>
                  <a:cubicBezTo>
                    <a:pt x="109" y="73"/>
                    <a:pt x="112" y="70"/>
                    <a:pt x="112" y="67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3"/>
                    <a:pt x="109" y="0"/>
                    <a:pt x="106" y="0"/>
                  </a:cubicBezTo>
                  <a:close/>
                  <a:moveTo>
                    <a:pt x="107" y="68"/>
                  </a:moveTo>
                  <a:cubicBezTo>
                    <a:pt x="5" y="68"/>
                    <a:pt x="5" y="68"/>
                    <a:pt x="5" y="68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07" y="5"/>
                    <a:pt x="107" y="5"/>
                    <a:pt x="107" y="5"/>
                  </a:cubicBezTo>
                  <a:lnTo>
                    <a:pt x="107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35"/>
            <p:cNvSpPr/>
            <p:nvPr/>
          </p:nvSpPr>
          <p:spPr bwMode="auto">
            <a:xfrm>
              <a:off x="4671" y="2918"/>
              <a:ext cx="50" cy="106"/>
            </a:xfrm>
            <a:custGeom>
              <a:avLst/>
              <a:gdLst>
                <a:gd name="T0" fmla="*/ 19 w 50"/>
                <a:gd name="T1" fmla="*/ 106 h 106"/>
                <a:gd name="T2" fmla="*/ 31 w 50"/>
                <a:gd name="T3" fmla="*/ 106 h 106"/>
                <a:gd name="T4" fmla="*/ 31 w 50"/>
                <a:gd name="T5" fmla="*/ 63 h 106"/>
                <a:gd name="T6" fmla="*/ 50 w 50"/>
                <a:gd name="T7" fmla="*/ 0 h 106"/>
                <a:gd name="T8" fmla="*/ 38 w 50"/>
                <a:gd name="T9" fmla="*/ 0 h 106"/>
                <a:gd name="T10" fmla="*/ 26 w 50"/>
                <a:gd name="T11" fmla="*/ 56 h 106"/>
                <a:gd name="T12" fmla="*/ 10 w 50"/>
                <a:gd name="T13" fmla="*/ 0 h 106"/>
                <a:gd name="T14" fmla="*/ 0 w 50"/>
                <a:gd name="T15" fmla="*/ 0 h 106"/>
                <a:gd name="T16" fmla="*/ 19 w 50"/>
                <a:gd name="T17" fmla="*/ 63 h 106"/>
                <a:gd name="T18" fmla="*/ 19 w 50"/>
                <a:gd name="T1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106">
                  <a:moveTo>
                    <a:pt x="19" y="106"/>
                  </a:moveTo>
                  <a:lnTo>
                    <a:pt x="31" y="106"/>
                  </a:lnTo>
                  <a:lnTo>
                    <a:pt x="31" y="63"/>
                  </a:lnTo>
                  <a:lnTo>
                    <a:pt x="50" y="0"/>
                  </a:lnTo>
                  <a:lnTo>
                    <a:pt x="38" y="0"/>
                  </a:lnTo>
                  <a:lnTo>
                    <a:pt x="26" y="5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19" y="63"/>
                  </a:lnTo>
                  <a:lnTo>
                    <a:pt x="19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36"/>
            <p:cNvSpPr/>
            <p:nvPr/>
          </p:nvSpPr>
          <p:spPr bwMode="auto">
            <a:xfrm>
              <a:off x="4787" y="2948"/>
              <a:ext cx="36" cy="78"/>
            </a:xfrm>
            <a:custGeom>
              <a:avLst/>
              <a:gdLst>
                <a:gd name="T0" fmla="*/ 3 w 15"/>
                <a:gd name="T1" fmla="*/ 33 h 33"/>
                <a:gd name="T2" fmla="*/ 9 w 15"/>
                <a:gd name="T3" fmla="*/ 29 h 33"/>
                <a:gd name="T4" fmla="*/ 12 w 15"/>
                <a:gd name="T5" fmla="*/ 26 h 33"/>
                <a:gd name="T6" fmla="*/ 12 w 15"/>
                <a:gd name="T7" fmla="*/ 32 h 33"/>
                <a:gd name="T8" fmla="*/ 15 w 15"/>
                <a:gd name="T9" fmla="*/ 32 h 33"/>
                <a:gd name="T10" fmla="*/ 15 w 15"/>
                <a:gd name="T11" fmla="*/ 0 h 33"/>
                <a:gd name="T12" fmla="*/ 12 w 15"/>
                <a:gd name="T13" fmla="*/ 0 h 33"/>
                <a:gd name="T14" fmla="*/ 12 w 15"/>
                <a:gd name="T15" fmla="*/ 26 h 33"/>
                <a:gd name="T16" fmla="*/ 11 w 15"/>
                <a:gd name="T17" fmla="*/ 26 h 33"/>
                <a:gd name="T18" fmla="*/ 6 w 15"/>
                <a:gd name="T19" fmla="*/ 29 h 33"/>
                <a:gd name="T20" fmla="*/ 3 w 15"/>
                <a:gd name="T21" fmla="*/ 25 h 33"/>
                <a:gd name="T22" fmla="*/ 3 w 15"/>
                <a:gd name="T23" fmla="*/ 0 h 33"/>
                <a:gd name="T24" fmla="*/ 0 w 15"/>
                <a:gd name="T25" fmla="*/ 0 h 33"/>
                <a:gd name="T26" fmla="*/ 0 w 15"/>
                <a:gd name="T27" fmla="*/ 28 h 33"/>
                <a:gd name="T28" fmla="*/ 3 w 15"/>
                <a:gd name="T2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33">
                  <a:moveTo>
                    <a:pt x="3" y="33"/>
                  </a:moveTo>
                  <a:cubicBezTo>
                    <a:pt x="4" y="33"/>
                    <a:pt x="6" y="32"/>
                    <a:pt x="9" y="29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9" y="29"/>
                    <a:pt x="6" y="29"/>
                  </a:cubicBezTo>
                  <a:cubicBezTo>
                    <a:pt x="5" y="29"/>
                    <a:pt x="3" y="29"/>
                    <a:pt x="3" y="2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3"/>
                    <a:pt x="2" y="33"/>
                    <a:pt x="3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37"/>
            <p:cNvSpPr>
              <a:spLocks noEditPoints="1"/>
            </p:cNvSpPr>
            <p:nvPr/>
          </p:nvSpPr>
          <p:spPr bwMode="auto">
            <a:xfrm>
              <a:off x="4728" y="2946"/>
              <a:ext cx="38" cy="80"/>
            </a:xfrm>
            <a:custGeom>
              <a:avLst/>
              <a:gdLst>
                <a:gd name="T0" fmla="*/ 8 w 16"/>
                <a:gd name="T1" fmla="*/ 34 h 34"/>
                <a:gd name="T2" fmla="*/ 16 w 16"/>
                <a:gd name="T3" fmla="*/ 26 h 34"/>
                <a:gd name="T4" fmla="*/ 16 w 16"/>
                <a:gd name="T5" fmla="*/ 8 h 34"/>
                <a:gd name="T6" fmla="*/ 8 w 16"/>
                <a:gd name="T7" fmla="*/ 0 h 34"/>
                <a:gd name="T8" fmla="*/ 0 w 16"/>
                <a:gd name="T9" fmla="*/ 8 h 34"/>
                <a:gd name="T10" fmla="*/ 0 w 16"/>
                <a:gd name="T11" fmla="*/ 26 h 34"/>
                <a:gd name="T12" fmla="*/ 8 w 16"/>
                <a:gd name="T13" fmla="*/ 34 h 34"/>
                <a:gd name="T14" fmla="*/ 4 w 16"/>
                <a:gd name="T15" fmla="*/ 9 h 34"/>
                <a:gd name="T16" fmla="*/ 8 w 16"/>
                <a:gd name="T17" fmla="*/ 4 h 34"/>
                <a:gd name="T18" fmla="*/ 12 w 16"/>
                <a:gd name="T19" fmla="*/ 9 h 34"/>
                <a:gd name="T20" fmla="*/ 12 w 16"/>
                <a:gd name="T21" fmla="*/ 26 h 34"/>
                <a:gd name="T22" fmla="*/ 8 w 16"/>
                <a:gd name="T23" fmla="*/ 30 h 34"/>
                <a:gd name="T24" fmla="*/ 4 w 16"/>
                <a:gd name="T25" fmla="*/ 26 h 34"/>
                <a:gd name="T26" fmla="*/ 4 w 16"/>
                <a:gd name="T27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4">
                  <a:moveTo>
                    <a:pt x="8" y="34"/>
                  </a:moveTo>
                  <a:cubicBezTo>
                    <a:pt x="13" y="34"/>
                    <a:pt x="16" y="31"/>
                    <a:pt x="16" y="26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4"/>
                    <a:pt x="13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3" y="34"/>
                    <a:pt x="8" y="34"/>
                  </a:cubicBezTo>
                  <a:close/>
                  <a:moveTo>
                    <a:pt x="4" y="9"/>
                  </a:moveTo>
                  <a:cubicBezTo>
                    <a:pt x="4" y="6"/>
                    <a:pt x="5" y="4"/>
                    <a:pt x="8" y="4"/>
                  </a:cubicBezTo>
                  <a:cubicBezTo>
                    <a:pt x="11" y="4"/>
                    <a:pt x="12" y="6"/>
                    <a:pt x="12" y="9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8"/>
                    <a:pt x="11" y="30"/>
                    <a:pt x="8" y="30"/>
                  </a:cubicBezTo>
                  <a:cubicBezTo>
                    <a:pt x="6" y="30"/>
                    <a:pt x="4" y="28"/>
                    <a:pt x="4" y="26"/>
                  </a:cubicBezTo>
                  <a:lnTo>
                    <a:pt x="4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38"/>
            <p:cNvSpPr>
              <a:spLocks noEditPoints="1"/>
            </p:cNvSpPr>
            <p:nvPr/>
          </p:nvSpPr>
          <p:spPr bwMode="auto">
            <a:xfrm>
              <a:off x="4808" y="3112"/>
              <a:ext cx="38" cy="78"/>
            </a:xfrm>
            <a:custGeom>
              <a:avLst/>
              <a:gdLst>
                <a:gd name="T0" fmla="*/ 8 w 16"/>
                <a:gd name="T1" fmla="*/ 33 h 33"/>
                <a:gd name="T2" fmla="*/ 16 w 16"/>
                <a:gd name="T3" fmla="*/ 24 h 33"/>
                <a:gd name="T4" fmla="*/ 16 w 16"/>
                <a:gd name="T5" fmla="*/ 23 h 33"/>
                <a:gd name="T6" fmla="*/ 12 w 16"/>
                <a:gd name="T7" fmla="*/ 23 h 33"/>
                <a:gd name="T8" fmla="*/ 12 w 16"/>
                <a:gd name="T9" fmla="*/ 24 h 33"/>
                <a:gd name="T10" fmla="*/ 8 w 16"/>
                <a:gd name="T11" fmla="*/ 30 h 33"/>
                <a:gd name="T12" fmla="*/ 4 w 16"/>
                <a:gd name="T13" fmla="*/ 24 h 33"/>
                <a:gd name="T14" fmla="*/ 4 w 16"/>
                <a:gd name="T15" fmla="*/ 16 h 33"/>
                <a:gd name="T16" fmla="*/ 16 w 16"/>
                <a:gd name="T17" fmla="*/ 16 h 33"/>
                <a:gd name="T18" fmla="*/ 16 w 16"/>
                <a:gd name="T19" fmla="*/ 9 h 33"/>
                <a:gd name="T20" fmla="*/ 8 w 16"/>
                <a:gd name="T21" fmla="*/ 0 h 33"/>
                <a:gd name="T22" fmla="*/ 0 w 16"/>
                <a:gd name="T23" fmla="*/ 9 h 33"/>
                <a:gd name="T24" fmla="*/ 0 w 16"/>
                <a:gd name="T25" fmla="*/ 24 h 33"/>
                <a:gd name="T26" fmla="*/ 8 w 16"/>
                <a:gd name="T27" fmla="*/ 33 h 33"/>
                <a:gd name="T28" fmla="*/ 4 w 16"/>
                <a:gd name="T29" fmla="*/ 8 h 33"/>
                <a:gd name="T30" fmla="*/ 8 w 16"/>
                <a:gd name="T31" fmla="*/ 3 h 33"/>
                <a:gd name="T32" fmla="*/ 12 w 16"/>
                <a:gd name="T33" fmla="*/ 8 h 33"/>
                <a:gd name="T34" fmla="*/ 12 w 16"/>
                <a:gd name="T35" fmla="*/ 13 h 33"/>
                <a:gd name="T36" fmla="*/ 4 w 16"/>
                <a:gd name="T37" fmla="*/ 13 h 33"/>
                <a:gd name="T38" fmla="*/ 4 w 16"/>
                <a:gd name="T39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" h="33">
                  <a:moveTo>
                    <a:pt x="8" y="33"/>
                  </a:moveTo>
                  <a:cubicBezTo>
                    <a:pt x="13" y="33"/>
                    <a:pt x="16" y="30"/>
                    <a:pt x="16" y="2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6"/>
                    <a:pt x="12" y="30"/>
                    <a:pt x="8" y="30"/>
                  </a:cubicBezTo>
                  <a:cubicBezTo>
                    <a:pt x="4" y="30"/>
                    <a:pt x="4" y="26"/>
                    <a:pt x="4" y="2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3"/>
                    <a:pt x="13" y="0"/>
                    <a:pt x="8" y="0"/>
                  </a:cubicBezTo>
                  <a:cubicBezTo>
                    <a:pt x="4" y="0"/>
                    <a:pt x="0" y="3"/>
                    <a:pt x="0" y="9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1" y="33"/>
                    <a:pt x="8" y="33"/>
                  </a:cubicBezTo>
                  <a:close/>
                  <a:moveTo>
                    <a:pt x="4" y="8"/>
                  </a:moveTo>
                  <a:cubicBezTo>
                    <a:pt x="4" y="7"/>
                    <a:pt x="4" y="3"/>
                    <a:pt x="8" y="3"/>
                  </a:cubicBezTo>
                  <a:cubicBezTo>
                    <a:pt x="11" y="3"/>
                    <a:pt x="12" y="5"/>
                    <a:pt x="12" y="8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4" y="13"/>
                    <a:pt x="4" y="13"/>
                    <a:pt x="4" y="13"/>
                  </a:cubicBezTo>
                  <a:lnTo>
                    <a:pt x="4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39"/>
            <p:cNvSpPr/>
            <p:nvPr/>
          </p:nvSpPr>
          <p:spPr bwMode="auto">
            <a:xfrm>
              <a:off x="4768" y="3112"/>
              <a:ext cx="24" cy="75"/>
            </a:xfrm>
            <a:custGeom>
              <a:avLst/>
              <a:gdLst>
                <a:gd name="T0" fmla="*/ 5 w 10"/>
                <a:gd name="T1" fmla="*/ 32 h 32"/>
                <a:gd name="T2" fmla="*/ 10 w 10"/>
                <a:gd name="T3" fmla="*/ 26 h 32"/>
                <a:gd name="T4" fmla="*/ 10 w 10"/>
                <a:gd name="T5" fmla="*/ 8 h 32"/>
                <a:gd name="T6" fmla="*/ 5 w 10"/>
                <a:gd name="T7" fmla="*/ 0 h 32"/>
                <a:gd name="T8" fmla="*/ 1 w 10"/>
                <a:gd name="T9" fmla="*/ 3 h 32"/>
                <a:gd name="T10" fmla="*/ 0 w 10"/>
                <a:gd name="T11" fmla="*/ 3 h 32"/>
                <a:gd name="T12" fmla="*/ 5 w 10"/>
                <a:gd name="T13" fmla="*/ 4 h 32"/>
                <a:gd name="T14" fmla="*/ 6 w 10"/>
                <a:gd name="T15" fmla="*/ 8 h 32"/>
                <a:gd name="T16" fmla="*/ 6 w 10"/>
                <a:gd name="T17" fmla="*/ 25 h 32"/>
                <a:gd name="T18" fmla="*/ 5 w 10"/>
                <a:gd name="T19" fmla="*/ 29 h 32"/>
                <a:gd name="T20" fmla="*/ 0 w 10"/>
                <a:gd name="T21" fmla="*/ 29 h 32"/>
                <a:gd name="T22" fmla="*/ 0 w 10"/>
                <a:gd name="T23" fmla="*/ 29 h 32"/>
                <a:gd name="T24" fmla="*/ 1 w 10"/>
                <a:gd name="T25" fmla="*/ 30 h 32"/>
                <a:gd name="T26" fmla="*/ 5 w 10"/>
                <a:gd name="T2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32">
                  <a:moveTo>
                    <a:pt x="5" y="32"/>
                  </a:moveTo>
                  <a:cubicBezTo>
                    <a:pt x="6" y="32"/>
                    <a:pt x="10" y="32"/>
                    <a:pt x="10" y="26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3"/>
                    <a:pt x="8" y="0"/>
                    <a:pt x="5" y="0"/>
                  </a:cubicBezTo>
                  <a:cubicBezTo>
                    <a:pt x="3" y="0"/>
                    <a:pt x="2" y="2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3"/>
                    <a:pt x="4" y="3"/>
                    <a:pt x="5" y="4"/>
                  </a:cubicBezTo>
                  <a:cubicBezTo>
                    <a:pt x="6" y="5"/>
                    <a:pt x="6" y="6"/>
                    <a:pt x="6" y="8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4" y="30"/>
                    <a:pt x="2" y="30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2" y="32"/>
                    <a:pt x="3" y="32"/>
                    <a:pt x="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Rectangle 40"/>
            <p:cNvSpPr>
              <a:spLocks noChangeArrowheads="1"/>
            </p:cNvSpPr>
            <p:nvPr/>
          </p:nvSpPr>
          <p:spPr bwMode="auto">
            <a:xfrm>
              <a:off x="4756" y="3086"/>
              <a:ext cx="7" cy="1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Freeform 41"/>
            <p:cNvSpPr/>
            <p:nvPr/>
          </p:nvSpPr>
          <p:spPr bwMode="auto">
            <a:xfrm>
              <a:off x="4648" y="3086"/>
              <a:ext cx="45" cy="101"/>
            </a:xfrm>
            <a:custGeom>
              <a:avLst/>
              <a:gdLst>
                <a:gd name="T0" fmla="*/ 16 w 45"/>
                <a:gd name="T1" fmla="*/ 101 h 101"/>
                <a:gd name="T2" fmla="*/ 28 w 45"/>
                <a:gd name="T3" fmla="*/ 101 h 101"/>
                <a:gd name="T4" fmla="*/ 28 w 45"/>
                <a:gd name="T5" fmla="*/ 9 h 101"/>
                <a:gd name="T6" fmla="*/ 45 w 45"/>
                <a:gd name="T7" fmla="*/ 9 h 101"/>
                <a:gd name="T8" fmla="*/ 45 w 45"/>
                <a:gd name="T9" fmla="*/ 0 h 101"/>
                <a:gd name="T10" fmla="*/ 0 w 45"/>
                <a:gd name="T11" fmla="*/ 0 h 101"/>
                <a:gd name="T12" fmla="*/ 0 w 45"/>
                <a:gd name="T13" fmla="*/ 9 h 101"/>
                <a:gd name="T14" fmla="*/ 16 w 45"/>
                <a:gd name="T15" fmla="*/ 9 h 101"/>
                <a:gd name="T16" fmla="*/ 16 w 45"/>
                <a:gd name="T1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01">
                  <a:moveTo>
                    <a:pt x="16" y="101"/>
                  </a:moveTo>
                  <a:lnTo>
                    <a:pt x="28" y="101"/>
                  </a:lnTo>
                  <a:lnTo>
                    <a:pt x="28" y="9"/>
                  </a:lnTo>
                  <a:lnTo>
                    <a:pt x="45" y="9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16" y="9"/>
                  </a:lnTo>
                  <a:lnTo>
                    <a:pt x="16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Freeform 42"/>
            <p:cNvSpPr/>
            <p:nvPr/>
          </p:nvSpPr>
          <p:spPr bwMode="auto">
            <a:xfrm>
              <a:off x="4700" y="3114"/>
              <a:ext cx="23" cy="73"/>
            </a:xfrm>
            <a:custGeom>
              <a:avLst/>
              <a:gdLst>
                <a:gd name="T0" fmla="*/ 3 w 10"/>
                <a:gd name="T1" fmla="*/ 31 h 31"/>
                <a:gd name="T2" fmla="*/ 6 w 10"/>
                <a:gd name="T3" fmla="*/ 30 h 31"/>
                <a:gd name="T4" fmla="*/ 9 w 10"/>
                <a:gd name="T5" fmla="*/ 28 h 31"/>
                <a:gd name="T6" fmla="*/ 10 w 10"/>
                <a:gd name="T7" fmla="*/ 26 h 31"/>
                <a:gd name="T8" fmla="*/ 6 w 10"/>
                <a:gd name="T9" fmla="*/ 28 h 31"/>
                <a:gd name="T10" fmla="*/ 3 w 10"/>
                <a:gd name="T11" fmla="*/ 24 h 31"/>
                <a:gd name="T12" fmla="*/ 3 w 10"/>
                <a:gd name="T13" fmla="*/ 0 h 31"/>
                <a:gd name="T14" fmla="*/ 0 w 10"/>
                <a:gd name="T15" fmla="*/ 0 h 31"/>
                <a:gd name="T16" fmla="*/ 0 w 10"/>
                <a:gd name="T17" fmla="*/ 27 h 31"/>
                <a:gd name="T18" fmla="*/ 3 w 10"/>
                <a:gd name="T1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31">
                  <a:moveTo>
                    <a:pt x="3" y="31"/>
                  </a:moveTo>
                  <a:cubicBezTo>
                    <a:pt x="3" y="31"/>
                    <a:pt x="5" y="31"/>
                    <a:pt x="6" y="30"/>
                  </a:cubicBezTo>
                  <a:cubicBezTo>
                    <a:pt x="7" y="30"/>
                    <a:pt x="8" y="29"/>
                    <a:pt x="9" y="28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8" y="28"/>
                    <a:pt x="6" y="28"/>
                  </a:cubicBezTo>
                  <a:cubicBezTo>
                    <a:pt x="5" y="28"/>
                    <a:pt x="3" y="28"/>
                    <a:pt x="3" y="2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0"/>
                    <a:pt x="1" y="31"/>
                    <a:pt x="3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4726" y="3114"/>
              <a:ext cx="9" cy="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Freeform 44"/>
            <p:cNvSpPr>
              <a:spLocks noEditPoints="1"/>
            </p:cNvSpPr>
            <p:nvPr/>
          </p:nvSpPr>
          <p:spPr bwMode="auto">
            <a:xfrm>
              <a:off x="3990" y="3029"/>
              <a:ext cx="303" cy="80"/>
            </a:xfrm>
            <a:custGeom>
              <a:avLst/>
              <a:gdLst>
                <a:gd name="T0" fmla="*/ 126 w 128"/>
                <a:gd name="T1" fmla="*/ 0 h 34"/>
                <a:gd name="T2" fmla="*/ 111 w 128"/>
                <a:gd name="T3" fmla="*/ 0 h 34"/>
                <a:gd name="T4" fmla="*/ 109 w 128"/>
                <a:gd name="T5" fmla="*/ 2 h 34"/>
                <a:gd name="T6" fmla="*/ 109 w 128"/>
                <a:gd name="T7" fmla="*/ 15 h 34"/>
                <a:gd name="T8" fmla="*/ 19 w 128"/>
                <a:gd name="T9" fmla="*/ 15 h 34"/>
                <a:gd name="T10" fmla="*/ 19 w 128"/>
                <a:gd name="T11" fmla="*/ 2 h 34"/>
                <a:gd name="T12" fmla="*/ 17 w 128"/>
                <a:gd name="T13" fmla="*/ 0 h 34"/>
                <a:gd name="T14" fmla="*/ 2 w 128"/>
                <a:gd name="T15" fmla="*/ 0 h 34"/>
                <a:gd name="T16" fmla="*/ 0 w 128"/>
                <a:gd name="T17" fmla="*/ 2 h 34"/>
                <a:gd name="T18" fmla="*/ 0 w 128"/>
                <a:gd name="T19" fmla="*/ 32 h 34"/>
                <a:gd name="T20" fmla="*/ 2 w 128"/>
                <a:gd name="T21" fmla="*/ 34 h 34"/>
                <a:gd name="T22" fmla="*/ 126 w 128"/>
                <a:gd name="T23" fmla="*/ 34 h 34"/>
                <a:gd name="T24" fmla="*/ 128 w 128"/>
                <a:gd name="T25" fmla="*/ 32 h 34"/>
                <a:gd name="T26" fmla="*/ 128 w 128"/>
                <a:gd name="T27" fmla="*/ 2 h 34"/>
                <a:gd name="T28" fmla="*/ 126 w 128"/>
                <a:gd name="T29" fmla="*/ 0 h 34"/>
                <a:gd name="T30" fmla="*/ 123 w 128"/>
                <a:gd name="T31" fmla="*/ 30 h 34"/>
                <a:gd name="T32" fmla="*/ 5 w 128"/>
                <a:gd name="T33" fmla="*/ 30 h 34"/>
                <a:gd name="T34" fmla="*/ 5 w 128"/>
                <a:gd name="T35" fmla="*/ 4 h 34"/>
                <a:gd name="T36" fmla="*/ 15 w 128"/>
                <a:gd name="T37" fmla="*/ 4 h 34"/>
                <a:gd name="T38" fmla="*/ 15 w 128"/>
                <a:gd name="T39" fmla="*/ 19 h 34"/>
                <a:gd name="T40" fmla="*/ 113 w 128"/>
                <a:gd name="T41" fmla="*/ 19 h 34"/>
                <a:gd name="T42" fmla="*/ 113 w 128"/>
                <a:gd name="T43" fmla="*/ 4 h 34"/>
                <a:gd name="T44" fmla="*/ 123 w 128"/>
                <a:gd name="T45" fmla="*/ 4 h 34"/>
                <a:gd name="T46" fmla="*/ 123 w 128"/>
                <a:gd name="T47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8" h="34">
                  <a:moveTo>
                    <a:pt x="126" y="0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9" y="1"/>
                    <a:pt x="109" y="2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7" y="34"/>
                    <a:pt x="128" y="33"/>
                    <a:pt x="128" y="32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  <a:moveTo>
                    <a:pt x="123" y="3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Freeform 45"/>
            <p:cNvSpPr>
              <a:spLocks noEditPoints="1"/>
            </p:cNvSpPr>
            <p:nvPr/>
          </p:nvSpPr>
          <p:spPr bwMode="auto">
            <a:xfrm>
              <a:off x="3385" y="2918"/>
              <a:ext cx="302" cy="303"/>
            </a:xfrm>
            <a:custGeom>
              <a:avLst/>
              <a:gdLst>
                <a:gd name="T0" fmla="*/ 0 w 128"/>
                <a:gd name="T1" fmla="*/ 64 h 128"/>
                <a:gd name="T2" fmla="*/ 128 w 128"/>
                <a:gd name="T3" fmla="*/ 64 h 128"/>
                <a:gd name="T4" fmla="*/ 39 w 128"/>
                <a:gd name="T5" fmla="*/ 10 h 128"/>
                <a:gd name="T6" fmla="*/ 87 w 128"/>
                <a:gd name="T7" fmla="*/ 9 h 128"/>
                <a:gd name="T8" fmla="*/ 107 w 128"/>
                <a:gd name="T9" fmla="*/ 22 h 128"/>
                <a:gd name="T10" fmla="*/ 91 w 128"/>
                <a:gd name="T11" fmla="*/ 35 h 128"/>
                <a:gd name="T12" fmla="*/ 70 w 128"/>
                <a:gd name="T13" fmla="*/ 46 h 128"/>
                <a:gd name="T14" fmla="*/ 39 w 128"/>
                <a:gd name="T15" fmla="*/ 12 h 128"/>
                <a:gd name="T16" fmla="*/ 39 w 128"/>
                <a:gd name="T17" fmla="*/ 10 h 128"/>
                <a:gd name="T18" fmla="*/ 9 w 128"/>
                <a:gd name="T19" fmla="*/ 41 h 128"/>
                <a:gd name="T20" fmla="*/ 32 w 128"/>
                <a:gd name="T21" fmla="*/ 14 h 128"/>
                <a:gd name="T22" fmla="*/ 34 w 128"/>
                <a:gd name="T23" fmla="*/ 14 h 128"/>
                <a:gd name="T24" fmla="*/ 65 w 128"/>
                <a:gd name="T25" fmla="*/ 46 h 128"/>
                <a:gd name="T26" fmla="*/ 64 w 128"/>
                <a:gd name="T27" fmla="*/ 48 h 128"/>
                <a:gd name="T28" fmla="*/ 21 w 128"/>
                <a:gd name="T29" fmla="*/ 56 h 128"/>
                <a:gd name="T30" fmla="*/ 5 w 128"/>
                <a:gd name="T31" fmla="*/ 55 h 128"/>
                <a:gd name="T32" fmla="*/ 20 w 128"/>
                <a:gd name="T33" fmla="*/ 104 h 128"/>
                <a:gd name="T34" fmla="*/ 9 w 128"/>
                <a:gd name="T35" fmla="*/ 87 h 128"/>
                <a:gd name="T36" fmla="*/ 5 w 128"/>
                <a:gd name="T37" fmla="*/ 61 h 128"/>
                <a:gd name="T38" fmla="*/ 6 w 128"/>
                <a:gd name="T39" fmla="*/ 60 h 128"/>
                <a:gd name="T40" fmla="*/ 67 w 128"/>
                <a:gd name="T41" fmla="*/ 52 h 128"/>
                <a:gd name="T42" fmla="*/ 69 w 128"/>
                <a:gd name="T43" fmla="*/ 53 h 128"/>
                <a:gd name="T44" fmla="*/ 78 w 128"/>
                <a:gd name="T45" fmla="*/ 71 h 128"/>
                <a:gd name="T46" fmla="*/ 21 w 128"/>
                <a:gd name="T47" fmla="*/ 103 h 128"/>
                <a:gd name="T48" fmla="*/ 86 w 128"/>
                <a:gd name="T49" fmla="*/ 118 h 128"/>
                <a:gd name="T50" fmla="*/ 85 w 128"/>
                <a:gd name="T51" fmla="*/ 120 h 128"/>
                <a:gd name="T52" fmla="*/ 41 w 128"/>
                <a:gd name="T53" fmla="*/ 119 h 128"/>
                <a:gd name="T54" fmla="*/ 23 w 128"/>
                <a:gd name="T55" fmla="*/ 107 h 128"/>
                <a:gd name="T56" fmla="*/ 40 w 128"/>
                <a:gd name="T57" fmla="*/ 92 h 128"/>
                <a:gd name="T58" fmla="*/ 78 w 128"/>
                <a:gd name="T59" fmla="*/ 75 h 128"/>
                <a:gd name="T60" fmla="*/ 80 w 128"/>
                <a:gd name="T61" fmla="*/ 76 h 128"/>
                <a:gd name="T62" fmla="*/ 86 w 128"/>
                <a:gd name="T63" fmla="*/ 116 h 128"/>
                <a:gd name="T64" fmla="*/ 123 w 128"/>
                <a:gd name="T65" fmla="*/ 73 h 128"/>
                <a:gd name="T66" fmla="*/ 106 w 128"/>
                <a:gd name="T67" fmla="*/ 106 h 128"/>
                <a:gd name="T68" fmla="*/ 91 w 128"/>
                <a:gd name="T69" fmla="*/ 117 h 128"/>
                <a:gd name="T70" fmla="*/ 84 w 128"/>
                <a:gd name="T71" fmla="*/ 75 h 128"/>
                <a:gd name="T72" fmla="*/ 85 w 128"/>
                <a:gd name="T73" fmla="*/ 74 h 128"/>
                <a:gd name="T74" fmla="*/ 123 w 128"/>
                <a:gd name="T75" fmla="*/ 72 h 128"/>
                <a:gd name="T76" fmla="*/ 123 w 128"/>
                <a:gd name="T77" fmla="*/ 67 h 128"/>
                <a:gd name="T78" fmla="*/ 83 w 128"/>
                <a:gd name="T79" fmla="*/ 69 h 128"/>
                <a:gd name="T80" fmla="*/ 82 w 128"/>
                <a:gd name="T81" fmla="*/ 68 h 128"/>
                <a:gd name="T82" fmla="*/ 73 w 128"/>
                <a:gd name="T83" fmla="*/ 50 h 128"/>
                <a:gd name="T84" fmla="*/ 108 w 128"/>
                <a:gd name="T85" fmla="*/ 27 h 128"/>
                <a:gd name="T86" fmla="*/ 111 w 128"/>
                <a:gd name="T87" fmla="*/ 27 h 128"/>
                <a:gd name="T88" fmla="*/ 123 w 128"/>
                <a:gd name="T89" fmla="*/ 64 h 128"/>
                <a:gd name="T90" fmla="*/ 123 w 128"/>
                <a:gd name="T91" fmla="*/ 6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39" y="10"/>
                  </a:moveTo>
                  <a:cubicBezTo>
                    <a:pt x="40" y="10"/>
                    <a:pt x="40" y="9"/>
                    <a:pt x="41" y="9"/>
                  </a:cubicBezTo>
                  <a:cubicBezTo>
                    <a:pt x="55" y="3"/>
                    <a:pt x="72" y="3"/>
                    <a:pt x="87" y="9"/>
                  </a:cubicBezTo>
                  <a:cubicBezTo>
                    <a:pt x="94" y="12"/>
                    <a:pt x="100" y="16"/>
                    <a:pt x="105" y="21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1" y="28"/>
                    <a:pt x="96" y="31"/>
                    <a:pt x="91" y="35"/>
                  </a:cubicBezTo>
                  <a:cubicBezTo>
                    <a:pt x="85" y="39"/>
                    <a:pt x="78" y="43"/>
                    <a:pt x="72" y="46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62" y="32"/>
                    <a:pt x="51" y="21"/>
                    <a:pt x="39" y="12"/>
                  </a:cubicBezTo>
                  <a:cubicBezTo>
                    <a:pt x="37" y="11"/>
                    <a:pt x="37" y="11"/>
                    <a:pt x="37" y="11"/>
                  </a:cubicBezTo>
                  <a:lnTo>
                    <a:pt x="39" y="10"/>
                  </a:lnTo>
                  <a:close/>
                  <a:moveTo>
                    <a:pt x="5" y="54"/>
                  </a:moveTo>
                  <a:cubicBezTo>
                    <a:pt x="6" y="49"/>
                    <a:pt x="7" y="45"/>
                    <a:pt x="9" y="41"/>
                  </a:cubicBezTo>
                  <a:cubicBezTo>
                    <a:pt x="12" y="34"/>
                    <a:pt x="17" y="27"/>
                    <a:pt x="22" y="22"/>
                  </a:cubicBezTo>
                  <a:cubicBezTo>
                    <a:pt x="25" y="19"/>
                    <a:pt x="28" y="16"/>
                    <a:pt x="32" y="14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9" y="18"/>
                    <a:pt x="45" y="23"/>
                    <a:pt x="50" y="27"/>
                  </a:cubicBezTo>
                  <a:cubicBezTo>
                    <a:pt x="55" y="33"/>
                    <a:pt x="60" y="39"/>
                    <a:pt x="65" y="46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58" y="51"/>
                    <a:pt x="52" y="52"/>
                    <a:pt x="46" y="54"/>
                  </a:cubicBezTo>
                  <a:cubicBezTo>
                    <a:pt x="38" y="55"/>
                    <a:pt x="29" y="56"/>
                    <a:pt x="21" y="56"/>
                  </a:cubicBezTo>
                  <a:cubicBezTo>
                    <a:pt x="16" y="56"/>
                    <a:pt x="11" y="56"/>
                    <a:pt x="7" y="55"/>
                  </a:cubicBezTo>
                  <a:cubicBezTo>
                    <a:pt x="5" y="55"/>
                    <a:pt x="5" y="55"/>
                    <a:pt x="5" y="55"/>
                  </a:cubicBezTo>
                  <a:lnTo>
                    <a:pt x="5" y="54"/>
                  </a:lnTo>
                  <a:close/>
                  <a:moveTo>
                    <a:pt x="20" y="104"/>
                  </a:moveTo>
                  <a:cubicBezTo>
                    <a:pt x="19" y="102"/>
                    <a:pt x="19" y="102"/>
                    <a:pt x="19" y="102"/>
                  </a:cubicBezTo>
                  <a:cubicBezTo>
                    <a:pt x="15" y="98"/>
                    <a:pt x="12" y="93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63"/>
                    <a:pt x="5" y="62"/>
                    <a:pt x="5" y="61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11" y="61"/>
                    <a:pt x="16" y="61"/>
                    <a:pt x="21" y="61"/>
                  </a:cubicBezTo>
                  <a:cubicBezTo>
                    <a:pt x="37" y="61"/>
                    <a:pt x="53" y="58"/>
                    <a:pt x="67" y="52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72" y="57"/>
                    <a:pt x="74" y="62"/>
                    <a:pt x="76" y="67"/>
                  </a:cubicBezTo>
                  <a:cubicBezTo>
                    <a:pt x="78" y="71"/>
                    <a:pt x="78" y="71"/>
                    <a:pt x="78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56" y="77"/>
                    <a:pt x="36" y="88"/>
                    <a:pt x="21" y="103"/>
                  </a:cubicBezTo>
                  <a:lnTo>
                    <a:pt x="20" y="104"/>
                  </a:lnTo>
                  <a:close/>
                  <a:moveTo>
                    <a:pt x="86" y="118"/>
                  </a:moveTo>
                  <a:cubicBezTo>
                    <a:pt x="86" y="119"/>
                    <a:pt x="86" y="119"/>
                    <a:pt x="86" y="119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78" y="122"/>
                    <a:pt x="71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5" y="116"/>
                    <a:pt x="29" y="112"/>
                    <a:pt x="24" y="108"/>
                  </a:cubicBezTo>
                  <a:cubicBezTo>
                    <a:pt x="23" y="107"/>
                    <a:pt x="23" y="107"/>
                    <a:pt x="23" y="107"/>
                  </a:cubicBezTo>
                  <a:cubicBezTo>
                    <a:pt x="24" y="106"/>
                    <a:pt x="24" y="106"/>
                    <a:pt x="24" y="106"/>
                  </a:cubicBezTo>
                  <a:cubicBezTo>
                    <a:pt x="29" y="101"/>
                    <a:pt x="35" y="96"/>
                    <a:pt x="40" y="92"/>
                  </a:cubicBezTo>
                  <a:cubicBezTo>
                    <a:pt x="47" y="88"/>
                    <a:pt x="54" y="84"/>
                    <a:pt x="62" y="81"/>
                  </a:cubicBezTo>
                  <a:cubicBezTo>
                    <a:pt x="67" y="79"/>
                    <a:pt x="72" y="77"/>
                    <a:pt x="78" y="75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0" y="76"/>
                    <a:pt x="80" y="76"/>
                    <a:pt x="80" y="76"/>
                  </a:cubicBezTo>
                  <a:cubicBezTo>
                    <a:pt x="81" y="81"/>
                    <a:pt x="83" y="86"/>
                    <a:pt x="84" y="91"/>
                  </a:cubicBezTo>
                  <a:cubicBezTo>
                    <a:pt x="85" y="99"/>
                    <a:pt x="86" y="107"/>
                    <a:pt x="86" y="116"/>
                  </a:cubicBezTo>
                  <a:cubicBezTo>
                    <a:pt x="86" y="117"/>
                    <a:pt x="86" y="117"/>
                    <a:pt x="86" y="118"/>
                  </a:cubicBezTo>
                  <a:close/>
                  <a:moveTo>
                    <a:pt x="123" y="73"/>
                  </a:moveTo>
                  <a:cubicBezTo>
                    <a:pt x="122" y="78"/>
                    <a:pt x="121" y="83"/>
                    <a:pt x="119" y="87"/>
                  </a:cubicBezTo>
                  <a:cubicBezTo>
                    <a:pt x="116" y="94"/>
                    <a:pt x="111" y="101"/>
                    <a:pt x="106" y="106"/>
                  </a:cubicBezTo>
                  <a:cubicBezTo>
                    <a:pt x="102" y="110"/>
                    <a:pt x="98" y="113"/>
                    <a:pt x="93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01"/>
                    <a:pt x="88" y="88"/>
                    <a:pt x="84" y="75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5" y="74"/>
                    <a:pt x="85" y="74"/>
                    <a:pt x="85" y="74"/>
                  </a:cubicBezTo>
                  <a:cubicBezTo>
                    <a:pt x="97" y="71"/>
                    <a:pt x="110" y="70"/>
                    <a:pt x="121" y="72"/>
                  </a:cubicBezTo>
                  <a:cubicBezTo>
                    <a:pt x="123" y="72"/>
                    <a:pt x="123" y="72"/>
                    <a:pt x="123" y="72"/>
                  </a:cubicBezTo>
                  <a:lnTo>
                    <a:pt x="123" y="73"/>
                  </a:lnTo>
                  <a:close/>
                  <a:moveTo>
                    <a:pt x="123" y="67"/>
                  </a:moveTo>
                  <a:cubicBezTo>
                    <a:pt x="122" y="67"/>
                    <a:pt x="122" y="67"/>
                    <a:pt x="122" y="67"/>
                  </a:cubicBezTo>
                  <a:cubicBezTo>
                    <a:pt x="109" y="66"/>
                    <a:pt x="96" y="67"/>
                    <a:pt x="83" y="69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80" y="63"/>
                    <a:pt x="77" y="57"/>
                    <a:pt x="74" y="51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87" y="44"/>
                    <a:pt x="98" y="36"/>
                    <a:pt x="108" y="27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4" y="31"/>
                    <a:pt x="117" y="36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65"/>
                    <a:pt x="123" y="65"/>
                    <a:pt x="123" y="66"/>
                  </a:cubicBezTo>
                  <a:lnTo>
                    <a:pt x="123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Freeform 46"/>
            <p:cNvSpPr>
              <a:spLocks noEditPoints="1"/>
            </p:cNvSpPr>
            <p:nvPr/>
          </p:nvSpPr>
          <p:spPr bwMode="auto">
            <a:xfrm>
              <a:off x="2779" y="2918"/>
              <a:ext cx="303" cy="303"/>
            </a:xfrm>
            <a:custGeom>
              <a:avLst/>
              <a:gdLst>
                <a:gd name="T0" fmla="*/ 122 w 128"/>
                <a:gd name="T1" fmla="*/ 0 h 128"/>
                <a:gd name="T2" fmla="*/ 6 w 128"/>
                <a:gd name="T3" fmla="*/ 0 h 128"/>
                <a:gd name="T4" fmla="*/ 0 w 128"/>
                <a:gd name="T5" fmla="*/ 6 h 128"/>
                <a:gd name="T6" fmla="*/ 0 w 128"/>
                <a:gd name="T7" fmla="*/ 122 h 128"/>
                <a:gd name="T8" fmla="*/ 6 w 128"/>
                <a:gd name="T9" fmla="*/ 128 h 128"/>
                <a:gd name="T10" fmla="*/ 122 w 128"/>
                <a:gd name="T11" fmla="*/ 128 h 128"/>
                <a:gd name="T12" fmla="*/ 128 w 128"/>
                <a:gd name="T13" fmla="*/ 122 h 128"/>
                <a:gd name="T14" fmla="*/ 128 w 128"/>
                <a:gd name="T15" fmla="*/ 6 h 128"/>
                <a:gd name="T16" fmla="*/ 122 w 128"/>
                <a:gd name="T17" fmla="*/ 0 h 128"/>
                <a:gd name="T18" fmla="*/ 123 w 128"/>
                <a:gd name="T19" fmla="*/ 123 h 128"/>
                <a:gd name="T20" fmla="*/ 5 w 128"/>
                <a:gd name="T21" fmla="*/ 123 h 128"/>
                <a:gd name="T22" fmla="*/ 5 w 128"/>
                <a:gd name="T23" fmla="*/ 49 h 128"/>
                <a:gd name="T24" fmla="*/ 34 w 128"/>
                <a:gd name="T25" fmla="*/ 49 h 128"/>
                <a:gd name="T26" fmla="*/ 33 w 128"/>
                <a:gd name="T27" fmla="*/ 52 h 128"/>
                <a:gd name="T28" fmla="*/ 28 w 128"/>
                <a:gd name="T29" fmla="*/ 69 h 128"/>
                <a:gd name="T30" fmla="*/ 64 w 128"/>
                <a:gd name="T31" fmla="*/ 104 h 128"/>
                <a:gd name="T32" fmla="*/ 100 w 128"/>
                <a:gd name="T33" fmla="*/ 69 h 128"/>
                <a:gd name="T34" fmla="*/ 95 w 128"/>
                <a:gd name="T35" fmla="*/ 52 h 128"/>
                <a:gd name="T36" fmla="*/ 94 w 128"/>
                <a:gd name="T37" fmla="*/ 49 h 128"/>
                <a:gd name="T38" fmla="*/ 123 w 128"/>
                <a:gd name="T39" fmla="*/ 49 h 128"/>
                <a:gd name="T40" fmla="*/ 123 w 128"/>
                <a:gd name="T41" fmla="*/ 123 h 128"/>
                <a:gd name="T42" fmla="*/ 42 w 128"/>
                <a:gd name="T43" fmla="*/ 47 h 128"/>
                <a:gd name="T44" fmla="*/ 64 w 128"/>
                <a:gd name="T45" fmla="*/ 38 h 128"/>
                <a:gd name="T46" fmla="*/ 86 w 128"/>
                <a:gd name="T47" fmla="*/ 47 h 128"/>
                <a:gd name="T48" fmla="*/ 95 w 128"/>
                <a:gd name="T49" fmla="*/ 69 h 128"/>
                <a:gd name="T50" fmla="*/ 86 w 128"/>
                <a:gd name="T51" fmla="*/ 91 h 128"/>
                <a:gd name="T52" fmla="*/ 64 w 128"/>
                <a:gd name="T53" fmla="*/ 100 h 128"/>
                <a:gd name="T54" fmla="*/ 42 w 128"/>
                <a:gd name="T55" fmla="*/ 91 h 128"/>
                <a:gd name="T56" fmla="*/ 33 w 128"/>
                <a:gd name="T57" fmla="*/ 69 h 128"/>
                <a:gd name="T58" fmla="*/ 42 w 128"/>
                <a:gd name="T59" fmla="*/ 47 h 128"/>
                <a:gd name="T60" fmla="*/ 123 w 128"/>
                <a:gd name="T61" fmla="*/ 45 h 128"/>
                <a:gd name="T62" fmla="*/ 90 w 128"/>
                <a:gd name="T63" fmla="*/ 45 h 128"/>
                <a:gd name="T64" fmla="*/ 90 w 128"/>
                <a:gd name="T65" fmla="*/ 44 h 128"/>
                <a:gd name="T66" fmla="*/ 64 w 128"/>
                <a:gd name="T67" fmla="*/ 33 h 128"/>
                <a:gd name="T68" fmla="*/ 38 w 128"/>
                <a:gd name="T69" fmla="*/ 44 h 128"/>
                <a:gd name="T70" fmla="*/ 37 w 128"/>
                <a:gd name="T71" fmla="*/ 45 h 128"/>
                <a:gd name="T72" fmla="*/ 5 w 128"/>
                <a:gd name="T73" fmla="*/ 45 h 128"/>
                <a:gd name="T74" fmla="*/ 5 w 128"/>
                <a:gd name="T75" fmla="*/ 5 h 128"/>
                <a:gd name="T76" fmla="*/ 15 w 128"/>
                <a:gd name="T77" fmla="*/ 5 h 128"/>
                <a:gd name="T78" fmla="*/ 15 w 128"/>
                <a:gd name="T79" fmla="*/ 28 h 128"/>
                <a:gd name="T80" fmla="*/ 17 w 128"/>
                <a:gd name="T81" fmla="*/ 30 h 128"/>
                <a:gd name="T82" fmla="*/ 19 w 128"/>
                <a:gd name="T83" fmla="*/ 28 h 128"/>
                <a:gd name="T84" fmla="*/ 19 w 128"/>
                <a:gd name="T85" fmla="*/ 5 h 128"/>
                <a:gd name="T86" fmla="*/ 30 w 128"/>
                <a:gd name="T87" fmla="*/ 5 h 128"/>
                <a:gd name="T88" fmla="*/ 30 w 128"/>
                <a:gd name="T89" fmla="*/ 28 h 128"/>
                <a:gd name="T90" fmla="*/ 32 w 128"/>
                <a:gd name="T91" fmla="*/ 30 h 128"/>
                <a:gd name="T92" fmla="*/ 34 w 128"/>
                <a:gd name="T93" fmla="*/ 28 h 128"/>
                <a:gd name="T94" fmla="*/ 34 w 128"/>
                <a:gd name="T95" fmla="*/ 5 h 128"/>
                <a:gd name="T96" fmla="*/ 123 w 128"/>
                <a:gd name="T97" fmla="*/ 5 h 128"/>
                <a:gd name="T98" fmla="*/ 123 w 128"/>
                <a:gd name="T99" fmla="*/ 4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8" h="128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0" y="57"/>
                    <a:pt x="28" y="63"/>
                    <a:pt x="28" y="69"/>
                  </a:cubicBezTo>
                  <a:cubicBezTo>
                    <a:pt x="28" y="88"/>
                    <a:pt x="44" y="104"/>
                    <a:pt x="64" y="104"/>
                  </a:cubicBezTo>
                  <a:cubicBezTo>
                    <a:pt x="84" y="104"/>
                    <a:pt x="100" y="88"/>
                    <a:pt x="100" y="69"/>
                  </a:cubicBezTo>
                  <a:cubicBezTo>
                    <a:pt x="100" y="63"/>
                    <a:pt x="98" y="57"/>
                    <a:pt x="95" y="52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123" y="49"/>
                    <a:pt x="123" y="49"/>
                    <a:pt x="123" y="49"/>
                  </a:cubicBezTo>
                  <a:lnTo>
                    <a:pt x="123" y="123"/>
                  </a:lnTo>
                  <a:close/>
                  <a:moveTo>
                    <a:pt x="42" y="47"/>
                  </a:moveTo>
                  <a:cubicBezTo>
                    <a:pt x="48" y="41"/>
                    <a:pt x="56" y="38"/>
                    <a:pt x="64" y="38"/>
                  </a:cubicBezTo>
                  <a:cubicBezTo>
                    <a:pt x="72" y="38"/>
                    <a:pt x="80" y="41"/>
                    <a:pt x="86" y="47"/>
                  </a:cubicBezTo>
                  <a:cubicBezTo>
                    <a:pt x="92" y="53"/>
                    <a:pt x="95" y="60"/>
                    <a:pt x="95" y="69"/>
                  </a:cubicBezTo>
                  <a:cubicBezTo>
                    <a:pt x="95" y="77"/>
                    <a:pt x="92" y="85"/>
                    <a:pt x="86" y="91"/>
                  </a:cubicBezTo>
                  <a:cubicBezTo>
                    <a:pt x="80" y="97"/>
                    <a:pt x="72" y="100"/>
                    <a:pt x="64" y="100"/>
                  </a:cubicBezTo>
                  <a:cubicBezTo>
                    <a:pt x="56" y="100"/>
                    <a:pt x="48" y="97"/>
                    <a:pt x="42" y="91"/>
                  </a:cubicBezTo>
                  <a:cubicBezTo>
                    <a:pt x="36" y="85"/>
                    <a:pt x="33" y="77"/>
                    <a:pt x="33" y="69"/>
                  </a:cubicBezTo>
                  <a:cubicBezTo>
                    <a:pt x="33" y="60"/>
                    <a:pt x="36" y="53"/>
                    <a:pt x="42" y="47"/>
                  </a:cubicBezTo>
                  <a:close/>
                  <a:moveTo>
                    <a:pt x="123" y="45"/>
                  </a:moveTo>
                  <a:cubicBezTo>
                    <a:pt x="90" y="45"/>
                    <a:pt x="90" y="45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3" y="37"/>
                    <a:pt x="74" y="33"/>
                    <a:pt x="64" y="33"/>
                  </a:cubicBezTo>
                  <a:cubicBezTo>
                    <a:pt x="54" y="33"/>
                    <a:pt x="45" y="37"/>
                    <a:pt x="38" y="44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9"/>
                    <a:pt x="16" y="30"/>
                    <a:pt x="17" y="30"/>
                  </a:cubicBezTo>
                  <a:cubicBezTo>
                    <a:pt x="18" y="30"/>
                    <a:pt x="19" y="29"/>
                    <a:pt x="19" y="28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9"/>
                    <a:pt x="31" y="30"/>
                    <a:pt x="32" y="30"/>
                  </a:cubicBezTo>
                  <a:cubicBezTo>
                    <a:pt x="33" y="30"/>
                    <a:pt x="34" y="29"/>
                    <a:pt x="34" y="28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Freeform 47"/>
            <p:cNvSpPr>
              <a:spLocks noEditPoints="1"/>
            </p:cNvSpPr>
            <p:nvPr/>
          </p:nvSpPr>
          <p:spPr bwMode="auto">
            <a:xfrm>
              <a:off x="2881" y="3031"/>
              <a:ext cx="99" cy="97"/>
            </a:xfrm>
            <a:custGeom>
              <a:avLst/>
              <a:gdLst>
                <a:gd name="T0" fmla="*/ 21 w 42"/>
                <a:gd name="T1" fmla="*/ 41 h 41"/>
                <a:gd name="T2" fmla="*/ 42 w 42"/>
                <a:gd name="T3" fmla="*/ 21 h 41"/>
                <a:gd name="T4" fmla="*/ 21 w 42"/>
                <a:gd name="T5" fmla="*/ 0 h 41"/>
                <a:gd name="T6" fmla="*/ 0 w 42"/>
                <a:gd name="T7" fmla="*/ 21 h 41"/>
                <a:gd name="T8" fmla="*/ 21 w 42"/>
                <a:gd name="T9" fmla="*/ 41 h 41"/>
                <a:gd name="T10" fmla="*/ 21 w 42"/>
                <a:gd name="T11" fmla="*/ 4 h 41"/>
                <a:gd name="T12" fmla="*/ 37 w 42"/>
                <a:gd name="T13" fmla="*/ 21 h 41"/>
                <a:gd name="T14" fmla="*/ 21 w 42"/>
                <a:gd name="T15" fmla="*/ 37 h 41"/>
                <a:gd name="T16" fmla="*/ 5 w 42"/>
                <a:gd name="T17" fmla="*/ 21 h 41"/>
                <a:gd name="T18" fmla="*/ 21 w 42"/>
                <a:gd name="T1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1">
                  <a:moveTo>
                    <a:pt x="21" y="41"/>
                  </a:moveTo>
                  <a:cubicBezTo>
                    <a:pt x="32" y="41"/>
                    <a:pt x="42" y="32"/>
                    <a:pt x="42" y="21"/>
                  </a:cubicBezTo>
                  <a:cubicBezTo>
                    <a:pt x="42" y="9"/>
                    <a:pt x="32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close/>
                  <a:moveTo>
                    <a:pt x="21" y="4"/>
                  </a:moveTo>
                  <a:cubicBezTo>
                    <a:pt x="30" y="4"/>
                    <a:pt x="37" y="12"/>
                    <a:pt x="37" y="21"/>
                  </a:cubicBezTo>
                  <a:cubicBezTo>
                    <a:pt x="37" y="30"/>
                    <a:pt x="30" y="37"/>
                    <a:pt x="21" y="37"/>
                  </a:cubicBezTo>
                  <a:cubicBezTo>
                    <a:pt x="12" y="37"/>
                    <a:pt x="5" y="30"/>
                    <a:pt x="5" y="21"/>
                  </a:cubicBezTo>
                  <a:cubicBezTo>
                    <a:pt x="5" y="12"/>
                    <a:pt x="12" y="4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Freeform 48"/>
            <p:cNvSpPr>
              <a:spLocks noEditPoints="1"/>
            </p:cNvSpPr>
            <p:nvPr/>
          </p:nvSpPr>
          <p:spPr bwMode="auto">
            <a:xfrm>
              <a:off x="3002" y="2953"/>
              <a:ext cx="45" cy="45"/>
            </a:xfrm>
            <a:custGeom>
              <a:avLst/>
              <a:gdLst>
                <a:gd name="T0" fmla="*/ 2 w 19"/>
                <a:gd name="T1" fmla="*/ 19 h 19"/>
                <a:gd name="T2" fmla="*/ 17 w 19"/>
                <a:gd name="T3" fmla="*/ 19 h 19"/>
                <a:gd name="T4" fmla="*/ 19 w 19"/>
                <a:gd name="T5" fmla="*/ 17 h 19"/>
                <a:gd name="T6" fmla="*/ 19 w 19"/>
                <a:gd name="T7" fmla="*/ 2 h 19"/>
                <a:gd name="T8" fmla="*/ 17 w 19"/>
                <a:gd name="T9" fmla="*/ 0 h 19"/>
                <a:gd name="T10" fmla="*/ 2 w 19"/>
                <a:gd name="T11" fmla="*/ 0 h 19"/>
                <a:gd name="T12" fmla="*/ 0 w 19"/>
                <a:gd name="T13" fmla="*/ 2 h 19"/>
                <a:gd name="T14" fmla="*/ 0 w 19"/>
                <a:gd name="T15" fmla="*/ 17 h 19"/>
                <a:gd name="T16" fmla="*/ 2 w 19"/>
                <a:gd name="T17" fmla="*/ 19 h 19"/>
                <a:gd name="T18" fmla="*/ 4 w 19"/>
                <a:gd name="T19" fmla="*/ 4 h 19"/>
                <a:gd name="T20" fmla="*/ 15 w 19"/>
                <a:gd name="T21" fmla="*/ 4 h 19"/>
                <a:gd name="T22" fmla="*/ 15 w 19"/>
                <a:gd name="T23" fmla="*/ 15 h 19"/>
                <a:gd name="T24" fmla="*/ 4 w 19"/>
                <a:gd name="T25" fmla="*/ 15 h 19"/>
                <a:gd name="T26" fmla="*/ 4 w 19"/>
                <a:gd name="T2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19">
                  <a:moveTo>
                    <a:pt x="2" y="19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18" y="19"/>
                    <a:pt x="19" y="18"/>
                    <a:pt x="19" y="17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  <a:moveTo>
                    <a:pt x="4" y="4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4" y="15"/>
                    <a:pt x="4" y="15"/>
                    <a:pt x="4" y="15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Freeform 49"/>
            <p:cNvSpPr>
              <a:spLocks noEditPoints="1"/>
            </p:cNvSpPr>
            <p:nvPr/>
          </p:nvSpPr>
          <p:spPr bwMode="auto">
            <a:xfrm>
              <a:off x="2174" y="2979"/>
              <a:ext cx="307" cy="180"/>
            </a:xfrm>
            <a:custGeom>
              <a:avLst/>
              <a:gdLst>
                <a:gd name="T0" fmla="*/ 124 w 130"/>
                <a:gd name="T1" fmla="*/ 61 h 76"/>
                <a:gd name="T2" fmla="*/ 113 w 130"/>
                <a:gd name="T3" fmla="*/ 50 h 76"/>
                <a:gd name="T4" fmla="*/ 108 w 130"/>
                <a:gd name="T5" fmla="*/ 43 h 76"/>
                <a:gd name="T6" fmla="*/ 112 w 130"/>
                <a:gd name="T7" fmla="*/ 35 h 76"/>
                <a:gd name="T8" fmla="*/ 127 w 130"/>
                <a:gd name="T9" fmla="*/ 7 h 76"/>
                <a:gd name="T10" fmla="*/ 101 w 130"/>
                <a:gd name="T11" fmla="*/ 4 h 76"/>
                <a:gd name="T12" fmla="*/ 93 w 130"/>
                <a:gd name="T13" fmla="*/ 11 h 76"/>
                <a:gd name="T14" fmla="*/ 79 w 130"/>
                <a:gd name="T15" fmla="*/ 34 h 76"/>
                <a:gd name="T16" fmla="*/ 77 w 130"/>
                <a:gd name="T17" fmla="*/ 33 h 76"/>
                <a:gd name="T18" fmla="*/ 77 w 130"/>
                <a:gd name="T19" fmla="*/ 22 h 76"/>
                <a:gd name="T20" fmla="*/ 76 w 130"/>
                <a:gd name="T21" fmla="*/ 6 h 76"/>
                <a:gd name="T22" fmla="*/ 47 w 130"/>
                <a:gd name="T23" fmla="*/ 2 h 76"/>
                <a:gd name="T24" fmla="*/ 42 w 130"/>
                <a:gd name="T25" fmla="*/ 10 h 76"/>
                <a:gd name="T26" fmla="*/ 47 w 130"/>
                <a:gd name="T27" fmla="*/ 13 h 76"/>
                <a:gd name="T28" fmla="*/ 47 w 130"/>
                <a:gd name="T29" fmla="*/ 36 h 76"/>
                <a:gd name="T30" fmla="*/ 39 w 130"/>
                <a:gd name="T31" fmla="*/ 26 h 76"/>
                <a:gd name="T32" fmla="*/ 31 w 130"/>
                <a:gd name="T33" fmla="*/ 10 h 76"/>
                <a:gd name="T34" fmla="*/ 6 w 130"/>
                <a:gd name="T35" fmla="*/ 4 h 76"/>
                <a:gd name="T36" fmla="*/ 1 w 130"/>
                <a:gd name="T37" fmla="*/ 12 h 76"/>
                <a:gd name="T38" fmla="*/ 30 w 130"/>
                <a:gd name="T39" fmla="*/ 61 h 76"/>
                <a:gd name="T40" fmla="*/ 65 w 130"/>
                <a:gd name="T41" fmla="*/ 76 h 76"/>
                <a:gd name="T42" fmla="*/ 75 w 130"/>
                <a:gd name="T43" fmla="*/ 74 h 76"/>
                <a:gd name="T44" fmla="*/ 78 w 130"/>
                <a:gd name="T45" fmla="*/ 60 h 76"/>
                <a:gd name="T46" fmla="*/ 80 w 130"/>
                <a:gd name="T47" fmla="*/ 59 h 76"/>
                <a:gd name="T48" fmla="*/ 88 w 130"/>
                <a:gd name="T49" fmla="*/ 67 h 76"/>
                <a:gd name="T50" fmla="*/ 120 w 130"/>
                <a:gd name="T51" fmla="*/ 75 h 76"/>
                <a:gd name="T52" fmla="*/ 128 w 130"/>
                <a:gd name="T53" fmla="*/ 72 h 76"/>
                <a:gd name="T54" fmla="*/ 120 w 130"/>
                <a:gd name="T55" fmla="*/ 71 h 76"/>
                <a:gd name="T56" fmla="*/ 91 w 130"/>
                <a:gd name="T57" fmla="*/ 64 h 76"/>
                <a:gd name="T58" fmla="*/ 75 w 130"/>
                <a:gd name="T59" fmla="*/ 57 h 76"/>
                <a:gd name="T60" fmla="*/ 72 w 130"/>
                <a:gd name="T61" fmla="*/ 70 h 76"/>
                <a:gd name="T62" fmla="*/ 71 w 130"/>
                <a:gd name="T63" fmla="*/ 71 h 76"/>
                <a:gd name="T64" fmla="*/ 65 w 130"/>
                <a:gd name="T65" fmla="*/ 71 h 76"/>
                <a:gd name="T66" fmla="*/ 14 w 130"/>
                <a:gd name="T67" fmla="*/ 29 h 76"/>
                <a:gd name="T68" fmla="*/ 4 w 130"/>
                <a:gd name="T69" fmla="*/ 9 h 76"/>
                <a:gd name="T70" fmla="*/ 26 w 130"/>
                <a:gd name="T71" fmla="*/ 9 h 76"/>
                <a:gd name="T72" fmla="*/ 27 w 130"/>
                <a:gd name="T73" fmla="*/ 12 h 76"/>
                <a:gd name="T74" fmla="*/ 47 w 130"/>
                <a:gd name="T75" fmla="*/ 40 h 76"/>
                <a:gd name="T76" fmla="*/ 51 w 130"/>
                <a:gd name="T77" fmla="*/ 10 h 76"/>
                <a:gd name="T78" fmla="*/ 48 w 130"/>
                <a:gd name="T79" fmla="*/ 7 h 76"/>
                <a:gd name="T80" fmla="*/ 60 w 130"/>
                <a:gd name="T81" fmla="*/ 5 h 76"/>
                <a:gd name="T82" fmla="*/ 72 w 130"/>
                <a:gd name="T83" fmla="*/ 8 h 76"/>
                <a:gd name="T84" fmla="*/ 72 w 130"/>
                <a:gd name="T85" fmla="*/ 21 h 76"/>
                <a:gd name="T86" fmla="*/ 75 w 130"/>
                <a:gd name="T87" fmla="*/ 39 h 76"/>
                <a:gd name="T88" fmla="*/ 88 w 130"/>
                <a:gd name="T89" fmla="*/ 30 h 76"/>
                <a:gd name="T90" fmla="*/ 98 w 130"/>
                <a:gd name="T91" fmla="*/ 12 h 76"/>
                <a:gd name="T92" fmla="*/ 99 w 130"/>
                <a:gd name="T93" fmla="*/ 9 h 76"/>
                <a:gd name="T94" fmla="*/ 101 w 130"/>
                <a:gd name="T95" fmla="*/ 9 h 76"/>
                <a:gd name="T96" fmla="*/ 123 w 130"/>
                <a:gd name="T97" fmla="*/ 10 h 76"/>
                <a:gd name="T98" fmla="*/ 109 w 130"/>
                <a:gd name="T99" fmla="*/ 32 h 76"/>
                <a:gd name="T100" fmla="*/ 103 w 130"/>
                <a:gd name="T101" fmla="*/ 44 h 76"/>
                <a:gd name="T102" fmla="*/ 111 w 130"/>
                <a:gd name="T103" fmla="*/ 53 h 76"/>
                <a:gd name="T104" fmla="*/ 123 w 130"/>
                <a:gd name="T105" fmla="*/ 69 h 76"/>
                <a:gd name="T106" fmla="*/ 122 w 130"/>
                <a:gd name="T107" fmla="*/ 7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" h="76">
                  <a:moveTo>
                    <a:pt x="128" y="72"/>
                  </a:moveTo>
                  <a:cubicBezTo>
                    <a:pt x="129" y="68"/>
                    <a:pt x="126" y="64"/>
                    <a:pt x="124" y="61"/>
                  </a:cubicBezTo>
                  <a:cubicBezTo>
                    <a:pt x="121" y="57"/>
                    <a:pt x="117" y="53"/>
                    <a:pt x="114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1" y="48"/>
                    <a:pt x="110" y="46"/>
                    <a:pt x="109" y="45"/>
                  </a:cubicBezTo>
                  <a:cubicBezTo>
                    <a:pt x="108" y="44"/>
                    <a:pt x="108" y="43"/>
                    <a:pt x="108" y="43"/>
                  </a:cubicBezTo>
                  <a:cubicBezTo>
                    <a:pt x="108" y="43"/>
                    <a:pt x="108" y="42"/>
                    <a:pt x="108" y="41"/>
                  </a:cubicBezTo>
                  <a:cubicBezTo>
                    <a:pt x="109" y="39"/>
                    <a:pt x="111" y="37"/>
                    <a:pt x="112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23" y="21"/>
                    <a:pt x="130" y="12"/>
                    <a:pt x="127" y="7"/>
                  </a:cubicBezTo>
                  <a:cubicBezTo>
                    <a:pt x="126" y="5"/>
                    <a:pt x="124" y="4"/>
                    <a:pt x="121" y="4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6" y="4"/>
                    <a:pt x="95" y="7"/>
                    <a:pt x="94" y="10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1" y="16"/>
                    <a:pt x="88" y="22"/>
                    <a:pt x="85" y="27"/>
                  </a:cubicBezTo>
                  <a:cubicBezTo>
                    <a:pt x="82" y="31"/>
                    <a:pt x="80" y="33"/>
                    <a:pt x="79" y="34"/>
                  </a:cubicBezTo>
                  <a:cubicBezTo>
                    <a:pt x="77" y="36"/>
                    <a:pt x="77" y="36"/>
                    <a:pt x="77" y="36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2"/>
                    <a:pt x="77" y="32"/>
                  </a:cubicBezTo>
                  <a:cubicBezTo>
                    <a:pt x="76" y="29"/>
                    <a:pt x="76" y="26"/>
                    <a:pt x="77" y="22"/>
                  </a:cubicBezTo>
                  <a:cubicBezTo>
                    <a:pt x="77" y="19"/>
                    <a:pt x="77" y="15"/>
                    <a:pt x="77" y="12"/>
                  </a:cubicBezTo>
                  <a:cubicBezTo>
                    <a:pt x="77" y="10"/>
                    <a:pt x="77" y="8"/>
                    <a:pt x="76" y="6"/>
                  </a:cubicBezTo>
                  <a:cubicBezTo>
                    <a:pt x="75" y="3"/>
                    <a:pt x="72" y="2"/>
                    <a:pt x="69" y="2"/>
                  </a:cubicBezTo>
                  <a:cubicBezTo>
                    <a:pt x="62" y="0"/>
                    <a:pt x="54" y="0"/>
                    <a:pt x="47" y="2"/>
                  </a:cubicBezTo>
                  <a:cubicBezTo>
                    <a:pt x="43" y="4"/>
                    <a:pt x="41" y="5"/>
                    <a:pt x="41" y="7"/>
                  </a:cubicBezTo>
                  <a:cubicBezTo>
                    <a:pt x="41" y="8"/>
                    <a:pt x="41" y="9"/>
                    <a:pt x="42" y="10"/>
                  </a:cubicBezTo>
                  <a:cubicBezTo>
                    <a:pt x="43" y="10"/>
                    <a:pt x="43" y="11"/>
                    <a:pt x="44" y="11"/>
                  </a:cubicBezTo>
                  <a:cubicBezTo>
                    <a:pt x="45" y="11"/>
                    <a:pt x="46" y="12"/>
                    <a:pt x="47" y="13"/>
                  </a:cubicBezTo>
                  <a:cubicBezTo>
                    <a:pt x="50" y="17"/>
                    <a:pt x="49" y="28"/>
                    <a:pt x="48" y="33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4" y="33"/>
                    <a:pt x="42" y="31"/>
                    <a:pt x="39" y="26"/>
                  </a:cubicBezTo>
                  <a:cubicBezTo>
                    <a:pt x="36" y="22"/>
                    <a:pt x="34" y="16"/>
                    <a:pt x="31" y="11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0" y="7"/>
                    <a:pt x="29" y="4"/>
                    <a:pt x="23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4" y="4"/>
                    <a:pt x="2" y="5"/>
                    <a:pt x="1" y="6"/>
                  </a:cubicBezTo>
                  <a:cubicBezTo>
                    <a:pt x="0" y="7"/>
                    <a:pt x="0" y="9"/>
                    <a:pt x="1" y="12"/>
                  </a:cubicBezTo>
                  <a:cubicBezTo>
                    <a:pt x="1" y="13"/>
                    <a:pt x="5" y="21"/>
                    <a:pt x="10" y="31"/>
                  </a:cubicBezTo>
                  <a:cubicBezTo>
                    <a:pt x="19" y="47"/>
                    <a:pt x="26" y="56"/>
                    <a:pt x="30" y="61"/>
                  </a:cubicBezTo>
                  <a:cubicBezTo>
                    <a:pt x="36" y="67"/>
                    <a:pt x="42" y="71"/>
                    <a:pt x="49" y="73"/>
                  </a:cubicBezTo>
                  <a:cubicBezTo>
                    <a:pt x="55" y="75"/>
                    <a:pt x="61" y="76"/>
                    <a:pt x="65" y="76"/>
                  </a:cubicBezTo>
                  <a:cubicBezTo>
                    <a:pt x="70" y="75"/>
                    <a:pt x="70" y="75"/>
                    <a:pt x="70" y="75"/>
                  </a:cubicBezTo>
                  <a:cubicBezTo>
                    <a:pt x="72" y="75"/>
                    <a:pt x="74" y="74"/>
                    <a:pt x="75" y="74"/>
                  </a:cubicBezTo>
                  <a:cubicBezTo>
                    <a:pt x="76" y="72"/>
                    <a:pt x="77" y="71"/>
                    <a:pt x="77" y="68"/>
                  </a:cubicBezTo>
                  <a:cubicBezTo>
                    <a:pt x="77" y="64"/>
                    <a:pt x="77" y="61"/>
                    <a:pt x="78" y="60"/>
                  </a:cubicBezTo>
                  <a:cubicBezTo>
                    <a:pt x="79" y="59"/>
                    <a:pt x="79" y="59"/>
                    <a:pt x="79" y="59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0" y="60"/>
                    <a:pt x="82" y="60"/>
                    <a:pt x="83" y="62"/>
                  </a:cubicBezTo>
                  <a:cubicBezTo>
                    <a:pt x="85" y="64"/>
                    <a:pt x="87" y="66"/>
                    <a:pt x="88" y="67"/>
                  </a:cubicBezTo>
                  <a:cubicBezTo>
                    <a:pt x="92" y="72"/>
                    <a:pt x="95" y="75"/>
                    <a:pt x="103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2" y="75"/>
                    <a:pt x="123" y="75"/>
                    <a:pt x="125" y="75"/>
                  </a:cubicBezTo>
                  <a:cubicBezTo>
                    <a:pt x="126" y="74"/>
                    <a:pt x="127" y="73"/>
                    <a:pt x="128" y="72"/>
                  </a:cubicBezTo>
                  <a:close/>
                  <a:moveTo>
                    <a:pt x="122" y="71"/>
                  </a:moveTo>
                  <a:cubicBezTo>
                    <a:pt x="122" y="71"/>
                    <a:pt x="121" y="71"/>
                    <a:pt x="120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97" y="71"/>
                    <a:pt x="95" y="69"/>
                    <a:pt x="91" y="64"/>
                  </a:cubicBezTo>
                  <a:cubicBezTo>
                    <a:pt x="90" y="62"/>
                    <a:pt x="89" y="61"/>
                    <a:pt x="87" y="59"/>
                  </a:cubicBezTo>
                  <a:cubicBezTo>
                    <a:pt x="82" y="54"/>
                    <a:pt x="78" y="54"/>
                    <a:pt x="75" y="57"/>
                  </a:cubicBezTo>
                  <a:cubicBezTo>
                    <a:pt x="73" y="59"/>
                    <a:pt x="72" y="65"/>
                    <a:pt x="72" y="69"/>
                  </a:cubicBezTo>
                  <a:cubicBezTo>
                    <a:pt x="72" y="69"/>
                    <a:pt x="72" y="70"/>
                    <a:pt x="72" y="70"/>
                  </a:cubicBezTo>
                  <a:cubicBezTo>
                    <a:pt x="72" y="71"/>
                    <a:pt x="72" y="71"/>
                    <a:pt x="72" y="71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71" y="71"/>
                    <a:pt x="70" y="71"/>
                    <a:pt x="70" y="71"/>
                  </a:cubicBezTo>
                  <a:cubicBezTo>
                    <a:pt x="65" y="71"/>
                    <a:pt x="65" y="71"/>
                    <a:pt x="65" y="71"/>
                  </a:cubicBezTo>
                  <a:cubicBezTo>
                    <a:pt x="56" y="71"/>
                    <a:pt x="45" y="70"/>
                    <a:pt x="34" y="58"/>
                  </a:cubicBezTo>
                  <a:cubicBezTo>
                    <a:pt x="26" y="49"/>
                    <a:pt x="19" y="37"/>
                    <a:pt x="14" y="29"/>
                  </a:cubicBezTo>
                  <a:cubicBezTo>
                    <a:pt x="9" y="20"/>
                    <a:pt x="6" y="13"/>
                    <a:pt x="5" y="11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5" y="9"/>
                    <a:pt x="26" y="9"/>
                  </a:cubicBezTo>
                  <a:cubicBezTo>
                    <a:pt x="26" y="10"/>
                    <a:pt x="26" y="10"/>
                    <a:pt x="27" y="11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8" y="15"/>
                    <a:pt x="31" y="22"/>
                    <a:pt x="36" y="29"/>
                  </a:cubicBezTo>
                  <a:cubicBezTo>
                    <a:pt x="40" y="36"/>
                    <a:pt x="44" y="40"/>
                    <a:pt x="47" y="40"/>
                  </a:cubicBezTo>
                  <a:cubicBezTo>
                    <a:pt x="49" y="40"/>
                    <a:pt x="51" y="38"/>
                    <a:pt x="52" y="34"/>
                  </a:cubicBezTo>
                  <a:cubicBezTo>
                    <a:pt x="54" y="28"/>
                    <a:pt x="54" y="16"/>
                    <a:pt x="51" y="10"/>
                  </a:cubicBezTo>
                  <a:cubicBezTo>
                    <a:pt x="50" y="10"/>
                    <a:pt x="50" y="9"/>
                    <a:pt x="49" y="9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2" y="6"/>
                    <a:pt x="55" y="5"/>
                    <a:pt x="60" y="5"/>
                  </a:cubicBezTo>
                  <a:cubicBezTo>
                    <a:pt x="63" y="5"/>
                    <a:pt x="66" y="5"/>
                    <a:pt x="68" y="6"/>
                  </a:cubicBezTo>
                  <a:cubicBezTo>
                    <a:pt x="71" y="7"/>
                    <a:pt x="72" y="8"/>
                    <a:pt x="72" y="8"/>
                  </a:cubicBezTo>
                  <a:cubicBezTo>
                    <a:pt x="73" y="9"/>
                    <a:pt x="73" y="10"/>
                    <a:pt x="73" y="12"/>
                  </a:cubicBezTo>
                  <a:cubicBezTo>
                    <a:pt x="72" y="15"/>
                    <a:pt x="72" y="19"/>
                    <a:pt x="72" y="21"/>
                  </a:cubicBezTo>
                  <a:cubicBezTo>
                    <a:pt x="72" y="26"/>
                    <a:pt x="72" y="29"/>
                    <a:pt x="72" y="32"/>
                  </a:cubicBezTo>
                  <a:cubicBezTo>
                    <a:pt x="72" y="34"/>
                    <a:pt x="73" y="38"/>
                    <a:pt x="75" y="39"/>
                  </a:cubicBezTo>
                  <a:cubicBezTo>
                    <a:pt x="76" y="40"/>
                    <a:pt x="77" y="40"/>
                    <a:pt x="77" y="40"/>
                  </a:cubicBezTo>
                  <a:cubicBezTo>
                    <a:pt x="79" y="40"/>
                    <a:pt x="82" y="39"/>
                    <a:pt x="88" y="30"/>
                  </a:cubicBezTo>
                  <a:cubicBezTo>
                    <a:pt x="91" y="25"/>
                    <a:pt x="95" y="19"/>
                    <a:pt x="97" y="13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0"/>
                    <a:pt x="99" y="10"/>
                    <a:pt x="99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100" y="9"/>
                    <a:pt x="100" y="9"/>
                    <a:pt x="101" y="9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2"/>
                    <a:pt x="122" y="14"/>
                    <a:pt x="119" y="18"/>
                  </a:cubicBezTo>
                  <a:cubicBezTo>
                    <a:pt x="116" y="23"/>
                    <a:pt x="112" y="28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5" y="37"/>
                    <a:pt x="103" y="40"/>
                    <a:pt x="103" y="44"/>
                  </a:cubicBezTo>
                  <a:cubicBezTo>
                    <a:pt x="103" y="47"/>
                    <a:pt x="106" y="49"/>
                    <a:pt x="110" y="53"/>
                  </a:cubicBezTo>
                  <a:cubicBezTo>
                    <a:pt x="111" y="53"/>
                    <a:pt x="111" y="53"/>
                    <a:pt x="111" y="53"/>
                  </a:cubicBezTo>
                  <a:cubicBezTo>
                    <a:pt x="114" y="57"/>
                    <a:pt x="117" y="60"/>
                    <a:pt x="120" y="63"/>
                  </a:cubicBezTo>
                  <a:cubicBezTo>
                    <a:pt x="122" y="66"/>
                    <a:pt x="123" y="68"/>
                    <a:pt x="123" y="69"/>
                  </a:cubicBezTo>
                  <a:cubicBezTo>
                    <a:pt x="124" y="70"/>
                    <a:pt x="124" y="70"/>
                    <a:pt x="124" y="70"/>
                  </a:cubicBezTo>
                  <a:lnTo>
                    <a:pt x="122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Freeform 50"/>
            <p:cNvSpPr>
              <a:spLocks noEditPoints="1"/>
            </p:cNvSpPr>
            <p:nvPr/>
          </p:nvSpPr>
          <p:spPr bwMode="auto">
            <a:xfrm>
              <a:off x="1568" y="2918"/>
              <a:ext cx="303" cy="303"/>
            </a:xfrm>
            <a:custGeom>
              <a:avLst/>
              <a:gdLst>
                <a:gd name="T0" fmla="*/ 123 w 128"/>
                <a:gd name="T1" fmla="*/ 74 h 128"/>
                <a:gd name="T2" fmla="*/ 122 w 128"/>
                <a:gd name="T3" fmla="*/ 73 h 128"/>
                <a:gd name="T4" fmla="*/ 122 w 128"/>
                <a:gd name="T5" fmla="*/ 73 h 128"/>
                <a:gd name="T6" fmla="*/ 123 w 128"/>
                <a:gd name="T7" fmla="*/ 64 h 128"/>
                <a:gd name="T8" fmla="*/ 118 w 128"/>
                <a:gd name="T9" fmla="*/ 41 h 128"/>
                <a:gd name="T10" fmla="*/ 106 w 128"/>
                <a:gd name="T11" fmla="*/ 22 h 128"/>
                <a:gd name="T12" fmla="*/ 87 w 128"/>
                <a:gd name="T13" fmla="*/ 10 h 128"/>
                <a:gd name="T14" fmla="*/ 55 w 128"/>
                <a:gd name="T15" fmla="*/ 6 h 128"/>
                <a:gd name="T16" fmla="*/ 55 w 128"/>
                <a:gd name="T17" fmla="*/ 6 h 128"/>
                <a:gd name="T18" fmla="*/ 54 w 128"/>
                <a:gd name="T19" fmla="*/ 5 h 128"/>
                <a:gd name="T20" fmla="*/ 35 w 128"/>
                <a:gd name="T21" fmla="*/ 0 h 128"/>
                <a:gd name="T22" fmla="*/ 10 w 128"/>
                <a:gd name="T23" fmla="*/ 10 h 128"/>
                <a:gd name="T24" fmla="*/ 0 w 128"/>
                <a:gd name="T25" fmla="*/ 35 h 128"/>
                <a:gd name="T26" fmla="*/ 5 w 128"/>
                <a:gd name="T27" fmla="*/ 54 h 128"/>
                <a:gd name="T28" fmla="*/ 6 w 128"/>
                <a:gd name="T29" fmla="*/ 55 h 128"/>
                <a:gd name="T30" fmla="*/ 6 w 128"/>
                <a:gd name="T31" fmla="*/ 55 h 128"/>
                <a:gd name="T32" fmla="*/ 5 w 128"/>
                <a:gd name="T33" fmla="*/ 64 h 128"/>
                <a:gd name="T34" fmla="*/ 10 w 128"/>
                <a:gd name="T35" fmla="*/ 87 h 128"/>
                <a:gd name="T36" fmla="*/ 22 w 128"/>
                <a:gd name="T37" fmla="*/ 106 h 128"/>
                <a:gd name="T38" fmla="*/ 41 w 128"/>
                <a:gd name="T39" fmla="*/ 118 h 128"/>
                <a:gd name="T40" fmla="*/ 73 w 128"/>
                <a:gd name="T41" fmla="*/ 122 h 128"/>
                <a:gd name="T42" fmla="*/ 73 w 128"/>
                <a:gd name="T43" fmla="*/ 122 h 128"/>
                <a:gd name="T44" fmla="*/ 74 w 128"/>
                <a:gd name="T45" fmla="*/ 123 h 128"/>
                <a:gd name="T46" fmla="*/ 93 w 128"/>
                <a:gd name="T47" fmla="*/ 128 h 128"/>
                <a:gd name="T48" fmla="*/ 118 w 128"/>
                <a:gd name="T49" fmla="*/ 118 h 128"/>
                <a:gd name="T50" fmla="*/ 128 w 128"/>
                <a:gd name="T51" fmla="*/ 93 h 128"/>
                <a:gd name="T52" fmla="*/ 123 w 128"/>
                <a:gd name="T53" fmla="*/ 74 h 128"/>
                <a:gd name="T54" fmla="*/ 93 w 128"/>
                <a:gd name="T55" fmla="*/ 123 h 128"/>
                <a:gd name="T56" fmla="*/ 75 w 128"/>
                <a:gd name="T57" fmla="*/ 118 h 128"/>
                <a:gd name="T58" fmla="*/ 74 w 128"/>
                <a:gd name="T59" fmla="*/ 118 h 128"/>
                <a:gd name="T60" fmla="*/ 73 w 128"/>
                <a:gd name="T61" fmla="*/ 118 h 128"/>
                <a:gd name="T62" fmla="*/ 64 w 128"/>
                <a:gd name="T63" fmla="*/ 119 h 128"/>
                <a:gd name="T64" fmla="*/ 25 w 128"/>
                <a:gd name="T65" fmla="*/ 103 h 128"/>
                <a:gd name="T66" fmla="*/ 9 w 128"/>
                <a:gd name="T67" fmla="*/ 64 h 128"/>
                <a:gd name="T68" fmla="*/ 10 w 128"/>
                <a:gd name="T69" fmla="*/ 55 h 128"/>
                <a:gd name="T70" fmla="*/ 10 w 128"/>
                <a:gd name="T71" fmla="*/ 54 h 128"/>
                <a:gd name="T72" fmla="*/ 10 w 128"/>
                <a:gd name="T73" fmla="*/ 53 h 128"/>
                <a:gd name="T74" fmla="*/ 5 w 128"/>
                <a:gd name="T75" fmla="*/ 35 h 128"/>
                <a:gd name="T76" fmla="*/ 35 w 128"/>
                <a:gd name="T77" fmla="*/ 5 h 128"/>
                <a:gd name="T78" fmla="*/ 53 w 128"/>
                <a:gd name="T79" fmla="*/ 10 h 128"/>
                <a:gd name="T80" fmla="*/ 54 w 128"/>
                <a:gd name="T81" fmla="*/ 10 h 128"/>
                <a:gd name="T82" fmla="*/ 55 w 128"/>
                <a:gd name="T83" fmla="*/ 10 h 128"/>
                <a:gd name="T84" fmla="*/ 64 w 128"/>
                <a:gd name="T85" fmla="*/ 9 h 128"/>
                <a:gd name="T86" fmla="*/ 103 w 128"/>
                <a:gd name="T87" fmla="*/ 25 h 128"/>
                <a:gd name="T88" fmla="*/ 119 w 128"/>
                <a:gd name="T89" fmla="*/ 64 h 128"/>
                <a:gd name="T90" fmla="*/ 118 w 128"/>
                <a:gd name="T91" fmla="*/ 73 h 128"/>
                <a:gd name="T92" fmla="*/ 118 w 128"/>
                <a:gd name="T93" fmla="*/ 74 h 128"/>
                <a:gd name="T94" fmla="*/ 118 w 128"/>
                <a:gd name="T95" fmla="*/ 75 h 128"/>
                <a:gd name="T96" fmla="*/ 123 w 128"/>
                <a:gd name="T97" fmla="*/ 93 h 128"/>
                <a:gd name="T98" fmla="*/ 93 w 128"/>
                <a:gd name="T9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8" h="128">
                  <a:moveTo>
                    <a:pt x="123" y="74"/>
                  </a:moveTo>
                  <a:cubicBezTo>
                    <a:pt x="122" y="73"/>
                    <a:pt x="122" y="73"/>
                    <a:pt x="122" y="73"/>
                  </a:cubicBezTo>
                  <a:cubicBezTo>
                    <a:pt x="122" y="73"/>
                    <a:pt x="122" y="73"/>
                    <a:pt x="122" y="73"/>
                  </a:cubicBezTo>
                  <a:cubicBezTo>
                    <a:pt x="123" y="70"/>
                    <a:pt x="123" y="67"/>
                    <a:pt x="123" y="64"/>
                  </a:cubicBezTo>
                  <a:cubicBezTo>
                    <a:pt x="123" y="56"/>
                    <a:pt x="121" y="48"/>
                    <a:pt x="118" y="41"/>
                  </a:cubicBezTo>
                  <a:cubicBezTo>
                    <a:pt x="115" y="34"/>
                    <a:pt x="111" y="28"/>
                    <a:pt x="106" y="22"/>
                  </a:cubicBezTo>
                  <a:cubicBezTo>
                    <a:pt x="100" y="17"/>
                    <a:pt x="94" y="13"/>
                    <a:pt x="87" y="10"/>
                  </a:cubicBezTo>
                  <a:cubicBezTo>
                    <a:pt x="77" y="5"/>
                    <a:pt x="66" y="4"/>
                    <a:pt x="55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2"/>
                    <a:pt x="42" y="0"/>
                    <a:pt x="35" y="0"/>
                  </a:cubicBezTo>
                  <a:cubicBezTo>
                    <a:pt x="26" y="0"/>
                    <a:pt x="17" y="4"/>
                    <a:pt x="10" y="10"/>
                  </a:cubicBezTo>
                  <a:cubicBezTo>
                    <a:pt x="4" y="17"/>
                    <a:pt x="0" y="26"/>
                    <a:pt x="0" y="35"/>
                  </a:cubicBezTo>
                  <a:cubicBezTo>
                    <a:pt x="0" y="42"/>
                    <a:pt x="2" y="49"/>
                    <a:pt x="5" y="54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5" y="58"/>
                    <a:pt x="5" y="61"/>
                    <a:pt x="5" y="64"/>
                  </a:cubicBezTo>
                  <a:cubicBezTo>
                    <a:pt x="5" y="72"/>
                    <a:pt x="6" y="80"/>
                    <a:pt x="10" y="87"/>
                  </a:cubicBezTo>
                  <a:cubicBezTo>
                    <a:pt x="13" y="94"/>
                    <a:pt x="17" y="100"/>
                    <a:pt x="22" y="106"/>
                  </a:cubicBezTo>
                  <a:cubicBezTo>
                    <a:pt x="28" y="111"/>
                    <a:pt x="34" y="115"/>
                    <a:pt x="41" y="118"/>
                  </a:cubicBezTo>
                  <a:cubicBezTo>
                    <a:pt x="51" y="123"/>
                    <a:pt x="62" y="124"/>
                    <a:pt x="73" y="122"/>
                  </a:cubicBezTo>
                  <a:cubicBezTo>
                    <a:pt x="73" y="122"/>
                    <a:pt x="73" y="122"/>
                    <a:pt x="73" y="122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9" y="126"/>
                    <a:pt x="86" y="128"/>
                    <a:pt x="93" y="128"/>
                  </a:cubicBezTo>
                  <a:cubicBezTo>
                    <a:pt x="102" y="128"/>
                    <a:pt x="111" y="124"/>
                    <a:pt x="118" y="118"/>
                  </a:cubicBezTo>
                  <a:cubicBezTo>
                    <a:pt x="124" y="111"/>
                    <a:pt x="128" y="102"/>
                    <a:pt x="128" y="93"/>
                  </a:cubicBezTo>
                  <a:cubicBezTo>
                    <a:pt x="128" y="86"/>
                    <a:pt x="126" y="79"/>
                    <a:pt x="123" y="74"/>
                  </a:cubicBezTo>
                  <a:close/>
                  <a:moveTo>
                    <a:pt x="93" y="123"/>
                  </a:moveTo>
                  <a:cubicBezTo>
                    <a:pt x="86" y="123"/>
                    <a:pt x="80" y="122"/>
                    <a:pt x="75" y="118"/>
                  </a:cubicBezTo>
                  <a:cubicBezTo>
                    <a:pt x="74" y="118"/>
                    <a:pt x="74" y="118"/>
                    <a:pt x="74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0" y="118"/>
                    <a:pt x="67" y="119"/>
                    <a:pt x="64" y="119"/>
                  </a:cubicBezTo>
                  <a:cubicBezTo>
                    <a:pt x="49" y="119"/>
                    <a:pt x="36" y="113"/>
                    <a:pt x="25" y="103"/>
                  </a:cubicBezTo>
                  <a:cubicBezTo>
                    <a:pt x="15" y="92"/>
                    <a:pt x="9" y="79"/>
                    <a:pt x="9" y="64"/>
                  </a:cubicBezTo>
                  <a:cubicBezTo>
                    <a:pt x="9" y="61"/>
                    <a:pt x="10" y="58"/>
                    <a:pt x="10" y="55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6" y="48"/>
                    <a:pt x="5" y="42"/>
                    <a:pt x="5" y="35"/>
                  </a:cubicBezTo>
                  <a:cubicBezTo>
                    <a:pt x="5" y="18"/>
                    <a:pt x="18" y="5"/>
                    <a:pt x="35" y="5"/>
                  </a:cubicBezTo>
                  <a:cubicBezTo>
                    <a:pt x="42" y="5"/>
                    <a:pt x="48" y="6"/>
                    <a:pt x="53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8" y="10"/>
                    <a:pt x="61" y="9"/>
                    <a:pt x="64" y="9"/>
                  </a:cubicBezTo>
                  <a:cubicBezTo>
                    <a:pt x="79" y="9"/>
                    <a:pt x="92" y="15"/>
                    <a:pt x="103" y="25"/>
                  </a:cubicBezTo>
                  <a:cubicBezTo>
                    <a:pt x="113" y="36"/>
                    <a:pt x="119" y="49"/>
                    <a:pt x="119" y="64"/>
                  </a:cubicBezTo>
                  <a:cubicBezTo>
                    <a:pt x="119" y="67"/>
                    <a:pt x="118" y="70"/>
                    <a:pt x="118" y="73"/>
                  </a:cubicBezTo>
                  <a:cubicBezTo>
                    <a:pt x="118" y="74"/>
                    <a:pt x="118" y="74"/>
                    <a:pt x="118" y="74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22" y="80"/>
                    <a:pt x="123" y="86"/>
                    <a:pt x="123" y="93"/>
                  </a:cubicBezTo>
                  <a:cubicBezTo>
                    <a:pt x="123" y="110"/>
                    <a:pt x="110" y="123"/>
                    <a:pt x="93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Freeform 51"/>
            <p:cNvSpPr/>
            <p:nvPr/>
          </p:nvSpPr>
          <p:spPr bwMode="auto">
            <a:xfrm>
              <a:off x="1654" y="2984"/>
              <a:ext cx="132" cy="170"/>
            </a:xfrm>
            <a:custGeom>
              <a:avLst/>
              <a:gdLst>
                <a:gd name="T0" fmla="*/ 28 w 56"/>
                <a:gd name="T1" fmla="*/ 32 h 72"/>
                <a:gd name="T2" fmla="*/ 12 w 56"/>
                <a:gd name="T3" fmla="*/ 27 h 72"/>
                <a:gd name="T4" fmla="*/ 7 w 56"/>
                <a:gd name="T5" fmla="*/ 18 h 72"/>
                <a:gd name="T6" fmla="*/ 12 w 56"/>
                <a:gd name="T7" fmla="*/ 9 h 72"/>
                <a:gd name="T8" fmla="*/ 28 w 56"/>
                <a:gd name="T9" fmla="*/ 4 h 72"/>
                <a:gd name="T10" fmla="*/ 44 w 56"/>
                <a:gd name="T11" fmla="*/ 9 h 72"/>
                <a:gd name="T12" fmla="*/ 49 w 56"/>
                <a:gd name="T13" fmla="*/ 16 h 72"/>
                <a:gd name="T14" fmla="*/ 49 w 56"/>
                <a:gd name="T15" fmla="*/ 16 h 72"/>
                <a:gd name="T16" fmla="*/ 49 w 56"/>
                <a:gd name="T17" fmla="*/ 18 h 72"/>
                <a:gd name="T18" fmla="*/ 52 w 56"/>
                <a:gd name="T19" fmla="*/ 20 h 72"/>
                <a:gd name="T20" fmla="*/ 54 w 56"/>
                <a:gd name="T21" fmla="*/ 18 h 72"/>
                <a:gd name="T22" fmla="*/ 54 w 56"/>
                <a:gd name="T23" fmla="*/ 17 h 72"/>
                <a:gd name="T24" fmla="*/ 28 w 56"/>
                <a:gd name="T25" fmla="*/ 0 h 72"/>
                <a:gd name="T26" fmla="*/ 2 w 56"/>
                <a:gd name="T27" fmla="*/ 18 h 72"/>
                <a:gd name="T28" fmla="*/ 28 w 56"/>
                <a:gd name="T29" fmla="*/ 36 h 72"/>
                <a:gd name="T30" fmla="*/ 38 w 56"/>
                <a:gd name="T31" fmla="*/ 38 h 72"/>
                <a:gd name="T32" fmla="*/ 45 w 56"/>
                <a:gd name="T33" fmla="*/ 42 h 72"/>
                <a:gd name="T34" fmla="*/ 52 w 56"/>
                <a:gd name="T35" fmla="*/ 52 h 72"/>
                <a:gd name="T36" fmla="*/ 45 w 56"/>
                <a:gd name="T37" fmla="*/ 63 h 72"/>
                <a:gd name="T38" fmla="*/ 38 w 56"/>
                <a:gd name="T39" fmla="*/ 66 h 72"/>
                <a:gd name="T40" fmla="*/ 18 w 56"/>
                <a:gd name="T41" fmla="*/ 66 h 72"/>
                <a:gd name="T42" fmla="*/ 11 w 56"/>
                <a:gd name="T43" fmla="*/ 63 h 72"/>
                <a:gd name="T44" fmla="*/ 4 w 56"/>
                <a:gd name="T45" fmla="*/ 52 h 72"/>
                <a:gd name="T46" fmla="*/ 2 w 56"/>
                <a:gd name="T47" fmla="*/ 50 h 72"/>
                <a:gd name="T48" fmla="*/ 0 w 56"/>
                <a:gd name="T49" fmla="*/ 52 h 72"/>
                <a:gd name="T50" fmla="*/ 28 w 56"/>
                <a:gd name="T51" fmla="*/ 72 h 72"/>
                <a:gd name="T52" fmla="*/ 56 w 56"/>
                <a:gd name="T53" fmla="*/ 52 h 72"/>
                <a:gd name="T54" fmla="*/ 28 w 56"/>
                <a:gd name="T55" fmla="*/ 3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" h="72">
                  <a:moveTo>
                    <a:pt x="28" y="32"/>
                  </a:moveTo>
                  <a:cubicBezTo>
                    <a:pt x="22" y="32"/>
                    <a:pt x="16" y="30"/>
                    <a:pt x="12" y="27"/>
                  </a:cubicBezTo>
                  <a:cubicBezTo>
                    <a:pt x="10" y="25"/>
                    <a:pt x="7" y="22"/>
                    <a:pt x="7" y="18"/>
                  </a:cubicBezTo>
                  <a:cubicBezTo>
                    <a:pt x="7" y="13"/>
                    <a:pt x="10" y="10"/>
                    <a:pt x="12" y="9"/>
                  </a:cubicBezTo>
                  <a:cubicBezTo>
                    <a:pt x="16" y="6"/>
                    <a:pt x="22" y="4"/>
                    <a:pt x="28" y="4"/>
                  </a:cubicBezTo>
                  <a:cubicBezTo>
                    <a:pt x="34" y="4"/>
                    <a:pt x="40" y="6"/>
                    <a:pt x="44" y="9"/>
                  </a:cubicBezTo>
                  <a:cubicBezTo>
                    <a:pt x="46" y="10"/>
                    <a:pt x="49" y="13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9" y="19"/>
                    <a:pt x="50" y="20"/>
                    <a:pt x="52" y="20"/>
                  </a:cubicBezTo>
                  <a:cubicBezTo>
                    <a:pt x="53" y="20"/>
                    <a:pt x="54" y="19"/>
                    <a:pt x="54" y="18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8"/>
                    <a:pt x="42" y="0"/>
                    <a:pt x="28" y="0"/>
                  </a:cubicBezTo>
                  <a:cubicBezTo>
                    <a:pt x="14" y="0"/>
                    <a:pt x="2" y="8"/>
                    <a:pt x="2" y="18"/>
                  </a:cubicBezTo>
                  <a:cubicBezTo>
                    <a:pt x="2" y="28"/>
                    <a:pt x="14" y="36"/>
                    <a:pt x="28" y="36"/>
                  </a:cubicBezTo>
                  <a:cubicBezTo>
                    <a:pt x="31" y="36"/>
                    <a:pt x="35" y="37"/>
                    <a:pt x="38" y="38"/>
                  </a:cubicBezTo>
                  <a:cubicBezTo>
                    <a:pt x="41" y="39"/>
                    <a:pt x="43" y="40"/>
                    <a:pt x="45" y="42"/>
                  </a:cubicBezTo>
                  <a:cubicBezTo>
                    <a:pt x="48" y="44"/>
                    <a:pt x="52" y="47"/>
                    <a:pt x="52" y="52"/>
                  </a:cubicBezTo>
                  <a:cubicBezTo>
                    <a:pt x="52" y="57"/>
                    <a:pt x="48" y="61"/>
                    <a:pt x="45" y="63"/>
                  </a:cubicBezTo>
                  <a:cubicBezTo>
                    <a:pt x="43" y="64"/>
                    <a:pt x="41" y="66"/>
                    <a:pt x="38" y="66"/>
                  </a:cubicBezTo>
                  <a:cubicBezTo>
                    <a:pt x="32" y="68"/>
                    <a:pt x="24" y="68"/>
                    <a:pt x="18" y="66"/>
                  </a:cubicBezTo>
                  <a:cubicBezTo>
                    <a:pt x="15" y="66"/>
                    <a:pt x="13" y="64"/>
                    <a:pt x="11" y="63"/>
                  </a:cubicBezTo>
                  <a:cubicBezTo>
                    <a:pt x="8" y="61"/>
                    <a:pt x="4" y="57"/>
                    <a:pt x="4" y="52"/>
                  </a:cubicBezTo>
                  <a:cubicBezTo>
                    <a:pt x="4" y="51"/>
                    <a:pt x="3" y="50"/>
                    <a:pt x="2" y="50"/>
                  </a:cubicBezTo>
                  <a:cubicBezTo>
                    <a:pt x="1" y="50"/>
                    <a:pt x="0" y="51"/>
                    <a:pt x="0" y="52"/>
                  </a:cubicBezTo>
                  <a:cubicBezTo>
                    <a:pt x="0" y="63"/>
                    <a:pt x="12" y="72"/>
                    <a:pt x="28" y="72"/>
                  </a:cubicBezTo>
                  <a:cubicBezTo>
                    <a:pt x="44" y="72"/>
                    <a:pt x="56" y="63"/>
                    <a:pt x="56" y="52"/>
                  </a:cubicBezTo>
                  <a:cubicBezTo>
                    <a:pt x="56" y="41"/>
                    <a:pt x="43" y="32"/>
                    <a:pt x="2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Freeform 52"/>
            <p:cNvSpPr>
              <a:spLocks noEditPoints="1"/>
            </p:cNvSpPr>
            <p:nvPr/>
          </p:nvSpPr>
          <p:spPr bwMode="auto">
            <a:xfrm>
              <a:off x="998" y="2918"/>
              <a:ext cx="232" cy="303"/>
            </a:xfrm>
            <a:custGeom>
              <a:avLst/>
              <a:gdLst>
                <a:gd name="T0" fmla="*/ 98 w 98"/>
                <a:gd name="T1" fmla="*/ 110 h 128"/>
                <a:gd name="T2" fmla="*/ 80 w 98"/>
                <a:gd name="T3" fmla="*/ 92 h 128"/>
                <a:gd name="T4" fmla="*/ 49 w 98"/>
                <a:gd name="T5" fmla="*/ 92 h 128"/>
                <a:gd name="T6" fmla="*/ 40 w 98"/>
                <a:gd name="T7" fmla="*/ 88 h 128"/>
                <a:gd name="T8" fmla="*/ 36 w 98"/>
                <a:gd name="T9" fmla="*/ 78 h 128"/>
                <a:gd name="T10" fmla="*/ 36 w 98"/>
                <a:gd name="T11" fmla="*/ 68 h 128"/>
                <a:gd name="T12" fmla="*/ 80 w 98"/>
                <a:gd name="T13" fmla="*/ 68 h 128"/>
                <a:gd name="T14" fmla="*/ 98 w 98"/>
                <a:gd name="T15" fmla="*/ 50 h 128"/>
                <a:gd name="T16" fmla="*/ 80 w 98"/>
                <a:gd name="T17" fmla="*/ 32 h 128"/>
                <a:gd name="T18" fmla="*/ 36 w 98"/>
                <a:gd name="T19" fmla="*/ 32 h 128"/>
                <a:gd name="T20" fmla="*/ 36 w 98"/>
                <a:gd name="T21" fmla="*/ 18 h 128"/>
                <a:gd name="T22" fmla="*/ 18 w 98"/>
                <a:gd name="T23" fmla="*/ 0 h 128"/>
                <a:gd name="T24" fmla="*/ 0 w 98"/>
                <a:gd name="T25" fmla="*/ 18 h 128"/>
                <a:gd name="T26" fmla="*/ 0 w 98"/>
                <a:gd name="T27" fmla="*/ 78 h 128"/>
                <a:gd name="T28" fmla="*/ 4 w 98"/>
                <a:gd name="T29" fmla="*/ 98 h 128"/>
                <a:gd name="T30" fmla="*/ 14 w 98"/>
                <a:gd name="T31" fmla="*/ 113 h 128"/>
                <a:gd name="T32" fmla="*/ 30 w 98"/>
                <a:gd name="T33" fmla="*/ 124 h 128"/>
                <a:gd name="T34" fmla="*/ 49 w 98"/>
                <a:gd name="T35" fmla="*/ 128 h 128"/>
                <a:gd name="T36" fmla="*/ 80 w 98"/>
                <a:gd name="T37" fmla="*/ 128 h 128"/>
                <a:gd name="T38" fmla="*/ 98 w 98"/>
                <a:gd name="T39" fmla="*/ 110 h 128"/>
                <a:gd name="T40" fmla="*/ 80 w 98"/>
                <a:gd name="T41" fmla="*/ 123 h 128"/>
                <a:gd name="T42" fmla="*/ 49 w 98"/>
                <a:gd name="T43" fmla="*/ 123 h 128"/>
                <a:gd name="T44" fmla="*/ 18 w 98"/>
                <a:gd name="T45" fmla="*/ 110 h 128"/>
                <a:gd name="T46" fmla="*/ 4 w 98"/>
                <a:gd name="T47" fmla="*/ 78 h 128"/>
                <a:gd name="T48" fmla="*/ 4 w 98"/>
                <a:gd name="T49" fmla="*/ 18 h 128"/>
                <a:gd name="T50" fmla="*/ 18 w 98"/>
                <a:gd name="T51" fmla="*/ 5 h 128"/>
                <a:gd name="T52" fmla="*/ 31 w 98"/>
                <a:gd name="T53" fmla="*/ 18 h 128"/>
                <a:gd name="T54" fmla="*/ 31 w 98"/>
                <a:gd name="T55" fmla="*/ 36 h 128"/>
                <a:gd name="T56" fmla="*/ 80 w 98"/>
                <a:gd name="T57" fmla="*/ 36 h 128"/>
                <a:gd name="T58" fmla="*/ 94 w 98"/>
                <a:gd name="T59" fmla="*/ 50 h 128"/>
                <a:gd name="T60" fmla="*/ 80 w 98"/>
                <a:gd name="T61" fmla="*/ 63 h 128"/>
                <a:gd name="T62" fmla="*/ 31 w 98"/>
                <a:gd name="T63" fmla="*/ 63 h 128"/>
                <a:gd name="T64" fmla="*/ 31 w 98"/>
                <a:gd name="T65" fmla="*/ 78 h 128"/>
                <a:gd name="T66" fmla="*/ 37 w 98"/>
                <a:gd name="T67" fmla="*/ 91 h 128"/>
                <a:gd name="T68" fmla="*/ 49 w 98"/>
                <a:gd name="T69" fmla="*/ 96 h 128"/>
                <a:gd name="T70" fmla="*/ 80 w 98"/>
                <a:gd name="T71" fmla="*/ 96 h 128"/>
                <a:gd name="T72" fmla="*/ 94 w 98"/>
                <a:gd name="T73" fmla="*/ 110 h 128"/>
                <a:gd name="T74" fmla="*/ 80 w 98"/>
                <a:gd name="T7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8" h="128">
                  <a:moveTo>
                    <a:pt x="98" y="110"/>
                  </a:moveTo>
                  <a:cubicBezTo>
                    <a:pt x="98" y="100"/>
                    <a:pt x="90" y="92"/>
                    <a:pt x="80" y="92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5" y="92"/>
                    <a:pt x="41" y="89"/>
                    <a:pt x="40" y="88"/>
                  </a:cubicBezTo>
                  <a:cubicBezTo>
                    <a:pt x="38" y="86"/>
                    <a:pt x="36" y="83"/>
                    <a:pt x="36" y="78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90" y="68"/>
                    <a:pt x="98" y="60"/>
                    <a:pt x="98" y="50"/>
                  </a:cubicBezTo>
                  <a:cubicBezTo>
                    <a:pt x="98" y="40"/>
                    <a:pt x="90" y="32"/>
                    <a:pt x="80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5"/>
                    <a:pt x="1" y="92"/>
                    <a:pt x="4" y="98"/>
                  </a:cubicBezTo>
                  <a:cubicBezTo>
                    <a:pt x="6" y="104"/>
                    <a:pt x="10" y="109"/>
                    <a:pt x="14" y="113"/>
                  </a:cubicBezTo>
                  <a:cubicBezTo>
                    <a:pt x="19" y="118"/>
                    <a:pt x="24" y="122"/>
                    <a:pt x="30" y="124"/>
                  </a:cubicBezTo>
                  <a:cubicBezTo>
                    <a:pt x="36" y="127"/>
                    <a:pt x="43" y="128"/>
                    <a:pt x="49" y="128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90" y="128"/>
                    <a:pt x="98" y="120"/>
                    <a:pt x="98" y="110"/>
                  </a:cubicBezTo>
                  <a:close/>
                  <a:moveTo>
                    <a:pt x="80" y="123"/>
                  </a:moveTo>
                  <a:cubicBezTo>
                    <a:pt x="49" y="123"/>
                    <a:pt x="49" y="123"/>
                    <a:pt x="49" y="123"/>
                  </a:cubicBezTo>
                  <a:cubicBezTo>
                    <a:pt x="37" y="123"/>
                    <a:pt x="26" y="119"/>
                    <a:pt x="18" y="110"/>
                  </a:cubicBezTo>
                  <a:cubicBezTo>
                    <a:pt x="9" y="102"/>
                    <a:pt x="4" y="90"/>
                    <a:pt x="4" y="7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1"/>
                    <a:pt x="10" y="5"/>
                    <a:pt x="18" y="5"/>
                  </a:cubicBezTo>
                  <a:cubicBezTo>
                    <a:pt x="25" y="5"/>
                    <a:pt x="31" y="11"/>
                    <a:pt x="31" y="18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8" y="36"/>
                    <a:pt x="94" y="42"/>
                    <a:pt x="94" y="50"/>
                  </a:cubicBezTo>
                  <a:cubicBezTo>
                    <a:pt x="94" y="57"/>
                    <a:pt x="88" y="63"/>
                    <a:pt x="80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85"/>
                    <a:pt x="35" y="89"/>
                    <a:pt x="37" y="91"/>
                  </a:cubicBezTo>
                  <a:cubicBezTo>
                    <a:pt x="39" y="93"/>
                    <a:pt x="43" y="96"/>
                    <a:pt x="49" y="96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8" y="96"/>
                    <a:pt x="94" y="103"/>
                    <a:pt x="94" y="110"/>
                  </a:cubicBezTo>
                  <a:cubicBezTo>
                    <a:pt x="94" y="117"/>
                    <a:pt x="88" y="123"/>
                    <a:pt x="80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Freeform 53"/>
            <p:cNvSpPr>
              <a:spLocks noEditPoints="1"/>
            </p:cNvSpPr>
            <p:nvPr/>
          </p:nvSpPr>
          <p:spPr bwMode="auto">
            <a:xfrm>
              <a:off x="433" y="2918"/>
              <a:ext cx="152" cy="303"/>
            </a:xfrm>
            <a:custGeom>
              <a:avLst/>
              <a:gdLst>
                <a:gd name="T0" fmla="*/ 62 w 64"/>
                <a:gd name="T1" fmla="*/ 50 h 128"/>
                <a:gd name="T2" fmla="*/ 60 w 64"/>
                <a:gd name="T3" fmla="*/ 48 h 128"/>
                <a:gd name="T4" fmla="*/ 43 w 64"/>
                <a:gd name="T5" fmla="*/ 48 h 128"/>
                <a:gd name="T6" fmla="*/ 43 w 64"/>
                <a:gd name="T7" fmla="*/ 30 h 128"/>
                <a:gd name="T8" fmla="*/ 46 w 64"/>
                <a:gd name="T9" fmla="*/ 27 h 128"/>
                <a:gd name="T10" fmla="*/ 62 w 64"/>
                <a:gd name="T11" fmla="*/ 27 h 128"/>
                <a:gd name="T12" fmla="*/ 64 w 64"/>
                <a:gd name="T13" fmla="*/ 25 h 128"/>
                <a:gd name="T14" fmla="*/ 64 w 64"/>
                <a:gd name="T15" fmla="*/ 2 h 128"/>
                <a:gd name="T16" fmla="*/ 62 w 64"/>
                <a:gd name="T17" fmla="*/ 0 h 128"/>
                <a:gd name="T18" fmla="*/ 38 w 64"/>
                <a:gd name="T19" fmla="*/ 0 h 128"/>
                <a:gd name="T20" fmla="*/ 21 w 64"/>
                <a:gd name="T21" fmla="*/ 8 h 128"/>
                <a:gd name="T22" fmla="*/ 14 w 64"/>
                <a:gd name="T23" fmla="*/ 26 h 128"/>
                <a:gd name="T24" fmla="*/ 14 w 64"/>
                <a:gd name="T25" fmla="*/ 48 h 128"/>
                <a:gd name="T26" fmla="*/ 2 w 64"/>
                <a:gd name="T27" fmla="*/ 48 h 128"/>
                <a:gd name="T28" fmla="*/ 0 w 64"/>
                <a:gd name="T29" fmla="*/ 50 h 128"/>
                <a:gd name="T30" fmla="*/ 0 w 64"/>
                <a:gd name="T31" fmla="*/ 73 h 128"/>
                <a:gd name="T32" fmla="*/ 2 w 64"/>
                <a:gd name="T33" fmla="*/ 75 h 128"/>
                <a:gd name="T34" fmla="*/ 14 w 64"/>
                <a:gd name="T35" fmla="*/ 75 h 128"/>
                <a:gd name="T36" fmla="*/ 14 w 64"/>
                <a:gd name="T37" fmla="*/ 126 h 128"/>
                <a:gd name="T38" fmla="*/ 16 w 64"/>
                <a:gd name="T39" fmla="*/ 128 h 128"/>
                <a:gd name="T40" fmla="*/ 41 w 64"/>
                <a:gd name="T41" fmla="*/ 128 h 128"/>
                <a:gd name="T42" fmla="*/ 43 w 64"/>
                <a:gd name="T43" fmla="*/ 126 h 128"/>
                <a:gd name="T44" fmla="*/ 43 w 64"/>
                <a:gd name="T45" fmla="*/ 72 h 128"/>
                <a:gd name="T46" fmla="*/ 57 w 64"/>
                <a:gd name="T47" fmla="*/ 72 h 128"/>
                <a:gd name="T48" fmla="*/ 59 w 64"/>
                <a:gd name="T49" fmla="*/ 71 h 128"/>
                <a:gd name="T50" fmla="*/ 62 w 64"/>
                <a:gd name="T51" fmla="*/ 51 h 128"/>
                <a:gd name="T52" fmla="*/ 62 w 64"/>
                <a:gd name="T53" fmla="*/ 50 h 128"/>
                <a:gd name="T54" fmla="*/ 55 w 64"/>
                <a:gd name="T55" fmla="*/ 68 h 128"/>
                <a:gd name="T56" fmla="*/ 39 w 64"/>
                <a:gd name="T57" fmla="*/ 68 h 128"/>
                <a:gd name="T58" fmla="*/ 39 w 64"/>
                <a:gd name="T59" fmla="*/ 123 h 128"/>
                <a:gd name="T60" fmla="*/ 19 w 64"/>
                <a:gd name="T61" fmla="*/ 123 h 128"/>
                <a:gd name="T62" fmla="*/ 19 w 64"/>
                <a:gd name="T63" fmla="*/ 71 h 128"/>
                <a:gd name="T64" fmla="*/ 5 w 64"/>
                <a:gd name="T65" fmla="*/ 71 h 128"/>
                <a:gd name="T66" fmla="*/ 5 w 64"/>
                <a:gd name="T67" fmla="*/ 53 h 128"/>
                <a:gd name="T68" fmla="*/ 19 w 64"/>
                <a:gd name="T69" fmla="*/ 53 h 128"/>
                <a:gd name="T70" fmla="*/ 19 w 64"/>
                <a:gd name="T71" fmla="*/ 26 h 128"/>
                <a:gd name="T72" fmla="*/ 24 w 64"/>
                <a:gd name="T73" fmla="*/ 11 h 128"/>
                <a:gd name="T74" fmla="*/ 38 w 64"/>
                <a:gd name="T75" fmla="*/ 5 h 128"/>
                <a:gd name="T76" fmla="*/ 59 w 64"/>
                <a:gd name="T77" fmla="*/ 5 h 128"/>
                <a:gd name="T78" fmla="*/ 59 w 64"/>
                <a:gd name="T79" fmla="*/ 23 h 128"/>
                <a:gd name="T80" fmla="*/ 46 w 64"/>
                <a:gd name="T81" fmla="*/ 23 h 128"/>
                <a:gd name="T82" fmla="*/ 39 w 64"/>
                <a:gd name="T83" fmla="*/ 30 h 128"/>
                <a:gd name="T84" fmla="*/ 39 w 64"/>
                <a:gd name="T85" fmla="*/ 53 h 128"/>
                <a:gd name="T86" fmla="*/ 57 w 64"/>
                <a:gd name="T87" fmla="*/ 53 h 128"/>
                <a:gd name="T88" fmla="*/ 55 w 64"/>
                <a:gd name="T89" fmla="*/ 6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4" h="128">
                  <a:moveTo>
                    <a:pt x="62" y="50"/>
                  </a:moveTo>
                  <a:cubicBezTo>
                    <a:pt x="62" y="49"/>
                    <a:pt x="61" y="48"/>
                    <a:pt x="60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28"/>
                    <a:pt x="44" y="27"/>
                    <a:pt x="46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3" y="27"/>
                    <a:pt x="64" y="26"/>
                    <a:pt x="64" y="25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2" y="0"/>
                    <a:pt x="38" y="0"/>
                    <a:pt x="38" y="0"/>
                  </a:cubicBezTo>
                  <a:cubicBezTo>
                    <a:pt x="31" y="1"/>
                    <a:pt x="25" y="4"/>
                    <a:pt x="21" y="8"/>
                  </a:cubicBezTo>
                  <a:cubicBezTo>
                    <a:pt x="16" y="13"/>
                    <a:pt x="14" y="19"/>
                    <a:pt x="14" y="26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8"/>
                    <a:pt x="0" y="49"/>
                    <a:pt x="0" y="5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4"/>
                    <a:pt x="1" y="75"/>
                    <a:pt x="2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14" y="127"/>
                    <a:pt x="15" y="128"/>
                    <a:pt x="16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2" y="128"/>
                    <a:pt x="43" y="127"/>
                    <a:pt x="43" y="126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57" y="72"/>
                    <a:pt x="57" y="72"/>
                    <a:pt x="57" y="72"/>
                  </a:cubicBezTo>
                  <a:cubicBezTo>
                    <a:pt x="58" y="72"/>
                    <a:pt x="59" y="72"/>
                    <a:pt x="59" y="71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2" y="51"/>
                    <a:pt x="62" y="50"/>
                    <a:pt x="62" y="50"/>
                  </a:cubicBezTo>
                  <a:close/>
                  <a:moveTo>
                    <a:pt x="55" y="68"/>
                  </a:moveTo>
                  <a:cubicBezTo>
                    <a:pt x="39" y="68"/>
                    <a:pt x="39" y="68"/>
                    <a:pt x="39" y="68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19" y="123"/>
                    <a:pt x="19" y="123"/>
                    <a:pt x="19" y="123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1"/>
                    <a:pt x="21" y="15"/>
                    <a:pt x="24" y="11"/>
                  </a:cubicBezTo>
                  <a:cubicBezTo>
                    <a:pt x="28" y="7"/>
                    <a:pt x="33" y="5"/>
                    <a:pt x="38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2" y="23"/>
                    <a:pt x="39" y="26"/>
                    <a:pt x="39" y="30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57" y="53"/>
                    <a:pt x="57" y="53"/>
                    <a:pt x="57" y="53"/>
                  </a:cubicBezTo>
                  <a:lnTo>
                    <a:pt x="55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Freeform 54"/>
            <p:cNvSpPr>
              <a:spLocks noEditPoints="1"/>
            </p:cNvSpPr>
            <p:nvPr/>
          </p:nvSpPr>
          <p:spPr bwMode="auto">
            <a:xfrm>
              <a:off x="7107" y="2311"/>
              <a:ext cx="123" cy="304"/>
            </a:xfrm>
            <a:custGeom>
              <a:avLst/>
              <a:gdLst>
                <a:gd name="T0" fmla="*/ 47 w 52"/>
                <a:gd name="T1" fmla="*/ 72 h 128"/>
                <a:gd name="T2" fmla="*/ 38 w 52"/>
                <a:gd name="T3" fmla="*/ 45 h 128"/>
                <a:gd name="T4" fmla="*/ 38 w 52"/>
                <a:gd name="T5" fmla="*/ 45 h 128"/>
                <a:gd name="T6" fmla="*/ 38 w 52"/>
                <a:gd name="T7" fmla="*/ 44 h 128"/>
                <a:gd name="T8" fmla="*/ 43 w 52"/>
                <a:gd name="T9" fmla="*/ 17 h 128"/>
                <a:gd name="T10" fmla="*/ 39 w 52"/>
                <a:gd name="T11" fmla="*/ 5 h 128"/>
                <a:gd name="T12" fmla="*/ 26 w 52"/>
                <a:gd name="T13" fmla="*/ 0 h 128"/>
                <a:gd name="T14" fmla="*/ 13 w 52"/>
                <a:gd name="T15" fmla="*/ 5 h 128"/>
                <a:gd name="T16" fmla="*/ 9 w 52"/>
                <a:gd name="T17" fmla="*/ 17 h 128"/>
                <a:gd name="T18" fmla="*/ 14 w 52"/>
                <a:gd name="T19" fmla="*/ 44 h 128"/>
                <a:gd name="T20" fmla="*/ 14 w 52"/>
                <a:gd name="T21" fmla="*/ 45 h 128"/>
                <a:gd name="T22" fmla="*/ 14 w 52"/>
                <a:gd name="T23" fmla="*/ 45 h 128"/>
                <a:gd name="T24" fmla="*/ 5 w 52"/>
                <a:gd name="T25" fmla="*/ 72 h 128"/>
                <a:gd name="T26" fmla="*/ 0 w 52"/>
                <a:gd name="T27" fmla="*/ 96 h 128"/>
                <a:gd name="T28" fmla="*/ 9 w 52"/>
                <a:gd name="T29" fmla="*/ 127 h 128"/>
                <a:gd name="T30" fmla="*/ 11 w 52"/>
                <a:gd name="T31" fmla="*/ 128 h 128"/>
                <a:gd name="T32" fmla="*/ 41 w 52"/>
                <a:gd name="T33" fmla="*/ 128 h 128"/>
                <a:gd name="T34" fmla="*/ 42 w 52"/>
                <a:gd name="T35" fmla="*/ 127 h 128"/>
                <a:gd name="T36" fmla="*/ 52 w 52"/>
                <a:gd name="T37" fmla="*/ 96 h 128"/>
                <a:gd name="T38" fmla="*/ 47 w 52"/>
                <a:gd name="T39" fmla="*/ 72 h 128"/>
                <a:gd name="T40" fmla="*/ 14 w 52"/>
                <a:gd name="T41" fmla="*/ 16 h 128"/>
                <a:gd name="T42" fmla="*/ 17 w 52"/>
                <a:gd name="T43" fmla="*/ 9 h 128"/>
                <a:gd name="T44" fmla="*/ 26 w 52"/>
                <a:gd name="T45" fmla="*/ 5 h 128"/>
                <a:gd name="T46" fmla="*/ 26 w 52"/>
                <a:gd name="T47" fmla="*/ 5 h 128"/>
                <a:gd name="T48" fmla="*/ 35 w 52"/>
                <a:gd name="T49" fmla="*/ 9 h 128"/>
                <a:gd name="T50" fmla="*/ 38 w 52"/>
                <a:gd name="T51" fmla="*/ 16 h 128"/>
                <a:gd name="T52" fmla="*/ 35 w 52"/>
                <a:gd name="T53" fmla="*/ 34 h 128"/>
                <a:gd name="T54" fmla="*/ 35 w 52"/>
                <a:gd name="T55" fmla="*/ 35 h 128"/>
                <a:gd name="T56" fmla="*/ 17 w 52"/>
                <a:gd name="T57" fmla="*/ 35 h 128"/>
                <a:gd name="T58" fmla="*/ 17 w 52"/>
                <a:gd name="T59" fmla="*/ 34 h 128"/>
                <a:gd name="T60" fmla="*/ 14 w 52"/>
                <a:gd name="T61" fmla="*/ 16 h 128"/>
                <a:gd name="T62" fmla="*/ 18 w 52"/>
                <a:gd name="T63" fmla="*/ 41 h 128"/>
                <a:gd name="T64" fmla="*/ 18 w 52"/>
                <a:gd name="T65" fmla="*/ 39 h 128"/>
                <a:gd name="T66" fmla="*/ 34 w 52"/>
                <a:gd name="T67" fmla="*/ 39 h 128"/>
                <a:gd name="T68" fmla="*/ 34 w 52"/>
                <a:gd name="T69" fmla="*/ 41 h 128"/>
                <a:gd name="T70" fmla="*/ 33 w 52"/>
                <a:gd name="T71" fmla="*/ 45 h 128"/>
                <a:gd name="T72" fmla="*/ 35 w 52"/>
                <a:gd name="T73" fmla="*/ 50 h 128"/>
                <a:gd name="T74" fmla="*/ 17 w 52"/>
                <a:gd name="T75" fmla="*/ 50 h 128"/>
                <a:gd name="T76" fmla="*/ 19 w 52"/>
                <a:gd name="T77" fmla="*/ 45 h 128"/>
                <a:gd name="T78" fmla="*/ 18 w 52"/>
                <a:gd name="T79" fmla="*/ 41 h 128"/>
                <a:gd name="T80" fmla="*/ 40 w 52"/>
                <a:gd name="T81" fmla="*/ 123 h 128"/>
                <a:gd name="T82" fmla="*/ 40 w 52"/>
                <a:gd name="T83" fmla="*/ 123 h 128"/>
                <a:gd name="T84" fmla="*/ 12 w 52"/>
                <a:gd name="T85" fmla="*/ 123 h 128"/>
                <a:gd name="T86" fmla="*/ 12 w 52"/>
                <a:gd name="T87" fmla="*/ 123 h 128"/>
                <a:gd name="T88" fmla="*/ 7 w 52"/>
                <a:gd name="T89" fmla="*/ 112 h 128"/>
                <a:gd name="T90" fmla="*/ 5 w 52"/>
                <a:gd name="T91" fmla="*/ 96 h 128"/>
                <a:gd name="T92" fmla="*/ 9 w 52"/>
                <a:gd name="T93" fmla="*/ 74 h 128"/>
                <a:gd name="T94" fmla="*/ 15 w 52"/>
                <a:gd name="T95" fmla="*/ 55 h 128"/>
                <a:gd name="T96" fmla="*/ 16 w 52"/>
                <a:gd name="T97" fmla="*/ 54 h 128"/>
                <a:gd name="T98" fmla="*/ 36 w 52"/>
                <a:gd name="T99" fmla="*/ 54 h 128"/>
                <a:gd name="T100" fmla="*/ 37 w 52"/>
                <a:gd name="T101" fmla="*/ 55 h 128"/>
                <a:gd name="T102" fmla="*/ 43 w 52"/>
                <a:gd name="T103" fmla="*/ 74 h 128"/>
                <a:gd name="T104" fmla="*/ 47 w 52"/>
                <a:gd name="T105" fmla="*/ 96 h 128"/>
                <a:gd name="T106" fmla="*/ 45 w 52"/>
                <a:gd name="T107" fmla="*/ 112 h 128"/>
                <a:gd name="T108" fmla="*/ 40 w 52"/>
                <a:gd name="T10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" h="128">
                  <a:moveTo>
                    <a:pt x="47" y="72"/>
                  </a:moveTo>
                  <a:cubicBezTo>
                    <a:pt x="45" y="66"/>
                    <a:pt x="40" y="50"/>
                    <a:pt x="38" y="45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41"/>
                    <a:pt x="42" y="24"/>
                    <a:pt x="43" y="17"/>
                  </a:cubicBezTo>
                  <a:cubicBezTo>
                    <a:pt x="43" y="13"/>
                    <a:pt x="42" y="9"/>
                    <a:pt x="39" y="5"/>
                  </a:cubicBezTo>
                  <a:cubicBezTo>
                    <a:pt x="35" y="2"/>
                    <a:pt x="31" y="0"/>
                    <a:pt x="26" y="0"/>
                  </a:cubicBezTo>
                  <a:cubicBezTo>
                    <a:pt x="21" y="0"/>
                    <a:pt x="17" y="2"/>
                    <a:pt x="13" y="5"/>
                  </a:cubicBezTo>
                  <a:cubicBezTo>
                    <a:pt x="10" y="9"/>
                    <a:pt x="9" y="13"/>
                    <a:pt x="9" y="17"/>
                  </a:cubicBezTo>
                  <a:cubicBezTo>
                    <a:pt x="10" y="24"/>
                    <a:pt x="13" y="41"/>
                    <a:pt x="14" y="44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2" y="50"/>
                    <a:pt x="7" y="66"/>
                    <a:pt x="5" y="72"/>
                  </a:cubicBezTo>
                  <a:cubicBezTo>
                    <a:pt x="2" y="80"/>
                    <a:pt x="0" y="87"/>
                    <a:pt x="0" y="96"/>
                  </a:cubicBezTo>
                  <a:cubicBezTo>
                    <a:pt x="0" y="108"/>
                    <a:pt x="3" y="119"/>
                    <a:pt x="9" y="127"/>
                  </a:cubicBezTo>
                  <a:cubicBezTo>
                    <a:pt x="10" y="128"/>
                    <a:pt x="11" y="128"/>
                    <a:pt x="11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8"/>
                    <a:pt x="42" y="128"/>
                    <a:pt x="42" y="127"/>
                  </a:cubicBezTo>
                  <a:cubicBezTo>
                    <a:pt x="49" y="120"/>
                    <a:pt x="52" y="108"/>
                    <a:pt x="52" y="96"/>
                  </a:cubicBezTo>
                  <a:cubicBezTo>
                    <a:pt x="52" y="87"/>
                    <a:pt x="50" y="80"/>
                    <a:pt x="47" y="72"/>
                  </a:cubicBezTo>
                  <a:close/>
                  <a:moveTo>
                    <a:pt x="14" y="16"/>
                  </a:moveTo>
                  <a:cubicBezTo>
                    <a:pt x="14" y="13"/>
                    <a:pt x="15" y="11"/>
                    <a:pt x="17" y="9"/>
                  </a:cubicBezTo>
                  <a:cubicBezTo>
                    <a:pt x="19" y="6"/>
                    <a:pt x="22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30" y="5"/>
                    <a:pt x="33" y="6"/>
                    <a:pt x="35" y="9"/>
                  </a:cubicBezTo>
                  <a:cubicBezTo>
                    <a:pt x="37" y="11"/>
                    <a:pt x="38" y="13"/>
                    <a:pt x="38" y="16"/>
                  </a:cubicBezTo>
                  <a:cubicBezTo>
                    <a:pt x="38" y="19"/>
                    <a:pt x="37" y="25"/>
                    <a:pt x="35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5" y="25"/>
                    <a:pt x="14" y="19"/>
                    <a:pt x="14" y="16"/>
                  </a:cubicBezTo>
                  <a:close/>
                  <a:moveTo>
                    <a:pt x="18" y="41"/>
                  </a:moveTo>
                  <a:cubicBezTo>
                    <a:pt x="18" y="39"/>
                    <a:pt x="18" y="39"/>
                    <a:pt x="18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3"/>
                    <a:pt x="33" y="44"/>
                    <a:pt x="33" y="45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8" y="43"/>
                    <a:pt x="18" y="41"/>
                  </a:cubicBezTo>
                  <a:close/>
                  <a:moveTo>
                    <a:pt x="40" y="123"/>
                  </a:moveTo>
                  <a:cubicBezTo>
                    <a:pt x="40" y="123"/>
                    <a:pt x="40" y="123"/>
                    <a:pt x="40" y="123"/>
                  </a:cubicBezTo>
                  <a:cubicBezTo>
                    <a:pt x="12" y="123"/>
                    <a:pt x="12" y="123"/>
                    <a:pt x="12" y="123"/>
                  </a:cubicBezTo>
                  <a:cubicBezTo>
                    <a:pt x="12" y="123"/>
                    <a:pt x="12" y="123"/>
                    <a:pt x="12" y="123"/>
                  </a:cubicBezTo>
                  <a:cubicBezTo>
                    <a:pt x="10" y="120"/>
                    <a:pt x="8" y="116"/>
                    <a:pt x="7" y="112"/>
                  </a:cubicBezTo>
                  <a:cubicBezTo>
                    <a:pt x="5" y="107"/>
                    <a:pt x="5" y="102"/>
                    <a:pt x="5" y="96"/>
                  </a:cubicBezTo>
                  <a:cubicBezTo>
                    <a:pt x="5" y="88"/>
                    <a:pt x="6" y="81"/>
                    <a:pt x="9" y="74"/>
                  </a:cubicBezTo>
                  <a:cubicBezTo>
                    <a:pt x="10" y="71"/>
                    <a:pt x="12" y="65"/>
                    <a:pt x="15" y="55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40" y="65"/>
                    <a:pt x="42" y="71"/>
                    <a:pt x="43" y="74"/>
                  </a:cubicBezTo>
                  <a:cubicBezTo>
                    <a:pt x="46" y="81"/>
                    <a:pt x="47" y="88"/>
                    <a:pt x="47" y="96"/>
                  </a:cubicBezTo>
                  <a:cubicBezTo>
                    <a:pt x="47" y="102"/>
                    <a:pt x="47" y="107"/>
                    <a:pt x="45" y="112"/>
                  </a:cubicBezTo>
                  <a:cubicBezTo>
                    <a:pt x="44" y="116"/>
                    <a:pt x="42" y="120"/>
                    <a:pt x="40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Freeform 55"/>
            <p:cNvSpPr>
              <a:spLocks noEditPoints="1"/>
            </p:cNvSpPr>
            <p:nvPr/>
          </p:nvSpPr>
          <p:spPr bwMode="auto">
            <a:xfrm>
              <a:off x="6412" y="2311"/>
              <a:ext cx="317" cy="304"/>
            </a:xfrm>
            <a:custGeom>
              <a:avLst/>
              <a:gdLst>
                <a:gd name="T0" fmla="*/ 45 w 134"/>
                <a:gd name="T1" fmla="*/ 102 h 128"/>
                <a:gd name="T2" fmla="*/ 72 w 134"/>
                <a:gd name="T3" fmla="*/ 104 h 128"/>
                <a:gd name="T4" fmla="*/ 72 w 134"/>
                <a:gd name="T5" fmla="*/ 104 h 128"/>
                <a:gd name="T6" fmla="*/ 84 w 134"/>
                <a:gd name="T7" fmla="*/ 103 h 128"/>
                <a:gd name="T8" fmla="*/ 111 w 134"/>
                <a:gd name="T9" fmla="*/ 87 h 128"/>
                <a:gd name="T10" fmla="*/ 114 w 134"/>
                <a:gd name="T11" fmla="*/ 14 h 128"/>
                <a:gd name="T12" fmla="*/ 81 w 134"/>
                <a:gd name="T13" fmla="*/ 0 h 128"/>
                <a:gd name="T14" fmla="*/ 41 w 134"/>
                <a:gd name="T15" fmla="*/ 17 h 128"/>
                <a:gd name="T16" fmla="*/ 25 w 134"/>
                <a:gd name="T17" fmla="*/ 44 h 128"/>
                <a:gd name="T18" fmla="*/ 26 w 134"/>
                <a:gd name="T19" fmla="*/ 83 h 128"/>
                <a:gd name="T20" fmla="*/ 26 w 134"/>
                <a:gd name="T21" fmla="*/ 83 h 128"/>
                <a:gd name="T22" fmla="*/ 1 w 134"/>
                <a:gd name="T23" fmla="*/ 108 h 128"/>
                <a:gd name="T24" fmla="*/ 0 w 134"/>
                <a:gd name="T25" fmla="*/ 110 h 128"/>
                <a:gd name="T26" fmla="*/ 1 w 134"/>
                <a:gd name="T27" fmla="*/ 112 h 128"/>
                <a:gd name="T28" fmla="*/ 16 w 134"/>
                <a:gd name="T29" fmla="*/ 127 h 128"/>
                <a:gd name="T30" fmla="*/ 20 w 134"/>
                <a:gd name="T31" fmla="*/ 127 h 128"/>
                <a:gd name="T32" fmla="*/ 45 w 134"/>
                <a:gd name="T33" fmla="*/ 102 h 128"/>
                <a:gd name="T34" fmla="*/ 29 w 134"/>
                <a:gd name="T35" fmla="*/ 50 h 128"/>
                <a:gd name="T36" fmla="*/ 29 w 134"/>
                <a:gd name="T37" fmla="*/ 45 h 128"/>
                <a:gd name="T38" fmla="*/ 44 w 134"/>
                <a:gd name="T39" fmla="*/ 20 h 128"/>
                <a:gd name="T40" fmla="*/ 60 w 134"/>
                <a:gd name="T41" fmla="*/ 9 h 128"/>
                <a:gd name="T42" fmla="*/ 79 w 134"/>
                <a:gd name="T43" fmla="*/ 5 h 128"/>
                <a:gd name="T44" fmla="*/ 96 w 134"/>
                <a:gd name="T45" fmla="*/ 7 h 128"/>
                <a:gd name="T46" fmla="*/ 111 w 134"/>
                <a:gd name="T47" fmla="*/ 17 h 128"/>
                <a:gd name="T48" fmla="*/ 121 w 134"/>
                <a:gd name="T49" fmla="*/ 32 h 128"/>
                <a:gd name="T50" fmla="*/ 123 w 134"/>
                <a:gd name="T51" fmla="*/ 49 h 128"/>
                <a:gd name="T52" fmla="*/ 119 w 134"/>
                <a:gd name="T53" fmla="*/ 68 h 128"/>
                <a:gd name="T54" fmla="*/ 108 w 134"/>
                <a:gd name="T55" fmla="*/ 84 h 128"/>
                <a:gd name="T56" fmla="*/ 83 w 134"/>
                <a:gd name="T57" fmla="*/ 99 h 128"/>
                <a:gd name="T58" fmla="*/ 78 w 134"/>
                <a:gd name="T59" fmla="*/ 99 h 128"/>
                <a:gd name="T60" fmla="*/ 77 w 134"/>
                <a:gd name="T61" fmla="*/ 99 h 128"/>
                <a:gd name="T62" fmla="*/ 77 w 134"/>
                <a:gd name="T63" fmla="*/ 99 h 128"/>
                <a:gd name="T64" fmla="*/ 29 w 134"/>
                <a:gd name="T65" fmla="*/ 51 h 128"/>
                <a:gd name="T66" fmla="*/ 29 w 134"/>
                <a:gd name="T67" fmla="*/ 50 h 128"/>
                <a:gd name="T68" fmla="*/ 18 w 134"/>
                <a:gd name="T69" fmla="*/ 123 h 128"/>
                <a:gd name="T70" fmla="*/ 5 w 134"/>
                <a:gd name="T71" fmla="*/ 110 h 128"/>
                <a:gd name="T72" fmla="*/ 30 w 134"/>
                <a:gd name="T73" fmla="*/ 85 h 128"/>
                <a:gd name="T74" fmla="*/ 30 w 134"/>
                <a:gd name="T75" fmla="*/ 82 h 128"/>
                <a:gd name="T76" fmla="*/ 29 w 134"/>
                <a:gd name="T77" fmla="*/ 61 h 128"/>
                <a:gd name="T78" fmla="*/ 29 w 134"/>
                <a:gd name="T79" fmla="*/ 57 h 128"/>
                <a:gd name="T80" fmla="*/ 71 w 134"/>
                <a:gd name="T81" fmla="*/ 99 h 128"/>
                <a:gd name="T82" fmla="*/ 67 w 134"/>
                <a:gd name="T83" fmla="*/ 99 h 128"/>
                <a:gd name="T84" fmla="*/ 46 w 134"/>
                <a:gd name="T85" fmla="*/ 98 h 128"/>
                <a:gd name="T86" fmla="*/ 43 w 134"/>
                <a:gd name="T87" fmla="*/ 98 h 128"/>
                <a:gd name="T88" fmla="*/ 18 w 134"/>
                <a:gd name="T8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4" h="128">
                  <a:moveTo>
                    <a:pt x="45" y="102"/>
                  </a:moveTo>
                  <a:cubicBezTo>
                    <a:pt x="46" y="102"/>
                    <a:pt x="60" y="104"/>
                    <a:pt x="7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7" y="104"/>
                    <a:pt x="81" y="103"/>
                    <a:pt x="84" y="103"/>
                  </a:cubicBezTo>
                  <a:cubicBezTo>
                    <a:pt x="93" y="101"/>
                    <a:pt x="102" y="96"/>
                    <a:pt x="111" y="87"/>
                  </a:cubicBezTo>
                  <a:cubicBezTo>
                    <a:pt x="132" y="66"/>
                    <a:pt x="134" y="33"/>
                    <a:pt x="114" y="14"/>
                  </a:cubicBezTo>
                  <a:cubicBezTo>
                    <a:pt x="106" y="5"/>
                    <a:pt x="94" y="0"/>
                    <a:pt x="81" y="0"/>
                  </a:cubicBezTo>
                  <a:cubicBezTo>
                    <a:pt x="66" y="0"/>
                    <a:pt x="52" y="6"/>
                    <a:pt x="41" y="17"/>
                  </a:cubicBezTo>
                  <a:cubicBezTo>
                    <a:pt x="32" y="26"/>
                    <a:pt x="27" y="35"/>
                    <a:pt x="25" y="44"/>
                  </a:cubicBezTo>
                  <a:cubicBezTo>
                    <a:pt x="23" y="55"/>
                    <a:pt x="26" y="82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1" y="108"/>
                    <a:pt x="1" y="108"/>
                    <a:pt x="1" y="108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1"/>
                    <a:pt x="0" y="111"/>
                    <a:pt x="1" y="112"/>
                  </a:cubicBezTo>
                  <a:cubicBezTo>
                    <a:pt x="16" y="127"/>
                    <a:pt x="16" y="127"/>
                    <a:pt x="16" y="127"/>
                  </a:cubicBezTo>
                  <a:cubicBezTo>
                    <a:pt x="17" y="128"/>
                    <a:pt x="19" y="128"/>
                    <a:pt x="20" y="127"/>
                  </a:cubicBezTo>
                  <a:cubicBezTo>
                    <a:pt x="45" y="102"/>
                    <a:pt x="45" y="102"/>
                    <a:pt x="45" y="102"/>
                  </a:cubicBezTo>
                  <a:close/>
                  <a:moveTo>
                    <a:pt x="29" y="50"/>
                  </a:moveTo>
                  <a:cubicBezTo>
                    <a:pt x="29" y="48"/>
                    <a:pt x="29" y="47"/>
                    <a:pt x="29" y="45"/>
                  </a:cubicBezTo>
                  <a:cubicBezTo>
                    <a:pt x="31" y="37"/>
                    <a:pt x="36" y="29"/>
                    <a:pt x="44" y="20"/>
                  </a:cubicBezTo>
                  <a:cubicBezTo>
                    <a:pt x="49" y="16"/>
                    <a:pt x="54" y="12"/>
                    <a:pt x="60" y="9"/>
                  </a:cubicBezTo>
                  <a:cubicBezTo>
                    <a:pt x="66" y="6"/>
                    <a:pt x="72" y="5"/>
                    <a:pt x="79" y="5"/>
                  </a:cubicBezTo>
                  <a:cubicBezTo>
                    <a:pt x="85" y="4"/>
                    <a:pt x="91" y="5"/>
                    <a:pt x="96" y="7"/>
                  </a:cubicBezTo>
                  <a:cubicBezTo>
                    <a:pt x="102" y="9"/>
                    <a:pt x="107" y="13"/>
                    <a:pt x="111" y="17"/>
                  </a:cubicBezTo>
                  <a:cubicBezTo>
                    <a:pt x="116" y="21"/>
                    <a:pt x="119" y="26"/>
                    <a:pt x="121" y="32"/>
                  </a:cubicBezTo>
                  <a:cubicBezTo>
                    <a:pt x="123" y="37"/>
                    <a:pt x="124" y="43"/>
                    <a:pt x="123" y="49"/>
                  </a:cubicBezTo>
                  <a:cubicBezTo>
                    <a:pt x="123" y="56"/>
                    <a:pt x="122" y="62"/>
                    <a:pt x="119" y="68"/>
                  </a:cubicBezTo>
                  <a:cubicBezTo>
                    <a:pt x="116" y="74"/>
                    <a:pt x="112" y="79"/>
                    <a:pt x="108" y="84"/>
                  </a:cubicBezTo>
                  <a:cubicBezTo>
                    <a:pt x="99" y="92"/>
                    <a:pt x="91" y="97"/>
                    <a:pt x="83" y="99"/>
                  </a:cubicBezTo>
                  <a:cubicBezTo>
                    <a:pt x="81" y="99"/>
                    <a:pt x="80" y="99"/>
                    <a:pt x="78" y="99"/>
                  </a:cubicBezTo>
                  <a:cubicBezTo>
                    <a:pt x="77" y="99"/>
                    <a:pt x="77" y="99"/>
                    <a:pt x="77" y="99"/>
                  </a:cubicBezTo>
                  <a:cubicBezTo>
                    <a:pt x="77" y="99"/>
                    <a:pt x="77" y="99"/>
                    <a:pt x="77" y="99"/>
                  </a:cubicBezTo>
                  <a:cubicBezTo>
                    <a:pt x="29" y="51"/>
                    <a:pt x="29" y="51"/>
                    <a:pt x="29" y="51"/>
                  </a:cubicBezTo>
                  <a:lnTo>
                    <a:pt x="29" y="50"/>
                  </a:lnTo>
                  <a:close/>
                  <a:moveTo>
                    <a:pt x="18" y="123"/>
                  </a:moveTo>
                  <a:cubicBezTo>
                    <a:pt x="5" y="110"/>
                    <a:pt x="5" y="110"/>
                    <a:pt x="5" y="110"/>
                  </a:cubicBezTo>
                  <a:cubicBezTo>
                    <a:pt x="30" y="85"/>
                    <a:pt x="30" y="85"/>
                    <a:pt x="30" y="85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77"/>
                    <a:pt x="29" y="69"/>
                    <a:pt x="29" y="61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67" y="99"/>
                    <a:pt x="67" y="99"/>
                    <a:pt x="67" y="99"/>
                  </a:cubicBezTo>
                  <a:cubicBezTo>
                    <a:pt x="59" y="99"/>
                    <a:pt x="50" y="98"/>
                    <a:pt x="46" y="98"/>
                  </a:cubicBezTo>
                  <a:cubicBezTo>
                    <a:pt x="43" y="98"/>
                    <a:pt x="43" y="98"/>
                    <a:pt x="43" y="98"/>
                  </a:cubicBezTo>
                  <a:lnTo>
                    <a:pt x="18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Freeform 56"/>
            <p:cNvSpPr>
              <a:spLocks noEditPoints="1"/>
            </p:cNvSpPr>
            <p:nvPr/>
          </p:nvSpPr>
          <p:spPr bwMode="auto">
            <a:xfrm>
              <a:off x="5806" y="2311"/>
              <a:ext cx="303" cy="304"/>
            </a:xfrm>
            <a:custGeom>
              <a:avLst/>
              <a:gdLst>
                <a:gd name="T0" fmla="*/ 128 w 128"/>
                <a:gd name="T1" fmla="*/ 35 h 128"/>
                <a:gd name="T2" fmla="*/ 55 w 128"/>
                <a:gd name="T3" fmla="*/ 17 h 128"/>
                <a:gd name="T4" fmla="*/ 34 w 128"/>
                <a:gd name="T5" fmla="*/ 83 h 128"/>
                <a:gd name="T6" fmla="*/ 1 w 128"/>
                <a:gd name="T7" fmla="*/ 117 h 128"/>
                <a:gd name="T8" fmla="*/ 45 w 128"/>
                <a:gd name="T9" fmla="*/ 96 h 128"/>
                <a:gd name="T10" fmla="*/ 50 w 128"/>
                <a:gd name="T11" fmla="*/ 83 h 128"/>
                <a:gd name="T12" fmla="*/ 32 w 128"/>
                <a:gd name="T13" fmla="*/ 88 h 128"/>
                <a:gd name="T14" fmla="*/ 65 w 128"/>
                <a:gd name="T15" fmla="*/ 77 h 128"/>
                <a:gd name="T16" fmla="*/ 79 w 128"/>
                <a:gd name="T17" fmla="*/ 56 h 128"/>
                <a:gd name="T18" fmla="*/ 79 w 128"/>
                <a:gd name="T19" fmla="*/ 56 h 128"/>
                <a:gd name="T20" fmla="*/ 83 w 128"/>
                <a:gd name="T21" fmla="*/ 53 h 128"/>
                <a:gd name="T22" fmla="*/ 83 w 128"/>
                <a:gd name="T23" fmla="*/ 74 h 128"/>
                <a:gd name="T24" fmla="*/ 93 w 128"/>
                <a:gd name="T25" fmla="*/ 48 h 128"/>
                <a:gd name="T26" fmla="*/ 96 w 128"/>
                <a:gd name="T27" fmla="*/ 45 h 128"/>
                <a:gd name="T28" fmla="*/ 96 w 128"/>
                <a:gd name="T29" fmla="*/ 45 h 128"/>
                <a:gd name="T30" fmla="*/ 114 w 128"/>
                <a:gd name="T31" fmla="*/ 42 h 128"/>
                <a:gd name="T32" fmla="*/ 104 w 128"/>
                <a:gd name="T33" fmla="*/ 17 h 128"/>
                <a:gd name="T34" fmla="*/ 93 w 128"/>
                <a:gd name="T35" fmla="*/ 42 h 128"/>
                <a:gd name="T36" fmla="*/ 83 w 128"/>
                <a:gd name="T37" fmla="*/ 32 h 128"/>
                <a:gd name="T38" fmla="*/ 83 w 128"/>
                <a:gd name="T39" fmla="*/ 32 h 128"/>
                <a:gd name="T40" fmla="*/ 72 w 128"/>
                <a:gd name="T41" fmla="*/ 27 h 128"/>
                <a:gd name="T42" fmla="*/ 54 w 128"/>
                <a:gd name="T43" fmla="*/ 45 h 128"/>
                <a:gd name="T44" fmla="*/ 51 w 128"/>
                <a:gd name="T45" fmla="*/ 63 h 128"/>
                <a:gd name="T46" fmla="*/ 62 w 128"/>
                <a:gd name="T47" fmla="*/ 59 h 128"/>
                <a:gd name="T48" fmla="*/ 62 w 128"/>
                <a:gd name="T49" fmla="*/ 59 h 128"/>
                <a:gd name="T50" fmla="*/ 83 w 128"/>
                <a:gd name="T51" fmla="*/ 80 h 128"/>
                <a:gd name="T52" fmla="*/ 92 w 128"/>
                <a:gd name="T53" fmla="*/ 81 h 128"/>
                <a:gd name="T54" fmla="*/ 93 w 128"/>
                <a:gd name="T55" fmla="*/ 69 h 128"/>
                <a:gd name="T56" fmla="*/ 107 w 128"/>
                <a:gd name="T57" fmla="*/ 70 h 128"/>
                <a:gd name="T58" fmla="*/ 104 w 128"/>
                <a:gd name="T59" fmla="*/ 59 h 128"/>
                <a:gd name="T60" fmla="*/ 115 w 128"/>
                <a:gd name="T61" fmla="*/ 61 h 128"/>
                <a:gd name="T62" fmla="*/ 119 w 128"/>
                <a:gd name="T63" fmla="*/ 53 h 128"/>
                <a:gd name="T64" fmla="*/ 121 w 128"/>
                <a:gd name="T65" fmla="*/ 49 h 128"/>
                <a:gd name="T66" fmla="*/ 122 w 128"/>
                <a:gd name="T67" fmla="*/ 23 h 128"/>
                <a:gd name="T68" fmla="*/ 121 w 128"/>
                <a:gd name="T69" fmla="*/ 21 h 128"/>
                <a:gd name="T70" fmla="*/ 118 w 128"/>
                <a:gd name="T71" fmla="*/ 16 h 128"/>
                <a:gd name="T72" fmla="*/ 111 w 128"/>
                <a:gd name="T73" fmla="*/ 9 h 128"/>
                <a:gd name="T74" fmla="*/ 107 w 128"/>
                <a:gd name="T75" fmla="*/ 7 h 128"/>
                <a:gd name="T76" fmla="*/ 100 w 128"/>
                <a:gd name="T77" fmla="*/ 14 h 128"/>
                <a:gd name="T78" fmla="*/ 100 w 128"/>
                <a:gd name="T79" fmla="*/ 14 h 128"/>
                <a:gd name="T80" fmla="*/ 83 w 128"/>
                <a:gd name="T81" fmla="*/ 11 h 128"/>
                <a:gd name="T82" fmla="*/ 73 w 128"/>
                <a:gd name="T83" fmla="*/ 10 h 128"/>
                <a:gd name="T84" fmla="*/ 72 w 128"/>
                <a:gd name="T85" fmla="*/ 21 h 128"/>
                <a:gd name="T86" fmla="*/ 58 w 128"/>
                <a:gd name="T87" fmla="*/ 21 h 128"/>
                <a:gd name="T88" fmla="*/ 62 w 128"/>
                <a:gd name="T89" fmla="*/ 32 h 128"/>
                <a:gd name="T90" fmla="*/ 51 w 128"/>
                <a:gd name="T91" fmla="*/ 29 h 128"/>
                <a:gd name="T92" fmla="*/ 46 w 128"/>
                <a:gd name="T93" fmla="*/ 37 h 128"/>
                <a:gd name="T94" fmla="*/ 45 w 128"/>
                <a:gd name="T95" fmla="*/ 42 h 128"/>
                <a:gd name="T96" fmla="*/ 43 w 128"/>
                <a:gd name="T97" fmla="*/ 65 h 128"/>
                <a:gd name="T98" fmla="*/ 50 w 128"/>
                <a:gd name="T99" fmla="*/ 7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8" h="128">
                  <a:moveTo>
                    <a:pt x="72" y="91"/>
                  </a:moveTo>
                  <a:cubicBezTo>
                    <a:pt x="73" y="90"/>
                    <a:pt x="73" y="90"/>
                    <a:pt x="73" y="90"/>
                  </a:cubicBezTo>
                  <a:cubicBezTo>
                    <a:pt x="86" y="90"/>
                    <a:pt x="100" y="84"/>
                    <a:pt x="111" y="73"/>
                  </a:cubicBezTo>
                  <a:cubicBezTo>
                    <a:pt x="121" y="62"/>
                    <a:pt x="128" y="49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25"/>
                    <a:pt x="125" y="16"/>
                    <a:pt x="118" y="10"/>
                  </a:cubicBezTo>
                  <a:cubicBezTo>
                    <a:pt x="112" y="3"/>
                    <a:pt x="104" y="0"/>
                    <a:pt x="94" y="0"/>
                  </a:cubicBezTo>
                  <a:cubicBezTo>
                    <a:pt x="80" y="0"/>
                    <a:pt x="66" y="6"/>
                    <a:pt x="55" y="17"/>
                  </a:cubicBezTo>
                  <a:cubicBezTo>
                    <a:pt x="37" y="36"/>
                    <a:pt x="32" y="62"/>
                    <a:pt x="45" y="78"/>
                  </a:cubicBezTo>
                  <a:cubicBezTo>
                    <a:pt x="45" y="79"/>
                    <a:pt x="45" y="79"/>
                    <a:pt x="45" y="79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34" y="83"/>
                    <a:pt x="33" y="83"/>
                    <a:pt x="32" y="83"/>
                  </a:cubicBezTo>
                  <a:cubicBezTo>
                    <a:pt x="32" y="83"/>
                    <a:pt x="31" y="83"/>
                    <a:pt x="31" y="83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0" y="115"/>
                    <a:pt x="0" y="116"/>
                    <a:pt x="1" y="117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2" y="128"/>
                    <a:pt x="13" y="128"/>
                    <a:pt x="14" y="127"/>
                  </a:cubicBezTo>
                  <a:cubicBezTo>
                    <a:pt x="45" y="97"/>
                    <a:pt x="45" y="97"/>
                    <a:pt x="45" y="97"/>
                  </a:cubicBezTo>
                  <a:cubicBezTo>
                    <a:pt x="45" y="97"/>
                    <a:pt x="45" y="96"/>
                    <a:pt x="45" y="96"/>
                  </a:cubicBezTo>
                  <a:cubicBezTo>
                    <a:pt x="45" y="95"/>
                    <a:pt x="45" y="94"/>
                    <a:pt x="45" y="94"/>
                  </a:cubicBezTo>
                  <a:cubicBezTo>
                    <a:pt x="41" y="90"/>
                    <a:pt x="41" y="90"/>
                    <a:pt x="41" y="90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6" y="88"/>
                    <a:pt x="63" y="91"/>
                    <a:pt x="72" y="91"/>
                  </a:cubicBezTo>
                  <a:close/>
                  <a:moveTo>
                    <a:pt x="13" y="123"/>
                  </a:moveTo>
                  <a:cubicBezTo>
                    <a:pt x="5" y="115"/>
                    <a:pt x="5" y="115"/>
                    <a:pt x="5" y="115"/>
                  </a:cubicBezTo>
                  <a:cubicBezTo>
                    <a:pt x="32" y="88"/>
                    <a:pt x="32" y="88"/>
                    <a:pt x="32" y="88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13" y="123"/>
                  </a:lnTo>
                  <a:close/>
                  <a:moveTo>
                    <a:pt x="72" y="84"/>
                  </a:moveTo>
                  <a:cubicBezTo>
                    <a:pt x="65" y="77"/>
                    <a:pt x="65" y="77"/>
                    <a:pt x="65" y="77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9" y="77"/>
                    <a:pt x="79" y="77"/>
                    <a:pt x="79" y="77"/>
                  </a:cubicBezTo>
                  <a:lnTo>
                    <a:pt x="72" y="84"/>
                  </a:lnTo>
                  <a:close/>
                  <a:moveTo>
                    <a:pt x="79" y="56"/>
                  </a:moveTo>
                  <a:cubicBezTo>
                    <a:pt x="72" y="63"/>
                    <a:pt x="72" y="63"/>
                    <a:pt x="72" y="63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72" y="48"/>
                    <a:pt x="72" y="48"/>
                    <a:pt x="72" y="48"/>
                  </a:cubicBezTo>
                  <a:lnTo>
                    <a:pt x="79" y="56"/>
                  </a:lnTo>
                  <a:close/>
                  <a:moveTo>
                    <a:pt x="75" y="45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83" y="53"/>
                    <a:pt x="83" y="53"/>
                    <a:pt x="83" y="53"/>
                  </a:cubicBezTo>
                  <a:lnTo>
                    <a:pt x="75" y="45"/>
                  </a:lnTo>
                  <a:close/>
                  <a:moveTo>
                    <a:pt x="83" y="59"/>
                  </a:moveTo>
                  <a:cubicBezTo>
                    <a:pt x="90" y="66"/>
                    <a:pt x="90" y="66"/>
                    <a:pt x="90" y="66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75" y="66"/>
                    <a:pt x="75" y="66"/>
                    <a:pt x="75" y="66"/>
                  </a:cubicBezTo>
                  <a:lnTo>
                    <a:pt x="83" y="59"/>
                  </a:lnTo>
                  <a:close/>
                  <a:moveTo>
                    <a:pt x="86" y="56"/>
                  </a:moveTo>
                  <a:cubicBezTo>
                    <a:pt x="93" y="48"/>
                    <a:pt x="93" y="48"/>
                    <a:pt x="93" y="48"/>
                  </a:cubicBezTo>
                  <a:cubicBezTo>
                    <a:pt x="100" y="56"/>
                    <a:pt x="100" y="56"/>
                    <a:pt x="100" y="56"/>
                  </a:cubicBezTo>
                  <a:cubicBezTo>
                    <a:pt x="93" y="63"/>
                    <a:pt x="93" y="63"/>
                    <a:pt x="93" y="63"/>
                  </a:cubicBezTo>
                  <a:lnTo>
                    <a:pt x="86" y="56"/>
                  </a:lnTo>
                  <a:close/>
                  <a:moveTo>
                    <a:pt x="96" y="45"/>
                  </a:moveTo>
                  <a:cubicBezTo>
                    <a:pt x="104" y="38"/>
                    <a:pt x="104" y="38"/>
                    <a:pt x="104" y="38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4" y="53"/>
                    <a:pt x="104" y="53"/>
                    <a:pt x="104" y="53"/>
                  </a:cubicBezTo>
                  <a:lnTo>
                    <a:pt x="96" y="45"/>
                  </a:lnTo>
                  <a:close/>
                  <a:moveTo>
                    <a:pt x="107" y="35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14" y="42"/>
                    <a:pt x="114" y="42"/>
                    <a:pt x="114" y="42"/>
                  </a:cubicBezTo>
                  <a:lnTo>
                    <a:pt x="107" y="35"/>
                  </a:lnTo>
                  <a:close/>
                  <a:moveTo>
                    <a:pt x="104" y="32"/>
                  </a:moveTo>
                  <a:cubicBezTo>
                    <a:pt x="96" y="24"/>
                    <a:pt x="96" y="24"/>
                    <a:pt x="96" y="24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11" y="24"/>
                    <a:pt x="111" y="24"/>
                    <a:pt x="111" y="24"/>
                  </a:cubicBezTo>
                  <a:lnTo>
                    <a:pt x="104" y="32"/>
                  </a:lnTo>
                  <a:close/>
                  <a:moveTo>
                    <a:pt x="100" y="35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86" y="35"/>
                    <a:pt x="86" y="35"/>
                    <a:pt x="86" y="35"/>
                  </a:cubicBezTo>
                  <a:cubicBezTo>
                    <a:pt x="93" y="27"/>
                    <a:pt x="93" y="27"/>
                    <a:pt x="93" y="27"/>
                  </a:cubicBezTo>
                  <a:lnTo>
                    <a:pt x="100" y="35"/>
                  </a:lnTo>
                  <a:close/>
                  <a:moveTo>
                    <a:pt x="83" y="32"/>
                  </a:moveTo>
                  <a:cubicBezTo>
                    <a:pt x="75" y="24"/>
                    <a:pt x="75" y="24"/>
                    <a:pt x="75" y="24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90" y="24"/>
                    <a:pt x="90" y="24"/>
                    <a:pt x="90" y="24"/>
                  </a:cubicBezTo>
                  <a:lnTo>
                    <a:pt x="83" y="32"/>
                  </a:lnTo>
                  <a:close/>
                  <a:moveTo>
                    <a:pt x="79" y="35"/>
                  </a:moveTo>
                  <a:cubicBezTo>
                    <a:pt x="72" y="42"/>
                    <a:pt x="72" y="42"/>
                    <a:pt x="72" y="42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72" y="27"/>
                    <a:pt x="72" y="27"/>
                    <a:pt x="72" y="27"/>
                  </a:cubicBezTo>
                  <a:lnTo>
                    <a:pt x="79" y="35"/>
                  </a:lnTo>
                  <a:close/>
                  <a:moveTo>
                    <a:pt x="69" y="45"/>
                  </a:moveTo>
                  <a:cubicBezTo>
                    <a:pt x="62" y="53"/>
                    <a:pt x="62" y="53"/>
                    <a:pt x="62" y="53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62" y="38"/>
                    <a:pt x="62" y="38"/>
                    <a:pt x="62" y="38"/>
                  </a:cubicBezTo>
                  <a:lnTo>
                    <a:pt x="69" y="45"/>
                  </a:lnTo>
                  <a:close/>
                  <a:moveTo>
                    <a:pt x="59" y="56"/>
                  </a:moveTo>
                  <a:cubicBezTo>
                    <a:pt x="51" y="63"/>
                    <a:pt x="51" y="63"/>
                    <a:pt x="51" y="63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51" y="48"/>
                    <a:pt x="51" y="48"/>
                    <a:pt x="51" y="48"/>
                  </a:cubicBezTo>
                  <a:lnTo>
                    <a:pt x="59" y="56"/>
                  </a:lnTo>
                  <a:close/>
                  <a:moveTo>
                    <a:pt x="62" y="59"/>
                  </a:moveTo>
                  <a:cubicBezTo>
                    <a:pt x="69" y="66"/>
                    <a:pt x="69" y="66"/>
                    <a:pt x="69" y="66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4" y="66"/>
                    <a:pt x="54" y="66"/>
                    <a:pt x="54" y="66"/>
                  </a:cubicBezTo>
                  <a:lnTo>
                    <a:pt x="62" y="59"/>
                  </a:lnTo>
                  <a:close/>
                  <a:moveTo>
                    <a:pt x="84" y="84"/>
                  </a:moveTo>
                  <a:cubicBezTo>
                    <a:pt x="83" y="84"/>
                    <a:pt x="82" y="85"/>
                    <a:pt x="82" y="85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86" y="83"/>
                    <a:pt x="86" y="83"/>
                    <a:pt x="86" y="83"/>
                  </a:cubicBezTo>
                  <a:lnTo>
                    <a:pt x="84" y="84"/>
                  </a:lnTo>
                  <a:close/>
                  <a:moveTo>
                    <a:pt x="98" y="77"/>
                  </a:moveTo>
                  <a:cubicBezTo>
                    <a:pt x="97" y="78"/>
                    <a:pt x="94" y="80"/>
                    <a:pt x="92" y="81"/>
                  </a:cubicBezTo>
                  <a:cubicBezTo>
                    <a:pt x="91" y="81"/>
                    <a:pt x="91" y="81"/>
                    <a:pt x="91" y="81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86" y="77"/>
                    <a:pt x="86" y="77"/>
                    <a:pt x="86" y="77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100" y="76"/>
                    <a:pt x="100" y="76"/>
                    <a:pt x="100" y="76"/>
                  </a:cubicBezTo>
                  <a:lnTo>
                    <a:pt x="98" y="77"/>
                  </a:lnTo>
                  <a:close/>
                  <a:moveTo>
                    <a:pt x="110" y="67"/>
                  </a:moveTo>
                  <a:cubicBezTo>
                    <a:pt x="109" y="68"/>
                    <a:pt x="108" y="69"/>
                    <a:pt x="107" y="70"/>
                  </a:cubicBezTo>
                  <a:cubicBezTo>
                    <a:pt x="106" y="71"/>
                    <a:pt x="105" y="72"/>
                    <a:pt x="105" y="72"/>
                  </a:cubicBezTo>
                  <a:cubicBezTo>
                    <a:pt x="104" y="73"/>
                    <a:pt x="104" y="73"/>
                    <a:pt x="104" y="73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104" y="59"/>
                    <a:pt x="104" y="59"/>
                    <a:pt x="104" y="59"/>
                  </a:cubicBezTo>
                  <a:cubicBezTo>
                    <a:pt x="111" y="66"/>
                    <a:pt x="111" y="66"/>
                    <a:pt x="111" y="66"/>
                  </a:cubicBezTo>
                  <a:lnTo>
                    <a:pt x="110" y="67"/>
                  </a:lnTo>
                  <a:close/>
                  <a:moveTo>
                    <a:pt x="118" y="55"/>
                  </a:moveTo>
                  <a:cubicBezTo>
                    <a:pt x="117" y="57"/>
                    <a:pt x="116" y="59"/>
                    <a:pt x="115" y="61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07" y="56"/>
                    <a:pt x="107" y="56"/>
                    <a:pt x="107" y="56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9" y="53"/>
                    <a:pt x="119" y="53"/>
                    <a:pt x="119" y="53"/>
                  </a:cubicBezTo>
                  <a:lnTo>
                    <a:pt x="118" y="55"/>
                  </a:lnTo>
                  <a:close/>
                  <a:moveTo>
                    <a:pt x="122" y="44"/>
                  </a:moveTo>
                  <a:cubicBezTo>
                    <a:pt x="122" y="45"/>
                    <a:pt x="122" y="46"/>
                    <a:pt x="122" y="46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23" y="39"/>
                    <a:pt x="123" y="39"/>
                    <a:pt x="123" y="39"/>
                  </a:cubicBezTo>
                  <a:lnTo>
                    <a:pt x="122" y="44"/>
                  </a:lnTo>
                  <a:close/>
                  <a:moveTo>
                    <a:pt x="122" y="23"/>
                  </a:moveTo>
                  <a:cubicBezTo>
                    <a:pt x="122" y="24"/>
                    <a:pt x="122" y="25"/>
                    <a:pt x="122" y="25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2" y="23"/>
                  </a:lnTo>
                  <a:close/>
                  <a:moveTo>
                    <a:pt x="112" y="10"/>
                  </a:moveTo>
                  <a:cubicBezTo>
                    <a:pt x="113" y="11"/>
                    <a:pt x="114" y="12"/>
                    <a:pt x="115" y="13"/>
                  </a:cubicBezTo>
                  <a:cubicBezTo>
                    <a:pt x="116" y="14"/>
                    <a:pt x="117" y="15"/>
                    <a:pt x="118" y="16"/>
                  </a:cubicBezTo>
                  <a:cubicBezTo>
                    <a:pt x="118" y="17"/>
                    <a:pt x="118" y="17"/>
                    <a:pt x="118" y="17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11" y="9"/>
                    <a:pt x="111" y="9"/>
                    <a:pt x="111" y="9"/>
                  </a:cubicBezTo>
                  <a:lnTo>
                    <a:pt x="112" y="10"/>
                  </a:lnTo>
                  <a:close/>
                  <a:moveTo>
                    <a:pt x="103" y="6"/>
                  </a:moveTo>
                  <a:cubicBezTo>
                    <a:pt x="103" y="6"/>
                    <a:pt x="104" y="6"/>
                    <a:pt x="105" y="6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97" y="4"/>
                    <a:pt x="97" y="4"/>
                    <a:pt x="97" y="4"/>
                  </a:cubicBezTo>
                  <a:lnTo>
                    <a:pt x="103" y="6"/>
                  </a:lnTo>
                  <a:close/>
                  <a:moveTo>
                    <a:pt x="100" y="14"/>
                  </a:moveTo>
                  <a:cubicBezTo>
                    <a:pt x="93" y="21"/>
                    <a:pt x="93" y="21"/>
                    <a:pt x="93" y="21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93" y="7"/>
                    <a:pt x="93" y="7"/>
                    <a:pt x="93" y="7"/>
                  </a:cubicBezTo>
                  <a:lnTo>
                    <a:pt x="100" y="14"/>
                  </a:lnTo>
                  <a:close/>
                  <a:moveTo>
                    <a:pt x="82" y="6"/>
                  </a:moveTo>
                  <a:cubicBezTo>
                    <a:pt x="82" y="6"/>
                    <a:pt x="83" y="6"/>
                    <a:pt x="84" y="6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79" y="7"/>
                    <a:pt x="79" y="7"/>
                    <a:pt x="79" y="7"/>
                  </a:cubicBezTo>
                  <a:lnTo>
                    <a:pt x="82" y="6"/>
                  </a:lnTo>
                  <a:close/>
                  <a:moveTo>
                    <a:pt x="67" y="13"/>
                  </a:moveTo>
                  <a:cubicBezTo>
                    <a:pt x="69" y="12"/>
                    <a:pt x="71" y="11"/>
                    <a:pt x="73" y="1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5" y="14"/>
                    <a:pt x="65" y="14"/>
                    <a:pt x="65" y="14"/>
                  </a:cubicBezTo>
                  <a:lnTo>
                    <a:pt x="67" y="13"/>
                  </a:lnTo>
                  <a:close/>
                  <a:moveTo>
                    <a:pt x="56" y="23"/>
                  </a:moveTo>
                  <a:cubicBezTo>
                    <a:pt x="56" y="22"/>
                    <a:pt x="57" y="22"/>
                    <a:pt x="58" y="21"/>
                  </a:cubicBezTo>
                  <a:cubicBezTo>
                    <a:pt x="59" y="20"/>
                    <a:pt x="60" y="19"/>
                    <a:pt x="61" y="18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55" y="24"/>
                    <a:pt x="55" y="24"/>
                    <a:pt x="55" y="24"/>
                  </a:cubicBezTo>
                  <a:lnTo>
                    <a:pt x="56" y="23"/>
                  </a:lnTo>
                  <a:close/>
                  <a:moveTo>
                    <a:pt x="47" y="36"/>
                  </a:moveTo>
                  <a:cubicBezTo>
                    <a:pt x="48" y="34"/>
                    <a:pt x="49" y="31"/>
                    <a:pt x="51" y="29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46" y="37"/>
                    <a:pt x="46" y="37"/>
                    <a:pt x="46" y="37"/>
                  </a:cubicBezTo>
                  <a:lnTo>
                    <a:pt x="47" y="36"/>
                  </a:lnTo>
                  <a:close/>
                  <a:moveTo>
                    <a:pt x="43" y="46"/>
                  </a:moveTo>
                  <a:cubicBezTo>
                    <a:pt x="43" y="46"/>
                    <a:pt x="44" y="45"/>
                    <a:pt x="44" y="44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43" y="46"/>
                  </a:lnTo>
                  <a:close/>
                  <a:moveTo>
                    <a:pt x="43" y="65"/>
                  </a:moveTo>
                  <a:cubicBezTo>
                    <a:pt x="42" y="60"/>
                    <a:pt x="42" y="60"/>
                    <a:pt x="42" y="60"/>
                  </a:cubicBezTo>
                  <a:cubicBezTo>
                    <a:pt x="68" y="86"/>
                    <a:pt x="68" y="86"/>
                    <a:pt x="68" y="86"/>
                  </a:cubicBezTo>
                  <a:cubicBezTo>
                    <a:pt x="63" y="85"/>
                    <a:pt x="63" y="85"/>
                    <a:pt x="63" y="85"/>
                  </a:cubicBezTo>
                  <a:cubicBezTo>
                    <a:pt x="58" y="84"/>
                    <a:pt x="54" y="81"/>
                    <a:pt x="50" y="78"/>
                  </a:cubicBezTo>
                  <a:cubicBezTo>
                    <a:pt x="47" y="74"/>
                    <a:pt x="44" y="70"/>
                    <a:pt x="4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Freeform 57"/>
            <p:cNvSpPr>
              <a:spLocks noEditPoints="1"/>
            </p:cNvSpPr>
            <p:nvPr/>
          </p:nvSpPr>
          <p:spPr bwMode="auto">
            <a:xfrm>
              <a:off x="5201" y="2309"/>
              <a:ext cx="303" cy="306"/>
            </a:xfrm>
            <a:custGeom>
              <a:avLst/>
              <a:gdLst>
                <a:gd name="T0" fmla="*/ 128 w 128"/>
                <a:gd name="T1" fmla="*/ 12 h 129"/>
                <a:gd name="T2" fmla="*/ 125 w 128"/>
                <a:gd name="T3" fmla="*/ 4 h 129"/>
                <a:gd name="T4" fmla="*/ 109 w 128"/>
                <a:gd name="T5" fmla="*/ 4 h 129"/>
                <a:gd name="T6" fmla="*/ 61 w 128"/>
                <a:gd name="T7" fmla="*/ 52 h 129"/>
                <a:gd name="T8" fmla="*/ 4 w 128"/>
                <a:gd name="T9" fmla="*/ 114 h 129"/>
                <a:gd name="T10" fmla="*/ 3 w 128"/>
                <a:gd name="T11" fmla="*/ 114 h 129"/>
                <a:gd name="T12" fmla="*/ 1 w 128"/>
                <a:gd name="T13" fmla="*/ 114 h 129"/>
                <a:gd name="T14" fmla="*/ 0 w 128"/>
                <a:gd name="T15" fmla="*/ 117 h 129"/>
                <a:gd name="T16" fmla="*/ 0 w 128"/>
                <a:gd name="T17" fmla="*/ 117 h 129"/>
                <a:gd name="T18" fmla="*/ 12 w 128"/>
                <a:gd name="T19" fmla="*/ 129 h 129"/>
                <a:gd name="T20" fmla="*/ 12 w 128"/>
                <a:gd name="T21" fmla="*/ 129 h 129"/>
                <a:gd name="T22" fmla="*/ 13 w 128"/>
                <a:gd name="T23" fmla="*/ 129 h 129"/>
                <a:gd name="T24" fmla="*/ 15 w 128"/>
                <a:gd name="T25" fmla="*/ 128 h 129"/>
                <a:gd name="T26" fmla="*/ 15 w 128"/>
                <a:gd name="T27" fmla="*/ 126 h 129"/>
                <a:gd name="T28" fmla="*/ 15 w 128"/>
                <a:gd name="T29" fmla="*/ 125 h 129"/>
                <a:gd name="T30" fmla="*/ 16 w 128"/>
                <a:gd name="T31" fmla="*/ 125 h 129"/>
                <a:gd name="T32" fmla="*/ 77 w 128"/>
                <a:gd name="T33" fmla="*/ 68 h 129"/>
                <a:gd name="T34" fmla="*/ 125 w 128"/>
                <a:gd name="T35" fmla="*/ 20 h 129"/>
                <a:gd name="T36" fmla="*/ 128 w 128"/>
                <a:gd name="T37" fmla="*/ 12 h 129"/>
                <a:gd name="T38" fmla="*/ 12 w 128"/>
                <a:gd name="T39" fmla="*/ 122 h 129"/>
                <a:gd name="T40" fmla="*/ 7 w 128"/>
                <a:gd name="T41" fmla="*/ 117 h 129"/>
                <a:gd name="T42" fmla="*/ 14 w 128"/>
                <a:gd name="T43" fmla="*/ 110 h 129"/>
                <a:gd name="T44" fmla="*/ 19 w 128"/>
                <a:gd name="T45" fmla="*/ 115 h 129"/>
                <a:gd name="T46" fmla="*/ 12 w 128"/>
                <a:gd name="T47" fmla="*/ 122 h 129"/>
                <a:gd name="T48" fmla="*/ 23 w 128"/>
                <a:gd name="T49" fmla="*/ 112 h 129"/>
                <a:gd name="T50" fmla="*/ 17 w 128"/>
                <a:gd name="T51" fmla="*/ 106 h 129"/>
                <a:gd name="T52" fmla="*/ 24 w 128"/>
                <a:gd name="T53" fmla="*/ 99 h 129"/>
                <a:gd name="T54" fmla="*/ 30 w 128"/>
                <a:gd name="T55" fmla="*/ 105 h 129"/>
                <a:gd name="T56" fmla="*/ 23 w 128"/>
                <a:gd name="T57" fmla="*/ 112 h 129"/>
                <a:gd name="T58" fmla="*/ 33 w 128"/>
                <a:gd name="T59" fmla="*/ 102 h 129"/>
                <a:gd name="T60" fmla="*/ 27 w 128"/>
                <a:gd name="T61" fmla="*/ 96 h 129"/>
                <a:gd name="T62" fmla="*/ 34 w 128"/>
                <a:gd name="T63" fmla="*/ 88 h 129"/>
                <a:gd name="T64" fmla="*/ 41 w 128"/>
                <a:gd name="T65" fmla="*/ 95 h 129"/>
                <a:gd name="T66" fmla="*/ 33 w 128"/>
                <a:gd name="T67" fmla="*/ 102 h 129"/>
                <a:gd name="T68" fmla="*/ 44 w 128"/>
                <a:gd name="T69" fmla="*/ 92 h 129"/>
                <a:gd name="T70" fmla="*/ 37 w 128"/>
                <a:gd name="T71" fmla="*/ 85 h 129"/>
                <a:gd name="T72" fmla="*/ 44 w 128"/>
                <a:gd name="T73" fmla="*/ 77 h 129"/>
                <a:gd name="T74" fmla="*/ 52 w 128"/>
                <a:gd name="T75" fmla="*/ 85 h 129"/>
                <a:gd name="T76" fmla="*/ 44 w 128"/>
                <a:gd name="T77" fmla="*/ 92 h 129"/>
                <a:gd name="T78" fmla="*/ 122 w 128"/>
                <a:gd name="T79" fmla="*/ 16 h 129"/>
                <a:gd name="T80" fmla="*/ 74 w 128"/>
                <a:gd name="T81" fmla="*/ 64 h 129"/>
                <a:gd name="T82" fmla="*/ 55 w 128"/>
                <a:gd name="T83" fmla="*/ 82 h 129"/>
                <a:gd name="T84" fmla="*/ 47 w 128"/>
                <a:gd name="T85" fmla="*/ 74 h 129"/>
                <a:gd name="T86" fmla="*/ 65 w 128"/>
                <a:gd name="T87" fmla="*/ 55 h 129"/>
                <a:gd name="T88" fmla="*/ 113 w 128"/>
                <a:gd name="T89" fmla="*/ 7 h 129"/>
                <a:gd name="T90" fmla="*/ 122 w 128"/>
                <a:gd name="T91" fmla="*/ 7 h 129"/>
                <a:gd name="T92" fmla="*/ 124 w 128"/>
                <a:gd name="T93" fmla="*/ 12 h 129"/>
                <a:gd name="T94" fmla="*/ 122 w 128"/>
                <a:gd name="T95" fmla="*/ 1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8" h="129">
                  <a:moveTo>
                    <a:pt x="128" y="12"/>
                  </a:moveTo>
                  <a:cubicBezTo>
                    <a:pt x="128" y="9"/>
                    <a:pt x="127" y="6"/>
                    <a:pt x="125" y="4"/>
                  </a:cubicBezTo>
                  <a:cubicBezTo>
                    <a:pt x="121" y="0"/>
                    <a:pt x="113" y="0"/>
                    <a:pt x="109" y="4"/>
                  </a:cubicBezTo>
                  <a:cubicBezTo>
                    <a:pt x="109" y="4"/>
                    <a:pt x="66" y="47"/>
                    <a:pt x="61" y="52"/>
                  </a:cubicBezTo>
                  <a:cubicBezTo>
                    <a:pt x="4" y="114"/>
                    <a:pt x="4" y="114"/>
                    <a:pt x="4" y="114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2" y="114"/>
                    <a:pt x="1" y="114"/>
                    <a:pt x="1" y="114"/>
                  </a:cubicBezTo>
                  <a:cubicBezTo>
                    <a:pt x="0" y="115"/>
                    <a:pt x="0" y="116"/>
                    <a:pt x="0" y="117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2" y="129"/>
                    <a:pt x="12" y="129"/>
                    <a:pt x="12" y="129"/>
                  </a:cubicBezTo>
                  <a:cubicBezTo>
                    <a:pt x="12" y="129"/>
                    <a:pt x="12" y="129"/>
                    <a:pt x="12" y="129"/>
                  </a:cubicBezTo>
                  <a:cubicBezTo>
                    <a:pt x="13" y="129"/>
                    <a:pt x="13" y="129"/>
                    <a:pt x="13" y="129"/>
                  </a:cubicBezTo>
                  <a:cubicBezTo>
                    <a:pt x="14" y="129"/>
                    <a:pt x="14" y="129"/>
                    <a:pt x="15" y="128"/>
                  </a:cubicBezTo>
                  <a:cubicBezTo>
                    <a:pt x="15" y="128"/>
                    <a:pt x="15" y="127"/>
                    <a:pt x="15" y="126"/>
                  </a:cubicBezTo>
                  <a:cubicBezTo>
                    <a:pt x="15" y="125"/>
                    <a:pt x="15" y="125"/>
                    <a:pt x="15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77" y="68"/>
                    <a:pt x="77" y="68"/>
                    <a:pt x="77" y="68"/>
                  </a:cubicBezTo>
                  <a:cubicBezTo>
                    <a:pt x="77" y="68"/>
                    <a:pt x="124" y="20"/>
                    <a:pt x="125" y="20"/>
                  </a:cubicBezTo>
                  <a:cubicBezTo>
                    <a:pt x="127" y="18"/>
                    <a:pt x="128" y="15"/>
                    <a:pt x="128" y="12"/>
                  </a:cubicBezTo>
                  <a:close/>
                  <a:moveTo>
                    <a:pt x="12" y="122"/>
                  </a:moveTo>
                  <a:cubicBezTo>
                    <a:pt x="7" y="117"/>
                    <a:pt x="7" y="117"/>
                    <a:pt x="7" y="117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12" y="122"/>
                  </a:lnTo>
                  <a:close/>
                  <a:moveTo>
                    <a:pt x="23" y="112"/>
                  </a:moveTo>
                  <a:cubicBezTo>
                    <a:pt x="17" y="106"/>
                    <a:pt x="17" y="106"/>
                    <a:pt x="17" y="106"/>
                  </a:cubicBezTo>
                  <a:cubicBezTo>
                    <a:pt x="24" y="99"/>
                    <a:pt x="24" y="99"/>
                    <a:pt x="24" y="99"/>
                  </a:cubicBezTo>
                  <a:cubicBezTo>
                    <a:pt x="30" y="105"/>
                    <a:pt x="30" y="105"/>
                    <a:pt x="30" y="105"/>
                  </a:cubicBezTo>
                  <a:lnTo>
                    <a:pt x="23" y="112"/>
                  </a:lnTo>
                  <a:close/>
                  <a:moveTo>
                    <a:pt x="33" y="102"/>
                  </a:moveTo>
                  <a:cubicBezTo>
                    <a:pt x="27" y="96"/>
                    <a:pt x="27" y="96"/>
                    <a:pt x="27" y="96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41" y="95"/>
                    <a:pt x="41" y="95"/>
                    <a:pt x="41" y="95"/>
                  </a:cubicBezTo>
                  <a:lnTo>
                    <a:pt x="33" y="102"/>
                  </a:lnTo>
                  <a:close/>
                  <a:moveTo>
                    <a:pt x="44" y="92"/>
                  </a:moveTo>
                  <a:cubicBezTo>
                    <a:pt x="37" y="85"/>
                    <a:pt x="37" y="85"/>
                    <a:pt x="37" y="85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52" y="85"/>
                    <a:pt x="52" y="85"/>
                    <a:pt x="52" y="85"/>
                  </a:cubicBezTo>
                  <a:lnTo>
                    <a:pt x="44" y="92"/>
                  </a:lnTo>
                  <a:close/>
                  <a:moveTo>
                    <a:pt x="122" y="16"/>
                  </a:moveTo>
                  <a:cubicBezTo>
                    <a:pt x="74" y="64"/>
                    <a:pt x="74" y="64"/>
                    <a:pt x="74" y="64"/>
                  </a:cubicBezTo>
                  <a:cubicBezTo>
                    <a:pt x="55" y="82"/>
                    <a:pt x="55" y="82"/>
                    <a:pt x="55" y="82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5" y="5"/>
                    <a:pt x="119" y="5"/>
                    <a:pt x="122" y="7"/>
                  </a:cubicBezTo>
                  <a:cubicBezTo>
                    <a:pt x="123" y="9"/>
                    <a:pt x="124" y="10"/>
                    <a:pt x="124" y="12"/>
                  </a:cubicBezTo>
                  <a:cubicBezTo>
                    <a:pt x="124" y="14"/>
                    <a:pt x="123" y="15"/>
                    <a:pt x="12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Freeform 58"/>
            <p:cNvSpPr>
              <a:spLocks noEditPoints="1"/>
            </p:cNvSpPr>
            <p:nvPr/>
          </p:nvSpPr>
          <p:spPr bwMode="auto">
            <a:xfrm>
              <a:off x="4596" y="2311"/>
              <a:ext cx="302" cy="306"/>
            </a:xfrm>
            <a:custGeom>
              <a:avLst/>
              <a:gdLst>
                <a:gd name="T0" fmla="*/ 3 w 128"/>
                <a:gd name="T1" fmla="*/ 91 h 129"/>
                <a:gd name="T2" fmla="*/ 0 w 128"/>
                <a:gd name="T3" fmla="*/ 98 h 129"/>
                <a:gd name="T4" fmla="*/ 0 w 128"/>
                <a:gd name="T5" fmla="*/ 106 h 129"/>
                <a:gd name="T6" fmla="*/ 8 w 128"/>
                <a:gd name="T7" fmla="*/ 120 h 129"/>
                <a:gd name="T8" fmla="*/ 16 w 128"/>
                <a:gd name="T9" fmla="*/ 126 h 129"/>
                <a:gd name="T10" fmla="*/ 37 w 128"/>
                <a:gd name="T11" fmla="*/ 125 h 129"/>
                <a:gd name="T12" fmla="*/ 119 w 128"/>
                <a:gd name="T13" fmla="*/ 85 h 129"/>
                <a:gd name="T14" fmla="*/ 123 w 128"/>
                <a:gd name="T15" fmla="*/ 82 h 129"/>
                <a:gd name="T16" fmla="*/ 128 w 128"/>
                <a:gd name="T17" fmla="*/ 71 h 129"/>
                <a:gd name="T18" fmla="*/ 123 w 128"/>
                <a:gd name="T19" fmla="*/ 59 h 129"/>
                <a:gd name="T20" fmla="*/ 115 w 128"/>
                <a:gd name="T21" fmla="*/ 55 h 129"/>
                <a:gd name="T22" fmla="*/ 114 w 128"/>
                <a:gd name="T23" fmla="*/ 55 h 129"/>
                <a:gd name="T24" fmla="*/ 114 w 128"/>
                <a:gd name="T25" fmla="*/ 54 h 129"/>
                <a:gd name="T26" fmla="*/ 110 w 128"/>
                <a:gd name="T27" fmla="*/ 46 h 129"/>
                <a:gd name="T28" fmla="*/ 102 w 128"/>
                <a:gd name="T29" fmla="*/ 41 h 129"/>
                <a:gd name="T30" fmla="*/ 101 w 128"/>
                <a:gd name="T31" fmla="*/ 41 h 129"/>
                <a:gd name="T32" fmla="*/ 100 w 128"/>
                <a:gd name="T33" fmla="*/ 40 h 129"/>
                <a:gd name="T34" fmla="*/ 96 w 128"/>
                <a:gd name="T35" fmla="*/ 32 h 129"/>
                <a:gd name="T36" fmla="*/ 88 w 128"/>
                <a:gd name="T37" fmla="*/ 28 h 129"/>
                <a:gd name="T38" fmla="*/ 87 w 128"/>
                <a:gd name="T39" fmla="*/ 27 h 129"/>
                <a:gd name="T40" fmla="*/ 87 w 128"/>
                <a:gd name="T41" fmla="*/ 27 h 129"/>
                <a:gd name="T42" fmla="*/ 82 w 128"/>
                <a:gd name="T43" fmla="*/ 18 h 129"/>
                <a:gd name="T44" fmla="*/ 74 w 128"/>
                <a:gd name="T45" fmla="*/ 14 h 129"/>
                <a:gd name="T46" fmla="*/ 73 w 128"/>
                <a:gd name="T47" fmla="*/ 14 h 129"/>
                <a:gd name="T48" fmla="*/ 73 w 128"/>
                <a:gd name="T49" fmla="*/ 13 h 129"/>
                <a:gd name="T50" fmla="*/ 69 w 128"/>
                <a:gd name="T51" fmla="*/ 5 h 129"/>
                <a:gd name="T52" fmla="*/ 58 w 128"/>
                <a:gd name="T53" fmla="*/ 0 h 129"/>
                <a:gd name="T54" fmla="*/ 46 w 128"/>
                <a:gd name="T55" fmla="*/ 5 h 129"/>
                <a:gd name="T56" fmla="*/ 43 w 128"/>
                <a:gd name="T57" fmla="*/ 9 h 129"/>
                <a:gd name="T58" fmla="*/ 3 w 128"/>
                <a:gd name="T59" fmla="*/ 91 h 129"/>
                <a:gd name="T60" fmla="*/ 35 w 128"/>
                <a:gd name="T61" fmla="*/ 121 h 129"/>
                <a:gd name="T62" fmla="*/ 26 w 128"/>
                <a:gd name="T63" fmla="*/ 123 h 129"/>
                <a:gd name="T64" fmla="*/ 11 w 128"/>
                <a:gd name="T65" fmla="*/ 117 h 129"/>
                <a:gd name="T66" fmla="*/ 7 w 128"/>
                <a:gd name="T67" fmla="*/ 93 h 129"/>
                <a:gd name="T68" fmla="*/ 8 w 128"/>
                <a:gd name="T69" fmla="*/ 90 h 129"/>
                <a:gd name="T70" fmla="*/ 38 w 128"/>
                <a:gd name="T71" fmla="*/ 120 h 129"/>
                <a:gd name="T72" fmla="*/ 35 w 128"/>
                <a:gd name="T73" fmla="*/ 121 h 129"/>
                <a:gd name="T74" fmla="*/ 43 w 128"/>
                <a:gd name="T75" fmla="*/ 118 h 129"/>
                <a:gd name="T76" fmla="*/ 10 w 128"/>
                <a:gd name="T77" fmla="*/ 85 h 129"/>
                <a:gd name="T78" fmla="*/ 40 w 128"/>
                <a:gd name="T79" fmla="*/ 25 h 129"/>
                <a:gd name="T80" fmla="*/ 103 w 128"/>
                <a:gd name="T81" fmla="*/ 88 h 129"/>
                <a:gd name="T82" fmla="*/ 43 w 128"/>
                <a:gd name="T83" fmla="*/ 118 h 129"/>
                <a:gd name="T84" fmla="*/ 47 w 128"/>
                <a:gd name="T85" fmla="*/ 11 h 129"/>
                <a:gd name="T86" fmla="*/ 50 w 128"/>
                <a:gd name="T87" fmla="*/ 8 h 129"/>
                <a:gd name="T88" fmla="*/ 65 w 128"/>
                <a:gd name="T89" fmla="*/ 8 h 129"/>
                <a:gd name="T90" fmla="*/ 68 w 128"/>
                <a:gd name="T91" fmla="*/ 19 h 129"/>
                <a:gd name="T92" fmla="*/ 79 w 128"/>
                <a:gd name="T93" fmla="*/ 22 h 129"/>
                <a:gd name="T94" fmla="*/ 82 w 128"/>
                <a:gd name="T95" fmla="*/ 32 h 129"/>
                <a:gd name="T96" fmla="*/ 93 w 128"/>
                <a:gd name="T97" fmla="*/ 35 h 129"/>
                <a:gd name="T98" fmla="*/ 96 w 128"/>
                <a:gd name="T99" fmla="*/ 46 h 129"/>
                <a:gd name="T100" fmla="*/ 106 w 128"/>
                <a:gd name="T101" fmla="*/ 49 h 129"/>
                <a:gd name="T102" fmla="*/ 109 w 128"/>
                <a:gd name="T103" fmla="*/ 60 h 129"/>
                <a:gd name="T104" fmla="*/ 120 w 128"/>
                <a:gd name="T105" fmla="*/ 63 h 129"/>
                <a:gd name="T106" fmla="*/ 120 w 128"/>
                <a:gd name="T107" fmla="*/ 79 h 129"/>
                <a:gd name="T108" fmla="*/ 117 w 128"/>
                <a:gd name="T109" fmla="*/ 81 h 129"/>
                <a:gd name="T110" fmla="*/ 107 w 128"/>
                <a:gd name="T111" fmla="*/ 85 h 129"/>
                <a:gd name="T112" fmla="*/ 107 w 128"/>
                <a:gd name="T113" fmla="*/ 85 h 129"/>
                <a:gd name="T114" fmla="*/ 43 w 128"/>
                <a:gd name="T115" fmla="*/ 21 h 129"/>
                <a:gd name="T116" fmla="*/ 47 w 128"/>
                <a:gd name="T117" fmla="*/ 1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" h="129">
                  <a:moveTo>
                    <a:pt x="3" y="91"/>
                  </a:moveTo>
                  <a:cubicBezTo>
                    <a:pt x="1" y="93"/>
                    <a:pt x="1" y="96"/>
                    <a:pt x="0" y="98"/>
                  </a:cubicBezTo>
                  <a:cubicBezTo>
                    <a:pt x="0" y="101"/>
                    <a:pt x="0" y="104"/>
                    <a:pt x="0" y="106"/>
                  </a:cubicBezTo>
                  <a:cubicBezTo>
                    <a:pt x="1" y="112"/>
                    <a:pt x="4" y="117"/>
                    <a:pt x="8" y="120"/>
                  </a:cubicBezTo>
                  <a:cubicBezTo>
                    <a:pt x="10" y="123"/>
                    <a:pt x="13" y="125"/>
                    <a:pt x="16" y="126"/>
                  </a:cubicBezTo>
                  <a:cubicBezTo>
                    <a:pt x="23" y="129"/>
                    <a:pt x="31" y="129"/>
                    <a:pt x="37" y="125"/>
                  </a:cubicBezTo>
                  <a:cubicBezTo>
                    <a:pt x="119" y="85"/>
                    <a:pt x="119" y="85"/>
                    <a:pt x="119" y="85"/>
                  </a:cubicBezTo>
                  <a:cubicBezTo>
                    <a:pt x="121" y="84"/>
                    <a:pt x="122" y="83"/>
                    <a:pt x="123" y="82"/>
                  </a:cubicBezTo>
                  <a:cubicBezTo>
                    <a:pt x="126" y="79"/>
                    <a:pt x="128" y="75"/>
                    <a:pt x="128" y="71"/>
                  </a:cubicBezTo>
                  <a:cubicBezTo>
                    <a:pt x="128" y="66"/>
                    <a:pt x="126" y="62"/>
                    <a:pt x="123" y="59"/>
                  </a:cubicBezTo>
                  <a:cubicBezTo>
                    <a:pt x="121" y="57"/>
                    <a:pt x="118" y="56"/>
                    <a:pt x="115" y="55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114" y="54"/>
                    <a:pt x="114" y="54"/>
                    <a:pt x="114" y="54"/>
                  </a:cubicBezTo>
                  <a:cubicBezTo>
                    <a:pt x="113" y="51"/>
                    <a:pt x="112" y="48"/>
                    <a:pt x="110" y="46"/>
                  </a:cubicBezTo>
                  <a:cubicBezTo>
                    <a:pt x="107" y="43"/>
                    <a:pt x="105" y="42"/>
                    <a:pt x="102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37"/>
                    <a:pt x="98" y="34"/>
                    <a:pt x="96" y="32"/>
                  </a:cubicBezTo>
                  <a:cubicBezTo>
                    <a:pt x="94" y="30"/>
                    <a:pt x="91" y="28"/>
                    <a:pt x="88" y="28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6" y="23"/>
                    <a:pt x="85" y="21"/>
                    <a:pt x="82" y="18"/>
                  </a:cubicBezTo>
                  <a:cubicBezTo>
                    <a:pt x="80" y="16"/>
                    <a:pt x="77" y="15"/>
                    <a:pt x="74" y="14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2" y="10"/>
                    <a:pt x="71" y="7"/>
                    <a:pt x="69" y="5"/>
                  </a:cubicBezTo>
                  <a:cubicBezTo>
                    <a:pt x="66" y="2"/>
                    <a:pt x="62" y="0"/>
                    <a:pt x="58" y="0"/>
                  </a:cubicBezTo>
                  <a:cubicBezTo>
                    <a:pt x="53" y="0"/>
                    <a:pt x="49" y="2"/>
                    <a:pt x="46" y="5"/>
                  </a:cubicBezTo>
                  <a:cubicBezTo>
                    <a:pt x="45" y="6"/>
                    <a:pt x="43" y="9"/>
                    <a:pt x="43" y="9"/>
                  </a:cubicBezTo>
                  <a:lnTo>
                    <a:pt x="3" y="91"/>
                  </a:lnTo>
                  <a:close/>
                  <a:moveTo>
                    <a:pt x="35" y="121"/>
                  </a:moveTo>
                  <a:cubicBezTo>
                    <a:pt x="32" y="123"/>
                    <a:pt x="29" y="123"/>
                    <a:pt x="26" y="123"/>
                  </a:cubicBezTo>
                  <a:cubicBezTo>
                    <a:pt x="20" y="123"/>
                    <a:pt x="15" y="121"/>
                    <a:pt x="11" y="117"/>
                  </a:cubicBezTo>
                  <a:cubicBezTo>
                    <a:pt x="4" y="111"/>
                    <a:pt x="3" y="101"/>
                    <a:pt x="7" y="93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38" y="120"/>
                    <a:pt x="38" y="120"/>
                    <a:pt x="38" y="120"/>
                  </a:cubicBezTo>
                  <a:lnTo>
                    <a:pt x="35" y="121"/>
                  </a:lnTo>
                  <a:close/>
                  <a:moveTo>
                    <a:pt x="43" y="118"/>
                  </a:moveTo>
                  <a:cubicBezTo>
                    <a:pt x="10" y="85"/>
                    <a:pt x="10" y="85"/>
                    <a:pt x="10" y="8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103" y="88"/>
                    <a:pt x="103" y="88"/>
                    <a:pt x="103" y="88"/>
                  </a:cubicBezTo>
                  <a:lnTo>
                    <a:pt x="43" y="118"/>
                  </a:lnTo>
                  <a:close/>
                  <a:moveTo>
                    <a:pt x="47" y="11"/>
                  </a:moveTo>
                  <a:cubicBezTo>
                    <a:pt x="48" y="11"/>
                    <a:pt x="49" y="9"/>
                    <a:pt x="50" y="8"/>
                  </a:cubicBezTo>
                  <a:cubicBezTo>
                    <a:pt x="54" y="4"/>
                    <a:pt x="61" y="4"/>
                    <a:pt x="65" y="8"/>
                  </a:cubicBezTo>
                  <a:cubicBezTo>
                    <a:pt x="68" y="11"/>
                    <a:pt x="69" y="15"/>
                    <a:pt x="68" y="19"/>
                  </a:cubicBezTo>
                  <a:cubicBezTo>
                    <a:pt x="72" y="18"/>
                    <a:pt x="76" y="19"/>
                    <a:pt x="79" y="22"/>
                  </a:cubicBezTo>
                  <a:cubicBezTo>
                    <a:pt x="82" y="24"/>
                    <a:pt x="83" y="28"/>
                    <a:pt x="82" y="32"/>
                  </a:cubicBezTo>
                  <a:cubicBezTo>
                    <a:pt x="86" y="31"/>
                    <a:pt x="90" y="32"/>
                    <a:pt x="93" y="35"/>
                  </a:cubicBezTo>
                  <a:cubicBezTo>
                    <a:pt x="96" y="38"/>
                    <a:pt x="97" y="42"/>
                    <a:pt x="96" y="46"/>
                  </a:cubicBezTo>
                  <a:cubicBezTo>
                    <a:pt x="100" y="45"/>
                    <a:pt x="104" y="46"/>
                    <a:pt x="106" y="49"/>
                  </a:cubicBezTo>
                  <a:cubicBezTo>
                    <a:pt x="109" y="52"/>
                    <a:pt x="110" y="56"/>
                    <a:pt x="109" y="60"/>
                  </a:cubicBezTo>
                  <a:cubicBezTo>
                    <a:pt x="113" y="59"/>
                    <a:pt x="117" y="60"/>
                    <a:pt x="120" y="63"/>
                  </a:cubicBezTo>
                  <a:cubicBezTo>
                    <a:pt x="125" y="67"/>
                    <a:pt x="125" y="74"/>
                    <a:pt x="120" y="79"/>
                  </a:cubicBezTo>
                  <a:cubicBezTo>
                    <a:pt x="119" y="79"/>
                    <a:pt x="118" y="80"/>
                    <a:pt x="117" y="81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43" y="21"/>
                    <a:pt x="43" y="21"/>
                    <a:pt x="43" y="21"/>
                  </a:cubicBezTo>
                  <a:lnTo>
                    <a:pt x="47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Freeform 59"/>
            <p:cNvSpPr>
              <a:spLocks noEditPoints="1"/>
            </p:cNvSpPr>
            <p:nvPr/>
          </p:nvSpPr>
          <p:spPr bwMode="auto">
            <a:xfrm>
              <a:off x="3976" y="2311"/>
              <a:ext cx="331" cy="304"/>
            </a:xfrm>
            <a:custGeom>
              <a:avLst/>
              <a:gdLst>
                <a:gd name="T0" fmla="*/ 70 w 140"/>
                <a:gd name="T1" fmla="*/ 0 h 128"/>
                <a:gd name="T2" fmla="*/ 25 w 140"/>
                <a:gd name="T3" fmla="*/ 19 h 128"/>
                <a:gd name="T4" fmla="*/ 25 w 140"/>
                <a:gd name="T5" fmla="*/ 109 h 128"/>
                <a:gd name="T6" fmla="*/ 70 w 140"/>
                <a:gd name="T7" fmla="*/ 128 h 128"/>
                <a:gd name="T8" fmla="*/ 115 w 140"/>
                <a:gd name="T9" fmla="*/ 109 h 128"/>
                <a:gd name="T10" fmla="*/ 115 w 140"/>
                <a:gd name="T11" fmla="*/ 19 h 128"/>
                <a:gd name="T12" fmla="*/ 70 w 140"/>
                <a:gd name="T13" fmla="*/ 0 h 128"/>
                <a:gd name="T14" fmla="*/ 12 w 140"/>
                <a:gd name="T15" fmla="*/ 49 h 128"/>
                <a:gd name="T16" fmla="*/ 15 w 140"/>
                <a:gd name="T17" fmla="*/ 42 h 128"/>
                <a:gd name="T18" fmla="*/ 28 w 140"/>
                <a:gd name="T19" fmla="*/ 22 h 128"/>
                <a:gd name="T20" fmla="*/ 48 w 140"/>
                <a:gd name="T21" fmla="*/ 9 h 128"/>
                <a:gd name="T22" fmla="*/ 55 w 140"/>
                <a:gd name="T23" fmla="*/ 6 h 128"/>
                <a:gd name="T24" fmla="*/ 56 w 140"/>
                <a:gd name="T25" fmla="*/ 6 h 128"/>
                <a:gd name="T26" fmla="*/ 85 w 140"/>
                <a:gd name="T27" fmla="*/ 35 h 128"/>
                <a:gd name="T28" fmla="*/ 94 w 140"/>
                <a:gd name="T29" fmla="*/ 57 h 128"/>
                <a:gd name="T30" fmla="*/ 85 w 140"/>
                <a:gd name="T31" fmla="*/ 79 h 128"/>
                <a:gd name="T32" fmla="*/ 63 w 140"/>
                <a:gd name="T33" fmla="*/ 88 h 128"/>
                <a:gd name="T34" fmla="*/ 41 w 140"/>
                <a:gd name="T35" fmla="*/ 79 h 128"/>
                <a:gd name="T36" fmla="*/ 12 w 140"/>
                <a:gd name="T37" fmla="*/ 50 h 128"/>
                <a:gd name="T38" fmla="*/ 12 w 140"/>
                <a:gd name="T39" fmla="*/ 49 h 128"/>
                <a:gd name="T40" fmla="*/ 129 w 140"/>
                <a:gd name="T41" fmla="*/ 64 h 128"/>
                <a:gd name="T42" fmla="*/ 125 w 140"/>
                <a:gd name="T43" fmla="*/ 86 h 128"/>
                <a:gd name="T44" fmla="*/ 112 w 140"/>
                <a:gd name="T45" fmla="*/ 106 h 128"/>
                <a:gd name="T46" fmla="*/ 92 w 140"/>
                <a:gd name="T47" fmla="*/ 119 h 128"/>
                <a:gd name="T48" fmla="*/ 70 w 140"/>
                <a:gd name="T49" fmla="*/ 123 h 128"/>
                <a:gd name="T50" fmla="*/ 48 w 140"/>
                <a:gd name="T51" fmla="*/ 119 h 128"/>
                <a:gd name="T52" fmla="*/ 28 w 140"/>
                <a:gd name="T53" fmla="*/ 106 h 128"/>
                <a:gd name="T54" fmla="*/ 15 w 140"/>
                <a:gd name="T55" fmla="*/ 86 h 128"/>
                <a:gd name="T56" fmla="*/ 11 w 140"/>
                <a:gd name="T57" fmla="*/ 64 h 128"/>
                <a:gd name="T58" fmla="*/ 11 w 140"/>
                <a:gd name="T59" fmla="*/ 59 h 128"/>
                <a:gd name="T60" fmla="*/ 11 w 140"/>
                <a:gd name="T61" fmla="*/ 55 h 128"/>
                <a:gd name="T62" fmla="*/ 38 w 140"/>
                <a:gd name="T63" fmla="*/ 82 h 128"/>
                <a:gd name="T64" fmla="*/ 63 w 140"/>
                <a:gd name="T65" fmla="*/ 93 h 128"/>
                <a:gd name="T66" fmla="*/ 88 w 140"/>
                <a:gd name="T67" fmla="*/ 82 h 128"/>
                <a:gd name="T68" fmla="*/ 88 w 140"/>
                <a:gd name="T69" fmla="*/ 32 h 128"/>
                <a:gd name="T70" fmla="*/ 61 w 140"/>
                <a:gd name="T71" fmla="*/ 5 h 128"/>
                <a:gd name="T72" fmla="*/ 65 w 140"/>
                <a:gd name="T73" fmla="*/ 5 h 128"/>
                <a:gd name="T74" fmla="*/ 92 w 140"/>
                <a:gd name="T75" fmla="*/ 9 h 128"/>
                <a:gd name="T76" fmla="*/ 112 w 140"/>
                <a:gd name="T77" fmla="*/ 22 h 128"/>
                <a:gd name="T78" fmla="*/ 125 w 140"/>
                <a:gd name="T79" fmla="*/ 42 h 128"/>
                <a:gd name="T80" fmla="*/ 129 w 140"/>
                <a:gd name="T81" fmla="*/ 6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0" h="128">
                  <a:moveTo>
                    <a:pt x="70" y="0"/>
                  </a:moveTo>
                  <a:cubicBezTo>
                    <a:pt x="53" y="0"/>
                    <a:pt x="37" y="7"/>
                    <a:pt x="25" y="19"/>
                  </a:cubicBezTo>
                  <a:cubicBezTo>
                    <a:pt x="0" y="44"/>
                    <a:pt x="0" y="84"/>
                    <a:pt x="25" y="109"/>
                  </a:cubicBezTo>
                  <a:cubicBezTo>
                    <a:pt x="37" y="121"/>
                    <a:pt x="53" y="128"/>
                    <a:pt x="70" y="128"/>
                  </a:cubicBezTo>
                  <a:cubicBezTo>
                    <a:pt x="87" y="128"/>
                    <a:pt x="103" y="121"/>
                    <a:pt x="115" y="109"/>
                  </a:cubicBezTo>
                  <a:cubicBezTo>
                    <a:pt x="140" y="84"/>
                    <a:pt x="140" y="44"/>
                    <a:pt x="115" y="19"/>
                  </a:cubicBezTo>
                  <a:cubicBezTo>
                    <a:pt x="103" y="7"/>
                    <a:pt x="87" y="0"/>
                    <a:pt x="70" y="0"/>
                  </a:cubicBezTo>
                  <a:close/>
                  <a:moveTo>
                    <a:pt x="12" y="49"/>
                  </a:moveTo>
                  <a:cubicBezTo>
                    <a:pt x="13" y="47"/>
                    <a:pt x="14" y="44"/>
                    <a:pt x="15" y="42"/>
                  </a:cubicBezTo>
                  <a:cubicBezTo>
                    <a:pt x="18" y="34"/>
                    <a:pt x="22" y="28"/>
                    <a:pt x="28" y="22"/>
                  </a:cubicBezTo>
                  <a:cubicBezTo>
                    <a:pt x="34" y="16"/>
                    <a:pt x="40" y="12"/>
                    <a:pt x="48" y="9"/>
                  </a:cubicBezTo>
                  <a:cubicBezTo>
                    <a:pt x="50" y="8"/>
                    <a:pt x="53" y="7"/>
                    <a:pt x="55" y="6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91" y="41"/>
                    <a:pt x="94" y="49"/>
                    <a:pt x="94" y="57"/>
                  </a:cubicBezTo>
                  <a:cubicBezTo>
                    <a:pt x="94" y="65"/>
                    <a:pt x="91" y="73"/>
                    <a:pt x="85" y="79"/>
                  </a:cubicBezTo>
                  <a:cubicBezTo>
                    <a:pt x="79" y="85"/>
                    <a:pt x="71" y="88"/>
                    <a:pt x="63" y="88"/>
                  </a:cubicBezTo>
                  <a:cubicBezTo>
                    <a:pt x="55" y="88"/>
                    <a:pt x="47" y="85"/>
                    <a:pt x="41" y="79"/>
                  </a:cubicBezTo>
                  <a:cubicBezTo>
                    <a:pt x="12" y="50"/>
                    <a:pt x="12" y="50"/>
                    <a:pt x="12" y="50"/>
                  </a:cubicBezTo>
                  <a:lnTo>
                    <a:pt x="12" y="49"/>
                  </a:lnTo>
                  <a:close/>
                  <a:moveTo>
                    <a:pt x="129" y="64"/>
                  </a:moveTo>
                  <a:cubicBezTo>
                    <a:pt x="129" y="72"/>
                    <a:pt x="128" y="79"/>
                    <a:pt x="125" y="86"/>
                  </a:cubicBezTo>
                  <a:cubicBezTo>
                    <a:pt x="122" y="94"/>
                    <a:pt x="118" y="100"/>
                    <a:pt x="112" y="106"/>
                  </a:cubicBezTo>
                  <a:cubicBezTo>
                    <a:pt x="106" y="112"/>
                    <a:pt x="100" y="116"/>
                    <a:pt x="92" y="119"/>
                  </a:cubicBezTo>
                  <a:cubicBezTo>
                    <a:pt x="85" y="122"/>
                    <a:pt x="78" y="123"/>
                    <a:pt x="70" y="123"/>
                  </a:cubicBezTo>
                  <a:cubicBezTo>
                    <a:pt x="62" y="123"/>
                    <a:pt x="55" y="122"/>
                    <a:pt x="48" y="119"/>
                  </a:cubicBezTo>
                  <a:cubicBezTo>
                    <a:pt x="40" y="116"/>
                    <a:pt x="34" y="112"/>
                    <a:pt x="28" y="106"/>
                  </a:cubicBezTo>
                  <a:cubicBezTo>
                    <a:pt x="22" y="100"/>
                    <a:pt x="18" y="94"/>
                    <a:pt x="15" y="86"/>
                  </a:cubicBezTo>
                  <a:cubicBezTo>
                    <a:pt x="12" y="79"/>
                    <a:pt x="11" y="72"/>
                    <a:pt x="11" y="64"/>
                  </a:cubicBezTo>
                  <a:cubicBezTo>
                    <a:pt x="11" y="62"/>
                    <a:pt x="11" y="60"/>
                    <a:pt x="11" y="59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38" y="82"/>
                    <a:pt x="38" y="82"/>
                    <a:pt x="38" y="82"/>
                  </a:cubicBezTo>
                  <a:cubicBezTo>
                    <a:pt x="45" y="89"/>
                    <a:pt x="54" y="93"/>
                    <a:pt x="63" y="93"/>
                  </a:cubicBezTo>
                  <a:cubicBezTo>
                    <a:pt x="73" y="93"/>
                    <a:pt x="82" y="89"/>
                    <a:pt x="88" y="82"/>
                  </a:cubicBezTo>
                  <a:cubicBezTo>
                    <a:pt x="102" y="68"/>
                    <a:pt x="102" y="46"/>
                    <a:pt x="88" y="32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74" y="4"/>
                    <a:pt x="84" y="5"/>
                    <a:pt x="92" y="9"/>
                  </a:cubicBezTo>
                  <a:cubicBezTo>
                    <a:pt x="100" y="12"/>
                    <a:pt x="106" y="16"/>
                    <a:pt x="112" y="22"/>
                  </a:cubicBezTo>
                  <a:cubicBezTo>
                    <a:pt x="118" y="28"/>
                    <a:pt x="122" y="34"/>
                    <a:pt x="125" y="42"/>
                  </a:cubicBezTo>
                  <a:cubicBezTo>
                    <a:pt x="128" y="49"/>
                    <a:pt x="129" y="56"/>
                    <a:pt x="12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Freeform 60"/>
            <p:cNvSpPr/>
            <p:nvPr/>
          </p:nvSpPr>
          <p:spPr bwMode="auto">
            <a:xfrm>
              <a:off x="3522" y="2392"/>
              <a:ext cx="28" cy="43"/>
            </a:xfrm>
            <a:custGeom>
              <a:avLst/>
              <a:gdLst>
                <a:gd name="T0" fmla="*/ 10 w 12"/>
                <a:gd name="T1" fmla="*/ 0 h 18"/>
                <a:gd name="T2" fmla="*/ 8 w 12"/>
                <a:gd name="T3" fmla="*/ 1 h 18"/>
                <a:gd name="T4" fmla="*/ 8 w 12"/>
                <a:gd name="T5" fmla="*/ 2 h 18"/>
                <a:gd name="T6" fmla="*/ 0 w 12"/>
                <a:gd name="T7" fmla="*/ 14 h 18"/>
                <a:gd name="T8" fmla="*/ 1 w 12"/>
                <a:gd name="T9" fmla="*/ 17 h 18"/>
                <a:gd name="T10" fmla="*/ 4 w 12"/>
                <a:gd name="T11" fmla="*/ 17 h 18"/>
                <a:gd name="T12" fmla="*/ 4 w 12"/>
                <a:gd name="T13" fmla="*/ 17 h 18"/>
                <a:gd name="T14" fmla="*/ 4 w 12"/>
                <a:gd name="T15" fmla="*/ 17 h 18"/>
                <a:gd name="T16" fmla="*/ 12 w 12"/>
                <a:gd name="T17" fmla="*/ 4 h 18"/>
                <a:gd name="T18" fmla="*/ 12 w 12"/>
                <a:gd name="T19" fmla="*/ 3 h 18"/>
                <a:gd name="T20" fmla="*/ 12 w 12"/>
                <a:gd name="T21" fmla="*/ 1 h 18"/>
                <a:gd name="T22" fmla="*/ 10 w 12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8">
                  <a:moveTo>
                    <a:pt x="10" y="0"/>
                  </a:moveTo>
                  <a:cubicBezTo>
                    <a:pt x="9" y="0"/>
                    <a:pt x="9" y="1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6" y="6"/>
                    <a:pt x="3" y="10"/>
                    <a:pt x="0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1" y="18"/>
                    <a:pt x="3" y="18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7" y="12"/>
                    <a:pt x="10" y="8"/>
                    <a:pt x="12" y="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1" y="1"/>
                    <a:pt x="11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Freeform 61"/>
            <p:cNvSpPr/>
            <p:nvPr/>
          </p:nvSpPr>
          <p:spPr bwMode="auto">
            <a:xfrm>
              <a:off x="3465" y="2449"/>
              <a:ext cx="43" cy="28"/>
            </a:xfrm>
            <a:custGeom>
              <a:avLst/>
              <a:gdLst>
                <a:gd name="T0" fmla="*/ 16 w 18"/>
                <a:gd name="T1" fmla="*/ 0 h 12"/>
                <a:gd name="T2" fmla="*/ 14 w 18"/>
                <a:gd name="T3" fmla="*/ 0 h 12"/>
                <a:gd name="T4" fmla="*/ 2 w 18"/>
                <a:gd name="T5" fmla="*/ 8 h 12"/>
                <a:gd name="T6" fmla="*/ 1 w 18"/>
                <a:gd name="T7" fmla="*/ 8 h 12"/>
                <a:gd name="T8" fmla="*/ 1 w 18"/>
                <a:gd name="T9" fmla="*/ 12 h 12"/>
                <a:gd name="T10" fmla="*/ 4 w 18"/>
                <a:gd name="T11" fmla="*/ 12 h 12"/>
                <a:gd name="T12" fmla="*/ 17 w 18"/>
                <a:gd name="T13" fmla="*/ 4 h 12"/>
                <a:gd name="T14" fmla="*/ 17 w 18"/>
                <a:gd name="T15" fmla="*/ 4 h 12"/>
                <a:gd name="T16" fmla="*/ 18 w 18"/>
                <a:gd name="T17" fmla="*/ 2 h 12"/>
                <a:gd name="T18" fmla="*/ 17 w 18"/>
                <a:gd name="T19" fmla="*/ 1 h 12"/>
                <a:gd name="T20" fmla="*/ 16 w 18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2">
                  <a:moveTo>
                    <a:pt x="16" y="0"/>
                  </a:moveTo>
                  <a:cubicBezTo>
                    <a:pt x="15" y="0"/>
                    <a:pt x="15" y="0"/>
                    <a:pt x="14" y="0"/>
                  </a:cubicBezTo>
                  <a:cubicBezTo>
                    <a:pt x="10" y="3"/>
                    <a:pt x="6" y="6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9"/>
                    <a:pt x="0" y="11"/>
                    <a:pt x="1" y="12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8" y="10"/>
                    <a:pt x="13" y="7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62"/>
            <p:cNvSpPr/>
            <p:nvPr/>
          </p:nvSpPr>
          <p:spPr bwMode="auto">
            <a:xfrm>
              <a:off x="3564" y="2449"/>
              <a:ext cx="43" cy="28"/>
            </a:xfrm>
            <a:custGeom>
              <a:avLst/>
              <a:gdLst>
                <a:gd name="T0" fmla="*/ 15 w 18"/>
                <a:gd name="T1" fmla="*/ 0 h 12"/>
                <a:gd name="T2" fmla="*/ 14 w 18"/>
                <a:gd name="T3" fmla="*/ 0 h 12"/>
                <a:gd name="T4" fmla="*/ 1 w 18"/>
                <a:gd name="T5" fmla="*/ 8 h 12"/>
                <a:gd name="T6" fmla="*/ 1 w 18"/>
                <a:gd name="T7" fmla="*/ 8 h 12"/>
                <a:gd name="T8" fmla="*/ 1 w 18"/>
                <a:gd name="T9" fmla="*/ 11 h 12"/>
                <a:gd name="T10" fmla="*/ 4 w 18"/>
                <a:gd name="T11" fmla="*/ 12 h 12"/>
                <a:gd name="T12" fmla="*/ 4 w 18"/>
                <a:gd name="T13" fmla="*/ 12 h 12"/>
                <a:gd name="T14" fmla="*/ 16 w 18"/>
                <a:gd name="T15" fmla="*/ 4 h 12"/>
                <a:gd name="T16" fmla="*/ 17 w 18"/>
                <a:gd name="T17" fmla="*/ 4 h 12"/>
                <a:gd name="T18" fmla="*/ 17 w 18"/>
                <a:gd name="T19" fmla="*/ 0 h 12"/>
                <a:gd name="T20" fmla="*/ 15 w 18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2">
                  <a:moveTo>
                    <a:pt x="1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0" y="2"/>
                    <a:pt x="5" y="5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9"/>
                    <a:pt x="0" y="11"/>
                    <a:pt x="1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8" y="9"/>
                    <a:pt x="12" y="6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3"/>
                    <a:pt x="18" y="1"/>
                    <a:pt x="17" y="0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63"/>
            <p:cNvSpPr/>
            <p:nvPr/>
          </p:nvSpPr>
          <p:spPr bwMode="auto">
            <a:xfrm>
              <a:off x="3522" y="2491"/>
              <a:ext cx="28" cy="43"/>
            </a:xfrm>
            <a:custGeom>
              <a:avLst/>
              <a:gdLst>
                <a:gd name="T0" fmla="*/ 10 w 12"/>
                <a:gd name="T1" fmla="*/ 0 h 18"/>
                <a:gd name="T2" fmla="*/ 8 w 12"/>
                <a:gd name="T3" fmla="*/ 1 h 18"/>
                <a:gd name="T4" fmla="*/ 8 w 12"/>
                <a:gd name="T5" fmla="*/ 1 h 18"/>
                <a:gd name="T6" fmla="*/ 0 w 12"/>
                <a:gd name="T7" fmla="*/ 14 h 18"/>
                <a:gd name="T8" fmla="*/ 0 w 12"/>
                <a:gd name="T9" fmla="*/ 17 h 18"/>
                <a:gd name="T10" fmla="*/ 4 w 12"/>
                <a:gd name="T11" fmla="*/ 17 h 18"/>
                <a:gd name="T12" fmla="*/ 4 w 12"/>
                <a:gd name="T13" fmla="*/ 16 h 18"/>
                <a:gd name="T14" fmla="*/ 12 w 12"/>
                <a:gd name="T15" fmla="*/ 4 h 18"/>
                <a:gd name="T16" fmla="*/ 11 w 12"/>
                <a:gd name="T17" fmla="*/ 1 h 18"/>
                <a:gd name="T18" fmla="*/ 10 w 12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8">
                  <a:moveTo>
                    <a:pt x="10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5"/>
                    <a:pt x="2" y="10"/>
                    <a:pt x="0" y="14"/>
                  </a:cubicBezTo>
                  <a:cubicBezTo>
                    <a:pt x="0" y="15"/>
                    <a:pt x="0" y="16"/>
                    <a:pt x="0" y="17"/>
                  </a:cubicBezTo>
                  <a:cubicBezTo>
                    <a:pt x="1" y="18"/>
                    <a:pt x="3" y="18"/>
                    <a:pt x="4" y="17"/>
                  </a:cubicBezTo>
                  <a:cubicBezTo>
                    <a:pt x="4" y="17"/>
                    <a:pt x="4" y="17"/>
                    <a:pt x="4" y="16"/>
                  </a:cubicBezTo>
                  <a:cubicBezTo>
                    <a:pt x="6" y="12"/>
                    <a:pt x="9" y="8"/>
                    <a:pt x="12" y="4"/>
                  </a:cubicBezTo>
                  <a:cubicBezTo>
                    <a:pt x="12" y="3"/>
                    <a:pt x="12" y="2"/>
                    <a:pt x="11" y="1"/>
                  </a:cubicBezTo>
                  <a:cubicBezTo>
                    <a:pt x="11" y="0"/>
                    <a:pt x="10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64"/>
            <p:cNvSpPr>
              <a:spLocks noEditPoints="1"/>
            </p:cNvSpPr>
            <p:nvPr/>
          </p:nvSpPr>
          <p:spPr bwMode="auto">
            <a:xfrm>
              <a:off x="3385" y="2311"/>
              <a:ext cx="302" cy="304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106 w 128"/>
                <a:gd name="T9" fmla="*/ 106 h 128"/>
                <a:gd name="T10" fmla="*/ 64 w 128"/>
                <a:gd name="T11" fmla="*/ 123 h 128"/>
                <a:gd name="T12" fmla="*/ 57 w 128"/>
                <a:gd name="T13" fmla="*/ 123 h 128"/>
                <a:gd name="T14" fmla="*/ 57 w 128"/>
                <a:gd name="T15" fmla="*/ 116 h 128"/>
                <a:gd name="T16" fmla="*/ 57 w 128"/>
                <a:gd name="T17" fmla="*/ 106 h 128"/>
                <a:gd name="T18" fmla="*/ 53 w 128"/>
                <a:gd name="T19" fmla="*/ 107 h 128"/>
                <a:gd name="T20" fmla="*/ 53 w 128"/>
                <a:gd name="T21" fmla="*/ 120 h 128"/>
                <a:gd name="T22" fmla="*/ 51 w 128"/>
                <a:gd name="T23" fmla="*/ 122 h 128"/>
                <a:gd name="T24" fmla="*/ 22 w 128"/>
                <a:gd name="T25" fmla="*/ 106 h 128"/>
                <a:gd name="T26" fmla="*/ 6 w 128"/>
                <a:gd name="T27" fmla="*/ 77 h 128"/>
                <a:gd name="T28" fmla="*/ 7 w 128"/>
                <a:gd name="T29" fmla="*/ 75 h 128"/>
                <a:gd name="T30" fmla="*/ 21 w 128"/>
                <a:gd name="T31" fmla="*/ 75 h 128"/>
                <a:gd name="T32" fmla="*/ 22 w 128"/>
                <a:gd name="T33" fmla="*/ 74 h 128"/>
                <a:gd name="T34" fmla="*/ 20 w 128"/>
                <a:gd name="T35" fmla="*/ 70 h 128"/>
                <a:gd name="T36" fmla="*/ 5 w 128"/>
                <a:gd name="T37" fmla="*/ 71 h 128"/>
                <a:gd name="T38" fmla="*/ 5 w 128"/>
                <a:gd name="T39" fmla="*/ 64 h 128"/>
                <a:gd name="T40" fmla="*/ 22 w 128"/>
                <a:gd name="T41" fmla="*/ 22 h 128"/>
                <a:gd name="T42" fmla="*/ 69 w 128"/>
                <a:gd name="T43" fmla="*/ 5 h 128"/>
                <a:gd name="T44" fmla="*/ 71 w 128"/>
                <a:gd name="T45" fmla="*/ 6 h 128"/>
                <a:gd name="T46" fmla="*/ 70 w 128"/>
                <a:gd name="T47" fmla="*/ 20 h 128"/>
                <a:gd name="T48" fmla="*/ 74 w 128"/>
                <a:gd name="T49" fmla="*/ 22 h 128"/>
                <a:gd name="T50" fmla="*/ 75 w 128"/>
                <a:gd name="T51" fmla="*/ 8 h 128"/>
                <a:gd name="T52" fmla="*/ 77 w 128"/>
                <a:gd name="T53" fmla="*/ 6 h 128"/>
                <a:gd name="T54" fmla="*/ 106 w 128"/>
                <a:gd name="T55" fmla="*/ 22 h 128"/>
                <a:gd name="T56" fmla="*/ 122 w 128"/>
                <a:gd name="T57" fmla="*/ 51 h 128"/>
                <a:gd name="T58" fmla="*/ 120 w 128"/>
                <a:gd name="T59" fmla="*/ 53 h 128"/>
                <a:gd name="T60" fmla="*/ 106 w 128"/>
                <a:gd name="T61" fmla="*/ 54 h 128"/>
                <a:gd name="T62" fmla="*/ 106 w 128"/>
                <a:gd name="T63" fmla="*/ 57 h 128"/>
                <a:gd name="T64" fmla="*/ 108 w 128"/>
                <a:gd name="T65" fmla="*/ 58 h 128"/>
                <a:gd name="T66" fmla="*/ 123 w 128"/>
                <a:gd name="T67" fmla="*/ 57 h 128"/>
                <a:gd name="T68" fmla="*/ 123 w 128"/>
                <a:gd name="T69" fmla="*/ 64 h 128"/>
                <a:gd name="T70" fmla="*/ 106 w 128"/>
                <a:gd name="T71" fmla="*/ 10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" h="128">
                  <a:moveTo>
                    <a:pt x="109" y="19"/>
                  </a:moveTo>
                  <a:cubicBezTo>
                    <a:pt x="97" y="7"/>
                    <a:pt x="81" y="0"/>
                    <a:pt x="64" y="0"/>
                  </a:cubicBezTo>
                  <a:cubicBezTo>
                    <a:pt x="47" y="0"/>
                    <a:pt x="31" y="7"/>
                    <a:pt x="19" y="19"/>
                  </a:cubicBezTo>
                  <a:cubicBezTo>
                    <a:pt x="7" y="31"/>
                    <a:pt x="0" y="47"/>
                    <a:pt x="0" y="64"/>
                  </a:cubicBezTo>
                  <a:cubicBezTo>
                    <a:pt x="0" y="81"/>
                    <a:pt x="7" y="97"/>
                    <a:pt x="19" y="109"/>
                  </a:cubicBezTo>
                  <a:cubicBezTo>
                    <a:pt x="31" y="121"/>
                    <a:pt x="47" y="128"/>
                    <a:pt x="64" y="128"/>
                  </a:cubicBezTo>
                  <a:cubicBezTo>
                    <a:pt x="81" y="128"/>
                    <a:pt x="97" y="121"/>
                    <a:pt x="109" y="109"/>
                  </a:cubicBezTo>
                  <a:cubicBezTo>
                    <a:pt x="121" y="97"/>
                    <a:pt x="128" y="81"/>
                    <a:pt x="128" y="64"/>
                  </a:cubicBezTo>
                  <a:cubicBezTo>
                    <a:pt x="128" y="47"/>
                    <a:pt x="121" y="31"/>
                    <a:pt x="109" y="19"/>
                  </a:cubicBezTo>
                  <a:close/>
                  <a:moveTo>
                    <a:pt x="106" y="106"/>
                  </a:moveTo>
                  <a:cubicBezTo>
                    <a:pt x="100" y="112"/>
                    <a:pt x="94" y="116"/>
                    <a:pt x="86" y="119"/>
                  </a:cubicBezTo>
                  <a:cubicBezTo>
                    <a:pt x="79" y="122"/>
                    <a:pt x="72" y="123"/>
                    <a:pt x="64" y="123"/>
                  </a:cubicBezTo>
                  <a:cubicBezTo>
                    <a:pt x="62" y="123"/>
                    <a:pt x="60" y="123"/>
                    <a:pt x="59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0"/>
                    <a:pt x="57" y="118"/>
                    <a:pt x="57" y="116"/>
                  </a:cubicBezTo>
                  <a:cubicBezTo>
                    <a:pt x="57" y="114"/>
                    <a:pt x="57" y="111"/>
                    <a:pt x="58" y="108"/>
                  </a:cubicBezTo>
                  <a:cubicBezTo>
                    <a:pt x="58" y="107"/>
                    <a:pt x="57" y="107"/>
                    <a:pt x="57" y="106"/>
                  </a:cubicBezTo>
                  <a:cubicBezTo>
                    <a:pt x="56" y="105"/>
                    <a:pt x="55" y="105"/>
                    <a:pt x="54" y="106"/>
                  </a:cubicBezTo>
                  <a:cubicBezTo>
                    <a:pt x="53" y="106"/>
                    <a:pt x="53" y="107"/>
                    <a:pt x="53" y="107"/>
                  </a:cubicBezTo>
                  <a:cubicBezTo>
                    <a:pt x="53" y="108"/>
                    <a:pt x="53" y="108"/>
                    <a:pt x="53" y="108"/>
                  </a:cubicBezTo>
                  <a:cubicBezTo>
                    <a:pt x="52" y="112"/>
                    <a:pt x="52" y="116"/>
                    <a:pt x="53" y="120"/>
                  </a:cubicBezTo>
                  <a:cubicBezTo>
                    <a:pt x="53" y="122"/>
                    <a:pt x="53" y="122"/>
                    <a:pt x="53" y="122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48" y="121"/>
                    <a:pt x="45" y="120"/>
                    <a:pt x="42" y="119"/>
                  </a:cubicBezTo>
                  <a:cubicBezTo>
                    <a:pt x="34" y="116"/>
                    <a:pt x="28" y="112"/>
                    <a:pt x="22" y="106"/>
                  </a:cubicBezTo>
                  <a:cubicBezTo>
                    <a:pt x="16" y="100"/>
                    <a:pt x="12" y="94"/>
                    <a:pt x="9" y="86"/>
                  </a:cubicBezTo>
                  <a:cubicBezTo>
                    <a:pt x="8" y="83"/>
                    <a:pt x="7" y="80"/>
                    <a:pt x="6" y="77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12" y="76"/>
                    <a:pt x="16" y="76"/>
                    <a:pt x="20" y="75"/>
                  </a:cubicBezTo>
                  <a:cubicBezTo>
                    <a:pt x="21" y="75"/>
                    <a:pt x="21" y="75"/>
                    <a:pt x="21" y="75"/>
                  </a:cubicBezTo>
                  <a:cubicBezTo>
                    <a:pt x="21" y="75"/>
                    <a:pt x="21" y="75"/>
                    <a:pt x="21" y="75"/>
                  </a:cubicBezTo>
                  <a:cubicBezTo>
                    <a:pt x="21" y="75"/>
                    <a:pt x="22" y="75"/>
                    <a:pt x="22" y="74"/>
                  </a:cubicBezTo>
                  <a:cubicBezTo>
                    <a:pt x="23" y="73"/>
                    <a:pt x="23" y="72"/>
                    <a:pt x="22" y="71"/>
                  </a:cubicBezTo>
                  <a:cubicBezTo>
                    <a:pt x="21" y="71"/>
                    <a:pt x="21" y="70"/>
                    <a:pt x="20" y="70"/>
                  </a:cubicBezTo>
                  <a:cubicBezTo>
                    <a:pt x="15" y="71"/>
                    <a:pt x="11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68"/>
                    <a:pt x="5" y="66"/>
                    <a:pt x="5" y="64"/>
                  </a:cubicBezTo>
                  <a:cubicBezTo>
                    <a:pt x="5" y="56"/>
                    <a:pt x="6" y="49"/>
                    <a:pt x="9" y="42"/>
                  </a:cubicBezTo>
                  <a:cubicBezTo>
                    <a:pt x="12" y="34"/>
                    <a:pt x="16" y="28"/>
                    <a:pt x="22" y="22"/>
                  </a:cubicBezTo>
                  <a:cubicBezTo>
                    <a:pt x="28" y="16"/>
                    <a:pt x="34" y="12"/>
                    <a:pt x="42" y="9"/>
                  </a:cubicBezTo>
                  <a:cubicBezTo>
                    <a:pt x="50" y="5"/>
                    <a:pt x="60" y="4"/>
                    <a:pt x="69" y="5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8"/>
                    <a:pt x="71" y="10"/>
                    <a:pt x="71" y="12"/>
                  </a:cubicBezTo>
                  <a:cubicBezTo>
                    <a:pt x="71" y="14"/>
                    <a:pt x="71" y="17"/>
                    <a:pt x="70" y="20"/>
                  </a:cubicBezTo>
                  <a:cubicBezTo>
                    <a:pt x="70" y="21"/>
                    <a:pt x="71" y="21"/>
                    <a:pt x="71" y="22"/>
                  </a:cubicBezTo>
                  <a:cubicBezTo>
                    <a:pt x="72" y="23"/>
                    <a:pt x="73" y="23"/>
                    <a:pt x="74" y="22"/>
                  </a:cubicBezTo>
                  <a:cubicBezTo>
                    <a:pt x="75" y="21"/>
                    <a:pt x="75" y="21"/>
                    <a:pt x="75" y="20"/>
                  </a:cubicBezTo>
                  <a:cubicBezTo>
                    <a:pt x="76" y="16"/>
                    <a:pt x="76" y="12"/>
                    <a:pt x="75" y="8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80" y="7"/>
                    <a:pt x="83" y="8"/>
                    <a:pt x="86" y="9"/>
                  </a:cubicBezTo>
                  <a:cubicBezTo>
                    <a:pt x="94" y="12"/>
                    <a:pt x="100" y="16"/>
                    <a:pt x="106" y="22"/>
                  </a:cubicBezTo>
                  <a:cubicBezTo>
                    <a:pt x="112" y="28"/>
                    <a:pt x="116" y="34"/>
                    <a:pt x="119" y="42"/>
                  </a:cubicBezTo>
                  <a:cubicBezTo>
                    <a:pt x="120" y="45"/>
                    <a:pt x="121" y="48"/>
                    <a:pt x="122" y="51"/>
                  </a:cubicBezTo>
                  <a:cubicBezTo>
                    <a:pt x="122" y="53"/>
                    <a:pt x="122" y="53"/>
                    <a:pt x="12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6" y="52"/>
                    <a:pt x="112" y="52"/>
                    <a:pt x="108" y="53"/>
                  </a:cubicBezTo>
                  <a:cubicBezTo>
                    <a:pt x="107" y="53"/>
                    <a:pt x="107" y="53"/>
                    <a:pt x="106" y="54"/>
                  </a:cubicBezTo>
                  <a:cubicBezTo>
                    <a:pt x="106" y="54"/>
                    <a:pt x="105" y="55"/>
                    <a:pt x="105" y="55"/>
                  </a:cubicBezTo>
                  <a:cubicBezTo>
                    <a:pt x="105" y="56"/>
                    <a:pt x="106" y="56"/>
                    <a:pt x="106" y="57"/>
                  </a:cubicBezTo>
                  <a:cubicBezTo>
                    <a:pt x="107" y="57"/>
                    <a:pt x="107" y="58"/>
                    <a:pt x="108" y="58"/>
                  </a:cubicBezTo>
                  <a:cubicBezTo>
                    <a:pt x="108" y="58"/>
                    <a:pt x="108" y="58"/>
                    <a:pt x="108" y="58"/>
                  </a:cubicBezTo>
                  <a:cubicBezTo>
                    <a:pt x="113" y="57"/>
                    <a:pt x="117" y="57"/>
                    <a:pt x="122" y="57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3" y="59"/>
                    <a:pt x="123" y="59"/>
                    <a:pt x="123" y="59"/>
                  </a:cubicBezTo>
                  <a:cubicBezTo>
                    <a:pt x="123" y="60"/>
                    <a:pt x="123" y="62"/>
                    <a:pt x="123" y="64"/>
                  </a:cubicBezTo>
                  <a:cubicBezTo>
                    <a:pt x="123" y="72"/>
                    <a:pt x="122" y="79"/>
                    <a:pt x="119" y="86"/>
                  </a:cubicBezTo>
                  <a:cubicBezTo>
                    <a:pt x="116" y="94"/>
                    <a:pt x="112" y="100"/>
                    <a:pt x="106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65"/>
            <p:cNvSpPr>
              <a:spLocks noEditPoints="1"/>
            </p:cNvSpPr>
            <p:nvPr/>
          </p:nvSpPr>
          <p:spPr bwMode="auto">
            <a:xfrm>
              <a:off x="2765" y="2311"/>
              <a:ext cx="331" cy="304"/>
            </a:xfrm>
            <a:custGeom>
              <a:avLst/>
              <a:gdLst>
                <a:gd name="T0" fmla="*/ 130 w 140"/>
                <a:gd name="T1" fmla="*/ 6 h 128"/>
                <a:gd name="T2" fmla="*/ 129 w 140"/>
                <a:gd name="T3" fmla="*/ 5 h 128"/>
                <a:gd name="T4" fmla="*/ 128 w 140"/>
                <a:gd name="T5" fmla="*/ 4 h 128"/>
                <a:gd name="T6" fmla="*/ 101 w 140"/>
                <a:gd name="T7" fmla="*/ 0 h 128"/>
                <a:gd name="T8" fmla="*/ 34 w 140"/>
                <a:gd name="T9" fmla="*/ 28 h 128"/>
                <a:gd name="T10" fmla="*/ 10 w 140"/>
                <a:gd name="T11" fmla="*/ 122 h 128"/>
                <a:gd name="T12" fmla="*/ 11 w 140"/>
                <a:gd name="T13" fmla="*/ 123 h 128"/>
                <a:gd name="T14" fmla="*/ 12 w 140"/>
                <a:gd name="T15" fmla="*/ 124 h 128"/>
                <a:gd name="T16" fmla="*/ 39 w 140"/>
                <a:gd name="T17" fmla="*/ 128 h 128"/>
                <a:gd name="T18" fmla="*/ 106 w 140"/>
                <a:gd name="T19" fmla="*/ 100 h 128"/>
                <a:gd name="T20" fmla="*/ 130 w 140"/>
                <a:gd name="T21" fmla="*/ 6 h 128"/>
                <a:gd name="T22" fmla="*/ 52 w 140"/>
                <a:gd name="T23" fmla="*/ 123 h 128"/>
                <a:gd name="T24" fmla="*/ 39 w 140"/>
                <a:gd name="T25" fmla="*/ 123 h 128"/>
                <a:gd name="T26" fmla="*/ 15 w 140"/>
                <a:gd name="T27" fmla="*/ 120 h 128"/>
                <a:gd name="T28" fmla="*/ 14 w 140"/>
                <a:gd name="T29" fmla="*/ 120 h 128"/>
                <a:gd name="T30" fmla="*/ 14 w 140"/>
                <a:gd name="T31" fmla="*/ 119 h 128"/>
                <a:gd name="T32" fmla="*/ 11 w 140"/>
                <a:gd name="T33" fmla="*/ 82 h 128"/>
                <a:gd name="T34" fmla="*/ 12 w 140"/>
                <a:gd name="T35" fmla="*/ 79 h 128"/>
                <a:gd name="T36" fmla="*/ 55 w 140"/>
                <a:gd name="T37" fmla="*/ 122 h 128"/>
                <a:gd name="T38" fmla="*/ 52 w 140"/>
                <a:gd name="T39" fmla="*/ 123 h 128"/>
                <a:gd name="T40" fmla="*/ 127 w 140"/>
                <a:gd name="T41" fmla="*/ 53 h 128"/>
                <a:gd name="T42" fmla="*/ 118 w 140"/>
                <a:gd name="T43" fmla="*/ 77 h 128"/>
                <a:gd name="T44" fmla="*/ 103 w 140"/>
                <a:gd name="T45" fmla="*/ 97 h 128"/>
                <a:gd name="T46" fmla="*/ 83 w 140"/>
                <a:gd name="T47" fmla="*/ 112 h 128"/>
                <a:gd name="T48" fmla="*/ 61 w 140"/>
                <a:gd name="T49" fmla="*/ 121 h 128"/>
                <a:gd name="T50" fmla="*/ 60 w 140"/>
                <a:gd name="T51" fmla="*/ 121 h 128"/>
                <a:gd name="T52" fmla="*/ 13 w 140"/>
                <a:gd name="T53" fmla="*/ 74 h 128"/>
                <a:gd name="T54" fmla="*/ 13 w 140"/>
                <a:gd name="T55" fmla="*/ 73 h 128"/>
                <a:gd name="T56" fmla="*/ 22 w 140"/>
                <a:gd name="T57" fmla="*/ 51 h 128"/>
                <a:gd name="T58" fmla="*/ 37 w 140"/>
                <a:gd name="T59" fmla="*/ 31 h 128"/>
                <a:gd name="T60" fmla="*/ 57 w 140"/>
                <a:gd name="T61" fmla="*/ 16 h 128"/>
                <a:gd name="T62" fmla="*/ 81 w 140"/>
                <a:gd name="T63" fmla="*/ 7 h 128"/>
                <a:gd name="T64" fmla="*/ 82 w 140"/>
                <a:gd name="T65" fmla="*/ 7 h 128"/>
                <a:gd name="T66" fmla="*/ 83 w 140"/>
                <a:gd name="T67" fmla="*/ 6 h 128"/>
                <a:gd name="T68" fmla="*/ 128 w 140"/>
                <a:gd name="T69" fmla="*/ 51 h 128"/>
                <a:gd name="T70" fmla="*/ 127 w 140"/>
                <a:gd name="T71" fmla="*/ 53 h 128"/>
                <a:gd name="T72" fmla="*/ 129 w 140"/>
                <a:gd name="T73" fmla="*/ 43 h 128"/>
                <a:gd name="T74" fmla="*/ 129 w 140"/>
                <a:gd name="T75" fmla="*/ 46 h 128"/>
                <a:gd name="T76" fmla="*/ 88 w 140"/>
                <a:gd name="T77" fmla="*/ 5 h 128"/>
                <a:gd name="T78" fmla="*/ 91 w 140"/>
                <a:gd name="T79" fmla="*/ 5 h 128"/>
                <a:gd name="T80" fmla="*/ 125 w 140"/>
                <a:gd name="T81" fmla="*/ 8 h 128"/>
                <a:gd name="T82" fmla="*/ 126 w 140"/>
                <a:gd name="T83" fmla="*/ 8 h 128"/>
                <a:gd name="T84" fmla="*/ 126 w 140"/>
                <a:gd name="T85" fmla="*/ 9 h 128"/>
                <a:gd name="T86" fmla="*/ 129 w 140"/>
                <a:gd name="T87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" h="128">
                  <a:moveTo>
                    <a:pt x="130" y="6"/>
                  </a:moveTo>
                  <a:cubicBezTo>
                    <a:pt x="130" y="5"/>
                    <a:pt x="130" y="5"/>
                    <a:pt x="129" y="5"/>
                  </a:cubicBezTo>
                  <a:cubicBezTo>
                    <a:pt x="129" y="4"/>
                    <a:pt x="129" y="4"/>
                    <a:pt x="128" y="4"/>
                  </a:cubicBezTo>
                  <a:cubicBezTo>
                    <a:pt x="119" y="1"/>
                    <a:pt x="110" y="0"/>
                    <a:pt x="101" y="0"/>
                  </a:cubicBezTo>
                  <a:cubicBezTo>
                    <a:pt x="76" y="0"/>
                    <a:pt x="52" y="10"/>
                    <a:pt x="34" y="28"/>
                  </a:cubicBezTo>
                  <a:cubicBezTo>
                    <a:pt x="9" y="53"/>
                    <a:pt x="0" y="89"/>
                    <a:pt x="10" y="122"/>
                  </a:cubicBezTo>
                  <a:cubicBezTo>
                    <a:pt x="10" y="123"/>
                    <a:pt x="10" y="123"/>
                    <a:pt x="11" y="123"/>
                  </a:cubicBezTo>
                  <a:cubicBezTo>
                    <a:pt x="11" y="124"/>
                    <a:pt x="11" y="124"/>
                    <a:pt x="12" y="124"/>
                  </a:cubicBezTo>
                  <a:cubicBezTo>
                    <a:pt x="21" y="127"/>
                    <a:pt x="30" y="128"/>
                    <a:pt x="39" y="128"/>
                  </a:cubicBezTo>
                  <a:cubicBezTo>
                    <a:pt x="64" y="128"/>
                    <a:pt x="88" y="118"/>
                    <a:pt x="106" y="100"/>
                  </a:cubicBezTo>
                  <a:cubicBezTo>
                    <a:pt x="131" y="75"/>
                    <a:pt x="140" y="39"/>
                    <a:pt x="130" y="6"/>
                  </a:cubicBezTo>
                  <a:close/>
                  <a:moveTo>
                    <a:pt x="52" y="123"/>
                  </a:moveTo>
                  <a:cubicBezTo>
                    <a:pt x="48" y="123"/>
                    <a:pt x="43" y="123"/>
                    <a:pt x="39" y="123"/>
                  </a:cubicBezTo>
                  <a:cubicBezTo>
                    <a:pt x="31" y="123"/>
                    <a:pt x="23" y="122"/>
                    <a:pt x="15" y="120"/>
                  </a:cubicBezTo>
                  <a:cubicBezTo>
                    <a:pt x="14" y="120"/>
                    <a:pt x="14" y="120"/>
                    <a:pt x="14" y="120"/>
                  </a:cubicBezTo>
                  <a:cubicBezTo>
                    <a:pt x="14" y="119"/>
                    <a:pt x="14" y="119"/>
                    <a:pt x="14" y="119"/>
                  </a:cubicBezTo>
                  <a:cubicBezTo>
                    <a:pt x="11" y="107"/>
                    <a:pt x="10" y="95"/>
                    <a:pt x="11" y="82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55" y="122"/>
                    <a:pt x="55" y="122"/>
                    <a:pt x="55" y="122"/>
                  </a:cubicBezTo>
                  <a:lnTo>
                    <a:pt x="52" y="123"/>
                  </a:lnTo>
                  <a:close/>
                  <a:moveTo>
                    <a:pt x="127" y="53"/>
                  </a:moveTo>
                  <a:cubicBezTo>
                    <a:pt x="125" y="62"/>
                    <a:pt x="122" y="69"/>
                    <a:pt x="118" y="77"/>
                  </a:cubicBezTo>
                  <a:cubicBezTo>
                    <a:pt x="114" y="84"/>
                    <a:pt x="109" y="91"/>
                    <a:pt x="103" y="97"/>
                  </a:cubicBezTo>
                  <a:cubicBezTo>
                    <a:pt x="97" y="103"/>
                    <a:pt x="90" y="108"/>
                    <a:pt x="83" y="112"/>
                  </a:cubicBezTo>
                  <a:cubicBezTo>
                    <a:pt x="76" y="116"/>
                    <a:pt x="68" y="119"/>
                    <a:pt x="61" y="121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15" y="66"/>
                    <a:pt x="18" y="58"/>
                    <a:pt x="22" y="51"/>
                  </a:cubicBezTo>
                  <a:cubicBezTo>
                    <a:pt x="26" y="44"/>
                    <a:pt x="31" y="37"/>
                    <a:pt x="37" y="31"/>
                  </a:cubicBezTo>
                  <a:cubicBezTo>
                    <a:pt x="43" y="25"/>
                    <a:pt x="50" y="20"/>
                    <a:pt x="57" y="16"/>
                  </a:cubicBezTo>
                  <a:cubicBezTo>
                    <a:pt x="65" y="12"/>
                    <a:pt x="72" y="9"/>
                    <a:pt x="81" y="7"/>
                  </a:cubicBezTo>
                  <a:cubicBezTo>
                    <a:pt x="81" y="7"/>
                    <a:pt x="81" y="7"/>
                    <a:pt x="82" y="7"/>
                  </a:cubicBezTo>
                  <a:cubicBezTo>
                    <a:pt x="83" y="6"/>
                    <a:pt x="83" y="6"/>
                    <a:pt x="83" y="6"/>
                  </a:cubicBezTo>
                  <a:cubicBezTo>
                    <a:pt x="128" y="51"/>
                    <a:pt x="128" y="51"/>
                    <a:pt x="128" y="51"/>
                  </a:cubicBezTo>
                  <a:lnTo>
                    <a:pt x="127" y="53"/>
                  </a:lnTo>
                  <a:close/>
                  <a:moveTo>
                    <a:pt x="129" y="43"/>
                  </a:moveTo>
                  <a:cubicBezTo>
                    <a:pt x="129" y="46"/>
                    <a:pt x="129" y="46"/>
                    <a:pt x="129" y="46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103" y="4"/>
                    <a:pt x="114" y="5"/>
                    <a:pt x="125" y="8"/>
                  </a:cubicBezTo>
                  <a:cubicBezTo>
                    <a:pt x="126" y="8"/>
                    <a:pt x="126" y="8"/>
                    <a:pt x="126" y="8"/>
                  </a:cubicBezTo>
                  <a:cubicBezTo>
                    <a:pt x="126" y="9"/>
                    <a:pt x="126" y="9"/>
                    <a:pt x="126" y="9"/>
                  </a:cubicBezTo>
                  <a:cubicBezTo>
                    <a:pt x="129" y="20"/>
                    <a:pt x="130" y="31"/>
                    <a:pt x="129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66"/>
            <p:cNvSpPr/>
            <p:nvPr/>
          </p:nvSpPr>
          <p:spPr bwMode="auto">
            <a:xfrm>
              <a:off x="2876" y="2409"/>
              <a:ext cx="109" cy="108"/>
            </a:xfrm>
            <a:custGeom>
              <a:avLst/>
              <a:gdLst>
                <a:gd name="T0" fmla="*/ 29 w 46"/>
                <a:gd name="T1" fmla="*/ 3 h 46"/>
                <a:gd name="T2" fmla="*/ 29 w 46"/>
                <a:gd name="T3" fmla="*/ 5 h 46"/>
                <a:gd name="T4" fmla="*/ 29 w 46"/>
                <a:gd name="T5" fmla="*/ 6 h 46"/>
                <a:gd name="T6" fmla="*/ 33 w 46"/>
                <a:gd name="T7" fmla="*/ 10 h 46"/>
                <a:gd name="T8" fmla="*/ 23 w 46"/>
                <a:gd name="T9" fmla="*/ 20 h 46"/>
                <a:gd name="T10" fmla="*/ 19 w 46"/>
                <a:gd name="T11" fmla="*/ 16 h 46"/>
                <a:gd name="T12" fmla="*/ 16 w 46"/>
                <a:gd name="T13" fmla="*/ 16 h 46"/>
                <a:gd name="T14" fmla="*/ 15 w 46"/>
                <a:gd name="T15" fmla="*/ 18 h 46"/>
                <a:gd name="T16" fmla="*/ 16 w 46"/>
                <a:gd name="T17" fmla="*/ 19 h 46"/>
                <a:gd name="T18" fmla="*/ 20 w 46"/>
                <a:gd name="T19" fmla="*/ 23 h 46"/>
                <a:gd name="T20" fmla="*/ 10 w 46"/>
                <a:gd name="T21" fmla="*/ 33 h 46"/>
                <a:gd name="T22" fmla="*/ 6 w 46"/>
                <a:gd name="T23" fmla="*/ 29 h 46"/>
                <a:gd name="T24" fmla="*/ 5 w 46"/>
                <a:gd name="T25" fmla="*/ 29 h 46"/>
                <a:gd name="T26" fmla="*/ 3 w 46"/>
                <a:gd name="T27" fmla="*/ 29 h 46"/>
                <a:gd name="T28" fmla="*/ 3 w 46"/>
                <a:gd name="T29" fmla="*/ 32 h 46"/>
                <a:gd name="T30" fmla="*/ 7 w 46"/>
                <a:gd name="T31" fmla="*/ 36 h 46"/>
                <a:gd name="T32" fmla="*/ 0 w 46"/>
                <a:gd name="T33" fmla="*/ 42 h 46"/>
                <a:gd name="T34" fmla="*/ 0 w 46"/>
                <a:gd name="T35" fmla="*/ 46 h 46"/>
                <a:gd name="T36" fmla="*/ 4 w 46"/>
                <a:gd name="T37" fmla="*/ 46 h 46"/>
                <a:gd name="T38" fmla="*/ 10 w 46"/>
                <a:gd name="T39" fmla="*/ 39 h 46"/>
                <a:gd name="T40" fmla="*/ 14 w 46"/>
                <a:gd name="T41" fmla="*/ 43 h 46"/>
                <a:gd name="T42" fmla="*/ 17 w 46"/>
                <a:gd name="T43" fmla="*/ 43 h 46"/>
                <a:gd name="T44" fmla="*/ 17 w 46"/>
                <a:gd name="T45" fmla="*/ 41 h 46"/>
                <a:gd name="T46" fmla="*/ 17 w 46"/>
                <a:gd name="T47" fmla="*/ 40 h 46"/>
                <a:gd name="T48" fmla="*/ 13 w 46"/>
                <a:gd name="T49" fmla="*/ 36 h 46"/>
                <a:gd name="T50" fmla="*/ 23 w 46"/>
                <a:gd name="T51" fmla="*/ 26 h 46"/>
                <a:gd name="T52" fmla="*/ 27 w 46"/>
                <a:gd name="T53" fmla="*/ 30 h 46"/>
                <a:gd name="T54" fmla="*/ 30 w 46"/>
                <a:gd name="T55" fmla="*/ 30 h 46"/>
                <a:gd name="T56" fmla="*/ 31 w 46"/>
                <a:gd name="T57" fmla="*/ 28 h 46"/>
                <a:gd name="T58" fmla="*/ 30 w 46"/>
                <a:gd name="T59" fmla="*/ 27 h 46"/>
                <a:gd name="T60" fmla="*/ 26 w 46"/>
                <a:gd name="T61" fmla="*/ 23 h 46"/>
                <a:gd name="T62" fmla="*/ 36 w 46"/>
                <a:gd name="T63" fmla="*/ 13 h 46"/>
                <a:gd name="T64" fmla="*/ 40 w 46"/>
                <a:gd name="T65" fmla="*/ 17 h 46"/>
                <a:gd name="T66" fmla="*/ 43 w 46"/>
                <a:gd name="T67" fmla="*/ 17 h 46"/>
                <a:gd name="T68" fmla="*/ 44 w 46"/>
                <a:gd name="T69" fmla="*/ 15 h 46"/>
                <a:gd name="T70" fmla="*/ 43 w 46"/>
                <a:gd name="T71" fmla="*/ 14 h 46"/>
                <a:gd name="T72" fmla="*/ 39 w 46"/>
                <a:gd name="T73" fmla="*/ 10 h 46"/>
                <a:gd name="T74" fmla="*/ 46 w 46"/>
                <a:gd name="T75" fmla="*/ 4 h 46"/>
                <a:gd name="T76" fmla="*/ 46 w 46"/>
                <a:gd name="T77" fmla="*/ 0 h 46"/>
                <a:gd name="T78" fmla="*/ 42 w 46"/>
                <a:gd name="T79" fmla="*/ 0 h 46"/>
                <a:gd name="T80" fmla="*/ 36 w 46"/>
                <a:gd name="T81" fmla="*/ 7 h 46"/>
                <a:gd name="T82" fmla="*/ 32 w 46"/>
                <a:gd name="T83" fmla="*/ 3 h 46"/>
                <a:gd name="T84" fmla="*/ 29 w 46"/>
                <a:gd name="T85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6" h="46">
                  <a:moveTo>
                    <a:pt x="29" y="3"/>
                  </a:moveTo>
                  <a:cubicBezTo>
                    <a:pt x="29" y="3"/>
                    <a:pt x="29" y="4"/>
                    <a:pt x="29" y="5"/>
                  </a:cubicBezTo>
                  <a:cubicBezTo>
                    <a:pt x="29" y="5"/>
                    <a:pt x="29" y="6"/>
                    <a:pt x="29" y="6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5"/>
                    <a:pt x="17" y="15"/>
                    <a:pt x="16" y="16"/>
                  </a:cubicBezTo>
                  <a:cubicBezTo>
                    <a:pt x="16" y="17"/>
                    <a:pt x="15" y="17"/>
                    <a:pt x="15" y="18"/>
                  </a:cubicBezTo>
                  <a:cubicBezTo>
                    <a:pt x="15" y="18"/>
                    <a:pt x="16" y="19"/>
                    <a:pt x="16" y="19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5" y="29"/>
                    <a:pt x="5" y="29"/>
                  </a:cubicBezTo>
                  <a:cubicBezTo>
                    <a:pt x="4" y="29"/>
                    <a:pt x="3" y="29"/>
                    <a:pt x="3" y="29"/>
                  </a:cubicBezTo>
                  <a:cubicBezTo>
                    <a:pt x="2" y="30"/>
                    <a:pt x="2" y="32"/>
                    <a:pt x="3" y="32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5"/>
                    <a:pt x="0" y="46"/>
                  </a:cubicBezTo>
                  <a:cubicBezTo>
                    <a:pt x="1" y="46"/>
                    <a:pt x="3" y="46"/>
                    <a:pt x="4" y="46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6" y="44"/>
                    <a:pt x="17" y="43"/>
                  </a:cubicBezTo>
                  <a:cubicBezTo>
                    <a:pt x="17" y="43"/>
                    <a:pt x="17" y="42"/>
                    <a:pt x="17" y="41"/>
                  </a:cubicBezTo>
                  <a:cubicBezTo>
                    <a:pt x="17" y="41"/>
                    <a:pt x="17" y="40"/>
                    <a:pt x="17" y="4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31"/>
                    <a:pt x="29" y="31"/>
                    <a:pt x="30" y="30"/>
                  </a:cubicBezTo>
                  <a:cubicBezTo>
                    <a:pt x="30" y="29"/>
                    <a:pt x="31" y="29"/>
                    <a:pt x="31" y="28"/>
                  </a:cubicBezTo>
                  <a:cubicBezTo>
                    <a:pt x="31" y="28"/>
                    <a:pt x="30" y="27"/>
                    <a:pt x="30" y="27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8"/>
                    <a:pt x="42" y="18"/>
                    <a:pt x="43" y="17"/>
                  </a:cubicBezTo>
                  <a:cubicBezTo>
                    <a:pt x="43" y="16"/>
                    <a:pt x="44" y="16"/>
                    <a:pt x="44" y="15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6" y="3"/>
                    <a:pt x="46" y="1"/>
                    <a:pt x="46" y="0"/>
                  </a:cubicBezTo>
                  <a:cubicBezTo>
                    <a:pt x="45" y="0"/>
                    <a:pt x="43" y="0"/>
                    <a:pt x="42" y="0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0" y="2"/>
                    <a:pt x="29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67"/>
            <p:cNvSpPr>
              <a:spLocks noEditPoints="1"/>
            </p:cNvSpPr>
            <p:nvPr/>
          </p:nvSpPr>
          <p:spPr bwMode="auto">
            <a:xfrm>
              <a:off x="2174" y="2311"/>
              <a:ext cx="303" cy="304"/>
            </a:xfrm>
            <a:custGeom>
              <a:avLst/>
              <a:gdLst>
                <a:gd name="T0" fmla="*/ 0 w 128"/>
                <a:gd name="T1" fmla="*/ 64 h 128"/>
                <a:gd name="T2" fmla="*/ 128 w 128"/>
                <a:gd name="T3" fmla="*/ 64 h 128"/>
                <a:gd name="T4" fmla="*/ 99 w 128"/>
                <a:gd name="T5" fmla="*/ 16 h 128"/>
                <a:gd name="T6" fmla="*/ 112 w 128"/>
                <a:gd name="T7" fmla="*/ 29 h 128"/>
                <a:gd name="T8" fmla="*/ 101 w 128"/>
                <a:gd name="T9" fmla="*/ 27 h 128"/>
                <a:gd name="T10" fmla="*/ 99 w 128"/>
                <a:gd name="T11" fmla="*/ 16 h 128"/>
                <a:gd name="T12" fmla="*/ 41 w 128"/>
                <a:gd name="T13" fmla="*/ 9 h 128"/>
                <a:gd name="T14" fmla="*/ 51 w 128"/>
                <a:gd name="T15" fmla="*/ 6 h 128"/>
                <a:gd name="T16" fmla="*/ 25 w 128"/>
                <a:gd name="T17" fmla="*/ 19 h 128"/>
                <a:gd name="T18" fmla="*/ 9 w 128"/>
                <a:gd name="T19" fmla="*/ 87 h 128"/>
                <a:gd name="T20" fmla="*/ 5 w 128"/>
                <a:gd name="T21" fmla="*/ 64 h 128"/>
                <a:gd name="T22" fmla="*/ 12 w 128"/>
                <a:gd name="T23" fmla="*/ 72 h 128"/>
                <a:gd name="T24" fmla="*/ 64 w 128"/>
                <a:gd name="T25" fmla="*/ 123 h 128"/>
                <a:gd name="T26" fmla="*/ 40 w 128"/>
                <a:gd name="T27" fmla="*/ 119 h 128"/>
                <a:gd name="T28" fmla="*/ 70 w 128"/>
                <a:gd name="T29" fmla="*/ 123 h 128"/>
                <a:gd name="T30" fmla="*/ 121 w 128"/>
                <a:gd name="T31" fmla="*/ 82 h 128"/>
                <a:gd name="T32" fmla="*/ 112 w 128"/>
                <a:gd name="T33" fmla="*/ 99 h 128"/>
                <a:gd name="T34" fmla="*/ 111 w 128"/>
                <a:gd name="T35" fmla="*/ 88 h 128"/>
                <a:gd name="T36" fmla="*/ 121 w 128"/>
                <a:gd name="T37" fmla="*/ 82 h 128"/>
                <a:gd name="T38" fmla="*/ 107 w 128"/>
                <a:gd name="T39" fmla="*/ 85 h 128"/>
                <a:gd name="T40" fmla="*/ 104 w 128"/>
                <a:gd name="T41" fmla="*/ 108 h 128"/>
                <a:gd name="T42" fmla="*/ 95 w 128"/>
                <a:gd name="T43" fmla="*/ 115 h 128"/>
                <a:gd name="T44" fmla="*/ 76 w 128"/>
                <a:gd name="T45" fmla="*/ 122 h 128"/>
                <a:gd name="T46" fmla="*/ 56 w 128"/>
                <a:gd name="T47" fmla="*/ 111 h 128"/>
                <a:gd name="T48" fmla="*/ 33 w 128"/>
                <a:gd name="T49" fmla="*/ 115 h 128"/>
                <a:gd name="T50" fmla="*/ 13 w 128"/>
                <a:gd name="T51" fmla="*/ 94 h 128"/>
                <a:gd name="T52" fmla="*/ 17 w 128"/>
                <a:gd name="T53" fmla="*/ 72 h 128"/>
                <a:gd name="T54" fmla="*/ 17 w 128"/>
                <a:gd name="T55" fmla="*/ 71 h 128"/>
                <a:gd name="T56" fmla="*/ 6 w 128"/>
                <a:gd name="T57" fmla="*/ 51 h 128"/>
                <a:gd name="T58" fmla="*/ 20 w 128"/>
                <a:gd name="T59" fmla="*/ 25 h 128"/>
                <a:gd name="T60" fmla="*/ 41 w 128"/>
                <a:gd name="T61" fmla="*/ 22 h 128"/>
                <a:gd name="T62" fmla="*/ 58 w 128"/>
                <a:gd name="T63" fmla="*/ 5 h 128"/>
                <a:gd name="T64" fmla="*/ 64 w 128"/>
                <a:gd name="T65" fmla="*/ 5 h 128"/>
                <a:gd name="T66" fmla="*/ 88 w 128"/>
                <a:gd name="T67" fmla="*/ 10 h 128"/>
                <a:gd name="T68" fmla="*/ 98 w 128"/>
                <a:gd name="T69" fmla="*/ 31 h 128"/>
                <a:gd name="T70" fmla="*/ 119 w 128"/>
                <a:gd name="T71" fmla="*/ 41 h 128"/>
                <a:gd name="T72" fmla="*/ 123 w 128"/>
                <a:gd name="T73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99" y="16"/>
                  </a:moveTo>
                  <a:cubicBezTo>
                    <a:pt x="102" y="18"/>
                    <a:pt x="104" y="20"/>
                    <a:pt x="106" y="22"/>
                  </a:cubicBezTo>
                  <a:cubicBezTo>
                    <a:pt x="108" y="24"/>
                    <a:pt x="110" y="26"/>
                    <a:pt x="112" y="29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5" y="13"/>
                    <a:pt x="95" y="13"/>
                    <a:pt x="95" y="13"/>
                  </a:cubicBezTo>
                  <a:lnTo>
                    <a:pt x="99" y="16"/>
                  </a:lnTo>
                  <a:close/>
                  <a:moveTo>
                    <a:pt x="29" y="16"/>
                  </a:moveTo>
                  <a:cubicBezTo>
                    <a:pt x="33" y="13"/>
                    <a:pt x="37" y="11"/>
                    <a:pt x="41" y="9"/>
                  </a:cubicBezTo>
                  <a:cubicBezTo>
                    <a:pt x="42" y="9"/>
                    <a:pt x="44" y="8"/>
                    <a:pt x="45" y="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25" y="19"/>
                    <a:pt x="25" y="19"/>
                    <a:pt x="25" y="19"/>
                  </a:cubicBezTo>
                  <a:lnTo>
                    <a:pt x="29" y="16"/>
                  </a:lnTo>
                  <a:close/>
                  <a:moveTo>
                    <a:pt x="9" y="87"/>
                  </a:moveTo>
                  <a:cubicBezTo>
                    <a:pt x="7" y="82"/>
                    <a:pt x="7" y="82"/>
                    <a:pt x="7" y="82"/>
                  </a:cubicBezTo>
                  <a:cubicBezTo>
                    <a:pt x="6" y="76"/>
                    <a:pt x="5" y="70"/>
                    <a:pt x="5" y="64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2" y="72"/>
                    <a:pt x="12" y="72"/>
                    <a:pt x="12" y="72"/>
                  </a:cubicBezTo>
                  <a:lnTo>
                    <a:pt x="9" y="87"/>
                  </a:lnTo>
                  <a:close/>
                  <a:moveTo>
                    <a:pt x="64" y="123"/>
                  </a:moveTo>
                  <a:cubicBezTo>
                    <a:pt x="58" y="123"/>
                    <a:pt x="51" y="122"/>
                    <a:pt x="45" y="120"/>
                  </a:cubicBezTo>
                  <a:cubicBezTo>
                    <a:pt x="40" y="119"/>
                    <a:pt x="40" y="119"/>
                    <a:pt x="40" y="119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70" y="123"/>
                    <a:pt x="70" y="123"/>
                    <a:pt x="70" y="123"/>
                  </a:cubicBezTo>
                  <a:lnTo>
                    <a:pt x="64" y="123"/>
                  </a:lnTo>
                  <a:close/>
                  <a:moveTo>
                    <a:pt x="121" y="82"/>
                  </a:moveTo>
                  <a:cubicBezTo>
                    <a:pt x="120" y="84"/>
                    <a:pt x="119" y="86"/>
                    <a:pt x="119" y="87"/>
                  </a:cubicBezTo>
                  <a:cubicBezTo>
                    <a:pt x="117" y="91"/>
                    <a:pt x="115" y="95"/>
                    <a:pt x="112" y="99"/>
                  </a:cubicBezTo>
                  <a:cubicBezTo>
                    <a:pt x="109" y="103"/>
                    <a:pt x="109" y="103"/>
                    <a:pt x="109" y="103"/>
                  </a:cubicBezTo>
                  <a:cubicBezTo>
                    <a:pt x="111" y="88"/>
                    <a:pt x="111" y="88"/>
                    <a:pt x="111" y="88"/>
                  </a:cubicBezTo>
                  <a:cubicBezTo>
                    <a:pt x="122" y="77"/>
                    <a:pt x="122" y="77"/>
                    <a:pt x="122" y="77"/>
                  </a:cubicBezTo>
                  <a:lnTo>
                    <a:pt x="121" y="82"/>
                  </a:lnTo>
                  <a:close/>
                  <a:moveTo>
                    <a:pt x="123" y="70"/>
                  </a:moveTo>
                  <a:cubicBezTo>
                    <a:pt x="107" y="85"/>
                    <a:pt x="107" y="85"/>
                    <a:pt x="107" y="85"/>
                  </a:cubicBezTo>
                  <a:cubicBezTo>
                    <a:pt x="107" y="85"/>
                    <a:pt x="106" y="86"/>
                    <a:pt x="106" y="86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1" y="111"/>
                    <a:pt x="98" y="113"/>
                    <a:pt x="95" y="115"/>
                  </a:cubicBezTo>
                  <a:cubicBezTo>
                    <a:pt x="89" y="118"/>
                    <a:pt x="83" y="121"/>
                    <a:pt x="77" y="122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1"/>
                    <a:pt x="56" y="111"/>
                    <a:pt x="56" y="111"/>
                  </a:cubicBezTo>
                  <a:cubicBezTo>
                    <a:pt x="34" y="115"/>
                    <a:pt x="34" y="115"/>
                    <a:pt x="34" y="115"/>
                  </a:cubicBezTo>
                  <a:cubicBezTo>
                    <a:pt x="33" y="115"/>
                    <a:pt x="33" y="115"/>
                    <a:pt x="33" y="115"/>
                  </a:cubicBezTo>
                  <a:cubicBezTo>
                    <a:pt x="29" y="112"/>
                    <a:pt x="25" y="109"/>
                    <a:pt x="22" y="106"/>
                  </a:cubicBezTo>
                  <a:cubicBezTo>
                    <a:pt x="18" y="102"/>
                    <a:pt x="15" y="98"/>
                    <a:pt x="13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7" y="48"/>
                    <a:pt x="8" y="44"/>
                    <a:pt x="9" y="41"/>
                  </a:cubicBezTo>
                  <a:cubicBezTo>
                    <a:pt x="12" y="35"/>
                    <a:pt x="15" y="29"/>
                    <a:pt x="20" y="25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2" y="21"/>
                    <a:pt x="42" y="21"/>
                    <a:pt x="43" y="21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60" y="5"/>
                    <a:pt x="62" y="5"/>
                    <a:pt x="64" y="5"/>
                  </a:cubicBezTo>
                  <a:cubicBezTo>
                    <a:pt x="72" y="5"/>
                    <a:pt x="80" y="6"/>
                    <a:pt x="87" y="9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118" y="40"/>
                    <a:pt x="118" y="40"/>
                    <a:pt x="118" y="40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66"/>
                    <a:pt x="123" y="68"/>
                    <a:pt x="1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68"/>
            <p:cNvSpPr>
              <a:spLocks noEditPoints="1"/>
            </p:cNvSpPr>
            <p:nvPr/>
          </p:nvSpPr>
          <p:spPr bwMode="auto">
            <a:xfrm>
              <a:off x="2261" y="2406"/>
              <a:ext cx="121" cy="121"/>
            </a:xfrm>
            <a:custGeom>
              <a:avLst/>
              <a:gdLst>
                <a:gd name="T0" fmla="*/ 46 w 51"/>
                <a:gd name="T1" fmla="*/ 7 h 51"/>
                <a:gd name="T2" fmla="*/ 44 w 51"/>
                <a:gd name="T3" fmla="*/ 5 h 51"/>
                <a:gd name="T4" fmla="*/ 16 w 51"/>
                <a:gd name="T5" fmla="*/ 0 h 51"/>
                <a:gd name="T6" fmla="*/ 15 w 51"/>
                <a:gd name="T7" fmla="*/ 0 h 51"/>
                <a:gd name="T8" fmla="*/ 13 w 51"/>
                <a:gd name="T9" fmla="*/ 1 h 51"/>
                <a:gd name="T10" fmla="*/ 0 w 51"/>
                <a:gd name="T11" fmla="*/ 27 h 51"/>
                <a:gd name="T12" fmla="*/ 0 w 51"/>
                <a:gd name="T13" fmla="*/ 28 h 51"/>
                <a:gd name="T14" fmla="*/ 0 w 51"/>
                <a:gd name="T15" fmla="*/ 30 h 51"/>
                <a:gd name="T16" fmla="*/ 21 w 51"/>
                <a:gd name="T17" fmla="*/ 51 h 51"/>
                <a:gd name="T18" fmla="*/ 24 w 51"/>
                <a:gd name="T19" fmla="*/ 51 h 51"/>
                <a:gd name="T20" fmla="*/ 49 w 51"/>
                <a:gd name="T21" fmla="*/ 38 h 51"/>
                <a:gd name="T22" fmla="*/ 51 w 51"/>
                <a:gd name="T23" fmla="*/ 36 h 51"/>
                <a:gd name="T24" fmla="*/ 51 w 51"/>
                <a:gd name="T25" fmla="*/ 35 h 51"/>
                <a:gd name="T26" fmla="*/ 46 w 51"/>
                <a:gd name="T27" fmla="*/ 7 h 51"/>
                <a:gd name="T28" fmla="*/ 23 w 51"/>
                <a:gd name="T29" fmla="*/ 46 h 51"/>
                <a:gd name="T30" fmla="*/ 5 w 51"/>
                <a:gd name="T31" fmla="*/ 28 h 51"/>
                <a:gd name="T32" fmla="*/ 16 w 51"/>
                <a:gd name="T33" fmla="*/ 5 h 51"/>
                <a:gd name="T34" fmla="*/ 42 w 51"/>
                <a:gd name="T35" fmla="*/ 9 h 51"/>
                <a:gd name="T36" fmla="*/ 46 w 51"/>
                <a:gd name="T37" fmla="*/ 34 h 51"/>
                <a:gd name="T38" fmla="*/ 23 w 51"/>
                <a:gd name="T39" fmla="*/ 4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51">
                  <a:moveTo>
                    <a:pt x="46" y="7"/>
                  </a:moveTo>
                  <a:cubicBezTo>
                    <a:pt x="46" y="5"/>
                    <a:pt x="45" y="5"/>
                    <a:pt x="44" y="5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3" y="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0" y="29"/>
                    <a:pt x="0" y="30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1"/>
                    <a:pt x="24" y="5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1" y="36"/>
                    <a:pt x="51" y="35"/>
                    <a:pt x="51" y="35"/>
                  </a:cubicBezTo>
                  <a:lnTo>
                    <a:pt x="46" y="7"/>
                  </a:lnTo>
                  <a:close/>
                  <a:moveTo>
                    <a:pt x="23" y="46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23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69"/>
            <p:cNvSpPr>
              <a:spLocks noEditPoints="1"/>
            </p:cNvSpPr>
            <p:nvPr/>
          </p:nvSpPr>
          <p:spPr bwMode="auto">
            <a:xfrm>
              <a:off x="1568" y="2311"/>
              <a:ext cx="303" cy="304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109 w 128"/>
                <a:gd name="T9" fmla="*/ 25 h 128"/>
                <a:gd name="T10" fmla="*/ 123 w 128"/>
                <a:gd name="T11" fmla="*/ 62 h 128"/>
                <a:gd name="T12" fmla="*/ 122 w 128"/>
                <a:gd name="T13" fmla="*/ 63 h 128"/>
                <a:gd name="T14" fmla="*/ 83 w 128"/>
                <a:gd name="T15" fmla="*/ 80 h 128"/>
                <a:gd name="T16" fmla="*/ 108 w 128"/>
                <a:gd name="T17" fmla="*/ 24 h 128"/>
                <a:gd name="T18" fmla="*/ 65 w 128"/>
                <a:gd name="T19" fmla="*/ 6 h 128"/>
                <a:gd name="T20" fmla="*/ 66 w 128"/>
                <a:gd name="T21" fmla="*/ 5 h 128"/>
                <a:gd name="T22" fmla="*/ 103 w 128"/>
                <a:gd name="T23" fmla="*/ 19 h 128"/>
                <a:gd name="T24" fmla="*/ 64 w 128"/>
                <a:gd name="T25" fmla="*/ 61 h 128"/>
                <a:gd name="T26" fmla="*/ 49 w 128"/>
                <a:gd name="T27" fmla="*/ 44 h 128"/>
                <a:gd name="T28" fmla="*/ 25 w 128"/>
                <a:gd name="T29" fmla="*/ 19 h 128"/>
                <a:gd name="T30" fmla="*/ 59 w 128"/>
                <a:gd name="T31" fmla="*/ 5 h 128"/>
                <a:gd name="T32" fmla="*/ 60 w 128"/>
                <a:gd name="T33" fmla="*/ 6 h 128"/>
                <a:gd name="T34" fmla="*/ 46 w 128"/>
                <a:gd name="T35" fmla="*/ 40 h 128"/>
                <a:gd name="T36" fmla="*/ 24 w 128"/>
                <a:gd name="T37" fmla="*/ 20 h 128"/>
                <a:gd name="T38" fmla="*/ 5 w 128"/>
                <a:gd name="T39" fmla="*/ 59 h 128"/>
                <a:gd name="T40" fmla="*/ 19 w 128"/>
                <a:gd name="T41" fmla="*/ 25 h 128"/>
                <a:gd name="T42" fmla="*/ 41 w 128"/>
                <a:gd name="T43" fmla="*/ 45 h 128"/>
                <a:gd name="T44" fmla="*/ 23 w 128"/>
                <a:gd name="T45" fmla="*/ 56 h 128"/>
                <a:gd name="T46" fmla="*/ 5 w 128"/>
                <a:gd name="T47" fmla="*/ 60 h 128"/>
                <a:gd name="T48" fmla="*/ 19 w 128"/>
                <a:gd name="T49" fmla="*/ 103 h 128"/>
                <a:gd name="T50" fmla="*/ 5 w 128"/>
                <a:gd name="T51" fmla="*/ 66 h 128"/>
                <a:gd name="T52" fmla="*/ 6 w 128"/>
                <a:gd name="T53" fmla="*/ 65 h 128"/>
                <a:gd name="T54" fmla="*/ 45 w 128"/>
                <a:gd name="T55" fmla="*/ 48 h 128"/>
                <a:gd name="T56" fmla="*/ 20 w 128"/>
                <a:gd name="T57" fmla="*/ 104 h 128"/>
                <a:gd name="T58" fmla="*/ 63 w 128"/>
                <a:gd name="T59" fmla="*/ 122 h 128"/>
                <a:gd name="T60" fmla="*/ 62 w 128"/>
                <a:gd name="T61" fmla="*/ 123 h 128"/>
                <a:gd name="T62" fmla="*/ 25 w 128"/>
                <a:gd name="T63" fmla="*/ 109 h 128"/>
                <a:gd name="T64" fmla="*/ 64 w 128"/>
                <a:gd name="T65" fmla="*/ 67 h 128"/>
                <a:gd name="T66" fmla="*/ 79 w 128"/>
                <a:gd name="T67" fmla="*/ 84 h 128"/>
                <a:gd name="T68" fmla="*/ 103 w 128"/>
                <a:gd name="T69" fmla="*/ 109 h 128"/>
                <a:gd name="T70" fmla="*/ 69 w 128"/>
                <a:gd name="T71" fmla="*/ 123 h 128"/>
                <a:gd name="T72" fmla="*/ 68 w 128"/>
                <a:gd name="T73" fmla="*/ 122 h 128"/>
                <a:gd name="T74" fmla="*/ 82 w 128"/>
                <a:gd name="T75" fmla="*/ 88 h 128"/>
                <a:gd name="T76" fmla="*/ 104 w 128"/>
                <a:gd name="T77" fmla="*/ 108 h 128"/>
                <a:gd name="T78" fmla="*/ 123 w 128"/>
                <a:gd name="T79" fmla="*/ 69 h 128"/>
                <a:gd name="T80" fmla="*/ 109 w 128"/>
                <a:gd name="T81" fmla="*/ 103 h 128"/>
                <a:gd name="T82" fmla="*/ 87 w 128"/>
                <a:gd name="T83" fmla="*/ 83 h 128"/>
                <a:gd name="T84" fmla="*/ 105 w 128"/>
                <a:gd name="T85" fmla="*/ 72 h 128"/>
                <a:gd name="T86" fmla="*/ 123 w 128"/>
                <a:gd name="T87" fmla="*/ 6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8" h="128">
                  <a:moveTo>
                    <a:pt x="109" y="19"/>
                  </a:moveTo>
                  <a:cubicBezTo>
                    <a:pt x="97" y="7"/>
                    <a:pt x="81" y="0"/>
                    <a:pt x="64" y="0"/>
                  </a:cubicBezTo>
                  <a:cubicBezTo>
                    <a:pt x="47" y="0"/>
                    <a:pt x="31" y="7"/>
                    <a:pt x="19" y="19"/>
                  </a:cubicBezTo>
                  <a:cubicBezTo>
                    <a:pt x="7" y="31"/>
                    <a:pt x="0" y="47"/>
                    <a:pt x="0" y="64"/>
                  </a:cubicBezTo>
                  <a:cubicBezTo>
                    <a:pt x="0" y="81"/>
                    <a:pt x="7" y="97"/>
                    <a:pt x="19" y="109"/>
                  </a:cubicBezTo>
                  <a:cubicBezTo>
                    <a:pt x="31" y="121"/>
                    <a:pt x="47" y="128"/>
                    <a:pt x="64" y="128"/>
                  </a:cubicBezTo>
                  <a:cubicBezTo>
                    <a:pt x="81" y="128"/>
                    <a:pt x="97" y="121"/>
                    <a:pt x="109" y="109"/>
                  </a:cubicBezTo>
                  <a:cubicBezTo>
                    <a:pt x="121" y="97"/>
                    <a:pt x="128" y="81"/>
                    <a:pt x="128" y="64"/>
                  </a:cubicBezTo>
                  <a:cubicBezTo>
                    <a:pt x="128" y="47"/>
                    <a:pt x="121" y="31"/>
                    <a:pt x="109" y="19"/>
                  </a:cubicBezTo>
                  <a:close/>
                  <a:moveTo>
                    <a:pt x="109" y="25"/>
                  </a:moveTo>
                  <a:cubicBezTo>
                    <a:pt x="113" y="30"/>
                    <a:pt x="117" y="35"/>
                    <a:pt x="119" y="42"/>
                  </a:cubicBezTo>
                  <a:cubicBezTo>
                    <a:pt x="122" y="48"/>
                    <a:pt x="123" y="55"/>
                    <a:pt x="123" y="62"/>
                  </a:cubicBezTo>
                  <a:cubicBezTo>
                    <a:pt x="123" y="63"/>
                    <a:pt x="123" y="63"/>
                    <a:pt x="123" y="63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08" y="64"/>
                    <a:pt x="95" y="70"/>
                    <a:pt x="84" y="79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108" y="24"/>
                    <a:pt x="108" y="24"/>
                    <a:pt x="108" y="24"/>
                  </a:cubicBezTo>
                  <a:lnTo>
                    <a:pt x="109" y="25"/>
                  </a:lnTo>
                  <a:close/>
                  <a:moveTo>
                    <a:pt x="65" y="6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73" y="5"/>
                    <a:pt x="80" y="6"/>
                    <a:pt x="86" y="9"/>
                  </a:cubicBezTo>
                  <a:cubicBezTo>
                    <a:pt x="93" y="11"/>
                    <a:pt x="98" y="15"/>
                    <a:pt x="103" y="19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64" y="61"/>
                    <a:pt x="64" y="61"/>
                    <a:pt x="64" y="61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58" y="33"/>
                    <a:pt x="64" y="20"/>
                    <a:pt x="65" y="6"/>
                  </a:cubicBezTo>
                  <a:close/>
                  <a:moveTo>
                    <a:pt x="25" y="19"/>
                  </a:moveTo>
                  <a:cubicBezTo>
                    <a:pt x="30" y="15"/>
                    <a:pt x="35" y="11"/>
                    <a:pt x="42" y="9"/>
                  </a:cubicBezTo>
                  <a:cubicBezTo>
                    <a:pt x="47" y="7"/>
                    <a:pt x="53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12"/>
                    <a:pt x="58" y="18"/>
                    <a:pt x="56" y="23"/>
                  </a:cubicBezTo>
                  <a:cubicBezTo>
                    <a:pt x="54" y="30"/>
                    <a:pt x="50" y="35"/>
                    <a:pt x="46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24" y="20"/>
                    <a:pt x="24" y="20"/>
                    <a:pt x="24" y="20"/>
                  </a:cubicBezTo>
                  <a:lnTo>
                    <a:pt x="25" y="19"/>
                  </a:lnTo>
                  <a:close/>
                  <a:moveTo>
                    <a:pt x="5" y="59"/>
                  </a:moveTo>
                  <a:cubicBezTo>
                    <a:pt x="5" y="53"/>
                    <a:pt x="7" y="47"/>
                    <a:pt x="9" y="42"/>
                  </a:cubicBezTo>
                  <a:cubicBezTo>
                    <a:pt x="11" y="35"/>
                    <a:pt x="15" y="30"/>
                    <a:pt x="19" y="25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35" y="50"/>
                    <a:pt x="30" y="54"/>
                    <a:pt x="23" y="56"/>
                  </a:cubicBezTo>
                  <a:cubicBezTo>
                    <a:pt x="18" y="58"/>
                    <a:pt x="12" y="60"/>
                    <a:pt x="6" y="60"/>
                  </a:cubicBezTo>
                  <a:cubicBezTo>
                    <a:pt x="5" y="60"/>
                    <a:pt x="5" y="60"/>
                    <a:pt x="5" y="60"/>
                  </a:cubicBezTo>
                  <a:lnTo>
                    <a:pt x="5" y="59"/>
                  </a:lnTo>
                  <a:close/>
                  <a:moveTo>
                    <a:pt x="19" y="103"/>
                  </a:moveTo>
                  <a:cubicBezTo>
                    <a:pt x="15" y="98"/>
                    <a:pt x="11" y="93"/>
                    <a:pt x="9" y="86"/>
                  </a:cubicBezTo>
                  <a:cubicBezTo>
                    <a:pt x="6" y="80"/>
                    <a:pt x="5" y="73"/>
                    <a:pt x="5" y="66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20" y="64"/>
                    <a:pt x="33" y="58"/>
                    <a:pt x="44" y="49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61" y="64"/>
                    <a:pt x="61" y="64"/>
                    <a:pt x="61" y="64"/>
                  </a:cubicBezTo>
                  <a:cubicBezTo>
                    <a:pt x="20" y="104"/>
                    <a:pt x="20" y="104"/>
                    <a:pt x="20" y="104"/>
                  </a:cubicBezTo>
                  <a:lnTo>
                    <a:pt x="19" y="103"/>
                  </a:lnTo>
                  <a:close/>
                  <a:moveTo>
                    <a:pt x="63" y="122"/>
                  </a:moveTo>
                  <a:cubicBezTo>
                    <a:pt x="63" y="123"/>
                    <a:pt x="63" y="123"/>
                    <a:pt x="63" y="123"/>
                  </a:cubicBezTo>
                  <a:cubicBezTo>
                    <a:pt x="62" y="123"/>
                    <a:pt x="62" y="123"/>
                    <a:pt x="62" y="123"/>
                  </a:cubicBezTo>
                  <a:cubicBezTo>
                    <a:pt x="55" y="123"/>
                    <a:pt x="48" y="122"/>
                    <a:pt x="42" y="119"/>
                  </a:cubicBezTo>
                  <a:cubicBezTo>
                    <a:pt x="35" y="117"/>
                    <a:pt x="30" y="113"/>
                    <a:pt x="25" y="109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64" y="67"/>
                    <a:pt x="64" y="67"/>
                    <a:pt x="64" y="67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79" y="84"/>
                    <a:pt x="79" y="84"/>
                    <a:pt x="79" y="84"/>
                  </a:cubicBezTo>
                  <a:cubicBezTo>
                    <a:pt x="70" y="95"/>
                    <a:pt x="64" y="108"/>
                    <a:pt x="63" y="122"/>
                  </a:cubicBezTo>
                  <a:close/>
                  <a:moveTo>
                    <a:pt x="103" y="109"/>
                  </a:moveTo>
                  <a:cubicBezTo>
                    <a:pt x="98" y="113"/>
                    <a:pt x="93" y="117"/>
                    <a:pt x="86" y="119"/>
                  </a:cubicBezTo>
                  <a:cubicBezTo>
                    <a:pt x="81" y="121"/>
                    <a:pt x="75" y="123"/>
                    <a:pt x="69" y="123"/>
                  </a:cubicBezTo>
                  <a:cubicBezTo>
                    <a:pt x="68" y="123"/>
                    <a:pt x="68" y="123"/>
                    <a:pt x="68" y="123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16"/>
                    <a:pt x="70" y="110"/>
                    <a:pt x="72" y="105"/>
                  </a:cubicBezTo>
                  <a:cubicBezTo>
                    <a:pt x="74" y="98"/>
                    <a:pt x="78" y="93"/>
                    <a:pt x="82" y="88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104" y="108"/>
                    <a:pt x="104" y="108"/>
                    <a:pt x="104" y="108"/>
                  </a:cubicBezTo>
                  <a:lnTo>
                    <a:pt x="103" y="109"/>
                  </a:lnTo>
                  <a:close/>
                  <a:moveTo>
                    <a:pt x="123" y="69"/>
                  </a:moveTo>
                  <a:cubicBezTo>
                    <a:pt x="123" y="75"/>
                    <a:pt x="121" y="81"/>
                    <a:pt x="119" y="86"/>
                  </a:cubicBezTo>
                  <a:cubicBezTo>
                    <a:pt x="117" y="93"/>
                    <a:pt x="113" y="98"/>
                    <a:pt x="109" y="103"/>
                  </a:cubicBezTo>
                  <a:cubicBezTo>
                    <a:pt x="108" y="104"/>
                    <a:pt x="108" y="104"/>
                    <a:pt x="108" y="104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93" y="78"/>
                    <a:pt x="98" y="74"/>
                    <a:pt x="105" y="72"/>
                  </a:cubicBezTo>
                  <a:cubicBezTo>
                    <a:pt x="110" y="70"/>
                    <a:pt x="116" y="68"/>
                    <a:pt x="122" y="68"/>
                  </a:cubicBezTo>
                  <a:cubicBezTo>
                    <a:pt x="123" y="68"/>
                    <a:pt x="123" y="68"/>
                    <a:pt x="123" y="68"/>
                  </a:cubicBezTo>
                  <a:lnTo>
                    <a:pt x="123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70"/>
            <p:cNvSpPr>
              <a:spLocks noEditPoints="1"/>
            </p:cNvSpPr>
            <p:nvPr/>
          </p:nvSpPr>
          <p:spPr bwMode="auto">
            <a:xfrm>
              <a:off x="963" y="2311"/>
              <a:ext cx="303" cy="304"/>
            </a:xfrm>
            <a:custGeom>
              <a:avLst/>
              <a:gdLst>
                <a:gd name="T0" fmla="*/ 111 w 128"/>
                <a:gd name="T1" fmla="*/ 62 h 128"/>
                <a:gd name="T2" fmla="*/ 68 w 128"/>
                <a:gd name="T3" fmla="*/ 17 h 128"/>
                <a:gd name="T4" fmla="*/ 66 w 128"/>
                <a:gd name="T5" fmla="*/ 2 h 128"/>
                <a:gd name="T6" fmla="*/ 62 w 128"/>
                <a:gd name="T7" fmla="*/ 2 h 128"/>
                <a:gd name="T8" fmla="*/ 60 w 128"/>
                <a:gd name="T9" fmla="*/ 17 h 128"/>
                <a:gd name="T10" fmla="*/ 17 w 128"/>
                <a:gd name="T11" fmla="*/ 62 h 128"/>
                <a:gd name="T12" fmla="*/ 0 w 128"/>
                <a:gd name="T13" fmla="*/ 64 h 128"/>
                <a:gd name="T14" fmla="*/ 17 w 128"/>
                <a:gd name="T15" fmla="*/ 66 h 128"/>
                <a:gd name="T16" fmla="*/ 60 w 128"/>
                <a:gd name="T17" fmla="*/ 111 h 128"/>
                <a:gd name="T18" fmla="*/ 62 w 128"/>
                <a:gd name="T19" fmla="*/ 126 h 128"/>
                <a:gd name="T20" fmla="*/ 66 w 128"/>
                <a:gd name="T21" fmla="*/ 126 h 128"/>
                <a:gd name="T22" fmla="*/ 68 w 128"/>
                <a:gd name="T23" fmla="*/ 111 h 128"/>
                <a:gd name="T24" fmla="*/ 111 w 128"/>
                <a:gd name="T25" fmla="*/ 66 h 128"/>
                <a:gd name="T26" fmla="*/ 128 w 128"/>
                <a:gd name="T27" fmla="*/ 64 h 128"/>
                <a:gd name="T28" fmla="*/ 62 w 128"/>
                <a:gd name="T29" fmla="*/ 106 h 128"/>
                <a:gd name="T30" fmla="*/ 48 w 128"/>
                <a:gd name="T31" fmla="*/ 103 h 128"/>
                <a:gd name="T32" fmla="*/ 25 w 128"/>
                <a:gd name="T33" fmla="*/ 80 h 128"/>
                <a:gd name="T34" fmla="*/ 22 w 128"/>
                <a:gd name="T35" fmla="*/ 66 h 128"/>
                <a:gd name="T36" fmla="*/ 62 w 128"/>
                <a:gd name="T37" fmla="*/ 106 h 128"/>
                <a:gd name="T38" fmla="*/ 22 w 128"/>
                <a:gd name="T39" fmla="*/ 62 h 128"/>
                <a:gd name="T40" fmla="*/ 25 w 128"/>
                <a:gd name="T41" fmla="*/ 48 h 128"/>
                <a:gd name="T42" fmla="*/ 48 w 128"/>
                <a:gd name="T43" fmla="*/ 25 h 128"/>
                <a:gd name="T44" fmla="*/ 62 w 128"/>
                <a:gd name="T45" fmla="*/ 22 h 128"/>
                <a:gd name="T46" fmla="*/ 106 w 128"/>
                <a:gd name="T47" fmla="*/ 68 h 128"/>
                <a:gd name="T48" fmla="*/ 94 w 128"/>
                <a:gd name="T49" fmla="*/ 94 h 128"/>
                <a:gd name="T50" fmla="*/ 68 w 128"/>
                <a:gd name="T51" fmla="*/ 106 h 128"/>
                <a:gd name="T52" fmla="*/ 66 w 128"/>
                <a:gd name="T53" fmla="*/ 66 h 128"/>
                <a:gd name="T54" fmla="*/ 106 w 128"/>
                <a:gd name="T55" fmla="*/ 68 h 128"/>
                <a:gd name="T56" fmla="*/ 66 w 128"/>
                <a:gd name="T57" fmla="*/ 22 h 128"/>
                <a:gd name="T58" fmla="*/ 80 w 128"/>
                <a:gd name="T59" fmla="*/ 25 h 128"/>
                <a:gd name="T60" fmla="*/ 103 w 128"/>
                <a:gd name="T61" fmla="*/ 48 h 128"/>
                <a:gd name="T62" fmla="*/ 106 w 128"/>
                <a:gd name="T63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6" y="62"/>
                  </a:moveTo>
                  <a:cubicBezTo>
                    <a:pt x="111" y="62"/>
                    <a:pt x="111" y="62"/>
                    <a:pt x="111" y="62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09" y="38"/>
                    <a:pt x="90" y="19"/>
                    <a:pt x="68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63" y="0"/>
                    <a:pt x="62" y="1"/>
                    <a:pt x="62" y="2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38" y="19"/>
                    <a:pt x="19" y="38"/>
                    <a:pt x="17" y="60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" y="62"/>
                    <a:pt x="0" y="63"/>
                    <a:pt x="0" y="64"/>
                  </a:cubicBezTo>
                  <a:cubicBezTo>
                    <a:pt x="0" y="65"/>
                    <a:pt x="1" y="66"/>
                    <a:pt x="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9" y="90"/>
                    <a:pt x="38" y="109"/>
                    <a:pt x="60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3" y="128"/>
                    <a:pt x="64" y="128"/>
                  </a:cubicBezTo>
                  <a:cubicBezTo>
                    <a:pt x="65" y="128"/>
                    <a:pt x="66" y="127"/>
                    <a:pt x="66" y="126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0" y="109"/>
                    <a:pt x="109" y="90"/>
                    <a:pt x="111" y="68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7" y="66"/>
                    <a:pt x="128" y="65"/>
                    <a:pt x="128" y="64"/>
                  </a:cubicBezTo>
                  <a:cubicBezTo>
                    <a:pt x="128" y="63"/>
                    <a:pt x="127" y="62"/>
                    <a:pt x="126" y="62"/>
                  </a:cubicBezTo>
                  <a:close/>
                  <a:moveTo>
                    <a:pt x="62" y="106"/>
                  </a:moveTo>
                  <a:cubicBezTo>
                    <a:pt x="60" y="106"/>
                    <a:pt x="60" y="106"/>
                    <a:pt x="60" y="106"/>
                  </a:cubicBezTo>
                  <a:cubicBezTo>
                    <a:pt x="56" y="106"/>
                    <a:pt x="52" y="105"/>
                    <a:pt x="48" y="103"/>
                  </a:cubicBezTo>
                  <a:cubicBezTo>
                    <a:pt x="43" y="101"/>
                    <a:pt x="38" y="98"/>
                    <a:pt x="34" y="94"/>
                  </a:cubicBezTo>
                  <a:cubicBezTo>
                    <a:pt x="30" y="90"/>
                    <a:pt x="27" y="85"/>
                    <a:pt x="25" y="80"/>
                  </a:cubicBezTo>
                  <a:cubicBezTo>
                    <a:pt x="23" y="76"/>
                    <a:pt x="22" y="72"/>
                    <a:pt x="22" y="68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106"/>
                  </a:lnTo>
                  <a:close/>
                  <a:moveTo>
                    <a:pt x="6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56"/>
                    <a:pt x="23" y="52"/>
                    <a:pt x="25" y="48"/>
                  </a:cubicBezTo>
                  <a:cubicBezTo>
                    <a:pt x="27" y="43"/>
                    <a:pt x="30" y="38"/>
                    <a:pt x="34" y="34"/>
                  </a:cubicBezTo>
                  <a:cubicBezTo>
                    <a:pt x="38" y="30"/>
                    <a:pt x="43" y="27"/>
                    <a:pt x="48" y="25"/>
                  </a:cubicBezTo>
                  <a:cubicBezTo>
                    <a:pt x="52" y="23"/>
                    <a:pt x="56" y="22"/>
                    <a:pt x="60" y="22"/>
                  </a:cubicBezTo>
                  <a:cubicBezTo>
                    <a:pt x="62" y="22"/>
                    <a:pt x="62" y="22"/>
                    <a:pt x="62" y="22"/>
                  </a:cubicBezTo>
                  <a:lnTo>
                    <a:pt x="62" y="62"/>
                  </a:lnTo>
                  <a:close/>
                  <a:moveTo>
                    <a:pt x="106" y="68"/>
                  </a:moveTo>
                  <a:cubicBezTo>
                    <a:pt x="106" y="72"/>
                    <a:pt x="105" y="76"/>
                    <a:pt x="103" y="80"/>
                  </a:cubicBezTo>
                  <a:cubicBezTo>
                    <a:pt x="101" y="85"/>
                    <a:pt x="98" y="90"/>
                    <a:pt x="94" y="94"/>
                  </a:cubicBezTo>
                  <a:cubicBezTo>
                    <a:pt x="90" y="98"/>
                    <a:pt x="85" y="101"/>
                    <a:pt x="80" y="103"/>
                  </a:cubicBezTo>
                  <a:cubicBezTo>
                    <a:pt x="76" y="105"/>
                    <a:pt x="72" y="106"/>
                    <a:pt x="68" y="106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106" y="66"/>
                    <a:pt x="106" y="66"/>
                    <a:pt x="106" y="66"/>
                  </a:cubicBezTo>
                  <a:lnTo>
                    <a:pt x="106" y="68"/>
                  </a:lnTo>
                  <a:close/>
                  <a:moveTo>
                    <a:pt x="66" y="6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2" y="22"/>
                    <a:pt x="76" y="23"/>
                    <a:pt x="80" y="25"/>
                  </a:cubicBezTo>
                  <a:cubicBezTo>
                    <a:pt x="85" y="27"/>
                    <a:pt x="90" y="30"/>
                    <a:pt x="94" y="34"/>
                  </a:cubicBezTo>
                  <a:cubicBezTo>
                    <a:pt x="98" y="38"/>
                    <a:pt x="101" y="43"/>
                    <a:pt x="103" y="48"/>
                  </a:cubicBezTo>
                  <a:cubicBezTo>
                    <a:pt x="105" y="52"/>
                    <a:pt x="106" y="56"/>
                    <a:pt x="106" y="60"/>
                  </a:cubicBezTo>
                  <a:cubicBezTo>
                    <a:pt x="106" y="62"/>
                    <a:pt x="106" y="62"/>
                    <a:pt x="106" y="62"/>
                  </a:cubicBezTo>
                  <a:lnTo>
                    <a:pt x="66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71"/>
            <p:cNvSpPr>
              <a:spLocks noEditPoints="1"/>
            </p:cNvSpPr>
            <p:nvPr/>
          </p:nvSpPr>
          <p:spPr bwMode="auto">
            <a:xfrm>
              <a:off x="358" y="2311"/>
              <a:ext cx="302" cy="304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106 w 128"/>
                <a:gd name="T11" fmla="*/ 106 h 128"/>
                <a:gd name="T12" fmla="*/ 87 w 128"/>
                <a:gd name="T13" fmla="*/ 119 h 128"/>
                <a:gd name="T14" fmla="*/ 64 w 128"/>
                <a:gd name="T15" fmla="*/ 123 h 128"/>
                <a:gd name="T16" fmla="*/ 41 w 128"/>
                <a:gd name="T17" fmla="*/ 119 h 128"/>
                <a:gd name="T18" fmla="*/ 22 w 128"/>
                <a:gd name="T19" fmla="*/ 106 h 128"/>
                <a:gd name="T20" fmla="*/ 9 w 128"/>
                <a:gd name="T21" fmla="*/ 87 h 128"/>
                <a:gd name="T22" fmla="*/ 5 w 128"/>
                <a:gd name="T23" fmla="*/ 64 h 128"/>
                <a:gd name="T24" fmla="*/ 9 w 128"/>
                <a:gd name="T25" fmla="*/ 41 h 128"/>
                <a:gd name="T26" fmla="*/ 22 w 128"/>
                <a:gd name="T27" fmla="*/ 22 h 128"/>
                <a:gd name="T28" fmla="*/ 41 w 128"/>
                <a:gd name="T29" fmla="*/ 9 h 128"/>
                <a:gd name="T30" fmla="*/ 87 w 128"/>
                <a:gd name="T31" fmla="*/ 9 h 128"/>
                <a:gd name="T32" fmla="*/ 106 w 128"/>
                <a:gd name="T33" fmla="*/ 22 h 128"/>
                <a:gd name="T34" fmla="*/ 119 w 128"/>
                <a:gd name="T35" fmla="*/ 41 h 128"/>
                <a:gd name="T36" fmla="*/ 123 w 128"/>
                <a:gd name="T37" fmla="*/ 64 h 128"/>
                <a:gd name="T38" fmla="*/ 119 w 128"/>
                <a:gd name="T39" fmla="*/ 87 h 128"/>
                <a:gd name="T40" fmla="*/ 106 w 128"/>
                <a:gd name="T41" fmla="*/ 10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106" y="106"/>
                  </a:moveTo>
                  <a:cubicBezTo>
                    <a:pt x="101" y="112"/>
                    <a:pt x="94" y="116"/>
                    <a:pt x="87" y="119"/>
                  </a:cubicBezTo>
                  <a:cubicBezTo>
                    <a:pt x="80" y="122"/>
                    <a:pt x="72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16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2" y="34"/>
                    <a:pt x="16" y="27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56" y="3"/>
                    <a:pt x="72" y="3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11" y="27"/>
                    <a:pt x="116" y="34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1" y="101"/>
                    <a:pt x="106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72"/>
            <p:cNvSpPr>
              <a:spLocks noEditPoints="1"/>
            </p:cNvSpPr>
            <p:nvPr/>
          </p:nvSpPr>
          <p:spPr bwMode="auto">
            <a:xfrm>
              <a:off x="421" y="2375"/>
              <a:ext cx="175" cy="176"/>
            </a:xfrm>
            <a:custGeom>
              <a:avLst/>
              <a:gdLst>
                <a:gd name="T0" fmla="*/ 37 w 74"/>
                <a:gd name="T1" fmla="*/ 0 h 74"/>
                <a:gd name="T2" fmla="*/ 0 w 74"/>
                <a:gd name="T3" fmla="*/ 37 h 74"/>
                <a:gd name="T4" fmla="*/ 37 w 74"/>
                <a:gd name="T5" fmla="*/ 74 h 74"/>
                <a:gd name="T6" fmla="*/ 74 w 74"/>
                <a:gd name="T7" fmla="*/ 37 h 74"/>
                <a:gd name="T8" fmla="*/ 37 w 74"/>
                <a:gd name="T9" fmla="*/ 0 h 74"/>
                <a:gd name="T10" fmla="*/ 60 w 74"/>
                <a:gd name="T11" fmla="*/ 60 h 74"/>
                <a:gd name="T12" fmla="*/ 37 w 74"/>
                <a:gd name="T13" fmla="*/ 69 h 74"/>
                <a:gd name="T14" fmla="*/ 14 w 74"/>
                <a:gd name="T15" fmla="*/ 60 h 74"/>
                <a:gd name="T16" fmla="*/ 5 w 74"/>
                <a:gd name="T17" fmla="*/ 37 h 74"/>
                <a:gd name="T18" fmla="*/ 14 w 74"/>
                <a:gd name="T19" fmla="*/ 14 h 74"/>
                <a:gd name="T20" fmla="*/ 37 w 74"/>
                <a:gd name="T21" fmla="*/ 5 h 74"/>
                <a:gd name="T22" fmla="*/ 60 w 74"/>
                <a:gd name="T23" fmla="*/ 14 h 74"/>
                <a:gd name="T24" fmla="*/ 69 w 74"/>
                <a:gd name="T25" fmla="*/ 37 h 74"/>
                <a:gd name="T26" fmla="*/ 60 w 74"/>
                <a:gd name="T27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74">
                  <a:moveTo>
                    <a:pt x="37" y="0"/>
                  </a:moveTo>
                  <a:cubicBezTo>
                    <a:pt x="17" y="0"/>
                    <a:pt x="0" y="17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7" y="74"/>
                    <a:pt x="74" y="57"/>
                    <a:pt x="74" y="37"/>
                  </a:cubicBezTo>
                  <a:cubicBezTo>
                    <a:pt x="74" y="17"/>
                    <a:pt x="57" y="0"/>
                    <a:pt x="37" y="0"/>
                  </a:cubicBezTo>
                  <a:close/>
                  <a:moveTo>
                    <a:pt x="60" y="60"/>
                  </a:moveTo>
                  <a:cubicBezTo>
                    <a:pt x="54" y="66"/>
                    <a:pt x="46" y="69"/>
                    <a:pt x="37" y="69"/>
                  </a:cubicBezTo>
                  <a:cubicBezTo>
                    <a:pt x="28" y="69"/>
                    <a:pt x="20" y="66"/>
                    <a:pt x="14" y="60"/>
                  </a:cubicBezTo>
                  <a:cubicBezTo>
                    <a:pt x="8" y="54"/>
                    <a:pt x="5" y="46"/>
                    <a:pt x="5" y="37"/>
                  </a:cubicBezTo>
                  <a:cubicBezTo>
                    <a:pt x="5" y="28"/>
                    <a:pt x="8" y="20"/>
                    <a:pt x="14" y="14"/>
                  </a:cubicBezTo>
                  <a:cubicBezTo>
                    <a:pt x="20" y="8"/>
                    <a:pt x="28" y="5"/>
                    <a:pt x="37" y="5"/>
                  </a:cubicBezTo>
                  <a:cubicBezTo>
                    <a:pt x="46" y="5"/>
                    <a:pt x="54" y="8"/>
                    <a:pt x="60" y="14"/>
                  </a:cubicBezTo>
                  <a:cubicBezTo>
                    <a:pt x="66" y="20"/>
                    <a:pt x="69" y="28"/>
                    <a:pt x="69" y="37"/>
                  </a:cubicBezTo>
                  <a:cubicBezTo>
                    <a:pt x="69" y="46"/>
                    <a:pt x="66" y="54"/>
                    <a:pt x="6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73"/>
            <p:cNvSpPr>
              <a:spLocks noEditPoints="1"/>
            </p:cNvSpPr>
            <p:nvPr/>
          </p:nvSpPr>
          <p:spPr bwMode="auto">
            <a:xfrm>
              <a:off x="485" y="2439"/>
              <a:ext cx="48" cy="48"/>
            </a:xfrm>
            <a:custGeom>
              <a:avLst/>
              <a:gdLst>
                <a:gd name="T0" fmla="*/ 10 w 20"/>
                <a:gd name="T1" fmla="*/ 0 h 20"/>
                <a:gd name="T2" fmla="*/ 0 w 20"/>
                <a:gd name="T3" fmla="*/ 10 h 20"/>
                <a:gd name="T4" fmla="*/ 10 w 20"/>
                <a:gd name="T5" fmla="*/ 20 h 20"/>
                <a:gd name="T6" fmla="*/ 20 w 20"/>
                <a:gd name="T7" fmla="*/ 10 h 20"/>
                <a:gd name="T8" fmla="*/ 10 w 20"/>
                <a:gd name="T9" fmla="*/ 0 h 20"/>
                <a:gd name="T10" fmla="*/ 10 w 20"/>
                <a:gd name="T11" fmla="*/ 15 h 20"/>
                <a:gd name="T12" fmla="*/ 5 w 20"/>
                <a:gd name="T13" fmla="*/ 10 h 20"/>
                <a:gd name="T14" fmla="*/ 10 w 20"/>
                <a:gd name="T15" fmla="*/ 5 h 20"/>
                <a:gd name="T16" fmla="*/ 15 w 20"/>
                <a:gd name="T17" fmla="*/ 10 h 20"/>
                <a:gd name="T18" fmla="*/ 10 w 20"/>
                <a:gd name="T19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5" y="0"/>
                    <a:pt x="0" y="5"/>
                    <a:pt x="0" y="10"/>
                  </a:cubicBezTo>
                  <a:cubicBezTo>
                    <a:pt x="0" y="15"/>
                    <a:pt x="5" y="20"/>
                    <a:pt x="10" y="20"/>
                  </a:cubicBezTo>
                  <a:cubicBezTo>
                    <a:pt x="15" y="20"/>
                    <a:pt x="20" y="15"/>
                    <a:pt x="20" y="10"/>
                  </a:cubicBezTo>
                  <a:cubicBezTo>
                    <a:pt x="20" y="5"/>
                    <a:pt x="15" y="0"/>
                    <a:pt x="10" y="0"/>
                  </a:cubicBezTo>
                  <a:close/>
                  <a:moveTo>
                    <a:pt x="10" y="15"/>
                  </a:moveTo>
                  <a:cubicBezTo>
                    <a:pt x="7" y="15"/>
                    <a:pt x="5" y="13"/>
                    <a:pt x="5" y="10"/>
                  </a:cubicBezTo>
                  <a:cubicBezTo>
                    <a:pt x="5" y="7"/>
                    <a:pt x="7" y="5"/>
                    <a:pt x="10" y="5"/>
                  </a:cubicBezTo>
                  <a:cubicBezTo>
                    <a:pt x="13" y="5"/>
                    <a:pt x="15" y="7"/>
                    <a:pt x="15" y="10"/>
                  </a:cubicBezTo>
                  <a:cubicBezTo>
                    <a:pt x="15" y="13"/>
                    <a:pt x="13" y="15"/>
                    <a:pt x="1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74"/>
            <p:cNvSpPr>
              <a:spLocks noEditPoints="1"/>
            </p:cNvSpPr>
            <p:nvPr/>
          </p:nvSpPr>
          <p:spPr bwMode="auto">
            <a:xfrm>
              <a:off x="7041" y="1705"/>
              <a:ext cx="255" cy="303"/>
            </a:xfrm>
            <a:custGeom>
              <a:avLst/>
              <a:gdLst>
                <a:gd name="T0" fmla="*/ 106 w 108"/>
                <a:gd name="T1" fmla="*/ 19 h 128"/>
                <a:gd name="T2" fmla="*/ 108 w 108"/>
                <a:gd name="T3" fmla="*/ 17 h 128"/>
                <a:gd name="T4" fmla="*/ 108 w 108"/>
                <a:gd name="T5" fmla="*/ 2 h 128"/>
                <a:gd name="T6" fmla="*/ 106 w 108"/>
                <a:gd name="T7" fmla="*/ 0 h 128"/>
                <a:gd name="T8" fmla="*/ 2 w 108"/>
                <a:gd name="T9" fmla="*/ 0 h 128"/>
                <a:gd name="T10" fmla="*/ 0 w 108"/>
                <a:gd name="T11" fmla="*/ 2 h 128"/>
                <a:gd name="T12" fmla="*/ 0 w 108"/>
                <a:gd name="T13" fmla="*/ 17 h 128"/>
                <a:gd name="T14" fmla="*/ 2 w 108"/>
                <a:gd name="T15" fmla="*/ 19 h 128"/>
                <a:gd name="T16" fmla="*/ 7 w 108"/>
                <a:gd name="T17" fmla="*/ 19 h 128"/>
                <a:gd name="T18" fmla="*/ 7 w 108"/>
                <a:gd name="T19" fmla="*/ 109 h 128"/>
                <a:gd name="T20" fmla="*/ 2 w 108"/>
                <a:gd name="T21" fmla="*/ 109 h 128"/>
                <a:gd name="T22" fmla="*/ 0 w 108"/>
                <a:gd name="T23" fmla="*/ 111 h 128"/>
                <a:gd name="T24" fmla="*/ 0 w 108"/>
                <a:gd name="T25" fmla="*/ 126 h 128"/>
                <a:gd name="T26" fmla="*/ 2 w 108"/>
                <a:gd name="T27" fmla="*/ 128 h 128"/>
                <a:gd name="T28" fmla="*/ 106 w 108"/>
                <a:gd name="T29" fmla="*/ 128 h 128"/>
                <a:gd name="T30" fmla="*/ 108 w 108"/>
                <a:gd name="T31" fmla="*/ 126 h 128"/>
                <a:gd name="T32" fmla="*/ 108 w 108"/>
                <a:gd name="T33" fmla="*/ 111 h 128"/>
                <a:gd name="T34" fmla="*/ 106 w 108"/>
                <a:gd name="T35" fmla="*/ 109 h 128"/>
                <a:gd name="T36" fmla="*/ 101 w 108"/>
                <a:gd name="T37" fmla="*/ 109 h 128"/>
                <a:gd name="T38" fmla="*/ 101 w 108"/>
                <a:gd name="T39" fmla="*/ 19 h 128"/>
                <a:gd name="T40" fmla="*/ 106 w 108"/>
                <a:gd name="T41" fmla="*/ 19 h 128"/>
                <a:gd name="T42" fmla="*/ 104 w 108"/>
                <a:gd name="T43" fmla="*/ 113 h 128"/>
                <a:gd name="T44" fmla="*/ 104 w 108"/>
                <a:gd name="T45" fmla="*/ 123 h 128"/>
                <a:gd name="T46" fmla="*/ 4 w 108"/>
                <a:gd name="T47" fmla="*/ 123 h 128"/>
                <a:gd name="T48" fmla="*/ 4 w 108"/>
                <a:gd name="T49" fmla="*/ 113 h 128"/>
                <a:gd name="T50" fmla="*/ 104 w 108"/>
                <a:gd name="T51" fmla="*/ 113 h 128"/>
                <a:gd name="T52" fmla="*/ 12 w 108"/>
                <a:gd name="T53" fmla="*/ 109 h 128"/>
                <a:gd name="T54" fmla="*/ 12 w 108"/>
                <a:gd name="T55" fmla="*/ 19 h 128"/>
                <a:gd name="T56" fmla="*/ 96 w 108"/>
                <a:gd name="T57" fmla="*/ 19 h 128"/>
                <a:gd name="T58" fmla="*/ 96 w 108"/>
                <a:gd name="T59" fmla="*/ 109 h 128"/>
                <a:gd name="T60" fmla="*/ 12 w 108"/>
                <a:gd name="T61" fmla="*/ 109 h 128"/>
                <a:gd name="T62" fmla="*/ 4 w 108"/>
                <a:gd name="T63" fmla="*/ 15 h 128"/>
                <a:gd name="T64" fmla="*/ 4 w 108"/>
                <a:gd name="T65" fmla="*/ 5 h 128"/>
                <a:gd name="T66" fmla="*/ 104 w 108"/>
                <a:gd name="T67" fmla="*/ 5 h 128"/>
                <a:gd name="T68" fmla="*/ 104 w 108"/>
                <a:gd name="T69" fmla="*/ 15 h 128"/>
                <a:gd name="T70" fmla="*/ 4 w 108"/>
                <a:gd name="T71" fmla="*/ 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8" h="128">
                  <a:moveTo>
                    <a:pt x="106" y="19"/>
                  </a:moveTo>
                  <a:cubicBezTo>
                    <a:pt x="107" y="19"/>
                    <a:pt x="108" y="18"/>
                    <a:pt x="108" y="17"/>
                  </a:cubicBezTo>
                  <a:cubicBezTo>
                    <a:pt x="108" y="2"/>
                    <a:pt x="108" y="2"/>
                    <a:pt x="108" y="2"/>
                  </a:cubicBezTo>
                  <a:cubicBezTo>
                    <a:pt x="108" y="1"/>
                    <a:pt x="107" y="0"/>
                    <a:pt x="10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1" y="109"/>
                    <a:pt x="0" y="110"/>
                    <a:pt x="0" y="111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106" y="128"/>
                    <a:pt x="106" y="128"/>
                    <a:pt x="106" y="128"/>
                  </a:cubicBezTo>
                  <a:cubicBezTo>
                    <a:pt x="107" y="128"/>
                    <a:pt x="108" y="127"/>
                    <a:pt x="108" y="126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08" y="110"/>
                    <a:pt x="107" y="109"/>
                    <a:pt x="106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9"/>
                    <a:pt x="101" y="19"/>
                    <a:pt x="101" y="19"/>
                  </a:cubicBezTo>
                  <a:lnTo>
                    <a:pt x="106" y="19"/>
                  </a:lnTo>
                  <a:close/>
                  <a:moveTo>
                    <a:pt x="104" y="113"/>
                  </a:moveTo>
                  <a:cubicBezTo>
                    <a:pt x="104" y="123"/>
                    <a:pt x="104" y="123"/>
                    <a:pt x="104" y="123"/>
                  </a:cubicBezTo>
                  <a:cubicBezTo>
                    <a:pt x="4" y="123"/>
                    <a:pt x="4" y="123"/>
                    <a:pt x="4" y="123"/>
                  </a:cubicBezTo>
                  <a:cubicBezTo>
                    <a:pt x="4" y="113"/>
                    <a:pt x="4" y="113"/>
                    <a:pt x="4" y="113"/>
                  </a:cubicBezTo>
                  <a:lnTo>
                    <a:pt x="104" y="113"/>
                  </a:lnTo>
                  <a:close/>
                  <a:moveTo>
                    <a:pt x="12" y="109"/>
                  </a:moveTo>
                  <a:cubicBezTo>
                    <a:pt x="12" y="19"/>
                    <a:pt x="12" y="19"/>
                    <a:pt x="12" y="19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6" y="109"/>
                    <a:pt x="96" y="109"/>
                    <a:pt x="96" y="109"/>
                  </a:cubicBezTo>
                  <a:lnTo>
                    <a:pt x="12" y="109"/>
                  </a:lnTo>
                  <a:close/>
                  <a:moveTo>
                    <a:pt x="4" y="1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4" y="15"/>
                    <a:pt x="104" y="15"/>
                    <a:pt x="104" y="15"/>
                  </a:cubicBezTo>
                  <a:lnTo>
                    <a:pt x="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75"/>
            <p:cNvSpPr>
              <a:spLocks noEditPoints="1"/>
            </p:cNvSpPr>
            <p:nvPr/>
          </p:nvSpPr>
          <p:spPr bwMode="auto">
            <a:xfrm>
              <a:off x="7093" y="1788"/>
              <a:ext cx="151" cy="145"/>
            </a:xfrm>
            <a:custGeom>
              <a:avLst/>
              <a:gdLst>
                <a:gd name="T0" fmla="*/ 45 w 64"/>
                <a:gd name="T1" fmla="*/ 2 h 61"/>
                <a:gd name="T2" fmla="*/ 34 w 64"/>
                <a:gd name="T3" fmla="*/ 18 h 61"/>
                <a:gd name="T4" fmla="*/ 29 w 64"/>
                <a:gd name="T5" fmla="*/ 19 h 61"/>
                <a:gd name="T6" fmla="*/ 16 w 64"/>
                <a:gd name="T7" fmla="*/ 1 h 61"/>
                <a:gd name="T8" fmla="*/ 0 w 64"/>
                <a:gd name="T9" fmla="*/ 28 h 61"/>
                <a:gd name="T10" fmla="*/ 23 w 64"/>
                <a:gd name="T11" fmla="*/ 30 h 61"/>
                <a:gd name="T12" fmla="*/ 25 w 64"/>
                <a:gd name="T13" fmla="*/ 34 h 61"/>
                <a:gd name="T14" fmla="*/ 16 w 64"/>
                <a:gd name="T15" fmla="*/ 52 h 61"/>
                <a:gd name="T16" fmla="*/ 15 w 64"/>
                <a:gd name="T17" fmla="*/ 53 h 61"/>
                <a:gd name="T18" fmla="*/ 16 w 64"/>
                <a:gd name="T19" fmla="*/ 56 h 61"/>
                <a:gd name="T20" fmla="*/ 48 w 64"/>
                <a:gd name="T21" fmla="*/ 56 h 61"/>
                <a:gd name="T22" fmla="*/ 49 w 64"/>
                <a:gd name="T23" fmla="*/ 52 h 61"/>
                <a:gd name="T24" fmla="*/ 39 w 64"/>
                <a:gd name="T25" fmla="*/ 34 h 61"/>
                <a:gd name="T26" fmla="*/ 42 w 64"/>
                <a:gd name="T27" fmla="*/ 30 h 61"/>
                <a:gd name="T28" fmla="*/ 64 w 64"/>
                <a:gd name="T29" fmla="*/ 28 h 61"/>
                <a:gd name="T30" fmla="*/ 48 w 64"/>
                <a:gd name="T31" fmla="*/ 1 h 61"/>
                <a:gd name="T32" fmla="*/ 23 w 64"/>
                <a:gd name="T33" fmla="*/ 25 h 61"/>
                <a:gd name="T34" fmla="*/ 5 w 64"/>
                <a:gd name="T35" fmla="*/ 26 h 61"/>
                <a:gd name="T36" fmla="*/ 9 w 64"/>
                <a:gd name="T37" fmla="*/ 15 h 61"/>
                <a:gd name="T38" fmla="*/ 16 w 64"/>
                <a:gd name="T39" fmla="*/ 6 h 61"/>
                <a:gd name="T40" fmla="*/ 25 w 64"/>
                <a:gd name="T41" fmla="*/ 22 h 61"/>
                <a:gd name="T42" fmla="*/ 37 w 64"/>
                <a:gd name="T43" fmla="*/ 28 h 61"/>
                <a:gd name="T44" fmla="*/ 27 w 64"/>
                <a:gd name="T45" fmla="*/ 28 h 61"/>
                <a:gd name="T46" fmla="*/ 43 w 64"/>
                <a:gd name="T47" fmla="*/ 53 h 61"/>
                <a:gd name="T48" fmla="*/ 32 w 64"/>
                <a:gd name="T49" fmla="*/ 55 h 61"/>
                <a:gd name="T50" fmla="*/ 21 w 64"/>
                <a:gd name="T51" fmla="*/ 53 h 61"/>
                <a:gd name="T52" fmla="*/ 30 w 64"/>
                <a:gd name="T53" fmla="*/ 37 h 61"/>
                <a:gd name="T54" fmla="*/ 35 w 64"/>
                <a:gd name="T55" fmla="*/ 37 h 61"/>
                <a:gd name="T56" fmla="*/ 42 w 64"/>
                <a:gd name="T57" fmla="*/ 26 h 61"/>
                <a:gd name="T58" fmla="*/ 40 w 64"/>
                <a:gd name="T59" fmla="*/ 22 h 61"/>
                <a:gd name="T60" fmla="*/ 48 w 64"/>
                <a:gd name="T61" fmla="*/ 6 h 61"/>
                <a:gd name="T62" fmla="*/ 55 w 64"/>
                <a:gd name="T63" fmla="*/ 15 h 61"/>
                <a:gd name="T64" fmla="*/ 59 w 64"/>
                <a:gd name="T65" fmla="*/ 2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4" h="61">
                  <a:moveTo>
                    <a:pt x="48" y="1"/>
                  </a:moveTo>
                  <a:cubicBezTo>
                    <a:pt x="47" y="0"/>
                    <a:pt x="45" y="1"/>
                    <a:pt x="45" y="2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8"/>
                    <a:pt x="31" y="18"/>
                    <a:pt x="30" y="18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7" y="0"/>
                    <a:pt x="16" y="1"/>
                  </a:cubicBezTo>
                  <a:cubicBezTo>
                    <a:pt x="11" y="4"/>
                    <a:pt x="7" y="8"/>
                    <a:pt x="5" y="12"/>
                  </a:cubicBezTo>
                  <a:cubicBezTo>
                    <a:pt x="2" y="17"/>
                    <a:pt x="0" y="23"/>
                    <a:pt x="0" y="28"/>
                  </a:cubicBezTo>
                  <a:cubicBezTo>
                    <a:pt x="0" y="29"/>
                    <a:pt x="1" y="30"/>
                    <a:pt x="3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4" y="33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3"/>
                    <a:pt x="15" y="53"/>
                    <a:pt x="15" y="54"/>
                  </a:cubicBezTo>
                  <a:cubicBezTo>
                    <a:pt x="15" y="55"/>
                    <a:pt x="16" y="55"/>
                    <a:pt x="16" y="56"/>
                  </a:cubicBezTo>
                  <a:cubicBezTo>
                    <a:pt x="26" y="61"/>
                    <a:pt x="38" y="61"/>
                    <a:pt x="47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55"/>
                    <a:pt x="49" y="55"/>
                    <a:pt x="49" y="54"/>
                  </a:cubicBezTo>
                  <a:cubicBezTo>
                    <a:pt x="49" y="53"/>
                    <a:pt x="49" y="53"/>
                    <a:pt x="49" y="52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0" y="34"/>
                    <a:pt x="41" y="33"/>
                    <a:pt x="41" y="3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61" y="30"/>
                    <a:pt x="61" y="30"/>
                    <a:pt x="61" y="30"/>
                  </a:cubicBezTo>
                  <a:cubicBezTo>
                    <a:pt x="63" y="30"/>
                    <a:pt x="64" y="29"/>
                    <a:pt x="64" y="28"/>
                  </a:cubicBezTo>
                  <a:cubicBezTo>
                    <a:pt x="64" y="23"/>
                    <a:pt x="62" y="17"/>
                    <a:pt x="59" y="12"/>
                  </a:cubicBezTo>
                  <a:cubicBezTo>
                    <a:pt x="56" y="8"/>
                    <a:pt x="53" y="4"/>
                    <a:pt x="48" y="1"/>
                  </a:cubicBezTo>
                  <a:close/>
                  <a:moveTo>
                    <a:pt x="25" y="22"/>
                  </a:moveTo>
                  <a:cubicBezTo>
                    <a:pt x="24" y="23"/>
                    <a:pt x="23" y="24"/>
                    <a:pt x="23" y="2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" y="21"/>
                    <a:pt x="7" y="18"/>
                    <a:pt x="9" y="15"/>
                  </a:cubicBezTo>
                  <a:cubicBezTo>
                    <a:pt x="10" y="12"/>
                    <a:pt x="13" y="9"/>
                    <a:pt x="15" y="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5" y="21"/>
                    <a:pt x="25" y="21"/>
                    <a:pt x="25" y="21"/>
                  </a:cubicBezTo>
                  <a:lnTo>
                    <a:pt x="25" y="22"/>
                  </a:lnTo>
                  <a:close/>
                  <a:moveTo>
                    <a:pt x="32" y="23"/>
                  </a:moveTo>
                  <a:cubicBezTo>
                    <a:pt x="35" y="23"/>
                    <a:pt x="37" y="25"/>
                    <a:pt x="37" y="28"/>
                  </a:cubicBezTo>
                  <a:cubicBezTo>
                    <a:pt x="37" y="31"/>
                    <a:pt x="35" y="33"/>
                    <a:pt x="32" y="33"/>
                  </a:cubicBezTo>
                  <a:cubicBezTo>
                    <a:pt x="29" y="33"/>
                    <a:pt x="27" y="31"/>
                    <a:pt x="27" y="28"/>
                  </a:cubicBezTo>
                  <a:cubicBezTo>
                    <a:pt x="27" y="25"/>
                    <a:pt x="29" y="23"/>
                    <a:pt x="32" y="23"/>
                  </a:cubicBezTo>
                  <a:close/>
                  <a:moveTo>
                    <a:pt x="43" y="53"/>
                  </a:moveTo>
                  <a:cubicBezTo>
                    <a:pt x="42" y="53"/>
                    <a:pt x="42" y="53"/>
                    <a:pt x="42" y="53"/>
                  </a:cubicBezTo>
                  <a:cubicBezTo>
                    <a:pt x="39" y="55"/>
                    <a:pt x="35" y="55"/>
                    <a:pt x="32" y="55"/>
                  </a:cubicBezTo>
                  <a:cubicBezTo>
                    <a:pt x="29" y="55"/>
                    <a:pt x="25" y="55"/>
                    <a:pt x="22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3" y="38"/>
                    <a:pt x="34" y="37"/>
                  </a:cubicBezTo>
                  <a:cubicBezTo>
                    <a:pt x="35" y="37"/>
                    <a:pt x="35" y="37"/>
                    <a:pt x="35" y="37"/>
                  </a:cubicBezTo>
                  <a:lnTo>
                    <a:pt x="43" y="53"/>
                  </a:lnTo>
                  <a:close/>
                  <a:moveTo>
                    <a:pt x="42" y="26"/>
                  </a:moveTo>
                  <a:cubicBezTo>
                    <a:pt x="41" y="25"/>
                    <a:pt x="41" y="25"/>
                    <a:pt x="41" y="25"/>
                  </a:cubicBezTo>
                  <a:cubicBezTo>
                    <a:pt x="41" y="24"/>
                    <a:pt x="40" y="23"/>
                    <a:pt x="40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1" y="9"/>
                    <a:pt x="54" y="12"/>
                    <a:pt x="55" y="15"/>
                  </a:cubicBezTo>
                  <a:cubicBezTo>
                    <a:pt x="57" y="18"/>
                    <a:pt x="58" y="21"/>
                    <a:pt x="59" y="24"/>
                  </a:cubicBezTo>
                  <a:cubicBezTo>
                    <a:pt x="59" y="26"/>
                    <a:pt x="59" y="26"/>
                    <a:pt x="59" y="26"/>
                  </a:cubicBezTo>
                  <a:lnTo>
                    <a:pt x="42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76"/>
            <p:cNvSpPr>
              <a:spLocks noEditPoints="1"/>
            </p:cNvSpPr>
            <p:nvPr/>
          </p:nvSpPr>
          <p:spPr bwMode="auto">
            <a:xfrm>
              <a:off x="6412" y="1715"/>
              <a:ext cx="303" cy="284"/>
            </a:xfrm>
            <a:custGeom>
              <a:avLst/>
              <a:gdLst>
                <a:gd name="T0" fmla="*/ 93 w 128"/>
                <a:gd name="T1" fmla="*/ 1 h 120"/>
                <a:gd name="T2" fmla="*/ 70 w 128"/>
                <a:gd name="T3" fmla="*/ 39 h 120"/>
                <a:gd name="T4" fmla="*/ 57 w 128"/>
                <a:gd name="T5" fmla="*/ 40 h 120"/>
                <a:gd name="T6" fmla="*/ 33 w 128"/>
                <a:gd name="T7" fmla="*/ 0 h 120"/>
                <a:gd name="T8" fmla="*/ 9 w 128"/>
                <a:gd name="T9" fmla="*/ 23 h 120"/>
                <a:gd name="T10" fmla="*/ 2 w 128"/>
                <a:gd name="T11" fmla="*/ 58 h 120"/>
                <a:gd name="T12" fmla="*/ 47 w 128"/>
                <a:gd name="T13" fmla="*/ 59 h 120"/>
                <a:gd name="T14" fmla="*/ 54 w 128"/>
                <a:gd name="T15" fmla="*/ 69 h 120"/>
                <a:gd name="T16" fmla="*/ 31 w 128"/>
                <a:gd name="T17" fmla="*/ 109 h 120"/>
                <a:gd name="T18" fmla="*/ 64 w 128"/>
                <a:gd name="T19" fmla="*/ 120 h 120"/>
                <a:gd name="T20" fmla="*/ 97 w 128"/>
                <a:gd name="T21" fmla="*/ 109 h 120"/>
                <a:gd name="T22" fmla="*/ 74 w 128"/>
                <a:gd name="T23" fmla="*/ 70 h 120"/>
                <a:gd name="T24" fmla="*/ 81 w 128"/>
                <a:gd name="T25" fmla="*/ 59 h 120"/>
                <a:gd name="T26" fmla="*/ 126 w 128"/>
                <a:gd name="T27" fmla="*/ 58 h 120"/>
                <a:gd name="T28" fmla="*/ 119 w 128"/>
                <a:gd name="T29" fmla="*/ 23 h 120"/>
                <a:gd name="T30" fmla="*/ 47 w 128"/>
                <a:gd name="T31" fmla="*/ 53 h 120"/>
                <a:gd name="T32" fmla="*/ 5 w 128"/>
                <a:gd name="T33" fmla="*/ 52 h 120"/>
                <a:gd name="T34" fmla="*/ 31 w 128"/>
                <a:gd name="T35" fmla="*/ 6 h 120"/>
                <a:gd name="T36" fmla="*/ 53 w 128"/>
                <a:gd name="T37" fmla="*/ 42 h 120"/>
                <a:gd name="T38" fmla="*/ 47 w 128"/>
                <a:gd name="T39" fmla="*/ 52 h 120"/>
                <a:gd name="T40" fmla="*/ 92 w 128"/>
                <a:gd name="T41" fmla="*/ 109 h 120"/>
                <a:gd name="T42" fmla="*/ 64 w 128"/>
                <a:gd name="T43" fmla="*/ 115 h 120"/>
                <a:gd name="T44" fmla="*/ 36 w 128"/>
                <a:gd name="T45" fmla="*/ 109 h 120"/>
                <a:gd name="T46" fmla="*/ 59 w 128"/>
                <a:gd name="T47" fmla="*/ 72 h 120"/>
                <a:gd name="T48" fmla="*/ 70 w 128"/>
                <a:gd name="T49" fmla="*/ 72 h 120"/>
                <a:gd name="T50" fmla="*/ 64 w 128"/>
                <a:gd name="T51" fmla="*/ 68 h 120"/>
                <a:gd name="T52" fmla="*/ 64 w 128"/>
                <a:gd name="T53" fmla="*/ 43 h 120"/>
                <a:gd name="T54" fmla="*/ 64 w 128"/>
                <a:gd name="T55" fmla="*/ 68 h 120"/>
                <a:gd name="T56" fmla="*/ 81 w 128"/>
                <a:gd name="T57" fmla="*/ 53 h 120"/>
                <a:gd name="T58" fmla="*/ 76 w 128"/>
                <a:gd name="T59" fmla="*/ 43 h 120"/>
                <a:gd name="T60" fmla="*/ 96 w 128"/>
                <a:gd name="T61" fmla="*/ 6 h 120"/>
                <a:gd name="T62" fmla="*/ 115 w 128"/>
                <a:gd name="T63" fmla="*/ 26 h 120"/>
                <a:gd name="T64" fmla="*/ 123 w 128"/>
                <a:gd name="T65" fmla="*/ 5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0">
                  <a:moveTo>
                    <a:pt x="96" y="0"/>
                  </a:moveTo>
                  <a:cubicBezTo>
                    <a:pt x="95" y="0"/>
                    <a:pt x="93" y="0"/>
                    <a:pt x="93" y="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6" y="38"/>
                    <a:pt x="62" y="38"/>
                    <a:pt x="58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33" y="0"/>
                    <a:pt x="32" y="0"/>
                    <a:pt x="32" y="1"/>
                  </a:cubicBezTo>
                  <a:cubicBezTo>
                    <a:pt x="22" y="6"/>
                    <a:pt x="14" y="14"/>
                    <a:pt x="9" y="23"/>
                  </a:cubicBezTo>
                  <a:cubicBezTo>
                    <a:pt x="3" y="33"/>
                    <a:pt x="0" y="44"/>
                    <a:pt x="0" y="56"/>
                  </a:cubicBezTo>
                  <a:cubicBezTo>
                    <a:pt x="0" y="57"/>
                    <a:pt x="1" y="58"/>
                    <a:pt x="2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9"/>
                    <a:pt x="47" y="59"/>
                    <a:pt x="47" y="59"/>
                  </a:cubicBezTo>
                  <a:cubicBezTo>
                    <a:pt x="48" y="63"/>
                    <a:pt x="50" y="66"/>
                    <a:pt x="53" y="68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31" y="108"/>
                    <a:pt x="31" y="108"/>
                    <a:pt x="31" y="108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1" y="110"/>
                    <a:pt x="31" y="111"/>
                    <a:pt x="32" y="111"/>
                  </a:cubicBezTo>
                  <a:cubicBezTo>
                    <a:pt x="42" y="117"/>
                    <a:pt x="53" y="120"/>
                    <a:pt x="64" y="120"/>
                  </a:cubicBezTo>
                  <a:cubicBezTo>
                    <a:pt x="75" y="120"/>
                    <a:pt x="86" y="117"/>
                    <a:pt x="96" y="111"/>
                  </a:cubicBezTo>
                  <a:cubicBezTo>
                    <a:pt x="97" y="111"/>
                    <a:pt x="97" y="110"/>
                    <a:pt x="97" y="109"/>
                  </a:cubicBezTo>
                  <a:cubicBezTo>
                    <a:pt x="97" y="109"/>
                    <a:pt x="97" y="109"/>
                    <a:pt x="97" y="108"/>
                  </a:cubicBezTo>
                  <a:cubicBezTo>
                    <a:pt x="74" y="70"/>
                    <a:pt x="74" y="70"/>
                    <a:pt x="74" y="70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78" y="66"/>
                    <a:pt x="80" y="63"/>
                    <a:pt x="81" y="59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7" y="58"/>
                    <a:pt x="128" y="57"/>
                    <a:pt x="128" y="56"/>
                  </a:cubicBezTo>
                  <a:cubicBezTo>
                    <a:pt x="128" y="44"/>
                    <a:pt x="125" y="33"/>
                    <a:pt x="119" y="23"/>
                  </a:cubicBezTo>
                  <a:cubicBezTo>
                    <a:pt x="114" y="14"/>
                    <a:pt x="106" y="6"/>
                    <a:pt x="96" y="0"/>
                  </a:cubicBezTo>
                  <a:close/>
                  <a:moveTo>
                    <a:pt x="47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43"/>
                    <a:pt x="8" y="34"/>
                    <a:pt x="13" y="26"/>
                  </a:cubicBezTo>
                  <a:cubicBezTo>
                    <a:pt x="17" y="18"/>
                    <a:pt x="24" y="11"/>
                    <a:pt x="31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0" y="46"/>
                    <a:pt x="48" y="49"/>
                    <a:pt x="47" y="52"/>
                  </a:cubicBezTo>
                  <a:lnTo>
                    <a:pt x="47" y="53"/>
                  </a:lnTo>
                  <a:close/>
                  <a:moveTo>
                    <a:pt x="92" y="109"/>
                  </a:moveTo>
                  <a:cubicBezTo>
                    <a:pt x="90" y="109"/>
                    <a:pt x="90" y="109"/>
                    <a:pt x="90" y="109"/>
                  </a:cubicBezTo>
                  <a:cubicBezTo>
                    <a:pt x="82" y="113"/>
                    <a:pt x="73" y="115"/>
                    <a:pt x="64" y="115"/>
                  </a:cubicBezTo>
                  <a:cubicBezTo>
                    <a:pt x="55" y="115"/>
                    <a:pt x="46" y="113"/>
                    <a:pt x="38" y="109"/>
                  </a:cubicBezTo>
                  <a:cubicBezTo>
                    <a:pt x="36" y="109"/>
                    <a:pt x="36" y="109"/>
                    <a:pt x="36" y="109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9" y="72"/>
                    <a:pt x="59" y="72"/>
                    <a:pt x="59" y="72"/>
                  </a:cubicBezTo>
                  <a:cubicBezTo>
                    <a:pt x="62" y="73"/>
                    <a:pt x="66" y="73"/>
                    <a:pt x="69" y="72"/>
                  </a:cubicBezTo>
                  <a:cubicBezTo>
                    <a:pt x="70" y="72"/>
                    <a:pt x="70" y="72"/>
                    <a:pt x="70" y="72"/>
                  </a:cubicBezTo>
                  <a:lnTo>
                    <a:pt x="92" y="109"/>
                  </a:lnTo>
                  <a:close/>
                  <a:moveTo>
                    <a:pt x="64" y="68"/>
                  </a:moveTo>
                  <a:cubicBezTo>
                    <a:pt x="57" y="68"/>
                    <a:pt x="52" y="63"/>
                    <a:pt x="52" y="56"/>
                  </a:cubicBezTo>
                  <a:cubicBezTo>
                    <a:pt x="52" y="49"/>
                    <a:pt x="57" y="43"/>
                    <a:pt x="64" y="43"/>
                  </a:cubicBezTo>
                  <a:cubicBezTo>
                    <a:pt x="71" y="43"/>
                    <a:pt x="77" y="49"/>
                    <a:pt x="77" y="56"/>
                  </a:cubicBezTo>
                  <a:cubicBezTo>
                    <a:pt x="77" y="63"/>
                    <a:pt x="71" y="68"/>
                    <a:pt x="64" y="68"/>
                  </a:cubicBezTo>
                  <a:close/>
                  <a:moveTo>
                    <a:pt x="123" y="53"/>
                  </a:moveTo>
                  <a:cubicBezTo>
                    <a:pt x="81" y="53"/>
                    <a:pt x="81" y="53"/>
                    <a:pt x="81" y="53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80" y="49"/>
                    <a:pt x="78" y="45"/>
                    <a:pt x="76" y="43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104" y="11"/>
                    <a:pt x="111" y="18"/>
                    <a:pt x="115" y="26"/>
                  </a:cubicBezTo>
                  <a:cubicBezTo>
                    <a:pt x="120" y="34"/>
                    <a:pt x="123" y="43"/>
                    <a:pt x="123" y="52"/>
                  </a:cubicBezTo>
                  <a:lnTo>
                    <a:pt x="12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77"/>
            <p:cNvSpPr>
              <a:spLocks noEditPoints="1"/>
            </p:cNvSpPr>
            <p:nvPr/>
          </p:nvSpPr>
          <p:spPr bwMode="auto">
            <a:xfrm>
              <a:off x="5806" y="1843"/>
              <a:ext cx="116" cy="139"/>
            </a:xfrm>
            <a:custGeom>
              <a:avLst/>
              <a:gdLst>
                <a:gd name="T0" fmla="*/ 47 w 49"/>
                <a:gd name="T1" fmla="*/ 35 h 59"/>
                <a:gd name="T2" fmla="*/ 24 w 49"/>
                <a:gd name="T3" fmla="*/ 35 h 59"/>
                <a:gd name="T4" fmla="*/ 31 w 49"/>
                <a:gd name="T5" fmla="*/ 24 h 59"/>
                <a:gd name="T6" fmla="*/ 37 w 49"/>
                <a:gd name="T7" fmla="*/ 28 h 59"/>
                <a:gd name="T8" fmla="*/ 38 w 49"/>
                <a:gd name="T9" fmla="*/ 28 h 59"/>
                <a:gd name="T10" fmla="*/ 40 w 49"/>
                <a:gd name="T11" fmla="*/ 26 h 59"/>
                <a:gd name="T12" fmla="*/ 40 w 49"/>
                <a:gd name="T13" fmla="*/ 25 h 59"/>
                <a:gd name="T14" fmla="*/ 32 w 49"/>
                <a:gd name="T15" fmla="*/ 1 h 59"/>
                <a:gd name="T16" fmla="*/ 30 w 49"/>
                <a:gd name="T17" fmla="*/ 0 h 59"/>
                <a:gd name="T18" fmla="*/ 30 w 49"/>
                <a:gd name="T19" fmla="*/ 0 h 59"/>
                <a:gd name="T20" fmla="*/ 5 w 49"/>
                <a:gd name="T21" fmla="*/ 4 h 59"/>
                <a:gd name="T22" fmla="*/ 3 w 49"/>
                <a:gd name="T23" fmla="*/ 7 h 59"/>
                <a:gd name="T24" fmla="*/ 4 w 49"/>
                <a:gd name="T25" fmla="*/ 9 h 59"/>
                <a:gd name="T26" fmla="*/ 10 w 49"/>
                <a:gd name="T27" fmla="*/ 12 h 59"/>
                <a:gd name="T28" fmla="*/ 0 w 49"/>
                <a:gd name="T29" fmla="*/ 29 h 59"/>
                <a:gd name="T30" fmla="*/ 0 w 49"/>
                <a:gd name="T31" fmla="*/ 31 h 59"/>
                <a:gd name="T32" fmla="*/ 0 w 49"/>
                <a:gd name="T33" fmla="*/ 31 h 59"/>
                <a:gd name="T34" fmla="*/ 7 w 49"/>
                <a:gd name="T35" fmla="*/ 57 h 59"/>
                <a:gd name="T36" fmla="*/ 9 w 49"/>
                <a:gd name="T37" fmla="*/ 59 h 59"/>
                <a:gd name="T38" fmla="*/ 47 w 49"/>
                <a:gd name="T39" fmla="*/ 59 h 59"/>
                <a:gd name="T40" fmla="*/ 49 w 49"/>
                <a:gd name="T41" fmla="*/ 56 h 59"/>
                <a:gd name="T42" fmla="*/ 49 w 49"/>
                <a:gd name="T43" fmla="*/ 37 h 59"/>
                <a:gd name="T44" fmla="*/ 47 w 49"/>
                <a:gd name="T45" fmla="*/ 35 h 59"/>
                <a:gd name="T46" fmla="*/ 5 w 49"/>
                <a:gd name="T47" fmla="*/ 31 h 59"/>
                <a:gd name="T48" fmla="*/ 16 w 49"/>
                <a:gd name="T49" fmla="*/ 10 h 59"/>
                <a:gd name="T50" fmla="*/ 12 w 49"/>
                <a:gd name="T51" fmla="*/ 8 h 59"/>
                <a:gd name="T52" fmla="*/ 28 w 49"/>
                <a:gd name="T53" fmla="*/ 5 h 59"/>
                <a:gd name="T54" fmla="*/ 34 w 49"/>
                <a:gd name="T55" fmla="*/ 21 h 59"/>
                <a:gd name="T56" fmla="*/ 29 w 49"/>
                <a:gd name="T57" fmla="*/ 18 h 59"/>
                <a:gd name="T58" fmla="*/ 10 w 49"/>
                <a:gd name="T59" fmla="*/ 50 h 59"/>
                <a:gd name="T60" fmla="*/ 5 w 49"/>
                <a:gd name="T61" fmla="*/ 31 h 59"/>
                <a:gd name="T62" fmla="*/ 45 w 49"/>
                <a:gd name="T63" fmla="*/ 54 h 59"/>
                <a:gd name="T64" fmla="*/ 13 w 49"/>
                <a:gd name="T65" fmla="*/ 54 h 59"/>
                <a:gd name="T66" fmla="*/ 21 w 49"/>
                <a:gd name="T67" fmla="*/ 40 h 59"/>
                <a:gd name="T68" fmla="*/ 45 w 49"/>
                <a:gd name="T69" fmla="*/ 40 h 59"/>
                <a:gd name="T70" fmla="*/ 45 w 49"/>
                <a:gd name="T71" fmla="*/ 5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9" h="59">
                  <a:moveTo>
                    <a:pt x="47" y="35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5"/>
                    <a:pt x="3" y="6"/>
                    <a:pt x="3" y="7"/>
                  </a:cubicBezTo>
                  <a:cubicBezTo>
                    <a:pt x="3" y="8"/>
                    <a:pt x="4" y="8"/>
                    <a:pt x="4" y="9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0" y="30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58"/>
                    <a:pt x="8" y="59"/>
                    <a:pt x="9" y="59"/>
                  </a:cubicBezTo>
                  <a:cubicBezTo>
                    <a:pt x="47" y="59"/>
                    <a:pt x="47" y="59"/>
                    <a:pt x="47" y="59"/>
                  </a:cubicBezTo>
                  <a:cubicBezTo>
                    <a:pt x="48" y="59"/>
                    <a:pt x="49" y="58"/>
                    <a:pt x="49" y="56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6"/>
                    <a:pt x="48" y="35"/>
                    <a:pt x="47" y="35"/>
                  </a:cubicBezTo>
                  <a:close/>
                  <a:moveTo>
                    <a:pt x="5" y="31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10" y="50"/>
                    <a:pt x="10" y="50"/>
                    <a:pt x="10" y="50"/>
                  </a:cubicBezTo>
                  <a:lnTo>
                    <a:pt x="5" y="31"/>
                  </a:lnTo>
                  <a:close/>
                  <a:moveTo>
                    <a:pt x="45" y="54"/>
                  </a:moveTo>
                  <a:cubicBezTo>
                    <a:pt x="13" y="54"/>
                    <a:pt x="13" y="54"/>
                    <a:pt x="13" y="54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45" y="40"/>
                    <a:pt x="45" y="40"/>
                    <a:pt x="45" y="40"/>
                  </a:cubicBezTo>
                  <a:lnTo>
                    <a:pt x="45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78"/>
            <p:cNvSpPr>
              <a:spLocks noEditPoints="1"/>
            </p:cNvSpPr>
            <p:nvPr/>
          </p:nvSpPr>
          <p:spPr bwMode="auto">
            <a:xfrm>
              <a:off x="5963" y="1850"/>
              <a:ext cx="146" cy="154"/>
            </a:xfrm>
            <a:custGeom>
              <a:avLst/>
              <a:gdLst>
                <a:gd name="T0" fmla="*/ 62 w 62"/>
                <a:gd name="T1" fmla="*/ 34 h 65"/>
                <a:gd name="T2" fmla="*/ 43 w 62"/>
                <a:gd name="T3" fmla="*/ 1 h 65"/>
                <a:gd name="T4" fmla="*/ 40 w 62"/>
                <a:gd name="T5" fmla="*/ 0 h 65"/>
                <a:gd name="T6" fmla="*/ 23 w 62"/>
                <a:gd name="T7" fmla="*/ 10 h 65"/>
                <a:gd name="T8" fmla="*/ 23 w 62"/>
                <a:gd name="T9" fmla="*/ 13 h 65"/>
                <a:gd name="T10" fmla="*/ 34 w 62"/>
                <a:gd name="T11" fmla="*/ 32 h 65"/>
                <a:gd name="T12" fmla="*/ 21 w 62"/>
                <a:gd name="T13" fmla="*/ 32 h 65"/>
                <a:gd name="T14" fmla="*/ 21 w 62"/>
                <a:gd name="T15" fmla="*/ 25 h 65"/>
                <a:gd name="T16" fmla="*/ 21 w 62"/>
                <a:gd name="T17" fmla="*/ 24 h 65"/>
                <a:gd name="T18" fmla="*/ 19 w 62"/>
                <a:gd name="T19" fmla="*/ 23 h 65"/>
                <a:gd name="T20" fmla="*/ 17 w 62"/>
                <a:gd name="T21" fmla="*/ 23 h 65"/>
                <a:gd name="T22" fmla="*/ 17 w 62"/>
                <a:gd name="T23" fmla="*/ 24 h 65"/>
                <a:gd name="T24" fmla="*/ 1 w 62"/>
                <a:gd name="T25" fmla="*/ 42 h 65"/>
                <a:gd name="T26" fmla="*/ 0 w 62"/>
                <a:gd name="T27" fmla="*/ 45 h 65"/>
                <a:gd name="T28" fmla="*/ 0 w 62"/>
                <a:gd name="T29" fmla="*/ 45 h 65"/>
                <a:gd name="T30" fmla="*/ 17 w 62"/>
                <a:gd name="T31" fmla="*/ 64 h 65"/>
                <a:gd name="T32" fmla="*/ 20 w 62"/>
                <a:gd name="T33" fmla="*/ 65 h 65"/>
                <a:gd name="T34" fmla="*/ 21 w 62"/>
                <a:gd name="T35" fmla="*/ 63 h 65"/>
                <a:gd name="T36" fmla="*/ 21 w 62"/>
                <a:gd name="T37" fmla="*/ 56 h 65"/>
                <a:gd name="T38" fmla="*/ 41 w 62"/>
                <a:gd name="T39" fmla="*/ 56 h 65"/>
                <a:gd name="T40" fmla="*/ 42 w 62"/>
                <a:gd name="T41" fmla="*/ 56 h 65"/>
                <a:gd name="T42" fmla="*/ 43 w 62"/>
                <a:gd name="T43" fmla="*/ 55 h 65"/>
                <a:gd name="T44" fmla="*/ 61 w 62"/>
                <a:gd name="T45" fmla="*/ 36 h 65"/>
                <a:gd name="T46" fmla="*/ 62 w 62"/>
                <a:gd name="T47" fmla="*/ 34 h 65"/>
                <a:gd name="T48" fmla="*/ 40 w 62"/>
                <a:gd name="T49" fmla="*/ 51 h 65"/>
                <a:gd name="T50" fmla="*/ 16 w 62"/>
                <a:gd name="T51" fmla="*/ 51 h 65"/>
                <a:gd name="T52" fmla="*/ 16 w 62"/>
                <a:gd name="T53" fmla="*/ 57 h 65"/>
                <a:gd name="T54" fmla="*/ 5 w 62"/>
                <a:gd name="T55" fmla="*/ 44 h 65"/>
                <a:gd name="T56" fmla="*/ 16 w 62"/>
                <a:gd name="T57" fmla="*/ 31 h 65"/>
                <a:gd name="T58" fmla="*/ 16 w 62"/>
                <a:gd name="T59" fmla="*/ 37 h 65"/>
                <a:gd name="T60" fmla="*/ 54 w 62"/>
                <a:gd name="T61" fmla="*/ 37 h 65"/>
                <a:gd name="T62" fmla="*/ 40 w 62"/>
                <a:gd name="T63" fmla="*/ 51 h 65"/>
                <a:gd name="T64" fmla="*/ 39 w 62"/>
                <a:gd name="T65" fmla="*/ 32 h 65"/>
                <a:gd name="T66" fmla="*/ 28 w 62"/>
                <a:gd name="T67" fmla="*/ 12 h 65"/>
                <a:gd name="T68" fmla="*/ 40 w 62"/>
                <a:gd name="T69" fmla="*/ 5 h 65"/>
                <a:gd name="T70" fmla="*/ 56 w 62"/>
                <a:gd name="T71" fmla="*/ 32 h 65"/>
                <a:gd name="T72" fmla="*/ 39 w 62"/>
                <a:gd name="T73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" h="65">
                  <a:moveTo>
                    <a:pt x="62" y="34"/>
                  </a:moveTo>
                  <a:cubicBezTo>
                    <a:pt x="43" y="1"/>
                    <a:pt x="43" y="1"/>
                    <a:pt x="43" y="1"/>
                  </a:cubicBezTo>
                  <a:cubicBezTo>
                    <a:pt x="42" y="0"/>
                    <a:pt x="41" y="0"/>
                    <a:pt x="40" y="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0"/>
                    <a:pt x="22" y="12"/>
                    <a:pt x="23" y="1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8" y="23"/>
                    <a:pt x="17" y="23"/>
                  </a:cubicBezTo>
                  <a:cubicBezTo>
                    <a:pt x="17" y="23"/>
                    <a:pt x="17" y="23"/>
                    <a:pt x="17" y="24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0" y="43"/>
                    <a:pt x="0" y="44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5"/>
                    <a:pt x="19" y="65"/>
                    <a:pt x="20" y="65"/>
                  </a:cubicBezTo>
                  <a:cubicBezTo>
                    <a:pt x="20" y="64"/>
                    <a:pt x="21" y="64"/>
                    <a:pt x="21" y="63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41" y="56"/>
                    <a:pt x="41" y="56"/>
                    <a:pt x="41" y="56"/>
                  </a:cubicBezTo>
                  <a:cubicBezTo>
                    <a:pt x="41" y="56"/>
                    <a:pt x="42" y="56"/>
                    <a:pt x="42" y="56"/>
                  </a:cubicBezTo>
                  <a:cubicBezTo>
                    <a:pt x="42" y="55"/>
                    <a:pt x="42" y="55"/>
                    <a:pt x="43" y="55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5"/>
                    <a:pt x="62" y="34"/>
                  </a:cubicBezTo>
                  <a:close/>
                  <a:moveTo>
                    <a:pt x="40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54" y="37"/>
                    <a:pt x="54" y="37"/>
                    <a:pt x="54" y="37"/>
                  </a:cubicBezTo>
                  <a:lnTo>
                    <a:pt x="40" y="51"/>
                  </a:lnTo>
                  <a:close/>
                  <a:moveTo>
                    <a:pt x="39" y="32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39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79"/>
            <p:cNvSpPr>
              <a:spLocks noEditPoints="1"/>
            </p:cNvSpPr>
            <p:nvPr/>
          </p:nvSpPr>
          <p:spPr bwMode="auto">
            <a:xfrm>
              <a:off x="5877" y="1710"/>
              <a:ext cx="164" cy="119"/>
            </a:xfrm>
            <a:custGeom>
              <a:avLst/>
              <a:gdLst>
                <a:gd name="T0" fmla="*/ 58 w 69"/>
                <a:gd name="T1" fmla="*/ 50 h 50"/>
                <a:gd name="T2" fmla="*/ 60 w 69"/>
                <a:gd name="T3" fmla="*/ 49 h 50"/>
                <a:gd name="T4" fmla="*/ 60 w 69"/>
                <a:gd name="T5" fmla="*/ 48 h 50"/>
                <a:gd name="T6" fmla="*/ 68 w 69"/>
                <a:gd name="T7" fmla="*/ 24 h 50"/>
                <a:gd name="T8" fmla="*/ 67 w 69"/>
                <a:gd name="T9" fmla="*/ 22 h 50"/>
                <a:gd name="T10" fmla="*/ 65 w 69"/>
                <a:gd name="T11" fmla="*/ 22 h 50"/>
                <a:gd name="T12" fmla="*/ 59 w 69"/>
                <a:gd name="T13" fmla="*/ 25 h 50"/>
                <a:gd name="T14" fmla="*/ 49 w 69"/>
                <a:gd name="T15" fmla="*/ 8 h 50"/>
                <a:gd name="T16" fmla="*/ 48 w 69"/>
                <a:gd name="T17" fmla="*/ 7 h 50"/>
                <a:gd name="T18" fmla="*/ 47 w 69"/>
                <a:gd name="T19" fmla="*/ 7 h 50"/>
                <a:gd name="T20" fmla="*/ 22 w 69"/>
                <a:gd name="T21" fmla="*/ 0 h 50"/>
                <a:gd name="T22" fmla="*/ 19 w 69"/>
                <a:gd name="T23" fmla="*/ 1 h 50"/>
                <a:gd name="T24" fmla="*/ 1 w 69"/>
                <a:gd name="T25" fmla="*/ 34 h 50"/>
                <a:gd name="T26" fmla="*/ 1 w 69"/>
                <a:gd name="T27" fmla="*/ 37 h 50"/>
                <a:gd name="T28" fmla="*/ 18 w 69"/>
                <a:gd name="T29" fmla="*/ 46 h 50"/>
                <a:gd name="T30" fmla="*/ 21 w 69"/>
                <a:gd name="T31" fmla="*/ 45 h 50"/>
                <a:gd name="T32" fmla="*/ 32 w 69"/>
                <a:gd name="T33" fmla="*/ 26 h 50"/>
                <a:gd name="T34" fmla="*/ 39 w 69"/>
                <a:gd name="T35" fmla="*/ 37 h 50"/>
                <a:gd name="T36" fmla="*/ 32 w 69"/>
                <a:gd name="T37" fmla="*/ 41 h 50"/>
                <a:gd name="T38" fmla="*/ 31 w 69"/>
                <a:gd name="T39" fmla="*/ 41 h 50"/>
                <a:gd name="T40" fmla="*/ 32 w 69"/>
                <a:gd name="T41" fmla="*/ 45 h 50"/>
                <a:gd name="T42" fmla="*/ 33 w 69"/>
                <a:gd name="T43" fmla="*/ 45 h 50"/>
                <a:gd name="T44" fmla="*/ 57 w 69"/>
                <a:gd name="T45" fmla="*/ 50 h 50"/>
                <a:gd name="T46" fmla="*/ 58 w 69"/>
                <a:gd name="T47" fmla="*/ 50 h 50"/>
                <a:gd name="T48" fmla="*/ 18 w 69"/>
                <a:gd name="T49" fmla="*/ 41 h 50"/>
                <a:gd name="T50" fmla="*/ 6 w 69"/>
                <a:gd name="T51" fmla="*/ 34 h 50"/>
                <a:gd name="T52" fmla="*/ 21 w 69"/>
                <a:gd name="T53" fmla="*/ 7 h 50"/>
                <a:gd name="T54" fmla="*/ 30 w 69"/>
                <a:gd name="T55" fmla="*/ 21 h 50"/>
                <a:gd name="T56" fmla="*/ 18 w 69"/>
                <a:gd name="T57" fmla="*/ 41 h 50"/>
                <a:gd name="T58" fmla="*/ 40 w 69"/>
                <a:gd name="T59" fmla="*/ 42 h 50"/>
                <a:gd name="T60" fmla="*/ 45 w 69"/>
                <a:gd name="T61" fmla="*/ 39 h 50"/>
                <a:gd name="T62" fmla="*/ 26 w 69"/>
                <a:gd name="T63" fmla="*/ 6 h 50"/>
                <a:gd name="T64" fmla="*/ 46 w 69"/>
                <a:gd name="T65" fmla="*/ 11 h 50"/>
                <a:gd name="T66" fmla="*/ 57 w 69"/>
                <a:gd name="T67" fmla="*/ 31 h 50"/>
                <a:gd name="T68" fmla="*/ 62 w 69"/>
                <a:gd name="T69" fmla="*/ 29 h 50"/>
                <a:gd name="T70" fmla="*/ 57 w 69"/>
                <a:gd name="T71" fmla="*/ 45 h 50"/>
                <a:gd name="T72" fmla="*/ 40 w 69"/>
                <a:gd name="T73" fmla="*/ 4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9" h="50">
                  <a:moveTo>
                    <a:pt x="58" y="50"/>
                  </a:moveTo>
                  <a:cubicBezTo>
                    <a:pt x="59" y="50"/>
                    <a:pt x="60" y="49"/>
                    <a:pt x="60" y="49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9" y="23"/>
                    <a:pt x="68" y="22"/>
                    <a:pt x="67" y="22"/>
                  </a:cubicBezTo>
                  <a:cubicBezTo>
                    <a:pt x="67" y="21"/>
                    <a:pt x="66" y="21"/>
                    <a:pt x="65" y="22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8"/>
                    <a:pt x="49" y="7"/>
                    <a:pt x="48" y="7"/>
                  </a:cubicBezTo>
                  <a:cubicBezTo>
                    <a:pt x="48" y="7"/>
                    <a:pt x="48" y="7"/>
                    <a:pt x="47" y="7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0"/>
                    <a:pt x="19" y="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1" y="3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9" y="47"/>
                    <a:pt x="20" y="46"/>
                    <a:pt x="21" y="4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2" y="41"/>
                    <a:pt x="31" y="41"/>
                  </a:cubicBezTo>
                  <a:cubicBezTo>
                    <a:pt x="31" y="43"/>
                    <a:pt x="31" y="44"/>
                    <a:pt x="32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8" y="50"/>
                    <a:pt x="58" y="50"/>
                    <a:pt x="58" y="50"/>
                  </a:cubicBezTo>
                  <a:close/>
                  <a:moveTo>
                    <a:pt x="18" y="41"/>
                  </a:moveTo>
                  <a:cubicBezTo>
                    <a:pt x="6" y="34"/>
                    <a:pt x="6" y="34"/>
                    <a:pt x="6" y="34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30" y="21"/>
                    <a:pt x="30" y="21"/>
                    <a:pt x="30" y="21"/>
                  </a:cubicBezTo>
                  <a:lnTo>
                    <a:pt x="18" y="41"/>
                  </a:lnTo>
                  <a:close/>
                  <a:moveTo>
                    <a:pt x="40" y="42"/>
                  </a:moveTo>
                  <a:cubicBezTo>
                    <a:pt x="45" y="39"/>
                    <a:pt x="45" y="39"/>
                    <a:pt x="45" y="3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7" y="45"/>
                    <a:pt x="57" y="45"/>
                    <a:pt x="57" y="4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80"/>
            <p:cNvSpPr/>
            <p:nvPr/>
          </p:nvSpPr>
          <p:spPr bwMode="auto">
            <a:xfrm>
              <a:off x="5229" y="1736"/>
              <a:ext cx="38" cy="38"/>
            </a:xfrm>
            <a:custGeom>
              <a:avLst/>
              <a:gdLst>
                <a:gd name="T0" fmla="*/ 14 w 16"/>
                <a:gd name="T1" fmla="*/ 1 h 16"/>
                <a:gd name="T2" fmla="*/ 13 w 16"/>
                <a:gd name="T3" fmla="*/ 0 h 16"/>
                <a:gd name="T4" fmla="*/ 11 w 16"/>
                <a:gd name="T5" fmla="*/ 1 h 16"/>
                <a:gd name="T6" fmla="*/ 1 w 16"/>
                <a:gd name="T7" fmla="*/ 12 h 16"/>
                <a:gd name="T8" fmla="*/ 0 w 16"/>
                <a:gd name="T9" fmla="*/ 13 h 16"/>
                <a:gd name="T10" fmla="*/ 1 w 16"/>
                <a:gd name="T11" fmla="*/ 15 h 16"/>
                <a:gd name="T12" fmla="*/ 2 w 16"/>
                <a:gd name="T13" fmla="*/ 16 h 16"/>
                <a:gd name="T14" fmla="*/ 16 w 16"/>
                <a:gd name="T15" fmla="*/ 3 h 16"/>
                <a:gd name="T16" fmla="*/ 14 w 16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6">
                  <a:moveTo>
                    <a:pt x="14" y="1"/>
                  </a:moveTo>
                  <a:cubicBezTo>
                    <a:pt x="14" y="1"/>
                    <a:pt x="13" y="0"/>
                    <a:pt x="13" y="0"/>
                  </a:cubicBezTo>
                  <a:cubicBezTo>
                    <a:pt x="12" y="0"/>
                    <a:pt x="12" y="1"/>
                    <a:pt x="1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3"/>
                    <a:pt x="0" y="13"/>
                  </a:cubicBezTo>
                  <a:cubicBezTo>
                    <a:pt x="0" y="14"/>
                    <a:pt x="0" y="14"/>
                    <a:pt x="1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6" y="3"/>
                    <a:pt x="16" y="3"/>
                    <a:pt x="16" y="3"/>
                  </a:cubicBezTo>
                  <a:lnTo>
                    <a:pt x="14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81"/>
            <p:cNvSpPr>
              <a:spLocks noEditPoints="1"/>
            </p:cNvSpPr>
            <p:nvPr/>
          </p:nvSpPr>
          <p:spPr bwMode="auto">
            <a:xfrm>
              <a:off x="5244" y="1705"/>
              <a:ext cx="231" cy="303"/>
            </a:xfrm>
            <a:custGeom>
              <a:avLst/>
              <a:gdLst>
                <a:gd name="T0" fmla="*/ 96 w 98"/>
                <a:gd name="T1" fmla="*/ 0 h 128"/>
                <a:gd name="T2" fmla="*/ 41 w 98"/>
                <a:gd name="T3" fmla="*/ 0 h 128"/>
                <a:gd name="T4" fmla="*/ 39 w 98"/>
                <a:gd name="T5" fmla="*/ 1 h 128"/>
                <a:gd name="T6" fmla="*/ 1 w 98"/>
                <a:gd name="T7" fmla="*/ 39 h 128"/>
                <a:gd name="T8" fmla="*/ 1 w 98"/>
                <a:gd name="T9" fmla="*/ 39 h 128"/>
                <a:gd name="T10" fmla="*/ 0 w 98"/>
                <a:gd name="T11" fmla="*/ 40 h 128"/>
                <a:gd name="T12" fmla="*/ 0 w 98"/>
                <a:gd name="T13" fmla="*/ 122 h 128"/>
                <a:gd name="T14" fmla="*/ 6 w 98"/>
                <a:gd name="T15" fmla="*/ 128 h 128"/>
                <a:gd name="T16" fmla="*/ 92 w 98"/>
                <a:gd name="T17" fmla="*/ 128 h 128"/>
                <a:gd name="T18" fmla="*/ 98 w 98"/>
                <a:gd name="T19" fmla="*/ 122 h 128"/>
                <a:gd name="T20" fmla="*/ 98 w 98"/>
                <a:gd name="T21" fmla="*/ 2 h 128"/>
                <a:gd name="T22" fmla="*/ 96 w 98"/>
                <a:gd name="T23" fmla="*/ 0 h 128"/>
                <a:gd name="T24" fmla="*/ 93 w 98"/>
                <a:gd name="T25" fmla="*/ 123 h 128"/>
                <a:gd name="T26" fmla="*/ 5 w 98"/>
                <a:gd name="T27" fmla="*/ 123 h 128"/>
                <a:gd name="T28" fmla="*/ 5 w 98"/>
                <a:gd name="T29" fmla="*/ 41 h 128"/>
                <a:gd name="T30" fmla="*/ 27 w 98"/>
                <a:gd name="T31" fmla="*/ 19 h 128"/>
                <a:gd name="T32" fmla="*/ 93 w 98"/>
                <a:gd name="T33" fmla="*/ 19 h 128"/>
                <a:gd name="T34" fmla="*/ 93 w 98"/>
                <a:gd name="T35" fmla="*/ 123 h 128"/>
                <a:gd name="T36" fmla="*/ 93 w 98"/>
                <a:gd name="T37" fmla="*/ 15 h 128"/>
                <a:gd name="T38" fmla="*/ 31 w 98"/>
                <a:gd name="T39" fmla="*/ 15 h 128"/>
                <a:gd name="T40" fmla="*/ 42 w 98"/>
                <a:gd name="T41" fmla="*/ 5 h 128"/>
                <a:gd name="T42" fmla="*/ 93 w 98"/>
                <a:gd name="T43" fmla="*/ 5 h 128"/>
                <a:gd name="T44" fmla="*/ 93 w 98"/>
                <a:gd name="T45" fmla="*/ 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128">
                  <a:moveTo>
                    <a:pt x="96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40" y="0"/>
                    <a:pt x="39" y="1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0" y="40"/>
                    <a:pt x="0" y="40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92" y="128"/>
                    <a:pt x="92" y="128"/>
                    <a:pt x="92" y="128"/>
                  </a:cubicBezTo>
                  <a:cubicBezTo>
                    <a:pt x="95" y="128"/>
                    <a:pt x="98" y="125"/>
                    <a:pt x="98" y="122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98" y="1"/>
                    <a:pt x="97" y="0"/>
                    <a:pt x="96" y="0"/>
                  </a:cubicBezTo>
                  <a:close/>
                  <a:moveTo>
                    <a:pt x="9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93" y="19"/>
                    <a:pt x="93" y="19"/>
                    <a:pt x="93" y="19"/>
                  </a:cubicBezTo>
                  <a:lnTo>
                    <a:pt x="93" y="123"/>
                  </a:lnTo>
                  <a:close/>
                  <a:moveTo>
                    <a:pt x="93" y="15"/>
                  </a:moveTo>
                  <a:cubicBezTo>
                    <a:pt x="31" y="15"/>
                    <a:pt x="31" y="15"/>
                    <a:pt x="31" y="1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93" y="5"/>
                    <a:pt x="93" y="5"/>
                    <a:pt x="93" y="5"/>
                  </a:cubicBezTo>
                  <a:lnTo>
                    <a:pt x="93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82"/>
            <p:cNvSpPr>
              <a:spLocks noEditPoints="1"/>
            </p:cNvSpPr>
            <p:nvPr/>
          </p:nvSpPr>
          <p:spPr bwMode="auto">
            <a:xfrm>
              <a:off x="5296" y="1819"/>
              <a:ext cx="130" cy="130"/>
            </a:xfrm>
            <a:custGeom>
              <a:avLst/>
              <a:gdLst>
                <a:gd name="T0" fmla="*/ 8 w 55"/>
                <a:gd name="T1" fmla="*/ 42 h 55"/>
                <a:gd name="T2" fmla="*/ 9 w 55"/>
                <a:gd name="T3" fmla="*/ 43 h 55"/>
                <a:gd name="T4" fmla="*/ 1 w 55"/>
                <a:gd name="T5" fmla="*/ 51 h 55"/>
                <a:gd name="T6" fmla="*/ 0 w 55"/>
                <a:gd name="T7" fmla="*/ 53 h 55"/>
                <a:gd name="T8" fmla="*/ 1 w 55"/>
                <a:gd name="T9" fmla="*/ 55 h 55"/>
                <a:gd name="T10" fmla="*/ 4 w 55"/>
                <a:gd name="T11" fmla="*/ 55 h 55"/>
                <a:gd name="T12" fmla="*/ 12 w 55"/>
                <a:gd name="T13" fmla="*/ 47 h 55"/>
                <a:gd name="T14" fmla="*/ 13 w 55"/>
                <a:gd name="T15" fmla="*/ 47 h 55"/>
                <a:gd name="T16" fmla="*/ 26 w 55"/>
                <a:gd name="T17" fmla="*/ 51 h 55"/>
                <a:gd name="T18" fmla="*/ 41 w 55"/>
                <a:gd name="T19" fmla="*/ 45 h 55"/>
                <a:gd name="T20" fmla="*/ 55 w 55"/>
                <a:gd name="T21" fmla="*/ 4 h 55"/>
                <a:gd name="T22" fmla="*/ 55 w 55"/>
                <a:gd name="T23" fmla="*/ 4 h 55"/>
                <a:gd name="T24" fmla="*/ 55 w 55"/>
                <a:gd name="T25" fmla="*/ 3 h 55"/>
                <a:gd name="T26" fmla="*/ 54 w 55"/>
                <a:gd name="T27" fmla="*/ 1 h 55"/>
                <a:gd name="T28" fmla="*/ 52 w 55"/>
                <a:gd name="T29" fmla="*/ 0 h 55"/>
                <a:gd name="T30" fmla="*/ 51 w 55"/>
                <a:gd name="T31" fmla="*/ 1 h 55"/>
                <a:gd name="T32" fmla="*/ 51 w 55"/>
                <a:gd name="T33" fmla="*/ 1 h 55"/>
                <a:gd name="T34" fmla="*/ 10 w 55"/>
                <a:gd name="T35" fmla="*/ 14 h 55"/>
                <a:gd name="T36" fmla="*/ 8 w 55"/>
                <a:gd name="T37" fmla="*/ 42 h 55"/>
                <a:gd name="T38" fmla="*/ 13 w 55"/>
                <a:gd name="T39" fmla="*/ 17 h 55"/>
                <a:gd name="T40" fmla="*/ 23 w 55"/>
                <a:gd name="T41" fmla="*/ 13 h 55"/>
                <a:gd name="T42" fmla="*/ 38 w 55"/>
                <a:gd name="T43" fmla="*/ 8 h 55"/>
                <a:gd name="T44" fmla="*/ 48 w 55"/>
                <a:gd name="T45" fmla="*/ 6 h 55"/>
                <a:gd name="T46" fmla="*/ 50 w 55"/>
                <a:gd name="T47" fmla="*/ 5 h 55"/>
                <a:gd name="T48" fmla="*/ 49 w 55"/>
                <a:gd name="T49" fmla="*/ 8 h 55"/>
                <a:gd name="T50" fmla="*/ 47 w 55"/>
                <a:gd name="T51" fmla="*/ 17 h 55"/>
                <a:gd name="T52" fmla="*/ 43 w 55"/>
                <a:gd name="T53" fmla="*/ 33 h 55"/>
                <a:gd name="T54" fmla="*/ 38 w 55"/>
                <a:gd name="T55" fmla="*/ 42 h 55"/>
                <a:gd name="T56" fmla="*/ 26 w 55"/>
                <a:gd name="T57" fmla="*/ 47 h 55"/>
                <a:gd name="T58" fmla="*/ 13 w 55"/>
                <a:gd name="T59" fmla="*/ 42 h 55"/>
                <a:gd name="T60" fmla="*/ 13 w 55"/>
                <a:gd name="T61" fmla="*/ 1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55">
                  <a:moveTo>
                    <a:pt x="8" y="42"/>
                  </a:moveTo>
                  <a:cubicBezTo>
                    <a:pt x="9" y="43"/>
                    <a:pt x="9" y="43"/>
                    <a:pt x="9" y="43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52"/>
                    <a:pt x="0" y="52"/>
                    <a:pt x="0" y="53"/>
                  </a:cubicBezTo>
                  <a:cubicBezTo>
                    <a:pt x="0" y="54"/>
                    <a:pt x="0" y="54"/>
                    <a:pt x="1" y="55"/>
                  </a:cubicBezTo>
                  <a:cubicBezTo>
                    <a:pt x="1" y="55"/>
                    <a:pt x="3" y="55"/>
                    <a:pt x="4" y="55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7" y="50"/>
                    <a:pt x="21" y="51"/>
                    <a:pt x="26" y="51"/>
                  </a:cubicBezTo>
                  <a:cubicBezTo>
                    <a:pt x="31" y="51"/>
                    <a:pt x="37" y="49"/>
                    <a:pt x="41" y="45"/>
                  </a:cubicBezTo>
                  <a:cubicBezTo>
                    <a:pt x="48" y="38"/>
                    <a:pt x="53" y="1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2"/>
                    <a:pt x="55" y="2"/>
                    <a:pt x="54" y="1"/>
                  </a:cubicBezTo>
                  <a:cubicBezTo>
                    <a:pt x="54" y="1"/>
                    <a:pt x="53" y="0"/>
                    <a:pt x="52" y="0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41" y="3"/>
                    <a:pt x="17" y="8"/>
                    <a:pt x="10" y="14"/>
                  </a:cubicBezTo>
                  <a:cubicBezTo>
                    <a:pt x="3" y="22"/>
                    <a:pt x="2" y="34"/>
                    <a:pt x="8" y="42"/>
                  </a:cubicBezTo>
                  <a:close/>
                  <a:moveTo>
                    <a:pt x="13" y="17"/>
                  </a:moveTo>
                  <a:cubicBezTo>
                    <a:pt x="14" y="17"/>
                    <a:pt x="16" y="15"/>
                    <a:pt x="23" y="13"/>
                  </a:cubicBezTo>
                  <a:cubicBezTo>
                    <a:pt x="27" y="11"/>
                    <a:pt x="32" y="10"/>
                    <a:pt x="38" y="8"/>
                  </a:cubicBezTo>
                  <a:cubicBezTo>
                    <a:pt x="41" y="7"/>
                    <a:pt x="45" y="6"/>
                    <a:pt x="48" y="6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11"/>
                    <a:pt x="48" y="14"/>
                    <a:pt x="47" y="17"/>
                  </a:cubicBezTo>
                  <a:cubicBezTo>
                    <a:pt x="46" y="23"/>
                    <a:pt x="44" y="29"/>
                    <a:pt x="43" y="33"/>
                  </a:cubicBezTo>
                  <a:cubicBezTo>
                    <a:pt x="40" y="39"/>
                    <a:pt x="39" y="41"/>
                    <a:pt x="38" y="42"/>
                  </a:cubicBezTo>
                  <a:cubicBezTo>
                    <a:pt x="35" y="45"/>
                    <a:pt x="30" y="47"/>
                    <a:pt x="26" y="47"/>
                  </a:cubicBezTo>
                  <a:cubicBezTo>
                    <a:pt x="21" y="47"/>
                    <a:pt x="17" y="45"/>
                    <a:pt x="13" y="42"/>
                  </a:cubicBezTo>
                  <a:cubicBezTo>
                    <a:pt x="7" y="35"/>
                    <a:pt x="7" y="24"/>
                    <a:pt x="1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83"/>
            <p:cNvSpPr/>
            <p:nvPr/>
          </p:nvSpPr>
          <p:spPr bwMode="auto">
            <a:xfrm>
              <a:off x="4624" y="1739"/>
              <a:ext cx="38" cy="35"/>
            </a:xfrm>
            <a:custGeom>
              <a:avLst/>
              <a:gdLst>
                <a:gd name="T0" fmla="*/ 14 w 16"/>
                <a:gd name="T1" fmla="*/ 0 h 15"/>
                <a:gd name="T2" fmla="*/ 13 w 16"/>
                <a:gd name="T3" fmla="*/ 0 h 15"/>
                <a:gd name="T4" fmla="*/ 11 w 16"/>
                <a:gd name="T5" fmla="*/ 0 h 15"/>
                <a:gd name="T6" fmla="*/ 1 w 16"/>
                <a:gd name="T7" fmla="*/ 11 h 15"/>
                <a:gd name="T8" fmla="*/ 1 w 16"/>
                <a:gd name="T9" fmla="*/ 14 h 15"/>
                <a:gd name="T10" fmla="*/ 2 w 16"/>
                <a:gd name="T11" fmla="*/ 15 h 15"/>
                <a:gd name="T12" fmla="*/ 16 w 16"/>
                <a:gd name="T13" fmla="*/ 2 h 15"/>
                <a:gd name="T14" fmla="*/ 14 w 16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0"/>
                  </a:moveTo>
                  <a:cubicBezTo>
                    <a:pt x="14" y="0"/>
                    <a:pt x="13" y="0"/>
                    <a:pt x="13" y="0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2"/>
                    <a:pt x="0" y="13"/>
                    <a:pt x="1" y="14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6" y="2"/>
                    <a:pt x="16" y="2"/>
                    <a:pt x="16" y="2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84"/>
            <p:cNvSpPr>
              <a:spLocks noEditPoints="1"/>
            </p:cNvSpPr>
            <p:nvPr/>
          </p:nvSpPr>
          <p:spPr bwMode="auto">
            <a:xfrm>
              <a:off x="4638" y="1705"/>
              <a:ext cx="232" cy="303"/>
            </a:xfrm>
            <a:custGeom>
              <a:avLst/>
              <a:gdLst>
                <a:gd name="T0" fmla="*/ 96 w 98"/>
                <a:gd name="T1" fmla="*/ 0 h 128"/>
                <a:gd name="T2" fmla="*/ 41 w 98"/>
                <a:gd name="T3" fmla="*/ 0 h 128"/>
                <a:gd name="T4" fmla="*/ 39 w 98"/>
                <a:gd name="T5" fmla="*/ 1 h 128"/>
                <a:gd name="T6" fmla="*/ 39 w 98"/>
                <a:gd name="T7" fmla="*/ 1 h 128"/>
                <a:gd name="T8" fmla="*/ 1 w 98"/>
                <a:gd name="T9" fmla="*/ 39 h 128"/>
                <a:gd name="T10" fmla="*/ 0 w 98"/>
                <a:gd name="T11" fmla="*/ 40 h 128"/>
                <a:gd name="T12" fmla="*/ 0 w 98"/>
                <a:gd name="T13" fmla="*/ 41 h 128"/>
                <a:gd name="T14" fmla="*/ 0 w 98"/>
                <a:gd name="T15" fmla="*/ 122 h 128"/>
                <a:gd name="T16" fmla="*/ 6 w 98"/>
                <a:gd name="T17" fmla="*/ 128 h 128"/>
                <a:gd name="T18" fmla="*/ 92 w 98"/>
                <a:gd name="T19" fmla="*/ 128 h 128"/>
                <a:gd name="T20" fmla="*/ 98 w 98"/>
                <a:gd name="T21" fmla="*/ 122 h 128"/>
                <a:gd name="T22" fmla="*/ 98 w 98"/>
                <a:gd name="T23" fmla="*/ 2 h 128"/>
                <a:gd name="T24" fmla="*/ 96 w 98"/>
                <a:gd name="T25" fmla="*/ 0 h 128"/>
                <a:gd name="T26" fmla="*/ 93 w 98"/>
                <a:gd name="T27" fmla="*/ 123 h 128"/>
                <a:gd name="T28" fmla="*/ 5 w 98"/>
                <a:gd name="T29" fmla="*/ 123 h 128"/>
                <a:gd name="T30" fmla="*/ 5 w 98"/>
                <a:gd name="T31" fmla="*/ 41 h 128"/>
                <a:gd name="T32" fmla="*/ 27 w 98"/>
                <a:gd name="T33" fmla="*/ 19 h 128"/>
                <a:gd name="T34" fmla="*/ 93 w 98"/>
                <a:gd name="T35" fmla="*/ 19 h 128"/>
                <a:gd name="T36" fmla="*/ 93 w 98"/>
                <a:gd name="T37" fmla="*/ 123 h 128"/>
                <a:gd name="T38" fmla="*/ 93 w 98"/>
                <a:gd name="T39" fmla="*/ 15 h 128"/>
                <a:gd name="T40" fmla="*/ 31 w 98"/>
                <a:gd name="T41" fmla="*/ 15 h 128"/>
                <a:gd name="T42" fmla="*/ 42 w 98"/>
                <a:gd name="T43" fmla="*/ 5 h 128"/>
                <a:gd name="T44" fmla="*/ 93 w 98"/>
                <a:gd name="T45" fmla="*/ 5 h 128"/>
                <a:gd name="T46" fmla="*/ 93 w 98"/>
                <a:gd name="T47" fmla="*/ 1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8" h="128">
                  <a:moveTo>
                    <a:pt x="96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40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0" y="40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92" y="128"/>
                    <a:pt x="92" y="128"/>
                    <a:pt x="92" y="128"/>
                  </a:cubicBezTo>
                  <a:cubicBezTo>
                    <a:pt x="95" y="128"/>
                    <a:pt x="98" y="125"/>
                    <a:pt x="98" y="122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98" y="1"/>
                    <a:pt x="97" y="0"/>
                    <a:pt x="96" y="0"/>
                  </a:cubicBezTo>
                  <a:close/>
                  <a:moveTo>
                    <a:pt x="9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93" y="19"/>
                    <a:pt x="93" y="19"/>
                    <a:pt x="93" y="19"/>
                  </a:cubicBezTo>
                  <a:lnTo>
                    <a:pt x="93" y="123"/>
                  </a:lnTo>
                  <a:close/>
                  <a:moveTo>
                    <a:pt x="93" y="15"/>
                  </a:moveTo>
                  <a:cubicBezTo>
                    <a:pt x="31" y="15"/>
                    <a:pt x="31" y="15"/>
                    <a:pt x="31" y="1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93" y="5"/>
                    <a:pt x="93" y="5"/>
                    <a:pt x="93" y="5"/>
                  </a:cubicBezTo>
                  <a:lnTo>
                    <a:pt x="93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85"/>
            <p:cNvSpPr>
              <a:spLocks noEditPoints="1"/>
            </p:cNvSpPr>
            <p:nvPr/>
          </p:nvSpPr>
          <p:spPr bwMode="auto">
            <a:xfrm>
              <a:off x="3990" y="1705"/>
              <a:ext cx="303" cy="303"/>
            </a:xfrm>
            <a:custGeom>
              <a:avLst/>
              <a:gdLst>
                <a:gd name="T0" fmla="*/ 127 w 128"/>
                <a:gd name="T1" fmla="*/ 1 h 128"/>
                <a:gd name="T2" fmla="*/ 126 w 128"/>
                <a:gd name="T3" fmla="*/ 0 h 128"/>
                <a:gd name="T4" fmla="*/ 125 w 128"/>
                <a:gd name="T5" fmla="*/ 0 h 128"/>
                <a:gd name="T6" fmla="*/ 25 w 128"/>
                <a:gd name="T7" fmla="*/ 32 h 128"/>
                <a:gd name="T8" fmla="*/ 23 w 128"/>
                <a:gd name="T9" fmla="*/ 100 h 128"/>
                <a:gd name="T10" fmla="*/ 24 w 128"/>
                <a:gd name="T11" fmla="*/ 101 h 128"/>
                <a:gd name="T12" fmla="*/ 1 w 128"/>
                <a:gd name="T13" fmla="*/ 124 h 128"/>
                <a:gd name="T14" fmla="*/ 1 w 128"/>
                <a:gd name="T15" fmla="*/ 127 h 128"/>
                <a:gd name="T16" fmla="*/ 4 w 128"/>
                <a:gd name="T17" fmla="*/ 127 h 128"/>
                <a:gd name="T18" fmla="*/ 27 w 128"/>
                <a:gd name="T19" fmla="*/ 104 h 128"/>
                <a:gd name="T20" fmla="*/ 28 w 128"/>
                <a:gd name="T21" fmla="*/ 105 h 128"/>
                <a:gd name="T22" fmla="*/ 61 w 128"/>
                <a:gd name="T23" fmla="*/ 117 h 128"/>
                <a:gd name="T24" fmla="*/ 96 w 128"/>
                <a:gd name="T25" fmla="*/ 103 h 128"/>
                <a:gd name="T26" fmla="*/ 128 w 128"/>
                <a:gd name="T27" fmla="*/ 3 h 128"/>
                <a:gd name="T28" fmla="*/ 128 w 128"/>
                <a:gd name="T29" fmla="*/ 3 h 128"/>
                <a:gd name="T30" fmla="*/ 128 w 128"/>
                <a:gd name="T31" fmla="*/ 3 h 128"/>
                <a:gd name="T32" fmla="*/ 127 w 128"/>
                <a:gd name="T33" fmla="*/ 1 h 128"/>
                <a:gd name="T34" fmla="*/ 123 w 128"/>
                <a:gd name="T35" fmla="*/ 7 h 128"/>
                <a:gd name="T36" fmla="*/ 115 w 128"/>
                <a:gd name="T37" fmla="*/ 42 h 128"/>
                <a:gd name="T38" fmla="*/ 93 w 128"/>
                <a:gd name="T39" fmla="*/ 99 h 128"/>
                <a:gd name="T40" fmla="*/ 78 w 128"/>
                <a:gd name="T41" fmla="*/ 109 h 128"/>
                <a:gd name="T42" fmla="*/ 61 w 128"/>
                <a:gd name="T43" fmla="*/ 113 h 128"/>
                <a:gd name="T44" fmla="*/ 44 w 128"/>
                <a:gd name="T45" fmla="*/ 109 h 128"/>
                <a:gd name="T46" fmla="*/ 31 w 128"/>
                <a:gd name="T47" fmla="*/ 102 h 128"/>
                <a:gd name="T48" fmla="*/ 30 w 128"/>
                <a:gd name="T49" fmla="*/ 101 h 128"/>
                <a:gd name="T50" fmla="*/ 91 w 128"/>
                <a:gd name="T51" fmla="*/ 40 h 128"/>
                <a:gd name="T52" fmla="*/ 91 w 128"/>
                <a:gd name="T53" fmla="*/ 37 h 128"/>
                <a:gd name="T54" fmla="*/ 88 w 128"/>
                <a:gd name="T55" fmla="*/ 37 h 128"/>
                <a:gd name="T56" fmla="*/ 27 w 128"/>
                <a:gd name="T57" fmla="*/ 98 h 128"/>
                <a:gd name="T58" fmla="*/ 26 w 128"/>
                <a:gd name="T59" fmla="*/ 97 h 128"/>
                <a:gd name="T60" fmla="*/ 19 w 128"/>
                <a:gd name="T61" fmla="*/ 84 h 128"/>
                <a:gd name="T62" fmla="*/ 15 w 128"/>
                <a:gd name="T63" fmla="*/ 67 h 128"/>
                <a:gd name="T64" fmla="*/ 19 w 128"/>
                <a:gd name="T65" fmla="*/ 50 h 128"/>
                <a:gd name="T66" fmla="*/ 29 w 128"/>
                <a:gd name="T67" fmla="*/ 35 h 128"/>
                <a:gd name="T68" fmla="*/ 86 w 128"/>
                <a:gd name="T69" fmla="*/ 13 h 128"/>
                <a:gd name="T70" fmla="*/ 121 w 128"/>
                <a:gd name="T71" fmla="*/ 5 h 128"/>
                <a:gd name="T72" fmla="*/ 123 w 128"/>
                <a:gd name="T73" fmla="*/ 5 h 128"/>
                <a:gd name="T74" fmla="*/ 123 w 128"/>
                <a:gd name="T75" fmla="*/ 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" h="128">
                  <a:moveTo>
                    <a:pt x="127" y="1"/>
                  </a:moveTo>
                  <a:cubicBezTo>
                    <a:pt x="127" y="0"/>
                    <a:pt x="126" y="0"/>
                    <a:pt x="126" y="0"/>
                  </a:cubicBezTo>
                  <a:cubicBezTo>
                    <a:pt x="126" y="0"/>
                    <a:pt x="125" y="0"/>
                    <a:pt x="125" y="0"/>
                  </a:cubicBezTo>
                  <a:cubicBezTo>
                    <a:pt x="106" y="3"/>
                    <a:pt x="42" y="15"/>
                    <a:pt x="25" y="32"/>
                  </a:cubicBezTo>
                  <a:cubicBezTo>
                    <a:pt x="7" y="50"/>
                    <a:pt x="6" y="80"/>
                    <a:pt x="23" y="100"/>
                  </a:cubicBezTo>
                  <a:cubicBezTo>
                    <a:pt x="24" y="101"/>
                    <a:pt x="24" y="101"/>
                    <a:pt x="24" y="101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0" y="125"/>
                    <a:pt x="0" y="126"/>
                    <a:pt x="1" y="127"/>
                  </a:cubicBezTo>
                  <a:cubicBezTo>
                    <a:pt x="2" y="128"/>
                    <a:pt x="3" y="128"/>
                    <a:pt x="4" y="127"/>
                  </a:cubicBezTo>
                  <a:cubicBezTo>
                    <a:pt x="27" y="104"/>
                    <a:pt x="27" y="104"/>
                    <a:pt x="27" y="104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37" y="113"/>
                    <a:pt x="49" y="117"/>
                    <a:pt x="61" y="117"/>
                  </a:cubicBezTo>
                  <a:cubicBezTo>
                    <a:pt x="74" y="117"/>
                    <a:pt x="87" y="112"/>
                    <a:pt x="96" y="103"/>
                  </a:cubicBezTo>
                  <a:cubicBezTo>
                    <a:pt x="113" y="86"/>
                    <a:pt x="125" y="23"/>
                    <a:pt x="128" y="3"/>
                  </a:cubicBezTo>
                  <a:cubicBezTo>
                    <a:pt x="128" y="3"/>
                    <a:pt x="128" y="3"/>
                    <a:pt x="128" y="3"/>
                  </a:cubicBezTo>
                  <a:cubicBezTo>
                    <a:pt x="128" y="3"/>
                    <a:pt x="128" y="3"/>
                    <a:pt x="128" y="3"/>
                  </a:cubicBezTo>
                  <a:cubicBezTo>
                    <a:pt x="128" y="2"/>
                    <a:pt x="128" y="1"/>
                    <a:pt x="127" y="1"/>
                  </a:cubicBezTo>
                  <a:close/>
                  <a:moveTo>
                    <a:pt x="123" y="7"/>
                  </a:moveTo>
                  <a:cubicBezTo>
                    <a:pt x="121" y="15"/>
                    <a:pt x="119" y="28"/>
                    <a:pt x="115" y="42"/>
                  </a:cubicBezTo>
                  <a:cubicBezTo>
                    <a:pt x="106" y="82"/>
                    <a:pt x="97" y="95"/>
                    <a:pt x="93" y="99"/>
                  </a:cubicBezTo>
                  <a:cubicBezTo>
                    <a:pt x="88" y="104"/>
                    <a:pt x="83" y="107"/>
                    <a:pt x="78" y="109"/>
                  </a:cubicBezTo>
                  <a:cubicBezTo>
                    <a:pt x="72" y="112"/>
                    <a:pt x="67" y="113"/>
                    <a:pt x="61" y="113"/>
                  </a:cubicBezTo>
                  <a:cubicBezTo>
                    <a:pt x="55" y="113"/>
                    <a:pt x="49" y="112"/>
                    <a:pt x="44" y="109"/>
                  </a:cubicBezTo>
                  <a:cubicBezTo>
                    <a:pt x="39" y="108"/>
                    <a:pt x="35" y="105"/>
                    <a:pt x="31" y="102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39"/>
                    <a:pt x="92" y="38"/>
                    <a:pt x="91" y="37"/>
                  </a:cubicBezTo>
                  <a:cubicBezTo>
                    <a:pt x="90" y="36"/>
                    <a:pt x="89" y="36"/>
                    <a:pt x="88" y="37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23" y="93"/>
                    <a:pt x="20" y="89"/>
                    <a:pt x="19" y="84"/>
                  </a:cubicBezTo>
                  <a:cubicBezTo>
                    <a:pt x="16" y="79"/>
                    <a:pt x="15" y="73"/>
                    <a:pt x="15" y="67"/>
                  </a:cubicBezTo>
                  <a:cubicBezTo>
                    <a:pt x="15" y="61"/>
                    <a:pt x="16" y="56"/>
                    <a:pt x="19" y="50"/>
                  </a:cubicBezTo>
                  <a:cubicBezTo>
                    <a:pt x="21" y="45"/>
                    <a:pt x="24" y="40"/>
                    <a:pt x="29" y="35"/>
                  </a:cubicBezTo>
                  <a:cubicBezTo>
                    <a:pt x="33" y="31"/>
                    <a:pt x="46" y="22"/>
                    <a:pt x="86" y="13"/>
                  </a:cubicBezTo>
                  <a:cubicBezTo>
                    <a:pt x="100" y="9"/>
                    <a:pt x="113" y="7"/>
                    <a:pt x="121" y="5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3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86"/>
            <p:cNvSpPr>
              <a:spLocks noEditPoints="1"/>
            </p:cNvSpPr>
            <p:nvPr/>
          </p:nvSpPr>
          <p:spPr bwMode="auto">
            <a:xfrm>
              <a:off x="3415" y="1703"/>
              <a:ext cx="242" cy="305"/>
            </a:xfrm>
            <a:custGeom>
              <a:avLst/>
              <a:gdLst>
                <a:gd name="T0" fmla="*/ 102 w 102"/>
                <a:gd name="T1" fmla="*/ 51 h 129"/>
                <a:gd name="T2" fmla="*/ 98 w 102"/>
                <a:gd name="T3" fmla="*/ 41 h 129"/>
                <a:gd name="T4" fmla="*/ 91 w 102"/>
                <a:gd name="T5" fmla="*/ 25 h 129"/>
                <a:gd name="T6" fmla="*/ 78 w 102"/>
                <a:gd name="T7" fmla="*/ 12 h 129"/>
                <a:gd name="T8" fmla="*/ 70 w 102"/>
                <a:gd name="T9" fmla="*/ 5 h 129"/>
                <a:gd name="T10" fmla="*/ 60 w 102"/>
                <a:gd name="T11" fmla="*/ 4 h 129"/>
                <a:gd name="T12" fmla="*/ 41 w 102"/>
                <a:gd name="T13" fmla="*/ 4 h 129"/>
                <a:gd name="T14" fmla="*/ 24 w 102"/>
                <a:gd name="T15" fmla="*/ 12 h 129"/>
                <a:gd name="T16" fmla="*/ 11 w 102"/>
                <a:gd name="T17" fmla="*/ 24 h 129"/>
                <a:gd name="T18" fmla="*/ 4 w 102"/>
                <a:gd name="T19" fmla="*/ 32 h 129"/>
                <a:gd name="T20" fmla="*/ 4 w 102"/>
                <a:gd name="T21" fmla="*/ 43 h 129"/>
                <a:gd name="T22" fmla="*/ 4 w 102"/>
                <a:gd name="T23" fmla="*/ 61 h 129"/>
                <a:gd name="T24" fmla="*/ 11 w 102"/>
                <a:gd name="T25" fmla="*/ 78 h 129"/>
                <a:gd name="T26" fmla="*/ 15 w 102"/>
                <a:gd name="T27" fmla="*/ 87 h 129"/>
                <a:gd name="T28" fmla="*/ 25 w 102"/>
                <a:gd name="T29" fmla="*/ 92 h 129"/>
                <a:gd name="T30" fmla="*/ 41 w 102"/>
                <a:gd name="T31" fmla="*/ 99 h 129"/>
                <a:gd name="T32" fmla="*/ 58 w 102"/>
                <a:gd name="T33" fmla="*/ 129 h 129"/>
                <a:gd name="T34" fmla="*/ 62 w 102"/>
                <a:gd name="T35" fmla="*/ 99 h 129"/>
                <a:gd name="T36" fmla="*/ 78 w 102"/>
                <a:gd name="T37" fmla="*/ 91 h 129"/>
                <a:gd name="T38" fmla="*/ 91 w 102"/>
                <a:gd name="T39" fmla="*/ 79 h 129"/>
                <a:gd name="T40" fmla="*/ 98 w 102"/>
                <a:gd name="T41" fmla="*/ 71 h 129"/>
                <a:gd name="T42" fmla="*/ 56 w 102"/>
                <a:gd name="T43" fmla="*/ 124 h 129"/>
                <a:gd name="T44" fmla="*/ 48 w 102"/>
                <a:gd name="T45" fmla="*/ 102 h 129"/>
                <a:gd name="T46" fmla="*/ 56 w 102"/>
                <a:gd name="T47" fmla="*/ 124 h 129"/>
                <a:gd name="T48" fmla="*/ 93 w 102"/>
                <a:gd name="T49" fmla="*/ 61 h 129"/>
                <a:gd name="T50" fmla="*/ 86 w 102"/>
                <a:gd name="T51" fmla="*/ 75 h 129"/>
                <a:gd name="T52" fmla="*/ 76 w 102"/>
                <a:gd name="T53" fmla="*/ 86 h 129"/>
                <a:gd name="T54" fmla="*/ 69 w 102"/>
                <a:gd name="T55" fmla="*/ 94 h 129"/>
                <a:gd name="T56" fmla="*/ 58 w 102"/>
                <a:gd name="T57" fmla="*/ 94 h 129"/>
                <a:gd name="T58" fmla="*/ 43 w 102"/>
                <a:gd name="T59" fmla="*/ 93 h 129"/>
                <a:gd name="T60" fmla="*/ 28 w 102"/>
                <a:gd name="T61" fmla="*/ 88 h 129"/>
                <a:gd name="T62" fmla="*/ 18 w 102"/>
                <a:gd name="T63" fmla="*/ 84 h 129"/>
                <a:gd name="T64" fmla="*/ 14 w 102"/>
                <a:gd name="T65" fmla="*/ 74 h 129"/>
                <a:gd name="T66" fmla="*/ 10 w 102"/>
                <a:gd name="T67" fmla="*/ 60 h 129"/>
                <a:gd name="T68" fmla="*/ 8 w 102"/>
                <a:gd name="T69" fmla="*/ 45 h 129"/>
                <a:gd name="T70" fmla="*/ 9 w 102"/>
                <a:gd name="T71" fmla="*/ 34 h 129"/>
                <a:gd name="T72" fmla="*/ 16 w 102"/>
                <a:gd name="T73" fmla="*/ 26 h 129"/>
                <a:gd name="T74" fmla="*/ 28 w 102"/>
                <a:gd name="T75" fmla="*/ 17 h 129"/>
                <a:gd name="T76" fmla="*/ 41 w 102"/>
                <a:gd name="T77" fmla="*/ 9 h 129"/>
                <a:gd name="T78" fmla="*/ 51 w 102"/>
                <a:gd name="T79" fmla="*/ 6 h 129"/>
                <a:gd name="T80" fmla="*/ 61 w 102"/>
                <a:gd name="T81" fmla="*/ 9 h 129"/>
                <a:gd name="T82" fmla="*/ 74 w 102"/>
                <a:gd name="T83" fmla="*/ 17 h 129"/>
                <a:gd name="T84" fmla="*/ 86 w 102"/>
                <a:gd name="T85" fmla="*/ 26 h 129"/>
                <a:gd name="T86" fmla="*/ 93 w 102"/>
                <a:gd name="T87" fmla="*/ 34 h 129"/>
                <a:gd name="T88" fmla="*/ 94 w 102"/>
                <a:gd name="T89" fmla="*/ 4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2" h="129">
                  <a:moveTo>
                    <a:pt x="98" y="61"/>
                  </a:moveTo>
                  <a:cubicBezTo>
                    <a:pt x="98" y="60"/>
                    <a:pt x="98" y="60"/>
                    <a:pt x="98" y="60"/>
                  </a:cubicBezTo>
                  <a:cubicBezTo>
                    <a:pt x="100" y="58"/>
                    <a:pt x="102" y="55"/>
                    <a:pt x="102" y="51"/>
                  </a:cubicBezTo>
                  <a:cubicBezTo>
                    <a:pt x="102" y="48"/>
                    <a:pt x="100" y="45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9" y="38"/>
                    <a:pt x="99" y="35"/>
                    <a:pt x="98" y="32"/>
                  </a:cubicBezTo>
                  <a:cubicBezTo>
                    <a:pt x="96" y="29"/>
                    <a:pt x="94" y="27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90" y="21"/>
                    <a:pt x="89" y="18"/>
                    <a:pt x="87" y="16"/>
                  </a:cubicBezTo>
                  <a:cubicBezTo>
                    <a:pt x="84" y="13"/>
                    <a:pt x="81" y="12"/>
                    <a:pt x="78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8"/>
                    <a:pt x="73" y="6"/>
                    <a:pt x="70" y="5"/>
                  </a:cubicBezTo>
                  <a:cubicBezTo>
                    <a:pt x="67" y="4"/>
                    <a:pt x="64" y="3"/>
                    <a:pt x="61" y="4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5" y="0"/>
                    <a:pt x="47" y="0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38" y="3"/>
                    <a:pt x="35" y="4"/>
                    <a:pt x="32" y="5"/>
                  </a:cubicBezTo>
                  <a:cubicBezTo>
                    <a:pt x="29" y="6"/>
                    <a:pt x="26" y="8"/>
                    <a:pt x="25" y="11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1" y="12"/>
                    <a:pt x="18" y="13"/>
                    <a:pt x="15" y="16"/>
                  </a:cubicBezTo>
                  <a:cubicBezTo>
                    <a:pt x="13" y="18"/>
                    <a:pt x="12" y="21"/>
                    <a:pt x="11" y="24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8" y="27"/>
                    <a:pt x="6" y="29"/>
                    <a:pt x="4" y="32"/>
                  </a:cubicBezTo>
                  <a:cubicBezTo>
                    <a:pt x="3" y="35"/>
                    <a:pt x="3" y="38"/>
                    <a:pt x="4" y="41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2" y="45"/>
                    <a:pt x="0" y="48"/>
                    <a:pt x="0" y="51"/>
                  </a:cubicBezTo>
                  <a:cubicBezTo>
                    <a:pt x="0" y="55"/>
                    <a:pt x="2" y="58"/>
                    <a:pt x="4" y="60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3" y="65"/>
                    <a:pt x="3" y="68"/>
                    <a:pt x="4" y="71"/>
                  </a:cubicBezTo>
                  <a:cubicBezTo>
                    <a:pt x="6" y="74"/>
                    <a:pt x="8" y="76"/>
                    <a:pt x="11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2" y="82"/>
                    <a:pt x="13" y="85"/>
                    <a:pt x="15" y="87"/>
                  </a:cubicBezTo>
                  <a:cubicBezTo>
                    <a:pt x="18" y="89"/>
                    <a:pt x="20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6" y="95"/>
                    <a:pt x="29" y="97"/>
                    <a:pt x="32" y="98"/>
                  </a:cubicBezTo>
                  <a:cubicBezTo>
                    <a:pt x="34" y="99"/>
                    <a:pt x="37" y="99"/>
                    <a:pt x="40" y="99"/>
                  </a:cubicBezTo>
                  <a:cubicBezTo>
                    <a:pt x="41" y="99"/>
                    <a:pt x="41" y="99"/>
                    <a:pt x="41" y="99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8"/>
                    <a:pt x="42" y="129"/>
                    <a:pt x="44" y="129"/>
                  </a:cubicBezTo>
                  <a:cubicBezTo>
                    <a:pt x="58" y="129"/>
                    <a:pt x="58" y="129"/>
                    <a:pt x="58" y="129"/>
                  </a:cubicBezTo>
                  <a:cubicBezTo>
                    <a:pt x="60" y="129"/>
                    <a:pt x="61" y="128"/>
                    <a:pt x="61" y="127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5" y="99"/>
                    <a:pt x="68" y="99"/>
                    <a:pt x="70" y="98"/>
                  </a:cubicBezTo>
                  <a:cubicBezTo>
                    <a:pt x="73" y="97"/>
                    <a:pt x="76" y="95"/>
                    <a:pt x="77" y="92"/>
                  </a:cubicBezTo>
                  <a:cubicBezTo>
                    <a:pt x="78" y="91"/>
                    <a:pt x="78" y="91"/>
                    <a:pt x="78" y="91"/>
                  </a:cubicBezTo>
                  <a:cubicBezTo>
                    <a:pt x="78" y="91"/>
                    <a:pt x="78" y="91"/>
                    <a:pt x="78" y="91"/>
                  </a:cubicBezTo>
                  <a:cubicBezTo>
                    <a:pt x="81" y="91"/>
                    <a:pt x="84" y="89"/>
                    <a:pt x="87" y="87"/>
                  </a:cubicBezTo>
                  <a:cubicBezTo>
                    <a:pt x="89" y="85"/>
                    <a:pt x="90" y="82"/>
                    <a:pt x="91" y="79"/>
                  </a:cubicBezTo>
                  <a:cubicBezTo>
                    <a:pt x="91" y="78"/>
                    <a:pt x="91" y="78"/>
                    <a:pt x="91" y="78"/>
                  </a:cubicBezTo>
                  <a:cubicBezTo>
                    <a:pt x="91" y="78"/>
                    <a:pt x="91" y="78"/>
                    <a:pt x="91" y="78"/>
                  </a:cubicBezTo>
                  <a:cubicBezTo>
                    <a:pt x="94" y="76"/>
                    <a:pt x="96" y="74"/>
                    <a:pt x="98" y="71"/>
                  </a:cubicBezTo>
                  <a:cubicBezTo>
                    <a:pt x="99" y="68"/>
                    <a:pt x="99" y="65"/>
                    <a:pt x="98" y="62"/>
                  </a:cubicBezTo>
                  <a:lnTo>
                    <a:pt x="98" y="61"/>
                  </a:lnTo>
                  <a:close/>
                  <a:moveTo>
                    <a:pt x="56" y="12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50" y="102"/>
                    <a:pt x="52" y="102"/>
                    <a:pt x="54" y="102"/>
                  </a:cubicBezTo>
                  <a:cubicBezTo>
                    <a:pt x="56" y="101"/>
                    <a:pt x="56" y="101"/>
                    <a:pt x="56" y="101"/>
                  </a:cubicBezTo>
                  <a:lnTo>
                    <a:pt x="56" y="124"/>
                  </a:lnTo>
                  <a:close/>
                  <a:moveTo>
                    <a:pt x="94" y="58"/>
                  </a:moveTo>
                  <a:cubicBezTo>
                    <a:pt x="92" y="60"/>
                    <a:pt x="92" y="60"/>
                    <a:pt x="92" y="60"/>
                  </a:cubicBezTo>
                  <a:cubicBezTo>
                    <a:pt x="93" y="61"/>
                    <a:pt x="93" y="61"/>
                    <a:pt x="93" y="61"/>
                  </a:cubicBezTo>
                  <a:cubicBezTo>
                    <a:pt x="94" y="64"/>
                    <a:pt x="95" y="67"/>
                    <a:pt x="93" y="69"/>
                  </a:cubicBezTo>
                  <a:cubicBezTo>
                    <a:pt x="92" y="72"/>
                    <a:pt x="90" y="73"/>
                    <a:pt x="88" y="74"/>
                  </a:cubicBezTo>
                  <a:cubicBezTo>
                    <a:pt x="86" y="75"/>
                    <a:pt x="86" y="75"/>
                    <a:pt x="86" y="75"/>
                  </a:cubicBezTo>
                  <a:cubicBezTo>
                    <a:pt x="86" y="77"/>
                    <a:pt x="86" y="77"/>
                    <a:pt x="86" y="77"/>
                  </a:cubicBezTo>
                  <a:cubicBezTo>
                    <a:pt x="86" y="79"/>
                    <a:pt x="85" y="82"/>
                    <a:pt x="83" y="84"/>
                  </a:cubicBezTo>
                  <a:cubicBezTo>
                    <a:pt x="82" y="86"/>
                    <a:pt x="79" y="87"/>
                    <a:pt x="76" y="86"/>
                  </a:cubicBezTo>
                  <a:cubicBezTo>
                    <a:pt x="74" y="86"/>
                    <a:pt x="74" y="86"/>
                    <a:pt x="74" y="86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3" y="91"/>
                    <a:pt x="71" y="93"/>
                    <a:pt x="69" y="94"/>
                  </a:cubicBezTo>
                  <a:cubicBezTo>
                    <a:pt x="66" y="95"/>
                    <a:pt x="63" y="95"/>
                    <a:pt x="61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56" y="96"/>
                    <a:pt x="54" y="97"/>
                    <a:pt x="51" y="97"/>
                  </a:cubicBezTo>
                  <a:cubicBezTo>
                    <a:pt x="48" y="97"/>
                    <a:pt x="46" y="96"/>
                    <a:pt x="44" y="94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39" y="95"/>
                    <a:pt x="36" y="95"/>
                    <a:pt x="33" y="94"/>
                  </a:cubicBezTo>
                  <a:cubicBezTo>
                    <a:pt x="31" y="93"/>
                    <a:pt x="29" y="91"/>
                    <a:pt x="28" y="88"/>
                  </a:cubicBezTo>
                  <a:cubicBezTo>
                    <a:pt x="28" y="86"/>
                    <a:pt x="28" y="86"/>
                    <a:pt x="28" y="86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7"/>
                    <a:pt x="20" y="86"/>
                    <a:pt x="18" y="84"/>
                  </a:cubicBezTo>
                  <a:cubicBezTo>
                    <a:pt x="17" y="82"/>
                    <a:pt x="16" y="79"/>
                    <a:pt x="16" y="77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2" y="73"/>
                    <a:pt x="10" y="72"/>
                    <a:pt x="9" y="69"/>
                  </a:cubicBezTo>
                  <a:cubicBezTo>
                    <a:pt x="7" y="67"/>
                    <a:pt x="8" y="64"/>
                    <a:pt x="9" y="61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6" y="57"/>
                    <a:pt x="5" y="54"/>
                    <a:pt x="5" y="51"/>
                  </a:cubicBezTo>
                  <a:cubicBezTo>
                    <a:pt x="5" y="49"/>
                    <a:pt x="6" y="46"/>
                    <a:pt x="8" y="45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8" y="39"/>
                    <a:pt x="7" y="36"/>
                    <a:pt x="9" y="34"/>
                  </a:cubicBezTo>
                  <a:cubicBezTo>
                    <a:pt x="10" y="31"/>
                    <a:pt x="12" y="29"/>
                    <a:pt x="14" y="29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4"/>
                    <a:pt x="17" y="21"/>
                    <a:pt x="18" y="19"/>
                  </a:cubicBezTo>
                  <a:cubicBezTo>
                    <a:pt x="20" y="17"/>
                    <a:pt x="23" y="16"/>
                    <a:pt x="26" y="16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9" y="12"/>
                    <a:pt x="31" y="10"/>
                    <a:pt x="33" y="9"/>
                  </a:cubicBezTo>
                  <a:cubicBezTo>
                    <a:pt x="36" y="8"/>
                    <a:pt x="39" y="8"/>
                    <a:pt x="41" y="9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6" y="7"/>
                    <a:pt x="48" y="6"/>
                    <a:pt x="51" y="6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3" y="8"/>
                    <a:pt x="66" y="8"/>
                    <a:pt x="69" y="9"/>
                  </a:cubicBezTo>
                  <a:cubicBezTo>
                    <a:pt x="71" y="10"/>
                    <a:pt x="73" y="12"/>
                    <a:pt x="74" y="15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6" y="16"/>
                    <a:pt x="76" y="16"/>
                    <a:pt x="76" y="16"/>
                  </a:cubicBezTo>
                  <a:cubicBezTo>
                    <a:pt x="79" y="16"/>
                    <a:pt x="82" y="17"/>
                    <a:pt x="83" y="19"/>
                  </a:cubicBezTo>
                  <a:cubicBezTo>
                    <a:pt x="85" y="21"/>
                    <a:pt x="86" y="24"/>
                    <a:pt x="86" y="26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0" y="29"/>
                    <a:pt x="92" y="31"/>
                    <a:pt x="93" y="34"/>
                  </a:cubicBezTo>
                  <a:cubicBezTo>
                    <a:pt x="95" y="36"/>
                    <a:pt x="94" y="39"/>
                    <a:pt x="93" y="42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4" y="45"/>
                    <a:pt x="94" y="45"/>
                    <a:pt x="94" y="45"/>
                  </a:cubicBezTo>
                  <a:cubicBezTo>
                    <a:pt x="96" y="46"/>
                    <a:pt x="97" y="49"/>
                    <a:pt x="97" y="51"/>
                  </a:cubicBezTo>
                  <a:cubicBezTo>
                    <a:pt x="97" y="54"/>
                    <a:pt x="96" y="57"/>
                    <a:pt x="94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87"/>
            <p:cNvSpPr>
              <a:spLocks noEditPoints="1"/>
            </p:cNvSpPr>
            <p:nvPr/>
          </p:nvSpPr>
          <p:spPr bwMode="auto">
            <a:xfrm>
              <a:off x="3470" y="1757"/>
              <a:ext cx="132" cy="135"/>
            </a:xfrm>
            <a:custGeom>
              <a:avLst/>
              <a:gdLst>
                <a:gd name="T0" fmla="*/ 52 w 56"/>
                <a:gd name="T1" fmla="*/ 18 h 57"/>
                <a:gd name="T2" fmla="*/ 38 w 56"/>
                <a:gd name="T3" fmla="*/ 5 h 57"/>
                <a:gd name="T4" fmla="*/ 37 w 56"/>
                <a:gd name="T5" fmla="*/ 4 h 57"/>
                <a:gd name="T6" fmla="*/ 19 w 56"/>
                <a:gd name="T7" fmla="*/ 4 h 57"/>
                <a:gd name="T8" fmla="*/ 18 w 56"/>
                <a:gd name="T9" fmla="*/ 5 h 57"/>
                <a:gd name="T10" fmla="*/ 4 w 56"/>
                <a:gd name="T11" fmla="*/ 18 h 57"/>
                <a:gd name="T12" fmla="*/ 4 w 56"/>
                <a:gd name="T13" fmla="*/ 19 h 57"/>
                <a:gd name="T14" fmla="*/ 4 w 56"/>
                <a:gd name="T15" fmla="*/ 38 h 57"/>
                <a:gd name="T16" fmla="*/ 4 w 56"/>
                <a:gd name="T17" fmla="*/ 39 h 57"/>
                <a:gd name="T18" fmla="*/ 17 w 56"/>
                <a:gd name="T19" fmla="*/ 52 h 57"/>
                <a:gd name="T20" fmla="*/ 19 w 56"/>
                <a:gd name="T21" fmla="*/ 53 h 57"/>
                <a:gd name="T22" fmla="*/ 37 w 56"/>
                <a:gd name="T23" fmla="*/ 53 h 57"/>
                <a:gd name="T24" fmla="*/ 38 w 56"/>
                <a:gd name="T25" fmla="*/ 52 h 57"/>
                <a:gd name="T26" fmla="*/ 52 w 56"/>
                <a:gd name="T27" fmla="*/ 39 h 57"/>
                <a:gd name="T28" fmla="*/ 52 w 56"/>
                <a:gd name="T29" fmla="*/ 38 h 57"/>
                <a:gd name="T30" fmla="*/ 52 w 56"/>
                <a:gd name="T31" fmla="*/ 19 h 57"/>
                <a:gd name="T32" fmla="*/ 47 w 56"/>
                <a:gd name="T33" fmla="*/ 36 h 57"/>
                <a:gd name="T34" fmla="*/ 45 w 56"/>
                <a:gd name="T35" fmla="*/ 45 h 57"/>
                <a:gd name="T36" fmla="*/ 36 w 56"/>
                <a:gd name="T37" fmla="*/ 48 h 57"/>
                <a:gd name="T38" fmla="*/ 28 w 56"/>
                <a:gd name="T39" fmla="*/ 52 h 57"/>
                <a:gd name="T40" fmla="*/ 20 w 56"/>
                <a:gd name="T41" fmla="*/ 48 h 57"/>
                <a:gd name="T42" fmla="*/ 11 w 56"/>
                <a:gd name="T43" fmla="*/ 45 h 57"/>
                <a:gd name="T44" fmla="*/ 9 w 56"/>
                <a:gd name="T45" fmla="*/ 36 h 57"/>
                <a:gd name="T46" fmla="*/ 4 w 56"/>
                <a:gd name="T47" fmla="*/ 28 h 57"/>
                <a:gd name="T48" fmla="*/ 9 w 56"/>
                <a:gd name="T49" fmla="*/ 21 h 57"/>
                <a:gd name="T50" fmla="*/ 11 w 56"/>
                <a:gd name="T51" fmla="*/ 12 h 57"/>
                <a:gd name="T52" fmla="*/ 20 w 56"/>
                <a:gd name="T53" fmla="*/ 9 h 57"/>
                <a:gd name="T54" fmla="*/ 28 w 56"/>
                <a:gd name="T55" fmla="*/ 5 h 57"/>
                <a:gd name="T56" fmla="*/ 36 w 56"/>
                <a:gd name="T57" fmla="*/ 9 h 57"/>
                <a:gd name="T58" fmla="*/ 45 w 56"/>
                <a:gd name="T59" fmla="*/ 12 h 57"/>
                <a:gd name="T60" fmla="*/ 47 w 56"/>
                <a:gd name="T61" fmla="*/ 21 h 57"/>
                <a:gd name="T62" fmla="*/ 52 w 56"/>
                <a:gd name="T63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57">
                  <a:moveTo>
                    <a:pt x="52" y="19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50" y="11"/>
                    <a:pt x="48" y="8"/>
                  </a:cubicBezTo>
                  <a:cubicBezTo>
                    <a:pt x="45" y="6"/>
                    <a:pt x="42" y="5"/>
                    <a:pt x="38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5" y="2"/>
                    <a:pt x="32" y="0"/>
                    <a:pt x="28" y="0"/>
                  </a:cubicBezTo>
                  <a:cubicBezTo>
                    <a:pt x="24" y="0"/>
                    <a:pt x="21" y="2"/>
                    <a:pt x="19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5"/>
                    <a:pt x="11" y="6"/>
                    <a:pt x="8" y="8"/>
                  </a:cubicBezTo>
                  <a:cubicBezTo>
                    <a:pt x="6" y="11"/>
                    <a:pt x="4" y="14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" y="21"/>
                    <a:pt x="0" y="25"/>
                    <a:pt x="0" y="28"/>
                  </a:cubicBezTo>
                  <a:cubicBezTo>
                    <a:pt x="0" y="32"/>
                    <a:pt x="1" y="35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2"/>
                    <a:pt x="6" y="46"/>
                    <a:pt x="8" y="48"/>
                  </a:cubicBezTo>
                  <a:cubicBezTo>
                    <a:pt x="11" y="51"/>
                    <a:pt x="14" y="52"/>
                    <a:pt x="17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21" y="55"/>
                    <a:pt x="24" y="57"/>
                    <a:pt x="28" y="57"/>
                  </a:cubicBezTo>
                  <a:cubicBezTo>
                    <a:pt x="32" y="57"/>
                    <a:pt x="35" y="55"/>
                    <a:pt x="37" y="53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42" y="52"/>
                    <a:pt x="45" y="51"/>
                    <a:pt x="48" y="48"/>
                  </a:cubicBezTo>
                  <a:cubicBezTo>
                    <a:pt x="50" y="46"/>
                    <a:pt x="52" y="42"/>
                    <a:pt x="52" y="39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5" y="35"/>
                    <a:pt x="56" y="32"/>
                    <a:pt x="56" y="28"/>
                  </a:cubicBezTo>
                  <a:cubicBezTo>
                    <a:pt x="56" y="25"/>
                    <a:pt x="55" y="21"/>
                    <a:pt x="52" y="19"/>
                  </a:cubicBezTo>
                  <a:close/>
                  <a:moveTo>
                    <a:pt x="48" y="36"/>
                  </a:moveTo>
                  <a:cubicBezTo>
                    <a:pt x="47" y="36"/>
                    <a:pt x="47" y="36"/>
                    <a:pt x="47" y="36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40"/>
                    <a:pt x="47" y="43"/>
                    <a:pt x="45" y="45"/>
                  </a:cubicBezTo>
                  <a:cubicBezTo>
                    <a:pt x="43" y="47"/>
                    <a:pt x="40" y="48"/>
                    <a:pt x="37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3" y="51"/>
                    <a:pt x="31" y="52"/>
                    <a:pt x="28" y="52"/>
                  </a:cubicBezTo>
                  <a:cubicBezTo>
                    <a:pt x="25" y="52"/>
                    <a:pt x="23" y="51"/>
                    <a:pt x="21" y="49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6" y="48"/>
                    <a:pt x="13" y="47"/>
                    <a:pt x="11" y="45"/>
                  </a:cubicBezTo>
                  <a:cubicBezTo>
                    <a:pt x="9" y="43"/>
                    <a:pt x="8" y="40"/>
                    <a:pt x="9" y="38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6" y="34"/>
                    <a:pt x="4" y="31"/>
                    <a:pt x="4" y="28"/>
                  </a:cubicBezTo>
                  <a:cubicBezTo>
                    <a:pt x="4" y="26"/>
                    <a:pt x="6" y="23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6"/>
                    <a:pt x="9" y="14"/>
                    <a:pt x="11" y="12"/>
                  </a:cubicBezTo>
                  <a:cubicBezTo>
                    <a:pt x="13" y="10"/>
                    <a:pt x="16" y="9"/>
                    <a:pt x="1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3" y="6"/>
                    <a:pt x="25" y="5"/>
                    <a:pt x="28" y="5"/>
                  </a:cubicBezTo>
                  <a:cubicBezTo>
                    <a:pt x="31" y="5"/>
                    <a:pt x="33" y="6"/>
                    <a:pt x="35" y="8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40" y="9"/>
                    <a:pt x="43" y="10"/>
                    <a:pt x="45" y="12"/>
                  </a:cubicBezTo>
                  <a:cubicBezTo>
                    <a:pt x="47" y="14"/>
                    <a:pt x="48" y="16"/>
                    <a:pt x="47" y="19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50" y="23"/>
                    <a:pt x="52" y="26"/>
                    <a:pt x="52" y="28"/>
                  </a:cubicBezTo>
                  <a:cubicBezTo>
                    <a:pt x="52" y="31"/>
                    <a:pt x="50" y="34"/>
                    <a:pt x="4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Oval 88"/>
            <p:cNvSpPr>
              <a:spLocks noChangeArrowheads="1"/>
            </p:cNvSpPr>
            <p:nvPr/>
          </p:nvSpPr>
          <p:spPr bwMode="auto">
            <a:xfrm>
              <a:off x="3531" y="1819"/>
              <a:ext cx="10" cy="1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89"/>
            <p:cNvSpPr>
              <a:spLocks noEditPoints="1"/>
            </p:cNvSpPr>
            <p:nvPr/>
          </p:nvSpPr>
          <p:spPr bwMode="auto">
            <a:xfrm>
              <a:off x="2834" y="1945"/>
              <a:ext cx="45" cy="63"/>
            </a:xfrm>
            <a:custGeom>
              <a:avLst/>
              <a:gdLst>
                <a:gd name="T0" fmla="*/ 9 w 19"/>
                <a:gd name="T1" fmla="*/ 0 h 27"/>
                <a:gd name="T2" fmla="*/ 0 w 19"/>
                <a:gd name="T3" fmla="*/ 17 h 27"/>
                <a:gd name="T4" fmla="*/ 9 w 19"/>
                <a:gd name="T5" fmla="*/ 27 h 27"/>
                <a:gd name="T6" fmla="*/ 19 w 19"/>
                <a:gd name="T7" fmla="*/ 17 h 27"/>
                <a:gd name="T8" fmla="*/ 9 w 19"/>
                <a:gd name="T9" fmla="*/ 0 h 27"/>
                <a:gd name="T10" fmla="*/ 14 w 19"/>
                <a:gd name="T11" fmla="*/ 17 h 27"/>
                <a:gd name="T12" fmla="*/ 9 w 19"/>
                <a:gd name="T13" fmla="*/ 22 h 27"/>
                <a:gd name="T14" fmla="*/ 5 w 19"/>
                <a:gd name="T15" fmla="*/ 17 h 27"/>
                <a:gd name="T16" fmla="*/ 7 w 19"/>
                <a:gd name="T17" fmla="*/ 10 h 27"/>
                <a:gd name="T18" fmla="*/ 9 w 19"/>
                <a:gd name="T19" fmla="*/ 7 h 27"/>
                <a:gd name="T20" fmla="*/ 11 w 19"/>
                <a:gd name="T21" fmla="*/ 10 h 27"/>
                <a:gd name="T22" fmla="*/ 14 w 19"/>
                <a:gd name="T23" fmla="*/ 1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7">
                  <a:moveTo>
                    <a:pt x="9" y="0"/>
                  </a:moveTo>
                  <a:cubicBezTo>
                    <a:pt x="8" y="1"/>
                    <a:pt x="0" y="12"/>
                    <a:pt x="0" y="17"/>
                  </a:cubicBezTo>
                  <a:cubicBezTo>
                    <a:pt x="0" y="23"/>
                    <a:pt x="4" y="27"/>
                    <a:pt x="9" y="27"/>
                  </a:cubicBezTo>
                  <a:cubicBezTo>
                    <a:pt x="15" y="27"/>
                    <a:pt x="19" y="23"/>
                    <a:pt x="19" y="17"/>
                  </a:cubicBezTo>
                  <a:cubicBezTo>
                    <a:pt x="19" y="12"/>
                    <a:pt x="11" y="1"/>
                    <a:pt x="9" y="0"/>
                  </a:cubicBezTo>
                  <a:close/>
                  <a:moveTo>
                    <a:pt x="14" y="17"/>
                  </a:moveTo>
                  <a:cubicBezTo>
                    <a:pt x="14" y="20"/>
                    <a:pt x="12" y="22"/>
                    <a:pt x="9" y="22"/>
                  </a:cubicBezTo>
                  <a:cubicBezTo>
                    <a:pt x="7" y="22"/>
                    <a:pt x="5" y="20"/>
                    <a:pt x="5" y="17"/>
                  </a:cubicBezTo>
                  <a:cubicBezTo>
                    <a:pt x="5" y="16"/>
                    <a:pt x="5" y="14"/>
                    <a:pt x="7" y="10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14"/>
                    <a:pt x="14" y="16"/>
                    <a:pt x="1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90"/>
            <p:cNvSpPr>
              <a:spLocks noEditPoints="1"/>
            </p:cNvSpPr>
            <p:nvPr/>
          </p:nvSpPr>
          <p:spPr bwMode="auto">
            <a:xfrm>
              <a:off x="2805" y="1705"/>
              <a:ext cx="251" cy="209"/>
            </a:xfrm>
            <a:custGeom>
              <a:avLst/>
              <a:gdLst>
                <a:gd name="T0" fmla="*/ 71 w 106"/>
                <a:gd name="T1" fmla="*/ 32 h 88"/>
                <a:gd name="T2" fmla="*/ 60 w 106"/>
                <a:gd name="T3" fmla="*/ 25 h 88"/>
                <a:gd name="T4" fmla="*/ 59 w 106"/>
                <a:gd name="T5" fmla="*/ 12 h 88"/>
                <a:gd name="T6" fmla="*/ 71 w 106"/>
                <a:gd name="T7" fmla="*/ 13 h 88"/>
                <a:gd name="T8" fmla="*/ 90 w 106"/>
                <a:gd name="T9" fmla="*/ 10 h 88"/>
                <a:gd name="T10" fmla="*/ 71 w 106"/>
                <a:gd name="T11" fmla="*/ 6 h 88"/>
                <a:gd name="T12" fmla="*/ 43 w 106"/>
                <a:gd name="T13" fmla="*/ 7 h 88"/>
                <a:gd name="T14" fmla="*/ 33 w 106"/>
                <a:gd name="T15" fmla="*/ 0 h 88"/>
                <a:gd name="T16" fmla="*/ 33 w 106"/>
                <a:gd name="T17" fmla="*/ 19 h 88"/>
                <a:gd name="T18" fmla="*/ 43 w 106"/>
                <a:gd name="T19" fmla="*/ 12 h 88"/>
                <a:gd name="T20" fmla="*/ 54 w 106"/>
                <a:gd name="T21" fmla="*/ 24 h 88"/>
                <a:gd name="T22" fmla="*/ 43 w 106"/>
                <a:gd name="T23" fmla="*/ 31 h 88"/>
                <a:gd name="T24" fmla="*/ 42 w 106"/>
                <a:gd name="T25" fmla="*/ 32 h 88"/>
                <a:gd name="T26" fmla="*/ 12 w 106"/>
                <a:gd name="T27" fmla="*/ 69 h 88"/>
                <a:gd name="T28" fmla="*/ 0 w 106"/>
                <a:gd name="T29" fmla="*/ 78 h 88"/>
                <a:gd name="T30" fmla="*/ 32 w 106"/>
                <a:gd name="T31" fmla="*/ 88 h 88"/>
                <a:gd name="T32" fmla="*/ 32 w 106"/>
                <a:gd name="T33" fmla="*/ 69 h 88"/>
                <a:gd name="T34" fmla="*/ 31 w 106"/>
                <a:gd name="T35" fmla="*/ 67 h 88"/>
                <a:gd name="T36" fmla="*/ 42 w 106"/>
                <a:gd name="T37" fmla="*/ 52 h 88"/>
                <a:gd name="T38" fmla="*/ 44 w 106"/>
                <a:gd name="T39" fmla="*/ 52 h 88"/>
                <a:gd name="T40" fmla="*/ 70 w 106"/>
                <a:gd name="T41" fmla="*/ 52 h 88"/>
                <a:gd name="T42" fmla="*/ 103 w 106"/>
                <a:gd name="T43" fmla="*/ 51 h 88"/>
                <a:gd name="T44" fmla="*/ 106 w 106"/>
                <a:gd name="T45" fmla="*/ 34 h 88"/>
                <a:gd name="T46" fmla="*/ 80 w 106"/>
                <a:gd name="T47" fmla="*/ 5 h 88"/>
                <a:gd name="T48" fmla="*/ 80 w 106"/>
                <a:gd name="T49" fmla="*/ 15 h 88"/>
                <a:gd name="T50" fmla="*/ 80 w 106"/>
                <a:gd name="T51" fmla="*/ 5 h 88"/>
                <a:gd name="T52" fmla="*/ 28 w 106"/>
                <a:gd name="T53" fmla="*/ 10 h 88"/>
                <a:gd name="T54" fmla="*/ 38 w 106"/>
                <a:gd name="T55" fmla="*/ 10 h 88"/>
                <a:gd name="T56" fmla="*/ 32 w 106"/>
                <a:gd name="T57" fmla="*/ 74 h 88"/>
                <a:gd name="T58" fmla="*/ 32 w 106"/>
                <a:gd name="T59" fmla="*/ 83 h 88"/>
                <a:gd name="T60" fmla="*/ 5 w 106"/>
                <a:gd name="T61" fmla="*/ 78 h 88"/>
                <a:gd name="T62" fmla="*/ 32 w 106"/>
                <a:gd name="T63" fmla="*/ 74 h 88"/>
                <a:gd name="T64" fmla="*/ 32 w 106"/>
                <a:gd name="T65" fmla="*/ 53 h 88"/>
                <a:gd name="T66" fmla="*/ 26 w 106"/>
                <a:gd name="T67" fmla="*/ 69 h 88"/>
                <a:gd name="T68" fmla="*/ 16 w 106"/>
                <a:gd name="T69" fmla="*/ 67 h 88"/>
                <a:gd name="T70" fmla="*/ 38 w 106"/>
                <a:gd name="T71" fmla="*/ 38 h 88"/>
                <a:gd name="T72" fmla="*/ 40 w 106"/>
                <a:gd name="T73" fmla="*/ 39 h 88"/>
                <a:gd name="T74" fmla="*/ 40 w 106"/>
                <a:gd name="T75" fmla="*/ 46 h 88"/>
                <a:gd name="T76" fmla="*/ 40 w 106"/>
                <a:gd name="T77" fmla="*/ 48 h 88"/>
                <a:gd name="T78" fmla="*/ 44 w 106"/>
                <a:gd name="T79" fmla="*/ 41 h 88"/>
                <a:gd name="T80" fmla="*/ 69 w 106"/>
                <a:gd name="T81" fmla="*/ 41 h 88"/>
                <a:gd name="T82" fmla="*/ 101 w 106"/>
                <a:gd name="T83" fmla="*/ 46 h 88"/>
                <a:gd name="T84" fmla="*/ 74 w 106"/>
                <a:gd name="T85" fmla="*/ 45 h 88"/>
                <a:gd name="T86" fmla="*/ 74 w 106"/>
                <a:gd name="T87" fmla="*/ 38 h 88"/>
                <a:gd name="T88" fmla="*/ 101 w 106"/>
                <a:gd name="T89" fmla="*/ 36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" h="88">
                  <a:moveTo>
                    <a:pt x="103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68" y="28"/>
                    <a:pt x="64" y="25"/>
                    <a:pt x="60" y="25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2" y="17"/>
                    <a:pt x="76" y="19"/>
                    <a:pt x="80" y="19"/>
                  </a:cubicBezTo>
                  <a:cubicBezTo>
                    <a:pt x="86" y="19"/>
                    <a:pt x="90" y="15"/>
                    <a:pt x="90" y="10"/>
                  </a:cubicBezTo>
                  <a:cubicBezTo>
                    <a:pt x="90" y="4"/>
                    <a:pt x="86" y="0"/>
                    <a:pt x="80" y="0"/>
                  </a:cubicBezTo>
                  <a:cubicBezTo>
                    <a:pt x="76" y="0"/>
                    <a:pt x="72" y="3"/>
                    <a:pt x="71" y="6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3"/>
                    <a:pt x="37" y="0"/>
                    <a:pt x="33" y="0"/>
                  </a:cubicBezTo>
                  <a:cubicBezTo>
                    <a:pt x="28" y="0"/>
                    <a:pt x="24" y="4"/>
                    <a:pt x="24" y="10"/>
                  </a:cubicBezTo>
                  <a:cubicBezTo>
                    <a:pt x="24" y="15"/>
                    <a:pt x="28" y="19"/>
                    <a:pt x="33" y="19"/>
                  </a:cubicBezTo>
                  <a:cubicBezTo>
                    <a:pt x="37" y="19"/>
                    <a:pt x="41" y="17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49" y="25"/>
                    <a:pt x="45" y="28"/>
                    <a:pt x="43" y="31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25" y="35"/>
                    <a:pt x="12" y="50"/>
                    <a:pt x="12" y="67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5" y="69"/>
                    <a:pt x="0" y="73"/>
                    <a:pt x="0" y="78"/>
                  </a:cubicBezTo>
                  <a:cubicBezTo>
                    <a:pt x="0" y="84"/>
                    <a:pt x="5" y="88"/>
                    <a:pt x="10" y="88"/>
                  </a:cubicBezTo>
                  <a:cubicBezTo>
                    <a:pt x="32" y="88"/>
                    <a:pt x="32" y="88"/>
                    <a:pt x="32" y="88"/>
                  </a:cubicBezTo>
                  <a:cubicBezTo>
                    <a:pt x="38" y="88"/>
                    <a:pt x="42" y="84"/>
                    <a:pt x="42" y="78"/>
                  </a:cubicBezTo>
                  <a:cubicBezTo>
                    <a:pt x="42" y="73"/>
                    <a:pt x="38" y="69"/>
                    <a:pt x="32" y="69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1" y="63"/>
                    <a:pt x="33" y="59"/>
                    <a:pt x="36" y="56"/>
                  </a:cubicBezTo>
                  <a:cubicBezTo>
                    <a:pt x="37" y="54"/>
                    <a:pt x="40" y="53"/>
                    <a:pt x="42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7" y="56"/>
                    <a:pt x="52" y="58"/>
                    <a:pt x="57" y="58"/>
                  </a:cubicBezTo>
                  <a:cubicBezTo>
                    <a:pt x="62" y="58"/>
                    <a:pt x="67" y="56"/>
                    <a:pt x="70" y="52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5" y="51"/>
                    <a:pt x="106" y="50"/>
                    <a:pt x="106" y="49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5" y="32"/>
                    <a:pt x="103" y="32"/>
                  </a:cubicBezTo>
                  <a:close/>
                  <a:moveTo>
                    <a:pt x="80" y="5"/>
                  </a:moveTo>
                  <a:cubicBezTo>
                    <a:pt x="83" y="5"/>
                    <a:pt x="85" y="7"/>
                    <a:pt x="85" y="10"/>
                  </a:cubicBezTo>
                  <a:cubicBezTo>
                    <a:pt x="85" y="13"/>
                    <a:pt x="83" y="15"/>
                    <a:pt x="80" y="15"/>
                  </a:cubicBezTo>
                  <a:cubicBezTo>
                    <a:pt x="77" y="15"/>
                    <a:pt x="75" y="13"/>
                    <a:pt x="75" y="10"/>
                  </a:cubicBezTo>
                  <a:cubicBezTo>
                    <a:pt x="75" y="7"/>
                    <a:pt x="77" y="5"/>
                    <a:pt x="80" y="5"/>
                  </a:cubicBezTo>
                  <a:close/>
                  <a:moveTo>
                    <a:pt x="33" y="15"/>
                  </a:moveTo>
                  <a:cubicBezTo>
                    <a:pt x="30" y="15"/>
                    <a:pt x="28" y="13"/>
                    <a:pt x="28" y="10"/>
                  </a:cubicBezTo>
                  <a:cubicBezTo>
                    <a:pt x="28" y="7"/>
                    <a:pt x="30" y="5"/>
                    <a:pt x="33" y="5"/>
                  </a:cubicBezTo>
                  <a:cubicBezTo>
                    <a:pt x="36" y="5"/>
                    <a:pt x="38" y="7"/>
                    <a:pt x="38" y="10"/>
                  </a:cubicBezTo>
                  <a:cubicBezTo>
                    <a:pt x="38" y="13"/>
                    <a:pt x="36" y="15"/>
                    <a:pt x="33" y="15"/>
                  </a:cubicBezTo>
                  <a:close/>
                  <a:moveTo>
                    <a:pt x="32" y="74"/>
                  </a:moveTo>
                  <a:cubicBezTo>
                    <a:pt x="35" y="74"/>
                    <a:pt x="37" y="76"/>
                    <a:pt x="37" y="78"/>
                  </a:cubicBezTo>
                  <a:cubicBezTo>
                    <a:pt x="37" y="81"/>
                    <a:pt x="35" y="83"/>
                    <a:pt x="32" y="83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7" y="83"/>
                    <a:pt x="5" y="81"/>
                    <a:pt x="5" y="78"/>
                  </a:cubicBezTo>
                  <a:cubicBezTo>
                    <a:pt x="5" y="76"/>
                    <a:pt x="7" y="74"/>
                    <a:pt x="10" y="74"/>
                  </a:cubicBezTo>
                  <a:lnTo>
                    <a:pt x="32" y="74"/>
                  </a:lnTo>
                  <a:close/>
                  <a:moveTo>
                    <a:pt x="40" y="48"/>
                  </a:moveTo>
                  <a:cubicBezTo>
                    <a:pt x="37" y="49"/>
                    <a:pt x="34" y="51"/>
                    <a:pt x="32" y="53"/>
                  </a:cubicBezTo>
                  <a:cubicBezTo>
                    <a:pt x="29" y="56"/>
                    <a:pt x="26" y="62"/>
                    <a:pt x="26" y="67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59"/>
                    <a:pt x="19" y="51"/>
                    <a:pt x="25" y="45"/>
                  </a:cubicBezTo>
                  <a:cubicBezTo>
                    <a:pt x="29" y="42"/>
                    <a:pt x="33" y="39"/>
                    <a:pt x="38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0" y="40"/>
                    <a:pt x="40" y="41"/>
                    <a:pt x="40" y="41"/>
                  </a:cubicBezTo>
                  <a:cubicBezTo>
                    <a:pt x="40" y="43"/>
                    <a:pt x="40" y="45"/>
                    <a:pt x="40" y="46"/>
                  </a:cubicBezTo>
                  <a:cubicBezTo>
                    <a:pt x="41" y="47"/>
                    <a:pt x="41" y="47"/>
                    <a:pt x="41" y="47"/>
                  </a:cubicBezTo>
                  <a:lnTo>
                    <a:pt x="40" y="48"/>
                  </a:lnTo>
                  <a:close/>
                  <a:moveTo>
                    <a:pt x="57" y="54"/>
                  </a:moveTo>
                  <a:cubicBezTo>
                    <a:pt x="50" y="54"/>
                    <a:pt x="44" y="48"/>
                    <a:pt x="44" y="41"/>
                  </a:cubicBezTo>
                  <a:cubicBezTo>
                    <a:pt x="44" y="34"/>
                    <a:pt x="50" y="29"/>
                    <a:pt x="57" y="29"/>
                  </a:cubicBezTo>
                  <a:cubicBezTo>
                    <a:pt x="64" y="29"/>
                    <a:pt x="69" y="34"/>
                    <a:pt x="69" y="41"/>
                  </a:cubicBezTo>
                  <a:cubicBezTo>
                    <a:pt x="69" y="48"/>
                    <a:pt x="64" y="54"/>
                    <a:pt x="57" y="54"/>
                  </a:cubicBezTo>
                  <a:close/>
                  <a:moveTo>
                    <a:pt x="101" y="46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4"/>
                    <a:pt x="74" y="42"/>
                    <a:pt x="74" y="41"/>
                  </a:cubicBezTo>
                  <a:cubicBezTo>
                    <a:pt x="74" y="40"/>
                    <a:pt x="74" y="39"/>
                    <a:pt x="74" y="38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101" y="36"/>
                    <a:pt x="101" y="36"/>
                    <a:pt x="101" y="36"/>
                  </a:cubicBezTo>
                  <a:lnTo>
                    <a:pt x="101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91"/>
            <p:cNvSpPr>
              <a:spLocks noEditPoints="1"/>
            </p:cNvSpPr>
            <p:nvPr/>
          </p:nvSpPr>
          <p:spPr bwMode="auto">
            <a:xfrm>
              <a:off x="2226" y="1741"/>
              <a:ext cx="135" cy="133"/>
            </a:xfrm>
            <a:custGeom>
              <a:avLst/>
              <a:gdLst>
                <a:gd name="T0" fmla="*/ 54 w 57"/>
                <a:gd name="T1" fmla="*/ 0 h 56"/>
                <a:gd name="T2" fmla="*/ 3 w 57"/>
                <a:gd name="T3" fmla="*/ 0 h 56"/>
                <a:gd name="T4" fmla="*/ 0 w 57"/>
                <a:gd name="T5" fmla="*/ 2 h 56"/>
                <a:gd name="T6" fmla="*/ 0 w 57"/>
                <a:gd name="T7" fmla="*/ 54 h 56"/>
                <a:gd name="T8" fmla="*/ 3 w 57"/>
                <a:gd name="T9" fmla="*/ 56 h 56"/>
                <a:gd name="T10" fmla="*/ 54 w 57"/>
                <a:gd name="T11" fmla="*/ 56 h 56"/>
                <a:gd name="T12" fmla="*/ 57 w 57"/>
                <a:gd name="T13" fmla="*/ 54 h 56"/>
                <a:gd name="T14" fmla="*/ 57 w 57"/>
                <a:gd name="T15" fmla="*/ 2 h 56"/>
                <a:gd name="T16" fmla="*/ 54 w 57"/>
                <a:gd name="T17" fmla="*/ 0 h 56"/>
                <a:gd name="T18" fmla="*/ 52 w 57"/>
                <a:gd name="T19" fmla="*/ 52 h 56"/>
                <a:gd name="T20" fmla="*/ 5 w 57"/>
                <a:gd name="T21" fmla="*/ 52 h 56"/>
                <a:gd name="T22" fmla="*/ 5 w 57"/>
                <a:gd name="T23" fmla="*/ 4 h 56"/>
                <a:gd name="T24" fmla="*/ 52 w 57"/>
                <a:gd name="T25" fmla="*/ 4 h 56"/>
                <a:gd name="T26" fmla="*/ 52 w 57"/>
                <a:gd name="T27" fmla="*/ 5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56">
                  <a:moveTo>
                    <a:pt x="5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" y="56"/>
                    <a:pt x="3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6" y="56"/>
                    <a:pt x="57" y="55"/>
                    <a:pt x="57" y="54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1"/>
                    <a:pt x="56" y="0"/>
                    <a:pt x="54" y="0"/>
                  </a:cubicBezTo>
                  <a:close/>
                  <a:moveTo>
                    <a:pt x="52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52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92"/>
            <p:cNvSpPr>
              <a:spLocks noEditPoints="1"/>
            </p:cNvSpPr>
            <p:nvPr/>
          </p:nvSpPr>
          <p:spPr bwMode="auto">
            <a:xfrm>
              <a:off x="2174" y="1705"/>
              <a:ext cx="303" cy="303"/>
            </a:xfrm>
            <a:custGeom>
              <a:avLst/>
              <a:gdLst>
                <a:gd name="T0" fmla="*/ 124 w 128"/>
                <a:gd name="T1" fmla="*/ 7 h 128"/>
                <a:gd name="T2" fmla="*/ 124 w 128"/>
                <a:gd name="T3" fmla="*/ 2 h 128"/>
                <a:gd name="T4" fmla="*/ 122 w 128"/>
                <a:gd name="T5" fmla="*/ 0 h 128"/>
                <a:gd name="T6" fmla="*/ 120 w 128"/>
                <a:gd name="T7" fmla="*/ 2 h 128"/>
                <a:gd name="T8" fmla="*/ 120 w 128"/>
                <a:gd name="T9" fmla="*/ 7 h 128"/>
                <a:gd name="T10" fmla="*/ 112 w 128"/>
                <a:gd name="T11" fmla="*/ 7 h 128"/>
                <a:gd name="T12" fmla="*/ 112 w 128"/>
                <a:gd name="T13" fmla="*/ 2 h 128"/>
                <a:gd name="T14" fmla="*/ 110 w 128"/>
                <a:gd name="T15" fmla="*/ 0 h 128"/>
                <a:gd name="T16" fmla="*/ 108 w 128"/>
                <a:gd name="T17" fmla="*/ 2 h 128"/>
                <a:gd name="T18" fmla="*/ 108 w 128"/>
                <a:gd name="T19" fmla="*/ 7 h 128"/>
                <a:gd name="T20" fmla="*/ 104 w 128"/>
                <a:gd name="T21" fmla="*/ 7 h 128"/>
                <a:gd name="T22" fmla="*/ 104 w 128"/>
                <a:gd name="T23" fmla="*/ 13 h 128"/>
                <a:gd name="T24" fmla="*/ 113 w 128"/>
                <a:gd name="T25" fmla="*/ 25 h 128"/>
                <a:gd name="T26" fmla="*/ 114 w 128"/>
                <a:gd name="T27" fmla="*/ 25 h 128"/>
                <a:gd name="T28" fmla="*/ 114 w 128"/>
                <a:gd name="T29" fmla="*/ 76 h 128"/>
                <a:gd name="T30" fmla="*/ 104 w 128"/>
                <a:gd name="T31" fmla="*/ 86 h 128"/>
                <a:gd name="T32" fmla="*/ 94 w 128"/>
                <a:gd name="T33" fmla="*/ 76 h 128"/>
                <a:gd name="T34" fmla="*/ 94 w 128"/>
                <a:gd name="T35" fmla="*/ 2 h 128"/>
                <a:gd name="T36" fmla="*/ 91 w 128"/>
                <a:gd name="T37" fmla="*/ 0 h 128"/>
                <a:gd name="T38" fmla="*/ 10 w 128"/>
                <a:gd name="T39" fmla="*/ 0 h 128"/>
                <a:gd name="T40" fmla="*/ 7 w 128"/>
                <a:gd name="T41" fmla="*/ 2 h 128"/>
                <a:gd name="T42" fmla="*/ 7 w 128"/>
                <a:gd name="T43" fmla="*/ 109 h 128"/>
                <a:gd name="T44" fmla="*/ 2 w 128"/>
                <a:gd name="T45" fmla="*/ 109 h 128"/>
                <a:gd name="T46" fmla="*/ 0 w 128"/>
                <a:gd name="T47" fmla="*/ 111 h 128"/>
                <a:gd name="T48" fmla="*/ 0 w 128"/>
                <a:gd name="T49" fmla="*/ 126 h 128"/>
                <a:gd name="T50" fmla="*/ 2 w 128"/>
                <a:gd name="T51" fmla="*/ 128 h 128"/>
                <a:gd name="T52" fmla="*/ 99 w 128"/>
                <a:gd name="T53" fmla="*/ 128 h 128"/>
                <a:gd name="T54" fmla="*/ 101 w 128"/>
                <a:gd name="T55" fmla="*/ 126 h 128"/>
                <a:gd name="T56" fmla="*/ 101 w 128"/>
                <a:gd name="T57" fmla="*/ 111 h 128"/>
                <a:gd name="T58" fmla="*/ 99 w 128"/>
                <a:gd name="T59" fmla="*/ 109 h 128"/>
                <a:gd name="T60" fmla="*/ 94 w 128"/>
                <a:gd name="T61" fmla="*/ 109 h 128"/>
                <a:gd name="T62" fmla="*/ 94 w 128"/>
                <a:gd name="T63" fmla="*/ 87 h 128"/>
                <a:gd name="T64" fmla="*/ 96 w 128"/>
                <a:gd name="T65" fmla="*/ 89 h 128"/>
                <a:gd name="T66" fmla="*/ 104 w 128"/>
                <a:gd name="T67" fmla="*/ 91 h 128"/>
                <a:gd name="T68" fmla="*/ 118 w 128"/>
                <a:gd name="T69" fmla="*/ 76 h 128"/>
                <a:gd name="T70" fmla="*/ 118 w 128"/>
                <a:gd name="T71" fmla="*/ 25 h 128"/>
                <a:gd name="T72" fmla="*/ 119 w 128"/>
                <a:gd name="T73" fmla="*/ 25 h 128"/>
                <a:gd name="T74" fmla="*/ 128 w 128"/>
                <a:gd name="T75" fmla="*/ 13 h 128"/>
                <a:gd name="T76" fmla="*/ 128 w 128"/>
                <a:gd name="T77" fmla="*/ 7 h 128"/>
                <a:gd name="T78" fmla="*/ 124 w 128"/>
                <a:gd name="T79" fmla="*/ 7 h 128"/>
                <a:gd name="T80" fmla="*/ 12 w 128"/>
                <a:gd name="T81" fmla="*/ 5 h 128"/>
                <a:gd name="T82" fmla="*/ 89 w 128"/>
                <a:gd name="T83" fmla="*/ 5 h 128"/>
                <a:gd name="T84" fmla="*/ 89 w 128"/>
                <a:gd name="T85" fmla="*/ 109 h 128"/>
                <a:gd name="T86" fmla="*/ 12 w 128"/>
                <a:gd name="T87" fmla="*/ 109 h 128"/>
                <a:gd name="T88" fmla="*/ 12 w 128"/>
                <a:gd name="T89" fmla="*/ 5 h 128"/>
                <a:gd name="T90" fmla="*/ 96 w 128"/>
                <a:gd name="T91" fmla="*/ 113 h 128"/>
                <a:gd name="T92" fmla="*/ 96 w 128"/>
                <a:gd name="T93" fmla="*/ 123 h 128"/>
                <a:gd name="T94" fmla="*/ 5 w 128"/>
                <a:gd name="T95" fmla="*/ 123 h 128"/>
                <a:gd name="T96" fmla="*/ 5 w 128"/>
                <a:gd name="T97" fmla="*/ 113 h 128"/>
                <a:gd name="T98" fmla="*/ 96 w 128"/>
                <a:gd name="T99" fmla="*/ 113 h 128"/>
                <a:gd name="T100" fmla="*/ 123 w 128"/>
                <a:gd name="T101" fmla="*/ 13 h 128"/>
                <a:gd name="T102" fmla="*/ 116 w 128"/>
                <a:gd name="T103" fmla="*/ 21 h 128"/>
                <a:gd name="T104" fmla="*/ 108 w 128"/>
                <a:gd name="T105" fmla="*/ 13 h 128"/>
                <a:gd name="T106" fmla="*/ 108 w 128"/>
                <a:gd name="T107" fmla="*/ 12 h 128"/>
                <a:gd name="T108" fmla="*/ 124 w 128"/>
                <a:gd name="T109" fmla="*/ 12 h 128"/>
                <a:gd name="T110" fmla="*/ 123 w 128"/>
                <a:gd name="T111" fmla="*/ 1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8" h="128">
                  <a:moveTo>
                    <a:pt x="124" y="7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3" y="0"/>
                    <a:pt x="122" y="0"/>
                  </a:cubicBezTo>
                  <a:cubicBezTo>
                    <a:pt x="121" y="0"/>
                    <a:pt x="120" y="1"/>
                    <a:pt x="120" y="2"/>
                  </a:cubicBezTo>
                  <a:cubicBezTo>
                    <a:pt x="120" y="7"/>
                    <a:pt x="120" y="7"/>
                    <a:pt x="120" y="7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2" y="1"/>
                    <a:pt x="111" y="0"/>
                    <a:pt x="110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4" y="18"/>
                    <a:pt x="107" y="23"/>
                    <a:pt x="113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4" y="76"/>
                    <a:pt x="114" y="76"/>
                    <a:pt x="114" y="76"/>
                  </a:cubicBezTo>
                  <a:cubicBezTo>
                    <a:pt x="114" y="82"/>
                    <a:pt x="109" y="86"/>
                    <a:pt x="104" y="86"/>
                  </a:cubicBezTo>
                  <a:cubicBezTo>
                    <a:pt x="98" y="86"/>
                    <a:pt x="94" y="82"/>
                    <a:pt x="94" y="76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4" y="1"/>
                    <a:pt x="93" y="0"/>
                    <a:pt x="9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7" y="1"/>
                    <a:pt x="7" y="2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1" y="109"/>
                    <a:pt x="0" y="110"/>
                    <a:pt x="0" y="111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100" y="128"/>
                    <a:pt x="101" y="127"/>
                    <a:pt x="101" y="126"/>
                  </a:cubicBezTo>
                  <a:cubicBezTo>
                    <a:pt x="101" y="111"/>
                    <a:pt x="101" y="111"/>
                    <a:pt x="101" y="111"/>
                  </a:cubicBezTo>
                  <a:cubicBezTo>
                    <a:pt x="101" y="110"/>
                    <a:pt x="100" y="109"/>
                    <a:pt x="99" y="109"/>
                  </a:cubicBezTo>
                  <a:cubicBezTo>
                    <a:pt x="94" y="109"/>
                    <a:pt x="94" y="109"/>
                    <a:pt x="94" y="109"/>
                  </a:cubicBezTo>
                  <a:cubicBezTo>
                    <a:pt x="94" y="87"/>
                    <a:pt x="94" y="87"/>
                    <a:pt x="94" y="87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8" y="90"/>
                    <a:pt x="101" y="91"/>
                    <a:pt x="104" y="91"/>
                  </a:cubicBezTo>
                  <a:cubicBezTo>
                    <a:pt x="112" y="91"/>
                    <a:pt x="118" y="84"/>
                    <a:pt x="118" y="76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24" y="23"/>
                    <a:pt x="128" y="18"/>
                    <a:pt x="128" y="13"/>
                  </a:cubicBezTo>
                  <a:cubicBezTo>
                    <a:pt x="128" y="7"/>
                    <a:pt x="128" y="7"/>
                    <a:pt x="128" y="7"/>
                  </a:cubicBezTo>
                  <a:lnTo>
                    <a:pt x="124" y="7"/>
                  </a:lnTo>
                  <a:close/>
                  <a:moveTo>
                    <a:pt x="12" y="5"/>
                  </a:moveTo>
                  <a:cubicBezTo>
                    <a:pt x="89" y="5"/>
                    <a:pt x="89" y="5"/>
                    <a:pt x="89" y="5"/>
                  </a:cubicBezTo>
                  <a:cubicBezTo>
                    <a:pt x="89" y="109"/>
                    <a:pt x="89" y="109"/>
                    <a:pt x="89" y="109"/>
                  </a:cubicBezTo>
                  <a:cubicBezTo>
                    <a:pt x="12" y="109"/>
                    <a:pt x="12" y="109"/>
                    <a:pt x="12" y="109"/>
                  </a:cubicBezTo>
                  <a:lnTo>
                    <a:pt x="12" y="5"/>
                  </a:lnTo>
                  <a:close/>
                  <a:moveTo>
                    <a:pt x="96" y="113"/>
                  </a:moveTo>
                  <a:cubicBezTo>
                    <a:pt x="96" y="123"/>
                    <a:pt x="96" y="123"/>
                    <a:pt x="96" y="123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5" y="113"/>
                    <a:pt x="5" y="113"/>
                    <a:pt x="5" y="113"/>
                  </a:cubicBezTo>
                  <a:lnTo>
                    <a:pt x="96" y="113"/>
                  </a:lnTo>
                  <a:close/>
                  <a:moveTo>
                    <a:pt x="123" y="13"/>
                  </a:moveTo>
                  <a:cubicBezTo>
                    <a:pt x="123" y="17"/>
                    <a:pt x="120" y="21"/>
                    <a:pt x="116" y="21"/>
                  </a:cubicBezTo>
                  <a:cubicBezTo>
                    <a:pt x="112" y="21"/>
                    <a:pt x="109" y="17"/>
                    <a:pt x="108" y="13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4" y="12"/>
                    <a:pt x="124" y="12"/>
                    <a:pt x="124" y="12"/>
                  </a:cubicBezTo>
                  <a:lnTo>
                    <a:pt x="123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Freeform 93"/>
            <p:cNvSpPr>
              <a:spLocks noEditPoints="1"/>
            </p:cNvSpPr>
            <p:nvPr/>
          </p:nvSpPr>
          <p:spPr bwMode="auto">
            <a:xfrm>
              <a:off x="1632" y="1741"/>
              <a:ext cx="135" cy="133"/>
            </a:xfrm>
            <a:custGeom>
              <a:avLst/>
              <a:gdLst>
                <a:gd name="T0" fmla="*/ 54 w 57"/>
                <a:gd name="T1" fmla="*/ 0 h 56"/>
                <a:gd name="T2" fmla="*/ 2 w 57"/>
                <a:gd name="T3" fmla="*/ 0 h 56"/>
                <a:gd name="T4" fmla="*/ 0 w 57"/>
                <a:gd name="T5" fmla="*/ 2 h 56"/>
                <a:gd name="T6" fmla="*/ 0 w 57"/>
                <a:gd name="T7" fmla="*/ 54 h 56"/>
                <a:gd name="T8" fmla="*/ 2 w 57"/>
                <a:gd name="T9" fmla="*/ 56 h 56"/>
                <a:gd name="T10" fmla="*/ 54 w 57"/>
                <a:gd name="T11" fmla="*/ 56 h 56"/>
                <a:gd name="T12" fmla="*/ 57 w 57"/>
                <a:gd name="T13" fmla="*/ 54 h 56"/>
                <a:gd name="T14" fmla="*/ 57 w 57"/>
                <a:gd name="T15" fmla="*/ 2 h 56"/>
                <a:gd name="T16" fmla="*/ 54 w 57"/>
                <a:gd name="T17" fmla="*/ 0 h 56"/>
                <a:gd name="T18" fmla="*/ 52 w 57"/>
                <a:gd name="T19" fmla="*/ 52 h 56"/>
                <a:gd name="T20" fmla="*/ 5 w 57"/>
                <a:gd name="T21" fmla="*/ 52 h 56"/>
                <a:gd name="T22" fmla="*/ 5 w 57"/>
                <a:gd name="T23" fmla="*/ 4 h 56"/>
                <a:gd name="T24" fmla="*/ 52 w 57"/>
                <a:gd name="T25" fmla="*/ 4 h 56"/>
                <a:gd name="T26" fmla="*/ 52 w 57"/>
                <a:gd name="T27" fmla="*/ 5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56">
                  <a:moveTo>
                    <a:pt x="5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" y="56"/>
                    <a:pt x="2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6" y="56"/>
                    <a:pt x="57" y="55"/>
                    <a:pt x="57" y="54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1"/>
                    <a:pt x="56" y="0"/>
                    <a:pt x="54" y="0"/>
                  </a:cubicBezTo>
                  <a:close/>
                  <a:moveTo>
                    <a:pt x="52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52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Freeform 94"/>
            <p:cNvSpPr>
              <a:spLocks noEditPoints="1"/>
            </p:cNvSpPr>
            <p:nvPr/>
          </p:nvSpPr>
          <p:spPr bwMode="auto">
            <a:xfrm>
              <a:off x="1580" y="1705"/>
              <a:ext cx="279" cy="303"/>
            </a:xfrm>
            <a:custGeom>
              <a:avLst/>
              <a:gdLst>
                <a:gd name="T0" fmla="*/ 97 w 118"/>
                <a:gd name="T1" fmla="*/ 15 h 128"/>
                <a:gd name="T2" fmla="*/ 95 w 118"/>
                <a:gd name="T3" fmla="*/ 15 h 128"/>
                <a:gd name="T4" fmla="*/ 93 w 118"/>
                <a:gd name="T5" fmla="*/ 15 h 128"/>
                <a:gd name="T6" fmla="*/ 93 w 118"/>
                <a:gd name="T7" fmla="*/ 2 h 128"/>
                <a:gd name="T8" fmla="*/ 91 w 118"/>
                <a:gd name="T9" fmla="*/ 0 h 128"/>
                <a:gd name="T10" fmla="*/ 10 w 118"/>
                <a:gd name="T11" fmla="*/ 0 h 128"/>
                <a:gd name="T12" fmla="*/ 7 w 118"/>
                <a:gd name="T13" fmla="*/ 2 h 128"/>
                <a:gd name="T14" fmla="*/ 7 w 118"/>
                <a:gd name="T15" fmla="*/ 109 h 128"/>
                <a:gd name="T16" fmla="*/ 2 w 118"/>
                <a:gd name="T17" fmla="*/ 109 h 128"/>
                <a:gd name="T18" fmla="*/ 0 w 118"/>
                <a:gd name="T19" fmla="*/ 111 h 128"/>
                <a:gd name="T20" fmla="*/ 0 w 118"/>
                <a:gd name="T21" fmla="*/ 126 h 128"/>
                <a:gd name="T22" fmla="*/ 2 w 118"/>
                <a:gd name="T23" fmla="*/ 128 h 128"/>
                <a:gd name="T24" fmla="*/ 99 w 118"/>
                <a:gd name="T25" fmla="*/ 128 h 128"/>
                <a:gd name="T26" fmla="*/ 101 w 118"/>
                <a:gd name="T27" fmla="*/ 126 h 128"/>
                <a:gd name="T28" fmla="*/ 101 w 118"/>
                <a:gd name="T29" fmla="*/ 111 h 128"/>
                <a:gd name="T30" fmla="*/ 99 w 118"/>
                <a:gd name="T31" fmla="*/ 109 h 128"/>
                <a:gd name="T32" fmla="*/ 93 w 118"/>
                <a:gd name="T33" fmla="*/ 109 h 128"/>
                <a:gd name="T34" fmla="*/ 93 w 118"/>
                <a:gd name="T35" fmla="*/ 87 h 128"/>
                <a:gd name="T36" fmla="*/ 96 w 118"/>
                <a:gd name="T37" fmla="*/ 89 h 128"/>
                <a:gd name="T38" fmla="*/ 103 w 118"/>
                <a:gd name="T39" fmla="*/ 91 h 128"/>
                <a:gd name="T40" fmla="*/ 118 w 118"/>
                <a:gd name="T41" fmla="*/ 76 h 128"/>
                <a:gd name="T42" fmla="*/ 118 w 118"/>
                <a:gd name="T43" fmla="*/ 36 h 128"/>
                <a:gd name="T44" fmla="*/ 97 w 118"/>
                <a:gd name="T45" fmla="*/ 15 h 128"/>
                <a:gd name="T46" fmla="*/ 12 w 118"/>
                <a:gd name="T47" fmla="*/ 5 h 128"/>
                <a:gd name="T48" fmla="*/ 89 w 118"/>
                <a:gd name="T49" fmla="*/ 5 h 128"/>
                <a:gd name="T50" fmla="*/ 89 w 118"/>
                <a:gd name="T51" fmla="*/ 109 h 128"/>
                <a:gd name="T52" fmla="*/ 12 w 118"/>
                <a:gd name="T53" fmla="*/ 109 h 128"/>
                <a:gd name="T54" fmla="*/ 12 w 118"/>
                <a:gd name="T55" fmla="*/ 5 h 128"/>
                <a:gd name="T56" fmla="*/ 96 w 118"/>
                <a:gd name="T57" fmla="*/ 113 h 128"/>
                <a:gd name="T58" fmla="*/ 96 w 118"/>
                <a:gd name="T59" fmla="*/ 123 h 128"/>
                <a:gd name="T60" fmla="*/ 4 w 118"/>
                <a:gd name="T61" fmla="*/ 123 h 128"/>
                <a:gd name="T62" fmla="*/ 4 w 118"/>
                <a:gd name="T63" fmla="*/ 113 h 128"/>
                <a:gd name="T64" fmla="*/ 96 w 118"/>
                <a:gd name="T65" fmla="*/ 113 h 128"/>
                <a:gd name="T66" fmla="*/ 114 w 118"/>
                <a:gd name="T67" fmla="*/ 76 h 128"/>
                <a:gd name="T68" fmla="*/ 103 w 118"/>
                <a:gd name="T69" fmla="*/ 86 h 128"/>
                <a:gd name="T70" fmla="*/ 93 w 118"/>
                <a:gd name="T71" fmla="*/ 76 h 128"/>
                <a:gd name="T72" fmla="*/ 93 w 118"/>
                <a:gd name="T73" fmla="*/ 20 h 128"/>
                <a:gd name="T74" fmla="*/ 95 w 118"/>
                <a:gd name="T75" fmla="*/ 20 h 128"/>
                <a:gd name="T76" fmla="*/ 97 w 118"/>
                <a:gd name="T77" fmla="*/ 19 h 128"/>
                <a:gd name="T78" fmla="*/ 114 w 118"/>
                <a:gd name="T79" fmla="*/ 36 h 128"/>
                <a:gd name="T80" fmla="*/ 114 w 118"/>
                <a:gd name="T81" fmla="*/ 7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8" h="128">
                  <a:moveTo>
                    <a:pt x="97" y="15"/>
                  </a:moveTo>
                  <a:cubicBezTo>
                    <a:pt x="97" y="15"/>
                    <a:pt x="96" y="15"/>
                    <a:pt x="95" y="15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3" y="1"/>
                    <a:pt x="92" y="0"/>
                    <a:pt x="9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7" y="1"/>
                    <a:pt x="7" y="2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1" y="109"/>
                    <a:pt x="0" y="110"/>
                    <a:pt x="0" y="111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100" y="128"/>
                    <a:pt x="101" y="127"/>
                    <a:pt x="101" y="126"/>
                  </a:cubicBezTo>
                  <a:cubicBezTo>
                    <a:pt x="101" y="111"/>
                    <a:pt x="101" y="111"/>
                    <a:pt x="101" y="111"/>
                  </a:cubicBezTo>
                  <a:cubicBezTo>
                    <a:pt x="101" y="110"/>
                    <a:pt x="100" y="109"/>
                    <a:pt x="99" y="109"/>
                  </a:cubicBezTo>
                  <a:cubicBezTo>
                    <a:pt x="93" y="109"/>
                    <a:pt x="93" y="109"/>
                    <a:pt x="93" y="109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8" y="90"/>
                    <a:pt x="101" y="91"/>
                    <a:pt x="103" y="91"/>
                  </a:cubicBezTo>
                  <a:cubicBezTo>
                    <a:pt x="112" y="91"/>
                    <a:pt x="118" y="84"/>
                    <a:pt x="118" y="76"/>
                  </a:cubicBezTo>
                  <a:cubicBezTo>
                    <a:pt x="118" y="36"/>
                    <a:pt x="118" y="36"/>
                    <a:pt x="118" y="36"/>
                  </a:cubicBezTo>
                  <a:cubicBezTo>
                    <a:pt x="118" y="24"/>
                    <a:pt x="109" y="15"/>
                    <a:pt x="97" y="15"/>
                  </a:cubicBezTo>
                  <a:close/>
                  <a:moveTo>
                    <a:pt x="12" y="5"/>
                  </a:moveTo>
                  <a:cubicBezTo>
                    <a:pt x="89" y="5"/>
                    <a:pt x="89" y="5"/>
                    <a:pt x="89" y="5"/>
                  </a:cubicBezTo>
                  <a:cubicBezTo>
                    <a:pt x="89" y="109"/>
                    <a:pt x="89" y="109"/>
                    <a:pt x="89" y="109"/>
                  </a:cubicBezTo>
                  <a:cubicBezTo>
                    <a:pt x="12" y="109"/>
                    <a:pt x="12" y="109"/>
                    <a:pt x="12" y="109"/>
                  </a:cubicBezTo>
                  <a:lnTo>
                    <a:pt x="12" y="5"/>
                  </a:lnTo>
                  <a:close/>
                  <a:moveTo>
                    <a:pt x="96" y="113"/>
                  </a:moveTo>
                  <a:cubicBezTo>
                    <a:pt x="96" y="123"/>
                    <a:pt x="96" y="123"/>
                    <a:pt x="96" y="123"/>
                  </a:cubicBezTo>
                  <a:cubicBezTo>
                    <a:pt x="4" y="123"/>
                    <a:pt x="4" y="123"/>
                    <a:pt x="4" y="123"/>
                  </a:cubicBezTo>
                  <a:cubicBezTo>
                    <a:pt x="4" y="113"/>
                    <a:pt x="4" y="113"/>
                    <a:pt x="4" y="113"/>
                  </a:cubicBezTo>
                  <a:lnTo>
                    <a:pt x="96" y="113"/>
                  </a:lnTo>
                  <a:close/>
                  <a:moveTo>
                    <a:pt x="114" y="76"/>
                  </a:moveTo>
                  <a:cubicBezTo>
                    <a:pt x="114" y="82"/>
                    <a:pt x="109" y="86"/>
                    <a:pt x="103" y="86"/>
                  </a:cubicBezTo>
                  <a:cubicBezTo>
                    <a:pt x="98" y="86"/>
                    <a:pt x="93" y="82"/>
                    <a:pt x="93" y="76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19"/>
                    <a:pt x="96" y="19"/>
                    <a:pt x="97" y="19"/>
                  </a:cubicBezTo>
                  <a:cubicBezTo>
                    <a:pt x="106" y="19"/>
                    <a:pt x="114" y="27"/>
                    <a:pt x="114" y="36"/>
                  </a:cubicBezTo>
                  <a:lnTo>
                    <a:pt x="114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Freeform 95"/>
            <p:cNvSpPr>
              <a:spLocks noEditPoints="1"/>
            </p:cNvSpPr>
            <p:nvPr/>
          </p:nvSpPr>
          <p:spPr bwMode="auto">
            <a:xfrm>
              <a:off x="1010" y="1705"/>
              <a:ext cx="208" cy="303"/>
            </a:xfrm>
            <a:custGeom>
              <a:avLst/>
              <a:gdLst>
                <a:gd name="T0" fmla="*/ 87 w 88"/>
                <a:gd name="T1" fmla="*/ 52 h 128"/>
                <a:gd name="T2" fmla="*/ 88 w 88"/>
                <a:gd name="T3" fmla="*/ 50 h 128"/>
                <a:gd name="T4" fmla="*/ 87 w 88"/>
                <a:gd name="T5" fmla="*/ 48 h 128"/>
                <a:gd name="T6" fmla="*/ 49 w 88"/>
                <a:gd name="T7" fmla="*/ 41 h 128"/>
                <a:gd name="T8" fmla="*/ 35 w 88"/>
                <a:gd name="T9" fmla="*/ 42 h 128"/>
                <a:gd name="T10" fmla="*/ 29 w 88"/>
                <a:gd name="T11" fmla="*/ 29 h 128"/>
                <a:gd name="T12" fmla="*/ 1 w 88"/>
                <a:gd name="T13" fmla="*/ 0 h 128"/>
                <a:gd name="T14" fmla="*/ 12 w 88"/>
                <a:gd name="T15" fmla="*/ 39 h 128"/>
                <a:gd name="T16" fmla="*/ 20 w 88"/>
                <a:gd name="T17" fmla="*/ 51 h 128"/>
                <a:gd name="T18" fmla="*/ 12 w 88"/>
                <a:gd name="T19" fmla="*/ 62 h 128"/>
                <a:gd name="T20" fmla="*/ 1 w 88"/>
                <a:gd name="T21" fmla="*/ 101 h 128"/>
                <a:gd name="T22" fmla="*/ 4 w 88"/>
                <a:gd name="T23" fmla="*/ 101 h 128"/>
                <a:gd name="T24" fmla="*/ 18 w 88"/>
                <a:gd name="T25" fmla="*/ 88 h 128"/>
                <a:gd name="T26" fmla="*/ 20 w 88"/>
                <a:gd name="T27" fmla="*/ 126 h 128"/>
                <a:gd name="T28" fmla="*/ 37 w 88"/>
                <a:gd name="T29" fmla="*/ 128 h 128"/>
                <a:gd name="T30" fmla="*/ 40 w 88"/>
                <a:gd name="T31" fmla="*/ 60 h 128"/>
                <a:gd name="T32" fmla="*/ 49 w 88"/>
                <a:gd name="T33" fmla="*/ 60 h 128"/>
                <a:gd name="T34" fmla="*/ 7 w 88"/>
                <a:gd name="T35" fmla="*/ 16 h 128"/>
                <a:gd name="T36" fmla="*/ 5 w 88"/>
                <a:gd name="T37" fmla="*/ 7 h 128"/>
                <a:gd name="T38" fmla="*/ 11 w 88"/>
                <a:gd name="T39" fmla="*/ 14 h 128"/>
                <a:gd name="T40" fmla="*/ 29 w 88"/>
                <a:gd name="T41" fmla="*/ 39 h 128"/>
                <a:gd name="T42" fmla="*/ 28 w 88"/>
                <a:gd name="T43" fmla="*/ 41 h 128"/>
                <a:gd name="T44" fmla="*/ 23 w 88"/>
                <a:gd name="T45" fmla="*/ 44 h 128"/>
                <a:gd name="T46" fmla="*/ 21 w 88"/>
                <a:gd name="T47" fmla="*/ 44 h 128"/>
                <a:gd name="T48" fmla="*/ 12 w 88"/>
                <a:gd name="T49" fmla="*/ 88 h 128"/>
                <a:gd name="T50" fmla="*/ 5 w 88"/>
                <a:gd name="T51" fmla="*/ 94 h 128"/>
                <a:gd name="T52" fmla="*/ 7 w 88"/>
                <a:gd name="T53" fmla="*/ 85 h 128"/>
                <a:gd name="T54" fmla="*/ 21 w 88"/>
                <a:gd name="T55" fmla="*/ 57 h 128"/>
                <a:gd name="T56" fmla="*/ 23 w 88"/>
                <a:gd name="T57" fmla="*/ 57 h 128"/>
                <a:gd name="T58" fmla="*/ 30 w 88"/>
                <a:gd name="T59" fmla="*/ 60 h 128"/>
                <a:gd name="T60" fmla="*/ 25 w 88"/>
                <a:gd name="T61" fmla="*/ 70 h 128"/>
                <a:gd name="T62" fmla="*/ 35 w 88"/>
                <a:gd name="T63" fmla="*/ 123 h 128"/>
                <a:gd name="T64" fmla="*/ 25 w 88"/>
                <a:gd name="T65" fmla="*/ 79 h 128"/>
                <a:gd name="T66" fmla="*/ 29 w 88"/>
                <a:gd name="T67" fmla="*/ 72 h 128"/>
                <a:gd name="T68" fmla="*/ 35 w 88"/>
                <a:gd name="T69" fmla="*/ 60 h 128"/>
                <a:gd name="T70" fmla="*/ 33 w 88"/>
                <a:gd name="T71" fmla="*/ 55 h 128"/>
                <a:gd name="T72" fmla="*/ 26 w 88"/>
                <a:gd name="T73" fmla="*/ 53 h 128"/>
                <a:gd name="T74" fmla="*/ 35 w 88"/>
                <a:gd name="T75" fmla="*/ 48 h 128"/>
                <a:gd name="T76" fmla="*/ 39 w 88"/>
                <a:gd name="T77" fmla="*/ 55 h 128"/>
                <a:gd name="T78" fmla="*/ 39 w 88"/>
                <a:gd name="T79" fmla="*/ 48 h 128"/>
                <a:gd name="T80" fmla="*/ 41 w 88"/>
                <a:gd name="T81" fmla="*/ 46 h 128"/>
                <a:gd name="T82" fmla="*/ 50 w 88"/>
                <a:gd name="T83" fmla="*/ 45 h 128"/>
                <a:gd name="T84" fmla="*/ 75 w 88"/>
                <a:gd name="T85" fmla="*/ 49 h 128"/>
                <a:gd name="T86" fmla="*/ 75 w 88"/>
                <a:gd name="T87" fmla="*/ 52 h 128"/>
                <a:gd name="T88" fmla="*/ 49 w 88"/>
                <a:gd name="T89" fmla="*/ 56 h 128"/>
                <a:gd name="T90" fmla="*/ 41 w 88"/>
                <a:gd name="T91" fmla="*/ 5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8" h="128">
                  <a:moveTo>
                    <a:pt x="49" y="60"/>
                  </a:moveTo>
                  <a:cubicBezTo>
                    <a:pt x="62" y="60"/>
                    <a:pt x="75" y="57"/>
                    <a:pt x="87" y="52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1"/>
                    <a:pt x="88" y="50"/>
                  </a:cubicBezTo>
                  <a:cubicBezTo>
                    <a:pt x="88" y="49"/>
                    <a:pt x="88" y="49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75" y="43"/>
                    <a:pt x="63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5" y="41"/>
                    <a:pt x="40" y="41"/>
                    <a:pt x="36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3" y="37"/>
                    <a:pt x="31" y="33"/>
                    <a:pt x="29" y="29"/>
                  </a:cubicBezTo>
                  <a:cubicBezTo>
                    <a:pt x="22" y="18"/>
                    <a:pt x="14" y="8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" y="15"/>
                    <a:pt x="6" y="28"/>
                    <a:pt x="12" y="39"/>
                  </a:cubicBezTo>
                  <a:cubicBezTo>
                    <a:pt x="14" y="43"/>
                    <a:pt x="17" y="46"/>
                    <a:pt x="19" y="50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55"/>
                    <a:pt x="14" y="59"/>
                    <a:pt x="12" y="62"/>
                  </a:cubicBezTo>
                  <a:cubicBezTo>
                    <a:pt x="6" y="74"/>
                    <a:pt x="2" y="86"/>
                    <a:pt x="0" y="99"/>
                  </a:cubicBezTo>
                  <a:cubicBezTo>
                    <a:pt x="0" y="100"/>
                    <a:pt x="0" y="101"/>
                    <a:pt x="1" y="101"/>
                  </a:cubicBezTo>
                  <a:cubicBezTo>
                    <a:pt x="2" y="101"/>
                    <a:pt x="3" y="101"/>
                    <a:pt x="3" y="101"/>
                  </a:cubicBezTo>
                  <a:cubicBezTo>
                    <a:pt x="4" y="101"/>
                    <a:pt x="4" y="101"/>
                    <a:pt x="4" y="101"/>
                  </a:cubicBezTo>
                  <a:cubicBezTo>
                    <a:pt x="4" y="101"/>
                    <a:pt x="4" y="101"/>
                    <a:pt x="4" y="101"/>
                  </a:cubicBezTo>
                  <a:cubicBezTo>
                    <a:pt x="9" y="97"/>
                    <a:pt x="14" y="92"/>
                    <a:pt x="18" y="88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7"/>
                    <a:pt x="21" y="128"/>
                    <a:pt x="23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7"/>
                    <a:pt x="40" y="126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4" y="60"/>
                    <a:pt x="46" y="60"/>
                    <a:pt x="49" y="60"/>
                  </a:cubicBezTo>
                  <a:close/>
                  <a:moveTo>
                    <a:pt x="16" y="37"/>
                  </a:moveTo>
                  <a:cubicBezTo>
                    <a:pt x="12" y="30"/>
                    <a:pt x="9" y="23"/>
                    <a:pt x="7" y="16"/>
                  </a:cubicBezTo>
                  <a:cubicBezTo>
                    <a:pt x="7" y="15"/>
                    <a:pt x="6" y="13"/>
                    <a:pt x="6" y="12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2"/>
                    <a:pt x="10" y="13"/>
                    <a:pt x="11" y="14"/>
                  </a:cubicBezTo>
                  <a:cubicBezTo>
                    <a:pt x="17" y="19"/>
                    <a:pt x="21" y="25"/>
                    <a:pt x="25" y="31"/>
                  </a:cubicBezTo>
                  <a:cubicBezTo>
                    <a:pt x="26" y="34"/>
                    <a:pt x="28" y="36"/>
                    <a:pt x="29" y="39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6" y="42"/>
                    <a:pt x="25" y="42"/>
                  </a:cubicBezTo>
                  <a:cubicBezTo>
                    <a:pt x="24" y="43"/>
                    <a:pt x="24" y="43"/>
                    <a:pt x="23" y="44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1"/>
                    <a:pt x="17" y="39"/>
                    <a:pt x="16" y="37"/>
                  </a:cubicBezTo>
                  <a:close/>
                  <a:moveTo>
                    <a:pt x="12" y="88"/>
                  </a:moveTo>
                  <a:cubicBezTo>
                    <a:pt x="11" y="89"/>
                    <a:pt x="10" y="90"/>
                    <a:pt x="9" y="91"/>
                  </a:cubicBezTo>
                  <a:cubicBezTo>
                    <a:pt x="5" y="94"/>
                    <a:pt x="5" y="94"/>
                    <a:pt x="5" y="94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7" y="88"/>
                    <a:pt x="7" y="87"/>
                    <a:pt x="7" y="85"/>
                  </a:cubicBezTo>
                  <a:cubicBezTo>
                    <a:pt x="10" y="78"/>
                    <a:pt x="12" y="71"/>
                    <a:pt x="16" y="65"/>
                  </a:cubicBezTo>
                  <a:cubicBezTo>
                    <a:pt x="18" y="62"/>
                    <a:pt x="19" y="60"/>
                    <a:pt x="21" y="57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9"/>
                    <a:pt x="26" y="60"/>
                    <a:pt x="28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8" y="65"/>
                    <a:pt x="27" y="67"/>
                    <a:pt x="25" y="70"/>
                  </a:cubicBezTo>
                  <a:cubicBezTo>
                    <a:pt x="21" y="76"/>
                    <a:pt x="17" y="82"/>
                    <a:pt x="12" y="88"/>
                  </a:cubicBezTo>
                  <a:close/>
                  <a:moveTo>
                    <a:pt x="35" y="123"/>
                  </a:moveTo>
                  <a:cubicBezTo>
                    <a:pt x="25" y="123"/>
                    <a:pt x="25" y="123"/>
                    <a:pt x="25" y="123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6"/>
                    <a:pt x="28" y="74"/>
                    <a:pt x="29" y="72"/>
                  </a:cubicBezTo>
                  <a:cubicBezTo>
                    <a:pt x="30" y="70"/>
                    <a:pt x="31" y="68"/>
                    <a:pt x="32" y="65"/>
                  </a:cubicBezTo>
                  <a:cubicBezTo>
                    <a:pt x="35" y="60"/>
                    <a:pt x="35" y="60"/>
                    <a:pt x="35" y="60"/>
                  </a:cubicBezTo>
                  <a:lnTo>
                    <a:pt x="35" y="123"/>
                  </a:lnTo>
                  <a:close/>
                  <a:moveTo>
                    <a:pt x="33" y="55"/>
                  </a:moveTo>
                  <a:cubicBezTo>
                    <a:pt x="32" y="55"/>
                    <a:pt x="31" y="56"/>
                    <a:pt x="30" y="56"/>
                  </a:cubicBezTo>
                  <a:cubicBezTo>
                    <a:pt x="28" y="56"/>
                    <a:pt x="27" y="55"/>
                    <a:pt x="26" y="53"/>
                  </a:cubicBezTo>
                  <a:cubicBezTo>
                    <a:pt x="24" y="51"/>
                    <a:pt x="25" y="48"/>
                    <a:pt x="28" y="46"/>
                  </a:cubicBezTo>
                  <a:cubicBezTo>
                    <a:pt x="30" y="45"/>
                    <a:pt x="33" y="46"/>
                    <a:pt x="35" y="48"/>
                  </a:cubicBezTo>
                  <a:cubicBezTo>
                    <a:pt x="36" y="50"/>
                    <a:pt x="35" y="54"/>
                    <a:pt x="33" y="55"/>
                  </a:cubicBezTo>
                  <a:close/>
                  <a:moveTo>
                    <a:pt x="39" y="55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40" y="51"/>
                    <a:pt x="40" y="49"/>
                    <a:pt x="39" y="48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3" y="45"/>
                    <a:pt x="46" y="45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7" y="45"/>
                    <a:pt x="64" y="46"/>
                    <a:pt x="72" y="48"/>
                  </a:cubicBezTo>
                  <a:cubicBezTo>
                    <a:pt x="73" y="48"/>
                    <a:pt x="74" y="49"/>
                    <a:pt x="75" y="4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4" y="52"/>
                    <a:pt x="73" y="52"/>
                    <a:pt x="72" y="53"/>
                  </a:cubicBezTo>
                  <a:cubicBezTo>
                    <a:pt x="64" y="55"/>
                    <a:pt x="57" y="56"/>
                    <a:pt x="49" y="56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6" y="56"/>
                    <a:pt x="43" y="55"/>
                    <a:pt x="41" y="55"/>
                  </a:cubicBezTo>
                  <a:lnTo>
                    <a:pt x="3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Freeform 96"/>
            <p:cNvSpPr>
              <a:spLocks noEditPoints="1"/>
            </p:cNvSpPr>
            <p:nvPr/>
          </p:nvSpPr>
          <p:spPr bwMode="auto">
            <a:xfrm>
              <a:off x="358" y="1705"/>
              <a:ext cx="302" cy="303"/>
            </a:xfrm>
            <a:custGeom>
              <a:avLst/>
              <a:gdLst>
                <a:gd name="T0" fmla="*/ 64 w 128"/>
                <a:gd name="T1" fmla="*/ 128 h 128"/>
                <a:gd name="T2" fmla="*/ 20 w 128"/>
                <a:gd name="T3" fmla="*/ 24 h 128"/>
                <a:gd name="T4" fmla="*/ 48 w 128"/>
                <a:gd name="T5" fmla="*/ 7 h 128"/>
                <a:gd name="T6" fmla="*/ 33 w 128"/>
                <a:gd name="T7" fmla="*/ 30 h 128"/>
                <a:gd name="T8" fmla="*/ 21 w 128"/>
                <a:gd name="T9" fmla="*/ 26 h 128"/>
                <a:gd name="T10" fmla="*/ 5 w 128"/>
                <a:gd name="T11" fmla="*/ 60 h 128"/>
                <a:gd name="T12" fmla="*/ 16 w 128"/>
                <a:gd name="T13" fmla="*/ 29 h 128"/>
                <a:gd name="T14" fmla="*/ 30 w 128"/>
                <a:gd name="T15" fmla="*/ 35 h 128"/>
                <a:gd name="T16" fmla="*/ 24 w 128"/>
                <a:gd name="T17" fmla="*/ 62 h 128"/>
                <a:gd name="T18" fmla="*/ 17 w 128"/>
                <a:gd name="T19" fmla="*/ 98 h 128"/>
                <a:gd name="T20" fmla="*/ 9 w 128"/>
                <a:gd name="T21" fmla="*/ 87 h 128"/>
                <a:gd name="T22" fmla="*/ 24 w 128"/>
                <a:gd name="T23" fmla="*/ 66 h 128"/>
                <a:gd name="T24" fmla="*/ 30 w 128"/>
                <a:gd name="T25" fmla="*/ 93 h 128"/>
                <a:gd name="T26" fmla="*/ 48 w 128"/>
                <a:gd name="T27" fmla="*/ 121 h 128"/>
                <a:gd name="T28" fmla="*/ 20 w 128"/>
                <a:gd name="T29" fmla="*/ 104 h 128"/>
                <a:gd name="T30" fmla="*/ 31 w 128"/>
                <a:gd name="T31" fmla="*/ 98 h 128"/>
                <a:gd name="T32" fmla="*/ 49 w 128"/>
                <a:gd name="T33" fmla="*/ 119 h 128"/>
                <a:gd name="T34" fmla="*/ 62 w 128"/>
                <a:gd name="T35" fmla="*/ 122 h 128"/>
                <a:gd name="T36" fmla="*/ 37 w 128"/>
                <a:gd name="T37" fmla="*/ 97 h 128"/>
                <a:gd name="T38" fmla="*/ 60 w 128"/>
                <a:gd name="T39" fmla="*/ 92 h 128"/>
                <a:gd name="T40" fmla="*/ 62 w 128"/>
                <a:gd name="T41" fmla="*/ 88 h 128"/>
                <a:gd name="T42" fmla="*/ 34 w 128"/>
                <a:gd name="T43" fmla="*/ 92 h 128"/>
                <a:gd name="T44" fmla="*/ 29 w 128"/>
                <a:gd name="T45" fmla="*/ 66 h 128"/>
                <a:gd name="T46" fmla="*/ 62 w 128"/>
                <a:gd name="T47" fmla="*/ 62 h 128"/>
                <a:gd name="T48" fmla="*/ 34 w 128"/>
                <a:gd name="T49" fmla="*/ 38 h 128"/>
                <a:gd name="T50" fmla="*/ 60 w 128"/>
                <a:gd name="T51" fmla="*/ 40 h 128"/>
                <a:gd name="T52" fmla="*/ 62 w 128"/>
                <a:gd name="T53" fmla="*/ 36 h 128"/>
                <a:gd name="T54" fmla="*/ 36 w 128"/>
                <a:gd name="T55" fmla="*/ 32 h 128"/>
                <a:gd name="T56" fmla="*/ 60 w 128"/>
                <a:gd name="T57" fmla="*/ 7 h 128"/>
                <a:gd name="T58" fmla="*/ 111 w 128"/>
                <a:gd name="T59" fmla="*/ 30 h 128"/>
                <a:gd name="T60" fmla="*/ 119 w 128"/>
                <a:gd name="T61" fmla="*/ 41 h 128"/>
                <a:gd name="T62" fmla="*/ 104 w 128"/>
                <a:gd name="T63" fmla="*/ 62 h 128"/>
                <a:gd name="T64" fmla="*/ 98 w 128"/>
                <a:gd name="T65" fmla="*/ 35 h 128"/>
                <a:gd name="T66" fmla="*/ 80 w 128"/>
                <a:gd name="T67" fmla="*/ 7 h 128"/>
                <a:gd name="T68" fmla="*/ 108 w 128"/>
                <a:gd name="T69" fmla="*/ 24 h 128"/>
                <a:gd name="T70" fmla="*/ 97 w 128"/>
                <a:gd name="T71" fmla="*/ 30 h 128"/>
                <a:gd name="T72" fmla="*/ 79 w 128"/>
                <a:gd name="T73" fmla="*/ 9 h 128"/>
                <a:gd name="T74" fmla="*/ 66 w 128"/>
                <a:gd name="T75" fmla="*/ 6 h 128"/>
                <a:gd name="T76" fmla="*/ 91 w 128"/>
                <a:gd name="T77" fmla="*/ 31 h 128"/>
                <a:gd name="T78" fmla="*/ 68 w 128"/>
                <a:gd name="T79" fmla="*/ 36 h 128"/>
                <a:gd name="T80" fmla="*/ 66 w 128"/>
                <a:gd name="T81" fmla="*/ 40 h 128"/>
                <a:gd name="T82" fmla="*/ 94 w 128"/>
                <a:gd name="T83" fmla="*/ 36 h 128"/>
                <a:gd name="T84" fmla="*/ 99 w 128"/>
                <a:gd name="T85" fmla="*/ 62 h 128"/>
                <a:gd name="T86" fmla="*/ 66 w 128"/>
                <a:gd name="T87" fmla="*/ 66 h 128"/>
                <a:gd name="T88" fmla="*/ 94 w 128"/>
                <a:gd name="T89" fmla="*/ 90 h 128"/>
                <a:gd name="T90" fmla="*/ 68 w 128"/>
                <a:gd name="T91" fmla="*/ 88 h 128"/>
                <a:gd name="T92" fmla="*/ 66 w 128"/>
                <a:gd name="T93" fmla="*/ 122 h 128"/>
                <a:gd name="T94" fmla="*/ 90 w 128"/>
                <a:gd name="T95" fmla="*/ 95 h 128"/>
                <a:gd name="T96" fmla="*/ 80 w 128"/>
                <a:gd name="T97" fmla="*/ 112 h 128"/>
                <a:gd name="T98" fmla="*/ 108 w 128"/>
                <a:gd name="T99" fmla="*/ 104 h 128"/>
                <a:gd name="T100" fmla="*/ 80 w 128"/>
                <a:gd name="T101" fmla="*/ 121 h 128"/>
                <a:gd name="T102" fmla="*/ 95 w 128"/>
                <a:gd name="T103" fmla="*/ 98 h 128"/>
                <a:gd name="T104" fmla="*/ 107 w 128"/>
                <a:gd name="T105" fmla="*/ 102 h 128"/>
                <a:gd name="T106" fmla="*/ 123 w 128"/>
                <a:gd name="T107" fmla="*/ 68 h 128"/>
                <a:gd name="T108" fmla="*/ 112 w 128"/>
                <a:gd name="T109" fmla="*/ 99 h 128"/>
                <a:gd name="T110" fmla="*/ 98 w 128"/>
                <a:gd name="T111" fmla="*/ 93 h 128"/>
                <a:gd name="T112" fmla="*/ 104 w 128"/>
                <a:gd name="T113" fmla="*/ 6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20" y="24"/>
                  </a:moveTo>
                  <a:cubicBezTo>
                    <a:pt x="21" y="23"/>
                    <a:pt x="21" y="23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43" y="8"/>
                    <a:pt x="46" y="7"/>
                    <a:pt x="48" y="7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3" y="15"/>
                    <a:pt x="37" y="22"/>
                    <a:pt x="33" y="30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7" y="29"/>
                    <a:pt x="24" y="28"/>
                    <a:pt x="21" y="26"/>
                  </a:cubicBezTo>
                  <a:cubicBezTo>
                    <a:pt x="19" y="25"/>
                    <a:pt x="19" y="25"/>
                    <a:pt x="19" y="25"/>
                  </a:cubicBezTo>
                  <a:lnTo>
                    <a:pt x="20" y="24"/>
                  </a:lnTo>
                  <a:close/>
                  <a:moveTo>
                    <a:pt x="5" y="60"/>
                  </a:moveTo>
                  <a:cubicBezTo>
                    <a:pt x="5" y="54"/>
                    <a:pt x="7" y="47"/>
                    <a:pt x="9" y="41"/>
                  </a:cubicBezTo>
                  <a:cubicBezTo>
                    <a:pt x="11" y="37"/>
                    <a:pt x="13" y="33"/>
                    <a:pt x="15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1" y="31"/>
                    <a:pt x="25" y="33"/>
                    <a:pt x="29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6" y="44"/>
                    <a:pt x="24" y="52"/>
                    <a:pt x="24" y="60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5" y="62"/>
                    <a:pt x="5" y="62"/>
                    <a:pt x="5" y="62"/>
                  </a:cubicBezTo>
                  <a:lnTo>
                    <a:pt x="5" y="60"/>
                  </a:lnTo>
                  <a:close/>
                  <a:moveTo>
                    <a:pt x="17" y="98"/>
                  </a:moveTo>
                  <a:cubicBezTo>
                    <a:pt x="16" y="99"/>
                    <a:pt x="16" y="99"/>
                    <a:pt x="16" y="99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3" y="95"/>
                    <a:pt x="11" y="91"/>
                    <a:pt x="9" y="87"/>
                  </a:cubicBezTo>
                  <a:cubicBezTo>
                    <a:pt x="7" y="81"/>
                    <a:pt x="5" y="74"/>
                    <a:pt x="5" y="68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76"/>
                    <a:pt x="26" y="84"/>
                    <a:pt x="29" y="92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25" y="95"/>
                    <a:pt x="21" y="97"/>
                    <a:pt x="17" y="98"/>
                  </a:cubicBezTo>
                  <a:close/>
                  <a:moveTo>
                    <a:pt x="48" y="121"/>
                  </a:moveTo>
                  <a:cubicBezTo>
                    <a:pt x="46" y="121"/>
                    <a:pt x="43" y="120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21" y="105"/>
                    <a:pt x="21" y="105"/>
                    <a:pt x="20" y="104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4" y="100"/>
                    <a:pt x="27" y="99"/>
                    <a:pt x="31" y="98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7" y="106"/>
                    <a:pt x="43" y="113"/>
                    <a:pt x="49" y="119"/>
                  </a:cubicBezTo>
                  <a:cubicBezTo>
                    <a:pt x="54" y="123"/>
                    <a:pt x="54" y="123"/>
                    <a:pt x="54" y="123"/>
                  </a:cubicBezTo>
                  <a:lnTo>
                    <a:pt x="48" y="121"/>
                  </a:lnTo>
                  <a:close/>
                  <a:moveTo>
                    <a:pt x="62" y="122"/>
                  </a:moveTo>
                  <a:cubicBezTo>
                    <a:pt x="60" y="121"/>
                    <a:pt x="60" y="121"/>
                    <a:pt x="60" y="121"/>
                  </a:cubicBezTo>
                  <a:cubicBezTo>
                    <a:pt x="55" y="118"/>
                    <a:pt x="52" y="115"/>
                    <a:pt x="48" y="112"/>
                  </a:cubicBezTo>
                  <a:cubicBezTo>
                    <a:pt x="44" y="107"/>
                    <a:pt x="40" y="103"/>
                    <a:pt x="37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5" y="94"/>
                    <a:pt x="53" y="93"/>
                    <a:pt x="60" y="92"/>
                  </a:cubicBezTo>
                  <a:cubicBezTo>
                    <a:pt x="62" y="92"/>
                    <a:pt x="62" y="92"/>
                    <a:pt x="62" y="92"/>
                  </a:cubicBezTo>
                  <a:lnTo>
                    <a:pt x="62" y="122"/>
                  </a:lnTo>
                  <a:close/>
                  <a:moveTo>
                    <a:pt x="62" y="88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2" y="88"/>
                    <a:pt x="44" y="89"/>
                    <a:pt x="36" y="91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1" y="83"/>
                    <a:pt x="29" y="76"/>
                    <a:pt x="29" y="68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88"/>
                  </a:lnTo>
                  <a:close/>
                  <a:moveTo>
                    <a:pt x="62" y="62"/>
                  </a:moveTo>
                  <a:cubicBezTo>
                    <a:pt x="29" y="62"/>
                    <a:pt x="29" y="62"/>
                    <a:pt x="29" y="62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52"/>
                    <a:pt x="31" y="45"/>
                    <a:pt x="34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44" y="39"/>
                    <a:pt x="52" y="40"/>
                    <a:pt x="60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2" y="62"/>
                  </a:lnTo>
                  <a:close/>
                  <a:moveTo>
                    <a:pt x="62" y="36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3" y="35"/>
                    <a:pt x="45" y="34"/>
                    <a:pt x="38" y="33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0" y="25"/>
                    <a:pt x="44" y="21"/>
                    <a:pt x="48" y="17"/>
                  </a:cubicBezTo>
                  <a:cubicBezTo>
                    <a:pt x="52" y="13"/>
                    <a:pt x="55" y="10"/>
                    <a:pt x="60" y="7"/>
                  </a:cubicBezTo>
                  <a:cubicBezTo>
                    <a:pt x="62" y="6"/>
                    <a:pt x="62" y="6"/>
                    <a:pt x="62" y="6"/>
                  </a:cubicBezTo>
                  <a:lnTo>
                    <a:pt x="62" y="36"/>
                  </a:lnTo>
                  <a:close/>
                  <a:moveTo>
                    <a:pt x="111" y="30"/>
                  </a:moveTo>
                  <a:cubicBezTo>
                    <a:pt x="112" y="29"/>
                    <a:pt x="112" y="29"/>
                    <a:pt x="112" y="29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15" y="33"/>
                    <a:pt x="117" y="37"/>
                    <a:pt x="119" y="41"/>
                  </a:cubicBezTo>
                  <a:cubicBezTo>
                    <a:pt x="121" y="47"/>
                    <a:pt x="123" y="54"/>
                    <a:pt x="123" y="60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52"/>
                    <a:pt x="102" y="44"/>
                    <a:pt x="98" y="36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3" y="33"/>
                    <a:pt x="107" y="31"/>
                    <a:pt x="111" y="30"/>
                  </a:cubicBezTo>
                  <a:close/>
                  <a:moveTo>
                    <a:pt x="80" y="7"/>
                  </a:moveTo>
                  <a:cubicBezTo>
                    <a:pt x="82" y="7"/>
                    <a:pt x="85" y="8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07" y="23"/>
                    <a:pt x="107" y="23"/>
                    <a:pt x="108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4" y="28"/>
                    <a:pt x="101" y="29"/>
                    <a:pt x="97" y="30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91" y="22"/>
                    <a:pt x="85" y="15"/>
                    <a:pt x="79" y="9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80" y="7"/>
                  </a:lnTo>
                  <a:close/>
                  <a:moveTo>
                    <a:pt x="66" y="6"/>
                  </a:moveTo>
                  <a:cubicBezTo>
                    <a:pt x="68" y="7"/>
                    <a:pt x="68" y="7"/>
                    <a:pt x="68" y="7"/>
                  </a:cubicBezTo>
                  <a:cubicBezTo>
                    <a:pt x="73" y="10"/>
                    <a:pt x="76" y="13"/>
                    <a:pt x="80" y="16"/>
                  </a:cubicBezTo>
                  <a:cubicBezTo>
                    <a:pt x="84" y="21"/>
                    <a:pt x="88" y="25"/>
                    <a:pt x="91" y="31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3" y="34"/>
                    <a:pt x="75" y="35"/>
                    <a:pt x="68" y="36"/>
                  </a:cubicBezTo>
                  <a:cubicBezTo>
                    <a:pt x="66" y="36"/>
                    <a:pt x="66" y="36"/>
                    <a:pt x="66" y="36"/>
                  </a:cubicBezTo>
                  <a:lnTo>
                    <a:pt x="66" y="6"/>
                  </a:lnTo>
                  <a:close/>
                  <a:moveTo>
                    <a:pt x="6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76" y="40"/>
                    <a:pt x="84" y="39"/>
                    <a:pt x="92" y="37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7" y="45"/>
                    <a:pt x="99" y="52"/>
                    <a:pt x="99" y="60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66" y="62"/>
                    <a:pt x="66" y="62"/>
                    <a:pt x="66" y="62"/>
                  </a:cubicBezTo>
                  <a:lnTo>
                    <a:pt x="66" y="40"/>
                  </a:lnTo>
                  <a:close/>
                  <a:moveTo>
                    <a:pt x="66" y="66"/>
                  </a:moveTo>
                  <a:cubicBezTo>
                    <a:pt x="99" y="66"/>
                    <a:pt x="99" y="66"/>
                    <a:pt x="99" y="66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76"/>
                    <a:pt x="97" y="83"/>
                    <a:pt x="94" y="90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84" y="89"/>
                    <a:pt x="76" y="88"/>
                    <a:pt x="68" y="88"/>
                  </a:cubicBezTo>
                  <a:cubicBezTo>
                    <a:pt x="66" y="88"/>
                    <a:pt x="66" y="88"/>
                    <a:pt x="66" y="88"/>
                  </a:cubicBezTo>
                  <a:lnTo>
                    <a:pt x="66" y="66"/>
                  </a:lnTo>
                  <a:close/>
                  <a:moveTo>
                    <a:pt x="66" y="122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75" y="93"/>
                    <a:pt x="83" y="94"/>
                    <a:pt x="90" y="95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88" y="103"/>
                    <a:pt x="84" y="107"/>
                    <a:pt x="80" y="112"/>
                  </a:cubicBezTo>
                  <a:cubicBezTo>
                    <a:pt x="76" y="115"/>
                    <a:pt x="73" y="118"/>
                    <a:pt x="68" y="121"/>
                  </a:cubicBezTo>
                  <a:lnTo>
                    <a:pt x="66" y="122"/>
                  </a:lnTo>
                  <a:close/>
                  <a:moveTo>
                    <a:pt x="108" y="104"/>
                  </a:moveTo>
                  <a:cubicBezTo>
                    <a:pt x="107" y="105"/>
                    <a:pt x="107" y="105"/>
                    <a:pt x="106" y="106"/>
                  </a:cubicBezTo>
                  <a:cubicBezTo>
                    <a:pt x="101" y="112"/>
                    <a:pt x="94" y="116"/>
                    <a:pt x="87" y="119"/>
                  </a:cubicBezTo>
                  <a:cubicBezTo>
                    <a:pt x="85" y="120"/>
                    <a:pt x="82" y="121"/>
                    <a:pt x="80" y="121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9" y="119"/>
                    <a:pt x="79" y="119"/>
                    <a:pt x="79" y="119"/>
                  </a:cubicBezTo>
                  <a:cubicBezTo>
                    <a:pt x="85" y="113"/>
                    <a:pt x="91" y="106"/>
                    <a:pt x="95" y="98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101" y="99"/>
                    <a:pt x="104" y="100"/>
                    <a:pt x="107" y="102"/>
                  </a:cubicBezTo>
                  <a:cubicBezTo>
                    <a:pt x="109" y="103"/>
                    <a:pt x="109" y="103"/>
                    <a:pt x="109" y="103"/>
                  </a:cubicBezTo>
                  <a:lnTo>
                    <a:pt x="108" y="104"/>
                  </a:lnTo>
                  <a:close/>
                  <a:moveTo>
                    <a:pt x="123" y="68"/>
                  </a:moveTo>
                  <a:cubicBezTo>
                    <a:pt x="123" y="74"/>
                    <a:pt x="121" y="81"/>
                    <a:pt x="119" y="87"/>
                  </a:cubicBezTo>
                  <a:cubicBezTo>
                    <a:pt x="117" y="91"/>
                    <a:pt x="115" y="95"/>
                    <a:pt x="113" y="98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107" y="97"/>
                    <a:pt x="103" y="95"/>
                    <a:pt x="99" y="94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02" y="84"/>
                    <a:pt x="104" y="76"/>
                    <a:pt x="104" y="68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Freeform 97"/>
            <p:cNvSpPr>
              <a:spLocks noEditPoints="1"/>
            </p:cNvSpPr>
            <p:nvPr/>
          </p:nvSpPr>
          <p:spPr bwMode="auto">
            <a:xfrm>
              <a:off x="7053" y="1277"/>
              <a:ext cx="45" cy="45"/>
            </a:xfrm>
            <a:custGeom>
              <a:avLst/>
              <a:gdLst>
                <a:gd name="T0" fmla="*/ 10 w 19"/>
                <a:gd name="T1" fmla="*/ 19 h 19"/>
                <a:gd name="T2" fmla="*/ 19 w 19"/>
                <a:gd name="T3" fmla="*/ 9 h 19"/>
                <a:gd name="T4" fmla="*/ 10 w 19"/>
                <a:gd name="T5" fmla="*/ 0 h 19"/>
                <a:gd name="T6" fmla="*/ 0 w 19"/>
                <a:gd name="T7" fmla="*/ 9 h 19"/>
                <a:gd name="T8" fmla="*/ 10 w 19"/>
                <a:gd name="T9" fmla="*/ 19 h 19"/>
                <a:gd name="T10" fmla="*/ 10 w 19"/>
                <a:gd name="T11" fmla="*/ 4 h 19"/>
                <a:gd name="T12" fmla="*/ 15 w 19"/>
                <a:gd name="T13" fmla="*/ 9 h 19"/>
                <a:gd name="T14" fmla="*/ 10 w 19"/>
                <a:gd name="T15" fmla="*/ 14 h 19"/>
                <a:gd name="T16" fmla="*/ 4 w 19"/>
                <a:gd name="T17" fmla="*/ 9 h 19"/>
                <a:gd name="T18" fmla="*/ 10 w 19"/>
                <a:gd name="T1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9">
                  <a:moveTo>
                    <a:pt x="10" y="19"/>
                  </a:moveTo>
                  <a:cubicBezTo>
                    <a:pt x="15" y="19"/>
                    <a:pt x="19" y="15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10" y="19"/>
                  </a:cubicBezTo>
                  <a:close/>
                  <a:moveTo>
                    <a:pt x="10" y="4"/>
                  </a:moveTo>
                  <a:cubicBezTo>
                    <a:pt x="12" y="4"/>
                    <a:pt x="15" y="7"/>
                    <a:pt x="15" y="9"/>
                  </a:cubicBezTo>
                  <a:cubicBezTo>
                    <a:pt x="15" y="12"/>
                    <a:pt x="12" y="14"/>
                    <a:pt x="10" y="14"/>
                  </a:cubicBezTo>
                  <a:cubicBezTo>
                    <a:pt x="7" y="14"/>
                    <a:pt x="4" y="12"/>
                    <a:pt x="4" y="9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Freeform 98"/>
            <p:cNvSpPr>
              <a:spLocks noEditPoints="1"/>
            </p:cNvSpPr>
            <p:nvPr/>
          </p:nvSpPr>
          <p:spPr bwMode="auto">
            <a:xfrm>
              <a:off x="7240" y="1277"/>
              <a:ext cx="45" cy="45"/>
            </a:xfrm>
            <a:custGeom>
              <a:avLst/>
              <a:gdLst>
                <a:gd name="T0" fmla="*/ 9 w 19"/>
                <a:gd name="T1" fmla="*/ 19 h 19"/>
                <a:gd name="T2" fmla="*/ 19 w 19"/>
                <a:gd name="T3" fmla="*/ 9 h 19"/>
                <a:gd name="T4" fmla="*/ 9 w 19"/>
                <a:gd name="T5" fmla="*/ 0 h 19"/>
                <a:gd name="T6" fmla="*/ 0 w 19"/>
                <a:gd name="T7" fmla="*/ 9 h 19"/>
                <a:gd name="T8" fmla="*/ 9 w 19"/>
                <a:gd name="T9" fmla="*/ 19 h 19"/>
                <a:gd name="T10" fmla="*/ 9 w 19"/>
                <a:gd name="T11" fmla="*/ 4 h 19"/>
                <a:gd name="T12" fmla="*/ 15 w 19"/>
                <a:gd name="T13" fmla="*/ 9 h 19"/>
                <a:gd name="T14" fmla="*/ 9 w 19"/>
                <a:gd name="T15" fmla="*/ 14 h 19"/>
                <a:gd name="T16" fmla="*/ 4 w 19"/>
                <a:gd name="T17" fmla="*/ 9 h 19"/>
                <a:gd name="T18" fmla="*/ 9 w 19"/>
                <a:gd name="T1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9">
                  <a:moveTo>
                    <a:pt x="9" y="19"/>
                  </a:moveTo>
                  <a:cubicBezTo>
                    <a:pt x="15" y="19"/>
                    <a:pt x="19" y="15"/>
                    <a:pt x="19" y="9"/>
                  </a:cubicBez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9" y="19"/>
                  </a:cubicBezTo>
                  <a:close/>
                  <a:moveTo>
                    <a:pt x="9" y="4"/>
                  </a:moveTo>
                  <a:cubicBezTo>
                    <a:pt x="12" y="4"/>
                    <a:pt x="15" y="7"/>
                    <a:pt x="15" y="9"/>
                  </a:cubicBezTo>
                  <a:cubicBezTo>
                    <a:pt x="15" y="12"/>
                    <a:pt x="12" y="14"/>
                    <a:pt x="9" y="14"/>
                  </a:cubicBezTo>
                  <a:cubicBezTo>
                    <a:pt x="7" y="14"/>
                    <a:pt x="4" y="12"/>
                    <a:pt x="4" y="9"/>
                  </a:cubicBezTo>
                  <a:cubicBezTo>
                    <a:pt x="4" y="7"/>
                    <a:pt x="7" y="4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Freeform 99"/>
            <p:cNvSpPr>
              <a:spLocks noEditPoints="1"/>
            </p:cNvSpPr>
            <p:nvPr/>
          </p:nvSpPr>
          <p:spPr bwMode="auto">
            <a:xfrm>
              <a:off x="7017" y="1099"/>
              <a:ext cx="303" cy="303"/>
            </a:xfrm>
            <a:custGeom>
              <a:avLst/>
              <a:gdLst>
                <a:gd name="T0" fmla="*/ 114 w 128"/>
                <a:gd name="T1" fmla="*/ 64 h 128"/>
                <a:gd name="T2" fmla="*/ 113 w 128"/>
                <a:gd name="T3" fmla="*/ 26 h 128"/>
                <a:gd name="T4" fmla="*/ 92 w 128"/>
                <a:gd name="T5" fmla="*/ 17 h 128"/>
                <a:gd name="T6" fmla="*/ 86 w 128"/>
                <a:gd name="T7" fmla="*/ 0 h 128"/>
                <a:gd name="T8" fmla="*/ 36 w 128"/>
                <a:gd name="T9" fmla="*/ 6 h 128"/>
                <a:gd name="T10" fmla="*/ 35 w 128"/>
                <a:gd name="T11" fmla="*/ 17 h 128"/>
                <a:gd name="T12" fmla="*/ 15 w 128"/>
                <a:gd name="T13" fmla="*/ 26 h 128"/>
                <a:gd name="T14" fmla="*/ 14 w 128"/>
                <a:gd name="T15" fmla="*/ 64 h 128"/>
                <a:gd name="T16" fmla="*/ 0 w 128"/>
                <a:gd name="T17" fmla="*/ 70 h 128"/>
                <a:gd name="T18" fmla="*/ 2 w 128"/>
                <a:gd name="T19" fmla="*/ 105 h 128"/>
                <a:gd name="T20" fmla="*/ 11 w 128"/>
                <a:gd name="T21" fmla="*/ 115 h 128"/>
                <a:gd name="T22" fmla="*/ 38 w 128"/>
                <a:gd name="T23" fmla="*/ 115 h 128"/>
                <a:gd name="T24" fmla="*/ 90 w 128"/>
                <a:gd name="T25" fmla="*/ 105 h 128"/>
                <a:gd name="T26" fmla="*/ 103 w 128"/>
                <a:gd name="T27" fmla="*/ 128 h 128"/>
                <a:gd name="T28" fmla="*/ 117 w 128"/>
                <a:gd name="T29" fmla="*/ 105 h 128"/>
                <a:gd name="T30" fmla="*/ 128 w 128"/>
                <a:gd name="T31" fmla="*/ 103 h 128"/>
                <a:gd name="T32" fmla="*/ 122 w 128"/>
                <a:gd name="T33" fmla="*/ 64 h 128"/>
                <a:gd name="T34" fmla="*/ 88 w 128"/>
                <a:gd name="T35" fmla="*/ 5 h 128"/>
                <a:gd name="T36" fmla="*/ 86 w 128"/>
                <a:gd name="T37" fmla="*/ 15 h 128"/>
                <a:gd name="T38" fmla="*/ 40 w 128"/>
                <a:gd name="T39" fmla="*/ 16 h 128"/>
                <a:gd name="T40" fmla="*/ 18 w 128"/>
                <a:gd name="T41" fmla="*/ 29 h 128"/>
                <a:gd name="T42" fmla="*/ 38 w 128"/>
                <a:gd name="T43" fmla="*/ 21 h 128"/>
                <a:gd name="T44" fmla="*/ 109 w 128"/>
                <a:gd name="T45" fmla="*/ 29 h 128"/>
                <a:gd name="T46" fmla="*/ 110 w 128"/>
                <a:gd name="T47" fmla="*/ 64 h 128"/>
                <a:gd name="T48" fmla="*/ 18 w 128"/>
                <a:gd name="T49" fmla="*/ 29 h 128"/>
                <a:gd name="T50" fmla="*/ 25 w 128"/>
                <a:gd name="T51" fmla="*/ 123 h 128"/>
                <a:gd name="T52" fmla="*/ 16 w 128"/>
                <a:gd name="T53" fmla="*/ 105 h 128"/>
                <a:gd name="T54" fmla="*/ 33 w 128"/>
                <a:gd name="T55" fmla="*/ 115 h 128"/>
                <a:gd name="T56" fmla="*/ 103 w 128"/>
                <a:gd name="T57" fmla="*/ 123 h 128"/>
                <a:gd name="T58" fmla="*/ 95 w 128"/>
                <a:gd name="T59" fmla="*/ 105 h 128"/>
                <a:gd name="T60" fmla="*/ 112 w 128"/>
                <a:gd name="T61" fmla="*/ 115 h 128"/>
                <a:gd name="T62" fmla="*/ 5 w 128"/>
                <a:gd name="T63" fmla="*/ 101 h 128"/>
                <a:gd name="T64" fmla="*/ 123 w 128"/>
                <a:gd name="T65" fmla="*/ 6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" h="128">
                  <a:moveTo>
                    <a:pt x="122" y="64"/>
                  </a:moveTo>
                  <a:cubicBezTo>
                    <a:pt x="114" y="64"/>
                    <a:pt x="114" y="64"/>
                    <a:pt x="114" y="64"/>
                  </a:cubicBezTo>
                  <a:cubicBezTo>
                    <a:pt x="114" y="28"/>
                    <a:pt x="114" y="28"/>
                    <a:pt x="114" y="28"/>
                  </a:cubicBezTo>
                  <a:cubicBezTo>
                    <a:pt x="114" y="27"/>
                    <a:pt x="114" y="26"/>
                    <a:pt x="113" y="26"/>
                  </a:cubicBezTo>
                  <a:cubicBezTo>
                    <a:pt x="107" y="22"/>
                    <a:pt x="100" y="19"/>
                    <a:pt x="93" y="17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0" y="0"/>
                    <a:pt x="8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6" y="3"/>
                    <a:pt x="36" y="6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28" y="19"/>
                    <a:pt x="21" y="22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4" y="27"/>
                    <a:pt x="14" y="27"/>
                    <a:pt x="14" y="28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3" y="64"/>
                    <a:pt x="0" y="66"/>
                    <a:pt x="0" y="70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4"/>
                    <a:pt x="1" y="105"/>
                    <a:pt x="2" y="105"/>
                  </a:cubicBezTo>
                  <a:cubicBezTo>
                    <a:pt x="11" y="105"/>
                    <a:pt x="11" y="105"/>
                    <a:pt x="11" y="10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1" y="122"/>
                    <a:pt x="17" y="128"/>
                    <a:pt x="25" y="128"/>
                  </a:cubicBezTo>
                  <a:cubicBezTo>
                    <a:pt x="32" y="128"/>
                    <a:pt x="38" y="122"/>
                    <a:pt x="38" y="115"/>
                  </a:cubicBezTo>
                  <a:cubicBezTo>
                    <a:pt x="38" y="105"/>
                    <a:pt x="38" y="105"/>
                    <a:pt x="38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15"/>
                    <a:pt x="90" y="115"/>
                    <a:pt x="90" y="115"/>
                  </a:cubicBezTo>
                  <a:cubicBezTo>
                    <a:pt x="90" y="122"/>
                    <a:pt x="96" y="128"/>
                    <a:pt x="103" y="128"/>
                  </a:cubicBezTo>
                  <a:cubicBezTo>
                    <a:pt x="111" y="128"/>
                    <a:pt x="117" y="122"/>
                    <a:pt x="117" y="115"/>
                  </a:cubicBezTo>
                  <a:cubicBezTo>
                    <a:pt x="117" y="105"/>
                    <a:pt x="117" y="105"/>
                    <a:pt x="117" y="105"/>
                  </a:cubicBezTo>
                  <a:cubicBezTo>
                    <a:pt x="126" y="105"/>
                    <a:pt x="126" y="105"/>
                    <a:pt x="126" y="105"/>
                  </a:cubicBezTo>
                  <a:cubicBezTo>
                    <a:pt x="127" y="105"/>
                    <a:pt x="128" y="104"/>
                    <a:pt x="128" y="103"/>
                  </a:cubicBezTo>
                  <a:cubicBezTo>
                    <a:pt x="128" y="70"/>
                    <a:pt x="128" y="70"/>
                    <a:pt x="128" y="70"/>
                  </a:cubicBezTo>
                  <a:cubicBezTo>
                    <a:pt x="128" y="66"/>
                    <a:pt x="125" y="64"/>
                    <a:pt x="122" y="64"/>
                  </a:cubicBezTo>
                  <a:close/>
                  <a:moveTo>
                    <a:pt x="40" y="5"/>
                  </a:moveTo>
                  <a:cubicBezTo>
                    <a:pt x="88" y="5"/>
                    <a:pt x="88" y="5"/>
                    <a:pt x="88" y="5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72" y="12"/>
                    <a:pt x="56" y="12"/>
                    <a:pt x="42" y="15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40" y="5"/>
                  </a:lnTo>
                  <a:close/>
                  <a:moveTo>
                    <a:pt x="18" y="29"/>
                  </a:moveTo>
                  <a:cubicBezTo>
                    <a:pt x="19" y="29"/>
                    <a:pt x="19" y="29"/>
                    <a:pt x="19" y="29"/>
                  </a:cubicBezTo>
                  <a:cubicBezTo>
                    <a:pt x="25" y="26"/>
                    <a:pt x="31" y="23"/>
                    <a:pt x="38" y="21"/>
                  </a:cubicBezTo>
                  <a:cubicBezTo>
                    <a:pt x="55" y="16"/>
                    <a:pt x="73" y="16"/>
                    <a:pt x="90" y="21"/>
                  </a:cubicBezTo>
                  <a:cubicBezTo>
                    <a:pt x="96" y="23"/>
                    <a:pt x="103" y="25"/>
                    <a:pt x="109" y="29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10" y="64"/>
                    <a:pt x="110" y="64"/>
                    <a:pt x="110" y="64"/>
                  </a:cubicBezTo>
                  <a:cubicBezTo>
                    <a:pt x="18" y="64"/>
                    <a:pt x="18" y="64"/>
                    <a:pt x="18" y="64"/>
                  </a:cubicBezTo>
                  <a:lnTo>
                    <a:pt x="18" y="29"/>
                  </a:lnTo>
                  <a:close/>
                  <a:moveTo>
                    <a:pt x="33" y="115"/>
                  </a:moveTo>
                  <a:cubicBezTo>
                    <a:pt x="33" y="119"/>
                    <a:pt x="29" y="123"/>
                    <a:pt x="25" y="123"/>
                  </a:cubicBezTo>
                  <a:cubicBezTo>
                    <a:pt x="20" y="123"/>
                    <a:pt x="16" y="119"/>
                    <a:pt x="16" y="115"/>
                  </a:cubicBezTo>
                  <a:cubicBezTo>
                    <a:pt x="16" y="105"/>
                    <a:pt x="16" y="105"/>
                    <a:pt x="16" y="105"/>
                  </a:cubicBezTo>
                  <a:cubicBezTo>
                    <a:pt x="33" y="105"/>
                    <a:pt x="33" y="105"/>
                    <a:pt x="33" y="105"/>
                  </a:cubicBezTo>
                  <a:lnTo>
                    <a:pt x="33" y="115"/>
                  </a:lnTo>
                  <a:close/>
                  <a:moveTo>
                    <a:pt x="112" y="115"/>
                  </a:moveTo>
                  <a:cubicBezTo>
                    <a:pt x="112" y="119"/>
                    <a:pt x="108" y="123"/>
                    <a:pt x="103" y="123"/>
                  </a:cubicBezTo>
                  <a:cubicBezTo>
                    <a:pt x="99" y="123"/>
                    <a:pt x="95" y="119"/>
                    <a:pt x="95" y="11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112" y="105"/>
                    <a:pt x="112" y="105"/>
                    <a:pt x="112" y="105"/>
                  </a:cubicBezTo>
                  <a:lnTo>
                    <a:pt x="112" y="115"/>
                  </a:lnTo>
                  <a:close/>
                  <a:moveTo>
                    <a:pt x="123" y="101"/>
                  </a:moveTo>
                  <a:cubicBezTo>
                    <a:pt x="5" y="101"/>
                    <a:pt x="5" y="101"/>
                    <a:pt x="5" y="101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123" y="68"/>
                    <a:pt x="123" y="68"/>
                    <a:pt x="123" y="68"/>
                  </a:cubicBezTo>
                  <a:lnTo>
                    <a:pt x="123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0" name="Freeform 100"/>
            <p:cNvSpPr>
              <a:spLocks noEditPoints="1"/>
            </p:cNvSpPr>
            <p:nvPr/>
          </p:nvSpPr>
          <p:spPr bwMode="auto">
            <a:xfrm>
              <a:off x="6447" y="1260"/>
              <a:ext cx="45" cy="48"/>
            </a:xfrm>
            <a:custGeom>
              <a:avLst/>
              <a:gdLst>
                <a:gd name="T0" fmla="*/ 10 w 19"/>
                <a:gd name="T1" fmla="*/ 20 h 20"/>
                <a:gd name="T2" fmla="*/ 19 w 19"/>
                <a:gd name="T3" fmla="*/ 10 h 20"/>
                <a:gd name="T4" fmla="*/ 10 w 19"/>
                <a:gd name="T5" fmla="*/ 0 h 20"/>
                <a:gd name="T6" fmla="*/ 0 w 19"/>
                <a:gd name="T7" fmla="*/ 10 h 20"/>
                <a:gd name="T8" fmla="*/ 10 w 19"/>
                <a:gd name="T9" fmla="*/ 20 h 20"/>
                <a:gd name="T10" fmla="*/ 10 w 19"/>
                <a:gd name="T11" fmla="*/ 5 h 20"/>
                <a:gd name="T12" fmla="*/ 15 w 19"/>
                <a:gd name="T13" fmla="*/ 10 h 20"/>
                <a:gd name="T14" fmla="*/ 10 w 19"/>
                <a:gd name="T15" fmla="*/ 15 h 20"/>
                <a:gd name="T16" fmla="*/ 4 w 19"/>
                <a:gd name="T17" fmla="*/ 10 h 20"/>
                <a:gd name="T18" fmla="*/ 10 w 19"/>
                <a:gd name="T19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10" y="20"/>
                  </a:moveTo>
                  <a:cubicBezTo>
                    <a:pt x="15" y="20"/>
                    <a:pt x="19" y="15"/>
                    <a:pt x="19" y="10"/>
                  </a:cubicBezTo>
                  <a:cubicBezTo>
                    <a:pt x="19" y="5"/>
                    <a:pt x="15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lose/>
                  <a:moveTo>
                    <a:pt x="10" y="5"/>
                  </a:moveTo>
                  <a:cubicBezTo>
                    <a:pt x="12" y="5"/>
                    <a:pt x="15" y="7"/>
                    <a:pt x="15" y="10"/>
                  </a:cubicBezTo>
                  <a:cubicBezTo>
                    <a:pt x="15" y="13"/>
                    <a:pt x="12" y="15"/>
                    <a:pt x="10" y="15"/>
                  </a:cubicBezTo>
                  <a:cubicBezTo>
                    <a:pt x="7" y="15"/>
                    <a:pt x="4" y="13"/>
                    <a:pt x="4" y="10"/>
                  </a:cubicBezTo>
                  <a:cubicBezTo>
                    <a:pt x="4" y="7"/>
                    <a:pt x="7" y="5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1" name="Freeform 101"/>
            <p:cNvSpPr>
              <a:spLocks noEditPoints="1"/>
            </p:cNvSpPr>
            <p:nvPr/>
          </p:nvSpPr>
          <p:spPr bwMode="auto">
            <a:xfrm>
              <a:off x="6634" y="1260"/>
              <a:ext cx="45" cy="48"/>
            </a:xfrm>
            <a:custGeom>
              <a:avLst/>
              <a:gdLst>
                <a:gd name="T0" fmla="*/ 9 w 19"/>
                <a:gd name="T1" fmla="*/ 20 h 20"/>
                <a:gd name="T2" fmla="*/ 19 w 19"/>
                <a:gd name="T3" fmla="*/ 10 h 20"/>
                <a:gd name="T4" fmla="*/ 9 w 19"/>
                <a:gd name="T5" fmla="*/ 0 h 20"/>
                <a:gd name="T6" fmla="*/ 0 w 19"/>
                <a:gd name="T7" fmla="*/ 10 h 20"/>
                <a:gd name="T8" fmla="*/ 9 w 19"/>
                <a:gd name="T9" fmla="*/ 20 h 20"/>
                <a:gd name="T10" fmla="*/ 9 w 19"/>
                <a:gd name="T11" fmla="*/ 5 h 20"/>
                <a:gd name="T12" fmla="*/ 15 w 19"/>
                <a:gd name="T13" fmla="*/ 10 h 20"/>
                <a:gd name="T14" fmla="*/ 9 w 19"/>
                <a:gd name="T15" fmla="*/ 15 h 20"/>
                <a:gd name="T16" fmla="*/ 4 w 19"/>
                <a:gd name="T17" fmla="*/ 10 h 20"/>
                <a:gd name="T18" fmla="*/ 9 w 19"/>
                <a:gd name="T19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5" y="20"/>
                    <a:pt x="19" y="15"/>
                    <a:pt x="19" y="10"/>
                  </a:cubicBezTo>
                  <a:cubicBezTo>
                    <a:pt x="19" y="5"/>
                    <a:pt x="15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5"/>
                    <a:pt x="4" y="20"/>
                    <a:pt x="9" y="20"/>
                  </a:cubicBezTo>
                  <a:close/>
                  <a:moveTo>
                    <a:pt x="9" y="5"/>
                  </a:moveTo>
                  <a:cubicBezTo>
                    <a:pt x="12" y="5"/>
                    <a:pt x="15" y="7"/>
                    <a:pt x="15" y="10"/>
                  </a:cubicBezTo>
                  <a:cubicBezTo>
                    <a:pt x="15" y="13"/>
                    <a:pt x="12" y="15"/>
                    <a:pt x="9" y="15"/>
                  </a:cubicBezTo>
                  <a:cubicBezTo>
                    <a:pt x="7" y="15"/>
                    <a:pt x="4" y="13"/>
                    <a:pt x="4" y="10"/>
                  </a:cubicBezTo>
                  <a:cubicBezTo>
                    <a:pt x="4" y="7"/>
                    <a:pt x="7" y="5"/>
                    <a:pt x="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2" name="Freeform 102"/>
            <p:cNvSpPr>
              <a:spLocks noEditPoints="1"/>
            </p:cNvSpPr>
            <p:nvPr/>
          </p:nvSpPr>
          <p:spPr bwMode="auto">
            <a:xfrm>
              <a:off x="6412" y="1114"/>
              <a:ext cx="303" cy="274"/>
            </a:xfrm>
            <a:custGeom>
              <a:avLst/>
              <a:gdLst>
                <a:gd name="T0" fmla="*/ 122 w 128"/>
                <a:gd name="T1" fmla="*/ 51 h 116"/>
                <a:gd name="T2" fmla="*/ 114 w 128"/>
                <a:gd name="T3" fmla="*/ 51 h 116"/>
                <a:gd name="T4" fmla="*/ 114 w 128"/>
                <a:gd name="T5" fmla="*/ 16 h 116"/>
                <a:gd name="T6" fmla="*/ 113 w 128"/>
                <a:gd name="T7" fmla="*/ 14 h 116"/>
                <a:gd name="T8" fmla="*/ 64 w 128"/>
                <a:gd name="T9" fmla="*/ 0 h 116"/>
                <a:gd name="T10" fmla="*/ 15 w 128"/>
                <a:gd name="T11" fmla="*/ 14 h 116"/>
                <a:gd name="T12" fmla="*/ 15 w 128"/>
                <a:gd name="T13" fmla="*/ 14 h 116"/>
                <a:gd name="T14" fmla="*/ 14 w 128"/>
                <a:gd name="T15" fmla="*/ 16 h 116"/>
                <a:gd name="T16" fmla="*/ 14 w 128"/>
                <a:gd name="T17" fmla="*/ 51 h 116"/>
                <a:gd name="T18" fmla="*/ 6 w 128"/>
                <a:gd name="T19" fmla="*/ 51 h 116"/>
                <a:gd name="T20" fmla="*/ 0 w 128"/>
                <a:gd name="T21" fmla="*/ 57 h 116"/>
                <a:gd name="T22" fmla="*/ 0 w 128"/>
                <a:gd name="T23" fmla="*/ 91 h 116"/>
                <a:gd name="T24" fmla="*/ 2 w 128"/>
                <a:gd name="T25" fmla="*/ 93 h 116"/>
                <a:gd name="T26" fmla="*/ 11 w 128"/>
                <a:gd name="T27" fmla="*/ 93 h 116"/>
                <a:gd name="T28" fmla="*/ 11 w 128"/>
                <a:gd name="T29" fmla="*/ 102 h 116"/>
                <a:gd name="T30" fmla="*/ 25 w 128"/>
                <a:gd name="T31" fmla="*/ 116 h 116"/>
                <a:gd name="T32" fmla="*/ 38 w 128"/>
                <a:gd name="T33" fmla="*/ 102 h 116"/>
                <a:gd name="T34" fmla="*/ 38 w 128"/>
                <a:gd name="T35" fmla="*/ 93 h 116"/>
                <a:gd name="T36" fmla="*/ 90 w 128"/>
                <a:gd name="T37" fmla="*/ 93 h 116"/>
                <a:gd name="T38" fmla="*/ 90 w 128"/>
                <a:gd name="T39" fmla="*/ 102 h 116"/>
                <a:gd name="T40" fmla="*/ 103 w 128"/>
                <a:gd name="T41" fmla="*/ 116 h 116"/>
                <a:gd name="T42" fmla="*/ 117 w 128"/>
                <a:gd name="T43" fmla="*/ 102 h 116"/>
                <a:gd name="T44" fmla="*/ 117 w 128"/>
                <a:gd name="T45" fmla="*/ 93 h 116"/>
                <a:gd name="T46" fmla="*/ 126 w 128"/>
                <a:gd name="T47" fmla="*/ 93 h 116"/>
                <a:gd name="T48" fmla="*/ 128 w 128"/>
                <a:gd name="T49" fmla="*/ 91 h 116"/>
                <a:gd name="T50" fmla="*/ 128 w 128"/>
                <a:gd name="T51" fmla="*/ 57 h 116"/>
                <a:gd name="T52" fmla="*/ 122 w 128"/>
                <a:gd name="T53" fmla="*/ 51 h 116"/>
                <a:gd name="T54" fmla="*/ 18 w 128"/>
                <a:gd name="T55" fmla="*/ 17 h 116"/>
                <a:gd name="T56" fmla="*/ 19 w 128"/>
                <a:gd name="T57" fmla="*/ 17 h 116"/>
                <a:gd name="T58" fmla="*/ 38 w 128"/>
                <a:gd name="T59" fmla="*/ 9 h 116"/>
                <a:gd name="T60" fmla="*/ 90 w 128"/>
                <a:gd name="T61" fmla="*/ 8 h 116"/>
                <a:gd name="T62" fmla="*/ 109 w 128"/>
                <a:gd name="T63" fmla="*/ 17 h 116"/>
                <a:gd name="T64" fmla="*/ 110 w 128"/>
                <a:gd name="T65" fmla="*/ 17 h 116"/>
                <a:gd name="T66" fmla="*/ 110 w 128"/>
                <a:gd name="T67" fmla="*/ 51 h 116"/>
                <a:gd name="T68" fmla="*/ 18 w 128"/>
                <a:gd name="T69" fmla="*/ 51 h 116"/>
                <a:gd name="T70" fmla="*/ 18 w 128"/>
                <a:gd name="T71" fmla="*/ 17 h 116"/>
                <a:gd name="T72" fmla="*/ 33 w 128"/>
                <a:gd name="T73" fmla="*/ 102 h 116"/>
                <a:gd name="T74" fmla="*/ 25 w 128"/>
                <a:gd name="T75" fmla="*/ 111 h 116"/>
                <a:gd name="T76" fmla="*/ 16 w 128"/>
                <a:gd name="T77" fmla="*/ 102 h 116"/>
                <a:gd name="T78" fmla="*/ 16 w 128"/>
                <a:gd name="T79" fmla="*/ 93 h 116"/>
                <a:gd name="T80" fmla="*/ 33 w 128"/>
                <a:gd name="T81" fmla="*/ 93 h 116"/>
                <a:gd name="T82" fmla="*/ 33 w 128"/>
                <a:gd name="T83" fmla="*/ 102 h 116"/>
                <a:gd name="T84" fmla="*/ 112 w 128"/>
                <a:gd name="T85" fmla="*/ 102 h 116"/>
                <a:gd name="T86" fmla="*/ 103 w 128"/>
                <a:gd name="T87" fmla="*/ 111 h 116"/>
                <a:gd name="T88" fmla="*/ 95 w 128"/>
                <a:gd name="T89" fmla="*/ 102 h 116"/>
                <a:gd name="T90" fmla="*/ 95 w 128"/>
                <a:gd name="T91" fmla="*/ 93 h 116"/>
                <a:gd name="T92" fmla="*/ 112 w 128"/>
                <a:gd name="T93" fmla="*/ 93 h 116"/>
                <a:gd name="T94" fmla="*/ 112 w 128"/>
                <a:gd name="T95" fmla="*/ 102 h 116"/>
                <a:gd name="T96" fmla="*/ 123 w 128"/>
                <a:gd name="T97" fmla="*/ 88 h 116"/>
                <a:gd name="T98" fmla="*/ 5 w 128"/>
                <a:gd name="T99" fmla="*/ 88 h 116"/>
                <a:gd name="T100" fmla="*/ 5 w 128"/>
                <a:gd name="T101" fmla="*/ 56 h 116"/>
                <a:gd name="T102" fmla="*/ 123 w 128"/>
                <a:gd name="T103" fmla="*/ 56 h 116"/>
                <a:gd name="T104" fmla="*/ 123 w 128"/>
                <a:gd name="T105" fmla="*/ 8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8" h="116">
                  <a:moveTo>
                    <a:pt x="122" y="51"/>
                  </a:moveTo>
                  <a:cubicBezTo>
                    <a:pt x="114" y="51"/>
                    <a:pt x="114" y="51"/>
                    <a:pt x="114" y="51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4" y="15"/>
                    <a:pt x="114" y="14"/>
                    <a:pt x="113" y="14"/>
                  </a:cubicBezTo>
                  <a:cubicBezTo>
                    <a:pt x="98" y="5"/>
                    <a:pt x="81" y="0"/>
                    <a:pt x="64" y="0"/>
                  </a:cubicBezTo>
                  <a:cubicBezTo>
                    <a:pt x="47" y="0"/>
                    <a:pt x="30" y="5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4" y="14"/>
                    <a:pt x="14" y="15"/>
                    <a:pt x="14" y="16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54"/>
                    <a:pt x="0" y="57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2"/>
                    <a:pt x="1" y="93"/>
                    <a:pt x="2" y="93"/>
                  </a:cubicBezTo>
                  <a:cubicBezTo>
                    <a:pt x="11" y="93"/>
                    <a:pt x="11" y="93"/>
                    <a:pt x="11" y="93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11" y="110"/>
                    <a:pt x="17" y="116"/>
                    <a:pt x="25" y="116"/>
                  </a:cubicBezTo>
                  <a:cubicBezTo>
                    <a:pt x="32" y="116"/>
                    <a:pt x="38" y="110"/>
                    <a:pt x="38" y="102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90" y="93"/>
                    <a:pt x="90" y="93"/>
                    <a:pt x="90" y="93"/>
                  </a:cubicBezTo>
                  <a:cubicBezTo>
                    <a:pt x="90" y="102"/>
                    <a:pt x="90" y="102"/>
                    <a:pt x="90" y="102"/>
                  </a:cubicBezTo>
                  <a:cubicBezTo>
                    <a:pt x="90" y="110"/>
                    <a:pt x="96" y="116"/>
                    <a:pt x="103" y="116"/>
                  </a:cubicBezTo>
                  <a:cubicBezTo>
                    <a:pt x="111" y="116"/>
                    <a:pt x="117" y="110"/>
                    <a:pt x="117" y="102"/>
                  </a:cubicBezTo>
                  <a:cubicBezTo>
                    <a:pt x="117" y="93"/>
                    <a:pt x="117" y="93"/>
                    <a:pt x="117" y="93"/>
                  </a:cubicBezTo>
                  <a:cubicBezTo>
                    <a:pt x="126" y="93"/>
                    <a:pt x="126" y="93"/>
                    <a:pt x="126" y="93"/>
                  </a:cubicBezTo>
                  <a:cubicBezTo>
                    <a:pt x="127" y="93"/>
                    <a:pt x="128" y="92"/>
                    <a:pt x="128" y="91"/>
                  </a:cubicBezTo>
                  <a:cubicBezTo>
                    <a:pt x="128" y="57"/>
                    <a:pt x="128" y="57"/>
                    <a:pt x="128" y="57"/>
                  </a:cubicBezTo>
                  <a:cubicBezTo>
                    <a:pt x="128" y="54"/>
                    <a:pt x="125" y="51"/>
                    <a:pt x="122" y="51"/>
                  </a:cubicBezTo>
                  <a:close/>
                  <a:moveTo>
                    <a:pt x="18" y="17"/>
                  </a:moveTo>
                  <a:cubicBezTo>
                    <a:pt x="19" y="17"/>
                    <a:pt x="19" y="17"/>
                    <a:pt x="19" y="17"/>
                  </a:cubicBezTo>
                  <a:cubicBezTo>
                    <a:pt x="25" y="13"/>
                    <a:pt x="31" y="10"/>
                    <a:pt x="38" y="9"/>
                  </a:cubicBezTo>
                  <a:cubicBezTo>
                    <a:pt x="55" y="4"/>
                    <a:pt x="73" y="4"/>
                    <a:pt x="90" y="8"/>
                  </a:cubicBezTo>
                  <a:cubicBezTo>
                    <a:pt x="96" y="10"/>
                    <a:pt x="103" y="13"/>
                    <a:pt x="109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51"/>
                    <a:pt x="110" y="51"/>
                    <a:pt x="110" y="51"/>
                  </a:cubicBezTo>
                  <a:cubicBezTo>
                    <a:pt x="18" y="51"/>
                    <a:pt x="18" y="51"/>
                    <a:pt x="18" y="51"/>
                  </a:cubicBezTo>
                  <a:lnTo>
                    <a:pt x="18" y="17"/>
                  </a:lnTo>
                  <a:close/>
                  <a:moveTo>
                    <a:pt x="33" y="102"/>
                  </a:moveTo>
                  <a:cubicBezTo>
                    <a:pt x="33" y="107"/>
                    <a:pt x="29" y="111"/>
                    <a:pt x="25" y="111"/>
                  </a:cubicBezTo>
                  <a:cubicBezTo>
                    <a:pt x="20" y="111"/>
                    <a:pt x="16" y="107"/>
                    <a:pt x="16" y="102"/>
                  </a:cubicBezTo>
                  <a:cubicBezTo>
                    <a:pt x="16" y="93"/>
                    <a:pt x="16" y="93"/>
                    <a:pt x="16" y="93"/>
                  </a:cubicBezTo>
                  <a:cubicBezTo>
                    <a:pt x="33" y="93"/>
                    <a:pt x="33" y="93"/>
                    <a:pt x="33" y="93"/>
                  </a:cubicBezTo>
                  <a:lnTo>
                    <a:pt x="33" y="102"/>
                  </a:lnTo>
                  <a:close/>
                  <a:moveTo>
                    <a:pt x="112" y="102"/>
                  </a:moveTo>
                  <a:cubicBezTo>
                    <a:pt x="112" y="107"/>
                    <a:pt x="108" y="111"/>
                    <a:pt x="103" y="111"/>
                  </a:cubicBezTo>
                  <a:cubicBezTo>
                    <a:pt x="99" y="111"/>
                    <a:pt x="95" y="107"/>
                    <a:pt x="95" y="102"/>
                  </a:cubicBezTo>
                  <a:cubicBezTo>
                    <a:pt x="95" y="93"/>
                    <a:pt x="95" y="93"/>
                    <a:pt x="95" y="93"/>
                  </a:cubicBezTo>
                  <a:cubicBezTo>
                    <a:pt x="112" y="93"/>
                    <a:pt x="112" y="93"/>
                    <a:pt x="112" y="93"/>
                  </a:cubicBezTo>
                  <a:lnTo>
                    <a:pt x="112" y="102"/>
                  </a:lnTo>
                  <a:close/>
                  <a:moveTo>
                    <a:pt x="123" y="88"/>
                  </a:moveTo>
                  <a:cubicBezTo>
                    <a:pt x="5" y="88"/>
                    <a:pt x="5" y="88"/>
                    <a:pt x="5" y="88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123" y="56"/>
                    <a:pt x="123" y="56"/>
                    <a:pt x="123" y="56"/>
                  </a:cubicBezTo>
                  <a:lnTo>
                    <a:pt x="123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3" name="Freeform 103"/>
            <p:cNvSpPr>
              <a:spLocks noEditPoints="1"/>
            </p:cNvSpPr>
            <p:nvPr/>
          </p:nvSpPr>
          <p:spPr bwMode="auto">
            <a:xfrm>
              <a:off x="5840" y="1099"/>
              <a:ext cx="236" cy="303"/>
            </a:xfrm>
            <a:custGeom>
              <a:avLst/>
              <a:gdLst>
                <a:gd name="T0" fmla="*/ 94 w 100"/>
                <a:gd name="T1" fmla="*/ 0 h 128"/>
                <a:gd name="T2" fmla="*/ 6 w 100"/>
                <a:gd name="T3" fmla="*/ 0 h 128"/>
                <a:gd name="T4" fmla="*/ 0 w 100"/>
                <a:gd name="T5" fmla="*/ 6 h 128"/>
                <a:gd name="T6" fmla="*/ 0 w 100"/>
                <a:gd name="T7" fmla="*/ 111 h 128"/>
                <a:gd name="T8" fmla="*/ 2 w 100"/>
                <a:gd name="T9" fmla="*/ 113 h 128"/>
                <a:gd name="T10" fmla="*/ 11 w 100"/>
                <a:gd name="T11" fmla="*/ 113 h 128"/>
                <a:gd name="T12" fmla="*/ 11 w 100"/>
                <a:gd name="T13" fmla="*/ 118 h 128"/>
                <a:gd name="T14" fmla="*/ 20 w 100"/>
                <a:gd name="T15" fmla="*/ 128 h 128"/>
                <a:gd name="T16" fmla="*/ 30 w 100"/>
                <a:gd name="T17" fmla="*/ 118 h 128"/>
                <a:gd name="T18" fmla="*/ 30 w 100"/>
                <a:gd name="T19" fmla="*/ 113 h 128"/>
                <a:gd name="T20" fmla="*/ 70 w 100"/>
                <a:gd name="T21" fmla="*/ 113 h 128"/>
                <a:gd name="T22" fmla="*/ 70 w 100"/>
                <a:gd name="T23" fmla="*/ 118 h 128"/>
                <a:gd name="T24" fmla="*/ 80 w 100"/>
                <a:gd name="T25" fmla="*/ 128 h 128"/>
                <a:gd name="T26" fmla="*/ 89 w 100"/>
                <a:gd name="T27" fmla="*/ 118 h 128"/>
                <a:gd name="T28" fmla="*/ 89 w 100"/>
                <a:gd name="T29" fmla="*/ 113 h 128"/>
                <a:gd name="T30" fmla="*/ 98 w 100"/>
                <a:gd name="T31" fmla="*/ 113 h 128"/>
                <a:gd name="T32" fmla="*/ 100 w 100"/>
                <a:gd name="T33" fmla="*/ 111 h 128"/>
                <a:gd name="T34" fmla="*/ 100 w 100"/>
                <a:gd name="T35" fmla="*/ 6 h 128"/>
                <a:gd name="T36" fmla="*/ 94 w 100"/>
                <a:gd name="T37" fmla="*/ 0 h 128"/>
                <a:gd name="T38" fmla="*/ 4 w 100"/>
                <a:gd name="T39" fmla="*/ 27 h 128"/>
                <a:gd name="T40" fmla="*/ 48 w 100"/>
                <a:gd name="T41" fmla="*/ 27 h 128"/>
                <a:gd name="T42" fmla="*/ 48 w 100"/>
                <a:gd name="T43" fmla="*/ 72 h 128"/>
                <a:gd name="T44" fmla="*/ 4 w 100"/>
                <a:gd name="T45" fmla="*/ 72 h 128"/>
                <a:gd name="T46" fmla="*/ 4 w 100"/>
                <a:gd name="T47" fmla="*/ 27 h 128"/>
                <a:gd name="T48" fmla="*/ 25 w 100"/>
                <a:gd name="T49" fmla="*/ 118 h 128"/>
                <a:gd name="T50" fmla="*/ 20 w 100"/>
                <a:gd name="T51" fmla="*/ 123 h 128"/>
                <a:gd name="T52" fmla="*/ 15 w 100"/>
                <a:gd name="T53" fmla="*/ 118 h 128"/>
                <a:gd name="T54" fmla="*/ 15 w 100"/>
                <a:gd name="T55" fmla="*/ 113 h 128"/>
                <a:gd name="T56" fmla="*/ 25 w 100"/>
                <a:gd name="T57" fmla="*/ 113 h 128"/>
                <a:gd name="T58" fmla="*/ 25 w 100"/>
                <a:gd name="T59" fmla="*/ 118 h 128"/>
                <a:gd name="T60" fmla="*/ 85 w 100"/>
                <a:gd name="T61" fmla="*/ 118 h 128"/>
                <a:gd name="T62" fmla="*/ 80 w 100"/>
                <a:gd name="T63" fmla="*/ 123 h 128"/>
                <a:gd name="T64" fmla="*/ 75 w 100"/>
                <a:gd name="T65" fmla="*/ 118 h 128"/>
                <a:gd name="T66" fmla="*/ 75 w 100"/>
                <a:gd name="T67" fmla="*/ 113 h 128"/>
                <a:gd name="T68" fmla="*/ 85 w 100"/>
                <a:gd name="T69" fmla="*/ 113 h 128"/>
                <a:gd name="T70" fmla="*/ 85 w 100"/>
                <a:gd name="T71" fmla="*/ 118 h 128"/>
                <a:gd name="T72" fmla="*/ 96 w 100"/>
                <a:gd name="T73" fmla="*/ 109 h 128"/>
                <a:gd name="T74" fmla="*/ 4 w 100"/>
                <a:gd name="T75" fmla="*/ 109 h 128"/>
                <a:gd name="T76" fmla="*/ 4 w 100"/>
                <a:gd name="T77" fmla="*/ 76 h 128"/>
                <a:gd name="T78" fmla="*/ 96 w 100"/>
                <a:gd name="T79" fmla="*/ 76 h 128"/>
                <a:gd name="T80" fmla="*/ 96 w 100"/>
                <a:gd name="T81" fmla="*/ 109 h 128"/>
                <a:gd name="T82" fmla="*/ 96 w 100"/>
                <a:gd name="T83" fmla="*/ 72 h 128"/>
                <a:gd name="T84" fmla="*/ 52 w 100"/>
                <a:gd name="T85" fmla="*/ 72 h 128"/>
                <a:gd name="T86" fmla="*/ 52 w 100"/>
                <a:gd name="T87" fmla="*/ 27 h 128"/>
                <a:gd name="T88" fmla="*/ 96 w 100"/>
                <a:gd name="T89" fmla="*/ 27 h 128"/>
                <a:gd name="T90" fmla="*/ 96 w 100"/>
                <a:gd name="T91" fmla="*/ 72 h 128"/>
                <a:gd name="T92" fmla="*/ 96 w 100"/>
                <a:gd name="T93" fmla="*/ 22 h 128"/>
                <a:gd name="T94" fmla="*/ 4 w 100"/>
                <a:gd name="T95" fmla="*/ 22 h 128"/>
                <a:gd name="T96" fmla="*/ 4 w 100"/>
                <a:gd name="T97" fmla="*/ 5 h 128"/>
                <a:gd name="T98" fmla="*/ 96 w 100"/>
                <a:gd name="T99" fmla="*/ 5 h 128"/>
                <a:gd name="T100" fmla="*/ 96 w 100"/>
                <a:gd name="T101" fmla="*/ 2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" h="128">
                  <a:moveTo>
                    <a:pt x="9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cubicBezTo>
                    <a:pt x="11" y="113"/>
                    <a:pt x="11" y="113"/>
                    <a:pt x="11" y="113"/>
                  </a:cubicBezTo>
                  <a:cubicBezTo>
                    <a:pt x="11" y="118"/>
                    <a:pt x="11" y="118"/>
                    <a:pt x="11" y="118"/>
                  </a:cubicBezTo>
                  <a:cubicBezTo>
                    <a:pt x="11" y="124"/>
                    <a:pt x="15" y="128"/>
                    <a:pt x="20" y="128"/>
                  </a:cubicBezTo>
                  <a:cubicBezTo>
                    <a:pt x="26" y="128"/>
                    <a:pt x="30" y="124"/>
                    <a:pt x="30" y="118"/>
                  </a:cubicBezTo>
                  <a:cubicBezTo>
                    <a:pt x="30" y="113"/>
                    <a:pt x="30" y="113"/>
                    <a:pt x="30" y="113"/>
                  </a:cubicBezTo>
                  <a:cubicBezTo>
                    <a:pt x="70" y="113"/>
                    <a:pt x="70" y="113"/>
                    <a:pt x="70" y="113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24"/>
                    <a:pt x="74" y="128"/>
                    <a:pt x="80" y="128"/>
                  </a:cubicBezTo>
                  <a:cubicBezTo>
                    <a:pt x="85" y="128"/>
                    <a:pt x="89" y="124"/>
                    <a:pt x="89" y="118"/>
                  </a:cubicBezTo>
                  <a:cubicBezTo>
                    <a:pt x="89" y="113"/>
                    <a:pt x="89" y="113"/>
                    <a:pt x="89" y="113"/>
                  </a:cubicBezTo>
                  <a:cubicBezTo>
                    <a:pt x="98" y="113"/>
                    <a:pt x="98" y="113"/>
                    <a:pt x="98" y="113"/>
                  </a:cubicBezTo>
                  <a:cubicBezTo>
                    <a:pt x="99" y="113"/>
                    <a:pt x="100" y="112"/>
                    <a:pt x="100" y="111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3"/>
                    <a:pt x="98" y="0"/>
                    <a:pt x="94" y="0"/>
                  </a:cubicBezTo>
                  <a:close/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" y="72"/>
                    <a:pt x="4" y="72"/>
                    <a:pt x="4" y="72"/>
                  </a:cubicBezTo>
                  <a:lnTo>
                    <a:pt x="4" y="27"/>
                  </a:lnTo>
                  <a:close/>
                  <a:moveTo>
                    <a:pt x="25" y="118"/>
                  </a:moveTo>
                  <a:cubicBezTo>
                    <a:pt x="25" y="121"/>
                    <a:pt x="23" y="123"/>
                    <a:pt x="20" y="123"/>
                  </a:cubicBezTo>
                  <a:cubicBezTo>
                    <a:pt x="18" y="123"/>
                    <a:pt x="15" y="121"/>
                    <a:pt x="15" y="118"/>
                  </a:cubicBezTo>
                  <a:cubicBezTo>
                    <a:pt x="15" y="113"/>
                    <a:pt x="15" y="113"/>
                    <a:pt x="15" y="113"/>
                  </a:cubicBezTo>
                  <a:cubicBezTo>
                    <a:pt x="25" y="113"/>
                    <a:pt x="25" y="113"/>
                    <a:pt x="25" y="113"/>
                  </a:cubicBezTo>
                  <a:lnTo>
                    <a:pt x="25" y="118"/>
                  </a:lnTo>
                  <a:close/>
                  <a:moveTo>
                    <a:pt x="85" y="118"/>
                  </a:moveTo>
                  <a:cubicBezTo>
                    <a:pt x="85" y="121"/>
                    <a:pt x="82" y="123"/>
                    <a:pt x="80" y="123"/>
                  </a:cubicBezTo>
                  <a:cubicBezTo>
                    <a:pt x="77" y="123"/>
                    <a:pt x="75" y="121"/>
                    <a:pt x="75" y="118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85" y="113"/>
                    <a:pt x="85" y="113"/>
                    <a:pt x="85" y="113"/>
                  </a:cubicBezTo>
                  <a:lnTo>
                    <a:pt x="85" y="118"/>
                  </a:lnTo>
                  <a:close/>
                  <a:moveTo>
                    <a:pt x="96" y="109"/>
                  </a:moveTo>
                  <a:cubicBezTo>
                    <a:pt x="4" y="109"/>
                    <a:pt x="4" y="109"/>
                    <a:pt x="4" y="109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96" y="76"/>
                    <a:pt x="96" y="76"/>
                    <a:pt x="96" y="76"/>
                  </a:cubicBezTo>
                  <a:lnTo>
                    <a:pt x="96" y="109"/>
                  </a:lnTo>
                  <a:close/>
                  <a:moveTo>
                    <a:pt x="96" y="72"/>
                  </a:moveTo>
                  <a:cubicBezTo>
                    <a:pt x="52" y="72"/>
                    <a:pt x="52" y="72"/>
                    <a:pt x="52" y="72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96" y="27"/>
                    <a:pt x="96" y="27"/>
                    <a:pt x="96" y="27"/>
                  </a:cubicBezTo>
                  <a:lnTo>
                    <a:pt x="96" y="72"/>
                  </a:lnTo>
                  <a:close/>
                  <a:moveTo>
                    <a:pt x="96" y="22"/>
                  </a:moveTo>
                  <a:cubicBezTo>
                    <a:pt x="4" y="22"/>
                    <a:pt x="4" y="22"/>
                    <a:pt x="4" y="22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96" y="5"/>
                    <a:pt x="96" y="5"/>
                    <a:pt x="96" y="5"/>
                  </a:cubicBezTo>
                  <a:lnTo>
                    <a:pt x="9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4" name="Freeform 104"/>
            <p:cNvSpPr/>
            <p:nvPr/>
          </p:nvSpPr>
          <p:spPr bwMode="auto">
            <a:xfrm>
              <a:off x="5908" y="1125"/>
              <a:ext cx="99" cy="12"/>
            </a:xfrm>
            <a:custGeom>
              <a:avLst/>
              <a:gdLst>
                <a:gd name="T0" fmla="*/ 2 w 42"/>
                <a:gd name="T1" fmla="*/ 5 h 5"/>
                <a:gd name="T2" fmla="*/ 40 w 42"/>
                <a:gd name="T3" fmla="*/ 5 h 5"/>
                <a:gd name="T4" fmla="*/ 42 w 42"/>
                <a:gd name="T5" fmla="*/ 2 h 5"/>
                <a:gd name="T6" fmla="*/ 40 w 42"/>
                <a:gd name="T7" fmla="*/ 0 h 5"/>
                <a:gd name="T8" fmla="*/ 2 w 42"/>
                <a:gd name="T9" fmla="*/ 0 h 5"/>
                <a:gd name="T10" fmla="*/ 0 w 42"/>
                <a:gd name="T11" fmla="*/ 2 h 5"/>
                <a:gd name="T12" fmla="*/ 2 w 4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5">
                  <a:moveTo>
                    <a:pt x="2" y="5"/>
                  </a:moveTo>
                  <a:cubicBezTo>
                    <a:pt x="40" y="5"/>
                    <a:pt x="40" y="5"/>
                    <a:pt x="40" y="5"/>
                  </a:cubicBezTo>
                  <a:cubicBezTo>
                    <a:pt x="41" y="5"/>
                    <a:pt x="42" y="4"/>
                    <a:pt x="42" y="2"/>
                  </a:cubicBezTo>
                  <a:cubicBezTo>
                    <a:pt x="42" y="1"/>
                    <a:pt x="41" y="0"/>
                    <a:pt x="4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5" name="Freeform 105"/>
            <p:cNvSpPr>
              <a:spLocks noEditPoints="1"/>
            </p:cNvSpPr>
            <p:nvPr/>
          </p:nvSpPr>
          <p:spPr bwMode="auto">
            <a:xfrm>
              <a:off x="5873" y="1296"/>
              <a:ext cx="47" cy="45"/>
            </a:xfrm>
            <a:custGeom>
              <a:avLst/>
              <a:gdLst>
                <a:gd name="T0" fmla="*/ 10 w 20"/>
                <a:gd name="T1" fmla="*/ 19 h 19"/>
                <a:gd name="T2" fmla="*/ 20 w 20"/>
                <a:gd name="T3" fmla="*/ 9 h 19"/>
                <a:gd name="T4" fmla="*/ 10 w 20"/>
                <a:gd name="T5" fmla="*/ 0 h 19"/>
                <a:gd name="T6" fmla="*/ 0 w 20"/>
                <a:gd name="T7" fmla="*/ 9 h 19"/>
                <a:gd name="T8" fmla="*/ 10 w 20"/>
                <a:gd name="T9" fmla="*/ 19 h 19"/>
                <a:gd name="T10" fmla="*/ 10 w 20"/>
                <a:gd name="T11" fmla="*/ 4 h 19"/>
                <a:gd name="T12" fmla="*/ 15 w 20"/>
                <a:gd name="T13" fmla="*/ 9 h 19"/>
                <a:gd name="T14" fmla="*/ 10 w 20"/>
                <a:gd name="T15" fmla="*/ 14 h 19"/>
                <a:gd name="T16" fmla="*/ 5 w 20"/>
                <a:gd name="T17" fmla="*/ 9 h 19"/>
                <a:gd name="T18" fmla="*/ 10 w 20"/>
                <a:gd name="T1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9">
                  <a:moveTo>
                    <a:pt x="10" y="19"/>
                  </a:moveTo>
                  <a:cubicBezTo>
                    <a:pt x="15" y="19"/>
                    <a:pt x="20" y="15"/>
                    <a:pt x="20" y="9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5"/>
                    <a:pt x="5" y="19"/>
                    <a:pt x="10" y="19"/>
                  </a:cubicBezTo>
                  <a:close/>
                  <a:moveTo>
                    <a:pt x="10" y="4"/>
                  </a:moveTo>
                  <a:cubicBezTo>
                    <a:pt x="13" y="4"/>
                    <a:pt x="15" y="7"/>
                    <a:pt x="15" y="9"/>
                  </a:cubicBezTo>
                  <a:cubicBezTo>
                    <a:pt x="15" y="12"/>
                    <a:pt x="13" y="14"/>
                    <a:pt x="10" y="14"/>
                  </a:cubicBezTo>
                  <a:cubicBezTo>
                    <a:pt x="7" y="14"/>
                    <a:pt x="5" y="12"/>
                    <a:pt x="5" y="9"/>
                  </a:cubicBezTo>
                  <a:cubicBezTo>
                    <a:pt x="5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6" name="Freeform 106"/>
            <p:cNvSpPr>
              <a:spLocks noEditPoints="1"/>
            </p:cNvSpPr>
            <p:nvPr/>
          </p:nvSpPr>
          <p:spPr bwMode="auto">
            <a:xfrm>
              <a:off x="5996" y="1296"/>
              <a:ext cx="47" cy="45"/>
            </a:xfrm>
            <a:custGeom>
              <a:avLst/>
              <a:gdLst>
                <a:gd name="T0" fmla="*/ 10 w 20"/>
                <a:gd name="T1" fmla="*/ 19 h 19"/>
                <a:gd name="T2" fmla="*/ 20 w 20"/>
                <a:gd name="T3" fmla="*/ 9 h 19"/>
                <a:gd name="T4" fmla="*/ 10 w 20"/>
                <a:gd name="T5" fmla="*/ 0 h 19"/>
                <a:gd name="T6" fmla="*/ 0 w 20"/>
                <a:gd name="T7" fmla="*/ 9 h 19"/>
                <a:gd name="T8" fmla="*/ 10 w 20"/>
                <a:gd name="T9" fmla="*/ 19 h 19"/>
                <a:gd name="T10" fmla="*/ 10 w 20"/>
                <a:gd name="T11" fmla="*/ 4 h 19"/>
                <a:gd name="T12" fmla="*/ 15 w 20"/>
                <a:gd name="T13" fmla="*/ 9 h 19"/>
                <a:gd name="T14" fmla="*/ 10 w 20"/>
                <a:gd name="T15" fmla="*/ 14 h 19"/>
                <a:gd name="T16" fmla="*/ 5 w 20"/>
                <a:gd name="T17" fmla="*/ 9 h 19"/>
                <a:gd name="T18" fmla="*/ 10 w 20"/>
                <a:gd name="T1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9">
                  <a:moveTo>
                    <a:pt x="10" y="19"/>
                  </a:moveTo>
                  <a:cubicBezTo>
                    <a:pt x="15" y="19"/>
                    <a:pt x="20" y="15"/>
                    <a:pt x="20" y="9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5"/>
                    <a:pt x="5" y="19"/>
                    <a:pt x="10" y="19"/>
                  </a:cubicBezTo>
                  <a:close/>
                  <a:moveTo>
                    <a:pt x="10" y="4"/>
                  </a:moveTo>
                  <a:cubicBezTo>
                    <a:pt x="13" y="4"/>
                    <a:pt x="15" y="7"/>
                    <a:pt x="15" y="9"/>
                  </a:cubicBezTo>
                  <a:cubicBezTo>
                    <a:pt x="15" y="12"/>
                    <a:pt x="13" y="14"/>
                    <a:pt x="10" y="14"/>
                  </a:cubicBezTo>
                  <a:cubicBezTo>
                    <a:pt x="7" y="14"/>
                    <a:pt x="5" y="12"/>
                    <a:pt x="5" y="9"/>
                  </a:cubicBezTo>
                  <a:cubicBezTo>
                    <a:pt x="5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7" name="Freeform 107"/>
            <p:cNvSpPr>
              <a:spLocks noEditPoints="1"/>
            </p:cNvSpPr>
            <p:nvPr/>
          </p:nvSpPr>
          <p:spPr bwMode="auto">
            <a:xfrm>
              <a:off x="5229" y="1099"/>
              <a:ext cx="246" cy="303"/>
            </a:xfrm>
            <a:custGeom>
              <a:avLst/>
              <a:gdLst>
                <a:gd name="T0" fmla="*/ 103 w 104"/>
                <a:gd name="T1" fmla="*/ 124 h 128"/>
                <a:gd name="T2" fmla="*/ 85 w 104"/>
                <a:gd name="T3" fmla="*/ 109 h 128"/>
                <a:gd name="T4" fmla="*/ 87 w 104"/>
                <a:gd name="T5" fmla="*/ 108 h 128"/>
                <a:gd name="T6" fmla="*/ 91 w 104"/>
                <a:gd name="T7" fmla="*/ 102 h 128"/>
                <a:gd name="T8" fmla="*/ 91 w 104"/>
                <a:gd name="T9" fmla="*/ 6 h 128"/>
                <a:gd name="T10" fmla="*/ 85 w 104"/>
                <a:gd name="T11" fmla="*/ 0 h 128"/>
                <a:gd name="T12" fmla="*/ 19 w 104"/>
                <a:gd name="T13" fmla="*/ 0 h 128"/>
                <a:gd name="T14" fmla="*/ 13 w 104"/>
                <a:gd name="T15" fmla="*/ 6 h 128"/>
                <a:gd name="T16" fmla="*/ 13 w 104"/>
                <a:gd name="T17" fmla="*/ 102 h 128"/>
                <a:gd name="T18" fmla="*/ 17 w 104"/>
                <a:gd name="T19" fmla="*/ 108 h 128"/>
                <a:gd name="T20" fmla="*/ 19 w 104"/>
                <a:gd name="T21" fmla="*/ 109 h 128"/>
                <a:gd name="T22" fmla="*/ 1 w 104"/>
                <a:gd name="T23" fmla="*/ 124 h 128"/>
                <a:gd name="T24" fmla="*/ 0 w 104"/>
                <a:gd name="T25" fmla="*/ 126 h 128"/>
                <a:gd name="T26" fmla="*/ 2 w 104"/>
                <a:gd name="T27" fmla="*/ 128 h 128"/>
                <a:gd name="T28" fmla="*/ 25 w 104"/>
                <a:gd name="T29" fmla="*/ 128 h 128"/>
                <a:gd name="T30" fmla="*/ 26 w 104"/>
                <a:gd name="T31" fmla="*/ 127 h 128"/>
                <a:gd name="T32" fmla="*/ 47 w 104"/>
                <a:gd name="T33" fmla="*/ 108 h 128"/>
                <a:gd name="T34" fmla="*/ 57 w 104"/>
                <a:gd name="T35" fmla="*/ 108 h 128"/>
                <a:gd name="T36" fmla="*/ 78 w 104"/>
                <a:gd name="T37" fmla="*/ 127 h 128"/>
                <a:gd name="T38" fmla="*/ 79 w 104"/>
                <a:gd name="T39" fmla="*/ 128 h 128"/>
                <a:gd name="T40" fmla="*/ 102 w 104"/>
                <a:gd name="T41" fmla="*/ 128 h 128"/>
                <a:gd name="T42" fmla="*/ 104 w 104"/>
                <a:gd name="T43" fmla="*/ 126 h 128"/>
                <a:gd name="T44" fmla="*/ 103 w 104"/>
                <a:gd name="T45" fmla="*/ 124 h 128"/>
                <a:gd name="T46" fmla="*/ 17 w 104"/>
                <a:gd name="T47" fmla="*/ 5 h 128"/>
                <a:gd name="T48" fmla="*/ 87 w 104"/>
                <a:gd name="T49" fmla="*/ 5 h 128"/>
                <a:gd name="T50" fmla="*/ 87 w 104"/>
                <a:gd name="T51" fmla="*/ 22 h 128"/>
                <a:gd name="T52" fmla="*/ 17 w 104"/>
                <a:gd name="T53" fmla="*/ 22 h 128"/>
                <a:gd name="T54" fmla="*/ 17 w 104"/>
                <a:gd name="T55" fmla="*/ 5 h 128"/>
                <a:gd name="T56" fmla="*/ 17 w 104"/>
                <a:gd name="T57" fmla="*/ 27 h 128"/>
                <a:gd name="T58" fmla="*/ 87 w 104"/>
                <a:gd name="T59" fmla="*/ 27 h 128"/>
                <a:gd name="T60" fmla="*/ 87 w 104"/>
                <a:gd name="T61" fmla="*/ 67 h 128"/>
                <a:gd name="T62" fmla="*/ 17 w 104"/>
                <a:gd name="T63" fmla="*/ 67 h 128"/>
                <a:gd name="T64" fmla="*/ 17 w 104"/>
                <a:gd name="T65" fmla="*/ 27 h 128"/>
                <a:gd name="T66" fmla="*/ 24 w 104"/>
                <a:gd name="T67" fmla="*/ 123 h 128"/>
                <a:gd name="T68" fmla="*/ 8 w 104"/>
                <a:gd name="T69" fmla="*/ 123 h 128"/>
                <a:gd name="T70" fmla="*/ 27 w 104"/>
                <a:gd name="T71" fmla="*/ 108 h 128"/>
                <a:gd name="T72" fmla="*/ 41 w 104"/>
                <a:gd name="T73" fmla="*/ 108 h 128"/>
                <a:gd name="T74" fmla="*/ 24 w 104"/>
                <a:gd name="T75" fmla="*/ 123 h 128"/>
                <a:gd name="T76" fmla="*/ 17 w 104"/>
                <a:gd name="T77" fmla="*/ 104 h 128"/>
                <a:gd name="T78" fmla="*/ 17 w 104"/>
                <a:gd name="T79" fmla="*/ 71 h 128"/>
                <a:gd name="T80" fmla="*/ 87 w 104"/>
                <a:gd name="T81" fmla="*/ 71 h 128"/>
                <a:gd name="T82" fmla="*/ 87 w 104"/>
                <a:gd name="T83" fmla="*/ 104 h 128"/>
                <a:gd name="T84" fmla="*/ 17 w 104"/>
                <a:gd name="T85" fmla="*/ 104 h 128"/>
                <a:gd name="T86" fmla="*/ 80 w 104"/>
                <a:gd name="T87" fmla="*/ 123 h 128"/>
                <a:gd name="T88" fmla="*/ 63 w 104"/>
                <a:gd name="T89" fmla="*/ 108 h 128"/>
                <a:gd name="T90" fmla="*/ 77 w 104"/>
                <a:gd name="T91" fmla="*/ 108 h 128"/>
                <a:gd name="T92" fmla="*/ 96 w 104"/>
                <a:gd name="T93" fmla="*/ 123 h 128"/>
                <a:gd name="T94" fmla="*/ 80 w 104"/>
                <a:gd name="T9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" h="128">
                  <a:moveTo>
                    <a:pt x="103" y="124"/>
                  </a:moveTo>
                  <a:cubicBezTo>
                    <a:pt x="85" y="109"/>
                    <a:pt x="85" y="109"/>
                    <a:pt x="85" y="109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90" y="107"/>
                    <a:pt x="91" y="105"/>
                    <a:pt x="91" y="102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3"/>
                    <a:pt x="89" y="0"/>
                    <a:pt x="8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3" y="3"/>
                    <a:pt x="13" y="6"/>
                  </a:cubicBezTo>
                  <a:cubicBezTo>
                    <a:pt x="13" y="102"/>
                    <a:pt x="13" y="102"/>
                    <a:pt x="13" y="102"/>
                  </a:cubicBezTo>
                  <a:cubicBezTo>
                    <a:pt x="13" y="105"/>
                    <a:pt x="14" y="107"/>
                    <a:pt x="17" y="108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0" y="124"/>
                    <a:pt x="0" y="125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25" y="128"/>
                    <a:pt x="25" y="128"/>
                    <a:pt x="25" y="128"/>
                  </a:cubicBezTo>
                  <a:cubicBezTo>
                    <a:pt x="25" y="128"/>
                    <a:pt x="26" y="128"/>
                    <a:pt x="26" y="127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8" y="128"/>
                    <a:pt x="79" y="128"/>
                    <a:pt x="79" y="128"/>
                  </a:cubicBezTo>
                  <a:cubicBezTo>
                    <a:pt x="102" y="128"/>
                    <a:pt x="102" y="128"/>
                    <a:pt x="102" y="128"/>
                  </a:cubicBezTo>
                  <a:cubicBezTo>
                    <a:pt x="103" y="128"/>
                    <a:pt x="104" y="127"/>
                    <a:pt x="104" y="126"/>
                  </a:cubicBezTo>
                  <a:cubicBezTo>
                    <a:pt x="104" y="125"/>
                    <a:pt x="104" y="124"/>
                    <a:pt x="103" y="124"/>
                  </a:cubicBezTo>
                  <a:close/>
                  <a:moveTo>
                    <a:pt x="17" y="5"/>
                  </a:moveTo>
                  <a:cubicBezTo>
                    <a:pt x="87" y="5"/>
                    <a:pt x="87" y="5"/>
                    <a:pt x="87" y="5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7" y="5"/>
                  </a:lnTo>
                  <a:close/>
                  <a:moveTo>
                    <a:pt x="17" y="27"/>
                  </a:moveTo>
                  <a:cubicBezTo>
                    <a:pt x="87" y="27"/>
                    <a:pt x="87" y="27"/>
                    <a:pt x="87" y="27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17" y="67"/>
                    <a:pt x="17" y="67"/>
                    <a:pt x="17" y="67"/>
                  </a:cubicBezTo>
                  <a:lnTo>
                    <a:pt x="17" y="27"/>
                  </a:lnTo>
                  <a:close/>
                  <a:moveTo>
                    <a:pt x="24" y="123"/>
                  </a:moveTo>
                  <a:cubicBezTo>
                    <a:pt x="8" y="123"/>
                    <a:pt x="8" y="123"/>
                    <a:pt x="8" y="123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41" y="108"/>
                    <a:pt x="41" y="108"/>
                    <a:pt x="41" y="108"/>
                  </a:cubicBezTo>
                  <a:lnTo>
                    <a:pt x="24" y="123"/>
                  </a:lnTo>
                  <a:close/>
                  <a:moveTo>
                    <a:pt x="17" y="104"/>
                  </a:moveTo>
                  <a:cubicBezTo>
                    <a:pt x="17" y="71"/>
                    <a:pt x="17" y="71"/>
                    <a:pt x="17" y="71"/>
                  </a:cubicBezTo>
                  <a:cubicBezTo>
                    <a:pt x="87" y="71"/>
                    <a:pt x="87" y="71"/>
                    <a:pt x="87" y="71"/>
                  </a:cubicBezTo>
                  <a:cubicBezTo>
                    <a:pt x="87" y="104"/>
                    <a:pt x="87" y="104"/>
                    <a:pt x="87" y="104"/>
                  </a:cubicBezTo>
                  <a:lnTo>
                    <a:pt x="17" y="104"/>
                  </a:lnTo>
                  <a:close/>
                  <a:moveTo>
                    <a:pt x="80" y="123"/>
                  </a:moveTo>
                  <a:cubicBezTo>
                    <a:pt x="63" y="108"/>
                    <a:pt x="63" y="108"/>
                    <a:pt x="63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96" y="123"/>
                    <a:pt x="96" y="123"/>
                    <a:pt x="96" y="123"/>
                  </a:cubicBezTo>
                  <a:lnTo>
                    <a:pt x="80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8" name="Freeform 108"/>
            <p:cNvSpPr/>
            <p:nvPr/>
          </p:nvSpPr>
          <p:spPr bwMode="auto">
            <a:xfrm>
              <a:off x="5322" y="1125"/>
              <a:ext cx="61" cy="12"/>
            </a:xfrm>
            <a:custGeom>
              <a:avLst/>
              <a:gdLst>
                <a:gd name="T0" fmla="*/ 24 w 26"/>
                <a:gd name="T1" fmla="*/ 0 h 5"/>
                <a:gd name="T2" fmla="*/ 2 w 26"/>
                <a:gd name="T3" fmla="*/ 0 h 5"/>
                <a:gd name="T4" fmla="*/ 0 w 26"/>
                <a:gd name="T5" fmla="*/ 2 h 5"/>
                <a:gd name="T6" fmla="*/ 2 w 26"/>
                <a:gd name="T7" fmla="*/ 5 h 5"/>
                <a:gd name="T8" fmla="*/ 24 w 26"/>
                <a:gd name="T9" fmla="*/ 5 h 5"/>
                <a:gd name="T10" fmla="*/ 26 w 26"/>
                <a:gd name="T11" fmla="*/ 2 h 5"/>
                <a:gd name="T12" fmla="*/ 24 w 26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5">
                  <a:moveTo>
                    <a:pt x="2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5"/>
                    <a:pt x="26" y="4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9" name="Freeform 109"/>
            <p:cNvSpPr>
              <a:spLocks noEditPoints="1"/>
            </p:cNvSpPr>
            <p:nvPr/>
          </p:nvSpPr>
          <p:spPr bwMode="auto">
            <a:xfrm>
              <a:off x="5286" y="1284"/>
              <a:ext cx="45" cy="45"/>
            </a:xfrm>
            <a:custGeom>
              <a:avLst/>
              <a:gdLst>
                <a:gd name="T0" fmla="*/ 9 w 19"/>
                <a:gd name="T1" fmla="*/ 0 h 19"/>
                <a:gd name="T2" fmla="*/ 0 w 19"/>
                <a:gd name="T3" fmla="*/ 10 h 19"/>
                <a:gd name="T4" fmla="*/ 9 w 19"/>
                <a:gd name="T5" fmla="*/ 19 h 19"/>
                <a:gd name="T6" fmla="*/ 19 w 19"/>
                <a:gd name="T7" fmla="*/ 10 h 19"/>
                <a:gd name="T8" fmla="*/ 9 w 19"/>
                <a:gd name="T9" fmla="*/ 0 h 19"/>
                <a:gd name="T10" fmla="*/ 9 w 19"/>
                <a:gd name="T11" fmla="*/ 15 h 19"/>
                <a:gd name="T12" fmla="*/ 4 w 19"/>
                <a:gd name="T13" fmla="*/ 10 h 19"/>
                <a:gd name="T14" fmla="*/ 9 w 19"/>
                <a:gd name="T15" fmla="*/ 4 h 19"/>
                <a:gd name="T16" fmla="*/ 15 w 19"/>
                <a:gd name="T17" fmla="*/ 10 h 19"/>
                <a:gd name="T18" fmla="*/ 9 w 19"/>
                <a:gd name="T19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9">
                  <a:moveTo>
                    <a:pt x="9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19"/>
                    <a:pt x="9" y="19"/>
                  </a:cubicBezTo>
                  <a:cubicBezTo>
                    <a:pt x="15" y="19"/>
                    <a:pt x="19" y="15"/>
                    <a:pt x="19" y="10"/>
                  </a:cubicBezTo>
                  <a:cubicBezTo>
                    <a:pt x="19" y="4"/>
                    <a:pt x="15" y="0"/>
                    <a:pt x="9" y="0"/>
                  </a:cubicBezTo>
                  <a:close/>
                  <a:moveTo>
                    <a:pt x="9" y="15"/>
                  </a:moveTo>
                  <a:cubicBezTo>
                    <a:pt x="7" y="15"/>
                    <a:pt x="4" y="12"/>
                    <a:pt x="4" y="10"/>
                  </a:cubicBezTo>
                  <a:cubicBezTo>
                    <a:pt x="4" y="7"/>
                    <a:pt x="7" y="4"/>
                    <a:pt x="9" y="4"/>
                  </a:cubicBezTo>
                  <a:cubicBezTo>
                    <a:pt x="12" y="4"/>
                    <a:pt x="15" y="7"/>
                    <a:pt x="15" y="10"/>
                  </a:cubicBezTo>
                  <a:cubicBezTo>
                    <a:pt x="15" y="12"/>
                    <a:pt x="12" y="15"/>
                    <a:pt x="9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0" name="Freeform 110"/>
            <p:cNvSpPr>
              <a:spLocks noEditPoints="1"/>
            </p:cNvSpPr>
            <p:nvPr/>
          </p:nvSpPr>
          <p:spPr bwMode="auto">
            <a:xfrm>
              <a:off x="5374" y="1284"/>
              <a:ext cx="45" cy="45"/>
            </a:xfrm>
            <a:custGeom>
              <a:avLst/>
              <a:gdLst>
                <a:gd name="T0" fmla="*/ 10 w 19"/>
                <a:gd name="T1" fmla="*/ 0 h 19"/>
                <a:gd name="T2" fmla="*/ 0 w 19"/>
                <a:gd name="T3" fmla="*/ 10 h 19"/>
                <a:gd name="T4" fmla="*/ 10 w 19"/>
                <a:gd name="T5" fmla="*/ 19 h 19"/>
                <a:gd name="T6" fmla="*/ 19 w 19"/>
                <a:gd name="T7" fmla="*/ 10 h 19"/>
                <a:gd name="T8" fmla="*/ 10 w 19"/>
                <a:gd name="T9" fmla="*/ 0 h 19"/>
                <a:gd name="T10" fmla="*/ 10 w 19"/>
                <a:gd name="T11" fmla="*/ 15 h 19"/>
                <a:gd name="T12" fmla="*/ 4 w 19"/>
                <a:gd name="T13" fmla="*/ 10 h 19"/>
                <a:gd name="T14" fmla="*/ 10 w 19"/>
                <a:gd name="T15" fmla="*/ 4 h 19"/>
                <a:gd name="T16" fmla="*/ 15 w 19"/>
                <a:gd name="T17" fmla="*/ 10 h 19"/>
                <a:gd name="T18" fmla="*/ 10 w 19"/>
                <a:gd name="T19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19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19"/>
                    <a:pt x="10" y="19"/>
                  </a:cubicBezTo>
                  <a:cubicBezTo>
                    <a:pt x="15" y="19"/>
                    <a:pt x="19" y="15"/>
                    <a:pt x="19" y="10"/>
                  </a:cubicBezTo>
                  <a:cubicBezTo>
                    <a:pt x="19" y="4"/>
                    <a:pt x="15" y="0"/>
                    <a:pt x="10" y="0"/>
                  </a:cubicBezTo>
                  <a:close/>
                  <a:moveTo>
                    <a:pt x="10" y="15"/>
                  </a:moveTo>
                  <a:cubicBezTo>
                    <a:pt x="7" y="15"/>
                    <a:pt x="4" y="12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2" y="4"/>
                    <a:pt x="15" y="7"/>
                    <a:pt x="15" y="10"/>
                  </a:cubicBezTo>
                  <a:cubicBezTo>
                    <a:pt x="15" y="12"/>
                    <a:pt x="12" y="15"/>
                    <a:pt x="1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1" name="Freeform 111"/>
            <p:cNvSpPr>
              <a:spLocks noEditPoints="1"/>
            </p:cNvSpPr>
            <p:nvPr/>
          </p:nvSpPr>
          <p:spPr bwMode="auto">
            <a:xfrm>
              <a:off x="4570" y="1088"/>
              <a:ext cx="305" cy="305"/>
            </a:xfrm>
            <a:custGeom>
              <a:avLst/>
              <a:gdLst>
                <a:gd name="T0" fmla="*/ 82 w 129"/>
                <a:gd name="T1" fmla="*/ 104 h 129"/>
                <a:gd name="T2" fmla="*/ 83 w 129"/>
                <a:gd name="T3" fmla="*/ 102 h 129"/>
                <a:gd name="T4" fmla="*/ 80 w 129"/>
                <a:gd name="T5" fmla="*/ 86 h 129"/>
                <a:gd name="T6" fmla="*/ 100 w 129"/>
                <a:gd name="T7" fmla="*/ 72 h 129"/>
                <a:gd name="T8" fmla="*/ 108 w 129"/>
                <a:gd name="T9" fmla="*/ 64 h 129"/>
                <a:gd name="T10" fmla="*/ 127 w 129"/>
                <a:gd name="T11" fmla="*/ 33 h 129"/>
                <a:gd name="T12" fmla="*/ 128 w 129"/>
                <a:gd name="T13" fmla="*/ 19 h 129"/>
                <a:gd name="T14" fmla="*/ 122 w 129"/>
                <a:gd name="T15" fmla="*/ 7 h 129"/>
                <a:gd name="T16" fmla="*/ 122 w 129"/>
                <a:gd name="T17" fmla="*/ 7 h 129"/>
                <a:gd name="T18" fmla="*/ 110 w 129"/>
                <a:gd name="T19" fmla="*/ 1 h 129"/>
                <a:gd name="T20" fmla="*/ 96 w 129"/>
                <a:gd name="T21" fmla="*/ 2 h 129"/>
                <a:gd name="T22" fmla="*/ 65 w 129"/>
                <a:gd name="T23" fmla="*/ 21 h 129"/>
                <a:gd name="T24" fmla="*/ 57 w 129"/>
                <a:gd name="T25" fmla="*/ 29 h 129"/>
                <a:gd name="T26" fmla="*/ 43 w 129"/>
                <a:gd name="T27" fmla="*/ 49 h 129"/>
                <a:gd name="T28" fmla="*/ 27 w 129"/>
                <a:gd name="T29" fmla="*/ 46 h 129"/>
                <a:gd name="T30" fmla="*/ 25 w 129"/>
                <a:gd name="T31" fmla="*/ 47 h 129"/>
                <a:gd name="T32" fmla="*/ 1 w 129"/>
                <a:gd name="T33" fmla="*/ 71 h 129"/>
                <a:gd name="T34" fmla="*/ 0 w 129"/>
                <a:gd name="T35" fmla="*/ 73 h 129"/>
                <a:gd name="T36" fmla="*/ 1 w 129"/>
                <a:gd name="T37" fmla="*/ 74 h 129"/>
                <a:gd name="T38" fmla="*/ 2 w 129"/>
                <a:gd name="T39" fmla="*/ 75 h 129"/>
                <a:gd name="T40" fmla="*/ 25 w 129"/>
                <a:gd name="T41" fmla="*/ 79 h 129"/>
                <a:gd name="T42" fmla="*/ 26 w 129"/>
                <a:gd name="T43" fmla="*/ 80 h 129"/>
                <a:gd name="T44" fmla="*/ 16 w 129"/>
                <a:gd name="T45" fmla="*/ 85 h 129"/>
                <a:gd name="T46" fmla="*/ 15 w 129"/>
                <a:gd name="T47" fmla="*/ 85 h 129"/>
                <a:gd name="T48" fmla="*/ 14 w 129"/>
                <a:gd name="T49" fmla="*/ 87 h 129"/>
                <a:gd name="T50" fmla="*/ 15 w 129"/>
                <a:gd name="T51" fmla="*/ 88 h 129"/>
                <a:gd name="T52" fmla="*/ 40 w 129"/>
                <a:gd name="T53" fmla="*/ 114 h 129"/>
                <a:gd name="T54" fmla="*/ 44 w 129"/>
                <a:gd name="T55" fmla="*/ 114 h 129"/>
                <a:gd name="T56" fmla="*/ 44 w 129"/>
                <a:gd name="T57" fmla="*/ 113 h 129"/>
                <a:gd name="T58" fmla="*/ 49 w 129"/>
                <a:gd name="T59" fmla="*/ 103 h 129"/>
                <a:gd name="T60" fmla="*/ 50 w 129"/>
                <a:gd name="T61" fmla="*/ 104 h 129"/>
                <a:gd name="T62" fmla="*/ 54 w 129"/>
                <a:gd name="T63" fmla="*/ 127 h 129"/>
                <a:gd name="T64" fmla="*/ 55 w 129"/>
                <a:gd name="T65" fmla="*/ 128 h 129"/>
                <a:gd name="T66" fmla="*/ 58 w 129"/>
                <a:gd name="T67" fmla="*/ 128 h 129"/>
                <a:gd name="T68" fmla="*/ 82 w 129"/>
                <a:gd name="T69" fmla="*/ 104 h 129"/>
                <a:gd name="T70" fmla="*/ 21 w 129"/>
                <a:gd name="T71" fmla="*/ 88 h 129"/>
                <a:gd name="T72" fmla="*/ 29 w 129"/>
                <a:gd name="T73" fmla="*/ 84 h 129"/>
                <a:gd name="T74" fmla="*/ 45 w 129"/>
                <a:gd name="T75" fmla="*/ 100 h 129"/>
                <a:gd name="T76" fmla="*/ 41 w 129"/>
                <a:gd name="T77" fmla="*/ 108 h 129"/>
                <a:gd name="T78" fmla="*/ 21 w 129"/>
                <a:gd name="T79" fmla="*/ 88 h 129"/>
                <a:gd name="T80" fmla="*/ 55 w 129"/>
                <a:gd name="T81" fmla="*/ 102 h 129"/>
                <a:gd name="T82" fmla="*/ 27 w 129"/>
                <a:gd name="T83" fmla="*/ 74 h 129"/>
                <a:gd name="T84" fmla="*/ 7 w 129"/>
                <a:gd name="T85" fmla="*/ 71 h 129"/>
                <a:gd name="T86" fmla="*/ 28 w 129"/>
                <a:gd name="T87" fmla="*/ 51 h 129"/>
                <a:gd name="T88" fmla="*/ 45 w 129"/>
                <a:gd name="T89" fmla="*/ 54 h 129"/>
                <a:gd name="T90" fmla="*/ 61 w 129"/>
                <a:gd name="T91" fmla="*/ 32 h 129"/>
                <a:gd name="T92" fmla="*/ 68 w 129"/>
                <a:gd name="T93" fmla="*/ 24 h 129"/>
                <a:gd name="T94" fmla="*/ 97 w 129"/>
                <a:gd name="T95" fmla="*/ 6 h 129"/>
                <a:gd name="T96" fmla="*/ 119 w 129"/>
                <a:gd name="T97" fmla="*/ 10 h 129"/>
                <a:gd name="T98" fmla="*/ 123 w 129"/>
                <a:gd name="T99" fmla="*/ 32 h 129"/>
                <a:gd name="T100" fmla="*/ 105 w 129"/>
                <a:gd name="T101" fmla="*/ 61 h 129"/>
                <a:gd name="T102" fmla="*/ 97 w 129"/>
                <a:gd name="T103" fmla="*/ 68 h 129"/>
                <a:gd name="T104" fmla="*/ 75 w 129"/>
                <a:gd name="T105" fmla="*/ 84 h 129"/>
                <a:gd name="T106" fmla="*/ 78 w 129"/>
                <a:gd name="T107" fmla="*/ 101 h 129"/>
                <a:gd name="T108" fmla="*/ 58 w 129"/>
                <a:gd name="T109" fmla="*/ 122 h 129"/>
                <a:gd name="T110" fmla="*/ 55 w 129"/>
                <a:gd name="T111" fmla="*/ 10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9" h="129">
                  <a:moveTo>
                    <a:pt x="82" y="104"/>
                  </a:moveTo>
                  <a:cubicBezTo>
                    <a:pt x="83" y="103"/>
                    <a:pt x="83" y="102"/>
                    <a:pt x="83" y="102"/>
                  </a:cubicBezTo>
                  <a:cubicBezTo>
                    <a:pt x="80" y="86"/>
                    <a:pt x="80" y="86"/>
                    <a:pt x="80" y="86"/>
                  </a:cubicBezTo>
                  <a:cubicBezTo>
                    <a:pt x="100" y="72"/>
                    <a:pt x="100" y="72"/>
                    <a:pt x="100" y="72"/>
                  </a:cubicBezTo>
                  <a:cubicBezTo>
                    <a:pt x="100" y="71"/>
                    <a:pt x="106" y="67"/>
                    <a:pt x="108" y="64"/>
                  </a:cubicBezTo>
                  <a:cubicBezTo>
                    <a:pt x="118" y="55"/>
                    <a:pt x="124" y="44"/>
                    <a:pt x="127" y="33"/>
                  </a:cubicBezTo>
                  <a:cubicBezTo>
                    <a:pt x="128" y="28"/>
                    <a:pt x="129" y="23"/>
                    <a:pt x="128" y="19"/>
                  </a:cubicBezTo>
                  <a:cubicBezTo>
                    <a:pt x="127" y="14"/>
                    <a:pt x="125" y="10"/>
                    <a:pt x="122" y="7"/>
                  </a:cubicBezTo>
                  <a:cubicBezTo>
                    <a:pt x="122" y="7"/>
                    <a:pt x="122" y="7"/>
                    <a:pt x="122" y="7"/>
                  </a:cubicBezTo>
                  <a:cubicBezTo>
                    <a:pt x="119" y="4"/>
                    <a:pt x="115" y="2"/>
                    <a:pt x="110" y="1"/>
                  </a:cubicBezTo>
                  <a:cubicBezTo>
                    <a:pt x="106" y="0"/>
                    <a:pt x="101" y="1"/>
                    <a:pt x="96" y="2"/>
                  </a:cubicBezTo>
                  <a:cubicBezTo>
                    <a:pt x="85" y="5"/>
                    <a:pt x="74" y="11"/>
                    <a:pt x="65" y="21"/>
                  </a:cubicBezTo>
                  <a:cubicBezTo>
                    <a:pt x="63" y="23"/>
                    <a:pt x="59" y="27"/>
                    <a:pt x="57" y="2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6"/>
                    <a:pt x="26" y="46"/>
                    <a:pt x="25" y="47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1" y="71"/>
                    <a:pt x="0" y="72"/>
                    <a:pt x="0" y="73"/>
                  </a:cubicBezTo>
                  <a:cubicBezTo>
                    <a:pt x="0" y="73"/>
                    <a:pt x="1" y="74"/>
                    <a:pt x="1" y="74"/>
                  </a:cubicBezTo>
                  <a:cubicBezTo>
                    <a:pt x="1" y="75"/>
                    <a:pt x="2" y="75"/>
                    <a:pt x="2" y="75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6" y="85"/>
                    <a:pt x="15" y="85"/>
                    <a:pt x="15" y="85"/>
                  </a:cubicBezTo>
                  <a:cubicBezTo>
                    <a:pt x="15" y="86"/>
                    <a:pt x="14" y="86"/>
                    <a:pt x="14" y="87"/>
                  </a:cubicBezTo>
                  <a:cubicBezTo>
                    <a:pt x="14" y="87"/>
                    <a:pt x="15" y="88"/>
                    <a:pt x="15" y="88"/>
                  </a:cubicBezTo>
                  <a:cubicBezTo>
                    <a:pt x="40" y="114"/>
                    <a:pt x="40" y="114"/>
                    <a:pt x="40" y="114"/>
                  </a:cubicBezTo>
                  <a:cubicBezTo>
                    <a:pt x="41" y="115"/>
                    <a:pt x="43" y="115"/>
                    <a:pt x="44" y="114"/>
                  </a:cubicBezTo>
                  <a:cubicBezTo>
                    <a:pt x="44" y="114"/>
                    <a:pt x="44" y="113"/>
                    <a:pt x="44" y="11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50" y="104"/>
                    <a:pt x="50" y="104"/>
                    <a:pt x="50" y="104"/>
                  </a:cubicBezTo>
                  <a:cubicBezTo>
                    <a:pt x="54" y="127"/>
                    <a:pt x="54" y="127"/>
                    <a:pt x="54" y="127"/>
                  </a:cubicBezTo>
                  <a:cubicBezTo>
                    <a:pt x="54" y="127"/>
                    <a:pt x="54" y="128"/>
                    <a:pt x="55" y="128"/>
                  </a:cubicBezTo>
                  <a:cubicBezTo>
                    <a:pt x="56" y="129"/>
                    <a:pt x="57" y="129"/>
                    <a:pt x="58" y="128"/>
                  </a:cubicBezTo>
                  <a:lnTo>
                    <a:pt x="82" y="104"/>
                  </a:lnTo>
                  <a:close/>
                  <a:moveTo>
                    <a:pt x="21" y="88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1" y="108"/>
                    <a:pt x="41" y="108"/>
                    <a:pt x="41" y="108"/>
                  </a:cubicBezTo>
                  <a:lnTo>
                    <a:pt x="21" y="88"/>
                  </a:lnTo>
                  <a:close/>
                  <a:moveTo>
                    <a:pt x="55" y="102"/>
                  </a:moveTo>
                  <a:cubicBezTo>
                    <a:pt x="27" y="74"/>
                    <a:pt x="27" y="74"/>
                    <a:pt x="27" y="74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61" y="32"/>
                    <a:pt x="66" y="26"/>
                    <a:pt x="68" y="24"/>
                  </a:cubicBezTo>
                  <a:cubicBezTo>
                    <a:pt x="77" y="15"/>
                    <a:pt x="87" y="9"/>
                    <a:pt x="97" y="6"/>
                  </a:cubicBezTo>
                  <a:cubicBezTo>
                    <a:pt x="106" y="4"/>
                    <a:pt x="114" y="5"/>
                    <a:pt x="119" y="10"/>
                  </a:cubicBezTo>
                  <a:cubicBezTo>
                    <a:pt x="124" y="15"/>
                    <a:pt x="125" y="23"/>
                    <a:pt x="123" y="32"/>
                  </a:cubicBezTo>
                  <a:cubicBezTo>
                    <a:pt x="120" y="42"/>
                    <a:pt x="114" y="52"/>
                    <a:pt x="105" y="61"/>
                  </a:cubicBezTo>
                  <a:cubicBezTo>
                    <a:pt x="103" y="63"/>
                    <a:pt x="99" y="66"/>
                    <a:pt x="97" y="68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58" y="122"/>
                    <a:pt x="58" y="122"/>
                    <a:pt x="58" y="122"/>
                  </a:cubicBezTo>
                  <a:lnTo>
                    <a:pt x="55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2" name="Freeform 112"/>
            <p:cNvSpPr>
              <a:spLocks noEditPoints="1"/>
            </p:cNvSpPr>
            <p:nvPr/>
          </p:nvSpPr>
          <p:spPr bwMode="auto">
            <a:xfrm>
              <a:off x="4719" y="1196"/>
              <a:ext cx="47" cy="48"/>
            </a:xfrm>
            <a:custGeom>
              <a:avLst/>
              <a:gdLst>
                <a:gd name="T0" fmla="*/ 17 w 20"/>
                <a:gd name="T1" fmla="*/ 3 h 20"/>
                <a:gd name="T2" fmla="*/ 10 w 20"/>
                <a:gd name="T3" fmla="*/ 0 h 20"/>
                <a:gd name="T4" fmla="*/ 4 w 20"/>
                <a:gd name="T5" fmla="*/ 3 h 20"/>
                <a:gd name="T6" fmla="*/ 4 w 20"/>
                <a:gd name="T7" fmla="*/ 16 h 20"/>
                <a:gd name="T8" fmla="*/ 17 w 20"/>
                <a:gd name="T9" fmla="*/ 16 h 20"/>
                <a:gd name="T10" fmla="*/ 20 w 20"/>
                <a:gd name="T11" fmla="*/ 10 h 20"/>
                <a:gd name="T12" fmla="*/ 17 w 20"/>
                <a:gd name="T13" fmla="*/ 3 h 20"/>
                <a:gd name="T14" fmla="*/ 10 w 20"/>
                <a:gd name="T15" fmla="*/ 15 h 20"/>
                <a:gd name="T16" fmla="*/ 7 w 20"/>
                <a:gd name="T17" fmla="*/ 13 h 20"/>
                <a:gd name="T18" fmla="*/ 5 w 20"/>
                <a:gd name="T19" fmla="*/ 10 h 20"/>
                <a:gd name="T20" fmla="*/ 7 w 20"/>
                <a:gd name="T21" fmla="*/ 6 h 20"/>
                <a:gd name="T22" fmla="*/ 14 w 20"/>
                <a:gd name="T23" fmla="*/ 6 h 20"/>
                <a:gd name="T24" fmla="*/ 14 w 20"/>
                <a:gd name="T25" fmla="*/ 13 h 20"/>
                <a:gd name="T26" fmla="*/ 10 w 20"/>
                <a:gd name="T27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0">
                  <a:moveTo>
                    <a:pt x="17" y="3"/>
                  </a:moveTo>
                  <a:cubicBezTo>
                    <a:pt x="15" y="1"/>
                    <a:pt x="13" y="0"/>
                    <a:pt x="10" y="0"/>
                  </a:cubicBezTo>
                  <a:cubicBezTo>
                    <a:pt x="8" y="0"/>
                    <a:pt x="5" y="1"/>
                    <a:pt x="4" y="3"/>
                  </a:cubicBezTo>
                  <a:cubicBezTo>
                    <a:pt x="0" y="7"/>
                    <a:pt x="0" y="13"/>
                    <a:pt x="4" y="16"/>
                  </a:cubicBezTo>
                  <a:cubicBezTo>
                    <a:pt x="7" y="20"/>
                    <a:pt x="14" y="20"/>
                    <a:pt x="17" y="16"/>
                  </a:cubicBezTo>
                  <a:cubicBezTo>
                    <a:pt x="19" y="15"/>
                    <a:pt x="20" y="12"/>
                    <a:pt x="20" y="10"/>
                  </a:cubicBezTo>
                  <a:cubicBezTo>
                    <a:pt x="20" y="7"/>
                    <a:pt x="19" y="5"/>
                    <a:pt x="17" y="3"/>
                  </a:cubicBezTo>
                  <a:close/>
                  <a:moveTo>
                    <a:pt x="10" y="15"/>
                  </a:moveTo>
                  <a:cubicBezTo>
                    <a:pt x="9" y="15"/>
                    <a:pt x="8" y="14"/>
                    <a:pt x="7" y="13"/>
                  </a:cubicBezTo>
                  <a:cubicBezTo>
                    <a:pt x="6" y="12"/>
                    <a:pt x="5" y="11"/>
                    <a:pt x="5" y="10"/>
                  </a:cubicBezTo>
                  <a:cubicBezTo>
                    <a:pt x="5" y="8"/>
                    <a:pt x="6" y="7"/>
                    <a:pt x="7" y="6"/>
                  </a:cubicBezTo>
                  <a:cubicBezTo>
                    <a:pt x="9" y="4"/>
                    <a:pt x="12" y="4"/>
                    <a:pt x="14" y="6"/>
                  </a:cubicBezTo>
                  <a:cubicBezTo>
                    <a:pt x="16" y="8"/>
                    <a:pt x="16" y="11"/>
                    <a:pt x="14" y="13"/>
                  </a:cubicBezTo>
                  <a:cubicBezTo>
                    <a:pt x="13" y="14"/>
                    <a:pt x="12" y="15"/>
                    <a:pt x="1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Freeform 113"/>
            <p:cNvSpPr>
              <a:spLocks noEditPoints="1"/>
            </p:cNvSpPr>
            <p:nvPr/>
          </p:nvSpPr>
          <p:spPr bwMode="auto">
            <a:xfrm>
              <a:off x="4773" y="1140"/>
              <a:ext cx="52" cy="49"/>
            </a:xfrm>
            <a:custGeom>
              <a:avLst/>
              <a:gdLst>
                <a:gd name="T0" fmla="*/ 18 w 22"/>
                <a:gd name="T1" fmla="*/ 3 h 21"/>
                <a:gd name="T2" fmla="*/ 11 w 22"/>
                <a:gd name="T3" fmla="*/ 0 h 21"/>
                <a:gd name="T4" fmla="*/ 4 w 22"/>
                <a:gd name="T5" fmla="*/ 3 h 21"/>
                <a:gd name="T6" fmla="*/ 4 w 22"/>
                <a:gd name="T7" fmla="*/ 17 h 21"/>
                <a:gd name="T8" fmla="*/ 18 w 22"/>
                <a:gd name="T9" fmla="*/ 17 h 21"/>
                <a:gd name="T10" fmla="*/ 18 w 22"/>
                <a:gd name="T11" fmla="*/ 3 h 21"/>
                <a:gd name="T12" fmla="*/ 11 w 22"/>
                <a:gd name="T13" fmla="*/ 15 h 21"/>
                <a:gd name="T14" fmla="*/ 7 w 22"/>
                <a:gd name="T15" fmla="*/ 14 h 21"/>
                <a:gd name="T16" fmla="*/ 6 w 22"/>
                <a:gd name="T17" fmla="*/ 10 h 21"/>
                <a:gd name="T18" fmla="*/ 7 w 22"/>
                <a:gd name="T19" fmla="*/ 6 h 21"/>
                <a:gd name="T20" fmla="*/ 15 w 22"/>
                <a:gd name="T21" fmla="*/ 6 h 21"/>
                <a:gd name="T22" fmla="*/ 15 w 22"/>
                <a:gd name="T23" fmla="*/ 14 h 21"/>
                <a:gd name="T24" fmla="*/ 11 w 22"/>
                <a:gd name="T25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1">
                  <a:moveTo>
                    <a:pt x="18" y="3"/>
                  </a:moveTo>
                  <a:cubicBezTo>
                    <a:pt x="16" y="1"/>
                    <a:pt x="14" y="0"/>
                    <a:pt x="11" y="0"/>
                  </a:cubicBezTo>
                  <a:cubicBezTo>
                    <a:pt x="8" y="0"/>
                    <a:pt x="6" y="1"/>
                    <a:pt x="4" y="3"/>
                  </a:cubicBezTo>
                  <a:cubicBezTo>
                    <a:pt x="0" y="7"/>
                    <a:pt x="0" y="13"/>
                    <a:pt x="4" y="17"/>
                  </a:cubicBezTo>
                  <a:cubicBezTo>
                    <a:pt x="8" y="21"/>
                    <a:pt x="14" y="21"/>
                    <a:pt x="18" y="17"/>
                  </a:cubicBezTo>
                  <a:cubicBezTo>
                    <a:pt x="22" y="13"/>
                    <a:pt x="22" y="7"/>
                    <a:pt x="18" y="3"/>
                  </a:cubicBezTo>
                  <a:close/>
                  <a:moveTo>
                    <a:pt x="11" y="15"/>
                  </a:moveTo>
                  <a:cubicBezTo>
                    <a:pt x="10" y="15"/>
                    <a:pt x="8" y="15"/>
                    <a:pt x="7" y="14"/>
                  </a:cubicBezTo>
                  <a:cubicBezTo>
                    <a:pt x="6" y="13"/>
                    <a:pt x="6" y="11"/>
                    <a:pt x="6" y="10"/>
                  </a:cubicBezTo>
                  <a:cubicBezTo>
                    <a:pt x="6" y="9"/>
                    <a:pt x="6" y="7"/>
                    <a:pt x="7" y="6"/>
                  </a:cubicBezTo>
                  <a:cubicBezTo>
                    <a:pt x="9" y="4"/>
                    <a:pt x="13" y="4"/>
                    <a:pt x="15" y="6"/>
                  </a:cubicBezTo>
                  <a:cubicBezTo>
                    <a:pt x="17" y="8"/>
                    <a:pt x="17" y="12"/>
                    <a:pt x="15" y="14"/>
                  </a:cubicBezTo>
                  <a:cubicBezTo>
                    <a:pt x="14" y="15"/>
                    <a:pt x="12" y="15"/>
                    <a:pt x="11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4" name="Freeform 114"/>
            <p:cNvSpPr>
              <a:spLocks noEditPoints="1"/>
            </p:cNvSpPr>
            <p:nvPr/>
          </p:nvSpPr>
          <p:spPr bwMode="auto">
            <a:xfrm>
              <a:off x="3990" y="1099"/>
              <a:ext cx="303" cy="303"/>
            </a:xfrm>
            <a:custGeom>
              <a:avLst/>
              <a:gdLst>
                <a:gd name="T0" fmla="*/ 127 w 128"/>
                <a:gd name="T1" fmla="*/ 1 h 128"/>
                <a:gd name="T2" fmla="*/ 125 w 128"/>
                <a:gd name="T3" fmla="*/ 0 h 128"/>
                <a:gd name="T4" fmla="*/ 109 w 128"/>
                <a:gd name="T5" fmla="*/ 3 h 128"/>
                <a:gd name="T6" fmla="*/ 108 w 128"/>
                <a:gd name="T7" fmla="*/ 4 h 128"/>
                <a:gd name="T8" fmla="*/ 82 w 128"/>
                <a:gd name="T9" fmla="*/ 29 h 128"/>
                <a:gd name="T10" fmla="*/ 11 w 128"/>
                <a:gd name="T11" fmla="*/ 8 h 128"/>
                <a:gd name="T12" fmla="*/ 9 w 128"/>
                <a:gd name="T13" fmla="*/ 9 h 128"/>
                <a:gd name="T14" fmla="*/ 1 w 128"/>
                <a:gd name="T15" fmla="*/ 17 h 128"/>
                <a:gd name="T16" fmla="*/ 1 w 128"/>
                <a:gd name="T17" fmla="*/ 20 h 128"/>
                <a:gd name="T18" fmla="*/ 1 w 128"/>
                <a:gd name="T19" fmla="*/ 21 h 128"/>
                <a:gd name="T20" fmla="*/ 54 w 128"/>
                <a:gd name="T21" fmla="*/ 58 h 128"/>
                <a:gd name="T22" fmla="*/ 31 w 128"/>
                <a:gd name="T23" fmla="*/ 81 h 128"/>
                <a:gd name="T24" fmla="*/ 11 w 128"/>
                <a:gd name="T25" fmla="*/ 76 h 128"/>
                <a:gd name="T26" fmla="*/ 9 w 128"/>
                <a:gd name="T27" fmla="*/ 76 h 128"/>
                <a:gd name="T28" fmla="*/ 1 w 128"/>
                <a:gd name="T29" fmla="*/ 84 h 128"/>
                <a:gd name="T30" fmla="*/ 1 w 128"/>
                <a:gd name="T31" fmla="*/ 87 h 128"/>
                <a:gd name="T32" fmla="*/ 1 w 128"/>
                <a:gd name="T33" fmla="*/ 88 h 128"/>
                <a:gd name="T34" fmla="*/ 2 w 128"/>
                <a:gd name="T35" fmla="*/ 88 h 128"/>
                <a:gd name="T36" fmla="*/ 25 w 128"/>
                <a:gd name="T37" fmla="*/ 104 h 128"/>
                <a:gd name="T38" fmla="*/ 40 w 128"/>
                <a:gd name="T39" fmla="*/ 126 h 128"/>
                <a:gd name="T40" fmla="*/ 40 w 128"/>
                <a:gd name="T41" fmla="*/ 126 h 128"/>
                <a:gd name="T42" fmla="*/ 40 w 128"/>
                <a:gd name="T43" fmla="*/ 127 h 128"/>
                <a:gd name="T44" fmla="*/ 41 w 128"/>
                <a:gd name="T45" fmla="*/ 127 h 128"/>
                <a:gd name="T46" fmla="*/ 44 w 128"/>
                <a:gd name="T47" fmla="*/ 127 h 128"/>
                <a:gd name="T48" fmla="*/ 52 w 128"/>
                <a:gd name="T49" fmla="*/ 119 h 128"/>
                <a:gd name="T50" fmla="*/ 52 w 128"/>
                <a:gd name="T51" fmla="*/ 117 h 128"/>
                <a:gd name="T52" fmla="*/ 47 w 128"/>
                <a:gd name="T53" fmla="*/ 97 h 128"/>
                <a:gd name="T54" fmla="*/ 70 w 128"/>
                <a:gd name="T55" fmla="*/ 74 h 128"/>
                <a:gd name="T56" fmla="*/ 107 w 128"/>
                <a:gd name="T57" fmla="*/ 127 h 128"/>
                <a:gd name="T58" fmla="*/ 108 w 128"/>
                <a:gd name="T59" fmla="*/ 127 h 128"/>
                <a:gd name="T60" fmla="*/ 111 w 128"/>
                <a:gd name="T61" fmla="*/ 127 h 128"/>
                <a:gd name="T62" fmla="*/ 119 w 128"/>
                <a:gd name="T63" fmla="*/ 119 h 128"/>
                <a:gd name="T64" fmla="*/ 119 w 128"/>
                <a:gd name="T65" fmla="*/ 119 h 128"/>
                <a:gd name="T66" fmla="*/ 120 w 128"/>
                <a:gd name="T67" fmla="*/ 117 h 128"/>
                <a:gd name="T68" fmla="*/ 99 w 128"/>
                <a:gd name="T69" fmla="*/ 46 h 128"/>
                <a:gd name="T70" fmla="*/ 124 w 128"/>
                <a:gd name="T71" fmla="*/ 20 h 128"/>
                <a:gd name="T72" fmla="*/ 125 w 128"/>
                <a:gd name="T73" fmla="*/ 19 h 128"/>
                <a:gd name="T74" fmla="*/ 128 w 128"/>
                <a:gd name="T75" fmla="*/ 3 h 128"/>
                <a:gd name="T76" fmla="*/ 127 w 128"/>
                <a:gd name="T77" fmla="*/ 1 h 128"/>
                <a:gd name="T78" fmla="*/ 115 w 128"/>
                <a:gd name="T79" fmla="*/ 117 h 128"/>
                <a:gd name="T80" fmla="*/ 110 w 128"/>
                <a:gd name="T81" fmla="*/ 122 h 128"/>
                <a:gd name="T82" fmla="*/ 74 w 128"/>
                <a:gd name="T83" fmla="*/ 71 h 128"/>
                <a:gd name="T84" fmla="*/ 95 w 128"/>
                <a:gd name="T85" fmla="*/ 50 h 128"/>
                <a:gd name="T86" fmla="*/ 115 w 128"/>
                <a:gd name="T87" fmla="*/ 117 h 128"/>
                <a:gd name="T88" fmla="*/ 120 w 128"/>
                <a:gd name="T89" fmla="*/ 18 h 128"/>
                <a:gd name="T90" fmla="*/ 120 w 128"/>
                <a:gd name="T91" fmla="*/ 18 h 128"/>
                <a:gd name="T92" fmla="*/ 42 w 128"/>
                <a:gd name="T93" fmla="*/ 96 h 128"/>
                <a:gd name="T94" fmla="*/ 48 w 128"/>
                <a:gd name="T95" fmla="*/ 117 h 128"/>
                <a:gd name="T96" fmla="*/ 43 w 128"/>
                <a:gd name="T97" fmla="*/ 122 h 128"/>
                <a:gd name="T98" fmla="*/ 28 w 128"/>
                <a:gd name="T99" fmla="*/ 100 h 128"/>
                <a:gd name="T100" fmla="*/ 6 w 128"/>
                <a:gd name="T101" fmla="*/ 85 h 128"/>
                <a:gd name="T102" fmla="*/ 11 w 128"/>
                <a:gd name="T103" fmla="*/ 80 h 128"/>
                <a:gd name="T104" fmla="*/ 32 w 128"/>
                <a:gd name="T105" fmla="*/ 86 h 128"/>
                <a:gd name="T106" fmla="*/ 61 w 128"/>
                <a:gd name="T107" fmla="*/ 57 h 128"/>
                <a:gd name="T108" fmla="*/ 6 w 128"/>
                <a:gd name="T109" fmla="*/ 18 h 128"/>
                <a:gd name="T110" fmla="*/ 11 w 128"/>
                <a:gd name="T111" fmla="*/ 13 h 128"/>
                <a:gd name="T112" fmla="*/ 83 w 128"/>
                <a:gd name="T113" fmla="*/ 35 h 128"/>
                <a:gd name="T114" fmla="*/ 110 w 128"/>
                <a:gd name="T115" fmla="*/ 8 h 128"/>
                <a:gd name="T116" fmla="*/ 123 w 128"/>
                <a:gd name="T117" fmla="*/ 5 h 128"/>
                <a:gd name="T118" fmla="*/ 120 w 128"/>
                <a:gd name="T119" fmla="*/ 1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8" h="128">
                  <a:moveTo>
                    <a:pt x="127" y="1"/>
                  </a:moveTo>
                  <a:cubicBezTo>
                    <a:pt x="127" y="0"/>
                    <a:pt x="126" y="0"/>
                    <a:pt x="125" y="0"/>
                  </a:cubicBezTo>
                  <a:cubicBezTo>
                    <a:pt x="109" y="3"/>
                    <a:pt x="109" y="3"/>
                    <a:pt x="109" y="3"/>
                  </a:cubicBezTo>
                  <a:cubicBezTo>
                    <a:pt x="108" y="3"/>
                    <a:pt x="108" y="4"/>
                    <a:pt x="108" y="4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8"/>
                    <a:pt x="0" y="19"/>
                    <a:pt x="1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5"/>
                    <a:pt x="9" y="76"/>
                    <a:pt x="9" y="76"/>
                  </a:cubicBezTo>
                  <a:cubicBezTo>
                    <a:pt x="8" y="76"/>
                    <a:pt x="1" y="84"/>
                    <a:pt x="1" y="84"/>
                  </a:cubicBezTo>
                  <a:cubicBezTo>
                    <a:pt x="0" y="85"/>
                    <a:pt x="0" y="86"/>
                    <a:pt x="1" y="87"/>
                  </a:cubicBezTo>
                  <a:cubicBezTo>
                    <a:pt x="1" y="87"/>
                    <a:pt x="1" y="87"/>
                    <a:pt x="1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2" y="128"/>
                    <a:pt x="43" y="128"/>
                    <a:pt x="44" y="127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2" y="119"/>
                    <a:pt x="53" y="118"/>
                    <a:pt x="52" y="117"/>
                  </a:cubicBezTo>
                  <a:cubicBezTo>
                    <a:pt x="47" y="97"/>
                    <a:pt x="47" y="97"/>
                    <a:pt x="47" y="97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7" y="127"/>
                    <a:pt x="108" y="127"/>
                    <a:pt x="108" y="127"/>
                  </a:cubicBezTo>
                  <a:cubicBezTo>
                    <a:pt x="109" y="128"/>
                    <a:pt x="110" y="128"/>
                    <a:pt x="111" y="127"/>
                  </a:cubicBezTo>
                  <a:cubicBezTo>
                    <a:pt x="116" y="122"/>
                    <a:pt x="118" y="120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20" y="118"/>
                    <a:pt x="120" y="117"/>
                    <a:pt x="120" y="117"/>
                  </a:cubicBezTo>
                  <a:cubicBezTo>
                    <a:pt x="99" y="46"/>
                    <a:pt x="99" y="46"/>
                    <a:pt x="99" y="46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5" y="20"/>
                    <a:pt x="125" y="19"/>
                  </a:cubicBezTo>
                  <a:cubicBezTo>
                    <a:pt x="128" y="3"/>
                    <a:pt x="128" y="3"/>
                    <a:pt x="128" y="3"/>
                  </a:cubicBezTo>
                  <a:cubicBezTo>
                    <a:pt x="128" y="2"/>
                    <a:pt x="128" y="1"/>
                    <a:pt x="127" y="1"/>
                  </a:cubicBezTo>
                  <a:close/>
                  <a:moveTo>
                    <a:pt x="115" y="117"/>
                  </a:moveTo>
                  <a:cubicBezTo>
                    <a:pt x="110" y="122"/>
                    <a:pt x="110" y="122"/>
                    <a:pt x="110" y="12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95" y="50"/>
                    <a:pt x="95" y="50"/>
                    <a:pt x="95" y="50"/>
                  </a:cubicBezTo>
                  <a:lnTo>
                    <a:pt x="115" y="117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23" y="5"/>
                    <a:pt x="123" y="5"/>
                    <a:pt x="123" y="5"/>
                  </a:cubicBezTo>
                  <a:lnTo>
                    <a:pt x="12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5" name="Freeform 115"/>
            <p:cNvSpPr>
              <a:spLocks noEditPoints="1"/>
            </p:cNvSpPr>
            <p:nvPr/>
          </p:nvSpPr>
          <p:spPr bwMode="auto">
            <a:xfrm>
              <a:off x="3387" y="1099"/>
              <a:ext cx="298" cy="303"/>
            </a:xfrm>
            <a:custGeom>
              <a:avLst/>
              <a:gdLst>
                <a:gd name="T0" fmla="*/ 126 w 126"/>
                <a:gd name="T1" fmla="*/ 61 h 128"/>
                <a:gd name="T2" fmla="*/ 124 w 126"/>
                <a:gd name="T3" fmla="*/ 59 h 128"/>
                <a:gd name="T4" fmla="*/ 102 w 126"/>
                <a:gd name="T5" fmla="*/ 51 h 128"/>
                <a:gd name="T6" fmla="*/ 102 w 126"/>
                <a:gd name="T7" fmla="*/ 6 h 128"/>
                <a:gd name="T8" fmla="*/ 96 w 126"/>
                <a:gd name="T9" fmla="*/ 0 h 128"/>
                <a:gd name="T10" fmla="*/ 29 w 126"/>
                <a:gd name="T11" fmla="*/ 0 h 128"/>
                <a:gd name="T12" fmla="*/ 23 w 126"/>
                <a:gd name="T13" fmla="*/ 6 h 128"/>
                <a:gd name="T14" fmla="*/ 23 w 126"/>
                <a:gd name="T15" fmla="*/ 51 h 128"/>
                <a:gd name="T16" fmla="*/ 2 w 126"/>
                <a:gd name="T17" fmla="*/ 59 h 128"/>
                <a:gd name="T18" fmla="*/ 0 w 126"/>
                <a:gd name="T19" fmla="*/ 61 h 128"/>
                <a:gd name="T20" fmla="*/ 1 w 126"/>
                <a:gd name="T21" fmla="*/ 62 h 128"/>
                <a:gd name="T22" fmla="*/ 30 w 126"/>
                <a:gd name="T23" fmla="*/ 127 h 128"/>
                <a:gd name="T24" fmla="*/ 32 w 126"/>
                <a:gd name="T25" fmla="*/ 128 h 128"/>
                <a:gd name="T26" fmla="*/ 94 w 126"/>
                <a:gd name="T27" fmla="*/ 128 h 128"/>
                <a:gd name="T28" fmla="*/ 96 w 126"/>
                <a:gd name="T29" fmla="*/ 127 h 128"/>
                <a:gd name="T30" fmla="*/ 125 w 126"/>
                <a:gd name="T31" fmla="*/ 62 h 128"/>
                <a:gd name="T32" fmla="*/ 126 w 126"/>
                <a:gd name="T33" fmla="*/ 61 h 128"/>
                <a:gd name="T34" fmla="*/ 61 w 126"/>
                <a:gd name="T35" fmla="*/ 123 h 128"/>
                <a:gd name="T36" fmla="*/ 33 w 126"/>
                <a:gd name="T37" fmla="*/ 123 h 128"/>
                <a:gd name="T38" fmla="*/ 6 w 126"/>
                <a:gd name="T39" fmla="*/ 62 h 128"/>
                <a:gd name="T40" fmla="*/ 61 w 126"/>
                <a:gd name="T41" fmla="*/ 43 h 128"/>
                <a:gd name="T42" fmla="*/ 61 w 126"/>
                <a:gd name="T43" fmla="*/ 123 h 128"/>
                <a:gd name="T44" fmla="*/ 62 w 126"/>
                <a:gd name="T45" fmla="*/ 37 h 128"/>
                <a:gd name="T46" fmla="*/ 28 w 126"/>
                <a:gd name="T47" fmla="*/ 49 h 128"/>
                <a:gd name="T48" fmla="*/ 28 w 126"/>
                <a:gd name="T49" fmla="*/ 5 h 128"/>
                <a:gd name="T50" fmla="*/ 98 w 126"/>
                <a:gd name="T51" fmla="*/ 5 h 128"/>
                <a:gd name="T52" fmla="*/ 98 w 126"/>
                <a:gd name="T53" fmla="*/ 49 h 128"/>
                <a:gd name="T54" fmla="*/ 64 w 126"/>
                <a:gd name="T55" fmla="*/ 37 h 128"/>
                <a:gd name="T56" fmla="*/ 62 w 126"/>
                <a:gd name="T57" fmla="*/ 37 h 128"/>
                <a:gd name="T58" fmla="*/ 93 w 126"/>
                <a:gd name="T59" fmla="*/ 123 h 128"/>
                <a:gd name="T60" fmla="*/ 65 w 126"/>
                <a:gd name="T61" fmla="*/ 123 h 128"/>
                <a:gd name="T62" fmla="*/ 65 w 126"/>
                <a:gd name="T63" fmla="*/ 43 h 128"/>
                <a:gd name="T64" fmla="*/ 120 w 126"/>
                <a:gd name="T65" fmla="*/ 62 h 128"/>
                <a:gd name="T66" fmla="*/ 93 w 126"/>
                <a:gd name="T6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6" h="128">
                  <a:moveTo>
                    <a:pt x="126" y="61"/>
                  </a:moveTo>
                  <a:cubicBezTo>
                    <a:pt x="126" y="60"/>
                    <a:pt x="125" y="59"/>
                    <a:pt x="124" y="59"/>
                  </a:cubicBezTo>
                  <a:cubicBezTo>
                    <a:pt x="102" y="51"/>
                    <a:pt x="102" y="51"/>
                    <a:pt x="102" y="51"/>
                  </a:cubicBezTo>
                  <a:cubicBezTo>
                    <a:pt x="102" y="6"/>
                    <a:pt x="102" y="6"/>
                    <a:pt x="102" y="6"/>
                  </a:cubicBezTo>
                  <a:cubicBezTo>
                    <a:pt x="102" y="3"/>
                    <a:pt x="99" y="0"/>
                    <a:pt x="96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23" y="3"/>
                    <a:pt x="23" y="6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1" y="59"/>
                    <a:pt x="0" y="60"/>
                    <a:pt x="0" y="61"/>
                  </a:cubicBezTo>
                  <a:cubicBezTo>
                    <a:pt x="0" y="61"/>
                    <a:pt x="0" y="61"/>
                    <a:pt x="1" y="62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8"/>
                    <a:pt x="31" y="128"/>
                    <a:pt x="32" y="128"/>
                  </a:cubicBezTo>
                  <a:cubicBezTo>
                    <a:pt x="94" y="128"/>
                    <a:pt x="94" y="128"/>
                    <a:pt x="94" y="128"/>
                  </a:cubicBezTo>
                  <a:cubicBezTo>
                    <a:pt x="95" y="128"/>
                    <a:pt x="96" y="128"/>
                    <a:pt x="96" y="127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6" y="61"/>
                    <a:pt x="126" y="61"/>
                    <a:pt x="126" y="61"/>
                  </a:cubicBezTo>
                  <a:close/>
                  <a:moveTo>
                    <a:pt x="61" y="123"/>
                  </a:moveTo>
                  <a:cubicBezTo>
                    <a:pt x="33" y="123"/>
                    <a:pt x="33" y="123"/>
                    <a:pt x="33" y="123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1" y="43"/>
                    <a:pt x="61" y="43"/>
                    <a:pt x="61" y="43"/>
                  </a:cubicBezTo>
                  <a:lnTo>
                    <a:pt x="61" y="123"/>
                  </a:lnTo>
                  <a:close/>
                  <a:moveTo>
                    <a:pt x="62" y="37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3" y="37"/>
                    <a:pt x="63" y="37"/>
                    <a:pt x="62" y="37"/>
                  </a:cubicBezTo>
                  <a:close/>
                  <a:moveTo>
                    <a:pt x="93" y="123"/>
                  </a:moveTo>
                  <a:cubicBezTo>
                    <a:pt x="65" y="123"/>
                    <a:pt x="65" y="123"/>
                    <a:pt x="65" y="12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120" y="62"/>
                    <a:pt x="120" y="62"/>
                    <a:pt x="120" y="62"/>
                  </a:cubicBezTo>
                  <a:lnTo>
                    <a:pt x="93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Freeform 116"/>
            <p:cNvSpPr>
              <a:spLocks noEditPoints="1"/>
            </p:cNvSpPr>
            <p:nvPr/>
          </p:nvSpPr>
          <p:spPr bwMode="auto">
            <a:xfrm>
              <a:off x="2779" y="1187"/>
              <a:ext cx="303" cy="128"/>
            </a:xfrm>
            <a:custGeom>
              <a:avLst/>
              <a:gdLst>
                <a:gd name="T0" fmla="*/ 126 w 128"/>
                <a:gd name="T1" fmla="*/ 25 h 54"/>
                <a:gd name="T2" fmla="*/ 103 w 128"/>
                <a:gd name="T3" fmla="*/ 25 h 54"/>
                <a:gd name="T4" fmla="*/ 103 w 128"/>
                <a:gd name="T5" fmla="*/ 2 h 54"/>
                <a:gd name="T6" fmla="*/ 101 w 128"/>
                <a:gd name="T7" fmla="*/ 0 h 54"/>
                <a:gd name="T8" fmla="*/ 76 w 128"/>
                <a:gd name="T9" fmla="*/ 0 h 54"/>
                <a:gd name="T10" fmla="*/ 74 w 128"/>
                <a:gd name="T11" fmla="*/ 2 h 54"/>
                <a:gd name="T12" fmla="*/ 74 w 128"/>
                <a:gd name="T13" fmla="*/ 25 h 54"/>
                <a:gd name="T14" fmla="*/ 54 w 128"/>
                <a:gd name="T15" fmla="*/ 25 h 54"/>
                <a:gd name="T16" fmla="*/ 54 w 128"/>
                <a:gd name="T17" fmla="*/ 2 h 54"/>
                <a:gd name="T18" fmla="*/ 52 w 128"/>
                <a:gd name="T19" fmla="*/ 0 h 54"/>
                <a:gd name="T20" fmla="*/ 27 w 128"/>
                <a:gd name="T21" fmla="*/ 0 h 54"/>
                <a:gd name="T22" fmla="*/ 25 w 128"/>
                <a:gd name="T23" fmla="*/ 2 h 54"/>
                <a:gd name="T24" fmla="*/ 25 w 128"/>
                <a:gd name="T25" fmla="*/ 25 h 54"/>
                <a:gd name="T26" fmla="*/ 2 w 128"/>
                <a:gd name="T27" fmla="*/ 25 h 54"/>
                <a:gd name="T28" fmla="*/ 0 w 128"/>
                <a:gd name="T29" fmla="*/ 27 h 54"/>
                <a:gd name="T30" fmla="*/ 0 w 128"/>
                <a:gd name="T31" fmla="*/ 52 h 54"/>
                <a:gd name="T32" fmla="*/ 2 w 128"/>
                <a:gd name="T33" fmla="*/ 54 h 54"/>
                <a:gd name="T34" fmla="*/ 27 w 128"/>
                <a:gd name="T35" fmla="*/ 54 h 54"/>
                <a:gd name="T36" fmla="*/ 29 w 128"/>
                <a:gd name="T37" fmla="*/ 52 h 54"/>
                <a:gd name="T38" fmla="*/ 29 w 128"/>
                <a:gd name="T39" fmla="*/ 29 h 54"/>
                <a:gd name="T40" fmla="*/ 49 w 128"/>
                <a:gd name="T41" fmla="*/ 29 h 54"/>
                <a:gd name="T42" fmla="*/ 49 w 128"/>
                <a:gd name="T43" fmla="*/ 52 h 54"/>
                <a:gd name="T44" fmla="*/ 52 w 128"/>
                <a:gd name="T45" fmla="*/ 54 h 54"/>
                <a:gd name="T46" fmla="*/ 76 w 128"/>
                <a:gd name="T47" fmla="*/ 54 h 54"/>
                <a:gd name="T48" fmla="*/ 79 w 128"/>
                <a:gd name="T49" fmla="*/ 52 h 54"/>
                <a:gd name="T50" fmla="*/ 79 w 128"/>
                <a:gd name="T51" fmla="*/ 29 h 54"/>
                <a:gd name="T52" fmla="*/ 99 w 128"/>
                <a:gd name="T53" fmla="*/ 29 h 54"/>
                <a:gd name="T54" fmla="*/ 99 w 128"/>
                <a:gd name="T55" fmla="*/ 52 h 54"/>
                <a:gd name="T56" fmla="*/ 101 w 128"/>
                <a:gd name="T57" fmla="*/ 54 h 54"/>
                <a:gd name="T58" fmla="*/ 126 w 128"/>
                <a:gd name="T59" fmla="*/ 54 h 54"/>
                <a:gd name="T60" fmla="*/ 128 w 128"/>
                <a:gd name="T61" fmla="*/ 52 h 54"/>
                <a:gd name="T62" fmla="*/ 128 w 128"/>
                <a:gd name="T63" fmla="*/ 27 h 54"/>
                <a:gd name="T64" fmla="*/ 126 w 128"/>
                <a:gd name="T65" fmla="*/ 25 h 54"/>
                <a:gd name="T66" fmla="*/ 25 w 128"/>
                <a:gd name="T67" fmla="*/ 49 h 54"/>
                <a:gd name="T68" fmla="*/ 5 w 128"/>
                <a:gd name="T69" fmla="*/ 49 h 54"/>
                <a:gd name="T70" fmla="*/ 5 w 128"/>
                <a:gd name="T71" fmla="*/ 29 h 54"/>
                <a:gd name="T72" fmla="*/ 25 w 128"/>
                <a:gd name="T73" fmla="*/ 29 h 54"/>
                <a:gd name="T74" fmla="*/ 25 w 128"/>
                <a:gd name="T75" fmla="*/ 49 h 54"/>
                <a:gd name="T76" fmla="*/ 49 w 128"/>
                <a:gd name="T77" fmla="*/ 25 h 54"/>
                <a:gd name="T78" fmla="*/ 29 w 128"/>
                <a:gd name="T79" fmla="*/ 25 h 54"/>
                <a:gd name="T80" fmla="*/ 29 w 128"/>
                <a:gd name="T81" fmla="*/ 5 h 54"/>
                <a:gd name="T82" fmla="*/ 49 w 128"/>
                <a:gd name="T83" fmla="*/ 5 h 54"/>
                <a:gd name="T84" fmla="*/ 49 w 128"/>
                <a:gd name="T85" fmla="*/ 25 h 54"/>
                <a:gd name="T86" fmla="*/ 74 w 128"/>
                <a:gd name="T87" fmla="*/ 49 h 54"/>
                <a:gd name="T88" fmla="*/ 54 w 128"/>
                <a:gd name="T89" fmla="*/ 49 h 54"/>
                <a:gd name="T90" fmla="*/ 54 w 128"/>
                <a:gd name="T91" fmla="*/ 29 h 54"/>
                <a:gd name="T92" fmla="*/ 74 w 128"/>
                <a:gd name="T93" fmla="*/ 29 h 54"/>
                <a:gd name="T94" fmla="*/ 74 w 128"/>
                <a:gd name="T95" fmla="*/ 49 h 54"/>
                <a:gd name="T96" fmla="*/ 99 w 128"/>
                <a:gd name="T97" fmla="*/ 25 h 54"/>
                <a:gd name="T98" fmla="*/ 79 w 128"/>
                <a:gd name="T99" fmla="*/ 25 h 54"/>
                <a:gd name="T100" fmla="*/ 79 w 128"/>
                <a:gd name="T101" fmla="*/ 5 h 54"/>
                <a:gd name="T102" fmla="*/ 99 w 128"/>
                <a:gd name="T103" fmla="*/ 5 h 54"/>
                <a:gd name="T104" fmla="*/ 99 w 128"/>
                <a:gd name="T105" fmla="*/ 25 h 54"/>
                <a:gd name="T106" fmla="*/ 123 w 128"/>
                <a:gd name="T107" fmla="*/ 49 h 54"/>
                <a:gd name="T108" fmla="*/ 103 w 128"/>
                <a:gd name="T109" fmla="*/ 49 h 54"/>
                <a:gd name="T110" fmla="*/ 103 w 128"/>
                <a:gd name="T111" fmla="*/ 29 h 54"/>
                <a:gd name="T112" fmla="*/ 123 w 128"/>
                <a:gd name="T113" fmla="*/ 29 h 54"/>
                <a:gd name="T114" fmla="*/ 123 w 128"/>
                <a:gd name="T115" fmla="*/ 4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8" h="54">
                  <a:moveTo>
                    <a:pt x="126" y="25"/>
                  </a:moveTo>
                  <a:cubicBezTo>
                    <a:pt x="103" y="25"/>
                    <a:pt x="103" y="25"/>
                    <a:pt x="103" y="25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3" y="1"/>
                    <a:pt x="102" y="0"/>
                    <a:pt x="101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4" y="1"/>
                    <a:pt x="74" y="2"/>
                  </a:cubicBezTo>
                  <a:cubicBezTo>
                    <a:pt x="74" y="25"/>
                    <a:pt x="74" y="25"/>
                    <a:pt x="74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1"/>
                    <a:pt x="53" y="0"/>
                    <a:pt x="5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5" y="1"/>
                    <a:pt x="25" y="2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3"/>
                    <a:pt x="1" y="54"/>
                    <a:pt x="2" y="54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4"/>
                    <a:pt x="29" y="53"/>
                    <a:pt x="29" y="52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3"/>
                    <a:pt x="50" y="54"/>
                    <a:pt x="52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8" y="54"/>
                    <a:pt x="79" y="53"/>
                    <a:pt x="79" y="52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99" y="53"/>
                    <a:pt x="100" y="54"/>
                    <a:pt x="101" y="54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7" y="54"/>
                    <a:pt x="128" y="53"/>
                    <a:pt x="128" y="52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6"/>
                    <a:pt x="127" y="25"/>
                    <a:pt x="126" y="25"/>
                  </a:cubicBezTo>
                  <a:close/>
                  <a:moveTo>
                    <a:pt x="2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25" y="29"/>
                    <a:pt x="25" y="29"/>
                    <a:pt x="25" y="29"/>
                  </a:cubicBezTo>
                  <a:lnTo>
                    <a:pt x="25" y="49"/>
                  </a:lnTo>
                  <a:close/>
                  <a:moveTo>
                    <a:pt x="49" y="25"/>
                  </a:moveTo>
                  <a:cubicBezTo>
                    <a:pt x="29" y="25"/>
                    <a:pt x="29" y="25"/>
                    <a:pt x="29" y="2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49" y="5"/>
                    <a:pt x="49" y="5"/>
                    <a:pt x="49" y="5"/>
                  </a:cubicBezTo>
                  <a:lnTo>
                    <a:pt x="49" y="25"/>
                  </a:lnTo>
                  <a:close/>
                  <a:moveTo>
                    <a:pt x="7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74" y="29"/>
                    <a:pt x="74" y="29"/>
                    <a:pt x="74" y="29"/>
                  </a:cubicBezTo>
                  <a:lnTo>
                    <a:pt x="74" y="49"/>
                  </a:lnTo>
                  <a:close/>
                  <a:moveTo>
                    <a:pt x="99" y="25"/>
                  </a:moveTo>
                  <a:cubicBezTo>
                    <a:pt x="79" y="25"/>
                    <a:pt x="79" y="25"/>
                    <a:pt x="79" y="2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99" y="5"/>
                    <a:pt x="99" y="5"/>
                    <a:pt x="99" y="5"/>
                  </a:cubicBezTo>
                  <a:lnTo>
                    <a:pt x="99" y="25"/>
                  </a:lnTo>
                  <a:close/>
                  <a:moveTo>
                    <a:pt x="12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23" y="29"/>
                    <a:pt x="123" y="29"/>
                    <a:pt x="123" y="29"/>
                  </a:cubicBezTo>
                  <a:lnTo>
                    <a:pt x="123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7" name="Freeform 117"/>
            <p:cNvSpPr>
              <a:spLocks noEditPoints="1"/>
            </p:cNvSpPr>
            <p:nvPr/>
          </p:nvSpPr>
          <p:spPr bwMode="auto">
            <a:xfrm>
              <a:off x="2174" y="1099"/>
              <a:ext cx="303" cy="303"/>
            </a:xfrm>
            <a:custGeom>
              <a:avLst/>
              <a:gdLst>
                <a:gd name="T0" fmla="*/ 120 w 128"/>
                <a:gd name="T1" fmla="*/ 32 h 128"/>
                <a:gd name="T2" fmla="*/ 96 w 128"/>
                <a:gd name="T3" fmla="*/ 9 h 128"/>
                <a:gd name="T4" fmla="*/ 96 w 128"/>
                <a:gd name="T5" fmla="*/ 8 h 128"/>
                <a:gd name="T6" fmla="*/ 0 w 128"/>
                <a:gd name="T7" fmla="*/ 64 h 128"/>
                <a:gd name="T8" fmla="*/ 128 w 128"/>
                <a:gd name="T9" fmla="*/ 64 h 128"/>
                <a:gd name="T10" fmla="*/ 106 w 128"/>
                <a:gd name="T11" fmla="*/ 106 h 128"/>
                <a:gd name="T12" fmla="*/ 64 w 128"/>
                <a:gd name="T13" fmla="*/ 123 h 128"/>
                <a:gd name="T14" fmla="*/ 22 w 128"/>
                <a:gd name="T15" fmla="*/ 106 h 128"/>
                <a:gd name="T16" fmla="*/ 5 w 128"/>
                <a:gd name="T17" fmla="*/ 64 h 128"/>
                <a:gd name="T18" fmla="*/ 11 w 128"/>
                <a:gd name="T19" fmla="*/ 38 h 128"/>
                <a:gd name="T20" fmla="*/ 24 w 128"/>
                <a:gd name="T21" fmla="*/ 44 h 128"/>
                <a:gd name="T22" fmla="*/ 27 w 128"/>
                <a:gd name="T23" fmla="*/ 40 h 128"/>
                <a:gd name="T24" fmla="*/ 15 w 128"/>
                <a:gd name="T25" fmla="*/ 31 h 128"/>
                <a:gd name="T26" fmla="*/ 31 w 128"/>
                <a:gd name="T27" fmla="*/ 15 h 128"/>
                <a:gd name="T28" fmla="*/ 40 w 128"/>
                <a:gd name="T29" fmla="*/ 27 h 128"/>
                <a:gd name="T30" fmla="*/ 44 w 128"/>
                <a:gd name="T31" fmla="*/ 26 h 128"/>
                <a:gd name="T32" fmla="*/ 36 w 128"/>
                <a:gd name="T33" fmla="*/ 11 h 128"/>
                <a:gd name="T34" fmla="*/ 41 w 128"/>
                <a:gd name="T35" fmla="*/ 9 h 128"/>
                <a:gd name="T36" fmla="*/ 62 w 128"/>
                <a:gd name="T37" fmla="*/ 5 h 128"/>
                <a:gd name="T38" fmla="*/ 64 w 128"/>
                <a:gd name="T39" fmla="*/ 22 h 128"/>
                <a:gd name="T40" fmla="*/ 66 w 128"/>
                <a:gd name="T41" fmla="*/ 5 h 128"/>
                <a:gd name="T42" fmla="*/ 87 w 128"/>
                <a:gd name="T43" fmla="*/ 9 h 128"/>
                <a:gd name="T44" fmla="*/ 92 w 128"/>
                <a:gd name="T45" fmla="*/ 11 h 128"/>
                <a:gd name="T46" fmla="*/ 84 w 128"/>
                <a:gd name="T47" fmla="*/ 26 h 128"/>
                <a:gd name="T48" fmla="*/ 88 w 128"/>
                <a:gd name="T49" fmla="*/ 27 h 128"/>
                <a:gd name="T50" fmla="*/ 97 w 128"/>
                <a:gd name="T51" fmla="*/ 15 h 128"/>
                <a:gd name="T52" fmla="*/ 113 w 128"/>
                <a:gd name="T53" fmla="*/ 31 h 128"/>
                <a:gd name="T54" fmla="*/ 101 w 128"/>
                <a:gd name="T55" fmla="*/ 40 h 128"/>
                <a:gd name="T56" fmla="*/ 104 w 128"/>
                <a:gd name="T57" fmla="*/ 44 h 128"/>
                <a:gd name="T58" fmla="*/ 117 w 128"/>
                <a:gd name="T59" fmla="*/ 38 h 128"/>
                <a:gd name="T60" fmla="*/ 123 w 128"/>
                <a:gd name="T61" fmla="*/ 64 h 128"/>
                <a:gd name="T62" fmla="*/ 106 w 128"/>
                <a:gd name="T63" fmla="*/ 10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0" y="32"/>
                  </a:moveTo>
                  <a:cubicBezTo>
                    <a:pt x="120" y="32"/>
                    <a:pt x="120" y="32"/>
                    <a:pt x="120" y="32"/>
                  </a:cubicBezTo>
                  <a:cubicBezTo>
                    <a:pt x="119" y="32"/>
                    <a:pt x="119" y="32"/>
                    <a:pt x="119" y="32"/>
                  </a:cubicBezTo>
                  <a:cubicBezTo>
                    <a:pt x="114" y="22"/>
                    <a:pt x="106" y="14"/>
                    <a:pt x="96" y="9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86" y="3"/>
                    <a:pt x="75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53"/>
                    <a:pt x="125" y="42"/>
                    <a:pt x="120" y="32"/>
                  </a:cubicBezTo>
                  <a:close/>
                  <a:moveTo>
                    <a:pt x="106" y="106"/>
                  </a:moveTo>
                  <a:cubicBezTo>
                    <a:pt x="101" y="112"/>
                    <a:pt x="94" y="116"/>
                    <a:pt x="87" y="119"/>
                  </a:cubicBezTo>
                  <a:cubicBezTo>
                    <a:pt x="80" y="122"/>
                    <a:pt x="72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17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0" y="40"/>
                    <a:pt x="10" y="39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6" y="45"/>
                    <a:pt x="28" y="44"/>
                    <a:pt x="28" y="42"/>
                  </a:cubicBezTo>
                  <a:cubicBezTo>
                    <a:pt x="28" y="41"/>
                    <a:pt x="27" y="40"/>
                    <a:pt x="27" y="40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7" y="28"/>
                    <a:pt x="19" y="25"/>
                    <a:pt x="22" y="22"/>
                  </a:cubicBezTo>
                  <a:cubicBezTo>
                    <a:pt x="25" y="19"/>
                    <a:pt x="28" y="17"/>
                    <a:pt x="31" y="15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1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4" y="25"/>
                    <a:pt x="44" y="25"/>
                    <a:pt x="44" y="2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9" y="10"/>
                    <a:pt x="40" y="10"/>
                    <a:pt x="41" y="9"/>
                  </a:cubicBezTo>
                  <a:cubicBezTo>
                    <a:pt x="47" y="7"/>
                    <a:pt x="54" y="5"/>
                    <a:pt x="60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2" y="21"/>
                    <a:pt x="63" y="22"/>
                    <a:pt x="64" y="22"/>
                  </a:cubicBezTo>
                  <a:cubicBezTo>
                    <a:pt x="65" y="22"/>
                    <a:pt x="66" y="21"/>
                    <a:pt x="66" y="20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74" y="5"/>
                    <a:pt x="81" y="7"/>
                    <a:pt x="87" y="9"/>
                  </a:cubicBezTo>
                  <a:cubicBezTo>
                    <a:pt x="88" y="10"/>
                    <a:pt x="89" y="10"/>
                    <a:pt x="90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5"/>
                    <a:pt x="84" y="25"/>
                    <a:pt x="84" y="26"/>
                  </a:cubicBezTo>
                  <a:cubicBezTo>
                    <a:pt x="84" y="27"/>
                    <a:pt x="85" y="28"/>
                    <a:pt x="86" y="28"/>
                  </a:cubicBezTo>
                  <a:cubicBezTo>
                    <a:pt x="87" y="28"/>
                    <a:pt x="88" y="27"/>
                    <a:pt x="88" y="27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100" y="17"/>
                    <a:pt x="103" y="19"/>
                    <a:pt x="106" y="22"/>
                  </a:cubicBezTo>
                  <a:cubicBezTo>
                    <a:pt x="109" y="25"/>
                    <a:pt x="111" y="28"/>
                    <a:pt x="113" y="31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0" y="41"/>
                    <a:pt x="100" y="42"/>
                  </a:cubicBezTo>
                  <a:cubicBezTo>
                    <a:pt x="100" y="44"/>
                    <a:pt x="102" y="45"/>
                    <a:pt x="104" y="44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8" y="39"/>
                    <a:pt x="118" y="40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1" y="101"/>
                    <a:pt x="106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8" name="Freeform 118"/>
            <p:cNvSpPr>
              <a:spLocks noEditPoints="1"/>
            </p:cNvSpPr>
            <p:nvPr/>
          </p:nvSpPr>
          <p:spPr bwMode="auto">
            <a:xfrm>
              <a:off x="2302" y="1185"/>
              <a:ext cx="47" cy="125"/>
            </a:xfrm>
            <a:custGeom>
              <a:avLst/>
              <a:gdLst>
                <a:gd name="T0" fmla="*/ 13 w 20"/>
                <a:gd name="T1" fmla="*/ 34 h 53"/>
                <a:gd name="T2" fmla="*/ 12 w 20"/>
                <a:gd name="T3" fmla="*/ 33 h 53"/>
                <a:gd name="T4" fmla="*/ 12 w 20"/>
                <a:gd name="T5" fmla="*/ 2 h 53"/>
                <a:gd name="T6" fmla="*/ 10 w 20"/>
                <a:gd name="T7" fmla="*/ 0 h 53"/>
                <a:gd name="T8" fmla="*/ 8 w 20"/>
                <a:gd name="T9" fmla="*/ 2 h 53"/>
                <a:gd name="T10" fmla="*/ 8 w 20"/>
                <a:gd name="T11" fmla="*/ 33 h 53"/>
                <a:gd name="T12" fmla="*/ 7 w 20"/>
                <a:gd name="T13" fmla="*/ 34 h 53"/>
                <a:gd name="T14" fmla="*/ 0 w 20"/>
                <a:gd name="T15" fmla="*/ 43 h 53"/>
                <a:gd name="T16" fmla="*/ 10 w 20"/>
                <a:gd name="T17" fmla="*/ 53 h 53"/>
                <a:gd name="T18" fmla="*/ 20 w 20"/>
                <a:gd name="T19" fmla="*/ 43 h 53"/>
                <a:gd name="T20" fmla="*/ 13 w 20"/>
                <a:gd name="T21" fmla="*/ 34 h 53"/>
                <a:gd name="T22" fmla="*/ 10 w 20"/>
                <a:gd name="T23" fmla="*/ 48 h 53"/>
                <a:gd name="T24" fmla="*/ 5 w 20"/>
                <a:gd name="T25" fmla="*/ 43 h 53"/>
                <a:gd name="T26" fmla="*/ 10 w 20"/>
                <a:gd name="T27" fmla="*/ 38 h 53"/>
                <a:gd name="T28" fmla="*/ 15 w 20"/>
                <a:gd name="T29" fmla="*/ 43 h 53"/>
                <a:gd name="T30" fmla="*/ 10 w 20"/>
                <a:gd name="T31" fmla="*/ 4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53">
                  <a:moveTo>
                    <a:pt x="13" y="34"/>
                  </a:moveTo>
                  <a:cubicBezTo>
                    <a:pt x="12" y="33"/>
                    <a:pt x="12" y="33"/>
                    <a:pt x="12" y="3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2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3" y="35"/>
                    <a:pt x="0" y="39"/>
                    <a:pt x="0" y="43"/>
                  </a:cubicBezTo>
                  <a:cubicBezTo>
                    <a:pt x="0" y="48"/>
                    <a:pt x="5" y="53"/>
                    <a:pt x="10" y="53"/>
                  </a:cubicBezTo>
                  <a:cubicBezTo>
                    <a:pt x="15" y="53"/>
                    <a:pt x="20" y="48"/>
                    <a:pt x="20" y="43"/>
                  </a:cubicBezTo>
                  <a:cubicBezTo>
                    <a:pt x="20" y="39"/>
                    <a:pt x="17" y="35"/>
                    <a:pt x="13" y="34"/>
                  </a:cubicBezTo>
                  <a:close/>
                  <a:moveTo>
                    <a:pt x="10" y="48"/>
                  </a:moveTo>
                  <a:cubicBezTo>
                    <a:pt x="7" y="48"/>
                    <a:pt x="5" y="46"/>
                    <a:pt x="5" y="43"/>
                  </a:cubicBezTo>
                  <a:cubicBezTo>
                    <a:pt x="5" y="40"/>
                    <a:pt x="7" y="38"/>
                    <a:pt x="10" y="38"/>
                  </a:cubicBezTo>
                  <a:cubicBezTo>
                    <a:pt x="13" y="38"/>
                    <a:pt x="15" y="40"/>
                    <a:pt x="15" y="43"/>
                  </a:cubicBezTo>
                  <a:cubicBezTo>
                    <a:pt x="15" y="46"/>
                    <a:pt x="13" y="48"/>
                    <a:pt x="1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Freeform 119"/>
            <p:cNvSpPr>
              <a:spLocks noEditPoints="1"/>
            </p:cNvSpPr>
            <p:nvPr/>
          </p:nvSpPr>
          <p:spPr bwMode="auto">
            <a:xfrm>
              <a:off x="1609" y="1099"/>
              <a:ext cx="222" cy="303"/>
            </a:xfrm>
            <a:custGeom>
              <a:avLst/>
              <a:gdLst>
                <a:gd name="T0" fmla="*/ 94 w 94"/>
                <a:gd name="T1" fmla="*/ 93 h 128"/>
                <a:gd name="T2" fmla="*/ 94 w 94"/>
                <a:gd name="T3" fmla="*/ 92 h 128"/>
                <a:gd name="T4" fmla="*/ 92 w 94"/>
                <a:gd name="T5" fmla="*/ 90 h 128"/>
                <a:gd name="T6" fmla="*/ 70 w 94"/>
                <a:gd name="T7" fmla="*/ 90 h 128"/>
                <a:gd name="T8" fmla="*/ 68 w 94"/>
                <a:gd name="T9" fmla="*/ 92 h 128"/>
                <a:gd name="T10" fmla="*/ 70 w 94"/>
                <a:gd name="T11" fmla="*/ 95 h 128"/>
                <a:gd name="T12" fmla="*/ 89 w 94"/>
                <a:gd name="T13" fmla="*/ 95 h 128"/>
                <a:gd name="T14" fmla="*/ 88 w 94"/>
                <a:gd name="T15" fmla="*/ 97 h 128"/>
                <a:gd name="T16" fmla="*/ 78 w 94"/>
                <a:gd name="T17" fmla="*/ 111 h 128"/>
                <a:gd name="T18" fmla="*/ 64 w 94"/>
                <a:gd name="T19" fmla="*/ 120 h 128"/>
                <a:gd name="T20" fmla="*/ 51 w 94"/>
                <a:gd name="T21" fmla="*/ 123 h 128"/>
                <a:gd name="T22" fmla="*/ 49 w 94"/>
                <a:gd name="T23" fmla="*/ 123 h 128"/>
                <a:gd name="T24" fmla="*/ 49 w 94"/>
                <a:gd name="T25" fmla="*/ 56 h 128"/>
                <a:gd name="T26" fmla="*/ 69 w 94"/>
                <a:gd name="T27" fmla="*/ 56 h 128"/>
                <a:gd name="T28" fmla="*/ 72 w 94"/>
                <a:gd name="T29" fmla="*/ 54 h 128"/>
                <a:gd name="T30" fmla="*/ 69 w 94"/>
                <a:gd name="T31" fmla="*/ 52 h 128"/>
                <a:gd name="T32" fmla="*/ 49 w 94"/>
                <a:gd name="T33" fmla="*/ 52 h 128"/>
                <a:gd name="T34" fmla="*/ 49 w 94"/>
                <a:gd name="T35" fmla="*/ 27 h 128"/>
                <a:gd name="T36" fmla="*/ 50 w 94"/>
                <a:gd name="T37" fmla="*/ 26 h 128"/>
                <a:gd name="T38" fmla="*/ 60 w 94"/>
                <a:gd name="T39" fmla="*/ 13 h 128"/>
                <a:gd name="T40" fmla="*/ 47 w 94"/>
                <a:gd name="T41" fmla="*/ 0 h 128"/>
                <a:gd name="T42" fmla="*/ 34 w 94"/>
                <a:gd name="T43" fmla="*/ 13 h 128"/>
                <a:gd name="T44" fmla="*/ 44 w 94"/>
                <a:gd name="T45" fmla="*/ 26 h 128"/>
                <a:gd name="T46" fmla="*/ 45 w 94"/>
                <a:gd name="T47" fmla="*/ 27 h 128"/>
                <a:gd name="T48" fmla="*/ 45 w 94"/>
                <a:gd name="T49" fmla="*/ 52 h 128"/>
                <a:gd name="T50" fmla="*/ 25 w 94"/>
                <a:gd name="T51" fmla="*/ 52 h 128"/>
                <a:gd name="T52" fmla="*/ 22 w 94"/>
                <a:gd name="T53" fmla="*/ 54 h 128"/>
                <a:gd name="T54" fmla="*/ 25 w 94"/>
                <a:gd name="T55" fmla="*/ 56 h 128"/>
                <a:gd name="T56" fmla="*/ 45 w 94"/>
                <a:gd name="T57" fmla="*/ 56 h 128"/>
                <a:gd name="T58" fmla="*/ 45 w 94"/>
                <a:gd name="T59" fmla="*/ 123 h 128"/>
                <a:gd name="T60" fmla="*/ 43 w 94"/>
                <a:gd name="T61" fmla="*/ 123 h 128"/>
                <a:gd name="T62" fmla="*/ 30 w 94"/>
                <a:gd name="T63" fmla="*/ 120 h 128"/>
                <a:gd name="T64" fmla="*/ 16 w 94"/>
                <a:gd name="T65" fmla="*/ 111 h 128"/>
                <a:gd name="T66" fmla="*/ 6 w 94"/>
                <a:gd name="T67" fmla="*/ 97 h 128"/>
                <a:gd name="T68" fmla="*/ 5 w 94"/>
                <a:gd name="T69" fmla="*/ 95 h 128"/>
                <a:gd name="T70" fmla="*/ 24 w 94"/>
                <a:gd name="T71" fmla="*/ 95 h 128"/>
                <a:gd name="T72" fmla="*/ 26 w 94"/>
                <a:gd name="T73" fmla="*/ 92 h 128"/>
                <a:gd name="T74" fmla="*/ 24 w 94"/>
                <a:gd name="T75" fmla="*/ 90 h 128"/>
                <a:gd name="T76" fmla="*/ 2 w 94"/>
                <a:gd name="T77" fmla="*/ 90 h 128"/>
                <a:gd name="T78" fmla="*/ 0 w 94"/>
                <a:gd name="T79" fmla="*/ 92 h 128"/>
                <a:gd name="T80" fmla="*/ 0 w 94"/>
                <a:gd name="T81" fmla="*/ 93 h 128"/>
                <a:gd name="T82" fmla="*/ 0 w 94"/>
                <a:gd name="T83" fmla="*/ 93 h 128"/>
                <a:gd name="T84" fmla="*/ 0 w 94"/>
                <a:gd name="T85" fmla="*/ 93 h 128"/>
                <a:gd name="T86" fmla="*/ 47 w 94"/>
                <a:gd name="T87" fmla="*/ 128 h 128"/>
                <a:gd name="T88" fmla="*/ 47 w 94"/>
                <a:gd name="T89" fmla="*/ 128 h 128"/>
                <a:gd name="T90" fmla="*/ 94 w 94"/>
                <a:gd name="T91" fmla="*/ 93 h 128"/>
                <a:gd name="T92" fmla="*/ 38 w 94"/>
                <a:gd name="T93" fmla="*/ 13 h 128"/>
                <a:gd name="T94" fmla="*/ 47 w 94"/>
                <a:gd name="T95" fmla="*/ 5 h 128"/>
                <a:gd name="T96" fmla="*/ 56 w 94"/>
                <a:gd name="T97" fmla="*/ 13 h 128"/>
                <a:gd name="T98" fmla="*/ 47 w 94"/>
                <a:gd name="T99" fmla="*/ 22 h 128"/>
                <a:gd name="T100" fmla="*/ 38 w 94"/>
                <a:gd name="T101" fmla="*/ 1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4" h="128">
                  <a:moveTo>
                    <a:pt x="94" y="93"/>
                  </a:moveTo>
                  <a:cubicBezTo>
                    <a:pt x="94" y="93"/>
                    <a:pt x="94" y="93"/>
                    <a:pt x="94" y="92"/>
                  </a:cubicBezTo>
                  <a:cubicBezTo>
                    <a:pt x="94" y="91"/>
                    <a:pt x="93" y="90"/>
                    <a:pt x="92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9" y="90"/>
                    <a:pt x="68" y="91"/>
                    <a:pt x="68" y="92"/>
                  </a:cubicBezTo>
                  <a:cubicBezTo>
                    <a:pt x="68" y="94"/>
                    <a:pt x="69" y="95"/>
                    <a:pt x="70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88" y="97"/>
                    <a:pt x="88" y="97"/>
                    <a:pt x="88" y="97"/>
                  </a:cubicBezTo>
                  <a:cubicBezTo>
                    <a:pt x="85" y="102"/>
                    <a:pt x="82" y="106"/>
                    <a:pt x="78" y="111"/>
                  </a:cubicBezTo>
                  <a:cubicBezTo>
                    <a:pt x="74" y="115"/>
                    <a:pt x="69" y="118"/>
                    <a:pt x="64" y="120"/>
                  </a:cubicBezTo>
                  <a:cubicBezTo>
                    <a:pt x="60" y="122"/>
                    <a:pt x="55" y="123"/>
                    <a:pt x="51" y="123"/>
                  </a:cubicBezTo>
                  <a:cubicBezTo>
                    <a:pt x="49" y="123"/>
                    <a:pt x="49" y="123"/>
                    <a:pt x="49" y="123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0" y="56"/>
                    <a:pt x="72" y="55"/>
                    <a:pt x="72" y="54"/>
                  </a:cubicBezTo>
                  <a:cubicBezTo>
                    <a:pt x="72" y="53"/>
                    <a:pt x="70" y="52"/>
                    <a:pt x="6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6" y="25"/>
                    <a:pt x="60" y="20"/>
                    <a:pt x="60" y="13"/>
                  </a:cubicBezTo>
                  <a:cubicBezTo>
                    <a:pt x="60" y="6"/>
                    <a:pt x="54" y="0"/>
                    <a:pt x="47" y="0"/>
                  </a:cubicBezTo>
                  <a:cubicBezTo>
                    <a:pt x="40" y="0"/>
                    <a:pt x="34" y="6"/>
                    <a:pt x="34" y="13"/>
                  </a:cubicBezTo>
                  <a:cubicBezTo>
                    <a:pt x="34" y="20"/>
                    <a:pt x="38" y="25"/>
                    <a:pt x="44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3" y="52"/>
                    <a:pt x="22" y="53"/>
                    <a:pt x="22" y="54"/>
                  </a:cubicBezTo>
                  <a:cubicBezTo>
                    <a:pt x="22" y="55"/>
                    <a:pt x="23" y="56"/>
                    <a:pt x="25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123"/>
                    <a:pt x="45" y="123"/>
                    <a:pt x="45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39" y="123"/>
                    <a:pt x="34" y="122"/>
                    <a:pt x="30" y="120"/>
                  </a:cubicBezTo>
                  <a:cubicBezTo>
                    <a:pt x="25" y="118"/>
                    <a:pt x="20" y="115"/>
                    <a:pt x="16" y="111"/>
                  </a:cubicBezTo>
                  <a:cubicBezTo>
                    <a:pt x="12" y="106"/>
                    <a:pt x="9" y="102"/>
                    <a:pt x="6" y="97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5" y="95"/>
                    <a:pt x="26" y="94"/>
                    <a:pt x="26" y="92"/>
                  </a:cubicBezTo>
                  <a:cubicBezTo>
                    <a:pt x="26" y="91"/>
                    <a:pt x="25" y="90"/>
                    <a:pt x="24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7" y="114"/>
                    <a:pt x="26" y="128"/>
                    <a:pt x="47" y="128"/>
                  </a:cubicBezTo>
                  <a:cubicBezTo>
                    <a:pt x="47" y="128"/>
                    <a:pt x="47" y="128"/>
                    <a:pt x="47" y="128"/>
                  </a:cubicBezTo>
                  <a:cubicBezTo>
                    <a:pt x="68" y="128"/>
                    <a:pt x="88" y="114"/>
                    <a:pt x="94" y="93"/>
                  </a:cubicBezTo>
                  <a:close/>
                  <a:moveTo>
                    <a:pt x="38" y="13"/>
                  </a:moveTo>
                  <a:cubicBezTo>
                    <a:pt x="38" y="9"/>
                    <a:pt x="42" y="5"/>
                    <a:pt x="47" y="5"/>
                  </a:cubicBezTo>
                  <a:cubicBezTo>
                    <a:pt x="52" y="5"/>
                    <a:pt x="56" y="9"/>
                    <a:pt x="56" y="13"/>
                  </a:cubicBezTo>
                  <a:cubicBezTo>
                    <a:pt x="56" y="18"/>
                    <a:pt x="52" y="22"/>
                    <a:pt x="47" y="22"/>
                  </a:cubicBezTo>
                  <a:cubicBezTo>
                    <a:pt x="42" y="22"/>
                    <a:pt x="38" y="18"/>
                    <a:pt x="38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0" name="Freeform 120"/>
            <p:cNvSpPr>
              <a:spLocks noEditPoints="1"/>
            </p:cNvSpPr>
            <p:nvPr/>
          </p:nvSpPr>
          <p:spPr bwMode="auto">
            <a:xfrm>
              <a:off x="982" y="1099"/>
              <a:ext cx="265" cy="303"/>
            </a:xfrm>
            <a:custGeom>
              <a:avLst/>
              <a:gdLst>
                <a:gd name="T0" fmla="*/ 95 w 112"/>
                <a:gd name="T1" fmla="*/ 89 h 128"/>
                <a:gd name="T2" fmla="*/ 111 w 112"/>
                <a:gd name="T3" fmla="*/ 96 h 128"/>
                <a:gd name="T4" fmla="*/ 111 w 112"/>
                <a:gd name="T5" fmla="*/ 93 h 128"/>
                <a:gd name="T6" fmla="*/ 98 w 112"/>
                <a:gd name="T7" fmla="*/ 84 h 128"/>
                <a:gd name="T8" fmla="*/ 98 w 112"/>
                <a:gd name="T9" fmla="*/ 44 h 128"/>
                <a:gd name="T10" fmla="*/ 111 w 112"/>
                <a:gd name="T11" fmla="*/ 35 h 128"/>
                <a:gd name="T12" fmla="*/ 111 w 112"/>
                <a:gd name="T13" fmla="*/ 32 h 128"/>
                <a:gd name="T14" fmla="*/ 95 w 112"/>
                <a:gd name="T15" fmla="*/ 39 h 128"/>
                <a:gd name="T16" fmla="*/ 60 w 112"/>
                <a:gd name="T17" fmla="*/ 17 h 128"/>
                <a:gd name="T18" fmla="*/ 58 w 112"/>
                <a:gd name="T19" fmla="*/ 2 h 128"/>
                <a:gd name="T20" fmla="*/ 54 w 112"/>
                <a:gd name="T21" fmla="*/ 2 h 128"/>
                <a:gd name="T22" fmla="*/ 52 w 112"/>
                <a:gd name="T23" fmla="*/ 17 h 128"/>
                <a:gd name="T24" fmla="*/ 17 w 112"/>
                <a:gd name="T25" fmla="*/ 39 h 128"/>
                <a:gd name="T26" fmla="*/ 1 w 112"/>
                <a:gd name="T27" fmla="*/ 32 h 128"/>
                <a:gd name="T28" fmla="*/ 1 w 112"/>
                <a:gd name="T29" fmla="*/ 35 h 128"/>
                <a:gd name="T30" fmla="*/ 14 w 112"/>
                <a:gd name="T31" fmla="*/ 44 h 128"/>
                <a:gd name="T32" fmla="*/ 14 w 112"/>
                <a:gd name="T33" fmla="*/ 84 h 128"/>
                <a:gd name="T34" fmla="*/ 1 w 112"/>
                <a:gd name="T35" fmla="*/ 93 h 128"/>
                <a:gd name="T36" fmla="*/ 1 w 112"/>
                <a:gd name="T37" fmla="*/ 96 h 128"/>
                <a:gd name="T38" fmla="*/ 17 w 112"/>
                <a:gd name="T39" fmla="*/ 89 h 128"/>
                <a:gd name="T40" fmla="*/ 52 w 112"/>
                <a:gd name="T41" fmla="*/ 111 h 128"/>
                <a:gd name="T42" fmla="*/ 54 w 112"/>
                <a:gd name="T43" fmla="*/ 126 h 128"/>
                <a:gd name="T44" fmla="*/ 58 w 112"/>
                <a:gd name="T45" fmla="*/ 126 h 128"/>
                <a:gd name="T46" fmla="*/ 60 w 112"/>
                <a:gd name="T47" fmla="*/ 111 h 128"/>
                <a:gd name="T48" fmla="*/ 95 w 112"/>
                <a:gd name="T49" fmla="*/ 47 h 128"/>
                <a:gd name="T50" fmla="*/ 98 w 112"/>
                <a:gd name="T51" fmla="*/ 64 h 128"/>
                <a:gd name="T52" fmla="*/ 95 w 112"/>
                <a:gd name="T53" fmla="*/ 81 h 128"/>
                <a:gd name="T54" fmla="*/ 65 w 112"/>
                <a:gd name="T55" fmla="*/ 67 h 128"/>
                <a:gd name="T56" fmla="*/ 66 w 112"/>
                <a:gd name="T57" fmla="*/ 64 h 128"/>
                <a:gd name="T58" fmla="*/ 65 w 112"/>
                <a:gd name="T59" fmla="*/ 61 h 128"/>
                <a:gd name="T60" fmla="*/ 95 w 112"/>
                <a:gd name="T61" fmla="*/ 47 h 128"/>
                <a:gd name="T62" fmla="*/ 60 w 112"/>
                <a:gd name="T63" fmla="*/ 22 h 128"/>
                <a:gd name="T64" fmla="*/ 86 w 112"/>
                <a:gd name="T65" fmla="*/ 34 h 128"/>
                <a:gd name="T66" fmla="*/ 91 w 112"/>
                <a:gd name="T67" fmla="*/ 41 h 128"/>
                <a:gd name="T68" fmla="*/ 62 w 112"/>
                <a:gd name="T69" fmla="*/ 57 h 128"/>
                <a:gd name="T70" fmla="*/ 58 w 112"/>
                <a:gd name="T71" fmla="*/ 55 h 128"/>
                <a:gd name="T72" fmla="*/ 22 w 112"/>
                <a:gd name="T73" fmla="*/ 40 h 128"/>
                <a:gd name="T74" fmla="*/ 40 w 112"/>
                <a:gd name="T75" fmla="*/ 25 h 128"/>
                <a:gd name="T76" fmla="*/ 54 w 112"/>
                <a:gd name="T77" fmla="*/ 22 h 128"/>
                <a:gd name="T78" fmla="*/ 53 w 112"/>
                <a:gd name="T79" fmla="*/ 55 h 128"/>
                <a:gd name="T80" fmla="*/ 49 w 112"/>
                <a:gd name="T81" fmla="*/ 57 h 128"/>
                <a:gd name="T82" fmla="*/ 22 w 112"/>
                <a:gd name="T83" fmla="*/ 40 h 128"/>
                <a:gd name="T84" fmla="*/ 17 w 112"/>
                <a:gd name="T85" fmla="*/ 80 h 128"/>
                <a:gd name="T86" fmla="*/ 17 w 112"/>
                <a:gd name="T87" fmla="*/ 48 h 128"/>
                <a:gd name="T88" fmla="*/ 18 w 112"/>
                <a:gd name="T89" fmla="*/ 45 h 128"/>
                <a:gd name="T90" fmla="*/ 46 w 112"/>
                <a:gd name="T91" fmla="*/ 62 h 128"/>
                <a:gd name="T92" fmla="*/ 46 w 112"/>
                <a:gd name="T93" fmla="*/ 66 h 128"/>
                <a:gd name="T94" fmla="*/ 18 w 112"/>
                <a:gd name="T95" fmla="*/ 83 h 128"/>
                <a:gd name="T96" fmla="*/ 54 w 112"/>
                <a:gd name="T97" fmla="*/ 106 h 128"/>
                <a:gd name="T98" fmla="*/ 40 w 112"/>
                <a:gd name="T99" fmla="*/ 103 h 128"/>
                <a:gd name="T100" fmla="*/ 22 w 112"/>
                <a:gd name="T101" fmla="*/ 88 h 128"/>
                <a:gd name="T102" fmla="*/ 49 w 112"/>
                <a:gd name="T103" fmla="*/ 71 h 128"/>
                <a:gd name="T104" fmla="*/ 53 w 112"/>
                <a:gd name="T105" fmla="*/ 73 h 128"/>
                <a:gd name="T106" fmla="*/ 54 w 112"/>
                <a:gd name="T107" fmla="*/ 106 h 128"/>
                <a:gd name="T108" fmla="*/ 51 w 112"/>
                <a:gd name="T109" fmla="*/ 64 h 128"/>
                <a:gd name="T110" fmla="*/ 61 w 112"/>
                <a:gd name="T111" fmla="*/ 64 h 128"/>
                <a:gd name="T112" fmla="*/ 58 w 112"/>
                <a:gd name="T113" fmla="*/ 73 h 128"/>
                <a:gd name="T114" fmla="*/ 62 w 112"/>
                <a:gd name="T115" fmla="*/ 71 h 128"/>
                <a:gd name="T116" fmla="*/ 91 w 112"/>
                <a:gd name="T117" fmla="*/ 87 h 128"/>
                <a:gd name="T118" fmla="*/ 86 w 112"/>
                <a:gd name="T119" fmla="*/ 94 h 128"/>
                <a:gd name="T120" fmla="*/ 60 w 112"/>
                <a:gd name="T121" fmla="*/ 106 h 128"/>
                <a:gd name="T122" fmla="*/ 58 w 112"/>
                <a:gd name="T123" fmla="*/ 7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2" h="128">
                  <a:moveTo>
                    <a:pt x="95" y="90"/>
                  </a:moveTo>
                  <a:cubicBezTo>
                    <a:pt x="95" y="89"/>
                    <a:pt x="95" y="89"/>
                    <a:pt x="95" y="89"/>
                  </a:cubicBezTo>
                  <a:cubicBezTo>
                    <a:pt x="108" y="97"/>
                    <a:pt x="108" y="97"/>
                    <a:pt x="108" y="97"/>
                  </a:cubicBezTo>
                  <a:cubicBezTo>
                    <a:pt x="109" y="97"/>
                    <a:pt x="111" y="97"/>
                    <a:pt x="111" y="96"/>
                  </a:cubicBezTo>
                  <a:cubicBezTo>
                    <a:pt x="112" y="95"/>
                    <a:pt x="112" y="95"/>
                    <a:pt x="112" y="94"/>
                  </a:cubicBezTo>
                  <a:cubicBezTo>
                    <a:pt x="111" y="94"/>
                    <a:pt x="111" y="93"/>
                    <a:pt x="111" y="93"/>
                  </a:cubicBezTo>
                  <a:cubicBezTo>
                    <a:pt x="98" y="85"/>
                    <a:pt x="98" y="85"/>
                    <a:pt x="98" y="85"/>
                  </a:cubicBezTo>
                  <a:cubicBezTo>
                    <a:pt x="98" y="84"/>
                    <a:pt x="98" y="84"/>
                    <a:pt x="98" y="84"/>
                  </a:cubicBezTo>
                  <a:cubicBezTo>
                    <a:pt x="101" y="78"/>
                    <a:pt x="103" y="71"/>
                    <a:pt x="103" y="64"/>
                  </a:cubicBezTo>
                  <a:cubicBezTo>
                    <a:pt x="103" y="57"/>
                    <a:pt x="101" y="50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5"/>
                    <a:pt x="111" y="34"/>
                    <a:pt x="112" y="34"/>
                  </a:cubicBezTo>
                  <a:cubicBezTo>
                    <a:pt x="112" y="33"/>
                    <a:pt x="112" y="33"/>
                    <a:pt x="111" y="32"/>
                  </a:cubicBezTo>
                  <a:cubicBezTo>
                    <a:pt x="111" y="31"/>
                    <a:pt x="109" y="31"/>
                    <a:pt x="108" y="31"/>
                  </a:cubicBezTo>
                  <a:cubicBezTo>
                    <a:pt x="95" y="39"/>
                    <a:pt x="95" y="39"/>
                    <a:pt x="95" y="39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87" y="26"/>
                    <a:pt x="74" y="18"/>
                    <a:pt x="60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58" y="1"/>
                    <a:pt x="57" y="0"/>
                    <a:pt x="56" y="0"/>
                  </a:cubicBezTo>
                  <a:cubicBezTo>
                    <a:pt x="55" y="0"/>
                    <a:pt x="54" y="1"/>
                    <a:pt x="54" y="2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38" y="18"/>
                    <a:pt x="25" y="26"/>
                    <a:pt x="17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3" y="31"/>
                    <a:pt x="1" y="31"/>
                    <a:pt x="1" y="32"/>
                  </a:cubicBezTo>
                  <a:cubicBezTo>
                    <a:pt x="0" y="33"/>
                    <a:pt x="0" y="33"/>
                    <a:pt x="0" y="34"/>
                  </a:cubicBezTo>
                  <a:cubicBezTo>
                    <a:pt x="1" y="34"/>
                    <a:pt x="1" y="35"/>
                    <a:pt x="1" y="35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1" y="50"/>
                    <a:pt x="9" y="57"/>
                    <a:pt x="9" y="64"/>
                  </a:cubicBezTo>
                  <a:cubicBezTo>
                    <a:pt x="9" y="71"/>
                    <a:pt x="11" y="78"/>
                    <a:pt x="14" y="84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4"/>
                    <a:pt x="0" y="94"/>
                  </a:cubicBezTo>
                  <a:cubicBezTo>
                    <a:pt x="0" y="95"/>
                    <a:pt x="0" y="95"/>
                    <a:pt x="1" y="96"/>
                  </a:cubicBezTo>
                  <a:cubicBezTo>
                    <a:pt x="1" y="97"/>
                    <a:pt x="3" y="97"/>
                    <a:pt x="4" y="97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25" y="102"/>
                    <a:pt x="38" y="109"/>
                    <a:pt x="52" y="111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27"/>
                    <a:pt x="55" y="128"/>
                    <a:pt x="56" y="128"/>
                  </a:cubicBezTo>
                  <a:cubicBezTo>
                    <a:pt x="57" y="128"/>
                    <a:pt x="58" y="127"/>
                    <a:pt x="58" y="126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60" y="111"/>
                    <a:pt x="60" y="111"/>
                    <a:pt x="60" y="111"/>
                  </a:cubicBezTo>
                  <a:cubicBezTo>
                    <a:pt x="74" y="109"/>
                    <a:pt x="87" y="102"/>
                    <a:pt x="95" y="90"/>
                  </a:cubicBezTo>
                  <a:close/>
                  <a:moveTo>
                    <a:pt x="95" y="47"/>
                  </a:moveTo>
                  <a:cubicBezTo>
                    <a:pt x="95" y="47"/>
                    <a:pt x="95" y="47"/>
                    <a:pt x="95" y="48"/>
                  </a:cubicBezTo>
                  <a:cubicBezTo>
                    <a:pt x="97" y="53"/>
                    <a:pt x="98" y="58"/>
                    <a:pt x="98" y="64"/>
                  </a:cubicBezTo>
                  <a:cubicBezTo>
                    <a:pt x="98" y="70"/>
                    <a:pt x="97" y="75"/>
                    <a:pt x="95" y="80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65" y="67"/>
                    <a:pt x="65" y="67"/>
                    <a:pt x="65" y="67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66" y="65"/>
                    <a:pt x="66" y="65"/>
                    <a:pt x="66" y="64"/>
                  </a:cubicBezTo>
                  <a:cubicBezTo>
                    <a:pt x="66" y="63"/>
                    <a:pt x="66" y="63"/>
                    <a:pt x="66" y="62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94" y="45"/>
                    <a:pt x="94" y="45"/>
                    <a:pt x="94" y="45"/>
                  </a:cubicBezTo>
                  <a:lnTo>
                    <a:pt x="95" y="47"/>
                  </a:lnTo>
                  <a:close/>
                  <a:moveTo>
                    <a:pt x="58" y="22"/>
                  </a:moveTo>
                  <a:cubicBezTo>
                    <a:pt x="60" y="22"/>
                    <a:pt x="60" y="22"/>
                    <a:pt x="60" y="22"/>
                  </a:cubicBezTo>
                  <a:cubicBezTo>
                    <a:pt x="64" y="22"/>
                    <a:pt x="68" y="23"/>
                    <a:pt x="72" y="25"/>
                  </a:cubicBezTo>
                  <a:cubicBezTo>
                    <a:pt x="77" y="27"/>
                    <a:pt x="82" y="30"/>
                    <a:pt x="86" y="34"/>
                  </a:cubicBezTo>
                  <a:cubicBezTo>
                    <a:pt x="87" y="36"/>
                    <a:pt x="89" y="38"/>
                    <a:pt x="90" y="40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1" y="56"/>
                    <a:pt x="60" y="55"/>
                    <a:pt x="59" y="55"/>
                  </a:cubicBezTo>
                  <a:cubicBezTo>
                    <a:pt x="58" y="55"/>
                    <a:pt x="58" y="55"/>
                    <a:pt x="58" y="55"/>
                  </a:cubicBezTo>
                  <a:lnTo>
                    <a:pt x="58" y="22"/>
                  </a:lnTo>
                  <a:close/>
                  <a:moveTo>
                    <a:pt x="22" y="40"/>
                  </a:moveTo>
                  <a:cubicBezTo>
                    <a:pt x="23" y="38"/>
                    <a:pt x="25" y="36"/>
                    <a:pt x="26" y="34"/>
                  </a:cubicBezTo>
                  <a:cubicBezTo>
                    <a:pt x="30" y="30"/>
                    <a:pt x="35" y="27"/>
                    <a:pt x="40" y="25"/>
                  </a:cubicBezTo>
                  <a:cubicBezTo>
                    <a:pt x="44" y="23"/>
                    <a:pt x="48" y="22"/>
                    <a:pt x="52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2" y="55"/>
                    <a:pt x="51" y="56"/>
                    <a:pt x="50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21" y="41"/>
                    <a:pt x="21" y="41"/>
                    <a:pt x="21" y="41"/>
                  </a:cubicBezTo>
                  <a:lnTo>
                    <a:pt x="22" y="40"/>
                  </a:lnTo>
                  <a:close/>
                  <a:moveTo>
                    <a:pt x="17" y="81"/>
                  </a:moveTo>
                  <a:cubicBezTo>
                    <a:pt x="17" y="81"/>
                    <a:pt x="17" y="81"/>
                    <a:pt x="17" y="80"/>
                  </a:cubicBezTo>
                  <a:cubicBezTo>
                    <a:pt x="15" y="75"/>
                    <a:pt x="14" y="70"/>
                    <a:pt x="14" y="64"/>
                  </a:cubicBezTo>
                  <a:cubicBezTo>
                    <a:pt x="14" y="58"/>
                    <a:pt x="15" y="53"/>
                    <a:pt x="17" y="48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6" y="63"/>
                    <a:pt x="46" y="63"/>
                    <a:pt x="46" y="64"/>
                  </a:cubicBezTo>
                  <a:cubicBezTo>
                    <a:pt x="46" y="65"/>
                    <a:pt x="46" y="65"/>
                    <a:pt x="46" y="66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18" y="83"/>
                    <a:pt x="18" y="83"/>
                    <a:pt x="18" y="83"/>
                  </a:cubicBezTo>
                  <a:lnTo>
                    <a:pt x="17" y="81"/>
                  </a:lnTo>
                  <a:close/>
                  <a:moveTo>
                    <a:pt x="54" y="106"/>
                  </a:moveTo>
                  <a:cubicBezTo>
                    <a:pt x="52" y="106"/>
                    <a:pt x="52" y="106"/>
                    <a:pt x="52" y="106"/>
                  </a:cubicBezTo>
                  <a:cubicBezTo>
                    <a:pt x="48" y="106"/>
                    <a:pt x="44" y="105"/>
                    <a:pt x="40" y="103"/>
                  </a:cubicBezTo>
                  <a:cubicBezTo>
                    <a:pt x="35" y="101"/>
                    <a:pt x="30" y="98"/>
                    <a:pt x="26" y="94"/>
                  </a:cubicBezTo>
                  <a:cubicBezTo>
                    <a:pt x="25" y="92"/>
                    <a:pt x="23" y="90"/>
                    <a:pt x="22" y="88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50" y="71"/>
                    <a:pt x="50" y="71"/>
                    <a:pt x="50" y="71"/>
                  </a:cubicBezTo>
                  <a:cubicBezTo>
                    <a:pt x="51" y="72"/>
                    <a:pt x="52" y="73"/>
                    <a:pt x="53" y="73"/>
                  </a:cubicBezTo>
                  <a:cubicBezTo>
                    <a:pt x="54" y="73"/>
                    <a:pt x="54" y="73"/>
                    <a:pt x="54" y="73"/>
                  </a:cubicBezTo>
                  <a:lnTo>
                    <a:pt x="54" y="106"/>
                  </a:lnTo>
                  <a:close/>
                  <a:moveTo>
                    <a:pt x="56" y="69"/>
                  </a:moveTo>
                  <a:cubicBezTo>
                    <a:pt x="53" y="69"/>
                    <a:pt x="51" y="67"/>
                    <a:pt x="51" y="64"/>
                  </a:cubicBezTo>
                  <a:cubicBezTo>
                    <a:pt x="51" y="61"/>
                    <a:pt x="53" y="59"/>
                    <a:pt x="56" y="59"/>
                  </a:cubicBezTo>
                  <a:cubicBezTo>
                    <a:pt x="59" y="59"/>
                    <a:pt x="61" y="61"/>
                    <a:pt x="61" y="64"/>
                  </a:cubicBezTo>
                  <a:cubicBezTo>
                    <a:pt x="61" y="67"/>
                    <a:pt x="59" y="69"/>
                    <a:pt x="56" y="69"/>
                  </a:cubicBezTo>
                  <a:close/>
                  <a:moveTo>
                    <a:pt x="58" y="73"/>
                  </a:moveTo>
                  <a:cubicBezTo>
                    <a:pt x="59" y="73"/>
                    <a:pt x="59" y="73"/>
                    <a:pt x="59" y="73"/>
                  </a:cubicBezTo>
                  <a:cubicBezTo>
                    <a:pt x="60" y="73"/>
                    <a:pt x="61" y="72"/>
                    <a:pt x="62" y="71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0" y="88"/>
                    <a:pt x="90" y="88"/>
                    <a:pt x="90" y="88"/>
                  </a:cubicBezTo>
                  <a:cubicBezTo>
                    <a:pt x="89" y="90"/>
                    <a:pt x="87" y="92"/>
                    <a:pt x="86" y="94"/>
                  </a:cubicBezTo>
                  <a:cubicBezTo>
                    <a:pt x="82" y="98"/>
                    <a:pt x="77" y="101"/>
                    <a:pt x="72" y="103"/>
                  </a:cubicBezTo>
                  <a:cubicBezTo>
                    <a:pt x="68" y="105"/>
                    <a:pt x="64" y="106"/>
                    <a:pt x="60" y="106"/>
                  </a:cubicBezTo>
                  <a:cubicBezTo>
                    <a:pt x="58" y="106"/>
                    <a:pt x="58" y="106"/>
                    <a:pt x="58" y="106"/>
                  </a:cubicBezTo>
                  <a:lnTo>
                    <a:pt x="58" y="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1" name="Freeform 121"/>
            <p:cNvSpPr>
              <a:spLocks noEditPoints="1"/>
            </p:cNvSpPr>
            <p:nvPr/>
          </p:nvSpPr>
          <p:spPr bwMode="auto">
            <a:xfrm>
              <a:off x="358" y="1099"/>
              <a:ext cx="302" cy="303"/>
            </a:xfrm>
            <a:custGeom>
              <a:avLst/>
              <a:gdLst>
                <a:gd name="T0" fmla="*/ 0 w 128"/>
                <a:gd name="T1" fmla="*/ 64 h 128"/>
                <a:gd name="T2" fmla="*/ 128 w 128"/>
                <a:gd name="T3" fmla="*/ 64 h 128"/>
                <a:gd name="T4" fmla="*/ 109 w 128"/>
                <a:gd name="T5" fmla="*/ 25 h 128"/>
                <a:gd name="T6" fmla="*/ 118 w 128"/>
                <a:gd name="T7" fmla="*/ 39 h 128"/>
                <a:gd name="T8" fmla="*/ 99 w 128"/>
                <a:gd name="T9" fmla="*/ 46 h 128"/>
                <a:gd name="T10" fmla="*/ 94 w 128"/>
                <a:gd name="T11" fmla="*/ 38 h 128"/>
                <a:gd name="T12" fmla="*/ 109 w 128"/>
                <a:gd name="T13" fmla="*/ 25 h 128"/>
                <a:gd name="T14" fmla="*/ 89 w 128"/>
                <a:gd name="T15" fmla="*/ 89 h 128"/>
                <a:gd name="T16" fmla="*/ 39 w 128"/>
                <a:gd name="T17" fmla="*/ 89 h 128"/>
                <a:gd name="T18" fmla="*/ 39 w 128"/>
                <a:gd name="T19" fmla="*/ 39 h 128"/>
                <a:gd name="T20" fmla="*/ 89 w 128"/>
                <a:gd name="T21" fmla="*/ 39 h 128"/>
                <a:gd name="T22" fmla="*/ 90 w 128"/>
                <a:gd name="T23" fmla="*/ 11 h 128"/>
                <a:gd name="T24" fmla="*/ 105 w 128"/>
                <a:gd name="T25" fmla="*/ 21 h 128"/>
                <a:gd name="T26" fmla="*/ 89 w 128"/>
                <a:gd name="T27" fmla="*/ 34 h 128"/>
                <a:gd name="T28" fmla="*/ 81 w 128"/>
                <a:gd name="T29" fmla="*/ 29 h 128"/>
                <a:gd name="T30" fmla="*/ 90 w 128"/>
                <a:gd name="T31" fmla="*/ 11 h 128"/>
                <a:gd name="T32" fmla="*/ 83 w 128"/>
                <a:gd name="T33" fmla="*/ 8 h 128"/>
                <a:gd name="T34" fmla="*/ 77 w 128"/>
                <a:gd name="T35" fmla="*/ 27 h 128"/>
                <a:gd name="T36" fmla="*/ 52 w 128"/>
                <a:gd name="T37" fmla="*/ 26 h 128"/>
                <a:gd name="T38" fmla="*/ 43 w 128"/>
                <a:gd name="T39" fmla="*/ 8 h 128"/>
                <a:gd name="T40" fmla="*/ 25 w 128"/>
                <a:gd name="T41" fmla="*/ 19 h 128"/>
                <a:gd name="T42" fmla="*/ 39 w 128"/>
                <a:gd name="T43" fmla="*/ 10 h 128"/>
                <a:gd name="T44" fmla="*/ 46 w 128"/>
                <a:gd name="T45" fmla="*/ 29 h 128"/>
                <a:gd name="T46" fmla="*/ 38 w 128"/>
                <a:gd name="T47" fmla="*/ 35 h 128"/>
                <a:gd name="T48" fmla="*/ 25 w 128"/>
                <a:gd name="T49" fmla="*/ 19 h 128"/>
                <a:gd name="T50" fmla="*/ 19 w 128"/>
                <a:gd name="T51" fmla="*/ 25 h 128"/>
                <a:gd name="T52" fmla="*/ 35 w 128"/>
                <a:gd name="T53" fmla="*/ 38 h 128"/>
                <a:gd name="T54" fmla="*/ 29 w 128"/>
                <a:gd name="T55" fmla="*/ 46 h 128"/>
                <a:gd name="T56" fmla="*/ 10 w 128"/>
                <a:gd name="T57" fmla="*/ 39 h 128"/>
                <a:gd name="T58" fmla="*/ 8 w 128"/>
                <a:gd name="T59" fmla="*/ 84 h 128"/>
                <a:gd name="T60" fmla="*/ 8 w 128"/>
                <a:gd name="T61" fmla="*/ 45 h 128"/>
                <a:gd name="T62" fmla="*/ 27 w 128"/>
                <a:gd name="T63" fmla="*/ 51 h 128"/>
                <a:gd name="T64" fmla="*/ 25 w 128"/>
                <a:gd name="T65" fmla="*/ 64 h 128"/>
                <a:gd name="T66" fmla="*/ 27 w 128"/>
                <a:gd name="T67" fmla="*/ 77 h 128"/>
                <a:gd name="T68" fmla="*/ 8 w 128"/>
                <a:gd name="T69" fmla="*/ 84 h 128"/>
                <a:gd name="T70" fmla="*/ 11 w 128"/>
                <a:gd name="T71" fmla="*/ 91 h 128"/>
                <a:gd name="T72" fmla="*/ 29 w 128"/>
                <a:gd name="T73" fmla="*/ 81 h 128"/>
                <a:gd name="T74" fmla="*/ 34 w 128"/>
                <a:gd name="T75" fmla="*/ 89 h 128"/>
                <a:gd name="T76" fmla="*/ 21 w 128"/>
                <a:gd name="T77" fmla="*/ 105 h 128"/>
                <a:gd name="T78" fmla="*/ 38 w 128"/>
                <a:gd name="T79" fmla="*/ 118 h 128"/>
                <a:gd name="T80" fmla="*/ 24 w 128"/>
                <a:gd name="T81" fmla="*/ 108 h 128"/>
                <a:gd name="T82" fmla="*/ 39 w 128"/>
                <a:gd name="T83" fmla="*/ 94 h 128"/>
                <a:gd name="T84" fmla="*/ 47 w 128"/>
                <a:gd name="T85" fmla="*/ 100 h 128"/>
                <a:gd name="T86" fmla="*/ 38 w 128"/>
                <a:gd name="T87" fmla="*/ 118 h 128"/>
                <a:gd name="T88" fmla="*/ 64 w 128"/>
                <a:gd name="T89" fmla="*/ 123 h 128"/>
                <a:gd name="T90" fmla="*/ 44 w 128"/>
                <a:gd name="T91" fmla="*/ 120 h 128"/>
                <a:gd name="T92" fmla="*/ 53 w 128"/>
                <a:gd name="T93" fmla="*/ 102 h 128"/>
                <a:gd name="T94" fmla="*/ 77 w 128"/>
                <a:gd name="T95" fmla="*/ 101 h 128"/>
                <a:gd name="T96" fmla="*/ 83 w 128"/>
                <a:gd name="T97" fmla="*/ 120 h 128"/>
                <a:gd name="T98" fmla="*/ 90 w 128"/>
                <a:gd name="T99" fmla="*/ 117 h 128"/>
                <a:gd name="T100" fmla="*/ 81 w 128"/>
                <a:gd name="T101" fmla="*/ 99 h 128"/>
                <a:gd name="T102" fmla="*/ 89 w 128"/>
                <a:gd name="T103" fmla="*/ 94 h 128"/>
                <a:gd name="T104" fmla="*/ 104 w 128"/>
                <a:gd name="T105" fmla="*/ 108 h 128"/>
                <a:gd name="T106" fmla="*/ 117 w 128"/>
                <a:gd name="T107" fmla="*/ 90 h 128"/>
                <a:gd name="T108" fmla="*/ 108 w 128"/>
                <a:gd name="T109" fmla="*/ 104 h 128"/>
                <a:gd name="T110" fmla="*/ 94 w 128"/>
                <a:gd name="T111" fmla="*/ 89 h 128"/>
                <a:gd name="T112" fmla="*/ 99 w 128"/>
                <a:gd name="T113" fmla="*/ 81 h 128"/>
                <a:gd name="T114" fmla="*/ 117 w 128"/>
                <a:gd name="T115" fmla="*/ 90 h 128"/>
                <a:gd name="T116" fmla="*/ 101 w 128"/>
                <a:gd name="T117" fmla="*/ 77 h 128"/>
                <a:gd name="T118" fmla="*/ 103 w 128"/>
                <a:gd name="T119" fmla="*/ 64 h 128"/>
                <a:gd name="T120" fmla="*/ 101 w 128"/>
                <a:gd name="T121" fmla="*/ 51 h 128"/>
                <a:gd name="T122" fmla="*/ 120 w 128"/>
                <a:gd name="T123" fmla="*/ 45 h 128"/>
                <a:gd name="T124" fmla="*/ 120 w 128"/>
                <a:gd name="T125" fmla="*/ 8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109" y="25"/>
                  </a:moveTo>
                  <a:cubicBezTo>
                    <a:pt x="112" y="29"/>
                    <a:pt x="115" y="33"/>
                    <a:pt x="118" y="38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00" y="47"/>
                    <a:pt x="100" y="47"/>
                    <a:pt x="100" y="47"/>
                  </a:cubicBezTo>
                  <a:cubicBezTo>
                    <a:pt x="99" y="46"/>
                    <a:pt x="99" y="46"/>
                    <a:pt x="99" y="46"/>
                  </a:cubicBezTo>
                  <a:cubicBezTo>
                    <a:pt x="98" y="44"/>
                    <a:pt x="96" y="41"/>
                    <a:pt x="94" y="39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108" y="24"/>
                    <a:pt x="108" y="24"/>
                    <a:pt x="108" y="24"/>
                  </a:cubicBezTo>
                  <a:lnTo>
                    <a:pt x="109" y="25"/>
                  </a:lnTo>
                  <a:close/>
                  <a:moveTo>
                    <a:pt x="99" y="64"/>
                  </a:moveTo>
                  <a:cubicBezTo>
                    <a:pt x="99" y="73"/>
                    <a:pt x="95" y="82"/>
                    <a:pt x="89" y="89"/>
                  </a:cubicBezTo>
                  <a:cubicBezTo>
                    <a:pt x="82" y="95"/>
                    <a:pt x="73" y="99"/>
                    <a:pt x="64" y="99"/>
                  </a:cubicBezTo>
                  <a:cubicBezTo>
                    <a:pt x="55" y="99"/>
                    <a:pt x="46" y="95"/>
                    <a:pt x="39" y="89"/>
                  </a:cubicBezTo>
                  <a:cubicBezTo>
                    <a:pt x="33" y="82"/>
                    <a:pt x="29" y="73"/>
                    <a:pt x="29" y="64"/>
                  </a:cubicBezTo>
                  <a:cubicBezTo>
                    <a:pt x="29" y="55"/>
                    <a:pt x="33" y="46"/>
                    <a:pt x="39" y="39"/>
                  </a:cubicBezTo>
                  <a:cubicBezTo>
                    <a:pt x="46" y="33"/>
                    <a:pt x="55" y="29"/>
                    <a:pt x="64" y="29"/>
                  </a:cubicBezTo>
                  <a:cubicBezTo>
                    <a:pt x="73" y="29"/>
                    <a:pt x="82" y="33"/>
                    <a:pt x="89" y="39"/>
                  </a:cubicBezTo>
                  <a:cubicBezTo>
                    <a:pt x="95" y="46"/>
                    <a:pt x="99" y="55"/>
                    <a:pt x="99" y="64"/>
                  </a:cubicBezTo>
                  <a:close/>
                  <a:moveTo>
                    <a:pt x="90" y="11"/>
                  </a:moveTo>
                  <a:cubicBezTo>
                    <a:pt x="95" y="13"/>
                    <a:pt x="100" y="16"/>
                    <a:pt x="104" y="20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87" y="32"/>
                    <a:pt x="85" y="31"/>
                    <a:pt x="83" y="29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89" y="10"/>
                    <a:pt x="89" y="10"/>
                    <a:pt x="89" y="10"/>
                  </a:cubicBezTo>
                  <a:lnTo>
                    <a:pt x="90" y="11"/>
                  </a:lnTo>
                  <a:close/>
                  <a:moveTo>
                    <a:pt x="45" y="8"/>
                  </a:moveTo>
                  <a:cubicBezTo>
                    <a:pt x="57" y="3"/>
                    <a:pt x="71" y="4"/>
                    <a:pt x="83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6" y="27"/>
                    <a:pt x="76" y="27"/>
                    <a:pt x="76" y="27"/>
                  </a:cubicBezTo>
                  <a:cubicBezTo>
                    <a:pt x="68" y="24"/>
                    <a:pt x="60" y="24"/>
                    <a:pt x="52" y="26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43" y="8"/>
                    <a:pt x="43" y="8"/>
                    <a:pt x="43" y="8"/>
                  </a:cubicBezTo>
                  <a:lnTo>
                    <a:pt x="45" y="8"/>
                  </a:lnTo>
                  <a:close/>
                  <a:moveTo>
                    <a:pt x="25" y="19"/>
                  </a:moveTo>
                  <a:cubicBezTo>
                    <a:pt x="29" y="16"/>
                    <a:pt x="33" y="13"/>
                    <a:pt x="38" y="11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3" y="30"/>
                    <a:pt x="41" y="32"/>
                    <a:pt x="39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24" y="20"/>
                    <a:pt x="24" y="20"/>
                    <a:pt x="24" y="20"/>
                  </a:cubicBezTo>
                  <a:lnTo>
                    <a:pt x="25" y="19"/>
                  </a:lnTo>
                  <a:close/>
                  <a:moveTo>
                    <a:pt x="11" y="38"/>
                  </a:moveTo>
                  <a:cubicBezTo>
                    <a:pt x="13" y="33"/>
                    <a:pt x="16" y="29"/>
                    <a:pt x="19" y="25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2" y="41"/>
                    <a:pt x="30" y="43"/>
                    <a:pt x="29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10" y="39"/>
                    <a:pt x="10" y="39"/>
                    <a:pt x="10" y="39"/>
                  </a:cubicBezTo>
                  <a:lnTo>
                    <a:pt x="11" y="38"/>
                  </a:lnTo>
                  <a:close/>
                  <a:moveTo>
                    <a:pt x="8" y="84"/>
                  </a:moveTo>
                  <a:cubicBezTo>
                    <a:pt x="6" y="77"/>
                    <a:pt x="5" y="71"/>
                    <a:pt x="5" y="64"/>
                  </a:cubicBezTo>
                  <a:cubicBezTo>
                    <a:pt x="5" y="57"/>
                    <a:pt x="6" y="51"/>
                    <a:pt x="8" y="45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5" y="56"/>
                    <a:pt x="25" y="60"/>
                    <a:pt x="25" y="64"/>
                  </a:cubicBezTo>
                  <a:cubicBezTo>
                    <a:pt x="25" y="68"/>
                    <a:pt x="25" y="72"/>
                    <a:pt x="27" y="76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8" y="85"/>
                    <a:pt x="8" y="85"/>
                    <a:pt x="8" y="85"/>
                  </a:cubicBezTo>
                  <a:lnTo>
                    <a:pt x="8" y="84"/>
                  </a:lnTo>
                  <a:close/>
                  <a:moveTo>
                    <a:pt x="20" y="104"/>
                  </a:moveTo>
                  <a:cubicBezTo>
                    <a:pt x="16" y="100"/>
                    <a:pt x="13" y="95"/>
                    <a:pt x="11" y="91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31" y="85"/>
                    <a:pt x="32" y="87"/>
                    <a:pt x="34" y="89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21" y="105"/>
                    <a:pt x="21" y="105"/>
                    <a:pt x="21" y="105"/>
                  </a:cubicBezTo>
                  <a:lnTo>
                    <a:pt x="20" y="104"/>
                  </a:lnTo>
                  <a:close/>
                  <a:moveTo>
                    <a:pt x="38" y="118"/>
                  </a:moveTo>
                  <a:cubicBezTo>
                    <a:pt x="33" y="115"/>
                    <a:pt x="29" y="112"/>
                    <a:pt x="25" y="109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38" y="94"/>
                    <a:pt x="38" y="94"/>
                    <a:pt x="38" y="94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41" y="96"/>
                    <a:pt x="44" y="98"/>
                    <a:pt x="46" y="99"/>
                  </a:cubicBezTo>
                  <a:cubicBezTo>
                    <a:pt x="47" y="100"/>
                    <a:pt x="47" y="100"/>
                    <a:pt x="47" y="100"/>
                  </a:cubicBezTo>
                  <a:cubicBezTo>
                    <a:pt x="39" y="118"/>
                    <a:pt x="39" y="118"/>
                    <a:pt x="39" y="118"/>
                  </a:cubicBezTo>
                  <a:lnTo>
                    <a:pt x="38" y="118"/>
                  </a:lnTo>
                  <a:close/>
                  <a:moveTo>
                    <a:pt x="83" y="120"/>
                  </a:moveTo>
                  <a:cubicBezTo>
                    <a:pt x="77" y="122"/>
                    <a:pt x="71" y="123"/>
                    <a:pt x="64" y="123"/>
                  </a:cubicBezTo>
                  <a:cubicBezTo>
                    <a:pt x="58" y="123"/>
                    <a:pt x="51" y="122"/>
                    <a:pt x="45" y="120"/>
                  </a:cubicBezTo>
                  <a:cubicBezTo>
                    <a:pt x="44" y="120"/>
                    <a:pt x="44" y="120"/>
                    <a:pt x="44" y="120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60" y="104"/>
                    <a:pt x="68" y="104"/>
                    <a:pt x="76" y="102"/>
                  </a:cubicBezTo>
                  <a:cubicBezTo>
                    <a:pt x="77" y="101"/>
                    <a:pt x="77" y="101"/>
                    <a:pt x="77" y="101"/>
                  </a:cubicBezTo>
                  <a:cubicBezTo>
                    <a:pt x="85" y="120"/>
                    <a:pt x="85" y="120"/>
                    <a:pt x="85" y="120"/>
                  </a:cubicBezTo>
                  <a:lnTo>
                    <a:pt x="83" y="120"/>
                  </a:lnTo>
                  <a:close/>
                  <a:moveTo>
                    <a:pt x="103" y="109"/>
                  </a:moveTo>
                  <a:cubicBezTo>
                    <a:pt x="99" y="112"/>
                    <a:pt x="95" y="115"/>
                    <a:pt x="90" y="117"/>
                  </a:cubicBezTo>
                  <a:cubicBezTo>
                    <a:pt x="89" y="118"/>
                    <a:pt x="89" y="118"/>
                    <a:pt x="89" y="118"/>
                  </a:cubicBezTo>
                  <a:cubicBezTo>
                    <a:pt x="81" y="99"/>
                    <a:pt x="81" y="99"/>
                    <a:pt x="81" y="99"/>
                  </a:cubicBezTo>
                  <a:cubicBezTo>
                    <a:pt x="82" y="99"/>
                    <a:pt x="82" y="99"/>
                    <a:pt x="82" y="99"/>
                  </a:cubicBezTo>
                  <a:cubicBezTo>
                    <a:pt x="85" y="98"/>
                    <a:pt x="87" y="96"/>
                    <a:pt x="89" y="94"/>
                  </a:cubicBezTo>
                  <a:cubicBezTo>
                    <a:pt x="90" y="93"/>
                    <a:pt x="90" y="93"/>
                    <a:pt x="90" y="93"/>
                  </a:cubicBezTo>
                  <a:cubicBezTo>
                    <a:pt x="104" y="108"/>
                    <a:pt x="104" y="108"/>
                    <a:pt x="104" y="108"/>
                  </a:cubicBezTo>
                  <a:lnTo>
                    <a:pt x="103" y="109"/>
                  </a:lnTo>
                  <a:close/>
                  <a:moveTo>
                    <a:pt x="117" y="90"/>
                  </a:moveTo>
                  <a:cubicBezTo>
                    <a:pt x="115" y="95"/>
                    <a:pt x="112" y="99"/>
                    <a:pt x="109" y="103"/>
                  </a:cubicBezTo>
                  <a:cubicBezTo>
                    <a:pt x="108" y="104"/>
                    <a:pt x="108" y="104"/>
                    <a:pt x="108" y="104"/>
                  </a:cubicBezTo>
                  <a:cubicBezTo>
                    <a:pt x="93" y="90"/>
                    <a:pt x="93" y="90"/>
                    <a:pt x="93" y="90"/>
                  </a:cubicBezTo>
                  <a:cubicBezTo>
                    <a:pt x="94" y="89"/>
                    <a:pt x="94" y="89"/>
                    <a:pt x="94" y="89"/>
                  </a:cubicBezTo>
                  <a:cubicBezTo>
                    <a:pt x="96" y="87"/>
                    <a:pt x="97" y="85"/>
                    <a:pt x="99" y="82"/>
                  </a:cubicBezTo>
                  <a:cubicBezTo>
                    <a:pt x="99" y="81"/>
                    <a:pt x="99" y="81"/>
                    <a:pt x="99" y="81"/>
                  </a:cubicBezTo>
                  <a:cubicBezTo>
                    <a:pt x="118" y="89"/>
                    <a:pt x="118" y="89"/>
                    <a:pt x="118" y="89"/>
                  </a:cubicBezTo>
                  <a:lnTo>
                    <a:pt x="117" y="90"/>
                  </a:lnTo>
                  <a:close/>
                  <a:moveTo>
                    <a:pt x="120" y="85"/>
                  </a:moveTo>
                  <a:cubicBezTo>
                    <a:pt x="101" y="77"/>
                    <a:pt x="101" y="77"/>
                    <a:pt x="101" y="77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3" y="72"/>
                    <a:pt x="103" y="68"/>
                    <a:pt x="103" y="64"/>
                  </a:cubicBezTo>
                  <a:cubicBezTo>
                    <a:pt x="103" y="60"/>
                    <a:pt x="103" y="56"/>
                    <a:pt x="102" y="53"/>
                  </a:cubicBezTo>
                  <a:cubicBezTo>
                    <a:pt x="101" y="51"/>
                    <a:pt x="101" y="51"/>
                    <a:pt x="101" y="51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2" y="51"/>
                    <a:pt x="123" y="58"/>
                    <a:pt x="123" y="64"/>
                  </a:cubicBezTo>
                  <a:cubicBezTo>
                    <a:pt x="123" y="71"/>
                    <a:pt x="122" y="77"/>
                    <a:pt x="120" y="83"/>
                  </a:cubicBezTo>
                  <a:lnTo>
                    <a:pt x="120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" name="Freeform 122"/>
            <p:cNvSpPr>
              <a:spLocks noEditPoints="1"/>
            </p:cNvSpPr>
            <p:nvPr/>
          </p:nvSpPr>
          <p:spPr bwMode="auto">
            <a:xfrm>
              <a:off x="7017" y="529"/>
              <a:ext cx="303" cy="232"/>
            </a:xfrm>
            <a:custGeom>
              <a:avLst/>
              <a:gdLst>
                <a:gd name="T0" fmla="*/ 128 w 128"/>
                <a:gd name="T1" fmla="*/ 2 h 98"/>
                <a:gd name="T2" fmla="*/ 126 w 128"/>
                <a:gd name="T3" fmla="*/ 0 h 98"/>
                <a:gd name="T4" fmla="*/ 2 w 128"/>
                <a:gd name="T5" fmla="*/ 0 h 98"/>
                <a:gd name="T6" fmla="*/ 0 w 128"/>
                <a:gd name="T7" fmla="*/ 2 h 98"/>
                <a:gd name="T8" fmla="*/ 0 w 128"/>
                <a:gd name="T9" fmla="*/ 35 h 98"/>
                <a:gd name="T10" fmla="*/ 64 w 128"/>
                <a:gd name="T11" fmla="*/ 98 h 98"/>
                <a:gd name="T12" fmla="*/ 128 w 128"/>
                <a:gd name="T13" fmla="*/ 35 h 98"/>
                <a:gd name="T14" fmla="*/ 128 w 128"/>
                <a:gd name="T15" fmla="*/ 2 h 98"/>
                <a:gd name="T16" fmla="*/ 48 w 128"/>
                <a:gd name="T17" fmla="*/ 92 h 98"/>
                <a:gd name="T18" fmla="*/ 41 w 128"/>
                <a:gd name="T19" fmla="*/ 89 h 98"/>
                <a:gd name="T20" fmla="*/ 22 w 128"/>
                <a:gd name="T21" fmla="*/ 77 h 98"/>
                <a:gd name="T22" fmla="*/ 9 w 128"/>
                <a:gd name="T23" fmla="*/ 58 h 98"/>
                <a:gd name="T24" fmla="*/ 5 w 128"/>
                <a:gd name="T25" fmla="*/ 44 h 98"/>
                <a:gd name="T26" fmla="*/ 5 w 128"/>
                <a:gd name="T27" fmla="*/ 42 h 98"/>
                <a:gd name="T28" fmla="*/ 7 w 128"/>
                <a:gd name="T29" fmla="*/ 43 h 98"/>
                <a:gd name="T30" fmla="*/ 14 w 128"/>
                <a:gd name="T31" fmla="*/ 45 h 98"/>
                <a:gd name="T32" fmla="*/ 33 w 128"/>
                <a:gd name="T33" fmla="*/ 58 h 98"/>
                <a:gd name="T34" fmla="*/ 46 w 128"/>
                <a:gd name="T35" fmla="*/ 77 h 98"/>
                <a:gd name="T36" fmla="*/ 50 w 128"/>
                <a:gd name="T37" fmla="*/ 90 h 98"/>
                <a:gd name="T38" fmla="*/ 50 w 128"/>
                <a:gd name="T39" fmla="*/ 92 h 98"/>
                <a:gd name="T40" fmla="*/ 48 w 128"/>
                <a:gd name="T41" fmla="*/ 92 h 98"/>
                <a:gd name="T42" fmla="*/ 123 w 128"/>
                <a:gd name="T43" fmla="*/ 44 h 98"/>
                <a:gd name="T44" fmla="*/ 119 w 128"/>
                <a:gd name="T45" fmla="*/ 58 h 98"/>
                <a:gd name="T46" fmla="*/ 106 w 128"/>
                <a:gd name="T47" fmla="*/ 77 h 98"/>
                <a:gd name="T48" fmla="*/ 87 w 128"/>
                <a:gd name="T49" fmla="*/ 89 h 98"/>
                <a:gd name="T50" fmla="*/ 80 w 128"/>
                <a:gd name="T51" fmla="*/ 92 h 98"/>
                <a:gd name="T52" fmla="*/ 78 w 128"/>
                <a:gd name="T53" fmla="*/ 92 h 98"/>
                <a:gd name="T54" fmla="*/ 78 w 128"/>
                <a:gd name="T55" fmla="*/ 90 h 98"/>
                <a:gd name="T56" fmla="*/ 82 w 128"/>
                <a:gd name="T57" fmla="*/ 77 h 98"/>
                <a:gd name="T58" fmla="*/ 95 w 128"/>
                <a:gd name="T59" fmla="*/ 58 h 98"/>
                <a:gd name="T60" fmla="*/ 114 w 128"/>
                <a:gd name="T61" fmla="*/ 45 h 98"/>
                <a:gd name="T62" fmla="*/ 121 w 128"/>
                <a:gd name="T63" fmla="*/ 43 h 98"/>
                <a:gd name="T64" fmla="*/ 123 w 128"/>
                <a:gd name="T65" fmla="*/ 42 h 98"/>
                <a:gd name="T66" fmla="*/ 123 w 128"/>
                <a:gd name="T67" fmla="*/ 44 h 98"/>
                <a:gd name="T68" fmla="*/ 123 w 128"/>
                <a:gd name="T69" fmla="*/ 18 h 98"/>
                <a:gd name="T70" fmla="*/ 96 w 128"/>
                <a:gd name="T71" fmla="*/ 18 h 98"/>
                <a:gd name="T72" fmla="*/ 94 w 128"/>
                <a:gd name="T73" fmla="*/ 20 h 98"/>
                <a:gd name="T74" fmla="*/ 96 w 128"/>
                <a:gd name="T75" fmla="*/ 23 h 98"/>
                <a:gd name="T76" fmla="*/ 123 w 128"/>
                <a:gd name="T77" fmla="*/ 23 h 98"/>
                <a:gd name="T78" fmla="*/ 123 w 128"/>
                <a:gd name="T79" fmla="*/ 37 h 98"/>
                <a:gd name="T80" fmla="*/ 122 w 128"/>
                <a:gd name="T81" fmla="*/ 38 h 98"/>
                <a:gd name="T82" fmla="*/ 74 w 128"/>
                <a:gd name="T83" fmla="*/ 92 h 98"/>
                <a:gd name="T84" fmla="*/ 73 w 128"/>
                <a:gd name="T85" fmla="*/ 93 h 98"/>
                <a:gd name="T86" fmla="*/ 72 w 128"/>
                <a:gd name="T87" fmla="*/ 93 h 98"/>
                <a:gd name="T88" fmla="*/ 64 w 128"/>
                <a:gd name="T89" fmla="*/ 94 h 98"/>
                <a:gd name="T90" fmla="*/ 56 w 128"/>
                <a:gd name="T91" fmla="*/ 93 h 98"/>
                <a:gd name="T92" fmla="*/ 55 w 128"/>
                <a:gd name="T93" fmla="*/ 93 h 98"/>
                <a:gd name="T94" fmla="*/ 55 w 128"/>
                <a:gd name="T95" fmla="*/ 92 h 98"/>
                <a:gd name="T96" fmla="*/ 6 w 128"/>
                <a:gd name="T97" fmla="*/ 38 h 98"/>
                <a:gd name="T98" fmla="*/ 5 w 128"/>
                <a:gd name="T99" fmla="*/ 37 h 98"/>
                <a:gd name="T100" fmla="*/ 5 w 128"/>
                <a:gd name="T101" fmla="*/ 35 h 98"/>
                <a:gd name="T102" fmla="*/ 5 w 128"/>
                <a:gd name="T103" fmla="*/ 23 h 98"/>
                <a:gd name="T104" fmla="*/ 32 w 128"/>
                <a:gd name="T105" fmla="*/ 23 h 98"/>
                <a:gd name="T106" fmla="*/ 34 w 128"/>
                <a:gd name="T107" fmla="*/ 20 h 98"/>
                <a:gd name="T108" fmla="*/ 32 w 128"/>
                <a:gd name="T109" fmla="*/ 18 h 98"/>
                <a:gd name="T110" fmla="*/ 5 w 128"/>
                <a:gd name="T111" fmla="*/ 18 h 98"/>
                <a:gd name="T112" fmla="*/ 5 w 128"/>
                <a:gd name="T113" fmla="*/ 4 h 98"/>
                <a:gd name="T114" fmla="*/ 123 w 128"/>
                <a:gd name="T115" fmla="*/ 4 h 98"/>
                <a:gd name="T116" fmla="*/ 123 w 128"/>
                <a:gd name="T117" fmla="*/ 1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" h="98">
                  <a:moveTo>
                    <a:pt x="128" y="2"/>
                  </a:moveTo>
                  <a:cubicBezTo>
                    <a:pt x="128" y="1"/>
                    <a:pt x="127" y="0"/>
                    <a:pt x="12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70"/>
                    <a:pt x="29" y="98"/>
                    <a:pt x="64" y="98"/>
                  </a:cubicBezTo>
                  <a:cubicBezTo>
                    <a:pt x="99" y="98"/>
                    <a:pt x="128" y="70"/>
                    <a:pt x="128" y="35"/>
                  </a:cubicBezTo>
                  <a:lnTo>
                    <a:pt x="128" y="2"/>
                  </a:lnTo>
                  <a:close/>
                  <a:moveTo>
                    <a:pt x="48" y="92"/>
                  </a:moveTo>
                  <a:cubicBezTo>
                    <a:pt x="46" y="91"/>
                    <a:pt x="43" y="90"/>
                    <a:pt x="41" y="89"/>
                  </a:cubicBezTo>
                  <a:cubicBezTo>
                    <a:pt x="34" y="86"/>
                    <a:pt x="28" y="82"/>
                    <a:pt x="22" y="77"/>
                  </a:cubicBezTo>
                  <a:cubicBezTo>
                    <a:pt x="17" y="71"/>
                    <a:pt x="12" y="65"/>
                    <a:pt x="9" y="58"/>
                  </a:cubicBezTo>
                  <a:cubicBezTo>
                    <a:pt x="8" y="54"/>
                    <a:pt x="6" y="49"/>
                    <a:pt x="5" y="44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0" y="43"/>
                    <a:pt x="12" y="44"/>
                    <a:pt x="14" y="45"/>
                  </a:cubicBezTo>
                  <a:cubicBezTo>
                    <a:pt x="21" y="48"/>
                    <a:pt x="28" y="52"/>
                    <a:pt x="33" y="58"/>
                  </a:cubicBezTo>
                  <a:cubicBezTo>
                    <a:pt x="38" y="63"/>
                    <a:pt x="43" y="70"/>
                    <a:pt x="46" y="77"/>
                  </a:cubicBezTo>
                  <a:cubicBezTo>
                    <a:pt x="48" y="81"/>
                    <a:pt x="49" y="85"/>
                    <a:pt x="50" y="90"/>
                  </a:cubicBezTo>
                  <a:cubicBezTo>
                    <a:pt x="50" y="92"/>
                    <a:pt x="50" y="92"/>
                    <a:pt x="50" y="92"/>
                  </a:cubicBezTo>
                  <a:lnTo>
                    <a:pt x="48" y="92"/>
                  </a:lnTo>
                  <a:close/>
                  <a:moveTo>
                    <a:pt x="123" y="44"/>
                  </a:moveTo>
                  <a:cubicBezTo>
                    <a:pt x="122" y="49"/>
                    <a:pt x="120" y="54"/>
                    <a:pt x="119" y="58"/>
                  </a:cubicBezTo>
                  <a:cubicBezTo>
                    <a:pt x="116" y="65"/>
                    <a:pt x="111" y="71"/>
                    <a:pt x="106" y="77"/>
                  </a:cubicBezTo>
                  <a:cubicBezTo>
                    <a:pt x="100" y="82"/>
                    <a:pt x="94" y="86"/>
                    <a:pt x="87" y="89"/>
                  </a:cubicBezTo>
                  <a:cubicBezTo>
                    <a:pt x="85" y="90"/>
                    <a:pt x="82" y="91"/>
                    <a:pt x="80" y="92"/>
                  </a:cubicBezTo>
                  <a:cubicBezTo>
                    <a:pt x="78" y="92"/>
                    <a:pt x="78" y="92"/>
                    <a:pt x="78" y="92"/>
                  </a:cubicBezTo>
                  <a:cubicBezTo>
                    <a:pt x="78" y="90"/>
                    <a:pt x="78" y="90"/>
                    <a:pt x="78" y="90"/>
                  </a:cubicBezTo>
                  <a:cubicBezTo>
                    <a:pt x="79" y="85"/>
                    <a:pt x="80" y="81"/>
                    <a:pt x="82" y="77"/>
                  </a:cubicBezTo>
                  <a:cubicBezTo>
                    <a:pt x="85" y="70"/>
                    <a:pt x="90" y="63"/>
                    <a:pt x="95" y="58"/>
                  </a:cubicBezTo>
                  <a:cubicBezTo>
                    <a:pt x="100" y="52"/>
                    <a:pt x="107" y="48"/>
                    <a:pt x="114" y="45"/>
                  </a:cubicBezTo>
                  <a:cubicBezTo>
                    <a:pt x="116" y="44"/>
                    <a:pt x="118" y="43"/>
                    <a:pt x="121" y="43"/>
                  </a:cubicBezTo>
                  <a:cubicBezTo>
                    <a:pt x="123" y="42"/>
                    <a:pt x="123" y="42"/>
                    <a:pt x="123" y="42"/>
                  </a:cubicBezTo>
                  <a:lnTo>
                    <a:pt x="123" y="44"/>
                  </a:lnTo>
                  <a:close/>
                  <a:moveTo>
                    <a:pt x="123" y="18"/>
                  </a:moveTo>
                  <a:cubicBezTo>
                    <a:pt x="96" y="18"/>
                    <a:pt x="96" y="18"/>
                    <a:pt x="96" y="18"/>
                  </a:cubicBezTo>
                  <a:cubicBezTo>
                    <a:pt x="95" y="18"/>
                    <a:pt x="94" y="19"/>
                    <a:pt x="94" y="20"/>
                  </a:cubicBezTo>
                  <a:cubicBezTo>
                    <a:pt x="94" y="22"/>
                    <a:pt x="95" y="23"/>
                    <a:pt x="96" y="23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23" y="37"/>
                    <a:pt x="123" y="37"/>
                    <a:pt x="123" y="37"/>
                  </a:cubicBezTo>
                  <a:cubicBezTo>
                    <a:pt x="122" y="38"/>
                    <a:pt x="122" y="38"/>
                    <a:pt x="122" y="38"/>
                  </a:cubicBezTo>
                  <a:cubicBezTo>
                    <a:pt x="96" y="44"/>
                    <a:pt x="77" y="66"/>
                    <a:pt x="74" y="92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0" y="94"/>
                    <a:pt x="67" y="94"/>
                    <a:pt x="64" y="94"/>
                  </a:cubicBezTo>
                  <a:cubicBezTo>
                    <a:pt x="61" y="94"/>
                    <a:pt x="58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1" y="66"/>
                    <a:pt x="32" y="44"/>
                    <a:pt x="6" y="38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4" y="22"/>
                    <a:pt x="34" y="20"/>
                  </a:cubicBezTo>
                  <a:cubicBezTo>
                    <a:pt x="34" y="19"/>
                    <a:pt x="33" y="18"/>
                    <a:pt x="32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3" name="Freeform 123"/>
            <p:cNvSpPr>
              <a:spLocks noEditPoints="1"/>
            </p:cNvSpPr>
            <p:nvPr/>
          </p:nvSpPr>
          <p:spPr bwMode="auto">
            <a:xfrm>
              <a:off x="6414" y="493"/>
              <a:ext cx="298" cy="303"/>
            </a:xfrm>
            <a:custGeom>
              <a:avLst/>
              <a:gdLst>
                <a:gd name="T0" fmla="*/ 126 w 126"/>
                <a:gd name="T1" fmla="*/ 31 h 128"/>
                <a:gd name="T2" fmla="*/ 126 w 126"/>
                <a:gd name="T3" fmla="*/ 29 h 128"/>
                <a:gd name="T4" fmla="*/ 97 w 126"/>
                <a:gd name="T5" fmla="*/ 1 h 128"/>
                <a:gd name="T6" fmla="*/ 96 w 126"/>
                <a:gd name="T7" fmla="*/ 0 h 128"/>
                <a:gd name="T8" fmla="*/ 82 w 126"/>
                <a:gd name="T9" fmla="*/ 0 h 128"/>
                <a:gd name="T10" fmla="*/ 80 w 126"/>
                <a:gd name="T11" fmla="*/ 2 h 128"/>
                <a:gd name="T12" fmla="*/ 63 w 126"/>
                <a:gd name="T13" fmla="*/ 19 h 128"/>
                <a:gd name="T14" fmla="*/ 46 w 126"/>
                <a:gd name="T15" fmla="*/ 3 h 128"/>
                <a:gd name="T16" fmla="*/ 46 w 126"/>
                <a:gd name="T17" fmla="*/ 2 h 128"/>
                <a:gd name="T18" fmla="*/ 44 w 126"/>
                <a:gd name="T19" fmla="*/ 0 h 128"/>
                <a:gd name="T20" fmla="*/ 30 w 126"/>
                <a:gd name="T21" fmla="*/ 0 h 128"/>
                <a:gd name="T22" fmla="*/ 29 w 126"/>
                <a:gd name="T23" fmla="*/ 1 h 128"/>
                <a:gd name="T24" fmla="*/ 0 w 126"/>
                <a:gd name="T25" fmla="*/ 29 h 128"/>
                <a:gd name="T26" fmla="*/ 0 w 126"/>
                <a:gd name="T27" fmla="*/ 31 h 128"/>
                <a:gd name="T28" fmla="*/ 0 w 126"/>
                <a:gd name="T29" fmla="*/ 33 h 128"/>
                <a:gd name="T30" fmla="*/ 20 w 126"/>
                <a:gd name="T31" fmla="*/ 53 h 128"/>
                <a:gd name="T32" fmla="*/ 23 w 126"/>
                <a:gd name="T33" fmla="*/ 53 h 128"/>
                <a:gd name="T34" fmla="*/ 25 w 126"/>
                <a:gd name="T35" fmla="*/ 52 h 128"/>
                <a:gd name="T36" fmla="*/ 23 w 126"/>
                <a:gd name="T37" fmla="*/ 97 h 128"/>
                <a:gd name="T38" fmla="*/ 24 w 126"/>
                <a:gd name="T39" fmla="*/ 99 h 128"/>
                <a:gd name="T40" fmla="*/ 48 w 126"/>
                <a:gd name="T41" fmla="*/ 127 h 128"/>
                <a:gd name="T42" fmla="*/ 49 w 126"/>
                <a:gd name="T43" fmla="*/ 128 h 128"/>
                <a:gd name="T44" fmla="*/ 77 w 126"/>
                <a:gd name="T45" fmla="*/ 128 h 128"/>
                <a:gd name="T46" fmla="*/ 78 w 126"/>
                <a:gd name="T47" fmla="*/ 127 h 128"/>
                <a:gd name="T48" fmla="*/ 102 w 126"/>
                <a:gd name="T49" fmla="*/ 99 h 128"/>
                <a:gd name="T50" fmla="*/ 103 w 126"/>
                <a:gd name="T51" fmla="*/ 97 h 128"/>
                <a:gd name="T52" fmla="*/ 101 w 126"/>
                <a:gd name="T53" fmla="*/ 52 h 128"/>
                <a:gd name="T54" fmla="*/ 103 w 126"/>
                <a:gd name="T55" fmla="*/ 53 h 128"/>
                <a:gd name="T56" fmla="*/ 106 w 126"/>
                <a:gd name="T57" fmla="*/ 53 h 128"/>
                <a:gd name="T58" fmla="*/ 126 w 126"/>
                <a:gd name="T59" fmla="*/ 33 h 128"/>
                <a:gd name="T60" fmla="*/ 126 w 126"/>
                <a:gd name="T61" fmla="*/ 31 h 128"/>
                <a:gd name="T62" fmla="*/ 104 w 126"/>
                <a:gd name="T63" fmla="*/ 48 h 128"/>
                <a:gd name="T64" fmla="*/ 101 w 126"/>
                <a:gd name="T65" fmla="*/ 45 h 128"/>
                <a:gd name="T66" fmla="*/ 101 w 126"/>
                <a:gd name="T67" fmla="*/ 45 h 128"/>
                <a:gd name="T68" fmla="*/ 100 w 126"/>
                <a:gd name="T69" fmla="*/ 43 h 128"/>
                <a:gd name="T70" fmla="*/ 98 w 126"/>
                <a:gd name="T71" fmla="*/ 43 h 128"/>
                <a:gd name="T72" fmla="*/ 96 w 126"/>
                <a:gd name="T73" fmla="*/ 45 h 128"/>
                <a:gd name="T74" fmla="*/ 98 w 126"/>
                <a:gd name="T75" fmla="*/ 97 h 128"/>
                <a:gd name="T76" fmla="*/ 76 w 126"/>
                <a:gd name="T77" fmla="*/ 123 h 128"/>
                <a:gd name="T78" fmla="*/ 50 w 126"/>
                <a:gd name="T79" fmla="*/ 123 h 128"/>
                <a:gd name="T80" fmla="*/ 28 w 126"/>
                <a:gd name="T81" fmla="*/ 97 h 128"/>
                <a:gd name="T82" fmla="*/ 30 w 126"/>
                <a:gd name="T83" fmla="*/ 45 h 128"/>
                <a:gd name="T84" fmla="*/ 28 w 126"/>
                <a:gd name="T85" fmla="*/ 43 h 128"/>
                <a:gd name="T86" fmla="*/ 26 w 126"/>
                <a:gd name="T87" fmla="*/ 43 h 128"/>
                <a:gd name="T88" fmla="*/ 22 w 126"/>
                <a:gd name="T89" fmla="*/ 48 h 128"/>
                <a:gd name="T90" fmla="*/ 5 w 126"/>
                <a:gd name="T91" fmla="*/ 31 h 128"/>
                <a:gd name="T92" fmla="*/ 31 w 126"/>
                <a:gd name="T93" fmla="*/ 5 h 128"/>
                <a:gd name="T94" fmla="*/ 42 w 126"/>
                <a:gd name="T95" fmla="*/ 5 h 128"/>
                <a:gd name="T96" fmla="*/ 42 w 126"/>
                <a:gd name="T97" fmla="*/ 6 h 128"/>
                <a:gd name="T98" fmla="*/ 48 w 126"/>
                <a:gd name="T99" fmla="*/ 17 h 128"/>
                <a:gd name="T100" fmla="*/ 63 w 126"/>
                <a:gd name="T101" fmla="*/ 23 h 128"/>
                <a:gd name="T102" fmla="*/ 78 w 126"/>
                <a:gd name="T103" fmla="*/ 17 h 128"/>
                <a:gd name="T104" fmla="*/ 84 w 126"/>
                <a:gd name="T105" fmla="*/ 6 h 128"/>
                <a:gd name="T106" fmla="*/ 84 w 126"/>
                <a:gd name="T107" fmla="*/ 5 h 128"/>
                <a:gd name="T108" fmla="*/ 95 w 126"/>
                <a:gd name="T109" fmla="*/ 5 h 128"/>
                <a:gd name="T110" fmla="*/ 121 w 126"/>
                <a:gd name="T111" fmla="*/ 31 h 128"/>
                <a:gd name="T112" fmla="*/ 104 w 126"/>
                <a:gd name="T113" fmla="*/ 4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8">
                  <a:moveTo>
                    <a:pt x="126" y="31"/>
                  </a:moveTo>
                  <a:cubicBezTo>
                    <a:pt x="126" y="30"/>
                    <a:pt x="126" y="30"/>
                    <a:pt x="126" y="29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7" y="0"/>
                    <a:pt x="96" y="0"/>
                    <a:pt x="96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1" y="0"/>
                    <a:pt x="80" y="1"/>
                    <a:pt x="80" y="2"/>
                  </a:cubicBezTo>
                  <a:cubicBezTo>
                    <a:pt x="80" y="11"/>
                    <a:pt x="72" y="19"/>
                    <a:pt x="63" y="19"/>
                  </a:cubicBezTo>
                  <a:cubicBezTo>
                    <a:pt x="54" y="19"/>
                    <a:pt x="47" y="12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29" y="0"/>
                    <a:pt x="29" y="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0" y="30"/>
                    <a:pt x="0" y="31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1" y="53"/>
                    <a:pt x="22" y="54"/>
                    <a:pt x="23" y="53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23" y="98"/>
                    <a:pt x="24" y="98"/>
                    <a:pt x="24" y="99"/>
                  </a:cubicBezTo>
                  <a:cubicBezTo>
                    <a:pt x="48" y="127"/>
                    <a:pt x="48" y="127"/>
                    <a:pt x="48" y="127"/>
                  </a:cubicBezTo>
                  <a:cubicBezTo>
                    <a:pt x="48" y="128"/>
                    <a:pt x="49" y="128"/>
                    <a:pt x="49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77" y="128"/>
                    <a:pt x="78" y="128"/>
                    <a:pt x="78" y="127"/>
                  </a:cubicBezTo>
                  <a:cubicBezTo>
                    <a:pt x="102" y="99"/>
                    <a:pt x="102" y="99"/>
                    <a:pt x="102" y="99"/>
                  </a:cubicBezTo>
                  <a:cubicBezTo>
                    <a:pt x="102" y="98"/>
                    <a:pt x="103" y="98"/>
                    <a:pt x="103" y="97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3" y="53"/>
                    <a:pt x="103" y="53"/>
                    <a:pt x="103" y="53"/>
                  </a:cubicBezTo>
                  <a:cubicBezTo>
                    <a:pt x="104" y="54"/>
                    <a:pt x="105" y="53"/>
                    <a:pt x="106" y="5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2"/>
                    <a:pt x="126" y="32"/>
                    <a:pt x="126" y="31"/>
                  </a:cubicBezTo>
                  <a:close/>
                  <a:moveTo>
                    <a:pt x="104" y="48"/>
                  </a:moveTo>
                  <a:cubicBezTo>
                    <a:pt x="101" y="45"/>
                    <a:pt x="101" y="45"/>
                    <a:pt x="101" y="45"/>
                  </a:cubicBezTo>
                  <a:cubicBezTo>
                    <a:pt x="101" y="45"/>
                    <a:pt x="101" y="45"/>
                    <a:pt x="101" y="45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99" y="43"/>
                    <a:pt x="99" y="43"/>
                    <a:pt x="98" y="43"/>
                  </a:cubicBezTo>
                  <a:cubicBezTo>
                    <a:pt x="97" y="43"/>
                    <a:pt x="96" y="44"/>
                    <a:pt x="96" y="45"/>
                  </a:cubicBezTo>
                  <a:cubicBezTo>
                    <a:pt x="98" y="97"/>
                    <a:pt x="98" y="97"/>
                    <a:pt x="98" y="97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28" y="97"/>
                    <a:pt x="28" y="97"/>
                    <a:pt x="28" y="97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29" y="43"/>
                    <a:pt x="28" y="43"/>
                  </a:cubicBezTo>
                  <a:cubicBezTo>
                    <a:pt x="27" y="43"/>
                    <a:pt x="27" y="43"/>
                    <a:pt x="26" y="43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10"/>
                    <a:pt x="45" y="14"/>
                    <a:pt x="48" y="17"/>
                  </a:cubicBezTo>
                  <a:cubicBezTo>
                    <a:pt x="52" y="21"/>
                    <a:pt x="57" y="23"/>
                    <a:pt x="63" y="23"/>
                  </a:cubicBezTo>
                  <a:cubicBezTo>
                    <a:pt x="69" y="23"/>
                    <a:pt x="74" y="21"/>
                    <a:pt x="78" y="17"/>
                  </a:cubicBezTo>
                  <a:cubicBezTo>
                    <a:pt x="81" y="14"/>
                    <a:pt x="83" y="10"/>
                    <a:pt x="84" y="6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121" y="31"/>
                    <a:pt x="121" y="31"/>
                    <a:pt x="121" y="31"/>
                  </a:cubicBezTo>
                  <a:lnTo>
                    <a:pt x="10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4" name="Freeform 124"/>
            <p:cNvSpPr>
              <a:spLocks noEditPoints="1"/>
            </p:cNvSpPr>
            <p:nvPr/>
          </p:nvSpPr>
          <p:spPr bwMode="auto">
            <a:xfrm>
              <a:off x="5806" y="493"/>
              <a:ext cx="303" cy="303"/>
            </a:xfrm>
            <a:custGeom>
              <a:avLst/>
              <a:gdLst>
                <a:gd name="T0" fmla="*/ 126 w 128"/>
                <a:gd name="T1" fmla="*/ 29 h 128"/>
                <a:gd name="T2" fmla="*/ 113 w 128"/>
                <a:gd name="T3" fmla="*/ 29 h 128"/>
                <a:gd name="T4" fmla="*/ 113 w 128"/>
                <a:gd name="T5" fmla="*/ 28 h 128"/>
                <a:gd name="T6" fmla="*/ 102 w 128"/>
                <a:gd name="T7" fmla="*/ 9 h 128"/>
                <a:gd name="T8" fmla="*/ 79 w 128"/>
                <a:gd name="T9" fmla="*/ 0 h 128"/>
                <a:gd name="T10" fmla="*/ 54 w 128"/>
                <a:gd name="T11" fmla="*/ 10 h 128"/>
                <a:gd name="T12" fmla="*/ 43 w 128"/>
                <a:gd name="T13" fmla="*/ 35 h 128"/>
                <a:gd name="T14" fmla="*/ 47 w 128"/>
                <a:gd name="T15" fmla="*/ 51 h 128"/>
                <a:gd name="T16" fmla="*/ 53 w 128"/>
                <a:gd name="T17" fmla="*/ 60 h 128"/>
                <a:gd name="T18" fmla="*/ 55 w 128"/>
                <a:gd name="T19" fmla="*/ 62 h 128"/>
                <a:gd name="T20" fmla="*/ 53 w 128"/>
                <a:gd name="T21" fmla="*/ 62 h 128"/>
                <a:gd name="T22" fmla="*/ 42 w 128"/>
                <a:gd name="T23" fmla="*/ 64 h 128"/>
                <a:gd name="T24" fmla="*/ 23 w 128"/>
                <a:gd name="T25" fmla="*/ 58 h 128"/>
                <a:gd name="T26" fmla="*/ 4 w 128"/>
                <a:gd name="T27" fmla="*/ 39 h 128"/>
                <a:gd name="T28" fmla="*/ 2 w 128"/>
                <a:gd name="T29" fmla="*/ 38 h 128"/>
                <a:gd name="T30" fmla="*/ 0 w 128"/>
                <a:gd name="T31" fmla="*/ 41 h 128"/>
                <a:gd name="T32" fmla="*/ 0 w 128"/>
                <a:gd name="T33" fmla="*/ 94 h 128"/>
                <a:gd name="T34" fmla="*/ 11 w 128"/>
                <a:gd name="T35" fmla="*/ 118 h 128"/>
                <a:gd name="T36" fmla="*/ 35 w 128"/>
                <a:gd name="T37" fmla="*/ 128 h 128"/>
                <a:gd name="T38" fmla="*/ 84 w 128"/>
                <a:gd name="T39" fmla="*/ 128 h 128"/>
                <a:gd name="T40" fmla="*/ 109 w 128"/>
                <a:gd name="T41" fmla="*/ 118 h 128"/>
                <a:gd name="T42" fmla="*/ 120 w 128"/>
                <a:gd name="T43" fmla="*/ 93 h 128"/>
                <a:gd name="T44" fmla="*/ 104 w 128"/>
                <a:gd name="T45" fmla="*/ 63 h 128"/>
                <a:gd name="T46" fmla="*/ 102 w 128"/>
                <a:gd name="T47" fmla="*/ 62 h 128"/>
                <a:gd name="T48" fmla="*/ 103 w 128"/>
                <a:gd name="T49" fmla="*/ 61 h 128"/>
                <a:gd name="T50" fmla="*/ 110 w 128"/>
                <a:gd name="T51" fmla="*/ 53 h 128"/>
                <a:gd name="T52" fmla="*/ 110 w 128"/>
                <a:gd name="T53" fmla="*/ 52 h 128"/>
                <a:gd name="T54" fmla="*/ 111 w 128"/>
                <a:gd name="T55" fmla="*/ 52 h 128"/>
                <a:gd name="T56" fmla="*/ 122 w 128"/>
                <a:gd name="T57" fmla="*/ 45 h 128"/>
                <a:gd name="T58" fmla="*/ 128 w 128"/>
                <a:gd name="T59" fmla="*/ 31 h 128"/>
                <a:gd name="T60" fmla="*/ 126 w 128"/>
                <a:gd name="T61" fmla="*/ 29 h 128"/>
                <a:gd name="T62" fmla="*/ 123 w 128"/>
                <a:gd name="T63" fmla="*/ 35 h 128"/>
                <a:gd name="T64" fmla="*/ 108 w 128"/>
                <a:gd name="T65" fmla="*/ 48 h 128"/>
                <a:gd name="T66" fmla="*/ 107 w 128"/>
                <a:gd name="T67" fmla="*/ 48 h 128"/>
                <a:gd name="T68" fmla="*/ 106 w 128"/>
                <a:gd name="T69" fmla="*/ 49 h 128"/>
                <a:gd name="T70" fmla="*/ 97 w 128"/>
                <a:gd name="T71" fmla="*/ 60 h 128"/>
                <a:gd name="T72" fmla="*/ 97 w 128"/>
                <a:gd name="T73" fmla="*/ 60 h 128"/>
                <a:gd name="T74" fmla="*/ 97 w 128"/>
                <a:gd name="T75" fmla="*/ 61 h 128"/>
                <a:gd name="T76" fmla="*/ 96 w 128"/>
                <a:gd name="T77" fmla="*/ 62 h 128"/>
                <a:gd name="T78" fmla="*/ 97 w 128"/>
                <a:gd name="T79" fmla="*/ 65 h 128"/>
                <a:gd name="T80" fmla="*/ 115 w 128"/>
                <a:gd name="T81" fmla="*/ 93 h 128"/>
                <a:gd name="T82" fmla="*/ 84 w 128"/>
                <a:gd name="T83" fmla="*/ 123 h 128"/>
                <a:gd name="T84" fmla="*/ 35 w 128"/>
                <a:gd name="T85" fmla="*/ 123 h 128"/>
                <a:gd name="T86" fmla="*/ 5 w 128"/>
                <a:gd name="T87" fmla="*/ 93 h 128"/>
                <a:gd name="T88" fmla="*/ 5 w 128"/>
                <a:gd name="T89" fmla="*/ 46 h 128"/>
                <a:gd name="T90" fmla="*/ 20 w 128"/>
                <a:gd name="T91" fmla="*/ 61 h 128"/>
                <a:gd name="T92" fmla="*/ 42 w 128"/>
                <a:gd name="T93" fmla="*/ 69 h 128"/>
                <a:gd name="T94" fmla="*/ 60 w 128"/>
                <a:gd name="T95" fmla="*/ 64 h 128"/>
                <a:gd name="T96" fmla="*/ 61 w 128"/>
                <a:gd name="T97" fmla="*/ 62 h 128"/>
                <a:gd name="T98" fmla="*/ 60 w 128"/>
                <a:gd name="T99" fmla="*/ 60 h 128"/>
                <a:gd name="T100" fmla="*/ 48 w 128"/>
                <a:gd name="T101" fmla="*/ 35 h 128"/>
                <a:gd name="T102" fmla="*/ 79 w 128"/>
                <a:gd name="T103" fmla="*/ 5 h 128"/>
                <a:gd name="T104" fmla="*/ 109 w 128"/>
                <a:gd name="T105" fmla="*/ 31 h 128"/>
                <a:gd name="T106" fmla="*/ 109 w 128"/>
                <a:gd name="T107" fmla="*/ 33 h 128"/>
                <a:gd name="T108" fmla="*/ 123 w 128"/>
                <a:gd name="T109" fmla="*/ 33 h 128"/>
                <a:gd name="T110" fmla="*/ 123 w 128"/>
                <a:gd name="T111" fmla="*/ 3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8" h="128">
                  <a:moveTo>
                    <a:pt x="126" y="29"/>
                  </a:moveTo>
                  <a:cubicBezTo>
                    <a:pt x="113" y="29"/>
                    <a:pt x="113" y="29"/>
                    <a:pt x="113" y="29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2" y="20"/>
                    <a:pt x="108" y="14"/>
                    <a:pt x="102" y="9"/>
                  </a:cubicBezTo>
                  <a:cubicBezTo>
                    <a:pt x="96" y="3"/>
                    <a:pt x="87" y="0"/>
                    <a:pt x="79" y="0"/>
                  </a:cubicBezTo>
                  <a:cubicBezTo>
                    <a:pt x="69" y="0"/>
                    <a:pt x="60" y="4"/>
                    <a:pt x="54" y="10"/>
                  </a:cubicBezTo>
                  <a:cubicBezTo>
                    <a:pt x="47" y="17"/>
                    <a:pt x="43" y="26"/>
                    <a:pt x="43" y="35"/>
                  </a:cubicBezTo>
                  <a:cubicBezTo>
                    <a:pt x="43" y="41"/>
                    <a:pt x="45" y="47"/>
                    <a:pt x="47" y="51"/>
                  </a:cubicBezTo>
                  <a:cubicBezTo>
                    <a:pt x="49" y="55"/>
                    <a:pt x="51" y="58"/>
                    <a:pt x="53" y="60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49" y="64"/>
                    <a:pt x="46" y="64"/>
                    <a:pt x="42" y="64"/>
                  </a:cubicBezTo>
                  <a:cubicBezTo>
                    <a:pt x="35" y="64"/>
                    <a:pt x="28" y="62"/>
                    <a:pt x="23" y="5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3" y="39"/>
                    <a:pt x="3" y="38"/>
                    <a:pt x="2" y="38"/>
                  </a:cubicBezTo>
                  <a:cubicBezTo>
                    <a:pt x="1" y="38"/>
                    <a:pt x="0" y="39"/>
                    <a:pt x="0" y="41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103"/>
                    <a:pt x="4" y="111"/>
                    <a:pt x="11" y="118"/>
                  </a:cubicBezTo>
                  <a:cubicBezTo>
                    <a:pt x="17" y="124"/>
                    <a:pt x="26" y="128"/>
                    <a:pt x="35" y="128"/>
                  </a:cubicBezTo>
                  <a:cubicBezTo>
                    <a:pt x="84" y="128"/>
                    <a:pt x="84" y="128"/>
                    <a:pt x="84" y="128"/>
                  </a:cubicBezTo>
                  <a:cubicBezTo>
                    <a:pt x="94" y="128"/>
                    <a:pt x="103" y="124"/>
                    <a:pt x="109" y="118"/>
                  </a:cubicBezTo>
                  <a:cubicBezTo>
                    <a:pt x="116" y="111"/>
                    <a:pt x="120" y="102"/>
                    <a:pt x="120" y="93"/>
                  </a:cubicBezTo>
                  <a:cubicBezTo>
                    <a:pt x="120" y="81"/>
                    <a:pt x="114" y="69"/>
                    <a:pt x="104" y="63"/>
                  </a:cubicBezTo>
                  <a:cubicBezTo>
                    <a:pt x="102" y="62"/>
                    <a:pt x="102" y="62"/>
                    <a:pt x="102" y="62"/>
                  </a:cubicBezTo>
                  <a:cubicBezTo>
                    <a:pt x="103" y="61"/>
                    <a:pt x="103" y="61"/>
                    <a:pt x="103" y="61"/>
                  </a:cubicBezTo>
                  <a:cubicBezTo>
                    <a:pt x="106" y="58"/>
                    <a:pt x="108" y="56"/>
                    <a:pt x="110" y="53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1" y="52"/>
                    <a:pt x="111" y="52"/>
                    <a:pt x="111" y="52"/>
                  </a:cubicBezTo>
                  <a:cubicBezTo>
                    <a:pt x="115" y="51"/>
                    <a:pt x="119" y="49"/>
                    <a:pt x="122" y="45"/>
                  </a:cubicBezTo>
                  <a:cubicBezTo>
                    <a:pt x="126" y="42"/>
                    <a:pt x="128" y="36"/>
                    <a:pt x="128" y="31"/>
                  </a:cubicBezTo>
                  <a:cubicBezTo>
                    <a:pt x="128" y="30"/>
                    <a:pt x="127" y="29"/>
                    <a:pt x="126" y="29"/>
                  </a:cubicBezTo>
                  <a:close/>
                  <a:moveTo>
                    <a:pt x="123" y="35"/>
                  </a:moveTo>
                  <a:cubicBezTo>
                    <a:pt x="121" y="42"/>
                    <a:pt x="115" y="47"/>
                    <a:pt x="108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4" y="53"/>
                    <a:pt x="101" y="57"/>
                    <a:pt x="97" y="60"/>
                  </a:cubicBezTo>
                  <a:cubicBezTo>
                    <a:pt x="97" y="60"/>
                    <a:pt x="97" y="60"/>
                    <a:pt x="97" y="60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96" y="61"/>
                    <a:pt x="96" y="62"/>
                    <a:pt x="96" y="62"/>
                  </a:cubicBezTo>
                  <a:cubicBezTo>
                    <a:pt x="96" y="63"/>
                    <a:pt x="96" y="64"/>
                    <a:pt x="97" y="65"/>
                  </a:cubicBezTo>
                  <a:cubicBezTo>
                    <a:pt x="108" y="70"/>
                    <a:pt x="115" y="81"/>
                    <a:pt x="115" y="93"/>
                  </a:cubicBezTo>
                  <a:cubicBezTo>
                    <a:pt x="115" y="110"/>
                    <a:pt x="101" y="123"/>
                    <a:pt x="84" y="123"/>
                  </a:cubicBezTo>
                  <a:cubicBezTo>
                    <a:pt x="35" y="123"/>
                    <a:pt x="35" y="123"/>
                    <a:pt x="35" y="123"/>
                  </a:cubicBezTo>
                  <a:cubicBezTo>
                    <a:pt x="19" y="123"/>
                    <a:pt x="5" y="110"/>
                    <a:pt x="5" y="93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6" y="66"/>
                    <a:pt x="33" y="69"/>
                    <a:pt x="42" y="69"/>
                  </a:cubicBezTo>
                  <a:cubicBezTo>
                    <a:pt x="48" y="69"/>
                    <a:pt x="54" y="67"/>
                    <a:pt x="60" y="64"/>
                  </a:cubicBezTo>
                  <a:cubicBezTo>
                    <a:pt x="61" y="64"/>
                    <a:pt x="61" y="63"/>
                    <a:pt x="61" y="62"/>
                  </a:cubicBezTo>
                  <a:cubicBezTo>
                    <a:pt x="61" y="61"/>
                    <a:pt x="61" y="61"/>
                    <a:pt x="60" y="60"/>
                  </a:cubicBezTo>
                  <a:cubicBezTo>
                    <a:pt x="52" y="54"/>
                    <a:pt x="48" y="45"/>
                    <a:pt x="48" y="35"/>
                  </a:cubicBezTo>
                  <a:cubicBezTo>
                    <a:pt x="48" y="18"/>
                    <a:pt x="62" y="5"/>
                    <a:pt x="79" y="5"/>
                  </a:cubicBezTo>
                  <a:cubicBezTo>
                    <a:pt x="94" y="5"/>
                    <a:pt x="107" y="16"/>
                    <a:pt x="109" y="31"/>
                  </a:cubicBezTo>
                  <a:cubicBezTo>
                    <a:pt x="109" y="33"/>
                    <a:pt x="109" y="33"/>
                    <a:pt x="109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5" name="Freeform 125"/>
            <p:cNvSpPr>
              <a:spLocks noEditPoints="1"/>
            </p:cNvSpPr>
            <p:nvPr/>
          </p:nvSpPr>
          <p:spPr bwMode="auto">
            <a:xfrm>
              <a:off x="5199" y="493"/>
              <a:ext cx="314" cy="306"/>
            </a:xfrm>
            <a:custGeom>
              <a:avLst/>
              <a:gdLst>
                <a:gd name="T0" fmla="*/ 64 w 133"/>
                <a:gd name="T1" fmla="*/ 80 h 129"/>
                <a:gd name="T2" fmla="*/ 116 w 133"/>
                <a:gd name="T3" fmla="*/ 74 h 129"/>
                <a:gd name="T4" fmla="*/ 121 w 133"/>
                <a:gd name="T5" fmla="*/ 19 h 129"/>
                <a:gd name="T6" fmla="*/ 119 w 133"/>
                <a:gd name="T7" fmla="*/ 10 h 129"/>
                <a:gd name="T8" fmla="*/ 110 w 133"/>
                <a:gd name="T9" fmla="*/ 7 h 129"/>
                <a:gd name="T10" fmla="*/ 86 w 133"/>
                <a:gd name="T11" fmla="*/ 0 h 129"/>
                <a:gd name="T12" fmla="*/ 49 w 133"/>
                <a:gd name="T13" fmla="*/ 65 h 129"/>
                <a:gd name="T14" fmla="*/ 48 w 133"/>
                <a:gd name="T15" fmla="*/ 66 h 129"/>
                <a:gd name="T16" fmla="*/ 5 w 133"/>
                <a:gd name="T17" fmla="*/ 105 h 129"/>
                <a:gd name="T18" fmla="*/ 5 w 133"/>
                <a:gd name="T19" fmla="*/ 105 h 129"/>
                <a:gd name="T20" fmla="*/ 5 w 133"/>
                <a:gd name="T21" fmla="*/ 124 h 129"/>
                <a:gd name="T22" fmla="*/ 24 w 133"/>
                <a:gd name="T23" fmla="*/ 124 h 129"/>
                <a:gd name="T24" fmla="*/ 63 w 133"/>
                <a:gd name="T25" fmla="*/ 80 h 129"/>
                <a:gd name="T26" fmla="*/ 70 w 133"/>
                <a:gd name="T27" fmla="*/ 8 h 129"/>
                <a:gd name="T28" fmla="*/ 107 w 133"/>
                <a:gd name="T29" fmla="*/ 11 h 129"/>
                <a:gd name="T30" fmla="*/ 111 w 133"/>
                <a:gd name="T31" fmla="*/ 12 h 129"/>
                <a:gd name="T32" fmla="*/ 117 w 133"/>
                <a:gd name="T33" fmla="*/ 18 h 129"/>
                <a:gd name="T34" fmla="*/ 118 w 133"/>
                <a:gd name="T35" fmla="*/ 22 h 129"/>
                <a:gd name="T36" fmla="*/ 121 w 133"/>
                <a:gd name="T37" fmla="*/ 59 h 129"/>
                <a:gd name="T38" fmla="*/ 115 w 133"/>
                <a:gd name="T39" fmla="*/ 69 h 129"/>
                <a:gd name="T40" fmla="*/ 62 w 133"/>
                <a:gd name="T41" fmla="*/ 13 h 129"/>
                <a:gd name="T42" fmla="*/ 50 w 133"/>
                <a:gd name="T43" fmla="*/ 29 h 129"/>
                <a:gd name="T44" fmla="*/ 57 w 133"/>
                <a:gd name="T45" fmla="*/ 17 h 129"/>
                <a:gd name="T46" fmla="*/ 110 w 133"/>
                <a:gd name="T47" fmla="*/ 73 h 129"/>
                <a:gd name="T48" fmla="*/ 86 w 133"/>
                <a:gd name="T49" fmla="*/ 82 h 129"/>
                <a:gd name="T50" fmla="*/ 59 w 133"/>
                <a:gd name="T51" fmla="*/ 70 h 129"/>
                <a:gd name="T52" fmla="*/ 47 w 133"/>
                <a:gd name="T53" fmla="*/ 43 h 129"/>
                <a:gd name="T54" fmla="*/ 21 w 133"/>
                <a:gd name="T55" fmla="*/ 121 h 129"/>
                <a:gd name="T56" fmla="*/ 8 w 133"/>
                <a:gd name="T57" fmla="*/ 121 h 129"/>
                <a:gd name="T58" fmla="*/ 42 w 133"/>
                <a:gd name="T59" fmla="*/ 78 h 129"/>
                <a:gd name="T60" fmla="*/ 53 w 133"/>
                <a:gd name="T61" fmla="*/ 70 h 129"/>
                <a:gd name="T62" fmla="*/ 59 w 133"/>
                <a:gd name="T63" fmla="*/ 76 h 129"/>
                <a:gd name="T64" fmla="*/ 59 w 133"/>
                <a:gd name="T65" fmla="*/ 7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3" h="129">
                  <a:moveTo>
                    <a:pt x="63" y="80"/>
                  </a:moveTo>
                  <a:cubicBezTo>
                    <a:pt x="64" y="80"/>
                    <a:pt x="64" y="80"/>
                    <a:pt x="64" y="80"/>
                  </a:cubicBezTo>
                  <a:cubicBezTo>
                    <a:pt x="71" y="84"/>
                    <a:pt x="78" y="86"/>
                    <a:pt x="86" y="86"/>
                  </a:cubicBezTo>
                  <a:cubicBezTo>
                    <a:pt x="97" y="86"/>
                    <a:pt x="108" y="82"/>
                    <a:pt x="116" y="74"/>
                  </a:cubicBezTo>
                  <a:cubicBezTo>
                    <a:pt x="131" y="59"/>
                    <a:pt x="133" y="36"/>
                    <a:pt x="122" y="19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22" y="18"/>
                    <a:pt x="122" y="18"/>
                    <a:pt x="122" y="18"/>
                  </a:cubicBezTo>
                  <a:cubicBezTo>
                    <a:pt x="122" y="15"/>
                    <a:pt x="121" y="12"/>
                    <a:pt x="119" y="10"/>
                  </a:cubicBezTo>
                  <a:cubicBezTo>
                    <a:pt x="117" y="8"/>
                    <a:pt x="114" y="7"/>
                    <a:pt x="111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3" y="2"/>
                    <a:pt x="94" y="0"/>
                    <a:pt x="86" y="0"/>
                  </a:cubicBezTo>
                  <a:cubicBezTo>
                    <a:pt x="74" y="0"/>
                    <a:pt x="64" y="4"/>
                    <a:pt x="55" y="13"/>
                  </a:cubicBezTo>
                  <a:cubicBezTo>
                    <a:pt x="42" y="26"/>
                    <a:pt x="39" y="48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22" y="89"/>
                    <a:pt x="6" y="104"/>
                    <a:pt x="5" y="105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0" y="111"/>
                    <a:pt x="0" y="119"/>
                    <a:pt x="5" y="124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10" y="129"/>
                    <a:pt x="19" y="129"/>
                    <a:pt x="24" y="124"/>
                  </a:cubicBezTo>
                  <a:cubicBezTo>
                    <a:pt x="25" y="123"/>
                    <a:pt x="39" y="107"/>
                    <a:pt x="63" y="81"/>
                  </a:cubicBezTo>
                  <a:lnTo>
                    <a:pt x="63" y="80"/>
                  </a:lnTo>
                  <a:close/>
                  <a:moveTo>
                    <a:pt x="62" y="13"/>
                  </a:moveTo>
                  <a:cubicBezTo>
                    <a:pt x="64" y="11"/>
                    <a:pt x="67" y="9"/>
                    <a:pt x="70" y="8"/>
                  </a:cubicBezTo>
                  <a:cubicBezTo>
                    <a:pt x="74" y="6"/>
                    <a:pt x="78" y="5"/>
                    <a:pt x="82" y="5"/>
                  </a:cubicBezTo>
                  <a:cubicBezTo>
                    <a:pt x="91" y="4"/>
                    <a:pt x="100" y="6"/>
                    <a:pt x="107" y="11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3" y="12"/>
                    <a:pt x="114" y="12"/>
                    <a:pt x="116" y="13"/>
                  </a:cubicBezTo>
                  <a:cubicBezTo>
                    <a:pt x="117" y="14"/>
                    <a:pt x="117" y="16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3" y="29"/>
                    <a:pt x="125" y="38"/>
                    <a:pt x="124" y="47"/>
                  </a:cubicBezTo>
                  <a:cubicBezTo>
                    <a:pt x="124" y="51"/>
                    <a:pt x="123" y="55"/>
                    <a:pt x="121" y="59"/>
                  </a:cubicBezTo>
                  <a:cubicBezTo>
                    <a:pt x="120" y="62"/>
                    <a:pt x="118" y="65"/>
                    <a:pt x="116" y="67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60" y="14"/>
                    <a:pt x="60" y="14"/>
                    <a:pt x="60" y="14"/>
                  </a:cubicBezTo>
                  <a:lnTo>
                    <a:pt x="62" y="13"/>
                  </a:lnTo>
                  <a:close/>
                  <a:moveTo>
                    <a:pt x="47" y="43"/>
                  </a:moveTo>
                  <a:cubicBezTo>
                    <a:pt x="47" y="38"/>
                    <a:pt x="48" y="33"/>
                    <a:pt x="50" y="29"/>
                  </a:cubicBezTo>
                  <a:cubicBezTo>
                    <a:pt x="52" y="25"/>
                    <a:pt x="54" y="22"/>
                    <a:pt x="56" y="19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0" y="73"/>
                    <a:pt x="110" y="73"/>
                    <a:pt x="110" y="73"/>
                  </a:cubicBezTo>
                  <a:cubicBezTo>
                    <a:pt x="107" y="75"/>
                    <a:pt x="104" y="77"/>
                    <a:pt x="100" y="79"/>
                  </a:cubicBezTo>
                  <a:cubicBezTo>
                    <a:pt x="96" y="81"/>
                    <a:pt x="91" y="82"/>
                    <a:pt x="86" y="82"/>
                  </a:cubicBezTo>
                  <a:cubicBezTo>
                    <a:pt x="81" y="82"/>
                    <a:pt x="76" y="81"/>
                    <a:pt x="71" y="79"/>
                  </a:cubicBezTo>
                  <a:cubicBezTo>
                    <a:pt x="67" y="77"/>
                    <a:pt x="62" y="74"/>
                    <a:pt x="59" y="70"/>
                  </a:cubicBezTo>
                  <a:cubicBezTo>
                    <a:pt x="55" y="67"/>
                    <a:pt x="52" y="62"/>
                    <a:pt x="50" y="58"/>
                  </a:cubicBezTo>
                  <a:cubicBezTo>
                    <a:pt x="48" y="53"/>
                    <a:pt x="47" y="48"/>
                    <a:pt x="47" y="43"/>
                  </a:cubicBezTo>
                  <a:close/>
                  <a:moveTo>
                    <a:pt x="59" y="78"/>
                  </a:moveTo>
                  <a:cubicBezTo>
                    <a:pt x="45" y="93"/>
                    <a:pt x="23" y="119"/>
                    <a:pt x="21" y="121"/>
                  </a:cubicBezTo>
                  <a:cubicBezTo>
                    <a:pt x="19" y="123"/>
                    <a:pt x="17" y="123"/>
                    <a:pt x="15" y="123"/>
                  </a:cubicBezTo>
                  <a:cubicBezTo>
                    <a:pt x="12" y="123"/>
                    <a:pt x="10" y="122"/>
                    <a:pt x="8" y="121"/>
                  </a:cubicBezTo>
                  <a:cubicBezTo>
                    <a:pt x="5" y="117"/>
                    <a:pt x="5" y="111"/>
                    <a:pt x="8" y="108"/>
                  </a:cubicBezTo>
                  <a:cubicBezTo>
                    <a:pt x="10" y="106"/>
                    <a:pt x="27" y="91"/>
                    <a:pt x="42" y="78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4" y="72"/>
                    <a:pt x="55" y="73"/>
                    <a:pt x="55" y="74"/>
                  </a:cubicBezTo>
                  <a:cubicBezTo>
                    <a:pt x="56" y="75"/>
                    <a:pt x="57" y="75"/>
                    <a:pt x="59" y="76"/>
                  </a:cubicBezTo>
                  <a:cubicBezTo>
                    <a:pt x="60" y="77"/>
                    <a:pt x="60" y="77"/>
                    <a:pt x="60" y="77"/>
                  </a:cubicBezTo>
                  <a:lnTo>
                    <a:pt x="59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" name="Freeform 126"/>
            <p:cNvSpPr>
              <a:spLocks noEditPoints="1"/>
            </p:cNvSpPr>
            <p:nvPr/>
          </p:nvSpPr>
          <p:spPr bwMode="auto">
            <a:xfrm>
              <a:off x="4596" y="493"/>
              <a:ext cx="302" cy="303"/>
            </a:xfrm>
            <a:custGeom>
              <a:avLst/>
              <a:gdLst>
                <a:gd name="T0" fmla="*/ 105 w 128"/>
                <a:gd name="T1" fmla="*/ 38 h 128"/>
                <a:gd name="T2" fmla="*/ 67 w 128"/>
                <a:gd name="T3" fmla="*/ 2 h 128"/>
                <a:gd name="T4" fmla="*/ 66 w 128"/>
                <a:gd name="T5" fmla="*/ 1 h 128"/>
                <a:gd name="T6" fmla="*/ 61 w 128"/>
                <a:gd name="T7" fmla="*/ 2 h 128"/>
                <a:gd name="T8" fmla="*/ 23 w 128"/>
                <a:gd name="T9" fmla="*/ 38 h 128"/>
                <a:gd name="T10" fmla="*/ 0 w 128"/>
                <a:gd name="T11" fmla="*/ 48 h 128"/>
                <a:gd name="T12" fmla="*/ 22 w 128"/>
                <a:gd name="T13" fmla="*/ 58 h 128"/>
                <a:gd name="T14" fmla="*/ 21 w 128"/>
                <a:gd name="T15" fmla="*/ 102 h 128"/>
                <a:gd name="T16" fmla="*/ 25 w 128"/>
                <a:gd name="T17" fmla="*/ 128 h 128"/>
                <a:gd name="T18" fmla="*/ 28 w 128"/>
                <a:gd name="T19" fmla="*/ 102 h 128"/>
                <a:gd name="T20" fmla="*/ 27 w 128"/>
                <a:gd name="T21" fmla="*/ 58 h 128"/>
                <a:gd name="T22" fmla="*/ 62 w 128"/>
                <a:gd name="T23" fmla="*/ 78 h 128"/>
                <a:gd name="T24" fmla="*/ 51 w 128"/>
                <a:gd name="T25" fmla="*/ 91 h 128"/>
                <a:gd name="T26" fmla="*/ 77 w 128"/>
                <a:gd name="T27" fmla="*/ 91 h 128"/>
                <a:gd name="T28" fmla="*/ 66 w 128"/>
                <a:gd name="T29" fmla="*/ 78 h 128"/>
                <a:gd name="T30" fmla="*/ 101 w 128"/>
                <a:gd name="T31" fmla="*/ 58 h 128"/>
                <a:gd name="T32" fmla="*/ 100 w 128"/>
                <a:gd name="T33" fmla="*/ 102 h 128"/>
                <a:gd name="T34" fmla="*/ 103 w 128"/>
                <a:gd name="T35" fmla="*/ 128 h 128"/>
                <a:gd name="T36" fmla="*/ 107 w 128"/>
                <a:gd name="T37" fmla="*/ 102 h 128"/>
                <a:gd name="T38" fmla="*/ 106 w 128"/>
                <a:gd name="T39" fmla="*/ 58 h 128"/>
                <a:gd name="T40" fmla="*/ 128 w 128"/>
                <a:gd name="T41" fmla="*/ 48 h 128"/>
                <a:gd name="T42" fmla="*/ 64 w 128"/>
                <a:gd name="T43" fmla="*/ 6 h 128"/>
                <a:gd name="T44" fmla="*/ 30 w 128"/>
                <a:gd name="T45" fmla="*/ 38 h 128"/>
                <a:gd name="T46" fmla="*/ 33 w 128"/>
                <a:gd name="T47" fmla="*/ 115 h 128"/>
                <a:gd name="T48" fmla="*/ 16 w 128"/>
                <a:gd name="T49" fmla="*/ 115 h 128"/>
                <a:gd name="T50" fmla="*/ 33 w 128"/>
                <a:gd name="T51" fmla="*/ 115 h 128"/>
                <a:gd name="T52" fmla="*/ 64 w 128"/>
                <a:gd name="T53" fmla="*/ 100 h 128"/>
                <a:gd name="T54" fmla="*/ 64 w 128"/>
                <a:gd name="T55" fmla="*/ 82 h 128"/>
                <a:gd name="T56" fmla="*/ 112 w 128"/>
                <a:gd name="T57" fmla="*/ 115 h 128"/>
                <a:gd name="T58" fmla="*/ 95 w 128"/>
                <a:gd name="T59" fmla="*/ 115 h 128"/>
                <a:gd name="T60" fmla="*/ 112 w 128"/>
                <a:gd name="T61" fmla="*/ 115 h 128"/>
                <a:gd name="T62" fmla="*/ 10 w 128"/>
                <a:gd name="T63" fmla="*/ 53 h 128"/>
                <a:gd name="T64" fmla="*/ 10 w 128"/>
                <a:gd name="T65" fmla="*/ 43 h 128"/>
                <a:gd name="T66" fmla="*/ 123 w 128"/>
                <a:gd name="T67" fmla="*/ 4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8" h="128">
                  <a:moveTo>
                    <a:pt x="118" y="38"/>
                  </a:moveTo>
                  <a:cubicBezTo>
                    <a:pt x="105" y="38"/>
                    <a:pt x="105" y="38"/>
                    <a:pt x="105" y="38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5" y="0"/>
                    <a:pt x="63" y="0"/>
                    <a:pt x="62" y="1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4" y="38"/>
                    <a:pt x="0" y="43"/>
                    <a:pt x="0" y="48"/>
                  </a:cubicBezTo>
                  <a:cubicBezTo>
                    <a:pt x="0" y="53"/>
                    <a:pt x="4" y="58"/>
                    <a:pt x="10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5" y="103"/>
                    <a:pt x="11" y="108"/>
                    <a:pt x="11" y="115"/>
                  </a:cubicBezTo>
                  <a:cubicBezTo>
                    <a:pt x="11" y="122"/>
                    <a:pt x="17" y="128"/>
                    <a:pt x="25" y="128"/>
                  </a:cubicBezTo>
                  <a:cubicBezTo>
                    <a:pt x="32" y="128"/>
                    <a:pt x="38" y="122"/>
                    <a:pt x="38" y="115"/>
                  </a:cubicBezTo>
                  <a:cubicBezTo>
                    <a:pt x="38" y="108"/>
                    <a:pt x="34" y="103"/>
                    <a:pt x="28" y="102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55" y="80"/>
                    <a:pt x="51" y="85"/>
                    <a:pt x="51" y="91"/>
                  </a:cubicBezTo>
                  <a:cubicBezTo>
                    <a:pt x="51" y="99"/>
                    <a:pt x="57" y="105"/>
                    <a:pt x="64" y="105"/>
                  </a:cubicBezTo>
                  <a:cubicBezTo>
                    <a:pt x="71" y="105"/>
                    <a:pt x="77" y="99"/>
                    <a:pt x="77" y="91"/>
                  </a:cubicBezTo>
                  <a:cubicBezTo>
                    <a:pt x="77" y="85"/>
                    <a:pt x="73" y="80"/>
                    <a:pt x="67" y="78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66" y="58"/>
                    <a:pt x="66" y="58"/>
                    <a:pt x="66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101"/>
                    <a:pt x="101" y="101"/>
                    <a:pt x="101" y="101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94" y="103"/>
                    <a:pt x="90" y="108"/>
                    <a:pt x="90" y="115"/>
                  </a:cubicBezTo>
                  <a:cubicBezTo>
                    <a:pt x="90" y="122"/>
                    <a:pt x="96" y="128"/>
                    <a:pt x="103" y="128"/>
                  </a:cubicBezTo>
                  <a:cubicBezTo>
                    <a:pt x="111" y="128"/>
                    <a:pt x="117" y="122"/>
                    <a:pt x="117" y="115"/>
                  </a:cubicBezTo>
                  <a:cubicBezTo>
                    <a:pt x="117" y="108"/>
                    <a:pt x="113" y="103"/>
                    <a:pt x="107" y="102"/>
                  </a:cubicBezTo>
                  <a:cubicBezTo>
                    <a:pt x="106" y="101"/>
                    <a:pt x="106" y="101"/>
                    <a:pt x="106" y="101"/>
                  </a:cubicBezTo>
                  <a:cubicBezTo>
                    <a:pt x="106" y="58"/>
                    <a:pt x="106" y="58"/>
                    <a:pt x="106" y="58"/>
                  </a:cubicBezTo>
                  <a:cubicBezTo>
                    <a:pt x="118" y="58"/>
                    <a:pt x="118" y="58"/>
                    <a:pt x="118" y="58"/>
                  </a:cubicBezTo>
                  <a:cubicBezTo>
                    <a:pt x="124" y="58"/>
                    <a:pt x="128" y="53"/>
                    <a:pt x="128" y="48"/>
                  </a:cubicBezTo>
                  <a:cubicBezTo>
                    <a:pt x="128" y="43"/>
                    <a:pt x="124" y="38"/>
                    <a:pt x="118" y="38"/>
                  </a:cubicBezTo>
                  <a:close/>
                  <a:moveTo>
                    <a:pt x="64" y="6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30" y="38"/>
                    <a:pt x="30" y="38"/>
                    <a:pt x="30" y="38"/>
                  </a:cubicBezTo>
                  <a:lnTo>
                    <a:pt x="64" y="6"/>
                  </a:lnTo>
                  <a:close/>
                  <a:moveTo>
                    <a:pt x="33" y="115"/>
                  </a:moveTo>
                  <a:cubicBezTo>
                    <a:pt x="33" y="119"/>
                    <a:pt x="29" y="123"/>
                    <a:pt x="25" y="123"/>
                  </a:cubicBezTo>
                  <a:cubicBezTo>
                    <a:pt x="20" y="123"/>
                    <a:pt x="16" y="119"/>
                    <a:pt x="16" y="115"/>
                  </a:cubicBezTo>
                  <a:cubicBezTo>
                    <a:pt x="16" y="110"/>
                    <a:pt x="20" y="106"/>
                    <a:pt x="25" y="106"/>
                  </a:cubicBezTo>
                  <a:cubicBezTo>
                    <a:pt x="29" y="106"/>
                    <a:pt x="33" y="110"/>
                    <a:pt x="33" y="115"/>
                  </a:cubicBezTo>
                  <a:close/>
                  <a:moveTo>
                    <a:pt x="73" y="91"/>
                  </a:moveTo>
                  <a:cubicBezTo>
                    <a:pt x="73" y="96"/>
                    <a:pt x="69" y="100"/>
                    <a:pt x="64" y="100"/>
                  </a:cubicBezTo>
                  <a:cubicBezTo>
                    <a:pt x="59" y="100"/>
                    <a:pt x="55" y="96"/>
                    <a:pt x="55" y="91"/>
                  </a:cubicBezTo>
                  <a:cubicBezTo>
                    <a:pt x="55" y="86"/>
                    <a:pt x="59" y="82"/>
                    <a:pt x="64" y="82"/>
                  </a:cubicBezTo>
                  <a:cubicBezTo>
                    <a:pt x="69" y="82"/>
                    <a:pt x="73" y="86"/>
                    <a:pt x="73" y="91"/>
                  </a:cubicBezTo>
                  <a:close/>
                  <a:moveTo>
                    <a:pt x="112" y="115"/>
                  </a:moveTo>
                  <a:cubicBezTo>
                    <a:pt x="112" y="119"/>
                    <a:pt x="108" y="123"/>
                    <a:pt x="103" y="123"/>
                  </a:cubicBezTo>
                  <a:cubicBezTo>
                    <a:pt x="99" y="123"/>
                    <a:pt x="95" y="119"/>
                    <a:pt x="95" y="115"/>
                  </a:cubicBezTo>
                  <a:cubicBezTo>
                    <a:pt x="95" y="110"/>
                    <a:pt x="99" y="106"/>
                    <a:pt x="103" y="106"/>
                  </a:cubicBezTo>
                  <a:cubicBezTo>
                    <a:pt x="108" y="106"/>
                    <a:pt x="112" y="110"/>
                    <a:pt x="112" y="115"/>
                  </a:cubicBezTo>
                  <a:close/>
                  <a:moveTo>
                    <a:pt x="118" y="53"/>
                  </a:moveTo>
                  <a:cubicBezTo>
                    <a:pt x="10" y="53"/>
                    <a:pt x="10" y="53"/>
                    <a:pt x="10" y="53"/>
                  </a:cubicBezTo>
                  <a:cubicBezTo>
                    <a:pt x="7" y="53"/>
                    <a:pt x="5" y="51"/>
                    <a:pt x="5" y="48"/>
                  </a:cubicBezTo>
                  <a:cubicBezTo>
                    <a:pt x="5" y="45"/>
                    <a:pt x="7" y="43"/>
                    <a:pt x="10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21" y="43"/>
                    <a:pt x="123" y="45"/>
                    <a:pt x="123" y="48"/>
                  </a:cubicBezTo>
                  <a:cubicBezTo>
                    <a:pt x="123" y="51"/>
                    <a:pt x="121" y="53"/>
                    <a:pt x="118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7" name="Freeform 127"/>
            <p:cNvSpPr>
              <a:spLocks noEditPoints="1"/>
            </p:cNvSpPr>
            <p:nvPr/>
          </p:nvSpPr>
          <p:spPr bwMode="auto">
            <a:xfrm>
              <a:off x="4101" y="593"/>
              <a:ext cx="81" cy="80"/>
            </a:xfrm>
            <a:custGeom>
              <a:avLst/>
              <a:gdLst>
                <a:gd name="T0" fmla="*/ 17 w 34"/>
                <a:gd name="T1" fmla="*/ 0 h 34"/>
                <a:gd name="T2" fmla="*/ 0 w 34"/>
                <a:gd name="T3" fmla="*/ 17 h 34"/>
                <a:gd name="T4" fmla="*/ 17 w 34"/>
                <a:gd name="T5" fmla="*/ 34 h 34"/>
                <a:gd name="T6" fmla="*/ 34 w 34"/>
                <a:gd name="T7" fmla="*/ 17 h 34"/>
                <a:gd name="T8" fmla="*/ 17 w 34"/>
                <a:gd name="T9" fmla="*/ 0 h 34"/>
                <a:gd name="T10" fmla="*/ 17 w 34"/>
                <a:gd name="T11" fmla="*/ 30 h 34"/>
                <a:gd name="T12" fmla="*/ 4 w 34"/>
                <a:gd name="T13" fmla="*/ 17 h 34"/>
                <a:gd name="T14" fmla="*/ 17 w 34"/>
                <a:gd name="T15" fmla="*/ 5 h 34"/>
                <a:gd name="T16" fmla="*/ 30 w 34"/>
                <a:gd name="T17" fmla="*/ 17 h 34"/>
                <a:gd name="T18" fmla="*/ 17 w 34"/>
                <a:gd name="T19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4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4"/>
                    <a:pt x="17" y="34"/>
                  </a:cubicBezTo>
                  <a:cubicBezTo>
                    <a:pt x="26" y="34"/>
                    <a:pt x="34" y="2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5"/>
                    <a:pt x="17" y="5"/>
                  </a:cubicBezTo>
                  <a:cubicBezTo>
                    <a:pt x="24" y="5"/>
                    <a:pt x="30" y="10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8" name="Oval 128"/>
            <p:cNvSpPr>
              <a:spLocks noChangeArrowheads="1"/>
            </p:cNvSpPr>
            <p:nvPr/>
          </p:nvSpPr>
          <p:spPr bwMode="auto">
            <a:xfrm>
              <a:off x="4137" y="61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9" name="Oval 129"/>
            <p:cNvSpPr>
              <a:spLocks noChangeArrowheads="1"/>
            </p:cNvSpPr>
            <p:nvPr/>
          </p:nvSpPr>
          <p:spPr bwMode="auto">
            <a:xfrm>
              <a:off x="4163" y="564"/>
              <a:ext cx="9" cy="1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0" name="Oval 130"/>
            <p:cNvSpPr>
              <a:spLocks noChangeArrowheads="1"/>
            </p:cNvSpPr>
            <p:nvPr/>
          </p:nvSpPr>
          <p:spPr bwMode="auto">
            <a:xfrm>
              <a:off x="4111" y="564"/>
              <a:ext cx="9" cy="1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1" name="Freeform 131"/>
            <p:cNvSpPr>
              <a:spLocks noEditPoints="1"/>
            </p:cNvSpPr>
            <p:nvPr/>
          </p:nvSpPr>
          <p:spPr bwMode="auto">
            <a:xfrm>
              <a:off x="4023" y="493"/>
              <a:ext cx="237" cy="303"/>
            </a:xfrm>
            <a:custGeom>
              <a:avLst/>
              <a:gdLst>
                <a:gd name="T0" fmla="*/ 83 w 100"/>
                <a:gd name="T1" fmla="*/ 63 h 128"/>
                <a:gd name="T2" fmla="*/ 79 w 100"/>
                <a:gd name="T3" fmla="*/ 60 h 128"/>
                <a:gd name="T4" fmla="*/ 83 w 100"/>
                <a:gd name="T5" fmla="*/ 34 h 128"/>
                <a:gd name="T6" fmla="*/ 84 w 100"/>
                <a:gd name="T7" fmla="*/ 33 h 128"/>
                <a:gd name="T8" fmla="*/ 77 w 100"/>
                <a:gd name="T9" fmla="*/ 0 h 128"/>
                <a:gd name="T10" fmla="*/ 61 w 100"/>
                <a:gd name="T11" fmla="*/ 10 h 128"/>
                <a:gd name="T12" fmla="*/ 40 w 100"/>
                <a:gd name="T13" fmla="*/ 10 h 128"/>
                <a:gd name="T14" fmla="*/ 38 w 100"/>
                <a:gd name="T15" fmla="*/ 9 h 128"/>
                <a:gd name="T16" fmla="*/ 6 w 100"/>
                <a:gd name="T17" fmla="*/ 17 h 128"/>
                <a:gd name="T18" fmla="*/ 17 w 100"/>
                <a:gd name="T19" fmla="*/ 33 h 128"/>
                <a:gd name="T20" fmla="*/ 16 w 100"/>
                <a:gd name="T21" fmla="*/ 42 h 128"/>
                <a:gd name="T22" fmla="*/ 23 w 100"/>
                <a:gd name="T23" fmla="*/ 63 h 128"/>
                <a:gd name="T24" fmla="*/ 0 w 100"/>
                <a:gd name="T25" fmla="*/ 80 h 128"/>
                <a:gd name="T26" fmla="*/ 14 w 100"/>
                <a:gd name="T27" fmla="*/ 97 h 128"/>
                <a:gd name="T28" fmla="*/ 12 w 100"/>
                <a:gd name="T29" fmla="*/ 107 h 128"/>
                <a:gd name="T30" fmla="*/ 71 w 100"/>
                <a:gd name="T31" fmla="*/ 128 h 128"/>
                <a:gd name="T32" fmla="*/ 87 w 100"/>
                <a:gd name="T33" fmla="*/ 98 h 128"/>
                <a:gd name="T34" fmla="*/ 88 w 100"/>
                <a:gd name="T35" fmla="*/ 96 h 128"/>
                <a:gd name="T36" fmla="*/ 66 w 100"/>
                <a:gd name="T37" fmla="*/ 11 h 128"/>
                <a:gd name="T38" fmla="*/ 89 w 100"/>
                <a:gd name="T39" fmla="*/ 17 h 128"/>
                <a:gd name="T40" fmla="*/ 81 w 100"/>
                <a:gd name="T41" fmla="*/ 29 h 128"/>
                <a:gd name="T42" fmla="*/ 67 w 100"/>
                <a:gd name="T43" fmla="*/ 13 h 128"/>
                <a:gd name="T44" fmla="*/ 66 w 100"/>
                <a:gd name="T45" fmla="*/ 11 h 128"/>
                <a:gd name="T46" fmla="*/ 18 w 100"/>
                <a:gd name="T47" fmla="*/ 28 h 128"/>
                <a:gd name="T48" fmla="*/ 23 w 100"/>
                <a:gd name="T49" fmla="*/ 5 h 128"/>
                <a:gd name="T50" fmla="*/ 35 w 100"/>
                <a:gd name="T51" fmla="*/ 12 h 128"/>
                <a:gd name="T52" fmla="*/ 19 w 100"/>
                <a:gd name="T53" fmla="*/ 28 h 128"/>
                <a:gd name="T54" fmla="*/ 29 w 100"/>
                <a:gd name="T55" fmla="*/ 123 h 128"/>
                <a:gd name="T56" fmla="*/ 16 w 100"/>
                <a:gd name="T57" fmla="*/ 107 h 128"/>
                <a:gd name="T58" fmla="*/ 37 w 100"/>
                <a:gd name="T59" fmla="*/ 95 h 128"/>
                <a:gd name="T60" fmla="*/ 37 w 100"/>
                <a:gd name="T61" fmla="*/ 119 h 128"/>
                <a:gd name="T62" fmla="*/ 80 w 100"/>
                <a:gd name="T63" fmla="*/ 119 h 128"/>
                <a:gd name="T64" fmla="*/ 63 w 100"/>
                <a:gd name="T65" fmla="*/ 119 h 128"/>
                <a:gd name="T66" fmla="*/ 63 w 100"/>
                <a:gd name="T67" fmla="*/ 95 h 128"/>
                <a:gd name="T68" fmla="*/ 84 w 100"/>
                <a:gd name="T69" fmla="*/ 107 h 128"/>
                <a:gd name="T70" fmla="*/ 84 w 100"/>
                <a:gd name="T71" fmla="*/ 92 h 128"/>
                <a:gd name="T72" fmla="*/ 83 w 100"/>
                <a:gd name="T73" fmla="*/ 92 h 128"/>
                <a:gd name="T74" fmla="*/ 54 w 100"/>
                <a:gd name="T75" fmla="*/ 107 h 128"/>
                <a:gd name="T76" fmla="*/ 60 w 100"/>
                <a:gd name="T77" fmla="*/ 123 h 128"/>
                <a:gd name="T78" fmla="*/ 42 w 100"/>
                <a:gd name="T79" fmla="*/ 121 h 128"/>
                <a:gd name="T80" fmla="*/ 29 w 100"/>
                <a:gd name="T81" fmla="*/ 86 h 128"/>
                <a:gd name="T82" fmla="*/ 17 w 100"/>
                <a:gd name="T83" fmla="*/ 92 h 128"/>
                <a:gd name="T84" fmla="*/ 4 w 100"/>
                <a:gd name="T85" fmla="*/ 80 h 128"/>
                <a:gd name="T86" fmla="*/ 27 w 100"/>
                <a:gd name="T87" fmla="*/ 67 h 128"/>
                <a:gd name="T88" fmla="*/ 29 w 100"/>
                <a:gd name="T89" fmla="*/ 64 h 128"/>
                <a:gd name="T90" fmla="*/ 21 w 100"/>
                <a:gd name="T91" fmla="*/ 42 h 128"/>
                <a:gd name="T92" fmla="*/ 50 w 100"/>
                <a:gd name="T93" fmla="*/ 13 h 128"/>
                <a:gd name="T94" fmla="*/ 79 w 100"/>
                <a:gd name="T95" fmla="*/ 42 h 128"/>
                <a:gd name="T96" fmla="*/ 71 w 100"/>
                <a:gd name="T97" fmla="*/ 64 h 128"/>
                <a:gd name="T98" fmla="*/ 73 w 100"/>
                <a:gd name="T99" fmla="*/ 67 h 128"/>
                <a:gd name="T100" fmla="*/ 96 w 100"/>
                <a:gd name="T101" fmla="*/ 8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" h="128">
                  <a:moveTo>
                    <a:pt x="100" y="80"/>
                  </a:moveTo>
                  <a:cubicBezTo>
                    <a:pt x="100" y="70"/>
                    <a:pt x="93" y="63"/>
                    <a:pt x="83" y="63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82" y="55"/>
                    <a:pt x="84" y="49"/>
                    <a:pt x="84" y="42"/>
                  </a:cubicBezTo>
                  <a:cubicBezTo>
                    <a:pt x="84" y="40"/>
                    <a:pt x="84" y="37"/>
                    <a:pt x="83" y="34"/>
                  </a:cubicBezTo>
                  <a:cubicBezTo>
                    <a:pt x="83" y="33"/>
                    <a:pt x="83" y="33"/>
                    <a:pt x="83" y="33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90" y="30"/>
                    <a:pt x="94" y="24"/>
                    <a:pt x="94" y="17"/>
                  </a:cubicBezTo>
                  <a:cubicBezTo>
                    <a:pt x="94" y="8"/>
                    <a:pt x="86" y="0"/>
                    <a:pt x="77" y="0"/>
                  </a:cubicBezTo>
                  <a:cubicBezTo>
                    <a:pt x="70" y="0"/>
                    <a:pt x="65" y="4"/>
                    <a:pt x="62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54" y="8"/>
                    <a:pt x="46" y="8"/>
                    <a:pt x="40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5" y="4"/>
                    <a:pt x="30" y="0"/>
                    <a:pt x="23" y="0"/>
                  </a:cubicBezTo>
                  <a:cubicBezTo>
                    <a:pt x="14" y="0"/>
                    <a:pt x="6" y="8"/>
                    <a:pt x="6" y="17"/>
                  </a:cubicBezTo>
                  <a:cubicBezTo>
                    <a:pt x="6" y="24"/>
                    <a:pt x="10" y="30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6" y="37"/>
                    <a:pt x="16" y="40"/>
                    <a:pt x="16" y="42"/>
                  </a:cubicBezTo>
                  <a:cubicBezTo>
                    <a:pt x="16" y="49"/>
                    <a:pt x="18" y="55"/>
                    <a:pt x="21" y="60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7" y="63"/>
                    <a:pt x="0" y="70"/>
                    <a:pt x="0" y="80"/>
                  </a:cubicBezTo>
                  <a:cubicBezTo>
                    <a:pt x="0" y="88"/>
                    <a:pt x="5" y="94"/>
                    <a:pt x="12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2" y="101"/>
                    <a:pt x="12" y="104"/>
                    <a:pt x="12" y="107"/>
                  </a:cubicBezTo>
                  <a:cubicBezTo>
                    <a:pt x="12" y="119"/>
                    <a:pt x="19" y="128"/>
                    <a:pt x="29" y="128"/>
                  </a:cubicBezTo>
                  <a:cubicBezTo>
                    <a:pt x="71" y="128"/>
                    <a:pt x="71" y="128"/>
                    <a:pt x="71" y="128"/>
                  </a:cubicBezTo>
                  <a:cubicBezTo>
                    <a:pt x="81" y="128"/>
                    <a:pt x="88" y="119"/>
                    <a:pt x="88" y="107"/>
                  </a:cubicBezTo>
                  <a:cubicBezTo>
                    <a:pt x="88" y="104"/>
                    <a:pt x="88" y="101"/>
                    <a:pt x="87" y="98"/>
                  </a:cubicBezTo>
                  <a:cubicBezTo>
                    <a:pt x="86" y="97"/>
                    <a:pt x="86" y="97"/>
                    <a:pt x="86" y="97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95" y="94"/>
                    <a:pt x="100" y="88"/>
                    <a:pt x="100" y="80"/>
                  </a:cubicBezTo>
                  <a:close/>
                  <a:moveTo>
                    <a:pt x="66" y="11"/>
                  </a:moveTo>
                  <a:cubicBezTo>
                    <a:pt x="68" y="7"/>
                    <a:pt x="72" y="5"/>
                    <a:pt x="77" y="5"/>
                  </a:cubicBezTo>
                  <a:cubicBezTo>
                    <a:pt x="84" y="5"/>
                    <a:pt x="89" y="10"/>
                    <a:pt x="89" y="17"/>
                  </a:cubicBezTo>
                  <a:cubicBezTo>
                    <a:pt x="89" y="22"/>
                    <a:pt x="87" y="26"/>
                    <a:pt x="82" y="28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81" y="28"/>
                    <a:pt x="81" y="28"/>
                    <a:pt x="81" y="28"/>
                  </a:cubicBezTo>
                  <a:cubicBezTo>
                    <a:pt x="78" y="21"/>
                    <a:pt x="73" y="16"/>
                    <a:pt x="67" y="13"/>
                  </a:cubicBezTo>
                  <a:cubicBezTo>
                    <a:pt x="65" y="12"/>
                    <a:pt x="65" y="12"/>
                    <a:pt x="65" y="12"/>
                  </a:cubicBezTo>
                  <a:lnTo>
                    <a:pt x="66" y="11"/>
                  </a:lnTo>
                  <a:close/>
                  <a:moveTo>
                    <a:pt x="19" y="29"/>
                  </a:moveTo>
                  <a:cubicBezTo>
                    <a:pt x="18" y="28"/>
                    <a:pt x="18" y="28"/>
                    <a:pt x="18" y="28"/>
                  </a:cubicBezTo>
                  <a:cubicBezTo>
                    <a:pt x="13" y="26"/>
                    <a:pt x="11" y="22"/>
                    <a:pt x="11" y="17"/>
                  </a:cubicBezTo>
                  <a:cubicBezTo>
                    <a:pt x="11" y="10"/>
                    <a:pt x="16" y="5"/>
                    <a:pt x="23" y="5"/>
                  </a:cubicBezTo>
                  <a:cubicBezTo>
                    <a:pt x="28" y="5"/>
                    <a:pt x="32" y="7"/>
                    <a:pt x="34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27" y="16"/>
                    <a:pt x="23" y="21"/>
                    <a:pt x="19" y="28"/>
                  </a:cubicBezTo>
                  <a:lnTo>
                    <a:pt x="19" y="29"/>
                  </a:lnTo>
                  <a:close/>
                  <a:moveTo>
                    <a:pt x="29" y="123"/>
                  </a:moveTo>
                  <a:cubicBezTo>
                    <a:pt x="26" y="123"/>
                    <a:pt x="23" y="122"/>
                    <a:pt x="20" y="119"/>
                  </a:cubicBezTo>
                  <a:cubicBezTo>
                    <a:pt x="18" y="116"/>
                    <a:pt x="16" y="112"/>
                    <a:pt x="16" y="107"/>
                  </a:cubicBezTo>
                  <a:cubicBezTo>
                    <a:pt x="16" y="103"/>
                    <a:pt x="18" y="98"/>
                    <a:pt x="20" y="95"/>
                  </a:cubicBezTo>
                  <a:cubicBezTo>
                    <a:pt x="25" y="90"/>
                    <a:pt x="33" y="90"/>
                    <a:pt x="37" y="95"/>
                  </a:cubicBezTo>
                  <a:cubicBezTo>
                    <a:pt x="40" y="98"/>
                    <a:pt x="41" y="103"/>
                    <a:pt x="41" y="107"/>
                  </a:cubicBezTo>
                  <a:cubicBezTo>
                    <a:pt x="41" y="112"/>
                    <a:pt x="40" y="116"/>
                    <a:pt x="37" y="119"/>
                  </a:cubicBezTo>
                  <a:cubicBezTo>
                    <a:pt x="35" y="122"/>
                    <a:pt x="32" y="123"/>
                    <a:pt x="29" y="123"/>
                  </a:cubicBezTo>
                  <a:close/>
                  <a:moveTo>
                    <a:pt x="80" y="119"/>
                  </a:moveTo>
                  <a:cubicBezTo>
                    <a:pt x="77" y="122"/>
                    <a:pt x="74" y="123"/>
                    <a:pt x="71" y="123"/>
                  </a:cubicBezTo>
                  <a:cubicBezTo>
                    <a:pt x="68" y="123"/>
                    <a:pt x="65" y="122"/>
                    <a:pt x="63" y="119"/>
                  </a:cubicBezTo>
                  <a:cubicBezTo>
                    <a:pt x="60" y="116"/>
                    <a:pt x="59" y="112"/>
                    <a:pt x="59" y="107"/>
                  </a:cubicBezTo>
                  <a:cubicBezTo>
                    <a:pt x="59" y="103"/>
                    <a:pt x="60" y="98"/>
                    <a:pt x="63" y="95"/>
                  </a:cubicBezTo>
                  <a:cubicBezTo>
                    <a:pt x="67" y="90"/>
                    <a:pt x="75" y="90"/>
                    <a:pt x="80" y="95"/>
                  </a:cubicBezTo>
                  <a:cubicBezTo>
                    <a:pt x="82" y="98"/>
                    <a:pt x="84" y="103"/>
                    <a:pt x="84" y="107"/>
                  </a:cubicBezTo>
                  <a:cubicBezTo>
                    <a:pt x="84" y="112"/>
                    <a:pt x="82" y="116"/>
                    <a:pt x="80" y="119"/>
                  </a:cubicBezTo>
                  <a:close/>
                  <a:moveTo>
                    <a:pt x="84" y="92"/>
                  </a:moveTo>
                  <a:cubicBezTo>
                    <a:pt x="83" y="92"/>
                    <a:pt x="83" y="92"/>
                    <a:pt x="83" y="92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79" y="88"/>
                    <a:pt x="75" y="86"/>
                    <a:pt x="71" y="86"/>
                  </a:cubicBezTo>
                  <a:cubicBezTo>
                    <a:pt x="62" y="86"/>
                    <a:pt x="54" y="96"/>
                    <a:pt x="54" y="107"/>
                  </a:cubicBezTo>
                  <a:cubicBezTo>
                    <a:pt x="54" y="112"/>
                    <a:pt x="56" y="117"/>
                    <a:pt x="58" y="121"/>
                  </a:cubicBezTo>
                  <a:cubicBezTo>
                    <a:pt x="60" y="123"/>
                    <a:pt x="60" y="123"/>
                    <a:pt x="60" y="123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2" y="121"/>
                    <a:pt x="42" y="121"/>
                  </a:cubicBezTo>
                  <a:cubicBezTo>
                    <a:pt x="44" y="117"/>
                    <a:pt x="46" y="112"/>
                    <a:pt x="46" y="107"/>
                  </a:cubicBezTo>
                  <a:cubicBezTo>
                    <a:pt x="46" y="96"/>
                    <a:pt x="38" y="86"/>
                    <a:pt x="29" y="86"/>
                  </a:cubicBezTo>
                  <a:cubicBezTo>
                    <a:pt x="25" y="86"/>
                    <a:pt x="21" y="88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9" y="92"/>
                    <a:pt x="4" y="87"/>
                    <a:pt x="4" y="80"/>
                  </a:cubicBezTo>
                  <a:cubicBezTo>
                    <a:pt x="4" y="73"/>
                    <a:pt x="10" y="67"/>
                    <a:pt x="17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9" y="66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2" y="53"/>
                    <a:pt x="21" y="48"/>
                    <a:pt x="21" y="42"/>
                  </a:cubicBezTo>
                  <a:cubicBezTo>
                    <a:pt x="21" y="35"/>
                    <a:pt x="24" y="27"/>
                    <a:pt x="29" y="22"/>
                  </a:cubicBezTo>
                  <a:cubicBezTo>
                    <a:pt x="35" y="16"/>
                    <a:pt x="42" y="13"/>
                    <a:pt x="50" y="13"/>
                  </a:cubicBezTo>
                  <a:cubicBezTo>
                    <a:pt x="58" y="13"/>
                    <a:pt x="65" y="16"/>
                    <a:pt x="71" y="22"/>
                  </a:cubicBezTo>
                  <a:cubicBezTo>
                    <a:pt x="76" y="27"/>
                    <a:pt x="79" y="35"/>
                    <a:pt x="79" y="42"/>
                  </a:cubicBezTo>
                  <a:cubicBezTo>
                    <a:pt x="79" y="48"/>
                    <a:pt x="78" y="53"/>
                    <a:pt x="75" y="58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1" y="64"/>
                    <a:pt x="71" y="64"/>
                    <a:pt x="71" y="65"/>
                  </a:cubicBezTo>
                  <a:cubicBezTo>
                    <a:pt x="71" y="66"/>
                    <a:pt x="72" y="67"/>
                    <a:pt x="73" y="67"/>
                  </a:cubicBezTo>
                  <a:cubicBezTo>
                    <a:pt x="83" y="67"/>
                    <a:pt x="83" y="67"/>
                    <a:pt x="83" y="67"/>
                  </a:cubicBezTo>
                  <a:cubicBezTo>
                    <a:pt x="90" y="67"/>
                    <a:pt x="96" y="73"/>
                    <a:pt x="96" y="80"/>
                  </a:cubicBezTo>
                  <a:cubicBezTo>
                    <a:pt x="96" y="87"/>
                    <a:pt x="91" y="92"/>
                    <a:pt x="84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2" name="Freeform 132"/>
            <p:cNvSpPr>
              <a:spLocks noEditPoints="1"/>
            </p:cNvSpPr>
            <p:nvPr/>
          </p:nvSpPr>
          <p:spPr bwMode="auto">
            <a:xfrm>
              <a:off x="3420" y="697"/>
              <a:ext cx="64" cy="66"/>
            </a:xfrm>
            <a:custGeom>
              <a:avLst/>
              <a:gdLst>
                <a:gd name="T0" fmla="*/ 4 w 27"/>
                <a:gd name="T1" fmla="*/ 4 h 28"/>
                <a:gd name="T2" fmla="*/ 0 w 27"/>
                <a:gd name="T3" fmla="*/ 13 h 28"/>
                <a:gd name="T4" fmla="*/ 4 w 27"/>
                <a:gd name="T5" fmla="*/ 23 h 28"/>
                <a:gd name="T6" fmla="*/ 23 w 27"/>
                <a:gd name="T7" fmla="*/ 23 h 28"/>
                <a:gd name="T8" fmla="*/ 27 w 27"/>
                <a:gd name="T9" fmla="*/ 13 h 28"/>
                <a:gd name="T10" fmla="*/ 23 w 27"/>
                <a:gd name="T11" fmla="*/ 4 h 28"/>
                <a:gd name="T12" fmla="*/ 14 w 27"/>
                <a:gd name="T13" fmla="*/ 0 h 28"/>
                <a:gd name="T14" fmla="*/ 4 w 27"/>
                <a:gd name="T15" fmla="*/ 4 h 28"/>
                <a:gd name="T16" fmla="*/ 23 w 27"/>
                <a:gd name="T17" fmla="*/ 13 h 28"/>
                <a:gd name="T18" fmla="*/ 20 w 27"/>
                <a:gd name="T19" fmla="*/ 19 h 28"/>
                <a:gd name="T20" fmla="*/ 14 w 27"/>
                <a:gd name="T21" fmla="*/ 22 h 28"/>
                <a:gd name="T22" fmla="*/ 8 w 27"/>
                <a:gd name="T23" fmla="*/ 19 h 28"/>
                <a:gd name="T24" fmla="*/ 8 w 27"/>
                <a:gd name="T25" fmla="*/ 7 h 28"/>
                <a:gd name="T26" fmla="*/ 20 w 27"/>
                <a:gd name="T27" fmla="*/ 7 h 28"/>
                <a:gd name="T28" fmla="*/ 23 w 27"/>
                <a:gd name="T29" fmla="*/ 1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28">
                  <a:moveTo>
                    <a:pt x="4" y="4"/>
                  </a:moveTo>
                  <a:cubicBezTo>
                    <a:pt x="2" y="6"/>
                    <a:pt x="0" y="10"/>
                    <a:pt x="0" y="13"/>
                  </a:cubicBezTo>
                  <a:cubicBezTo>
                    <a:pt x="0" y="17"/>
                    <a:pt x="2" y="20"/>
                    <a:pt x="4" y="23"/>
                  </a:cubicBezTo>
                  <a:cubicBezTo>
                    <a:pt x="9" y="28"/>
                    <a:pt x="18" y="28"/>
                    <a:pt x="23" y="23"/>
                  </a:cubicBezTo>
                  <a:cubicBezTo>
                    <a:pt x="26" y="20"/>
                    <a:pt x="27" y="17"/>
                    <a:pt x="27" y="13"/>
                  </a:cubicBezTo>
                  <a:cubicBezTo>
                    <a:pt x="27" y="10"/>
                    <a:pt x="26" y="6"/>
                    <a:pt x="23" y="4"/>
                  </a:cubicBezTo>
                  <a:cubicBezTo>
                    <a:pt x="21" y="1"/>
                    <a:pt x="17" y="0"/>
                    <a:pt x="14" y="0"/>
                  </a:cubicBezTo>
                  <a:cubicBezTo>
                    <a:pt x="10" y="0"/>
                    <a:pt x="7" y="1"/>
                    <a:pt x="4" y="4"/>
                  </a:cubicBezTo>
                  <a:close/>
                  <a:moveTo>
                    <a:pt x="23" y="13"/>
                  </a:moveTo>
                  <a:cubicBezTo>
                    <a:pt x="23" y="16"/>
                    <a:pt x="22" y="18"/>
                    <a:pt x="20" y="19"/>
                  </a:cubicBezTo>
                  <a:cubicBezTo>
                    <a:pt x="18" y="21"/>
                    <a:pt x="16" y="22"/>
                    <a:pt x="14" y="22"/>
                  </a:cubicBezTo>
                  <a:cubicBezTo>
                    <a:pt x="11" y="22"/>
                    <a:pt x="9" y="21"/>
                    <a:pt x="8" y="19"/>
                  </a:cubicBezTo>
                  <a:cubicBezTo>
                    <a:pt x="4" y="16"/>
                    <a:pt x="4" y="10"/>
                    <a:pt x="8" y="7"/>
                  </a:cubicBezTo>
                  <a:cubicBezTo>
                    <a:pt x="11" y="3"/>
                    <a:pt x="17" y="3"/>
                    <a:pt x="20" y="7"/>
                  </a:cubicBezTo>
                  <a:cubicBezTo>
                    <a:pt x="22" y="9"/>
                    <a:pt x="23" y="11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" name="Freeform 133"/>
            <p:cNvSpPr>
              <a:spLocks noEditPoints="1"/>
            </p:cNvSpPr>
            <p:nvPr/>
          </p:nvSpPr>
          <p:spPr bwMode="auto">
            <a:xfrm>
              <a:off x="3380" y="493"/>
              <a:ext cx="307" cy="303"/>
            </a:xfrm>
            <a:custGeom>
              <a:avLst/>
              <a:gdLst>
                <a:gd name="T0" fmla="*/ 122 w 130"/>
                <a:gd name="T1" fmla="*/ 8 h 128"/>
                <a:gd name="T2" fmla="*/ 102 w 130"/>
                <a:gd name="T3" fmla="*/ 0 h 128"/>
                <a:gd name="T4" fmla="*/ 82 w 130"/>
                <a:gd name="T5" fmla="*/ 8 h 128"/>
                <a:gd name="T6" fmla="*/ 74 w 130"/>
                <a:gd name="T7" fmla="*/ 35 h 128"/>
                <a:gd name="T8" fmla="*/ 75 w 130"/>
                <a:gd name="T9" fmla="*/ 36 h 128"/>
                <a:gd name="T10" fmla="*/ 47 w 130"/>
                <a:gd name="T11" fmla="*/ 64 h 128"/>
                <a:gd name="T12" fmla="*/ 28 w 130"/>
                <a:gd name="T13" fmla="*/ 46 h 128"/>
                <a:gd name="T14" fmla="*/ 21 w 130"/>
                <a:gd name="T15" fmla="*/ 43 h 128"/>
                <a:gd name="T16" fmla="*/ 14 w 130"/>
                <a:gd name="T17" fmla="*/ 46 h 128"/>
                <a:gd name="T18" fmla="*/ 14 w 130"/>
                <a:gd name="T19" fmla="*/ 59 h 128"/>
                <a:gd name="T20" fmla="*/ 26 w 130"/>
                <a:gd name="T21" fmla="*/ 71 h 128"/>
                <a:gd name="T22" fmla="*/ 23 w 130"/>
                <a:gd name="T23" fmla="*/ 72 h 128"/>
                <a:gd name="T24" fmla="*/ 11 w 130"/>
                <a:gd name="T25" fmla="*/ 79 h 128"/>
                <a:gd name="T26" fmla="*/ 11 w 130"/>
                <a:gd name="T27" fmla="*/ 119 h 128"/>
                <a:gd name="T28" fmla="*/ 31 w 130"/>
                <a:gd name="T29" fmla="*/ 128 h 128"/>
                <a:gd name="T30" fmla="*/ 51 w 130"/>
                <a:gd name="T31" fmla="*/ 119 h 128"/>
                <a:gd name="T32" fmla="*/ 58 w 130"/>
                <a:gd name="T33" fmla="*/ 107 h 128"/>
                <a:gd name="T34" fmla="*/ 59 w 130"/>
                <a:gd name="T35" fmla="*/ 104 h 128"/>
                <a:gd name="T36" fmla="*/ 71 w 130"/>
                <a:gd name="T37" fmla="*/ 116 h 128"/>
                <a:gd name="T38" fmla="*/ 84 w 130"/>
                <a:gd name="T39" fmla="*/ 116 h 128"/>
                <a:gd name="T40" fmla="*/ 84 w 130"/>
                <a:gd name="T41" fmla="*/ 102 h 128"/>
                <a:gd name="T42" fmla="*/ 66 w 130"/>
                <a:gd name="T43" fmla="*/ 83 h 128"/>
                <a:gd name="T44" fmla="*/ 94 w 130"/>
                <a:gd name="T45" fmla="*/ 55 h 128"/>
                <a:gd name="T46" fmla="*/ 95 w 130"/>
                <a:gd name="T47" fmla="*/ 56 h 128"/>
                <a:gd name="T48" fmla="*/ 102 w 130"/>
                <a:gd name="T49" fmla="*/ 56 h 128"/>
                <a:gd name="T50" fmla="*/ 122 w 130"/>
                <a:gd name="T51" fmla="*/ 48 h 128"/>
                <a:gd name="T52" fmla="*/ 130 w 130"/>
                <a:gd name="T53" fmla="*/ 28 h 128"/>
                <a:gd name="T54" fmla="*/ 122 w 130"/>
                <a:gd name="T55" fmla="*/ 8 h 128"/>
                <a:gd name="T56" fmla="*/ 81 w 130"/>
                <a:gd name="T57" fmla="*/ 105 h 128"/>
                <a:gd name="T58" fmla="*/ 81 w 130"/>
                <a:gd name="T59" fmla="*/ 112 h 128"/>
                <a:gd name="T60" fmla="*/ 74 w 130"/>
                <a:gd name="T61" fmla="*/ 112 h 128"/>
                <a:gd name="T62" fmla="*/ 59 w 130"/>
                <a:gd name="T63" fmla="*/ 98 h 128"/>
                <a:gd name="T64" fmla="*/ 56 w 130"/>
                <a:gd name="T65" fmla="*/ 98 h 128"/>
                <a:gd name="T66" fmla="*/ 56 w 130"/>
                <a:gd name="T67" fmla="*/ 99 h 128"/>
                <a:gd name="T68" fmla="*/ 54 w 130"/>
                <a:gd name="T69" fmla="*/ 105 h 128"/>
                <a:gd name="T70" fmla="*/ 48 w 130"/>
                <a:gd name="T71" fmla="*/ 116 h 128"/>
                <a:gd name="T72" fmla="*/ 31 w 130"/>
                <a:gd name="T73" fmla="*/ 123 h 128"/>
                <a:gd name="T74" fmla="*/ 14 w 130"/>
                <a:gd name="T75" fmla="*/ 116 h 128"/>
                <a:gd name="T76" fmla="*/ 7 w 130"/>
                <a:gd name="T77" fmla="*/ 99 h 128"/>
                <a:gd name="T78" fmla="*/ 14 w 130"/>
                <a:gd name="T79" fmla="*/ 82 h 128"/>
                <a:gd name="T80" fmla="*/ 25 w 130"/>
                <a:gd name="T81" fmla="*/ 76 h 128"/>
                <a:gd name="T82" fmla="*/ 31 w 130"/>
                <a:gd name="T83" fmla="*/ 74 h 128"/>
                <a:gd name="T84" fmla="*/ 32 w 130"/>
                <a:gd name="T85" fmla="*/ 74 h 128"/>
                <a:gd name="T86" fmla="*/ 32 w 130"/>
                <a:gd name="T87" fmla="*/ 71 h 128"/>
                <a:gd name="T88" fmla="*/ 18 w 130"/>
                <a:gd name="T89" fmla="*/ 56 h 128"/>
                <a:gd name="T90" fmla="*/ 16 w 130"/>
                <a:gd name="T91" fmla="*/ 53 h 128"/>
                <a:gd name="T92" fmla="*/ 18 w 130"/>
                <a:gd name="T93" fmla="*/ 49 h 128"/>
                <a:gd name="T94" fmla="*/ 25 w 130"/>
                <a:gd name="T95" fmla="*/ 49 h 128"/>
                <a:gd name="T96" fmla="*/ 81 w 130"/>
                <a:gd name="T97" fmla="*/ 105 h 128"/>
                <a:gd name="T98" fmla="*/ 119 w 130"/>
                <a:gd name="T99" fmla="*/ 45 h 128"/>
                <a:gd name="T100" fmla="*/ 96 w 130"/>
                <a:gd name="T101" fmla="*/ 51 h 128"/>
                <a:gd name="T102" fmla="*/ 92 w 130"/>
                <a:gd name="T103" fmla="*/ 50 h 128"/>
                <a:gd name="T104" fmla="*/ 63 w 130"/>
                <a:gd name="T105" fmla="*/ 80 h 128"/>
                <a:gd name="T106" fmla="*/ 50 w 130"/>
                <a:gd name="T107" fmla="*/ 67 h 128"/>
                <a:gd name="T108" fmla="*/ 80 w 130"/>
                <a:gd name="T109" fmla="*/ 38 h 128"/>
                <a:gd name="T110" fmla="*/ 79 w 130"/>
                <a:gd name="T111" fmla="*/ 34 h 128"/>
                <a:gd name="T112" fmla="*/ 79 w 130"/>
                <a:gd name="T113" fmla="*/ 22 h 128"/>
                <a:gd name="T114" fmla="*/ 85 w 130"/>
                <a:gd name="T115" fmla="*/ 11 h 128"/>
                <a:gd name="T116" fmla="*/ 102 w 130"/>
                <a:gd name="T117" fmla="*/ 4 h 128"/>
                <a:gd name="T118" fmla="*/ 119 w 130"/>
                <a:gd name="T119" fmla="*/ 11 h 128"/>
                <a:gd name="T120" fmla="*/ 126 w 130"/>
                <a:gd name="T121" fmla="*/ 28 h 128"/>
                <a:gd name="T122" fmla="*/ 119 w 130"/>
                <a:gd name="T123" fmla="*/ 4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0" h="128">
                  <a:moveTo>
                    <a:pt x="122" y="8"/>
                  </a:moveTo>
                  <a:cubicBezTo>
                    <a:pt x="117" y="3"/>
                    <a:pt x="110" y="0"/>
                    <a:pt x="102" y="0"/>
                  </a:cubicBezTo>
                  <a:cubicBezTo>
                    <a:pt x="94" y="0"/>
                    <a:pt x="87" y="3"/>
                    <a:pt x="82" y="8"/>
                  </a:cubicBezTo>
                  <a:cubicBezTo>
                    <a:pt x="75" y="15"/>
                    <a:pt x="72" y="26"/>
                    <a:pt x="74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6" y="44"/>
                    <a:pt x="24" y="43"/>
                    <a:pt x="21" y="43"/>
                  </a:cubicBezTo>
                  <a:cubicBezTo>
                    <a:pt x="19" y="43"/>
                    <a:pt x="16" y="44"/>
                    <a:pt x="14" y="46"/>
                  </a:cubicBezTo>
                  <a:cubicBezTo>
                    <a:pt x="11" y="49"/>
                    <a:pt x="11" y="56"/>
                    <a:pt x="14" y="59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19" y="73"/>
                    <a:pt x="14" y="75"/>
                    <a:pt x="11" y="79"/>
                  </a:cubicBezTo>
                  <a:cubicBezTo>
                    <a:pt x="0" y="90"/>
                    <a:pt x="0" y="108"/>
                    <a:pt x="11" y="119"/>
                  </a:cubicBezTo>
                  <a:cubicBezTo>
                    <a:pt x="16" y="125"/>
                    <a:pt x="23" y="128"/>
                    <a:pt x="31" y="128"/>
                  </a:cubicBezTo>
                  <a:cubicBezTo>
                    <a:pt x="38" y="128"/>
                    <a:pt x="46" y="125"/>
                    <a:pt x="51" y="119"/>
                  </a:cubicBezTo>
                  <a:cubicBezTo>
                    <a:pt x="55" y="116"/>
                    <a:pt x="57" y="111"/>
                    <a:pt x="58" y="107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71" y="116"/>
                    <a:pt x="71" y="116"/>
                    <a:pt x="71" y="116"/>
                  </a:cubicBezTo>
                  <a:cubicBezTo>
                    <a:pt x="74" y="119"/>
                    <a:pt x="81" y="119"/>
                    <a:pt x="84" y="116"/>
                  </a:cubicBezTo>
                  <a:cubicBezTo>
                    <a:pt x="88" y="112"/>
                    <a:pt x="88" y="106"/>
                    <a:pt x="84" y="102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7" y="56"/>
                    <a:pt x="99" y="56"/>
                    <a:pt x="102" y="56"/>
                  </a:cubicBezTo>
                  <a:cubicBezTo>
                    <a:pt x="110" y="56"/>
                    <a:pt x="117" y="54"/>
                    <a:pt x="122" y="48"/>
                  </a:cubicBezTo>
                  <a:cubicBezTo>
                    <a:pt x="127" y="43"/>
                    <a:pt x="130" y="36"/>
                    <a:pt x="130" y="28"/>
                  </a:cubicBezTo>
                  <a:cubicBezTo>
                    <a:pt x="130" y="20"/>
                    <a:pt x="127" y="13"/>
                    <a:pt x="122" y="8"/>
                  </a:cubicBezTo>
                  <a:close/>
                  <a:moveTo>
                    <a:pt x="81" y="105"/>
                  </a:moveTo>
                  <a:cubicBezTo>
                    <a:pt x="83" y="107"/>
                    <a:pt x="83" y="110"/>
                    <a:pt x="81" y="112"/>
                  </a:cubicBezTo>
                  <a:cubicBezTo>
                    <a:pt x="79" y="114"/>
                    <a:pt x="76" y="114"/>
                    <a:pt x="74" y="112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7"/>
                    <a:pt x="57" y="97"/>
                    <a:pt x="56" y="98"/>
                  </a:cubicBezTo>
                  <a:cubicBezTo>
                    <a:pt x="56" y="98"/>
                    <a:pt x="56" y="99"/>
                    <a:pt x="56" y="99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3" y="109"/>
                    <a:pt x="51" y="113"/>
                    <a:pt x="48" y="116"/>
                  </a:cubicBezTo>
                  <a:cubicBezTo>
                    <a:pt x="43" y="121"/>
                    <a:pt x="37" y="123"/>
                    <a:pt x="31" y="123"/>
                  </a:cubicBezTo>
                  <a:cubicBezTo>
                    <a:pt x="24" y="123"/>
                    <a:pt x="19" y="121"/>
                    <a:pt x="14" y="116"/>
                  </a:cubicBezTo>
                  <a:cubicBezTo>
                    <a:pt x="9" y="112"/>
                    <a:pt x="7" y="106"/>
                    <a:pt x="7" y="99"/>
                  </a:cubicBezTo>
                  <a:cubicBezTo>
                    <a:pt x="7" y="93"/>
                    <a:pt x="9" y="87"/>
                    <a:pt x="14" y="82"/>
                  </a:cubicBezTo>
                  <a:cubicBezTo>
                    <a:pt x="17" y="79"/>
                    <a:pt x="21" y="77"/>
                    <a:pt x="25" y="76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4"/>
                    <a:pt x="32" y="74"/>
                    <a:pt x="32" y="74"/>
                  </a:cubicBezTo>
                  <a:cubicBezTo>
                    <a:pt x="33" y="73"/>
                    <a:pt x="33" y="71"/>
                    <a:pt x="32" y="71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7" y="55"/>
                    <a:pt x="16" y="54"/>
                    <a:pt x="16" y="53"/>
                  </a:cubicBezTo>
                  <a:cubicBezTo>
                    <a:pt x="16" y="51"/>
                    <a:pt x="17" y="50"/>
                    <a:pt x="18" y="49"/>
                  </a:cubicBezTo>
                  <a:cubicBezTo>
                    <a:pt x="20" y="47"/>
                    <a:pt x="23" y="47"/>
                    <a:pt x="25" y="49"/>
                  </a:cubicBezTo>
                  <a:lnTo>
                    <a:pt x="81" y="105"/>
                  </a:lnTo>
                  <a:close/>
                  <a:moveTo>
                    <a:pt x="119" y="45"/>
                  </a:moveTo>
                  <a:cubicBezTo>
                    <a:pt x="113" y="51"/>
                    <a:pt x="104" y="53"/>
                    <a:pt x="96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50" y="67"/>
                    <a:pt x="50" y="67"/>
                    <a:pt x="50" y="67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78" y="30"/>
                    <a:pt x="78" y="26"/>
                    <a:pt x="79" y="22"/>
                  </a:cubicBezTo>
                  <a:cubicBezTo>
                    <a:pt x="80" y="18"/>
                    <a:pt x="82" y="14"/>
                    <a:pt x="85" y="11"/>
                  </a:cubicBezTo>
                  <a:cubicBezTo>
                    <a:pt x="90" y="7"/>
                    <a:pt x="96" y="4"/>
                    <a:pt x="102" y="4"/>
                  </a:cubicBezTo>
                  <a:cubicBezTo>
                    <a:pt x="108" y="4"/>
                    <a:pt x="114" y="7"/>
                    <a:pt x="119" y="11"/>
                  </a:cubicBezTo>
                  <a:cubicBezTo>
                    <a:pt x="123" y="16"/>
                    <a:pt x="126" y="22"/>
                    <a:pt x="126" y="28"/>
                  </a:cubicBezTo>
                  <a:cubicBezTo>
                    <a:pt x="126" y="34"/>
                    <a:pt x="123" y="40"/>
                    <a:pt x="11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4" name="Freeform 134"/>
            <p:cNvSpPr>
              <a:spLocks noEditPoints="1"/>
            </p:cNvSpPr>
            <p:nvPr/>
          </p:nvSpPr>
          <p:spPr bwMode="auto">
            <a:xfrm>
              <a:off x="2855" y="493"/>
              <a:ext cx="151" cy="303"/>
            </a:xfrm>
            <a:custGeom>
              <a:avLst/>
              <a:gdLst>
                <a:gd name="T0" fmla="*/ 64 w 64"/>
                <a:gd name="T1" fmla="*/ 40 h 128"/>
                <a:gd name="T2" fmla="*/ 58 w 64"/>
                <a:gd name="T3" fmla="*/ 34 h 128"/>
                <a:gd name="T4" fmla="*/ 57 w 64"/>
                <a:gd name="T5" fmla="*/ 34 h 128"/>
                <a:gd name="T6" fmla="*/ 57 w 64"/>
                <a:gd name="T7" fmla="*/ 33 h 128"/>
                <a:gd name="T8" fmla="*/ 36 w 64"/>
                <a:gd name="T9" fmla="*/ 9 h 128"/>
                <a:gd name="T10" fmla="*/ 34 w 64"/>
                <a:gd name="T11" fmla="*/ 9 h 128"/>
                <a:gd name="T12" fmla="*/ 34 w 64"/>
                <a:gd name="T13" fmla="*/ 2 h 128"/>
                <a:gd name="T14" fmla="*/ 32 w 64"/>
                <a:gd name="T15" fmla="*/ 0 h 128"/>
                <a:gd name="T16" fmla="*/ 30 w 64"/>
                <a:gd name="T17" fmla="*/ 2 h 128"/>
                <a:gd name="T18" fmla="*/ 30 w 64"/>
                <a:gd name="T19" fmla="*/ 9 h 128"/>
                <a:gd name="T20" fmla="*/ 28 w 64"/>
                <a:gd name="T21" fmla="*/ 9 h 128"/>
                <a:gd name="T22" fmla="*/ 7 w 64"/>
                <a:gd name="T23" fmla="*/ 33 h 128"/>
                <a:gd name="T24" fmla="*/ 7 w 64"/>
                <a:gd name="T25" fmla="*/ 34 h 128"/>
                <a:gd name="T26" fmla="*/ 6 w 64"/>
                <a:gd name="T27" fmla="*/ 34 h 128"/>
                <a:gd name="T28" fmla="*/ 0 w 64"/>
                <a:gd name="T29" fmla="*/ 40 h 128"/>
                <a:gd name="T30" fmla="*/ 0 w 64"/>
                <a:gd name="T31" fmla="*/ 122 h 128"/>
                <a:gd name="T32" fmla="*/ 6 w 64"/>
                <a:gd name="T33" fmla="*/ 128 h 128"/>
                <a:gd name="T34" fmla="*/ 58 w 64"/>
                <a:gd name="T35" fmla="*/ 128 h 128"/>
                <a:gd name="T36" fmla="*/ 64 w 64"/>
                <a:gd name="T37" fmla="*/ 122 h 128"/>
                <a:gd name="T38" fmla="*/ 64 w 64"/>
                <a:gd name="T39" fmla="*/ 40 h 128"/>
                <a:gd name="T40" fmla="*/ 12 w 64"/>
                <a:gd name="T41" fmla="*/ 33 h 128"/>
                <a:gd name="T42" fmla="*/ 18 w 64"/>
                <a:gd name="T43" fmla="*/ 19 h 128"/>
                <a:gd name="T44" fmla="*/ 32 w 64"/>
                <a:gd name="T45" fmla="*/ 13 h 128"/>
                <a:gd name="T46" fmla="*/ 46 w 64"/>
                <a:gd name="T47" fmla="*/ 19 h 128"/>
                <a:gd name="T48" fmla="*/ 52 w 64"/>
                <a:gd name="T49" fmla="*/ 33 h 128"/>
                <a:gd name="T50" fmla="*/ 52 w 64"/>
                <a:gd name="T51" fmla="*/ 34 h 128"/>
                <a:gd name="T52" fmla="*/ 12 w 64"/>
                <a:gd name="T53" fmla="*/ 34 h 128"/>
                <a:gd name="T54" fmla="*/ 12 w 64"/>
                <a:gd name="T55" fmla="*/ 33 h 128"/>
                <a:gd name="T56" fmla="*/ 59 w 64"/>
                <a:gd name="T57" fmla="*/ 123 h 128"/>
                <a:gd name="T58" fmla="*/ 5 w 64"/>
                <a:gd name="T59" fmla="*/ 123 h 128"/>
                <a:gd name="T60" fmla="*/ 5 w 64"/>
                <a:gd name="T61" fmla="*/ 106 h 128"/>
                <a:gd name="T62" fmla="*/ 17 w 64"/>
                <a:gd name="T63" fmla="*/ 106 h 128"/>
                <a:gd name="T64" fmla="*/ 19 w 64"/>
                <a:gd name="T65" fmla="*/ 103 h 128"/>
                <a:gd name="T66" fmla="*/ 17 w 64"/>
                <a:gd name="T67" fmla="*/ 101 h 128"/>
                <a:gd name="T68" fmla="*/ 5 w 64"/>
                <a:gd name="T69" fmla="*/ 101 h 128"/>
                <a:gd name="T70" fmla="*/ 5 w 64"/>
                <a:gd name="T71" fmla="*/ 84 h 128"/>
                <a:gd name="T72" fmla="*/ 17 w 64"/>
                <a:gd name="T73" fmla="*/ 84 h 128"/>
                <a:gd name="T74" fmla="*/ 19 w 64"/>
                <a:gd name="T75" fmla="*/ 81 h 128"/>
                <a:gd name="T76" fmla="*/ 17 w 64"/>
                <a:gd name="T77" fmla="*/ 79 h 128"/>
                <a:gd name="T78" fmla="*/ 5 w 64"/>
                <a:gd name="T79" fmla="*/ 79 h 128"/>
                <a:gd name="T80" fmla="*/ 5 w 64"/>
                <a:gd name="T81" fmla="*/ 61 h 128"/>
                <a:gd name="T82" fmla="*/ 17 w 64"/>
                <a:gd name="T83" fmla="*/ 61 h 128"/>
                <a:gd name="T84" fmla="*/ 19 w 64"/>
                <a:gd name="T85" fmla="*/ 59 h 128"/>
                <a:gd name="T86" fmla="*/ 17 w 64"/>
                <a:gd name="T87" fmla="*/ 57 h 128"/>
                <a:gd name="T88" fmla="*/ 5 w 64"/>
                <a:gd name="T89" fmla="*/ 57 h 128"/>
                <a:gd name="T90" fmla="*/ 5 w 64"/>
                <a:gd name="T91" fmla="*/ 39 h 128"/>
                <a:gd name="T92" fmla="*/ 59 w 64"/>
                <a:gd name="T93" fmla="*/ 39 h 128"/>
                <a:gd name="T94" fmla="*/ 59 w 64"/>
                <a:gd name="T95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" h="128">
                  <a:moveTo>
                    <a:pt x="64" y="40"/>
                  </a:moveTo>
                  <a:cubicBezTo>
                    <a:pt x="64" y="37"/>
                    <a:pt x="61" y="34"/>
                    <a:pt x="58" y="34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21"/>
                    <a:pt x="47" y="10"/>
                    <a:pt x="36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31" y="0"/>
                    <a:pt x="30" y="1"/>
                    <a:pt x="30" y="2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17" y="10"/>
                    <a:pt x="7" y="21"/>
                    <a:pt x="7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3" y="34"/>
                    <a:pt x="0" y="37"/>
                    <a:pt x="0" y="40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58" y="128"/>
                    <a:pt x="58" y="128"/>
                    <a:pt x="58" y="128"/>
                  </a:cubicBezTo>
                  <a:cubicBezTo>
                    <a:pt x="61" y="128"/>
                    <a:pt x="64" y="125"/>
                    <a:pt x="64" y="122"/>
                  </a:cubicBezTo>
                  <a:lnTo>
                    <a:pt x="64" y="40"/>
                  </a:lnTo>
                  <a:close/>
                  <a:moveTo>
                    <a:pt x="12" y="33"/>
                  </a:moveTo>
                  <a:cubicBezTo>
                    <a:pt x="12" y="28"/>
                    <a:pt x="14" y="23"/>
                    <a:pt x="18" y="19"/>
                  </a:cubicBezTo>
                  <a:cubicBezTo>
                    <a:pt x="22" y="15"/>
                    <a:pt x="27" y="13"/>
                    <a:pt x="32" y="13"/>
                  </a:cubicBezTo>
                  <a:cubicBezTo>
                    <a:pt x="37" y="13"/>
                    <a:pt x="42" y="15"/>
                    <a:pt x="46" y="19"/>
                  </a:cubicBezTo>
                  <a:cubicBezTo>
                    <a:pt x="50" y="23"/>
                    <a:pt x="52" y="28"/>
                    <a:pt x="52" y="33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2" y="33"/>
                  </a:lnTo>
                  <a:close/>
                  <a:moveTo>
                    <a:pt x="59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17" y="106"/>
                    <a:pt x="17" y="106"/>
                    <a:pt x="17" y="106"/>
                  </a:cubicBezTo>
                  <a:cubicBezTo>
                    <a:pt x="18" y="106"/>
                    <a:pt x="19" y="105"/>
                    <a:pt x="19" y="103"/>
                  </a:cubicBezTo>
                  <a:cubicBezTo>
                    <a:pt x="19" y="102"/>
                    <a:pt x="18" y="101"/>
                    <a:pt x="17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8" y="84"/>
                    <a:pt x="19" y="82"/>
                    <a:pt x="19" y="81"/>
                  </a:cubicBezTo>
                  <a:cubicBezTo>
                    <a:pt x="19" y="80"/>
                    <a:pt x="18" y="79"/>
                    <a:pt x="17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8" y="61"/>
                    <a:pt x="19" y="60"/>
                    <a:pt x="19" y="59"/>
                  </a:cubicBezTo>
                  <a:cubicBezTo>
                    <a:pt x="19" y="58"/>
                    <a:pt x="18" y="57"/>
                    <a:pt x="17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9" y="39"/>
                    <a:pt x="59" y="39"/>
                    <a:pt x="59" y="39"/>
                  </a:cubicBezTo>
                  <a:lnTo>
                    <a:pt x="59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Freeform 135"/>
            <p:cNvSpPr>
              <a:spLocks noEditPoints="1"/>
            </p:cNvSpPr>
            <p:nvPr/>
          </p:nvSpPr>
          <p:spPr bwMode="auto">
            <a:xfrm>
              <a:off x="2174" y="515"/>
              <a:ext cx="303" cy="260"/>
            </a:xfrm>
            <a:custGeom>
              <a:avLst/>
              <a:gdLst>
                <a:gd name="T0" fmla="*/ 128 w 128"/>
                <a:gd name="T1" fmla="*/ 10 h 110"/>
                <a:gd name="T2" fmla="*/ 118 w 128"/>
                <a:gd name="T3" fmla="*/ 0 h 110"/>
                <a:gd name="T4" fmla="*/ 109 w 128"/>
                <a:gd name="T5" fmla="*/ 10 h 110"/>
                <a:gd name="T6" fmla="*/ 115 w 128"/>
                <a:gd name="T7" fmla="*/ 19 h 110"/>
                <a:gd name="T8" fmla="*/ 116 w 128"/>
                <a:gd name="T9" fmla="*/ 20 h 110"/>
                <a:gd name="T10" fmla="*/ 116 w 128"/>
                <a:gd name="T11" fmla="*/ 38 h 110"/>
                <a:gd name="T12" fmla="*/ 12 w 128"/>
                <a:gd name="T13" fmla="*/ 38 h 110"/>
                <a:gd name="T14" fmla="*/ 12 w 128"/>
                <a:gd name="T15" fmla="*/ 20 h 110"/>
                <a:gd name="T16" fmla="*/ 13 w 128"/>
                <a:gd name="T17" fmla="*/ 19 h 110"/>
                <a:gd name="T18" fmla="*/ 19 w 128"/>
                <a:gd name="T19" fmla="*/ 10 h 110"/>
                <a:gd name="T20" fmla="*/ 10 w 128"/>
                <a:gd name="T21" fmla="*/ 0 h 110"/>
                <a:gd name="T22" fmla="*/ 0 w 128"/>
                <a:gd name="T23" fmla="*/ 10 h 110"/>
                <a:gd name="T24" fmla="*/ 6 w 128"/>
                <a:gd name="T25" fmla="*/ 19 h 110"/>
                <a:gd name="T26" fmla="*/ 7 w 128"/>
                <a:gd name="T27" fmla="*/ 20 h 110"/>
                <a:gd name="T28" fmla="*/ 7 w 128"/>
                <a:gd name="T29" fmla="*/ 107 h 110"/>
                <a:gd name="T30" fmla="*/ 10 w 128"/>
                <a:gd name="T31" fmla="*/ 110 h 110"/>
                <a:gd name="T32" fmla="*/ 12 w 128"/>
                <a:gd name="T33" fmla="*/ 107 h 110"/>
                <a:gd name="T34" fmla="*/ 12 w 128"/>
                <a:gd name="T35" fmla="*/ 95 h 110"/>
                <a:gd name="T36" fmla="*/ 116 w 128"/>
                <a:gd name="T37" fmla="*/ 95 h 110"/>
                <a:gd name="T38" fmla="*/ 116 w 128"/>
                <a:gd name="T39" fmla="*/ 107 h 110"/>
                <a:gd name="T40" fmla="*/ 118 w 128"/>
                <a:gd name="T41" fmla="*/ 110 h 110"/>
                <a:gd name="T42" fmla="*/ 121 w 128"/>
                <a:gd name="T43" fmla="*/ 107 h 110"/>
                <a:gd name="T44" fmla="*/ 121 w 128"/>
                <a:gd name="T45" fmla="*/ 20 h 110"/>
                <a:gd name="T46" fmla="*/ 122 w 128"/>
                <a:gd name="T47" fmla="*/ 19 h 110"/>
                <a:gd name="T48" fmla="*/ 128 w 128"/>
                <a:gd name="T49" fmla="*/ 10 h 110"/>
                <a:gd name="T50" fmla="*/ 10 w 128"/>
                <a:gd name="T51" fmla="*/ 15 h 110"/>
                <a:gd name="T52" fmla="*/ 5 w 128"/>
                <a:gd name="T53" fmla="*/ 10 h 110"/>
                <a:gd name="T54" fmla="*/ 10 w 128"/>
                <a:gd name="T55" fmla="*/ 5 h 110"/>
                <a:gd name="T56" fmla="*/ 15 w 128"/>
                <a:gd name="T57" fmla="*/ 10 h 110"/>
                <a:gd name="T58" fmla="*/ 10 w 128"/>
                <a:gd name="T59" fmla="*/ 15 h 110"/>
                <a:gd name="T60" fmla="*/ 28 w 128"/>
                <a:gd name="T61" fmla="*/ 90 h 110"/>
                <a:gd name="T62" fmla="*/ 12 w 128"/>
                <a:gd name="T63" fmla="*/ 90 h 110"/>
                <a:gd name="T64" fmla="*/ 12 w 128"/>
                <a:gd name="T65" fmla="*/ 43 h 110"/>
                <a:gd name="T66" fmla="*/ 28 w 128"/>
                <a:gd name="T67" fmla="*/ 43 h 110"/>
                <a:gd name="T68" fmla="*/ 28 w 128"/>
                <a:gd name="T69" fmla="*/ 90 h 110"/>
                <a:gd name="T70" fmla="*/ 51 w 128"/>
                <a:gd name="T71" fmla="*/ 90 h 110"/>
                <a:gd name="T72" fmla="*/ 33 w 128"/>
                <a:gd name="T73" fmla="*/ 90 h 110"/>
                <a:gd name="T74" fmla="*/ 33 w 128"/>
                <a:gd name="T75" fmla="*/ 43 h 110"/>
                <a:gd name="T76" fmla="*/ 51 w 128"/>
                <a:gd name="T77" fmla="*/ 43 h 110"/>
                <a:gd name="T78" fmla="*/ 51 w 128"/>
                <a:gd name="T79" fmla="*/ 90 h 110"/>
                <a:gd name="T80" fmla="*/ 73 w 128"/>
                <a:gd name="T81" fmla="*/ 90 h 110"/>
                <a:gd name="T82" fmla="*/ 55 w 128"/>
                <a:gd name="T83" fmla="*/ 90 h 110"/>
                <a:gd name="T84" fmla="*/ 55 w 128"/>
                <a:gd name="T85" fmla="*/ 43 h 110"/>
                <a:gd name="T86" fmla="*/ 73 w 128"/>
                <a:gd name="T87" fmla="*/ 43 h 110"/>
                <a:gd name="T88" fmla="*/ 73 w 128"/>
                <a:gd name="T89" fmla="*/ 90 h 110"/>
                <a:gd name="T90" fmla="*/ 95 w 128"/>
                <a:gd name="T91" fmla="*/ 90 h 110"/>
                <a:gd name="T92" fmla="*/ 77 w 128"/>
                <a:gd name="T93" fmla="*/ 90 h 110"/>
                <a:gd name="T94" fmla="*/ 77 w 128"/>
                <a:gd name="T95" fmla="*/ 43 h 110"/>
                <a:gd name="T96" fmla="*/ 95 w 128"/>
                <a:gd name="T97" fmla="*/ 43 h 110"/>
                <a:gd name="T98" fmla="*/ 95 w 128"/>
                <a:gd name="T99" fmla="*/ 90 h 110"/>
                <a:gd name="T100" fmla="*/ 116 w 128"/>
                <a:gd name="T101" fmla="*/ 90 h 110"/>
                <a:gd name="T102" fmla="*/ 100 w 128"/>
                <a:gd name="T103" fmla="*/ 90 h 110"/>
                <a:gd name="T104" fmla="*/ 100 w 128"/>
                <a:gd name="T105" fmla="*/ 43 h 110"/>
                <a:gd name="T106" fmla="*/ 116 w 128"/>
                <a:gd name="T107" fmla="*/ 43 h 110"/>
                <a:gd name="T108" fmla="*/ 116 w 128"/>
                <a:gd name="T109" fmla="*/ 90 h 110"/>
                <a:gd name="T110" fmla="*/ 118 w 128"/>
                <a:gd name="T111" fmla="*/ 15 h 110"/>
                <a:gd name="T112" fmla="*/ 113 w 128"/>
                <a:gd name="T113" fmla="*/ 10 h 110"/>
                <a:gd name="T114" fmla="*/ 118 w 128"/>
                <a:gd name="T115" fmla="*/ 5 h 110"/>
                <a:gd name="T116" fmla="*/ 123 w 128"/>
                <a:gd name="T117" fmla="*/ 10 h 110"/>
                <a:gd name="T118" fmla="*/ 118 w 128"/>
                <a:gd name="T119" fmla="*/ 1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8" h="110">
                  <a:moveTo>
                    <a:pt x="128" y="10"/>
                  </a:moveTo>
                  <a:cubicBezTo>
                    <a:pt x="128" y="5"/>
                    <a:pt x="124" y="0"/>
                    <a:pt x="118" y="0"/>
                  </a:cubicBezTo>
                  <a:cubicBezTo>
                    <a:pt x="113" y="0"/>
                    <a:pt x="109" y="5"/>
                    <a:pt x="109" y="10"/>
                  </a:cubicBezTo>
                  <a:cubicBezTo>
                    <a:pt x="109" y="14"/>
                    <a:pt x="111" y="18"/>
                    <a:pt x="115" y="19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38"/>
                    <a:pt x="116" y="38"/>
                    <a:pt x="116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18"/>
                    <a:pt x="19" y="14"/>
                    <a:pt x="19" y="10"/>
                  </a:cubicBezTo>
                  <a:cubicBezTo>
                    <a:pt x="19" y="5"/>
                    <a:pt x="15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4"/>
                    <a:pt x="3" y="18"/>
                    <a:pt x="6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9"/>
                    <a:pt x="8" y="110"/>
                    <a:pt x="10" y="110"/>
                  </a:cubicBezTo>
                  <a:cubicBezTo>
                    <a:pt x="11" y="110"/>
                    <a:pt x="12" y="109"/>
                    <a:pt x="12" y="10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107"/>
                    <a:pt x="116" y="107"/>
                    <a:pt x="116" y="107"/>
                  </a:cubicBezTo>
                  <a:cubicBezTo>
                    <a:pt x="116" y="109"/>
                    <a:pt x="117" y="110"/>
                    <a:pt x="118" y="110"/>
                  </a:cubicBezTo>
                  <a:cubicBezTo>
                    <a:pt x="120" y="110"/>
                    <a:pt x="121" y="109"/>
                    <a:pt x="121" y="107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5" y="18"/>
                    <a:pt x="128" y="14"/>
                    <a:pt x="128" y="10"/>
                  </a:cubicBezTo>
                  <a:close/>
                  <a:moveTo>
                    <a:pt x="10" y="15"/>
                  </a:moveTo>
                  <a:cubicBezTo>
                    <a:pt x="7" y="15"/>
                    <a:pt x="5" y="13"/>
                    <a:pt x="5" y="10"/>
                  </a:cubicBezTo>
                  <a:cubicBezTo>
                    <a:pt x="5" y="7"/>
                    <a:pt x="7" y="5"/>
                    <a:pt x="10" y="5"/>
                  </a:cubicBezTo>
                  <a:cubicBezTo>
                    <a:pt x="13" y="5"/>
                    <a:pt x="15" y="7"/>
                    <a:pt x="15" y="10"/>
                  </a:cubicBezTo>
                  <a:cubicBezTo>
                    <a:pt x="15" y="13"/>
                    <a:pt x="13" y="15"/>
                    <a:pt x="10" y="15"/>
                  </a:cubicBezTo>
                  <a:close/>
                  <a:moveTo>
                    <a:pt x="28" y="90"/>
                  </a:moveTo>
                  <a:cubicBezTo>
                    <a:pt x="12" y="90"/>
                    <a:pt x="12" y="90"/>
                    <a:pt x="12" y="90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28" y="43"/>
                    <a:pt x="28" y="43"/>
                    <a:pt x="28" y="43"/>
                  </a:cubicBezTo>
                  <a:lnTo>
                    <a:pt x="28" y="90"/>
                  </a:lnTo>
                  <a:close/>
                  <a:moveTo>
                    <a:pt x="51" y="90"/>
                  </a:moveTo>
                  <a:cubicBezTo>
                    <a:pt x="33" y="90"/>
                    <a:pt x="33" y="90"/>
                    <a:pt x="33" y="90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51" y="43"/>
                    <a:pt x="51" y="43"/>
                    <a:pt x="51" y="43"/>
                  </a:cubicBezTo>
                  <a:lnTo>
                    <a:pt x="51" y="90"/>
                  </a:lnTo>
                  <a:close/>
                  <a:moveTo>
                    <a:pt x="73" y="90"/>
                  </a:moveTo>
                  <a:cubicBezTo>
                    <a:pt x="55" y="90"/>
                    <a:pt x="55" y="90"/>
                    <a:pt x="55" y="90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73" y="43"/>
                    <a:pt x="73" y="43"/>
                    <a:pt x="73" y="43"/>
                  </a:cubicBezTo>
                  <a:lnTo>
                    <a:pt x="73" y="90"/>
                  </a:lnTo>
                  <a:close/>
                  <a:moveTo>
                    <a:pt x="95" y="90"/>
                  </a:moveTo>
                  <a:cubicBezTo>
                    <a:pt x="77" y="90"/>
                    <a:pt x="77" y="90"/>
                    <a:pt x="77" y="90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95" y="43"/>
                    <a:pt x="95" y="43"/>
                    <a:pt x="95" y="43"/>
                  </a:cubicBezTo>
                  <a:lnTo>
                    <a:pt x="95" y="90"/>
                  </a:lnTo>
                  <a:close/>
                  <a:moveTo>
                    <a:pt x="116" y="90"/>
                  </a:moveTo>
                  <a:cubicBezTo>
                    <a:pt x="100" y="90"/>
                    <a:pt x="100" y="90"/>
                    <a:pt x="100" y="90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16" y="43"/>
                    <a:pt x="116" y="43"/>
                    <a:pt x="116" y="43"/>
                  </a:cubicBezTo>
                  <a:lnTo>
                    <a:pt x="116" y="90"/>
                  </a:lnTo>
                  <a:close/>
                  <a:moveTo>
                    <a:pt x="118" y="15"/>
                  </a:moveTo>
                  <a:cubicBezTo>
                    <a:pt x="115" y="15"/>
                    <a:pt x="113" y="13"/>
                    <a:pt x="113" y="10"/>
                  </a:cubicBezTo>
                  <a:cubicBezTo>
                    <a:pt x="113" y="7"/>
                    <a:pt x="115" y="5"/>
                    <a:pt x="118" y="5"/>
                  </a:cubicBezTo>
                  <a:cubicBezTo>
                    <a:pt x="121" y="5"/>
                    <a:pt x="123" y="7"/>
                    <a:pt x="123" y="10"/>
                  </a:cubicBezTo>
                  <a:cubicBezTo>
                    <a:pt x="123" y="13"/>
                    <a:pt x="121" y="15"/>
                    <a:pt x="118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6" name="Oval 136"/>
            <p:cNvSpPr>
              <a:spLocks noChangeArrowheads="1"/>
            </p:cNvSpPr>
            <p:nvPr/>
          </p:nvSpPr>
          <p:spPr bwMode="auto">
            <a:xfrm>
              <a:off x="1694" y="744"/>
              <a:ext cx="12" cy="1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7" name="Oval 137"/>
            <p:cNvSpPr>
              <a:spLocks noChangeArrowheads="1"/>
            </p:cNvSpPr>
            <p:nvPr/>
          </p:nvSpPr>
          <p:spPr bwMode="auto">
            <a:xfrm>
              <a:off x="1798" y="744"/>
              <a:ext cx="12" cy="1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8" name="Freeform 138"/>
            <p:cNvSpPr>
              <a:spLocks noEditPoints="1"/>
            </p:cNvSpPr>
            <p:nvPr/>
          </p:nvSpPr>
          <p:spPr bwMode="auto">
            <a:xfrm>
              <a:off x="1568" y="498"/>
              <a:ext cx="303" cy="294"/>
            </a:xfrm>
            <a:custGeom>
              <a:avLst/>
              <a:gdLst>
                <a:gd name="T0" fmla="*/ 128 w 128"/>
                <a:gd name="T1" fmla="*/ 40 h 124"/>
                <a:gd name="T2" fmla="*/ 85 w 128"/>
                <a:gd name="T3" fmla="*/ 0 h 124"/>
                <a:gd name="T4" fmla="*/ 83 w 128"/>
                <a:gd name="T5" fmla="*/ 34 h 124"/>
                <a:gd name="T6" fmla="*/ 3 w 128"/>
                <a:gd name="T7" fmla="*/ 17 h 124"/>
                <a:gd name="T8" fmla="*/ 1 w 128"/>
                <a:gd name="T9" fmla="*/ 21 h 124"/>
                <a:gd name="T10" fmla="*/ 27 w 128"/>
                <a:gd name="T11" fmla="*/ 38 h 124"/>
                <a:gd name="T12" fmla="*/ 63 w 128"/>
                <a:gd name="T13" fmla="*/ 79 h 124"/>
                <a:gd name="T14" fmla="*/ 74 w 128"/>
                <a:gd name="T15" fmla="*/ 88 h 124"/>
                <a:gd name="T16" fmla="*/ 66 w 128"/>
                <a:gd name="T17" fmla="*/ 93 h 124"/>
                <a:gd name="T18" fmla="*/ 38 w 128"/>
                <a:gd name="T19" fmla="*/ 105 h 124"/>
                <a:gd name="T20" fmla="*/ 55 w 128"/>
                <a:gd name="T21" fmla="*/ 124 h 124"/>
                <a:gd name="T22" fmla="*/ 70 w 128"/>
                <a:gd name="T23" fmla="*/ 98 h 124"/>
                <a:gd name="T24" fmla="*/ 78 w 128"/>
                <a:gd name="T25" fmla="*/ 91 h 124"/>
                <a:gd name="T26" fmla="*/ 85 w 128"/>
                <a:gd name="T27" fmla="*/ 98 h 124"/>
                <a:gd name="T28" fmla="*/ 100 w 128"/>
                <a:gd name="T29" fmla="*/ 124 h 124"/>
                <a:gd name="T30" fmla="*/ 100 w 128"/>
                <a:gd name="T31" fmla="*/ 89 h 124"/>
                <a:gd name="T32" fmla="*/ 88 w 128"/>
                <a:gd name="T33" fmla="*/ 94 h 124"/>
                <a:gd name="T34" fmla="*/ 92 w 128"/>
                <a:gd name="T35" fmla="*/ 79 h 124"/>
                <a:gd name="T36" fmla="*/ 55 w 128"/>
                <a:gd name="T37" fmla="*/ 119 h 124"/>
                <a:gd name="T38" fmla="*/ 47 w 128"/>
                <a:gd name="T39" fmla="*/ 97 h 124"/>
                <a:gd name="T40" fmla="*/ 55 w 128"/>
                <a:gd name="T41" fmla="*/ 94 h 124"/>
                <a:gd name="T42" fmla="*/ 63 w 128"/>
                <a:gd name="T43" fmla="*/ 116 h 124"/>
                <a:gd name="T44" fmla="*/ 112 w 128"/>
                <a:gd name="T45" fmla="*/ 106 h 124"/>
                <a:gd name="T46" fmla="*/ 87 w 128"/>
                <a:gd name="T47" fmla="*/ 106 h 124"/>
                <a:gd name="T48" fmla="*/ 78 w 128"/>
                <a:gd name="T49" fmla="*/ 85 h 124"/>
                <a:gd name="T50" fmla="*/ 84 w 128"/>
                <a:gd name="T51" fmla="*/ 79 h 124"/>
                <a:gd name="T52" fmla="*/ 66 w 128"/>
                <a:gd name="T53" fmla="*/ 75 h 124"/>
                <a:gd name="T54" fmla="*/ 32 w 128"/>
                <a:gd name="T55" fmla="*/ 40 h 124"/>
                <a:gd name="T56" fmla="*/ 87 w 128"/>
                <a:gd name="T57" fmla="*/ 38 h 124"/>
                <a:gd name="T58" fmla="*/ 89 w 128"/>
                <a:gd name="T59" fmla="*/ 5 h 124"/>
                <a:gd name="T60" fmla="*/ 123 w 128"/>
                <a:gd name="T61" fmla="*/ 40 h 124"/>
                <a:gd name="T62" fmla="*/ 89 w 128"/>
                <a:gd name="T63" fmla="*/ 75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4">
                  <a:moveTo>
                    <a:pt x="92" y="79"/>
                  </a:moveTo>
                  <a:cubicBezTo>
                    <a:pt x="112" y="77"/>
                    <a:pt x="128" y="60"/>
                    <a:pt x="128" y="40"/>
                  </a:cubicBezTo>
                  <a:cubicBezTo>
                    <a:pt x="128" y="18"/>
                    <a:pt x="110" y="0"/>
                    <a:pt x="89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4" y="0"/>
                    <a:pt x="83" y="1"/>
                    <a:pt x="83" y="3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7"/>
                    <a:pt x="1" y="17"/>
                    <a:pt x="0" y="18"/>
                  </a:cubicBezTo>
                  <a:cubicBezTo>
                    <a:pt x="0" y="19"/>
                    <a:pt x="0" y="20"/>
                    <a:pt x="1" y="2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7" y="60"/>
                    <a:pt x="43" y="77"/>
                    <a:pt x="63" y="79"/>
                  </a:cubicBezTo>
                  <a:cubicBezTo>
                    <a:pt x="63" y="79"/>
                    <a:pt x="63" y="79"/>
                    <a:pt x="63" y="79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0" y="88"/>
                    <a:pt x="50" y="88"/>
                    <a:pt x="44" y="93"/>
                  </a:cubicBezTo>
                  <a:cubicBezTo>
                    <a:pt x="41" y="96"/>
                    <a:pt x="39" y="100"/>
                    <a:pt x="38" y="105"/>
                  </a:cubicBezTo>
                  <a:cubicBezTo>
                    <a:pt x="38" y="110"/>
                    <a:pt x="39" y="114"/>
                    <a:pt x="42" y="117"/>
                  </a:cubicBezTo>
                  <a:cubicBezTo>
                    <a:pt x="45" y="121"/>
                    <a:pt x="50" y="124"/>
                    <a:pt x="55" y="124"/>
                  </a:cubicBezTo>
                  <a:cubicBezTo>
                    <a:pt x="59" y="124"/>
                    <a:pt x="63" y="122"/>
                    <a:pt x="66" y="120"/>
                  </a:cubicBezTo>
                  <a:cubicBezTo>
                    <a:pt x="72" y="114"/>
                    <a:pt x="74" y="105"/>
                    <a:pt x="70" y="98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8" y="91"/>
                    <a:pt x="78" y="91"/>
                    <a:pt x="78" y="91"/>
                  </a:cubicBezTo>
                  <a:cubicBezTo>
                    <a:pt x="85" y="97"/>
                    <a:pt x="85" y="97"/>
                    <a:pt x="85" y="97"/>
                  </a:cubicBezTo>
                  <a:cubicBezTo>
                    <a:pt x="85" y="98"/>
                    <a:pt x="85" y="98"/>
                    <a:pt x="85" y="98"/>
                  </a:cubicBezTo>
                  <a:cubicBezTo>
                    <a:pt x="83" y="101"/>
                    <a:pt x="83" y="104"/>
                    <a:pt x="83" y="106"/>
                  </a:cubicBezTo>
                  <a:cubicBezTo>
                    <a:pt x="83" y="116"/>
                    <a:pt x="90" y="124"/>
                    <a:pt x="100" y="124"/>
                  </a:cubicBezTo>
                  <a:cubicBezTo>
                    <a:pt x="109" y="124"/>
                    <a:pt x="117" y="116"/>
                    <a:pt x="117" y="106"/>
                  </a:cubicBezTo>
                  <a:cubicBezTo>
                    <a:pt x="117" y="97"/>
                    <a:pt x="109" y="89"/>
                    <a:pt x="100" y="89"/>
                  </a:cubicBezTo>
                  <a:cubicBezTo>
                    <a:pt x="96" y="89"/>
                    <a:pt x="92" y="91"/>
                    <a:pt x="89" y="93"/>
                  </a:cubicBezTo>
                  <a:cubicBezTo>
                    <a:pt x="88" y="94"/>
                    <a:pt x="88" y="94"/>
                    <a:pt x="88" y="94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92" y="79"/>
                    <a:pt x="92" y="79"/>
                    <a:pt x="92" y="79"/>
                  </a:cubicBezTo>
                  <a:close/>
                  <a:moveTo>
                    <a:pt x="63" y="116"/>
                  </a:moveTo>
                  <a:cubicBezTo>
                    <a:pt x="61" y="118"/>
                    <a:pt x="58" y="119"/>
                    <a:pt x="55" y="119"/>
                  </a:cubicBezTo>
                  <a:cubicBezTo>
                    <a:pt x="52" y="119"/>
                    <a:pt x="48" y="117"/>
                    <a:pt x="46" y="115"/>
                  </a:cubicBezTo>
                  <a:cubicBezTo>
                    <a:pt x="41" y="109"/>
                    <a:pt x="42" y="101"/>
                    <a:pt x="47" y="97"/>
                  </a:cubicBezTo>
                  <a:cubicBezTo>
                    <a:pt x="49" y="95"/>
                    <a:pt x="52" y="94"/>
                    <a:pt x="55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9" y="94"/>
                    <a:pt x="62" y="96"/>
                    <a:pt x="65" y="98"/>
                  </a:cubicBezTo>
                  <a:cubicBezTo>
                    <a:pt x="69" y="104"/>
                    <a:pt x="69" y="112"/>
                    <a:pt x="63" y="116"/>
                  </a:cubicBezTo>
                  <a:close/>
                  <a:moveTo>
                    <a:pt x="100" y="94"/>
                  </a:moveTo>
                  <a:cubicBezTo>
                    <a:pt x="107" y="94"/>
                    <a:pt x="112" y="100"/>
                    <a:pt x="112" y="106"/>
                  </a:cubicBezTo>
                  <a:cubicBezTo>
                    <a:pt x="112" y="113"/>
                    <a:pt x="107" y="119"/>
                    <a:pt x="100" y="119"/>
                  </a:cubicBezTo>
                  <a:cubicBezTo>
                    <a:pt x="93" y="119"/>
                    <a:pt x="87" y="113"/>
                    <a:pt x="87" y="106"/>
                  </a:cubicBezTo>
                  <a:cubicBezTo>
                    <a:pt x="87" y="100"/>
                    <a:pt x="93" y="94"/>
                    <a:pt x="100" y="94"/>
                  </a:cubicBezTo>
                  <a:close/>
                  <a:moveTo>
                    <a:pt x="78" y="85"/>
                  </a:moveTo>
                  <a:cubicBezTo>
                    <a:pt x="71" y="79"/>
                    <a:pt x="71" y="79"/>
                    <a:pt x="71" y="79"/>
                  </a:cubicBezTo>
                  <a:cubicBezTo>
                    <a:pt x="84" y="79"/>
                    <a:pt x="84" y="79"/>
                    <a:pt x="84" y="79"/>
                  </a:cubicBezTo>
                  <a:lnTo>
                    <a:pt x="78" y="85"/>
                  </a:lnTo>
                  <a:close/>
                  <a:moveTo>
                    <a:pt x="66" y="75"/>
                  </a:moveTo>
                  <a:cubicBezTo>
                    <a:pt x="57" y="75"/>
                    <a:pt x="48" y="71"/>
                    <a:pt x="42" y="64"/>
                  </a:cubicBezTo>
                  <a:cubicBezTo>
                    <a:pt x="35" y="58"/>
                    <a:pt x="32" y="49"/>
                    <a:pt x="32" y="40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87" y="38"/>
                    <a:pt x="87" y="38"/>
                    <a:pt x="87" y="38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98" y="5"/>
                    <a:pt x="107" y="9"/>
                    <a:pt x="113" y="15"/>
                  </a:cubicBezTo>
                  <a:cubicBezTo>
                    <a:pt x="120" y="22"/>
                    <a:pt x="123" y="30"/>
                    <a:pt x="123" y="40"/>
                  </a:cubicBezTo>
                  <a:cubicBezTo>
                    <a:pt x="123" y="49"/>
                    <a:pt x="120" y="58"/>
                    <a:pt x="113" y="64"/>
                  </a:cubicBezTo>
                  <a:cubicBezTo>
                    <a:pt x="107" y="71"/>
                    <a:pt x="98" y="75"/>
                    <a:pt x="89" y="75"/>
                  </a:cubicBezTo>
                  <a:lnTo>
                    <a:pt x="66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9" name="Freeform 139"/>
            <p:cNvSpPr>
              <a:spLocks noEditPoints="1"/>
            </p:cNvSpPr>
            <p:nvPr/>
          </p:nvSpPr>
          <p:spPr bwMode="auto">
            <a:xfrm>
              <a:off x="963" y="503"/>
              <a:ext cx="303" cy="284"/>
            </a:xfrm>
            <a:custGeom>
              <a:avLst/>
              <a:gdLst>
                <a:gd name="T0" fmla="*/ 11 w 128"/>
                <a:gd name="T1" fmla="*/ 58 h 120"/>
                <a:gd name="T2" fmla="*/ 0 w 128"/>
                <a:gd name="T3" fmla="*/ 70 h 120"/>
                <a:gd name="T4" fmla="*/ 11 w 128"/>
                <a:gd name="T5" fmla="*/ 82 h 120"/>
                <a:gd name="T6" fmla="*/ 29 w 128"/>
                <a:gd name="T7" fmla="*/ 108 h 120"/>
                <a:gd name="T8" fmla="*/ 83 w 128"/>
                <a:gd name="T9" fmla="*/ 116 h 120"/>
                <a:gd name="T10" fmla="*/ 117 w 128"/>
                <a:gd name="T11" fmla="*/ 82 h 120"/>
                <a:gd name="T12" fmla="*/ 118 w 128"/>
                <a:gd name="T13" fmla="*/ 81 h 120"/>
                <a:gd name="T14" fmla="*/ 118 w 128"/>
                <a:gd name="T15" fmla="*/ 58 h 120"/>
                <a:gd name="T16" fmla="*/ 117 w 128"/>
                <a:gd name="T17" fmla="*/ 57 h 120"/>
                <a:gd name="T18" fmla="*/ 100 w 128"/>
                <a:gd name="T19" fmla="*/ 32 h 120"/>
                <a:gd name="T20" fmla="*/ 96 w 128"/>
                <a:gd name="T21" fmla="*/ 1 h 120"/>
                <a:gd name="T22" fmla="*/ 73 w 128"/>
                <a:gd name="T23" fmla="*/ 12 h 120"/>
                <a:gd name="T24" fmla="*/ 55 w 128"/>
                <a:gd name="T25" fmla="*/ 13 h 120"/>
                <a:gd name="T26" fmla="*/ 31 w 128"/>
                <a:gd name="T27" fmla="*/ 1 h 120"/>
                <a:gd name="T28" fmla="*/ 28 w 128"/>
                <a:gd name="T29" fmla="*/ 32 h 120"/>
                <a:gd name="T30" fmla="*/ 11 w 128"/>
                <a:gd name="T31" fmla="*/ 57 h 120"/>
                <a:gd name="T32" fmla="*/ 76 w 128"/>
                <a:gd name="T33" fmla="*/ 17 h 120"/>
                <a:gd name="T34" fmla="*/ 95 w 128"/>
                <a:gd name="T35" fmla="*/ 39 h 120"/>
                <a:gd name="T36" fmla="*/ 76 w 128"/>
                <a:gd name="T37" fmla="*/ 27 h 120"/>
                <a:gd name="T38" fmla="*/ 76 w 128"/>
                <a:gd name="T39" fmla="*/ 18 h 120"/>
                <a:gd name="T40" fmla="*/ 73 w 128"/>
                <a:gd name="T41" fmla="*/ 23 h 120"/>
                <a:gd name="T42" fmla="*/ 55 w 128"/>
                <a:gd name="T43" fmla="*/ 23 h 120"/>
                <a:gd name="T44" fmla="*/ 33 w 128"/>
                <a:gd name="T45" fmla="*/ 7 h 120"/>
                <a:gd name="T46" fmla="*/ 52 w 128"/>
                <a:gd name="T47" fmla="*/ 18 h 120"/>
                <a:gd name="T48" fmla="*/ 52 w 128"/>
                <a:gd name="T49" fmla="*/ 27 h 120"/>
                <a:gd name="T50" fmla="*/ 33 w 128"/>
                <a:gd name="T51" fmla="*/ 39 h 120"/>
                <a:gd name="T52" fmla="*/ 32 w 128"/>
                <a:gd name="T53" fmla="*/ 44 h 120"/>
                <a:gd name="T54" fmla="*/ 55 w 128"/>
                <a:gd name="T55" fmla="*/ 33 h 120"/>
                <a:gd name="T56" fmla="*/ 73 w 128"/>
                <a:gd name="T57" fmla="*/ 32 h 120"/>
                <a:gd name="T58" fmla="*/ 100 w 128"/>
                <a:gd name="T59" fmla="*/ 42 h 120"/>
                <a:gd name="T60" fmla="*/ 102 w 128"/>
                <a:gd name="T61" fmla="*/ 41 h 120"/>
                <a:gd name="T62" fmla="*/ 113 w 128"/>
                <a:gd name="T63" fmla="*/ 63 h 120"/>
                <a:gd name="T64" fmla="*/ 116 w 128"/>
                <a:gd name="T65" fmla="*/ 63 h 120"/>
                <a:gd name="T66" fmla="*/ 116 w 128"/>
                <a:gd name="T67" fmla="*/ 77 h 120"/>
                <a:gd name="T68" fmla="*/ 113 w 128"/>
                <a:gd name="T69" fmla="*/ 77 h 120"/>
                <a:gd name="T70" fmla="*/ 64 w 128"/>
                <a:gd name="T71" fmla="*/ 115 h 120"/>
                <a:gd name="T72" fmla="*/ 15 w 128"/>
                <a:gd name="T73" fmla="*/ 77 h 120"/>
                <a:gd name="T74" fmla="*/ 12 w 128"/>
                <a:gd name="T75" fmla="*/ 77 h 120"/>
                <a:gd name="T76" fmla="*/ 12 w 128"/>
                <a:gd name="T77" fmla="*/ 63 h 120"/>
                <a:gd name="T78" fmla="*/ 15 w 128"/>
                <a:gd name="T79" fmla="*/ 63 h 120"/>
                <a:gd name="T80" fmla="*/ 26 w 128"/>
                <a:gd name="T81" fmla="*/ 41 h 120"/>
                <a:gd name="T82" fmla="*/ 28 w 128"/>
                <a:gd name="T83" fmla="*/ 4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0">
                  <a:moveTo>
                    <a:pt x="11" y="57"/>
                  </a:moveTo>
                  <a:cubicBezTo>
                    <a:pt x="11" y="58"/>
                    <a:pt x="11" y="58"/>
                    <a:pt x="11" y="58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4" y="59"/>
                    <a:pt x="0" y="64"/>
                    <a:pt x="0" y="70"/>
                  </a:cubicBezTo>
                  <a:cubicBezTo>
                    <a:pt x="0" y="76"/>
                    <a:pt x="4" y="81"/>
                    <a:pt x="10" y="81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4" y="92"/>
                    <a:pt x="21" y="102"/>
                    <a:pt x="29" y="108"/>
                  </a:cubicBezTo>
                  <a:cubicBezTo>
                    <a:pt x="34" y="112"/>
                    <a:pt x="39" y="115"/>
                    <a:pt x="45" y="116"/>
                  </a:cubicBezTo>
                  <a:cubicBezTo>
                    <a:pt x="57" y="120"/>
                    <a:pt x="71" y="120"/>
                    <a:pt x="83" y="116"/>
                  </a:cubicBezTo>
                  <a:cubicBezTo>
                    <a:pt x="89" y="115"/>
                    <a:pt x="94" y="112"/>
                    <a:pt x="99" y="108"/>
                  </a:cubicBezTo>
                  <a:cubicBezTo>
                    <a:pt x="107" y="102"/>
                    <a:pt x="114" y="92"/>
                    <a:pt x="117" y="82"/>
                  </a:cubicBezTo>
                  <a:cubicBezTo>
                    <a:pt x="117" y="82"/>
                    <a:pt x="117" y="82"/>
                    <a:pt x="117" y="82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24" y="81"/>
                    <a:pt x="128" y="76"/>
                    <a:pt x="128" y="70"/>
                  </a:cubicBezTo>
                  <a:cubicBezTo>
                    <a:pt x="128" y="64"/>
                    <a:pt x="124" y="59"/>
                    <a:pt x="118" y="58"/>
                  </a:cubicBezTo>
                  <a:cubicBezTo>
                    <a:pt x="117" y="58"/>
                    <a:pt x="117" y="58"/>
                    <a:pt x="117" y="58"/>
                  </a:cubicBezTo>
                  <a:cubicBezTo>
                    <a:pt x="117" y="57"/>
                    <a:pt x="117" y="57"/>
                    <a:pt x="117" y="57"/>
                  </a:cubicBezTo>
                  <a:cubicBezTo>
                    <a:pt x="114" y="48"/>
                    <a:pt x="108" y="39"/>
                    <a:pt x="100" y="33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1"/>
                    <a:pt x="98" y="0"/>
                    <a:pt x="96" y="1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68" y="8"/>
                    <a:pt x="60" y="8"/>
                    <a:pt x="55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29" y="1"/>
                    <a:pt x="28" y="2"/>
                    <a:pt x="28" y="3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0" y="39"/>
                    <a:pt x="14" y="48"/>
                    <a:pt x="11" y="57"/>
                  </a:cubicBezTo>
                  <a:close/>
                  <a:moveTo>
                    <a:pt x="76" y="18"/>
                  </a:moveTo>
                  <a:cubicBezTo>
                    <a:pt x="76" y="17"/>
                    <a:pt x="76" y="17"/>
                    <a:pt x="76" y="1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9"/>
                    <a:pt x="95" y="39"/>
                    <a:pt x="95" y="39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27"/>
                    <a:pt x="76" y="27"/>
                    <a:pt x="76" y="27"/>
                  </a:cubicBezTo>
                  <a:cubicBezTo>
                    <a:pt x="77" y="26"/>
                    <a:pt x="77" y="24"/>
                    <a:pt x="77" y="23"/>
                  </a:cubicBezTo>
                  <a:cubicBezTo>
                    <a:pt x="77" y="21"/>
                    <a:pt x="77" y="19"/>
                    <a:pt x="76" y="18"/>
                  </a:cubicBezTo>
                  <a:close/>
                  <a:moveTo>
                    <a:pt x="64" y="14"/>
                  </a:moveTo>
                  <a:cubicBezTo>
                    <a:pt x="69" y="14"/>
                    <a:pt x="73" y="18"/>
                    <a:pt x="73" y="23"/>
                  </a:cubicBezTo>
                  <a:cubicBezTo>
                    <a:pt x="73" y="28"/>
                    <a:pt x="69" y="31"/>
                    <a:pt x="64" y="31"/>
                  </a:cubicBezTo>
                  <a:cubicBezTo>
                    <a:pt x="59" y="31"/>
                    <a:pt x="55" y="28"/>
                    <a:pt x="55" y="23"/>
                  </a:cubicBezTo>
                  <a:cubicBezTo>
                    <a:pt x="55" y="18"/>
                    <a:pt x="59" y="14"/>
                    <a:pt x="64" y="14"/>
                  </a:cubicBezTo>
                  <a:close/>
                  <a:moveTo>
                    <a:pt x="33" y="7"/>
                  </a:moveTo>
                  <a:cubicBezTo>
                    <a:pt x="52" y="17"/>
                    <a:pt x="52" y="17"/>
                    <a:pt x="52" y="1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1" y="19"/>
                    <a:pt x="51" y="21"/>
                    <a:pt x="51" y="23"/>
                  </a:cubicBezTo>
                  <a:cubicBezTo>
                    <a:pt x="51" y="24"/>
                    <a:pt x="51" y="26"/>
                    <a:pt x="52" y="27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33" y="39"/>
                    <a:pt x="33" y="39"/>
                    <a:pt x="33" y="39"/>
                  </a:cubicBezTo>
                  <a:lnTo>
                    <a:pt x="33" y="7"/>
                  </a:lnTo>
                  <a:close/>
                  <a:moveTo>
                    <a:pt x="32" y="44"/>
                  </a:moveTo>
                  <a:cubicBezTo>
                    <a:pt x="55" y="32"/>
                    <a:pt x="55" y="32"/>
                    <a:pt x="55" y="32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60" y="37"/>
                    <a:pt x="68" y="37"/>
                    <a:pt x="73" y="33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8" y="45"/>
                    <a:pt x="100" y="44"/>
                    <a:pt x="100" y="42"/>
                  </a:cubicBezTo>
                  <a:cubicBezTo>
                    <a:pt x="100" y="38"/>
                    <a:pt x="100" y="38"/>
                    <a:pt x="100" y="38"/>
                  </a:cubicBezTo>
                  <a:cubicBezTo>
                    <a:pt x="102" y="41"/>
                    <a:pt x="102" y="41"/>
                    <a:pt x="102" y="41"/>
                  </a:cubicBezTo>
                  <a:cubicBezTo>
                    <a:pt x="108" y="47"/>
                    <a:pt x="111" y="54"/>
                    <a:pt x="113" y="61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15" y="63"/>
                    <a:pt x="115" y="63"/>
                    <a:pt x="115" y="63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20" y="63"/>
                    <a:pt x="123" y="66"/>
                    <a:pt x="123" y="70"/>
                  </a:cubicBezTo>
                  <a:cubicBezTo>
                    <a:pt x="123" y="74"/>
                    <a:pt x="120" y="77"/>
                    <a:pt x="116" y="77"/>
                  </a:cubicBezTo>
                  <a:cubicBezTo>
                    <a:pt x="116" y="77"/>
                    <a:pt x="116" y="77"/>
                    <a:pt x="115" y="77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113" y="79"/>
                    <a:pt x="113" y="79"/>
                    <a:pt x="113" y="79"/>
                  </a:cubicBezTo>
                  <a:cubicBezTo>
                    <a:pt x="108" y="100"/>
                    <a:pt x="88" y="115"/>
                    <a:pt x="64" y="115"/>
                  </a:cubicBezTo>
                  <a:cubicBezTo>
                    <a:pt x="40" y="115"/>
                    <a:pt x="20" y="100"/>
                    <a:pt x="15" y="79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3" y="77"/>
                    <a:pt x="13" y="77"/>
                    <a:pt x="13" y="77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8" y="77"/>
                    <a:pt x="5" y="74"/>
                    <a:pt x="5" y="70"/>
                  </a:cubicBezTo>
                  <a:cubicBezTo>
                    <a:pt x="5" y="66"/>
                    <a:pt x="8" y="63"/>
                    <a:pt x="12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7" y="54"/>
                    <a:pt x="20" y="47"/>
                    <a:pt x="26" y="41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4"/>
                    <a:pt x="30" y="45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0" name="Freeform 140"/>
            <p:cNvSpPr>
              <a:spLocks noEditPoints="1"/>
            </p:cNvSpPr>
            <p:nvPr/>
          </p:nvSpPr>
          <p:spPr bwMode="auto">
            <a:xfrm>
              <a:off x="358" y="526"/>
              <a:ext cx="302" cy="240"/>
            </a:xfrm>
            <a:custGeom>
              <a:avLst/>
              <a:gdLst>
                <a:gd name="T0" fmla="*/ 117 w 128"/>
                <a:gd name="T1" fmla="*/ 63 h 101"/>
                <a:gd name="T2" fmla="*/ 117 w 128"/>
                <a:gd name="T3" fmla="*/ 62 h 101"/>
                <a:gd name="T4" fmla="*/ 118 w 128"/>
                <a:gd name="T5" fmla="*/ 62 h 101"/>
                <a:gd name="T6" fmla="*/ 128 w 128"/>
                <a:gd name="T7" fmla="*/ 50 h 101"/>
                <a:gd name="T8" fmla="*/ 118 w 128"/>
                <a:gd name="T9" fmla="*/ 38 h 101"/>
                <a:gd name="T10" fmla="*/ 117 w 128"/>
                <a:gd name="T11" fmla="*/ 38 h 101"/>
                <a:gd name="T12" fmla="*/ 117 w 128"/>
                <a:gd name="T13" fmla="*/ 37 h 101"/>
                <a:gd name="T14" fmla="*/ 99 w 128"/>
                <a:gd name="T15" fmla="*/ 12 h 101"/>
                <a:gd name="T16" fmla="*/ 83 w 128"/>
                <a:gd name="T17" fmla="*/ 3 h 101"/>
                <a:gd name="T18" fmla="*/ 64 w 128"/>
                <a:gd name="T19" fmla="*/ 0 h 101"/>
                <a:gd name="T20" fmla="*/ 45 w 128"/>
                <a:gd name="T21" fmla="*/ 3 h 101"/>
                <a:gd name="T22" fmla="*/ 29 w 128"/>
                <a:gd name="T23" fmla="*/ 12 h 101"/>
                <a:gd name="T24" fmla="*/ 11 w 128"/>
                <a:gd name="T25" fmla="*/ 37 h 101"/>
                <a:gd name="T26" fmla="*/ 11 w 128"/>
                <a:gd name="T27" fmla="*/ 38 h 101"/>
                <a:gd name="T28" fmla="*/ 10 w 128"/>
                <a:gd name="T29" fmla="*/ 38 h 101"/>
                <a:gd name="T30" fmla="*/ 0 w 128"/>
                <a:gd name="T31" fmla="*/ 50 h 101"/>
                <a:gd name="T32" fmla="*/ 10 w 128"/>
                <a:gd name="T33" fmla="*/ 62 h 101"/>
                <a:gd name="T34" fmla="*/ 11 w 128"/>
                <a:gd name="T35" fmla="*/ 62 h 101"/>
                <a:gd name="T36" fmla="*/ 11 w 128"/>
                <a:gd name="T37" fmla="*/ 63 h 101"/>
                <a:gd name="T38" fmla="*/ 29 w 128"/>
                <a:gd name="T39" fmla="*/ 88 h 101"/>
                <a:gd name="T40" fmla="*/ 45 w 128"/>
                <a:gd name="T41" fmla="*/ 97 h 101"/>
                <a:gd name="T42" fmla="*/ 83 w 128"/>
                <a:gd name="T43" fmla="*/ 97 h 101"/>
                <a:gd name="T44" fmla="*/ 99 w 128"/>
                <a:gd name="T45" fmla="*/ 88 h 101"/>
                <a:gd name="T46" fmla="*/ 117 w 128"/>
                <a:gd name="T47" fmla="*/ 63 h 101"/>
                <a:gd name="T48" fmla="*/ 64 w 128"/>
                <a:gd name="T49" fmla="*/ 95 h 101"/>
                <a:gd name="T50" fmla="*/ 15 w 128"/>
                <a:gd name="T51" fmla="*/ 59 h 101"/>
                <a:gd name="T52" fmla="*/ 15 w 128"/>
                <a:gd name="T53" fmla="*/ 57 h 101"/>
                <a:gd name="T54" fmla="*/ 13 w 128"/>
                <a:gd name="T55" fmla="*/ 57 h 101"/>
                <a:gd name="T56" fmla="*/ 12 w 128"/>
                <a:gd name="T57" fmla="*/ 57 h 101"/>
                <a:gd name="T58" fmla="*/ 5 w 128"/>
                <a:gd name="T59" fmla="*/ 50 h 101"/>
                <a:gd name="T60" fmla="*/ 12 w 128"/>
                <a:gd name="T61" fmla="*/ 43 h 101"/>
                <a:gd name="T62" fmla="*/ 13 w 128"/>
                <a:gd name="T63" fmla="*/ 43 h 101"/>
                <a:gd name="T64" fmla="*/ 15 w 128"/>
                <a:gd name="T65" fmla="*/ 43 h 101"/>
                <a:gd name="T66" fmla="*/ 15 w 128"/>
                <a:gd name="T67" fmla="*/ 41 h 101"/>
                <a:gd name="T68" fmla="*/ 64 w 128"/>
                <a:gd name="T69" fmla="*/ 5 h 101"/>
                <a:gd name="T70" fmla="*/ 113 w 128"/>
                <a:gd name="T71" fmla="*/ 41 h 101"/>
                <a:gd name="T72" fmla="*/ 113 w 128"/>
                <a:gd name="T73" fmla="*/ 43 h 101"/>
                <a:gd name="T74" fmla="*/ 115 w 128"/>
                <a:gd name="T75" fmla="*/ 43 h 101"/>
                <a:gd name="T76" fmla="*/ 116 w 128"/>
                <a:gd name="T77" fmla="*/ 43 h 101"/>
                <a:gd name="T78" fmla="*/ 123 w 128"/>
                <a:gd name="T79" fmla="*/ 50 h 101"/>
                <a:gd name="T80" fmla="*/ 116 w 128"/>
                <a:gd name="T81" fmla="*/ 57 h 101"/>
                <a:gd name="T82" fmla="*/ 115 w 128"/>
                <a:gd name="T83" fmla="*/ 57 h 101"/>
                <a:gd name="T84" fmla="*/ 113 w 128"/>
                <a:gd name="T85" fmla="*/ 57 h 101"/>
                <a:gd name="T86" fmla="*/ 113 w 128"/>
                <a:gd name="T87" fmla="*/ 59 h 101"/>
                <a:gd name="T88" fmla="*/ 64 w 128"/>
                <a:gd name="T89" fmla="*/ 9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8" h="101">
                  <a:moveTo>
                    <a:pt x="117" y="63"/>
                  </a:moveTo>
                  <a:cubicBezTo>
                    <a:pt x="117" y="62"/>
                    <a:pt x="117" y="62"/>
                    <a:pt x="117" y="62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24" y="61"/>
                    <a:pt x="128" y="56"/>
                    <a:pt x="128" y="50"/>
                  </a:cubicBezTo>
                  <a:cubicBezTo>
                    <a:pt x="128" y="44"/>
                    <a:pt x="124" y="39"/>
                    <a:pt x="118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4" y="27"/>
                    <a:pt x="107" y="18"/>
                    <a:pt x="99" y="12"/>
                  </a:cubicBezTo>
                  <a:cubicBezTo>
                    <a:pt x="94" y="8"/>
                    <a:pt x="89" y="5"/>
                    <a:pt x="83" y="3"/>
                  </a:cubicBezTo>
                  <a:cubicBezTo>
                    <a:pt x="77" y="1"/>
                    <a:pt x="70" y="0"/>
                    <a:pt x="64" y="0"/>
                  </a:cubicBezTo>
                  <a:cubicBezTo>
                    <a:pt x="58" y="0"/>
                    <a:pt x="51" y="1"/>
                    <a:pt x="45" y="3"/>
                  </a:cubicBezTo>
                  <a:cubicBezTo>
                    <a:pt x="39" y="5"/>
                    <a:pt x="34" y="8"/>
                    <a:pt x="29" y="12"/>
                  </a:cubicBezTo>
                  <a:cubicBezTo>
                    <a:pt x="21" y="18"/>
                    <a:pt x="14" y="27"/>
                    <a:pt x="11" y="37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4" y="39"/>
                    <a:pt x="0" y="44"/>
                    <a:pt x="0" y="50"/>
                  </a:cubicBezTo>
                  <a:cubicBezTo>
                    <a:pt x="0" y="56"/>
                    <a:pt x="4" y="61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4" y="73"/>
                    <a:pt x="21" y="82"/>
                    <a:pt x="29" y="88"/>
                  </a:cubicBezTo>
                  <a:cubicBezTo>
                    <a:pt x="34" y="92"/>
                    <a:pt x="39" y="95"/>
                    <a:pt x="45" y="97"/>
                  </a:cubicBezTo>
                  <a:cubicBezTo>
                    <a:pt x="57" y="101"/>
                    <a:pt x="71" y="101"/>
                    <a:pt x="83" y="97"/>
                  </a:cubicBezTo>
                  <a:cubicBezTo>
                    <a:pt x="89" y="95"/>
                    <a:pt x="94" y="92"/>
                    <a:pt x="99" y="88"/>
                  </a:cubicBezTo>
                  <a:cubicBezTo>
                    <a:pt x="107" y="82"/>
                    <a:pt x="114" y="73"/>
                    <a:pt x="117" y="63"/>
                  </a:cubicBezTo>
                  <a:close/>
                  <a:moveTo>
                    <a:pt x="64" y="95"/>
                  </a:moveTo>
                  <a:cubicBezTo>
                    <a:pt x="40" y="95"/>
                    <a:pt x="20" y="80"/>
                    <a:pt x="15" y="59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8" y="57"/>
                    <a:pt x="5" y="54"/>
                    <a:pt x="5" y="50"/>
                  </a:cubicBezTo>
                  <a:cubicBezTo>
                    <a:pt x="5" y="46"/>
                    <a:pt x="8" y="43"/>
                    <a:pt x="12" y="43"/>
                  </a:cubicBezTo>
                  <a:cubicBezTo>
                    <a:pt x="12" y="43"/>
                    <a:pt x="12" y="43"/>
                    <a:pt x="13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0" y="20"/>
                    <a:pt x="40" y="5"/>
                    <a:pt x="64" y="5"/>
                  </a:cubicBezTo>
                  <a:cubicBezTo>
                    <a:pt x="88" y="5"/>
                    <a:pt x="108" y="20"/>
                    <a:pt x="113" y="41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20" y="43"/>
                    <a:pt x="123" y="46"/>
                    <a:pt x="123" y="50"/>
                  </a:cubicBezTo>
                  <a:cubicBezTo>
                    <a:pt x="123" y="54"/>
                    <a:pt x="120" y="57"/>
                    <a:pt x="116" y="57"/>
                  </a:cubicBezTo>
                  <a:cubicBezTo>
                    <a:pt x="116" y="57"/>
                    <a:pt x="116" y="57"/>
                    <a:pt x="115" y="57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08" y="80"/>
                    <a:pt x="88" y="95"/>
                    <a:pt x="64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1.2"/>
</p:tagLst>
</file>

<file path=ppt/tags/tag2.xml><?xml version="1.0" encoding="utf-8"?>
<p:tagLst xmlns:p="http://schemas.openxmlformats.org/presentationml/2006/main">
  <p:tag name="KSO_WM_UNIT_TABLE_BEAUTIFY" val="{6570651e-e0dd-4bcf-a313-af2b10a7b3f3}"/>
</p:tagLst>
</file>

<file path=ppt/tags/tag3.xml><?xml version="1.0" encoding="utf-8"?>
<p:tagLst xmlns:p="http://schemas.openxmlformats.org/presentationml/2006/main">
  <p:tag name="PA" val="v5.1.2"/>
</p:tagLst>
</file>

<file path=ppt/tags/tag4.xml><?xml version="1.0" encoding="utf-8"?>
<p:tagLst xmlns:p="http://schemas.openxmlformats.org/presentationml/2006/main">
  <p:tag name="PA" val="v5.1.2"/>
</p:tagLst>
</file>

<file path=ppt/tags/tag5.xml><?xml version="1.0" encoding="utf-8"?>
<p:tagLst xmlns:p="http://schemas.openxmlformats.org/presentationml/2006/main">
  <p:tag name="PA" val="v5.1.2"/>
</p:tagLst>
</file>

<file path=ppt/tags/tag6.xml><?xml version="1.0" encoding="utf-8"?>
<p:tagLst xmlns:p="http://schemas.openxmlformats.org/presentationml/2006/main">
  <p:tag name="PA" val="v5.1.2"/>
</p:tagLst>
</file>

<file path=ppt/tags/tag7.xml><?xml version="1.0" encoding="utf-8"?>
<p:tagLst xmlns:p="http://schemas.openxmlformats.org/presentationml/2006/main">
  <p:tag name="PA" val="v5.1.2"/>
</p:tagLst>
</file>

<file path=ppt/tags/tag8.xml><?xml version="1.0" encoding="utf-8"?>
<p:tagLst xmlns:p="http://schemas.openxmlformats.org/presentationml/2006/main">
  <p:tag name="PA" val="v5.1.2"/>
</p:tagLst>
</file>

<file path=ppt/tags/tag9.xml><?xml version="1.0" encoding="utf-8"?>
<p:tagLst xmlns:p="http://schemas.openxmlformats.org/presentationml/2006/main">
  <p:tag name="PA" val="v5.1.2"/>
</p:tagLst>
</file>

<file path=ppt/tags/tag10.xml><?xml version="1.0" encoding="utf-8"?>
<p:tagLst xmlns:p="http://schemas.openxmlformats.org/presentationml/2006/main">
  <p:tag name="PA" val="v5.1.2"/>
</p:tagLst>
</file>

<file path=ppt/tags/tag11.xml><?xml version="1.0" encoding="utf-8"?>
<p:tagLst xmlns:p="http://schemas.openxmlformats.org/presentationml/2006/main">
  <p:tag name="PA" val="v5.1.2"/>
</p:tagLst>
</file>

<file path=ppt/tags/tag12.xml><?xml version="1.0" encoding="utf-8"?>
<p:tagLst xmlns:p="http://schemas.openxmlformats.org/presentationml/2006/main">
  <p:tag name="ISLIDE.ICON" val="#21568;"/>
</p:tagLst>
</file>

<file path=ppt/tags/tag13.xml><?xml version="1.0" encoding="utf-8"?>
<p:tagLst xmlns:p="http://schemas.openxmlformats.org/presentationml/2006/main">
  <p:tag name="ISLIDE.ICON" val="#21568;"/>
</p:tagLst>
</file>

<file path=ppt/tags/tag14.xml><?xml version="1.0" encoding="utf-8"?>
<p:tagLst xmlns:p="http://schemas.openxmlformats.org/presentationml/2006/main">
  <p:tag name="ISLIDE.ICON" val="#21568;"/>
</p:tagLst>
</file>

<file path=ppt/theme/theme1.xml><?xml version="1.0" encoding="utf-8"?>
<a:theme xmlns:a="http://schemas.openxmlformats.org/drawingml/2006/main" name="Office 主题​​">
  <a:themeElements>
    <a:clrScheme name="航空学院配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60B1"/>
      </a:accent1>
      <a:accent2>
        <a:srgbClr val="1E218C"/>
      </a:accent2>
      <a:accent3>
        <a:srgbClr val="2383C6"/>
      </a:accent3>
      <a:accent4>
        <a:srgbClr val="FFC000"/>
      </a:accent4>
      <a:accent5>
        <a:srgbClr val="A5A5A5"/>
      </a:accent5>
      <a:accent6>
        <a:srgbClr val="AC3636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2134</Words>
  <Application>WPS 演示</Application>
  <PresentationFormat>宽屏</PresentationFormat>
  <Paragraphs>503</Paragraphs>
  <Slides>48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71" baseType="lpstr">
      <vt:lpstr>Arial</vt:lpstr>
      <vt:lpstr>宋体</vt:lpstr>
      <vt:lpstr>Wingdings</vt:lpstr>
      <vt:lpstr>微软雅黑</vt:lpstr>
      <vt:lpstr>微软雅黑 Light</vt:lpstr>
      <vt:lpstr>Wingdings 3</vt:lpstr>
      <vt:lpstr>Times New Roman</vt:lpstr>
      <vt:lpstr>Calibri</vt:lpstr>
      <vt:lpstr>等线</vt:lpstr>
      <vt:lpstr>汉呈王久存行书</vt:lpstr>
      <vt:lpstr>Kozuka Mincho Pr6N R</vt:lpstr>
      <vt:lpstr>Arial Unicode MS</vt:lpstr>
      <vt:lpstr>等线 Light</vt:lpstr>
      <vt:lpstr>华康俪金黑W8(P)</vt:lpstr>
      <vt:lpstr>黑体</vt:lpstr>
      <vt:lpstr>方正正黑简体</vt:lpstr>
      <vt:lpstr>Calibri</vt:lpstr>
      <vt:lpstr>仿宋_GB2312</vt:lpstr>
      <vt:lpstr>Calibri Light</vt:lpstr>
      <vt:lpstr>Gill Sans</vt:lpstr>
      <vt:lpstr>Gill Sans MT</vt:lpstr>
      <vt:lpstr>仿宋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航空学院通用模板</dc:title>
  <dc:creator>李丰辰</dc:creator>
  <cp:keywords>航空学院通用模板</cp:keywords>
  <cp:lastModifiedBy>璐璐</cp:lastModifiedBy>
  <cp:revision>53</cp:revision>
  <dcterms:created xsi:type="dcterms:W3CDTF">2022-04-01T04:49:00Z</dcterms:created>
  <dcterms:modified xsi:type="dcterms:W3CDTF">2022-05-06T14:37:24Z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0DEEDFA05A694E75A7C3DAC4F52FFC30</vt:lpwstr>
  </property>
  <property fmtid="{D5CDD505-2E9C-101B-9397-08002B2CF9AE}" pid="3" name="KSOProductBuildVer">
    <vt:lpwstr>2052-11.1.0.11636</vt:lpwstr>
  </property>
</Properties>
</file>